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5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4" r:id="rId10"/>
    <p:sldId id="266" r:id="rId11"/>
    <p:sldId id="267" r:id="rId12"/>
    <p:sldId id="268" r:id="rId13"/>
    <p:sldId id="274" r:id="rId14"/>
    <p:sldId id="275" r:id="rId15"/>
    <p:sldId id="276" r:id="rId16"/>
    <p:sldId id="277" r:id="rId17"/>
    <p:sldId id="278" r:id="rId18"/>
    <p:sldId id="269" r:id="rId19"/>
    <p:sldId id="270" r:id="rId20"/>
    <p:sldId id="271" r:id="rId21"/>
    <p:sldId id="273" r:id="rId22"/>
    <p:sldId id="272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43BC3E-EB17-4682-92E9-564FDD772ADB}" v="1" dt="2025-12-02T15:42:17.7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rin Tasnim Nuzhat (2510148)" userId="c4307577-ffbc-4d4d-a52b-8ce427bd49f2" providerId="ADAL" clId="{D5C40136-FA73-47E0-B001-06B293272B75}"/>
    <pc:docChg chg="undo custSel addSld delSld modSld">
      <pc:chgData name="Zarin Tasnim Nuzhat (2510148)" userId="c4307577-ffbc-4d4d-a52b-8ce427bd49f2" providerId="ADAL" clId="{D5C40136-FA73-47E0-B001-06B293272B75}" dt="2025-12-02T08:12:34.418" v="395" actId="20577"/>
      <pc:docMkLst>
        <pc:docMk/>
      </pc:docMkLst>
      <pc:sldChg chg="modSp mod">
        <pc:chgData name="Zarin Tasnim Nuzhat (2510148)" userId="c4307577-ffbc-4d4d-a52b-8ce427bd49f2" providerId="ADAL" clId="{D5C40136-FA73-47E0-B001-06B293272B75}" dt="2025-12-01T13:44:35.933" v="177" actId="20577"/>
        <pc:sldMkLst>
          <pc:docMk/>
          <pc:sldMk cId="3164911657" sldId="260"/>
        </pc:sldMkLst>
        <pc:graphicFrameChg chg="modGraphic">
          <ac:chgData name="Zarin Tasnim Nuzhat (2510148)" userId="c4307577-ffbc-4d4d-a52b-8ce427bd49f2" providerId="ADAL" clId="{D5C40136-FA73-47E0-B001-06B293272B75}" dt="2025-12-01T13:44:35.933" v="177" actId="20577"/>
          <ac:graphicFrameMkLst>
            <pc:docMk/>
            <pc:sldMk cId="3164911657" sldId="260"/>
            <ac:graphicFrameMk id="8" creationId="{745B2A76-536D-B2C4-71AB-EF9A7261800B}"/>
          </ac:graphicFrameMkLst>
        </pc:graphicFrameChg>
      </pc:sldChg>
      <pc:sldChg chg="modSp mod">
        <pc:chgData name="Zarin Tasnim Nuzhat (2510148)" userId="c4307577-ffbc-4d4d-a52b-8ce427bd49f2" providerId="ADAL" clId="{D5C40136-FA73-47E0-B001-06B293272B75}" dt="2025-12-01T12:02:57.272" v="2" actId="1076"/>
        <pc:sldMkLst>
          <pc:docMk/>
          <pc:sldMk cId="3911511161" sldId="261"/>
        </pc:sldMkLst>
        <pc:picChg chg="mod">
          <ac:chgData name="Zarin Tasnim Nuzhat (2510148)" userId="c4307577-ffbc-4d4d-a52b-8ce427bd49f2" providerId="ADAL" clId="{D5C40136-FA73-47E0-B001-06B293272B75}" dt="2025-12-01T12:02:57.272" v="2" actId="1076"/>
          <ac:picMkLst>
            <pc:docMk/>
            <pc:sldMk cId="3911511161" sldId="261"/>
            <ac:picMk id="13" creationId="{FF877AFC-9DDC-8181-737C-BED747283B35}"/>
          </ac:picMkLst>
        </pc:picChg>
      </pc:sldChg>
      <pc:sldChg chg="addSp modSp mod modClrScheme chgLayout">
        <pc:chgData name="Zarin Tasnim Nuzhat (2510148)" userId="c4307577-ffbc-4d4d-a52b-8ce427bd49f2" providerId="ADAL" clId="{D5C40136-FA73-47E0-B001-06B293272B75}" dt="2025-12-01T12:29:34.562" v="62" actId="20577"/>
        <pc:sldMkLst>
          <pc:docMk/>
          <pc:sldMk cId="1621819947" sldId="263"/>
        </pc:sldMkLst>
        <pc:spChg chg="add mod ord">
          <ac:chgData name="Zarin Tasnim Nuzhat (2510148)" userId="c4307577-ffbc-4d4d-a52b-8ce427bd49f2" providerId="ADAL" clId="{D5C40136-FA73-47E0-B001-06B293272B75}" dt="2025-12-01T12:20:45.366" v="39" actId="14100"/>
          <ac:spMkLst>
            <pc:docMk/>
            <pc:sldMk cId="1621819947" sldId="263"/>
            <ac:spMk id="2" creationId="{B8FD2BAE-4DFE-92DC-163D-13627C0CE095}"/>
          </ac:spMkLst>
        </pc:spChg>
        <pc:spChg chg="add mod ord">
          <ac:chgData name="Zarin Tasnim Nuzhat (2510148)" userId="c4307577-ffbc-4d4d-a52b-8ce427bd49f2" providerId="ADAL" clId="{D5C40136-FA73-47E0-B001-06B293272B75}" dt="2025-12-01T12:29:34.562" v="62" actId="20577"/>
          <ac:spMkLst>
            <pc:docMk/>
            <pc:sldMk cId="1621819947" sldId="263"/>
            <ac:spMk id="3" creationId="{1594E9AB-83EA-A2A0-1BD7-B25AECD99B2C}"/>
          </ac:spMkLst>
        </pc:spChg>
        <pc:picChg chg="mod ord">
          <ac:chgData name="Zarin Tasnim Nuzhat (2510148)" userId="c4307577-ffbc-4d4d-a52b-8ce427bd49f2" providerId="ADAL" clId="{D5C40136-FA73-47E0-B001-06B293272B75}" dt="2025-12-01T12:20:37.358" v="37" actId="1076"/>
          <ac:picMkLst>
            <pc:docMk/>
            <pc:sldMk cId="1621819947" sldId="263"/>
            <ac:picMk id="15" creationId="{834EBE2C-C51D-81AD-95F3-4E647215B90A}"/>
          </ac:picMkLst>
        </pc:picChg>
      </pc:sldChg>
      <pc:sldChg chg="addSp modSp new mod setBg">
        <pc:chgData name="Zarin Tasnim Nuzhat (2510148)" userId="c4307577-ffbc-4d4d-a52b-8ce427bd49f2" providerId="ADAL" clId="{D5C40136-FA73-47E0-B001-06B293272B75}" dt="2025-12-01T12:48:01.683" v="95" actId="26606"/>
        <pc:sldMkLst>
          <pc:docMk/>
          <pc:sldMk cId="3095044526" sldId="265"/>
        </pc:sldMkLst>
        <pc:spChg chg="mod">
          <ac:chgData name="Zarin Tasnim Nuzhat (2510148)" userId="c4307577-ffbc-4d4d-a52b-8ce427bd49f2" providerId="ADAL" clId="{D5C40136-FA73-47E0-B001-06B293272B75}" dt="2025-12-01T12:48:01.683" v="95" actId="26606"/>
          <ac:spMkLst>
            <pc:docMk/>
            <pc:sldMk cId="3095044526" sldId="265"/>
            <ac:spMk id="2" creationId="{F987B59F-63D3-D8F0-0DE5-A252FEF0ACC9}"/>
          </ac:spMkLst>
        </pc:spChg>
        <pc:spChg chg="mod">
          <ac:chgData name="Zarin Tasnim Nuzhat (2510148)" userId="c4307577-ffbc-4d4d-a52b-8ce427bd49f2" providerId="ADAL" clId="{D5C40136-FA73-47E0-B001-06B293272B75}" dt="2025-12-01T12:48:01.683" v="95" actId="26606"/>
          <ac:spMkLst>
            <pc:docMk/>
            <pc:sldMk cId="3095044526" sldId="265"/>
            <ac:spMk id="3" creationId="{02890C47-FA14-CB70-615F-1DDDBAB0E3D8}"/>
          </ac:spMkLst>
        </pc:spChg>
        <pc:spChg chg="add">
          <ac:chgData name="Zarin Tasnim Nuzhat (2510148)" userId="c4307577-ffbc-4d4d-a52b-8ce427bd49f2" providerId="ADAL" clId="{D5C40136-FA73-47E0-B001-06B293272B75}" dt="2025-12-01T12:48:01.683" v="95" actId="26606"/>
          <ac:spMkLst>
            <pc:docMk/>
            <pc:sldMk cId="3095044526" sldId="265"/>
            <ac:spMk id="9" creationId="{5833CE96-7CBC-47F1-AA9E-1C0149040644}"/>
          </ac:spMkLst>
        </pc:spChg>
        <pc:spChg chg="add">
          <ac:chgData name="Zarin Tasnim Nuzhat (2510148)" userId="c4307577-ffbc-4d4d-a52b-8ce427bd49f2" providerId="ADAL" clId="{D5C40136-FA73-47E0-B001-06B293272B75}" dt="2025-12-01T12:48:01.683" v="95" actId="26606"/>
          <ac:spMkLst>
            <pc:docMk/>
            <pc:sldMk cId="3095044526" sldId="265"/>
            <ac:spMk id="11" creationId="{6B1D699A-DF55-40A0-808D-D091417F0903}"/>
          </ac:spMkLst>
        </pc:spChg>
        <pc:spChg chg="add">
          <ac:chgData name="Zarin Tasnim Nuzhat (2510148)" userId="c4307577-ffbc-4d4d-a52b-8ce427bd49f2" providerId="ADAL" clId="{D5C40136-FA73-47E0-B001-06B293272B75}" dt="2025-12-01T12:48:01.683" v="95" actId="26606"/>
          <ac:spMkLst>
            <pc:docMk/>
            <pc:sldMk cId="3095044526" sldId="265"/>
            <ac:spMk id="13" creationId="{9784E32B-BE49-459D-8E4C-E0678A8800C5}"/>
          </ac:spMkLst>
        </pc:spChg>
        <pc:picChg chg="add">
          <ac:chgData name="Zarin Tasnim Nuzhat (2510148)" userId="c4307577-ffbc-4d4d-a52b-8ce427bd49f2" providerId="ADAL" clId="{D5C40136-FA73-47E0-B001-06B293272B75}" dt="2025-12-01T12:48:01.683" v="95" actId="26606"/>
          <ac:picMkLst>
            <pc:docMk/>
            <pc:sldMk cId="3095044526" sldId="265"/>
            <ac:picMk id="5" creationId="{4B8BADA8-0F09-7034-53B1-23216B7BF9B0}"/>
          </ac:picMkLst>
        </pc:picChg>
      </pc:sldChg>
      <pc:sldChg chg="addSp delSp modSp new mod setBg">
        <pc:chgData name="Zarin Tasnim Nuzhat (2510148)" userId="c4307577-ffbc-4d4d-a52b-8ce427bd49f2" providerId="ADAL" clId="{D5C40136-FA73-47E0-B001-06B293272B75}" dt="2025-12-01T12:39:41.171" v="72" actId="26606"/>
        <pc:sldMkLst>
          <pc:docMk/>
          <pc:sldMk cId="3922237434" sldId="266"/>
        </pc:sldMkLst>
        <pc:spChg chg="del mod">
          <ac:chgData name="Zarin Tasnim Nuzhat (2510148)" userId="c4307577-ffbc-4d4d-a52b-8ce427bd49f2" providerId="ADAL" clId="{D5C40136-FA73-47E0-B001-06B293272B75}" dt="2025-12-01T12:14:13.044" v="7" actId="478"/>
          <ac:spMkLst>
            <pc:docMk/>
            <pc:sldMk cId="3922237434" sldId="266"/>
            <ac:spMk id="2" creationId="{D1A1A9F4-CB09-5D89-0B31-646C92BC9F55}"/>
          </ac:spMkLst>
        </pc:spChg>
        <pc:spChg chg="del">
          <ac:chgData name="Zarin Tasnim Nuzhat (2510148)" userId="c4307577-ffbc-4d4d-a52b-8ce427bd49f2" providerId="ADAL" clId="{D5C40136-FA73-47E0-B001-06B293272B75}" dt="2025-12-01T12:14:16.683" v="8" actId="22"/>
          <ac:spMkLst>
            <pc:docMk/>
            <pc:sldMk cId="3922237434" sldId="266"/>
            <ac:spMk id="3" creationId="{45F89786-0CEE-B189-234F-D7A4BBAE786C}"/>
          </ac:spMkLst>
        </pc:spChg>
        <pc:spChg chg="add del mod">
          <ac:chgData name="Zarin Tasnim Nuzhat (2510148)" userId="c4307577-ffbc-4d4d-a52b-8ce427bd49f2" providerId="ADAL" clId="{D5C40136-FA73-47E0-B001-06B293272B75}" dt="2025-12-01T12:18:40.965" v="15" actId="478"/>
          <ac:spMkLst>
            <pc:docMk/>
            <pc:sldMk cId="3922237434" sldId="266"/>
            <ac:spMk id="9" creationId="{370AA4DA-B4EA-FDD3-34A9-2512D8DAA715}"/>
          </ac:spMkLst>
        </pc:spChg>
        <pc:spChg chg="add del">
          <ac:chgData name="Zarin Tasnim Nuzhat (2510148)" userId="c4307577-ffbc-4d4d-a52b-8ce427bd49f2" providerId="ADAL" clId="{D5C40136-FA73-47E0-B001-06B293272B75}" dt="2025-12-01T12:14:29.149" v="11" actId="26606"/>
          <ac:spMkLst>
            <pc:docMk/>
            <pc:sldMk cId="3922237434" sldId="266"/>
            <ac:spMk id="10" creationId="{5008198D-FCF3-41E4-A622-7191D7174A3D}"/>
          </ac:spMkLst>
        </pc:spChg>
        <pc:spChg chg="add del">
          <ac:chgData name="Zarin Tasnim Nuzhat (2510148)" userId="c4307577-ffbc-4d4d-a52b-8ce427bd49f2" providerId="ADAL" clId="{D5C40136-FA73-47E0-B001-06B293272B75}" dt="2025-12-01T12:27:35.955" v="49" actId="26606"/>
          <ac:spMkLst>
            <pc:docMk/>
            <pc:sldMk cId="3922237434" sldId="266"/>
            <ac:spMk id="11" creationId="{5008198D-FCF3-41E4-A622-7191D7174A3D}"/>
          </ac:spMkLst>
        </pc:spChg>
        <pc:spChg chg="add">
          <ac:chgData name="Zarin Tasnim Nuzhat (2510148)" userId="c4307577-ffbc-4d4d-a52b-8ce427bd49f2" providerId="ADAL" clId="{D5C40136-FA73-47E0-B001-06B293272B75}" dt="2025-12-01T12:39:41.171" v="72" actId="26606"/>
          <ac:spMkLst>
            <pc:docMk/>
            <pc:sldMk cId="3922237434" sldId="266"/>
            <ac:spMk id="19" creationId="{5008198D-FCF3-41E4-A622-7191D7174A3D}"/>
          </ac:spMkLst>
        </pc:spChg>
        <pc:picChg chg="add del mod ord">
          <ac:chgData name="Zarin Tasnim Nuzhat (2510148)" userId="c4307577-ffbc-4d4d-a52b-8ce427bd49f2" providerId="ADAL" clId="{D5C40136-FA73-47E0-B001-06B293272B75}" dt="2025-12-01T12:18:34.957" v="13" actId="478"/>
          <ac:picMkLst>
            <pc:docMk/>
            <pc:sldMk cId="3922237434" sldId="266"/>
            <ac:picMk id="5" creationId="{8CA28645-420C-4CFF-A946-705BAF9F4939}"/>
          </ac:picMkLst>
        </pc:picChg>
        <pc:picChg chg="add del mod">
          <ac:chgData name="Zarin Tasnim Nuzhat (2510148)" userId="c4307577-ffbc-4d4d-a52b-8ce427bd49f2" providerId="ADAL" clId="{D5C40136-FA73-47E0-B001-06B293272B75}" dt="2025-12-01T12:39:32.521" v="70" actId="478"/>
          <ac:picMkLst>
            <pc:docMk/>
            <pc:sldMk cId="3922237434" sldId="266"/>
            <ac:picMk id="7" creationId="{377E1225-9956-D10E-12DF-FE93AF65C950}"/>
          </ac:picMkLst>
        </pc:picChg>
        <pc:picChg chg="add del">
          <ac:chgData name="Zarin Tasnim Nuzhat (2510148)" userId="c4307577-ffbc-4d4d-a52b-8ce427bd49f2" providerId="ADAL" clId="{D5C40136-FA73-47E0-B001-06B293272B75}" dt="2025-12-01T12:27:03.483" v="42" actId="22"/>
          <ac:picMkLst>
            <pc:docMk/>
            <pc:sldMk cId="3922237434" sldId="266"/>
            <ac:picMk id="12" creationId="{DA64E159-3373-6D0A-D9C2-F7F708D99625}"/>
          </ac:picMkLst>
        </pc:picChg>
        <pc:picChg chg="add mod">
          <ac:chgData name="Zarin Tasnim Nuzhat (2510148)" userId="c4307577-ffbc-4d4d-a52b-8ce427bd49f2" providerId="ADAL" clId="{D5C40136-FA73-47E0-B001-06B293272B75}" dt="2025-12-01T12:39:41.171" v="72" actId="26606"/>
          <ac:picMkLst>
            <pc:docMk/>
            <pc:sldMk cId="3922237434" sldId="266"/>
            <ac:picMk id="14" creationId="{12C8843C-72DC-42A5-B2CB-5E791309286F}"/>
          </ac:picMkLst>
        </pc:picChg>
      </pc:sldChg>
      <pc:sldChg chg="addSp delSp modSp new mod setBg modClrScheme chgLayout">
        <pc:chgData name="Zarin Tasnim Nuzhat (2510148)" userId="c4307577-ffbc-4d4d-a52b-8ce427bd49f2" providerId="ADAL" clId="{D5C40136-FA73-47E0-B001-06B293272B75}" dt="2025-12-01T12:44:34.360" v="75" actId="26606"/>
        <pc:sldMkLst>
          <pc:docMk/>
          <pc:sldMk cId="2334721012" sldId="267"/>
        </pc:sldMkLst>
        <pc:spChg chg="del">
          <ac:chgData name="Zarin Tasnim Nuzhat (2510148)" userId="c4307577-ffbc-4d4d-a52b-8ce427bd49f2" providerId="ADAL" clId="{D5C40136-FA73-47E0-B001-06B293272B75}" dt="2025-12-01T12:27:15.015" v="44" actId="700"/>
          <ac:spMkLst>
            <pc:docMk/>
            <pc:sldMk cId="2334721012" sldId="267"/>
            <ac:spMk id="2" creationId="{CCD68721-1107-1018-A0CC-28DCD2B79E08}"/>
          </ac:spMkLst>
        </pc:spChg>
        <pc:spChg chg="del">
          <ac:chgData name="Zarin Tasnim Nuzhat (2510148)" userId="c4307577-ffbc-4d4d-a52b-8ce427bd49f2" providerId="ADAL" clId="{D5C40136-FA73-47E0-B001-06B293272B75}" dt="2025-12-01T12:27:15.015" v="44" actId="700"/>
          <ac:spMkLst>
            <pc:docMk/>
            <pc:sldMk cId="2334721012" sldId="267"/>
            <ac:spMk id="3" creationId="{08F55B2F-C768-2FC2-EF20-7A75C05BF143}"/>
          </ac:spMkLst>
        </pc:spChg>
        <pc:spChg chg="add del">
          <ac:chgData name="Zarin Tasnim Nuzhat (2510148)" userId="c4307577-ffbc-4d4d-a52b-8ce427bd49f2" providerId="ADAL" clId="{D5C40136-FA73-47E0-B001-06B293272B75}" dt="2025-12-01T12:27:45.183" v="50" actId="26606"/>
          <ac:spMkLst>
            <pc:docMk/>
            <pc:sldMk cId="2334721012" sldId="267"/>
            <ac:spMk id="10" creationId="{5008198D-FCF3-41E4-A622-7191D7174A3D}"/>
          </ac:spMkLst>
        </pc:spChg>
        <pc:spChg chg="add">
          <ac:chgData name="Zarin Tasnim Nuzhat (2510148)" userId="c4307577-ffbc-4d4d-a52b-8ce427bd49f2" providerId="ADAL" clId="{D5C40136-FA73-47E0-B001-06B293272B75}" dt="2025-12-01T12:44:34.360" v="75" actId="26606"/>
          <ac:spMkLst>
            <pc:docMk/>
            <pc:sldMk cId="2334721012" sldId="267"/>
            <ac:spMk id="12" creationId="{5008198D-FCF3-41E4-A622-7191D7174A3D}"/>
          </ac:spMkLst>
        </pc:spChg>
        <pc:picChg chg="add del mod">
          <ac:chgData name="Zarin Tasnim Nuzhat (2510148)" userId="c4307577-ffbc-4d4d-a52b-8ce427bd49f2" providerId="ADAL" clId="{D5C40136-FA73-47E0-B001-06B293272B75}" dt="2025-12-01T12:44:28.804" v="73" actId="478"/>
          <ac:picMkLst>
            <pc:docMk/>
            <pc:sldMk cId="2334721012" sldId="267"/>
            <ac:picMk id="5" creationId="{78560E26-7DC5-46AB-408B-5B672CA2EAED}"/>
          </ac:picMkLst>
        </pc:picChg>
        <pc:picChg chg="add mod">
          <ac:chgData name="Zarin Tasnim Nuzhat (2510148)" userId="c4307577-ffbc-4d4d-a52b-8ce427bd49f2" providerId="ADAL" clId="{D5C40136-FA73-47E0-B001-06B293272B75}" dt="2025-12-01T12:44:34.360" v="75" actId="26606"/>
          <ac:picMkLst>
            <pc:docMk/>
            <pc:sldMk cId="2334721012" sldId="267"/>
            <ac:picMk id="7" creationId="{5FF0D5BF-57B7-DF82-4ACE-2CD90C0AD77A}"/>
          </ac:picMkLst>
        </pc:picChg>
      </pc:sldChg>
      <pc:sldChg chg="addSp delSp modSp new mod setBg modClrScheme chgLayout">
        <pc:chgData name="Zarin Tasnim Nuzhat (2510148)" userId="c4307577-ffbc-4d4d-a52b-8ce427bd49f2" providerId="ADAL" clId="{D5C40136-FA73-47E0-B001-06B293272B75}" dt="2025-12-01T13:28:06.122" v="128" actId="14100"/>
        <pc:sldMkLst>
          <pc:docMk/>
          <pc:sldMk cId="3621026451" sldId="268"/>
        </pc:sldMkLst>
        <pc:spChg chg="add mod">
          <ac:chgData name="Zarin Tasnim Nuzhat (2510148)" userId="c4307577-ffbc-4d4d-a52b-8ce427bd49f2" providerId="ADAL" clId="{D5C40136-FA73-47E0-B001-06B293272B75}" dt="2025-12-01T13:27:09.424" v="114" actId="26606"/>
          <ac:spMkLst>
            <pc:docMk/>
            <pc:sldMk cId="3621026451" sldId="268"/>
            <ac:spMk id="2" creationId="{A8AA2DC2-D16E-CC89-9EE7-422FEFF8890C}"/>
          </ac:spMkLst>
        </pc:spChg>
        <pc:spChg chg="add mod">
          <ac:chgData name="Zarin Tasnim Nuzhat (2510148)" userId="c4307577-ffbc-4d4d-a52b-8ce427bd49f2" providerId="ADAL" clId="{D5C40136-FA73-47E0-B001-06B293272B75}" dt="2025-12-01T13:27:09.424" v="114" actId="26606"/>
          <ac:spMkLst>
            <pc:docMk/>
            <pc:sldMk cId="3621026451" sldId="268"/>
            <ac:spMk id="3" creationId="{1F9C5EB1-2FFF-1421-A2DA-0620125645B6}"/>
          </ac:spMkLst>
        </pc:spChg>
        <pc:spChg chg="add del">
          <ac:chgData name="Zarin Tasnim Nuzhat (2510148)" userId="c4307577-ffbc-4d4d-a52b-8ce427bd49f2" providerId="ADAL" clId="{D5C40136-FA73-47E0-B001-06B293272B75}" dt="2025-12-01T12:49:20.961" v="99" actId="22"/>
          <ac:spMkLst>
            <pc:docMk/>
            <pc:sldMk cId="3621026451" sldId="268"/>
            <ac:spMk id="5" creationId="{7EBD85DB-A85A-8ACE-55E0-86EF45EE7E85}"/>
          </ac:spMkLst>
        </pc:spChg>
        <pc:spChg chg="add del">
          <ac:chgData name="Zarin Tasnim Nuzhat (2510148)" userId="c4307577-ffbc-4d4d-a52b-8ce427bd49f2" providerId="ADAL" clId="{D5C40136-FA73-47E0-B001-06B293272B75}" dt="2025-12-01T13:27:49.387" v="122" actId="26606"/>
          <ac:spMkLst>
            <pc:docMk/>
            <pc:sldMk cId="3621026451" sldId="268"/>
            <ac:spMk id="12" creationId="{46AD51EB-971C-4722-9A98-42EB5ABCADA3}"/>
          </ac:spMkLst>
        </pc:spChg>
        <pc:spChg chg="add del">
          <ac:chgData name="Zarin Tasnim Nuzhat (2510148)" userId="c4307577-ffbc-4d4d-a52b-8ce427bd49f2" providerId="ADAL" clId="{D5C40136-FA73-47E0-B001-06B293272B75}" dt="2025-12-01T13:27:49.387" v="122" actId="26606"/>
          <ac:spMkLst>
            <pc:docMk/>
            <pc:sldMk cId="3621026451" sldId="268"/>
            <ac:spMk id="14" creationId="{3894A7A4-3F4E-414B-97FB-E4C862AD1400}"/>
          </ac:spMkLst>
        </pc:spChg>
        <pc:spChg chg="add">
          <ac:chgData name="Zarin Tasnim Nuzhat (2510148)" userId="c4307577-ffbc-4d4d-a52b-8ce427bd49f2" providerId="ADAL" clId="{D5C40136-FA73-47E0-B001-06B293272B75}" dt="2025-12-01T13:27:49.387" v="122" actId="26606"/>
          <ac:spMkLst>
            <pc:docMk/>
            <pc:sldMk cId="3621026451" sldId="268"/>
            <ac:spMk id="19" creationId="{46AD51EB-971C-4722-9A98-42EB5ABCADA3}"/>
          </ac:spMkLst>
        </pc:spChg>
        <pc:spChg chg="add">
          <ac:chgData name="Zarin Tasnim Nuzhat (2510148)" userId="c4307577-ffbc-4d4d-a52b-8ce427bd49f2" providerId="ADAL" clId="{D5C40136-FA73-47E0-B001-06B293272B75}" dt="2025-12-01T13:27:49.387" v="122" actId="26606"/>
          <ac:spMkLst>
            <pc:docMk/>
            <pc:sldMk cId="3621026451" sldId="268"/>
            <ac:spMk id="21" creationId="{3894A7A4-3F4E-414B-97FB-E4C862AD1400}"/>
          </ac:spMkLst>
        </pc:spChg>
        <pc:picChg chg="add del mod">
          <ac:chgData name="Zarin Tasnim Nuzhat (2510148)" userId="c4307577-ffbc-4d4d-a52b-8ce427bd49f2" providerId="ADAL" clId="{D5C40136-FA73-47E0-B001-06B293272B75}" dt="2025-12-01T13:27:28.054" v="119" actId="478"/>
          <ac:picMkLst>
            <pc:docMk/>
            <pc:sldMk cId="3621026451" sldId="268"/>
            <ac:picMk id="7" creationId="{D3CB18E6-1BCB-C1FD-7650-50DF37CA4C1D}"/>
          </ac:picMkLst>
        </pc:picChg>
        <pc:picChg chg="add mod">
          <ac:chgData name="Zarin Tasnim Nuzhat (2510148)" userId="c4307577-ffbc-4d4d-a52b-8ce427bd49f2" providerId="ADAL" clId="{D5C40136-FA73-47E0-B001-06B293272B75}" dt="2025-12-01T13:28:06.122" v="128" actId="14100"/>
          <ac:picMkLst>
            <pc:docMk/>
            <pc:sldMk cId="3621026451" sldId="268"/>
            <ac:picMk id="9" creationId="{C121FD63-699B-9C85-7D32-4EB28C585C1B}"/>
          </ac:picMkLst>
        </pc:picChg>
      </pc:sldChg>
      <pc:sldChg chg="addSp delSp modSp new mod setBg">
        <pc:chgData name="Zarin Tasnim Nuzhat (2510148)" userId="c4307577-ffbc-4d4d-a52b-8ce427bd49f2" providerId="ADAL" clId="{D5C40136-FA73-47E0-B001-06B293272B75}" dt="2025-12-01T13:40:57.570" v="155" actId="1076"/>
        <pc:sldMkLst>
          <pc:docMk/>
          <pc:sldMk cId="1050419496" sldId="269"/>
        </pc:sldMkLst>
        <pc:spChg chg="mod">
          <ac:chgData name="Zarin Tasnim Nuzhat (2510148)" userId="c4307577-ffbc-4d4d-a52b-8ce427bd49f2" providerId="ADAL" clId="{D5C40136-FA73-47E0-B001-06B293272B75}" dt="2025-12-01T13:40:23.092" v="148" actId="26606"/>
          <ac:spMkLst>
            <pc:docMk/>
            <pc:sldMk cId="1050419496" sldId="269"/>
            <ac:spMk id="2" creationId="{768DD718-3C3E-B5EC-6E5B-418FA9B54CE9}"/>
          </ac:spMkLst>
        </pc:spChg>
        <pc:spChg chg="mod">
          <ac:chgData name="Zarin Tasnim Nuzhat (2510148)" userId="c4307577-ffbc-4d4d-a52b-8ce427bd49f2" providerId="ADAL" clId="{D5C40136-FA73-47E0-B001-06B293272B75}" dt="2025-12-01T13:40:53.206" v="154" actId="14100"/>
          <ac:spMkLst>
            <pc:docMk/>
            <pc:sldMk cId="1050419496" sldId="269"/>
            <ac:spMk id="3" creationId="{9A88F68D-4F6B-D0CE-6288-40DDB4CD3D52}"/>
          </ac:spMkLst>
        </pc:spChg>
        <pc:spChg chg="add del">
          <ac:chgData name="Zarin Tasnim Nuzhat (2510148)" userId="c4307577-ffbc-4d4d-a52b-8ce427bd49f2" providerId="ADAL" clId="{D5C40136-FA73-47E0-B001-06B293272B75}" dt="2025-12-01T13:39:08.377" v="143" actId="22"/>
          <ac:spMkLst>
            <pc:docMk/>
            <pc:sldMk cId="1050419496" sldId="269"/>
            <ac:spMk id="5" creationId="{7B4C5DE9-E6B5-783D-FBB8-E78D941AAF7E}"/>
          </ac:spMkLst>
        </pc:spChg>
        <pc:spChg chg="add del">
          <ac:chgData name="Zarin Tasnim Nuzhat (2510148)" userId="c4307577-ffbc-4d4d-a52b-8ce427bd49f2" providerId="ADAL" clId="{D5C40136-FA73-47E0-B001-06B293272B75}" dt="2025-12-01T13:40:23.001" v="147" actId="26606"/>
          <ac:spMkLst>
            <pc:docMk/>
            <pc:sldMk cId="1050419496" sldId="269"/>
            <ac:spMk id="9" creationId="{5833CE96-7CBC-47F1-AA9E-1C0149040644}"/>
          </ac:spMkLst>
        </pc:spChg>
        <pc:spChg chg="add del">
          <ac:chgData name="Zarin Tasnim Nuzhat (2510148)" userId="c4307577-ffbc-4d4d-a52b-8ce427bd49f2" providerId="ADAL" clId="{D5C40136-FA73-47E0-B001-06B293272B75}" dt="2025-12-01T13:40:49.982" v="153" actId="26606"/>
          <ac:spMkLst>
            <pc:docMk/>
            <pc:sldMk cId="1050419496" sldId="269"/>
            <ac:spMk id="10" creationId="{46AD51EB-971C-4722-9A98-42EB5ABCADA3}"/>
          </ac:spMkLst>
        </pc:spChg>
        <pc:spChg chg="add del">
          <ac:chgData name="Zarin Tasnim Nuzhat (2510148)" userId="c4307577-ffbc-4d4d-a52b-8ce427bd49f2" providerId="ADAL" clId="{D5C40136-FA73-47E0-B001-06B293272B75}" dt="2025-12-01T13:40:23.001" v="147" actId="26606"/>
          <ac:spMkLst>
            <pc:docMk/>
            <pc:sldMk cId="1050419496" sldId="269"/>
            <ac:spMk id="11" creationId="{6B1D699A-DF55-40A0-808D-D091417F0903}"/>
          </ac:spMkLst>
        </pc:spChg>
        <pc:spChg chg="add del">
          <ac:chgData name="Zarin Tasnim Nuzhat (2510148)" userId="c4307577-ffbc-4d4d-a52b-8ce427bd49f2" providerId="ADAL" clId="{D5C40136-FA73-47E0-B001-06B293272B75}" dt="2025-12-01T13:40:49.982" v="153" actId="26606"/>
          <ac:spMkLst>
            <pc:docMk/>
            <pc:sldMk cId="1050419496" sldId="269"/>
            <ac:spMk id="12" creationId="{3894A7A4-3F4E-414B-97FB-E4C862AD1400}"/>
          </ac:spMkLst>
        </pc:spChg>
        <pc:spChg chg="add del">
          <ac:chgData name="Zarin Tasnim Nuzhat (2510148)" userId="c4307577-ffbc-4d4d-a52b-8ce427bd49f2" providerId="ADAL" clId="{D5C40136-FA73-47E0-B001-06B293272B75}" dt="2025-12-01T13:40:23.001" v="147" actId="26606"/>
          <ac:spMkLst>
            <pc:docMk/>
            <pc:sldMk cId="1050419496" sldId="269"/>
            <ac:spMk id="13" creationId="{9784E32B-BE49-459D-8E4C-E0678A8800C5}"/>
          </ac:spMkLst>
        </pc:spChg>
        <pc:spChg chg="add">
          <ac:chgData name="Zarin Tasnim Nuzhat (2510148)" userId="c4307577-ffbc-4d4d-a52b-8ce427bd49f2" providerId="ADAL" clId="{D5C40136-FA73-47E0-B001-06B293272B75}" dt="2025-12-01T13:40:49.982" v="153" actId="26606"/>
          <ac:spMkLst>
            <pc:docMk/>
            <pc:sldMk cId="1050419496" sldId="269"/>
            <ac:spMk id="17" creationId="{46AD51EB-971C-4722-9A98-42EB5ABCADA3}"/>
          </ac:spMkLst>
        </pc:spChg>
        <pc:spChg chg="add">
          <ac:chgData name="Zarin Tasnim Nuzhat (2510148)" userId="c4307577-ffbc-4d4d-a52b-8ce427bd49f2" providerId="ADAL" clId="{D5C40136-FA73-47E0-B001-06B293272B75}" dt="2025-12-01T13:40:49.982" v="153" actId="26606"/>
          <ac:spMkLst>
            <pc:docMk/>
            <pc:sldMk cId="1050419496" sldId="269"/>
            <ac:spMk id="19" creationId="{3894A7A4-3F4E-414B-97FB-E4C862AD1400}"/>
          </ac:spMkLst>
        </pc:spChg>
        <pc:picChg chg="add del">
          <ac:chgData name="Zarin Tasnim Nuzhat (2510148)" userId="c4307577-ffbc-4d4d-a52b-8ce427bd49f2" providerId="ADAL" clId="{D5C40136-FA73-47E0-B001-06B293272B75}" dt="2025-12-01T13:40:23.001" v="147" actId="26606"/>
          <ac:picMkLst>
            <pc:docMk/>
            <pc:sldMk cId="1050419496" sldId="269"/>
            <ac:picMk id="6" creationId="{70E75030-3B94-5BF0-DDB7-F65EA846CCC6}"/>
          </ac:picMkLst>
        </pc:picChg>
        <pc:picChg chg="add mod">
          <ac:chgData name="Zarin Tasnim Nuzhat (2510148)" userId="c4307577-ffbc-4d4d-a52b-8ce427bd49f2" providerId="ADAL" clId="{D5C40136-FA73-47E0-B001-06B293272B75}" dt="2025-12-01T13:40:57.570" v="155" actId="1076"/>
          <ac:picMkLst>
            <pc:docMk/>
            <pc:sldMk cId="1050419496" sldId="269"/>
            <ac:picMk id="7" creationId="{2A745FA7-7F2E-EAC4-BCA2-BAB58252183B}"/>
          </ac:picMkLst>
        </pc:picChg>
      </pc:sldChg>
      <pc:sldChg chg="addSp delSp modSp new mod setBg">
        <pc:chgData name="Zarin Tasnim Nuzhat (2510148)" userId="c4307577-ffbc-4d4d-a52b-8ce427bd49f2" providerId="ADAL" clId="{D5C40136-FA73-47E0-B001-06B293272B75}" dt="2025-12-01T13:45:53.829" v="186" actId="27636"/>
        <pc:sldMkLst>
          <pc:docMk/>
          <pc:sldMk cId="2573270677" sldId="270"/>
        </pc:sldMkLst>
        <pc:spChg chg="mod">
          <ac:chgData name="Zarin Tasnim Nuzhat (2510148)" userId="c4307577-ffbc-4d4d-a52b-8ce427bd49f2" providerId="ADAL" clId="{D5C40136-FA73-47E0-B001-06B293272B75}" dt="2025-12-01T13:45:26.919" v="180" actId="26606"/>
          <ac:spMkLst>
            <pc:docMk/>
            <pc:sldMk cId="2573270677" sldId="270"/>
            <ac:spMk id="2" creationId="{89D93C23-F23D-3CBC-B35D-B9BCE7CB7CF8}"/>
          </ac:spMkLst>
        </pc:spChg>
        <pc:spChg chg="mod">
          <ac:chgData name="Zarin Tasnim Nuzhat (2510148)" userId="c4307577-ffbc-4d4d-a52b-8ce427bd49f2" providerId="ADAL" clId="{D5C40136-FA73-47E0-B001-06B293272B75}" dt="2025-12-01T13:45:53.829" v="186" actId="27636"/>
          <ac:spMkLst>
            <pc:docMk/>
            <pc:sldMk cId="2573270677" sldId="270"/>
            <ac:spMk id="3" creationId="{A7546291-0B0B-4978-548B-B622694C02FB}"/>
          </ac:spMkLst>
        </pc:spChg>
        <pc:spChg chg="add">
          <ac:chgData name="Zarin Tasnim Nuzhat (2510148)" userId="c4307577-ffbc-4d4d-a52b-8ce427bd49f2" providerId="ADAL" clId="{D5C40136-FA73-47E0-B001-06B293272B75}" dt="2025-12-01T13:45:26.919" v="180" actId="26606"/>
          <ac:spMkLst>
            <pc:docMk/>
            <pc:sldMk cId="2573270677" sldId="270"/>
            <ac:spMk id="9" creationId="{5833CE96-7CBC-47F1-AA9E-1C0149040644}"/>
          </ac:spMkLst>
        </pc:spChg>
        <pc:spChg chg="add del">
          <ac:chgData name="Zarin Tasnim Nuzhat (2510148)" userId="c4307577-ffbc-4d4d-a52b-8ce427bd49f2" providerId="ADAL" clId="{D5C40136-FA73-47E0-B001-06B293272B75}" dt="2025-12-01T13:45:26.861" v="179" actId="26606"/>
          <ac:spMkLst>
            <pc:docMk/>
            <pc:sldMk cId="2573270677" sldId="270"/>
            <ac:spMk id="10" creationId="{46AD51EB-971C-4722-9A98-42EB5ABCADA3}"/>
          </ac:spMkLst>
        </pc:spChg>
        <pc:spChg chg="add">
          <ac:chgData name="Zarin Tasnim Nuzhat (2510148)" userId="c4307577-ffbc-4d4d-a52b-8ce427bd49f2" providerId="ADAL" clId="{D5C40136-FA73-47E0-B001-06B293272B75}" dt="2025-12-01T13:45:26.919" v="180" actId="26606"/>
          <ac:spMkLst>
            <pc:docMk/>
            <pc:sldMk cId="2573270677" sldId="270"/>
            <ac:spMk id="11" creationId="{6B1D699A-DF55-40A0-808D-D091417F0903}"/>
          </ac:spMkLst>
        </pc:spChg>
        <pc:spChg chg="add del">
          <ac:chgData name="Zarin Tasnim Nuzhat (2510148)" userId="c4307577-ffbc-4d4d-a52b-8ce427bd49f2" providerId="ADAL" clId="{D5C40136-FA73-47E0-B001-06B293272B75}" dt="2025-12-01T13:45:26.861" v="179" actId="26606"/>
          <ac:spMkLst>
            <pc:docMk/>
            <pc:sldMk cId="2573270677" sldId="270"/>
            <ac:spMk id="12" creationId="{3894A7A4-3F4E-414B-97FB-E4C862AD1400}"/>
          </ac:spMkLst>
        </pc:spChg>
        <pc:spChg chg="add">
          <ac:chgData name="Zarin Tasnim Nuzhat (2510148)" userId="c4307577-ffbc-4d4d-a52b-8ce427bd49f2" providerId="ADAL" clId="{D5C40136-FA73-47E0-B001-06B293272B75}" dt="2025-12-01T13:45:26.919" v="180" actId="26606"/>
          <ac:spMkLst>
            <pc:docMk/>
            <pc:sldMk cId="2573270677" sldId="270"/>
            <ac:spMk id="13" creationId="{9784E32B-BE49-459D-8E4C-E0678A8800C5}"/>
          </ac:spMkLst>
        </pc:spChg>
        <pc:picChg chg="add">
          <ac:chgData name="Zarin Tasnim Nuzhat (2510148)" userId="c4307577-ffbc-4d4d-a52b-8ce427bd49f2" providerId="ADAL" clId="{D5C40136-FA73-47E0-B001-06B293272B75}" dt="2025-12-01T13:45:26.919" v="180" actId="26606"/>
          <ac:picMkLst>
            <pc:docMk/>
            <pc:sldMk cId="2573270677" sldId="270"/>
            <ac:picMk id="5" creationId="{F97B40D6-A292-2AFB-71D7-A493CCD0BB33}"/>
          </ac:picMkLst>
        </pc:picChg>
        <pc:picChg chg="add del">
          <ac:chgData name="Zarin Tasnim Nuzhat (2510148)" userId="c4307577-ffbc-4d4d-a52b-8ce427bd49f2" providerId="ADAL" clId="{D5C40136-FA73-47E0-B001-06B293272B75}" dt="2025-12-01T13:45:26.861" v="179" actId="26606"/>
          <ac:picMkLst>
            <pc:docMk/>
            <pc:sldMk cId="2573270677" sldId="270"/>
            <ac:picMk id="7" creationId="{4AB2857E-3410-8FEC-60D2-0C423D01160E}"/>
          </ac:picMkLst>
        </pc:picChg>
      </pc:sldChg>
      <pc:sldChg chg="addSp delSp modSp new mod setBg">
        <pc:chgData name="Zarin Tasnim Nuzhat (2510148)" userId="c4307577-ffbc-4d4d-a52b-8ce427bd49f2" providerId="ADAL" clId="{D5C40136-FA73-47E0-B001-06B293272B75}" dt="2025-12-01T13:48:12.103" v="194" actId="26606"/>
        <pc:sldMkLst>
          <pc:docMk/>
          <pc:sldMk cId="1823851355" sldId="271"/>
        </pc:sldMkLst>
        <pc:spChg chg="mod">
          <ac:chgData name="Zarin Tasnim Nuzhat (2510148)" userId="c4307577-ffbc-4d4d-a52b-8ce427bd49f2" providerId="ADAL" clId="{D5C40136-FA73-47E0-B001-06B293272B75}" dt="2025-12-01T13:48:12.103" v="194" actId="26606"/>
          <ac:spMkLst>
            <pc:docMk/>
            <pc:sldMk cId="1823851355" sldId="271"/>
            <ac:spMk id="2" creationId="{FEF0C473-75DA-7615-7A35-6FD4D03DD6B5}"/>
          </ac:spMkLst>
        </pc:spChg>
        <pc:spChg chg="del mod">
          <ac:chgData name="Zarin Tasnim Nuzhat (2510148)" userId="c4307577-ffbc-4d4d-a52b-8ce427bd49f2" providerId="ADAL" clId="{D5C40136-FA73-47E0-B001-06B293272B75}" dt="2025-12-01T13:48:12.103" v="194" actId="26606"/>
          <ac:spMkLst>
            <pc:docMk/>
            <pc:sldMk cId="1823851355" sldId="271"/>
            <ac:spMk id="3" creationId="{2734E7B2-F28E-15E0-C433-5EBDCF6B7A23}"/>
          </ac:spMkLst>
        </pc:spChg>
        <pc:spChg chg="add">
          <ac:chgData name="Zarin Tasnim Nuzhat (2510148)" userId="c4307577-ffbc-4d4d-a52b-8ce427bd49f2" providerId="ADAL" clId="{D5C40136-FA73-47E0-B001-06B293272B75}" dt="2025-12-01T13:48:12.103" v="194" actId="26606"/>
          <ac:spMkLst>
            <pc:docMk/>
            <pc:sldMk cId="1823851355" sldId="271"/>
            <ac:spMk id="9" creationId="{1441B98B-6E41-475D-97DA-426952893D68}"/>
          </ac:spMkLst>
        </pc:spChg>
        <pc:spChg chg="add">
          <ac:chgData name="Zarin Tasnim Nuzhat (2510148)" userId="c4307577-ffbc-4d4d-a52b-8ce427bd49f2" providerId="ADAL" clId="{D5C40136-FA73-47E0-B001-06B293272B75}" dt="2025-12-01T13:48:12.103" v="194" actId="26606"/>
          <ac:spMkLst>
            <pc:docMk/>
            <pc:sldMk cId="1823851355" sldId="271"/>
            <ac:spMk id="11" creationId="{8E479B5C-2CB5-4B9A-901A-FB1FE2E35EDD}"/>
          </ac:spMkLst>
        </pc:spChg>
        <pc:graphicFrameChg chg="add">
          <ac:chgData name="Zarin Tasnim Nuzhat (2510148)" userId="c4307577-ffbc-4d4d-a52b-8ce427bd49f2" providerId="ADAL" clId="{D5C40136-FA73-47E0-B001-06B293272B75}" dt="2025-12-01T13:48:12.103" v="194" actId="26606"/>
          <ac:graphicFrameMkLst>
            <pc:docMk/>
            <pc:sldMk cId="1823851355" sldId="271"/>
            <ac:graphicFrameMk id="5" creationId="{45022C38-DBB0-D5DF-277D-C45D0C14B3CF}"/>
          </ac:graphicFrameMkLst>
        </pc:graphicFrameChg>
      </pc:sldChg>
      <pc:sldChg chg="delSp modSp new del mod modClrScheme chgLayout">
        <pc:chgData name="Zarin Tasnim Nuzhat (2510148)" userId="c4307577-ffbc-4d4d-a52b-8ce427bd49f2" providerId="ADAL" clId="{D5C40136-FA73-47E0-B001-06B293272B75}" dt="2025-12-01T13:50:36.105" v="198" actId="47"/>
        <pc:sldMkLst>
          <pc:docMk/>
          <pc:sldMk cId="1223950737" sldId="272"/>
        </pc:sldMkLst>
        <pc:spChg chg="mod ord">
          <ac:chgData name="Zarin Tasnim Nuzhat (2510148)" userId="c4307577-ffbc-4d4d-a52b-8ce427bd49f2" providerId="ADAL" clId="{D5C40136-FA73-47E0-B001-06B293272B75}" dt="2025-12-01T13:50:32.456" v="197" actId="700"/>
          <ac:spMkLst>
            <pc:docMk/>
            <pc:sldMk cId="1223950737" sldId="272"/>
            <ac:spMk id="2" creationId="{28D77BC7-D406-6E30-3165-FE7A364B715A}"/>
          </ac:spMkLst>
        </pc:spChg>
        <pc:spChg chg="del">
          <ac:chgData name="Zarin Tasnim Nuzhat (2510148)" userId="c4307577-ffbc-4d4d-a52b-8ce427bd49f2" providerId="ADAL" clId="{D5C40136-FA73-47E0-B001-06B293272B75}" dt="2025-12-01T13:50:32.456" v="197" actId="700"/>
          <ac:spMkLst>
            <pc:docMk/>
            <pc:sldMk cId="1223950737" sldId="272"/>
            <ac:spMk id="3" creationId="{F5A2A7D6-8537-F6D7-2A5D-8BA3F101DEC8}"/>
          </ac:spMkLst>
        </pc:spChg>
      </pc:sldChg>
      <pc:sldChg chg="addSp delSp modSp new mod setBg modClrScheme chgLayout">
        <pc:chgData name="Zarin Tasnim Nuzhat (2510148)" userId="c4307577-ffbc-4d4d-a52b-8ce427bd49f2" providerId="ADAL" clId="{D5C40136-FA73-47E0-B001-06B293272B75}" dt="2025-12-01T13:53:25.376" v="217" actId="26606"/>
        <pc:sldMkLst>
          <pc:docMk/>
          <pc:sldMk cId="2126475575" sldId="272"/>
        </pc:sldMkLst>
        <pc:spChg chg="del">
          <ac:chgData name="Zarin Tasnim Nuzhat (2510148)" userId="c4307577-ffbc-4d4d-a52b-8ce427bd49f2" providerId="ADAL" clId="{D5C40136-FA73-47E0-B001-06B293272B75}" dt="2025-12-01T13:50:52.710" v="202" actId="700"/>
          <ac:spMkLst>
            <pc:docMk/>
            <pc:sldMk cId="2126475575" sldId="272"/>
            <ac:spMk id="2" creationId="{1EA53A05-CF8F-513D-C0F9-81489EC3B2B0}"/>
          </ac:spMkLst>
        </pc:spChg>
        <pc:spChg chg="del">
          <ac:chgData name="Zarin Tasnim Nuzhat (2510148)" userId="c4307577-ffbc-4d4d-a52b-8ce427bd49f2" providerId="ADAL" clId="{D5C40136-FA73-47E0-B001-06B293272B75}" dt="2025-12-01T13:50:52.710" v="202" actId="700"/>
          <ac:spMkLst>
            <pc:docMk/>
            <pc:sldMk cId="2126475575" sldId="272"/>
            <ac:spMk id="3" creationId="{B8FF803C-6482-DD74-AE9E-A6034AC14ABF}"/>
          </ac:spMkLst>
        </pc:spChg>
        <pc:spChg chg="add mod">
          <ac:chgData name="Zarin Tasnim Nuzhat (2510148)" userId="c4307577-ffbc-4d4d-a52b-8ce427bd49f2" providerId="ADAL" clId="{D5C40136-FA73-47E0-B001-06B293272B75}" dt="2025-12-01T13:53:25.376" v="217" actId="26606"/>
          <ac:spMkLst>
            <pc:docMk/>
            <pc:sldMk cId="2126475575" sldId="272"/>
            <ac:spMk id="5" creationId="{6F6E1D8C-1D2B-C1AA-1FF1-213DBEC787C0}"/>
          </ac:spMkLst>
        </pc:spChg>
        <pc:spChg chg="add">
          <ac:chgData name="Zarin Tasnim Nuzhat (2510148)" userId="c4307577-ffbc-4d4d-a52b-8ce427bd49f2" providerId="ADAL" clId="{D5C40136-FA73-47E0-B001-06B293272B75}" dt="2025-12-01T13:53:25.376" v="217" actId="26606"/>
          <ac:spMkLst>
            <pc:docMk/>
            <pc:sldMk cId="2126475575" sldId="272"/>
            <ac:spMk id="11" creationId="{A512846D-642B-42C7-A845-0CD48A66EBE4}"/>
          </ac:spMkLst>
        </pc:spChg>
        <pc:spChg chg="add">
          <ac:chgData name="Zarin Tasnim Nuzhat (2510148)" userId="c4307577-ffbc-4d4d-a52b-8ce427bd49f2" providerId="ADAL" clId="{D5C40136-FA73-47E0-B001-06B293272B75}" dt="2025-12-01T13:53:25.376" v="217" actId="26606"/>
          <ac:spMkLst>
            <pc:docMk/>
            <pc:sldMk cId="2126475575" sldId="272"/>
            <ac:spMk id="13" creationId="{BAB2FD73-A423-4565-92F6-B7ACCF9B9606}"/>
          </ac:spMkLst>
        </pc:spChg>
        <pc:picChg chg="add">
          <ac:chgData name="Zarin Tasnim Nuzhat (2510148)" userId="c4307577-ffbc-4d4d-a52b-8ce427bd49f2" providerId="ADAL" clId="{D5C40136-FA73-47E0-B001-06B293272B75}" dt="2025-12-01T13:53:25.376" v="217" actId="26606"/>
          <ac:picMkLst>
            <pc:docMk/>
            <pc:sldMk cId="2126475575" sldId="272"/>
            <ac:picMk id="7" creationId="{B88C723C-B919-26BD-D789-D617CA6E9125}"/>
          </ac:picMkLst>
        </pc:picChg>
      </pc:sldChg>
      <pc:sldChg chg="addSp delSp modSp new mod setBg">
        <pc:chgData name="Zarin Tasnim Nuzhat (2510148)" userId="c4307577-ffbc-4d4d-a52b-8ce427bd49f2" providerId="ADAL" clId="{D5C40136-FA73-47E0-B001-06B293272B75}" dt="2025-12-02T08:12:34.418" v="395" actId="20577"/>
        <pc:sldMkLst>
          <pc:docMk/>
          <pc:sldMk cId="1005490299" sldId="273"/>
        </pc:sldMkLst>
        <pc:spChg chg="mod">
          <ac:chgData name="Zarin Tasnim Nuzhat (2510148)" userId="c4307577-ffbc-4d4d-a52b-8ce427bd49f2" providerId="ADAL" clId="{D5C40136-FA73-47E0-B001-06B293272B75}" dt="2025-12-01T14:35:12.645" v="303" actId="26606"/>
          <ac:spMkLst>
            <pc:docMk/>
            <pc:sldMk cId="1005490299" sldId="273"/>
            <ac:spMk id="2" creationId="{32FB1C10-06EB-6C73-7014-19FD34CC64E0}"/>
          </ac:spMkLst>
        </pc:spChg>
        <pc:spChg chg="del">
          <ac:chgData name="Zarin Tasnim Nuzhat (2510148)" userId="c4307577-ffbc-4d4d-a52b-8ce427bd49f2" providerId="ADAL" clId="{D5C40136-FA73-47E0-B001-06B293272B75}" dt="2025-12-01T14:31:05.859" v="263"/>
          <ac:spMkLst>
            <pc:docMk/>
            <pc:sldMk cId="1005490299" sldId="273"/>
            <ac:spMk id="3" creationId="{9A0FA0C0-E24C-438A-3174-DD45FE2A8B8C}"/>
          </ac:spMkLst>
        </pc:spChg>
        <pc:spChg chg="add mod">
          <ac:chgData name="Zarin Tasnim Nuzhat (2510148)" userId="c4307577-ffbc-4d4d-a52b-8ce427bd49f2" providerId="ADAL" clId="{D5C40136-FA73-47E0-B001-06B293272B75}" dt="2025-12-02T08:12:34.418" v="395" actId="20577"/>
          <ac:spMkLst>
            <pc:docMk/>
            <pc:sldMk cId="1005490299" sldId="273"/>
            <ac:spMk id="4" creationId="{02BD09DD-1DF0-D850-CED4-FE128FC364C7}"/>
          </ac:spMkLst>
        </pc:spChg>
        <pc:spChg chg="add">
          <ac:chgData name="Zarin Tasnim Nuzhat (2510148)" userId="c4307577-ffbc-4d4d-a52b-8ce427bd49f2" providerId="ADAL" clId="{D5C40136-FA73-47E0-B001-06B293272B75}" dt="2025-12-01T14:35:12.645" v="303" actId="26606"/>
          <ac:spMkLst>
            <pc:docMk/>
            <pc:sldMk cId="1005490299" sldId="273"/>
            <ac:spMk id="11" creationId="{9D87A528-940B-4DB3-9366-57FFE5E22CC8}"/>
          </ac:spMkLst>
        </pc:spChg>
        <pc:spChg chg="add">
          <ac:chgData name="Zarin Tasnim Nuzhat (2510148)" userId="c4307577-ffbc-4d4d-a52b-8ce427bd49f2" providerId="ADAL" clId="{D5C40136-FA73-47E0-B001-06B293272B75}" dt="2025-12-01T14:35:12.645" v="303" actId="26606"/>
          <ac:spMkLst>
            <pc:docMk/>
            <pc:sldMk cId="1005490299" sldId="273"/>
            <ac:spMk id="13" creationId="{96C4E5C2-E64B-4326-B50A-38BAAECD11EF}"/>
          </ac:spMkLst>
        </pc:spChg>
        <pc:spChg chg="add">
          <ac:chgData name="Zarin Tasnim Nuzhat (2510148)" userId="c4307577-ffbc-4d4d-a52b-8ce427bd49f2" providerId="ADAL" clId="{D5C40136-FA73-47E0-B001-06B293272B75}" dt="2025-12-01T14:35:12.645" v="303" actId="26606"/>
          <ac:spMkLst>
            <pc:docMk/>
            <pc:sldMk cId="1005490299" sldId="273"/>
            <ac:spMk id="15" creationId="{C5D5E9CC-2294-46D1-89D0-F8C6FA5C41DC}"/>
          </ac:spMkLst>
        </pc:spChg>
        <pc:spChg chg="add">
          <ac:chgData name="Zarin Tasnim Nuzhat (2510148)" userId="c4307577-ffbc-4d4d-a52b-8ce427bd49f2" providerId="ADAL" clId="{D5C40136-FA73-47E0-B001-06B293272B75}" dt="2025-12-01T14:35:12.645" v="303" actId="26606"/>
          <ac:spMkLst>
            <pc:docMk/>
            <pc:sldMk cId="1005490299" sldId="273"/>
            <ac:spMk id="17" creationId="{5BABD217-EF3C-4AF3-9C20-A6619D211F53}"/>
          </ac:spMkLst>
        </pc:spChg>
        <pc:picChg chg="add">
          <ac:chgData name="Zarin Tasnim Nuzhat (2510148)" userId="c4307577-ffbc-4d4d-a52b-8ce427bd49f2" providerId="ADAL" clId="{D5C40136-FA73-47E0-B001-06B293272B75}" dt="2025-12-01T14:35:12.645" v="303" actId="26606"/>
          <ac:picMkLst>
            <pc:docMk/>
            <pc:sldMk cId="1005490299" sldId="273"/>
            <ac:picMk id="8" creationId="{4E6C4693-A9F1-335B-28F8-08A961B08252}"/>
          </ac:picMkLst>
        </pc:picChg>
      </pc:sldChg>
      <pc:sldChg chg="new del">
        <pc:chgData name="Zarin Tasnim Nuzhat (2510148)" userId="c4307577-ffbc-4d4d-a52b-8ce427bd49f2" providerId="ADAL" clId="{D5C40136-FA73-47E0-B001-06B293272B75}" dt="2025-12-01T13:50:47.961" v="201" actId="47"/>
        <pc:sldMkLst>
          <pc:docMk/>
          <pc:sldMk cId="2952601676" sldId="273"/>
        </pc:sldMkLst>
      </pc:sldChg>
      <pc:sldChg chg="addSp delSp modSp new mod setBg modClrScheme chgLayout">
        <pc:chgData name="Zarin Tasnim Nuzhat (2510148)" userId="c4307577-ffbc-4d4d-a52b-8ce427bd49f2" providerId="ADAL" clId="{D5C40136-FA73-47E0-B001-06B293272B75}" dt="2025-12-01T13:55:56.962" v="222" actId="26606"/>
        <pc:sldMkLst>
          <pc:docMk/>
          <pc:sldMk cId="2686479400" sldId="274"/>
        </pc:sldMkLst>
        <pc:spChg chg="del">
          <ac:chgData name="Zarin Tasnim Nuzhat (2510148)" userId="c4307577-ffbc-4d4d-a52b-8ce427bd49f2" providerId="ADAL" clId="{D5C40136-FA73-47E0-B001-06B293272B75}" dt="2025-12-01T13:55:50.767" v="220" actId="700"/>
          <ac:spMkLst>
            <pc:docMk/>
            <pc:sldMk cId="2686479400" sldId="274"/>
            <ac:spMk id="2" creationId="{C1129BE7-C1F6-CD80-3EF8-33E9D2D33C91}"/>
          </ac:spMkLst>
        </pc:spChg>
        <pc:spChg chg="del">
          <ac:chgData name="Zarin Tasnim Nuzhat (2510148)" userId="c4307577-ffbc-4d4d-a52b-8ce427bd49f2" providerId="ADAL" clId="{D5C40136-FA73-47E0-B001-06B293272B75}" dt="2025-12-01T13:55:50.767" v="220" actId="700"/>
          <ac:spMkLst>
            <pc:docMk/>
            <pc:sldMk cId="2686479400" sldId="274"/>
            <ac:spMk id="3" creationId="{A2388953-0136-4706-EF4F-F2F79A6D6262}"/>
          </ac:spMkLst>
        </pc:spChg>
        <pc:spChg chg="add">
          <ac:chgData name="Zarin Tasnim Nuzhat (2510148)" userId="c4307577-ffbc-4d4d-a52b-8ce427bd49f2" providerId="ADAL" clId="{D5C40136-FA73-47E0-B001-06B293272B75}" dt="2025-12-01T13:55:56.962" v="222" actId="26606"/>
          <ac:spMkLst>
            <pc:docMk/>
            <pc:sldMk cId="2686479400" sldId="274"/>
            <ac:spMk id="10" creationId="{5008198D-FCF3-41E4-A622-7191D7174A3D}"/>
          </ac:spMkLst>
        </pc:spChg>
        <pc:picChg chg="add mod">
          <ac:chgData name="Zarin Tasnim Nuzhat (2510148)" userId="c4307577-ffbc-4d4d-a52b-8ce427bd49f2" providerId="ADAL" clId="{D5C40136-FA73-47E0-B001-06B293272B75}" dt="2025-12-01T13:55:56.962" v="222" actId="26606"/>
          <ac:picMkLst>
            <pc:docMk/>
            <pc:sldMk cId="2686479400" sldId="274"/>
            <ac:picMk id="5" creationId="{B3A79B99-2770-CD54-F13F-1DDE8628B09F}"/>
          </ac:picMkLst>
        </pc:picChg>
      </pc:sldChg>
      <pc:sldChg chg="addSp modSp new mod setBg modClrScheme chgLayout">
        <pc:chgData name="Zarin Tasnim Nuzhat (2510148)" userId="c4307577-ffbc-4d4d-a52b-8ce427bd49f2" providerId="ADAL" clId="{D5C40136-FA73-47E0-B001-06B293272B75}" dt="2025-12-01T14:24:38.494" v="262" actId="5793"/>
        <pc:sldMkLst>
          <pc:docMk/>
          <pc:sldMk cId="4167336452" sldId="275"/>
        </pc:sldMkLst>
        <pc:spChg chg="add mod">
          <ac:chgData name="Zarin Tasnim Nuzhat (2510148)" userId="c4307577-ffbc-4d4d-a52b-8ce427bd49f2" providerId="ADAL" clId="{D5C40136-FA73-47E0-B001-06B293272B75}" dt="2025-12-01T14:21:55.530" v="242" actId="1076"/>
          <ac:spMkLst>
            <pc:docMk/>
            <pc:sldMk cId="4167336452" sldId="275"/>
            <ac:spMk id="2" creationId="{9A00346B-CBB1-B5C5-74CA-5D8A60DC035E}"/>
          </ac:spMkLst>
        </pc:spChg>
        <pc:spChg chg="add mod">
          <ac:chgData name="Zarin Tasnim Nuzhat (2510148)" userId="c4307577-ffbc-4d4d-a52b-8ce427bd49f2" providerId="ADAL" clId="{D5C40136-FA73-47E0-B001-06B293272B75}" dt="2025-12-01T14:24:38.494" v="262" actId="5793"/>
          <ac:spMkLst>
            <pc:docMk/>
            <pc:sldMk cId="4167336452" sldId="275"/>
            <ac:spMk id="3" creationId="{2E61D410-FA21-53C4-123E-EA1506A8693E}"/>
          </ac:spMkLst>
        </pc:spChg>
        <pc:spChg chg="add">
          <ac:chgData name="Zarin Tasnim Nuzhat (2510148)" userId="c4307577-ffbc-4d4d-a52b-8ce427bd49f2" providerId="ADAL" clId="{D5C40136-FA73-47E0-B001-06B293272B75}" dt="2025-12-01T14:20:56.648" v="239" actId="26606"/>
          <ac:spMkLst>
            <pc:docMk/>
            <pc:sldMk cId="4167336452" sldId="275"/>
            <ac:spMk id="9" creationId="{C5D27EB0-8BE0-48A7-8570-9A138605F2BA}"/>
          </ac:spMkLst>
        </pc:spChg>
        <pc:spChg chg="add">
          <ac:chgData name="Zarin Tasnim Nuzhat (2510148)" userId="c4307577-ffbc-4d4d-a52b-8ce427bd49f2" providerId="ADAL" clId="{D5C40136-FA73-47E0-B001-06B293272B75}" dt="2025-12-01T14:20:56.648" v="239" actId="26606"/>
          <ac:spMkLst>
            <pc:docMk/>
            <pc:sldMk cId="4167336452" sldId="275"/>
            <ac:spMk id="11" creationId="{E7A55D5B-D482-4672-82D9-7C01DF001A49}"/>
          </ac:spMkLst>
        </pc:spChg>
        <pc:spChg chg="add">
          <ac:chgData name="Zarin Tasnim Nuzhat (2510148)" userId="c4307577-ffbc-4d4d-a52b-8ce427bd49f2" providerId="ADAL" clId="{D5C40136-FA73-47E0-B001-06B293272B75}" dt="2025-12-01T14:20:56.648" v="239" actId="26606"/>
          <ac:spMkLst>
            <pc:docMk/>
            <pc:sldMk cId="4167336452" sldId="275"/>
            <ac:spMk id="13" creationId="{20405D95-2138-40A6-A919-9C9EB54B5AE4}"/>
          </ac:spMkLst>
        </pc:spChg>
        <pc:picChg chg="add mod">
          <ac:chgData name="Zarin Tasnim Nuzhat (2510148)" userId="c4307577-ffbc-4d4d-a52b-8ce427bd49f2" providerId="ADAL" clId="{D5C40136-FA73-47E0-B001-06B293272B75}" dt="2025-12-01T14:21:45.482" v="241" actId="1076"/>
          <ac:picMkLst>
            <pc:docMk/>
            <pc:sldMk cId="4167336452" sldId="275"/>
            <ac:picMk id="5" creationId="{16C853BD-25B8-3010-2514-BD15DCAF74E2}"/>
          </ac:picMkLst>
        </pc:picChg>
      </pc:sldChg>
      <pc:sldChg chg="addSp modSp new mod setBg">
        <pc:chgData name="Zarin Tasnim Nuzhat (2510148)" userId="c4307577-ffbc-4d4d-a52b-8ce427bd49f2" providerId="ADAL" clId="{D5C40136-FA73-47E0-B001-06B293272B75}" dt="2025-12-01T14:04:56.259" v="226" actId="26606"/>
        <pc:sldMkLst>
          <pc:docMk/>
          <pc:sldMk cId="2886498837" sldId="276"/>
        </pc:sldMkLst>
        <pc:spChg chg="add">
          <ac:chgData name="Zarin Tasnim Nuzhat (2510148)" userId="c4307577-ffbc-4d4d-a52b-8ce427bd49f2" providerId="ADAL" clId="{D5C40136-FA73-47E0-B001-06B293272B75}" dt="2025-12-01T14:04:56.259" v="226" actId="26606"/>
          <ac:spMkLst>
            <pc:docMk/>
            <pc:sldMk cId="2886498837" sldId="276"/>
            <ac:spMk id="8" creationId="{5008198D-FCF3-41E4-A622-7191D7174A3D}"/>
          </ac:spMkLst>
        </pc:spChg>
        <pc:picChg chg="add mod">
          <ac:chgData name="Zarin Tasnim Nuzhat (2510148)" userId="c4307577-ffbc-4d4d-a52b-8ce427bd49f2" providerId="ADAL" clId="{D5C40136-FA73-47E0-B001-06B293272B75}" dt="2025-12-01T14:04:56.259" v="226" actId="26606"/>
          <ac:picMkLst>
            <pc:docMk/>
            <pc:sldMk cId="2886498837" sldId="276"/>
            <ac:picMk id="3" creationId="{8441E98C-9717-C81D-D0EC-DBF31278170D}"/>
          </ac:picMkLst>
        </pc:picChg>
      </pc:sldChg>
      <pc:sldChg chg="addSp modSp new mod setBg">
        <pc:chgData name="Zarin Tasnim Nuzhat (2510148)" userId="c4307577-ffbc-4d4d-a52b-8ce427bd49f2" providerId="ADAL" clId="{D5C40136-FA73-47E0-B001-06B293272B75}" dt="2025-12-01T14:07:51.737" v="229" actId="26606"/>
        <pc:sldMkLst>
          <pc:docMk/>
          <pc:sldMk cId="3981243400" sldId="277"/>
        </pc:sldMkLst>
        <pc:spChg chg="add">
          <ac:chgData name="Zarin Tasnim Nuzhat (2510148)" userId="c4307577-ffbc-4d4d-a52b-8ce427bd49f2" providerId="ADAL" clId="{D5C40136-FA73-47E0-B001-06B293272B75}" dt="2025-12-01T14:07:51.737" v="229" actId="26606"/>
          <ac:spMkLst>
            <pc:docMk/>
            <pc:sldMk cId="3981243400" sldId="277"/>
            <ac:spMk id="8" creationId="{5008198D-FCF3-41E4-A622-7191D7174A3D}"/>
          </ac:spMkLst>
        </pc:spChg>
        <pc:picChg chg="add mod">
          <ac:chgData name="Zarin Tasnim Nuzhat (2510148)" userId="c4307577-ffbc-4d4d-a52b-8ce427bd49f2" providerId="ADAL" clId="{D5C40136-FA73-47E0-B001-06B293272B75}" dt="2025-12-01T14:07:51.737" v="229" actId="26606"/>
          <ac:picMkLst>
            <pc:docMk/>
            <pc:sldMk cId="3981243400" sldId="277"/>
            <ac:picMk id="3" creationId="{64791CA4-87AF-64DF-25B2-6368FE0390DB}"/>
          </ac:picMkLst>
        </pc:picChg>
      </pc:sldChg>
      <pc:sldChg chg="addSp modSp new mod setBg">
        <pc:chgData name="Zarin Tasnim Nuzhat (2510148)" userId="c4307577-ffbc-4d4d-a52b-8ce427bd49f2" providerId="ADAL" clId="{D5C40136-FA73-47E0-B001-06B293272B75}" dt="2025-12-01T14:12:32.810" v="232" actId="26606"/>
        <pc:sldMkLst>
          <pc:docMk/>
          <pc:sldMk cId="984715090" sldId="278"/>
        </pc:sldMkLst>
        <pc:spChg chg="add">
          <ac:chgData name="Zarin Tasnim Nuzhat (2510148)" userId="c4307577-ffbc-4d4d-a52b-8ce427bd49f2" providerId="ADAL" clId="{D5C40136-FA73-47E0-B001-06B293272B75}" dt="2025-12-01T14:12:32.810" v="232" actId="26606"/>
          <ac:spMkLst>
            <pc:docMk/>
            <pc:sldMk cId="984715090" sldId="278"/>
            <ac:spMk id="8" creationId="{5008198D-FCF3-41E4-A622-7191D7174A3D}"/>
          </ac:spMkLst>
        </pc:spChg>
        <pc:picChg chg="add mod">
          <ac:chgData name="Zarin Tasnim Nuzhat (2510148)" userId="c4307577-ffbc-4d4d-a52b-8ce427bd49f2" providerId="ADAL" clId="{D5C40136-FA73-47E0-B001-06B293272B75}" dt="2025-12-01T14:12:32.810" v="232" actId="26606"/>
          <ac:picMkLst>
            <pc:docMk/>
            <pc:sldMk cId="984715090" sldId="278"/>
            <ac:picMk id="3" creationId="{818AF55F-8C50-0201-885B-C8326C64FF5B}"/>
          </ac:picMkLst>
        </pc:picChg>
      </pc:sldChg>
    </pc:docChg>
  </pc:docChgLst>
  <pc:docChgLst>
    <pc:chgData name="Zarin Tasnim Nuzhat (2510148)" userId="c4307577-ffbc-4d4d-a52b-8ce427bd49f2" providerId="ADAL" clId="{DA43BC3E-EB17-4682-92E9-564FDD772ADB}"/>
    <pc:docChg chg="modSld sldOrd">
      <pc:chgData name="Zarin Tasnim Nuzhat (2510148)" userId="c4307577-ffbc-4d4d-a52b-8ce427bd49f2" providerId="ADAL" clId="{DA43BC3E-EB17-4682-92E9-564FDD772ADB}" dt="2025-12-02T15:42:17.705" v="1"/>
      <pc:docMkLst>
        <pc:docMk/>
      </pc:docMkLst>
      <pc:sldChg chg="ord">
        <pc:chgData name="Zarin Tasnim Nuzhat (2510148)" userId="c4307577-ffbc-4d4d-a52b-8ce427bd49f2" providerId="ADAL" clId="{DA43BC3E-EB17-4682-92E9-564FDD772ADB}" dt="2025-12-02T15:42:17.705" v="1"/>
        <pc:sldMkLst>
          <pc:docMk/>
          <pc:sldMk cId="4219433499" sldId="264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hyperlink" Target="https://freepngimg.com/png/26754-ms-powerpoint-transparent-background" TargetMode="External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hyperlink" Target="https://wsparrow.blogspot.com/2018/02/how-to-create-quiz-using-python.html" TargetMode="External"/><Relationship Id="rId1" Type="http://schemas.openxmlformats.org/officeDocument/2006/relationships/image" Target="../media/image6.jpeg"/><Relationship Id="rId6" Type="http://schemas.openxmlformats.org/officeDocument/2006/relationships/hyperlink" Target="https://peakup.org/power-bi-en/" TargetMode="External"/><Relationship Id="rId5" Type="http://schemas.openxmlformats.org/officeDocument/2006/relationships/image" Target="../media/image8.jpeg"/><Relationship Id="rId10" Type="http://schemas.openxmlformats.org/officeDocument/2006/relationships/hyperlink" Target="https://www.flickr.com/photos/gdsteam/16914981001" TargetMode="External"/><Relationship Id="rId4" Type="http://schemas.openxmlformats.org/officeDocument/2006/relationships/hyperlink" Target="https://goday.net/software/462.html" TargetMode="External"/><Relationship Id="rId9" Type="http://schemas.openxmlformats.org/officeDocument/2006/relationships/image" Target="../media/image10.jpe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10" Type="http://schemas.openxmlformats.org/officeDocument/2006/relationships/image" Target="../media/image36.svg"/><Relationship Id="rId4" Type="http://schemas.openxmlformats.org/officeDocument/2006/relationships/image" Target="../media/image30.svg"/><Relationship Id="rId9" Type="http://schemas.openxmlformats.org/officeDocument/2006/relationships/image" Target="../media/image35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hyperlink" Target="https://freepngimg.com/png/26754-ms-powerpoint-transparent-background" TargetMode="External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hyperlink" Target="https://wsparrow.blogspot.com/2018/02/how-to-create-quiz-using-python.html" TargetMode="External"/><Relationship Id="rId1" Type="http://schemas.openxmlformats.org/officeDocument/2006/relationships/image" Target="../media/image6.jpeg"/><Relationship Id="rId6" Type="http://schemas.openxmlformats.org/officeDocument/2006/relationships/hyperlink" Target="https://peakup.org/power-bi-en/" TargetMode="External"/><Relationship Id="rId5" Type="http://schemas.openxmlformats.org/officeDocument/2006/relationships/image" Target="../media/image8.jpeg"/><Relationship Id="rId10" Type="http://schemas.openxmlformats.org/officeDocument/2006/relationships/hyperlink" Target="https://www.flickr.com/photos/gdsteam/16914981001" TargetMode="External"/><Relationship Id="rId4" Type="http://schemas.openxmlformats.org/officeDocument/2006/relationships/hyperlink" Target="https://goday.net/software/462.html" TargetMode="External"/><Relationship Id="rId9" Type="http://schemas.openxmlformats.org/officeDocument/2006/relationships/image" Target="../media/image10.jpe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10" Type="http://schemas.openxmlformats.org/officeDocument/2006/relationships/image" Target="../media/image36.svg"/><Relationship Id="rId4" Type="http://schemas.openxmlformats.org/officeDocument/2006/relationships/image" Target="../media/image30.svg"/><Relationship Id="rId9" Type="http://schemas.openxmlformats.org/officeDocument/2006/relationships/image" Target="../media/image3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4F02A7-A05B-4614-808D-D8327103A864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8214484-2A29-4BA8-9653-2ABD7D6D6ED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1" i="0" baseline="0"/>
            <a:t>Python (pandas)</a:t>
          </a:r>
          <a:r>
            <a:rPr lang="en-US" sz="1400" b="0" i="0" baseline="0"/>
            <a:t> — Data cleaning and transformation</a:t>
          </a:r>
          <a:endParaRPr lang="en-US" sz="1400"/>
        </a:p>
      </dgm:t>
    </dgm:pt>
    <dgm:pt modelId="{2ADB9D19-0494-4A10-A732-F7B830C264A5}" type="parTrans" cxnId="{29D47CD3-347D-4098-BDB9-7965C4326C46}">
      <dgm:prSet/>
      <dgm:spPr/>
      <dgm:t>
        <a:bodyPr/>
        <a:lstStyle/>
        <a:p>
          <a:endParaRPr lang="en-US"/>
        </a:p>
      </dgm:t>
    </dgm:pt>
    <dgm:pt modelId="{5F63DC34-F5F3-4941-9B83-62BE9BCB7F56}" type="sibTrans" cxnId="{29D47CD3-347D-4098-BDB9-7965C4326C46}">
      <dgm:prSet/>
      <dgm:spPr/>
      <dgm:t>
        <a:bodyPr/>
        <a:lstStyle/>
        <a:p>
          <a:endParaRPr lang="en-US"/>
        </a:p>
      </dgm:t>
    </dgm:pt>
    <dgm:pt modelId="{3C9B3661-FB43-490E-B48A-048C82D648B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Visual Studio Code</a:t>
          </a:r>
          <a:r>
            <a:rPr lang="en-US" b="0" i="0" baseline="0"/>
            <a:t> — Integrated development environment</a:t>
          </a:r>
          <a:endParaRPr lang="en-US"/>
        </a:p>
      </dgm:t>
    </dgm:pt>
    <dgm:pt modelId="{AC099136-CF94-43F1-867A-5AC839896210}" type="parTrans" cxnId="{AE06D59A-6638-4BDD-9BEF-5B115AE89CA3}">
      <dgm:prSet/>
      <dgm:spPr/>
      <dgm:t>
        <a:bodyPr/>
        <a:lstStyle/>
        <a:p>
          <a:endParaRPr lang="en-US"/>
        </a:p>
      </dgm:t>
    </dgm:pt>
    <dgm:pt modelId="{F841BBAF-7542-45A5-A390-3D65A4C399E5}" type="sibTrans" cxnId="{AE06D59A-6638-4BDD-9BEF-5B115AE89CA3}">
      <dgm:prSet/>
      <dgm:spPr/>
      <dgm:t>
        <a:bodyPr/>
        <a:lstStyle/>
        <a:p>
          <a:endParaRPr lang="en-US"/>
        </a:p>
      </dgm:t>
    </dgm:pt>
    <dgm:pt modelId="{E934054E-8803-444F-925F-61633CDA4BD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Power BI Desktop</a:t>
          </a:r>
          <a:r>
            <a:rPr lang="en-US" b="0" i="0" baseline="0"/>
            <a:t> — Interactive visualisation and insight generation</a:t>
          </a:r>
          <a:endParaRPr lang="en-US"/>
        </a:p>
      </dgm:t>
    </dgm:pt>
    <dgm:pt modelId="{70767DE1-7336-4CD3-9B40-9B3F88D29FAA}" type="parTrans" cxnId="{825E2C03-E34B-47B3-BD14-930C127246F2}">
      <dgm:prSet/>
      <dgm:spPr/>
      <dgm:t>
        <a:bodyPr/>
        <a:lstStyle/>
        <a:p>
          <a:endParaRPr lang="en-US"/>
        </a:p>
      </dgm:t>
    </dgm:pt>
    <dgm:pt modelId="{25B07DD2-D8F5-4692-A6AC-C115F792BFC6}" type="sibTrans" cxnId="{825E2C03-E34B-47B3-BD14-930C127246F2}">
      <dgm:prSet/>
      <dgm:spPr/>
      <dgm:t>
        <a:bodyPr/>
        <a:lstStyle/>
        <a:p>
          <a:endParaRPr lang="en-US"/>
        </a:p>
      </dgm:t>
    </dgm:pt>
    <dgm:pt modelId="{C506A6C7-8A51-4D7E-8239-DB66CA4D0F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Microsoft PowerPoint</a:t>
          </a:r>
          <a:r>
            <a:rPr lang="en-US" b="0" i="0" baseline="0"/>
            <a:t> — Final presentation creation</a:t>
          </a:r>
          <a:endParaRPr lang="en-US"/>
        </a:p>
      </dgm:t>
    </dgm:pt>
    <dgm:pt modelId="{668005EE-D86A-4BE0-BD05-1A1D4BB3C986}" type="parTrans" cxnId="{189DED07-7038-471D-BB61-41B818A796D4}">
      <dgm:prSet/>
      <dgm:spPr/>
      <dgm:t>
        <a:bodyPr/>
        <a:lstStyle/>
        <a:p>
          <a:endParaRPr lang="en-US"/>
        </a:p>
      </dgm:t>
    </dgm:pt>
    <dgm:pt modelId="{18DFC7C5-509B-45D5-A03F-01A84CDC6D23}" type="sibTrans" cxnId="{189DED07-7038-471D-BB61-41B818A796D4}">
      <dgm:prSet/>
      <dgm:spPr/>
      <dgm:t>
        <a:bodyPr/>
        <a:lstStyle/>
        <a:p>
          <a:endParaRPr lang="en-US"/>
        </a:p>
      </dgm:t>
    </dgm:pt>
    <dgm:pt modelId="{2DF96668-0C8A-43B4-BB08-7388064DAED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Data.gov.uk</a:t>
          </a:r>
          <a:r>
            <a:rPr lang="en-US" b="0" i="0" baseline="0"/>
            <a:t> — Official UK government datasets</a:t>
          </a:r>
          <a:endParaRPr lang="en-US"/>
        </a:p>
      </dgm:t>
    </dgm:pt>
    <dgm:pt modelId="{7F93B2E7-8685-478F-9619-37E2DD3D7801}" type="parTrans" cxnId="{9E5333C0-E64A-4FFB-B43F-E83CAFDDF74E}">
      <dgm:prSet/>
      <dgm:spPr/>
      <dgm:t>
        <a:bodyPr/>
        <a:lstStyle/>
        <a:p>
          <a:endParaRPr lang="en-US"/>
        </a:p>
      </dgm:t>
    </dgm:pt>
    <dgm:pt modelId="{13342792-6A83-4E60-9D6A-63615C01FBA5}" type="sibTrans" cxnId="{9E5333C0-E64A-4FFB-B43F-E83CAFDDF74E}">
      <dgm:prSet/>
      <dgm:spPr/>
      <dgm:t>
        <a:bodyPr/>
        <a:lstStyle/>
        <a:p>
          <a:endParaRPr lang="en-US"/>
        </a:p>
      </dgm:t>
    </dgm:pt>
    <dgm:pt modelId="{7A76922C-A788-4CC7-B98F-A097254ECE6A}" type="pres">
      <dgm:prSet presAssocID="{714F02A7-A05B-4614-808D-D8327103A864}" presName="root" presStyleCnt="0">
        <dgm:presLayoutVars>
          <dgm:dir/>
          <dgm:resizeHandles val="exact"/>
        </dgm:presLayoutVars>
      </dgm:prSet>
      <dgm:spPr/>
    </dgm:pt>
    <dgm:pt modelId="{5033E872-8A1E-4802-B220-E9D81F536C8A}" type="pres">
      <dgm:prSet presAssocID="{88214484-2A29-4BA8-9653-2ABD7D6D6ED8}" presName="compNode" presStyleCnt="0"/>
      <dgm:spPr/>
    </dgm:pt>
    <dgm:pt modelId="{6AA184AB-1237-4677-A224-675A273C9EC5}" type="pres">
      <dgm:prSet presAssocID="{88214484-2A29-4BA8-9653-2ABD7D6D6ED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 l="-55000" r="-55000"/>
          </a:stretch>
        </a:blipFill>
      </dgm:spPr>
    </dgm:pt>
    <dgm:pt modelId="{15332E42-6192-423F-93CB-886A8E7790AB}" type="pres">
      <dgm:prSet presAssocID="{88214484-2A29-4BA8-9653-2ABD7D6D6ED8}" presName="spaceRect" presStyleCnt="0"/>
      <dgm:spPr/>
    </dgm:pt>
    <dgm:pt modelId="{E202FB26-13A7-409E-A779-F8814C951579}" type="pres">
      <dgm:prSet presAssocID="{88214484-2A29-4BA8-9653-2ABD7D6D6ED8}" presName="textRect" presStyleLbl="revTx" presStyleIdx="0" presStyleCnt="5">
        <dgm:presLayoutVars>
          <dgm:chMax val="1"/>
          <dgm:chPref val="1"/>
        </dgm:presLayoutVars>
      </dgm:prSet>
      <dgm:spPr/>
    </dgm:pt>
    <dgm:pt modelId="{38DC68AA-9F78-432D-AD02-A850E3F6F124}" type="pres">
      <dgm:prSet presAssocID="{5F63DC34-F5F3-4941-9B83-62BE9BCB7F56}" presName="sibTrans" presStyleCnt="0"/>
      <dgm:spPr/>
    </dgm:pt>
    <dgm:pt modelId="{4AB195F6-0B1B-49C0-B38F-0FE07B05C4B2}" type="pres">
      <dgm:prSet presAssocID="{3C9B3661-FB43-490E-B48A-048C82D648B7}" presName="compNode" presStyleCnt="0"/>
      <dgm:spPr/>
    </dgm:pt>
    <dgm:pt modelId="{DA1681C2-508A-493E-972D-75655278C0E5}" type="pres">
      <dgm:prSet presAssocID="{3C9B3661-FB43-490E-B48A-048C82D648B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t="-5000" b="-5000"/>
          </a:stretch>
        </a:blipFill>
      </dgm:spPr>
    </dgm:pt>
    <dgm:pt modelId="{D58E2ED7-E3EA-4A0F-ACCB-F36EC204275C}" type="pres">
      <dgm:prSet presAssocID="{3C9B3661-FB43-490E-B48A-048C82D648B7}" presName="spaceRect" presStyleCnt="0"/>
      <dgm:spPr/>
    </dgm:pt>
    <dgm:pt modelId="{C938F707-9096-4171-BD19-8C7FADA41655}" type="pres">
      <dgm:prSet presAssocID="{3C9B3661-FB43-490E-B48A-048C82D648B7}" presName="textRect" presStyleLbl="revTx" presStyleIdx="1" presStyleCnt="5">
        <dgm:presLayoutVars>
          <dgm:chMax val="1"/>
          <dgm:chPref val="1"/>
        </dgm:presLayoutVars>
      </dgm:prSet>
      <dgm:spPr/>
    </dgm:pt>
    <dgm:pt modelId="{B6BEC134-35FA-4FC3-A76F-7B6DD51791B4}" type="pres">
      <dgm:prSet presAssocID="{F841BBAF-7542-45A5-A390-3D65A4C399E5}" presName="sibTrans" presStyleCnt="0"/>
      <dgm:spPr/>
    </dgm:pt>
    <dgm:pt modelId="{453AC46D-E846-42BC-B5A3-CCE63F0CE6E6}" type="pres">
      <dgm:prSet presAssocID="{E934054E-8803-444F-925F-61633CDA4BDE}" presName="compNode" presStyleCnt="0"/>
      <dgm:spPr/>
    </dgm:pt>
    <dgm:pt modelId="{7D7775E2-F643-4823-81D9-F9D1784DBDE0}" type="pres">
      <dgm:prSet presAssocID="{E934054E-8803-444F-925F-61633CDA4BDE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rcRect/>
          <a:stretch>
            <a:fillRect l="-39000" r="-39000"/>
          </a:stretch>
        </a:blipFill>
      </dgm:spPr>
    </dgm:pt>
    <dgm:pt modelId="{868DCA2E-7AE5-4BAE-B66B-0C3EED88BB48}" type="pres">
      <dgm:prSet presAssocID="{E934054E-8803-444F-925F-61633CDA4BDE}" presName="spaceRect" presStyleCnt="0"/>
      <dgm:spPr/>
    </dgm:pt>
    <dgm:pt modelId="{827A30F6-2F14-4633-9360-FD3656E60AEE}" type="pres">
      <dgm:prSet presAssocID="{E934054E-8803-444F-925F-61633CDA4BDE}" presName="textRect" presStyleLbl="revTx" presStyleIdx="2" presStyleCnt="5">
        <dgm:presLayoutVars>
          <dgm:chMax val="1"/>
          <dgm:chPref val="1"/>
        </dgm:presLayoutVars>
      </dgm:prSet>
      <dgm:spPr/>
    </dgm:pt>
    <dgm:pt modelId="{DC183DE5-A708-42A0-AAA3-94D145F2A0CB}" type="pres">
      <dgm:prSet presAssocID="{25B07DD2-D8F5-4692-A6AC-C115F792BFC6}" presName="sibTrans" presStyleCnt="0"/>
      <dgm:spPr/>
    </dgm:pt>
    <dgm:pt modelId="{0218926D-31D5-45F7-B954-0B5AF707DD79}" type="pres">
      <dgm:prSet presAssocID="{C506A6C7-8A51-4D7E-8239-DB66CA4D0FFB}" presName="compNode" presStyleCnt="0"/>
      <dgm:spPr/>
    </dgm:pt>
    <dgm:pt modelId="{55E49DF7-62BE-4373-A58F-0CA706EF00BB}" type="pres">
      <dgm:prSet presAssocID="{C506A6C7-8A51-4D7E-8239-DB66CA4D0FF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837473B0-CC2E-450A-ABE3-18F120FF3D39}">
                <a1611:picAttrSrcUrl xmlns:a1611="http://schemas.microsoft.com/office/drawing/2016/11/main" r:id="rId8"/>
              </a:ext>
            </a:extLst>
          </a:blip>
          <a:srcRect/>
          <a:stretch>
            <a:fillRect/>
          </a:stretch>
        </a:blipFill>
      </dgm:spPr>
    </dgm:pt>
    <dgm:pt modelId="{1E21BB55-2234-4B8F-9F8C-2C23375B6E8E}" type="pres">
      <dgm:prSet presAssocID="{C506A6C7-8A51-4D7E-8239-DB66CA4D0FFB}" presName="spaceRect" presStyleCnt="0"/>
      <dgm:spPr/>
    </dgm:pt>
    <dgm:pt modelId="{52FC5E07-F7BE-40FE-9489-973C943D52F3}" type="pres">
      <dgm:prSet presAssocID="{C506A6C7-8A51-4D7E-8239-DB66CA4D0FFB}" presName="textRect" presStyleLbl="revTx" presStyleIdx="3" presStyleCnt="5">
        <dgm:presLayoutVars>
          <dgm:chMax val="1"/>
          <dgm:chPref val="1"/>
        </dgm:presLayoutVars>
      </dgm:prSet>
      <dgm:spPr/>
    </dgm:pt>
    <dgm:pt modelId="{7D88A032-99CC-45EB-BCA5-29700C006BD1}" type="pres">
      <dgm:prSet presAssocID="{18DFC7C5-509B-45D5-A03F-01A84CDC6D23}" presName="sibTrans" presStyleCnt="0"/>
      <dgm:spPr/>
    </dgm:pt>
    <dgm:pt modelId="{A3722B38-0BF5-48DA-B4BB-290A27B70277}" type="pres">
      <dgm:prSet presAssocID="{2DF96668-0C8A-43B4-BB08-7388064DAEDA}" presName="compNode" presStyleCnt="0"/>
      <dgm:spPr/>
    </dgm:pt>
    <dgm:pt modelId="{D1F7D4CB-401B-4639-933E-B6AC1A68CF2B}" type="pres">
      <dgm:prSet presAssocID="{2DF96668-0C8A-43B4-BB08-7388064DAED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837473B0-CC2E-450A-ABE3-18F120FF3D39}">
                <a1611:picAttrSrcUrl xmlns:a1611="http://schemas.microsoft.com/office/drawing/2016/11/main" r:id="rId10"/>
              </a:ext>
            </a:extLst>
          </a:blip>
          <a:srcRect/>
          <a:stretch>
            <a:fillRect l="-25000" r="-25000"/>
          </a:stretch>
        </a:blipFill>
      </dgm:spPr>
    </dgm:pt>
    <dgm:pt modelId="{D7DD1C30-1090-4B65-B44F-24BB1FC95E5E}" type="pres">
      <dgm:prSet presAssocID="{2DF96668-0C8A-43B4-BB08-7388064DAEDA}" presName="spaceRect" presStyleCnt="0"/>
      <dgm:spPr/>
    </dgm:pt>
    <dgm:pt modelId="{48397ACF-A9A2-4A86-B4EE-4AD3215DC3AA}" type="pres">
      <dgm:prSet presAssocID="{2DF96668-0C8A-43B4-BB08-7388064DAEDA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825E2C03-E34B-47B3-BD14-930C127246F2}" srcId="{714F02A7-A05B-4614-808D-D8327103A864}" destId="{E934054E-8803-444F-925F-61633CDA4BDE}" srcOrd="2" destOrd="0" parTransId="{70767DE1-7336-4CD3-9B40-9B3F88D29FAA}" sibTransId="{25B07DD2-D8F5-4692-A6AC-C115F792BFC6}"/>
    <dgm:cxn modelId="{189DED07-7038-471D-BB61-41B818A796D4}" srcId="{714F02A7-A05B-4614-808D-D8327103A864}" destId="{C506A6C7-8A51-4D7E-8239-DB66CA4D0FFB}" srcOrd="3" destOrd="0" parTransId="{668005EE-D86A-4BE0-BD05-1A1D4BB3C986}" sibTransId="{18DFC7C5-509B-45D5-A03F-01A84CDC6D23}"/>
    <dgm:cxn modelId="{3C17A731-24F7-47A0-82AC-D277A811B4B0}" type="presOf" srcId="{88214484-2A29-4BA8-9653-2ABD7D6D6ED8}" destId="{E202FB26-13A7-409E-A779-F8814C951579}" srcOrd="0" destOrd="0" presId="urn:microsoft.com/office/officeart/2018/2/layout/IconLabelList"/>
    <dgm:cxn modelId="{D2219E49-ABC1-43D4-A976-300F338ABE7B}" type="presOf" srcId="{E934054E-8803-444F-925F-61633CDA4BDE}" destId="{827A30F6-2F14-4633-9360-FD3656E60AEE}" srcOrd="0" destOrd="0" presId="urn:microsoft.com/office/officeart/2018/2/layout/IconLabelList"/>
    <dgm:cxn modelId="{4839BF7A-64DD-4DDF-B2F2-A4CE5D874F05}" type="presOf" srcId="{2DF96668-0C8A-43B4-BB08-7388064DAEDA}" destId="{48397ACF-A9A2-4A86-B4EE-4AD3215DC3AA}" srcOrd="0" destOrd="0" presId="urn:microsoft.com/office/officeart/2018/2/layout/IconLabelList"/>
    <dgm:cxn modelId="{7D481A7D-3CB5-49F3-97F5-82D039A1A057}" type="presOf" srcId="{3C9B3661-FB43-490E-B48A-048C82D648B7}" destId="{C938F707-9096-4171-BD19-8C7FADA41655}" srcOrd="0" destOrd="0" presId="urn:microsoft.com/office/officeart/2018/2/layout/IconLabelList"/>
    <dgm:cxn modelId="{93834991-7EC2-483D-B13D-1D9DFE38D33D}" type="presOf" srcId="{C506A6C7-8A51-4D7E-8239-DB66CA4D0FFB}" destId="{52FC5E07-F7BE-40FE-9489-973C943D52F3}" srcOrd="0" destOrd="0" presId="urn:microsoft.com/office/officeart/2018/2/layout/IconLabelList"/>
    <dgm:cxn modelId="{AE06D59A-6638-4BDD-9BEF-5B115AE89CA3}" srcId="{714F02A7-A05B-4614-808D-D8327103A864}" destId="{3C9B3661-FB43-490E-B48A-048C82D648B7}" srcOrd="1" destOrd="0" parTransId="{AC099136-CF94-43F1-867A-5AC839896210}" sibTransId="{F841BBAF-7542-45A5-A390-3D65A4C399E5}"/>
    <dgm:cxn modelId="{80BF17A0-640B-4A3B-8AF3-507F7C7C4AC4}" type="presOf" srcId="{714F02A7-A05B-4614-808D-D8327103A864}" destId="{7A76922C-A788-4CC7-B98F-A097254ECE6A}" srcOrd="0" destOrd="0" presId="urn:microsoft.com/office/officeart/2018/2/layout/IconLabelList"/>
    <dgm:cxn modelId="{9E5333C0-E64A-4FFB-B43F-E83CAFDDF74E}" srcId="{714F02A7-A05B-4614-808D-D8327103A864}" destId="{2DF96668-0C8A-43B4-BB08-7388064DAEDA}" srcOrd="4" destOrd="0" parTransId="{7F93B2E7-8685-478F-9619-37E2DD3D7801}" sibTransId="{13342792-6A83-4E60-9D6A-63615C01FBA5}"/>
    <dgm:cxn modelId="{29D47CD3-347D-4098-BDB9-7965C4326C46}" srcId="{714F02A7-A05B-4614-808D-D8327103A864}" destId="{88214484-2A29-4BA8-9653-2ABD7D6D6ED8}" srcOrd="0" destOrd="0" parTransId="{2ADB9D19-0494-4A10-A732-F7B830C264A5}" sibTransId="{5F63DC34-F5F3-4941-9B83-62BE9BCB7F56}"/>
    <dgm:cxn modelId="{BA407839-ABB0-462F-8F65-43CCDAA06859}" type="presParOf" srcId="{7A76922C-A788-4CC7-B98F-A097254ECE6A}" destId="{5033E872-8A1E-4802-B220-E9D81F536C8A}" srcOrd="0" destOrd="0" presId="urn:microsoft.com/office/officeart/2018/2/layout/IconLabelList"/>
    <dgm:cxn modelId="{8FCA2691-9087-4ED3-8543-2821A6AF5F37}" type="presParOf" srcId="{5033E872-8A1E-4802-B220-E9D81F536C8A}" destId="{6AA184AB-1237-4677-A224-675A273C9EC5}" srcOrd="0" destOrd="0" presId="urn:microsoft.com/office/officeart/2018/2/layout/IconLabelList"/>
    <dgm:cxn modelId="{C30B4525-01D9-4AAA-BC72-376A973C8F58}" type="presParOf" srcId="{5033E872-8A1E-4802-B220-E9D81F536C8A}" destId="{15332E42-6192-423F-93CB-886A8E7790AB}" srcOrd="1" destOrd="0" presId="urn:microsoft.com/office/officeart/2018/2/layout/IconLabelList"/>
    <dgm:cxn modelId="{79F87868-EE4F-41B1-AA2B-1244C019D587}" type="presParOf" srcId="{5033E872-8A1E-4802-B220-E9D81F536C8A}" destId="{E202FB26-13A7-409E-A779-F8814C951579}" srcOrd="2" destOrd="0" presId="urn:microsoft.com/office/officeart/2018/2/layout/IconLabelList"/>
    <dgm:cxn modelId="{83055D9A-4C16-40F7-8990-608179410F18}" type="presParOf" srcId="{7A76922C-A788-4CC7-B98F-A097254ECE6A}" destId="{38DC68AA-9F78-432D-AD02-A850E3F6F124}" srcOrd="1" destOrd="0" presId="urn:microsoft.com/office/officeart/2018/2/layout/IconLabelList"/>
    <dgm:cxn modelId="{D33A5D55-E377-49C3-B962-13B030617510}" type="presParOf" srcId="{7A76922C-A788-4CC7-B98F-A097254ECE6A}" destId="{4AB195F6-0B1B-49C0-B38F-0FE07B05C4B2}" srcOrd="2" destOrd="0" presId="urn:microsoft.com/office/officeart/2018/2/layout/IconLabelList"/>
    <dgm:cxn modelId="{0278D624-C01F-4C92-8319-01DCDBE1906F}" type="presParOf" srcId="{4AB195F6-0B1B-49C0-B38F-0FE07B05C4B2}" destId="{DA1681C2-508A-493E-972D-75655278C0E5}" srcOrd="0" destOrd="0" presId="urn:microsoft.com/office/officeart/2018/2/layout/IconLabelList"/>
    <dgm:cxn modelId="{FEF1D475-7FE1-411B-B1EA-2BC411530C90}" type="presParOf" srcId="{4AB195F6-0B1B-49C0-B38F-0FE07B05C4B2}" destId="{D58E2ED7-E3EA-4A0F-ACCB-F36EC204275C}" srcOrd="1" destOrd="0" presId="urn:microsoft.com/office/officeart/2018/2/layout/IconLabelList"/>
    <dgm:cxn modelId="{D3F2B0B5-38D3-4B2D-81C6-8849B06C4AC8}" type="presParOf" srcId="{4AB195F6-0B1B-49C0-B38F-0FE07B05C4B2}" destId="{C938F707-9096-4171-BD19-8C7FADA41655}" srcOrd="2" destOrd="0" presId="urn:microsoft.com/office/officeart/2018/2/layout/IconLabelList"/>
    <dgm:cxn modelId="{A3E9CC3E-38DC-436E-AD5E-C76C5A7CE904}" type="presParOf" srcId="{7A76922C-A788-4CC7-B98F-A097254ECE6A}" destId="{B6BEC134-35FA-4FC3-A76F-7B6DD51791B4}" srcOrd="3" destOrd="0" presId="urn:microsoft.com/office/officeart/2018/2/layout/IconLabelList"/>
    <dgm:cxn modelId="{5FAEDF3F-5374-44B2-8CCF-4C18A182E912}" type="presParOf" srcId="{7A76922C-A788-4CC7-B98F-A097254ECE6A}" destId="{453AC46D-E846-42BC-B5A3-CCE63F0CE6E6}" srcOrd="4" destOrd="0" presId="urn:microsoft.com/office/officeart/2018/2/layout/IconLabelList"/>
    <dgm:cxn modelId="{DC9CE376-BDC9-4BEF-90F3-64F89E450AB0}" type="presParOf" srcId="{453AC46D-E846-42BC-B5A3-CCE63F0CE6E6}" destId="{7D7775E2-F643-4823-81D9-F9D1784DBDE0}" srcOrd="0" destOrd="0" presId="urn:microsoft.com/office/officeart/2018/2/layout/IconLabelList"/>
    <dgm:cxn modelId="{11FC0490-979E-477A-A0FE-1E2C1A97C1C3}" type="presParOf" srcId="{453AC46D-E846-42BC-B5A3-CCE63F0CE6E6}" destId="{868DCA2E-7AE5-4BAE-B66B-0C3EED88BB48}" srcOrd="1" destOrd="0" presId="urn:microsoft.com/office/officeart/2018/2/layout/IconLabelList"/>
    <dgm:cxn modelId="{5B88A2B6-E0AD-45B4-BE47-8475834432BC}" type="presParOf" srcId="{453AC46D-E846-42BC-B5A3-CCE63F0CE6E6}" destId="{827A30F6-2F14-4633-9360-FD3656E60AEE}" srcOrd="2" destOrd="0" presId="urn:microsoft.com/office/officeart/2018/2/layout/IconLabelList"/>
    <dgm:cxn modelId="{171FC847-EBB3-450D-8D08-25F9F73C76BF}" type="presParOf" srcId="{7A76922C-A788-4CC7-B98F-A097254ECE6A}" destId="{DC183DE5-A708-42A0-AAA3-94D145F2A0CB}" srcOrd="5" destOrd="0" presId="urn:microsoft.com/office/officeart/2018/2/layout/IconLabelList"/>
    <dgm:cxn modelId="{3E52E7E1-3783-483E-A63C-4F46A2C31DC3}" type="presParOf" srcId="{7A76922C-A788-4CC7-B98F-A097254ECE6A}" destId="{0218926D-31D5-45F7-B954-0B5AF707DD79}" srcOrd="6" destOrd="0" presId="urn:microsoft.com/office/officeart/2018/2/layout/IconLabelList"/>
    <dgm:cxn modelId="{9F0396B3-2242-4429-A183-0BA857556085}" type="presParOf" srcId="{0218926D-31D5-45F7-B954-0B5AF707DD79}" destId="{55E49DF7-62BE-4373-A58F-0CA706EF00BB}" srcOrd="0" destOrd="0" presId="urn:microsoft.com/office/officeart/2018/2/layout/IconLabelList"/>
    <dgm:cxn modelId="{E97A1AB8-36B6-43AF-B712-6FA4AC28B762}" type="presParOf" srcId="{0218926D-31D5-45F7-B954-0B5AF707DD79}" destId="{1E21BB55-2234-4B8F-9F8C-2C23375B6E8E}" srcOrd="1" destOrd="0" presId="urn:microsoft.com/office/officeart/2018/2/layout/IconLabelList"/>
    <dgm:cxn modelId="{410AE1BA-9072-4AE1-BA0A-5346C079E305}" type="presParOf" srcId="{0218926D-31D5-45F7-B954-0B5AF707DD79}" destId="{52FC5E07-F7BE-40FE-9489-973C943D52F3}" srcOrd="2" destOrd="0" presId="urn:microsoft.com/office/officeart/2018/2/layout/IconLabelList"/>
    <dgm:cxn modelId="{89B0FDD4-A5AE-4E05-99FF-1CCD1C0BA703}" type="presParOf" srcId="{7A76922C-A788-4CC7-B98F-A097254ECE6A}" destId="{7D88A032-99CC-45EB-BCA5-29700C006BD1}" srcOrd="7" destOrd="0" presId="urn:microsoft.com/office/officeart/2018/2/layout/IconLabelList"/>
    <dgm:cxn modelId="{17B954EB-9D2D-49C4-98EA-A60FFFEF64EC}" type="presParOf" srcId="{7A76922C-A788-4CC7-B98F-A097254ECE6A}" destId="{A3722B38-0BF5-48DA-B4BB-290A27B70277}" srcOrd="8" destOrd="0" presId="urn:microsoft.com/office/officeart/2018/2/layout/IconLabelList"/>
    <dgm:cxn modelId="{030F7F1C-1DC8-41CD-835C-AD7C1359D9EC}" type="presParOf" srcId="{A3722B38-0BF5-48DA-B4BB-290A27B70277}" destId="{D1F7D4CB-401B-4639-933E-B6AC1A68CF2B}" srcOrd="0" destOrd="0" presId="urn:microsoft.com/office/officeart/2018/2/layout/IconLabelList"/>
    <dgm:cxn modelId="{4B7A789D-3276-464D-AB58-F4A63FAA04AB}" type="presParOf" srcId="{A3722B38-0BF5-48DA-B4BB-290A27B70277}" destId="{D7DD1C30-1090-4B65-B44F-24BB1FC95E5E}" srcOrd="1" destOrd="0" presId="urn:microsoft.com/office/officeart/2018/2/layout/IconLabelList"/>
    <dgm:cxn modelId="{C4951851-B1A4-4B83-A744-A3B02E36D32A}" type="presParOf" srcId="{A3722B38-0BF5-48DA-B4BB-290A27B70277}" destId="{48397ACF-A9A2-4A86-B4EE-4AD3215DC3A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A3DFDA5-B5F6-440A-A512-1C29C05815C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E230004-91B9-42BC-BF0A-4CCE3061F2CF}">
      <dgm:prSet/>
      <dgm:spPr/>
      <dgm:t>
        <a:bodyPr/>
        <a:lstStyle/>
        <a:p>
          <a:r>
            <a:rPr lang="en-US"/>
            <a:t>Some dates are not clear or are missing (NaT).</a:t>
          </a:r>
        </a:p>
      </dgm:t>
    </dgm:pt>
    <dgm:pt modelId="{1824AEAB-CB80-4866-94EA-613D54B067A5}" type="parTrans" cxnId="{29344C9D-33D4-4453-91CA-8CF8782DBA91}">
      <dgm:prSet/>
      <dgm:spPr/>
      <dgm:t>
        <a:bodyPr/>
        <a:lstStyle/>
        <a:p>
          <a:endParaRPr lang="en-US"/>
        </a:p>
      </dgm:t>
    </dgm:pt>
    <dgm:pt modelId="{4FE4D444-4096-4EDE-929C-211A72749EF2}" type="sibTrans" cxnId="{29344C9D-33D4-4453-91CA-8CF8782DBA91}">
      <dgm:prSet/>
      <dgm:spPr/>
      <dgm:t>
        <a:bodyPr/>
        <a:lstStyle/>
        <a:p>
          <a:endParaRPr lang="en-US"/>
        </a:p>
      </dgm:t>
    </dgm:pt>
    <dgm:pt modelId="{999694DE-DB58-49DA-B398-34DF7E70192A}">
      <dgm:prSet/>
      <dgm:spPr/>
      <dgm:t>
        <a:bodyPr/>
        <a:lstStyle/>
        <a:p>
          <a:r>
            <a:rPr lang="en-US"/>
            <a:t>There is no complete standardisation of categories over the years.</a:t>
          </a:r>
        </a:p>
      </dgm:t>
    </dgm:pt>
    <dgm:pt modelId="{4B29FA33-2149-4AB5-8DD7-38B321FB1A22}" type="parTrans" cxnId="{147B7D47-1A40-491F-A98C-DFF9C0B88B74}">
      <dgm:prSet/>
      <dgm:spPr/>
      <dgm:t>
        <a:bodyPr/>
        <a:lstStyle/>
        <a:p>
          <a:endParaRPr lang="en-US"/>
        </a:p>
      </dgm:t>
    </dgm:pt>
    <dgm:pt modelId="{16038C57-6477-4A9E-A543-30B73E1AB1B9}" type="sibTrans" cxnId="{147B7D47-1A40-491F-A98C-DFF9C0B88B74}">
      <dgm:prSet/>
      <dgm:spPr/>
      <dgm:t>
        <a:bodyPr/>
        <a:lstStyle/>
        <a:p>
          <a:endParaRPr lang="en-US"/>
        </a:p>
      </dgm:t>
    </dgm:pt>
    <dgm:pt modelId="{EC1A8E1C-9472-4857-8E50-B0583A5A9FB3}">
      <dgm:prSet/>
      <dgm:spPr/>
      <dgm:t>
        <a:bodyPr/>
        <a:lstStyle/>
        <a:p>
          <a:r>
            <a:rPr lang="en-US"/>
            <a:t>There is a potential reporting bias because of the predominance of the industry in the submissions.</a:t>
          </a:r>
        </a:p>
      </dgm:t>
    </dgm:pt>
    <dgm:pt modelId="{3DC0B3DE-CD09-49C5-AFD9-B0A9F43561A5}" type="parTrans" cxnId="{65722C67-FBD0-45F3-AD80-1C0897D042C3}">
      <dgm:prSet/>
      <dgm:spPr/>
      <dgm:t>
        <a:bodyPr/>
        <a:lstStyle/>
        <a:p>
          <a:endParaRPr lang="en-US"/>
        </a:p>
      </dgm:t>
    </dgm:pt>
    <dgm:pt modelId="{286A07B4-3718-49FF-AC1D-DB980DC43D6C}" type="sibTrans" cxnId="{65722C67-FBD0-45F3-AD80-1C0897D042C3}">
      <dgm:prSet/>
      <dgm:spPr/>
      <dgm:t>
        <a:bodyPr/>
        <a:lstStyle/>
        <a:p>
          <a:endParaRPr lang="en-US"/>
        </a:p>
      </dgm:t>
    </dgm:pt>
    <dgm:pt modelId="{27947DF9-9DD9-425B-AE43-C416FC058057}">
      <dgm:prSet/>
      <dgm:spPr/>
      <dgm:t>
        <a:bodyPr/>
        <a:lstStyle/>
        <a:p>
          <a:r>
            <a:rPr lang="en-US"/>
            <a:t>There is no information about the severity or the outcome in the dataset.</a:t>
          </a:r>
        </a:p>
      </dgm:t>
    </dgm:pt>
    <dgm:pt modelId="{B92C72DA-7A3A-4BFD-A0B0-65E6C5A75B74}" type="parTrans" cxnId="{DF9C89D5-F962-4C00-AB44-96B24575AF00}">
      <dgm:prSet/>
      <dgm:spPr/>
      <dgm:t>
        <a:bodyPr/>
        <a:lstStyle/>
        <a:p>
          <a:endParaRPr lang="en-US"/>
        </a:p>
      </dgm:t>
    </dgm:pt>
    <dgm:pt modelId="{B5C94174-3E17-49FF-AB5A-3327BCC5F2DA}" type="sibTrans" cxnId="{DF9C89D5-F962-4C00-AB44-96B24575AF00}">
      <dgm:prSet/>
      <dgm:spPr/>
      <dgm:t>
        <a:bodyPr/>
        <a:lstStyle/>
        <a:p>
          <a:endParaRPr lang="en-US"/>
        </a:p>
      </dgm:t>
    </dgm:pt>
    <dgm:pt modelId="{C5233488-7745-4B91-8132-97ACD14C94D4}">
      <dgm:prSet/>
      <dgm:spPr/>
      <dgm:t>
        <a:bodyPr/>
        <a:lstStyle/>
        <a:p>
          <a:r>
            <a:rPr lang="en-US"/>
            <a:t>There are no details about the demographic or consumer impact.</a:t>
          </a:r>
        </a:p>
      </dgm:t>
    </dgm:pt>
    <dgm:pt modelId="{52611FE8-0072-48AD-8A8E-EFE3C8930D79}" type="parTrans" cxnId="{CA6CD01F-F366-4B8B-A1C1-E24E555004FA}">
      <dgm:prSet/>
      <dgm:spPr/>
      <dgm:t>
        <a:bodyPr/>
        <a:lstStyle/>
        <a:p>
          <a:endParaRPr lang="en-US"/>
        </a:p>
      </dgm:t>
    </dgm:pt>
    <dgm:pt modelId="{2E5DD304-2451-483D-B953-C3E5CA7F3B24}" type="sibTrans" cxnId="{CA6CD01F-F366-4B8B-A1C1-E24E555004FA}">
      <dgm:prSet/>
      <dgm:spPr/>
      <dgm:t>
        <a:bodyPr/>
        <a:lstStyle/>
        <a:p>
          <a:endParaRPr lang="en-US"/>
        </a:p>
      </dgm:t>
    </dgm:pt>
    <dgm:pt modelId="{B20F1F52-1EA3-4FDB-9785-980F9F761457}" type="pres">
      <dgm:prSet presAssocID="{7A3DFDA5-B5F6-440A-A512-1C29C05815C6}" presName="root" presStyleCnt="0">
        <dgm:presLayoutVars>
          <dgm:dir/>
          <dgm:resizeHandles val="exact"/>
        </dgm:presLayoutVars>
      </dgm:prSet>
      <dgm:spPr/>
    </dgm:pt>
    <dgm:pt modelId="{DF7FBE2A-7101-4EBA-ACEE-949EE647FB79}" type="pres">
      <dgm:prSet presAssocID="{AE230004-91B9-42BC-BF0A-4CCE3061F2CF}" presName="compNode" presStyleCnt="0"/>
      <dgm:spPr/>
    </dgm:pt>
    <dgm:pt modelId="{76C96D78-ED96-4EF5-84CE-93E03BF5A0BB}" type="pres">
      <dgm:prSet presAssocID="{AE230004-91B9-42BC-BF0A-4CCE3061F2CF}" presName="bgRect" presStyleLbl="bgShp" presStyleIdx="0" presStyleCnt="5"/>
      <dgm:spPr/>
    </dgm:pt>
    <dgm:pt modelId="{BFA93ED8-619E-411D-A9A2-083667CD7152}" type="pres">
      <dgm:prSet presAssocID="{AE230004-91B9-42BC-BF0A-4CCE3061F2CF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raser"/>
        </a:ext>
      </dgm:extLst>
    </dgm:pt>
    <dgm:pt modelId="{04A65206-E23C-4573-B071-6B735A18835D}" type="pres">
      <dgm:prSet presAssocID="{AE230004-91B9-42BC-BF0A-4CCE3061F2CF}" presName="spaceRect" presStyleCnt="0"/>
      <dgm:spPr/>
    </dgm:pt>
    <dgm:pt modelId="{5DD7C8CE-A842-4FEA-A2B7-43A3DF1C793B}" type="pres">
      <dgm:prSet presAssocID="{AE230004-91B9-42BC-BF0A-4CCE3061F2CF}" presName="parTx" presStyleLbl="revTx" presStyleIdx="0" presStyleCnt="5">
        <dgm:presLayoutVars>
          <dgm:chMax val="0"/>
          <dgm:chPref val="0"/>
        </dgm:presLayoutVars>
      </dgm:prSet>
      <dgm:spPr/>
    </dgm:pt>
    <dgm:pt modelId="{13DBC110-3856-4BDD-8C00-223B6D388BC1}" type="pres">
      <dgm:prSet presAssocID="{4FE4D444-4096-4EDE-929C-211A72749EF2}" presName="sibTrans" presStyleCnt="0"/>
      <dgm:spPr/>
    </dgm:pt>
    <dgm:pt modelId="{9B466DB0-5D87-4C32-B3A0-443FEB38A9CA}" type="pres">
      <dgm:prSet presAssocID="{999694DE-DB58-49DA-B398-34DF7E70192A}" presName="compNode" presStyleCnt="0"/>
      <dgm:spPr/>
    </dgm:pt>
    <dgm:pt modelId="{FE884A0E-1022-4190-8BDC-732E63A30F97}" type="pres">
      <dgm:prSet presAssocID="{999694DE-DB58-49DA-B398-34DF7E70192A}" presName="bgRect" presStyleLbl="bgShp" presStyleIdx="1" presStyleCnt="5"/>
      <dgm:spPr/>
    </dgm:pt>
    <dgm:pt modelId="{91743B6F-19E5-4344-BD10-925B59C8F17C}" type="pres">
      <dgm:prSet presAssocID="{999694DE-DB58-49DA-B398-34DF7E70192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stle scene"/>
        </a:ext>
      </dgm:extLst>
    </dgm:pt>
    <dgm:pt modelId="{8ADC4F72-2F10-4923-B1C7-80A1B9B2D5CA}" type="pres">
      <dgm:prSet presAssocID="{999694DE-DB58-49DA-B398-34DF7E70192A}" presName="spaceRect" presStyleCnt="0"/>
      <dgm:spPr/>
    </dgm:pt>
    <dgm:pt modelId="{4E2DEBCE-05F9-4D4F-B2CE-46B583B91CBE}" type="pres">
      <dgm:prSet presAssocID="{999694DE-DB58-49DA-B398-34DF7E70192A}" presName="parTx" presStyleLbl="revTx" presStyleIdx="1" presStyleCnt="5">
        <dgm:presLayoutVars>
          <dgm:chMax val="0"/>
          <dgm:chPref val="0"/>
        </dgm:presLayoutVars>
      </dgm:prSet>
      <dgm:spPr/>
    </dgm:pt>
    <dgm:pt modelId="{217BFA39-22F0-4FA9-9A91-035982554008}" type="pres">
      <dgm:prSet presAssocID="{16038C57-6477-4A9E-A543-30B73E1AB1B9}" presName="sibTrans" presStyleCnt="0"/>
      <dgm:spPr/>
    </dgm:pt>
    <dgm:pt modelId="{EC096382-1B0D-439D-AF00-50B39E08916B}" type="pres">
      <dgm:prSet presAssocID="{EC1A8E1C-9472-4857-8E50-B0583A5A9FB3}" presName="compNode" presStyleCnt="0"/>
      <dgm:spPr/>
    </dgm:pt>
    <dgm:pt modelId="{FCA515ED-17C8-49FF-AE1D-FABC1CD276B6}" type="pres">
      <dgm:prSet presAssocID="{EC1A8E1C-9472-4857-8E50-B0583A5A9FB3}" presName="bgRect" presStyleLbl="bgShp" presStyleIdx="2" presStyleCnt="5"/>
      <dgm:spPr/>
    </dgm:pt>
    <dgm:pt modelId="{3811D0B4-10C4-4F5A-B741-08B266705785}" type="pres">
      <dgm:prSet presAssocID="{EC1A8E1C-9472-4857-8E50-B0583A5A9FB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F54655DA-2B20-44E7-A64C-927DBF8EDD75}" type="pres">
      <dgm:prSet presAssocID="{EC1A8E1C-9472-4857-8E50-B0583A5A9FB3}" presName="spaceRect" presStyleCnt="0"/>
      <dgm:spPr/>
    </dgm:pt>
    <dgm:pt modelId="{7882A62A-7484-46FF-9268-C032AB10A94A}" type="pres">
      <dgm:prSet presAssocID="{EC1A8E1C-9472-4857-8E50-B0583A5A9FB3}" presName="parTx" presStyleLbl="revTx" presStyleIdx="2" presStyleCnt="5">
        <dgm:presLayoutVars>
          <dgm:chMax val="0"/>
          <dgm:chPref val="0"/>
        </dgm:presLayoutVars>
      </dgm:prSet>
      <dgm:spPr/>
    </dgm:pt>
    <dgm:pt modelId="{B7940D77-CA8E-4DC4-8275-0EAE0E9B0D10}" type="pres">
      <dgm:prSet presAssocID="{286A07B4-3718-49FF-AC1D-DB980DC43D6C}" presName="sibTrans" presStyleCnt="0"/>
      <dgm:spPr/>
    </dgm:pt>
    <dgm:pt modelId="{66FA93D0-99E4-4A17-BEB2-713CF392BB80}" type="pres">
      <dgm:prSet presAssocID="{27947DF9-9DD9-425B-AE43-C416FC058057}" presName="compNode" presStyleCnt="0"/>
      <dgm:spPr/>
    </dgm:pt>
    <dgm:pt modelId="{C3D6722A-C89D-42E0-A225-542478C6D174}" type="pres">
      <dgm:prSet presAssocID="{27947DF9-9DD9-425B-AE43-C416FC058057}" presName="bgRect" presStyleLbl="bgShp" presStyleIdx="3" presStyleCnt="5"/>
      <dgm:spPr/>
    </dgm:pt>
    <dgm:pt modelId="{5BC7FF5E-4F8B-4E5D-AB1C-4F4EE77A9B98}" type="pres">
      <dgm:prSet presAssocID="{27947DF9-9DD9-425B-AE43-C416FC058057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4681539F-10FB-4374-8109-AA51FB779DDD}" type="pres">
      <dgm:prSet presAssocID="{27947DF9-9DD9-425B-AE43-C416FC058057}" presName="spaceRect" presStyleCnt="0"/>
      <dgm:spPr/>
    </dgm:pt>
    <dgm:pt modelId="{7B8045D9-CA65-4147-9D97-308E00905745}" type="pres">
      <dgm:prSet presAssocID="{27947DF9-9DD9-425B-AE43-C416FC058057}" presName="parTx" presStyleLbl="revTx" presStyleIdx="3" presStyleCnt="5">
        <dgm:presLayoutVars>
          <dgm:chMax val="0"/>
          <dgm:chPref val="0"/>
        </dgm:presLayoutVars>
      </dgm:prSet>
      <dgm:spPr/>
    </dgm:pt>
    <dgm:pt modelId="{44F86C5E-03FC-4AAD-BCEA-725C35958332}" type="pres">
      <dgm:prSet presAssocID="{B5C94174-3E17-49FF-AB5A-3327BCC5F2DA}" presName="sibTrans" presStyleCnt="0"/>
      <dgm:spPr/>
    </dgm:pt>
    <dgm:pt modelId="{4239D6B8-DED9-46B8-97B1-8AD7F056E2D9}" type="pres">
      <dgm:prSet presAssocID="{C5233488-7745-4B91-8132-97ACD14C94D4}" presName="compNode" presStyleCnt="0"/>
      <dgm:spPr/>
    </dgm:pt>
    <dgm:pt modelId="{DABA6EE5-33CD-4EC3-B82F-1C7FE3D9D773}" type="pres">
      <dgm:prSet presAssocID="{C5233488-7745-4B91-8132-97ACD14C94D4}" presName="bgRect" presStyleLbl="bgShp" presStyleIdx="4" presStyleCnt="5"/>
      <dgm:spPr/>
    </dgm:pt>
    <dgm:pt modelId="{2B84E5ED-F2BA-4F3D-ACAF-748D44F409D0}" type="pres">
      <dgm:prSet presAssocID="{C5233488-7745-4B91-8132-97ACD14C94D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vertising"/>
        </a:ext>
      </dgm:extLst>
    </dgm:pt>
    <dgm:pt modelId="{88DC88C7-C948-4927-BDD1-C74B055E510E}" type="pres">
      <dgm:prSet presAssocID="{C5233488-7745-4B91-8132-97ACD14C94D4}" presName="spaceRect" presStyleCnt="0"/>
      <dgm:spPr/>
    </dgm:pt>
    <dgm:pt modelId="{C9B8181C-0A19-4C7F-99D6-A1FD0BC2F1F8}" type="pres">
      <dgm:prSet presAssocID="{C5233488-7745-4B91-8132-97ACD14C94D4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3BA07206-4527-46C2-BFA0-0F935A492B4F}" type="presOf" srcId="{7A3DFDA5-B5F6-440A-A512-1C29C05815C6}" destId="{B20F1F52-1EA3-4FDB-9785-980F9F761457}" srcOrd="0" destOrd="0" presId="urn:microsoft.com/office/officeart/2018/2/layout/IconVerticalSolidList"/>
    <dgm:cxn modelId="{CA6CD01F-F366-4B8B-A1C1-E24E555004FA}" srcId="{7A3DFDA5-B5F6-440A-A512-1C29C05815C6}" destId="{C5233488-7745-4B91-8132-97ACD14C94D4}" srcOrd="4" destOrd="0" parTransId="{52611FE8-0072-48AD-8A8E-EFE3C8930D79}" sibTransId="{2E5DD304-2451-483D-B953-C3E5CA7F3B24}"/>
    <dgm:cxn modelId="{65722C67-FBD0-45F3-AD80-1C0897D042C3}" srcId="{7A3DFDA5-B5F6-440A-A512-1C29C05815C6}" destId="{EC1A8E1C-9472-4857-8E50-B0583A5A9FB3}" srcOrd="2" destOrd="0" parTransId="{3DC0B3DE-CD09-49C5-AFD9-B0A9F43561A5}" sibTransId="{286A07B4-3718-49FF-AC1D-DB980DC43D6C}"/>
    <dgm:cxn modelId="{147B7D47-1A40-491F-A98C-DFF9C0B88B74}" srcId="{7A3DFDA5-B5F6-440A-A512-1C29C05815C6}" destId="{999694DE-DB58-49DA-B398-34DF7E70192A}" srcOrd="1" destOrd="0" parTransId="{4B29FA33-2149-4AB5-8DD7-38B321FB1A22}" sibTransId="{16038C57-6477-4A9E-A543-30B73E1AB1B9}"/>
    <dgm:cxn modelId="{47B65949-1EE0-4120-84BB-B1A215BF0C82}" type="presOf" srcId="{27947DF9-9DD9-425B-AE43-C416FC058057}" destId="{7B8045D9-CA65-4147-9D97-308E00905745}" srcOrd="0" destOrd="0" presId="urn:microsoft.com/office/officeart/2018/2/layout/IconVerticalSolidList"/>
    <dgm:cxn modelId="{4DE32E56-638D-444D-86E2-4353AD50A013}" type="presOf" srcId="{999694DE-DB58-49DA-B398-34DF7E70192A}" destId="{4E2DEBCE-05F9-4D4F-B2CE-46B583B91CBE}" srcOrd="0" destOrd="0" presId="urn:microsoft.com/office/officeart/2018/2/layout/IconVerticalSolidList"/>
    <dgm:cxn modelId="{EF7B9B97-C879-4175-B143-409520E42B3F}" type="presOf" srcId="{EC1A8E1C-9472-4857-8E50-B0583A5A9FB3}" destId="{7882A62A-7484-46FF-9268-C032AB10A94A}" srcOrd="0" destOrd="0" presId="urn:microsoft.com/office/officeart/2018/2/layout/IconVerticalSolidList"/>
    <dgm:cxn modelId="{29344C9D-33D4-4453-91CA-8CF8782DBA91}" srcId="{7A3DFDA5-B5F6-440A-A512-1C29C05815C6}" destId="{AE230004-91B9-42BC-BF0A-4CCE3061F2CF}" srcOrd="0" destOrd="0" parTransId="{1824AEAB-CB80-4866-94EA-613D54B067A5}" sibTransId="{4FE4D444-4096-4EDE-929C-211A72749EF2}"/>
    <dgm:cxn modelId="{E48903A8-2048-4620-96C7-7F69A7FB6DC5}" type="presOf" srcId="{C5233488-7745-4B91-8132-97ACD14C94D4}" destId="{C9B8181C-0A19-4C7F-99D6-A1FD0BC2F1F8}" srcOrd="0" destOrd="0" presId="urn:microsoft.com/office/officeart/2018/2/layout/IconVerticalSolidList"/>
    <dgm:cxn modelId="{F76A8AB8-936E-4F8D-8164-2A440E9D118E}" type="presOf" srcId="{AE230004-91B9-42BC-BF0A-4CCE3061F2CF}" destId="{5DD7C8CE-A842-4FEA-A2B7-43A3DF1C793B}" srcOrd="0" destOrd="0" presId="urn:microsoft.com/office/officeart/2018/2/layout/IconVerticalSolidList"/>
    <dgm:cxn modelId="{DF9C89D5-F962-4C00-AB44-96B24575AF00}" srcId="{7A3DFDA5-B5F6-440A-A512-1C29C05815C6}" destId="{27947DF9-9DD9-425B-AE43-C416FC058057}" srcOrd="3" destOrd="0" parTransId="{B92C72DA-7A3A-4BFD-A0B0-65E6C5A75B74}" sibTransId="{B5C94174-3E17-49FF-AB5A-3327BCC5F2DA}"/>
    <dgm:cxn modelId="{A570D08F-F50F-4F32-8F55-52A16C7E15EB}" type="presParOf" srcId="{B20F1F52-1EA3-4FDB-9785-980F9F761457}" destId="{DF7FBE2A-7101-4EBA-ACEE-949EE647FB79}" srcOrd="0" destOrd="0" presId="urn:microsoft.com/office/officeart/2018/2/layout/IconVerticalSolidList"/>
    <dgm:cxn modelId="{EB4190D4-7F8E-4CEA-9751-609D4C2C7D28}" type="presParOf" srcId="{DF7FBE2A-7101-4EBA-ACEE-949EE647FB79}" destId="{76C96D78-ED96-4EF5-84CE-93E03BF5A0BB}" srcOrd="0" destOrd="0" presId="urn:microsoft.com/office/officeart/2018/2/layout/IconVerticalSolidList"/>
    <dgm:cxn modelId="{64409E85-ED20-4153-ADB0-CF5061EF2CE9}" type="presParOf" srcId="{DF7FBE2A-7101-4EBA-ACEE-949EE647FB79}" destId="{BFA93ED8-619E-411D-A9A2-083667CD7152}" srcOrd="1" destOrd="0" presId="urn:microsoft.com/office/officeart/2018/2/layout/IconVerticalSolidList"/>
    <dgm:cxn modelId="{B6EDBADB-8226-4A43-9A54-329F7C18EC15}" type="presParOf" srcId="{DF7FBE2A-7101-4EBA-ACEE-949EE647FB79}" destId="{04A65206-E23C-4573-B071-6B735A18835D}" srcOrd="2" destOrd="0" presId="urn:microsoft.com/office/officeart/2018/2/layout/IconVerticalSolidList"/>
    <dgm:cxn modelId="{986645C5-45AC-4E11-98B5-01AECB4ABC28}" type="presParOf" srcId="{DF7FBE2A-7101-4EBA-ACEE-949EE647FB79}" destId="{5DD7C8CE-A842-4FEA-A2B7-43A3DF1C793B}" srcOrd="3" destOrd="0" presId="urn:microsoft.com/office/officeart/2018/2/layout/IconVerticalSolidList"/>
    <dgm:cxn modelId="{3792CE71-9D5E-4A61-B44C-0877045C26C7}" type="presParOf" srcId="{B20F1F52-1EA3-4FDB-9785-980F9F761457}" destId="{13DBC110-3856-4BDD-8C00-223B6D388BC1}" srcOrd="1" destOrd="0" presId="urn:microsoft.com/office/officeart/2018/2/layout/IconVerticalSolidList"/>
    <dgm:cxn modelId="{724EC027-DC44-4835-A058-93B1FA890DBF}" type="presParOf" srcId="{B20F1F52-1EA3-4FDB-9785-980F9F761457}" destId="{9B466DB0-5D87-4C32-B3A0-443FEB38A9CA}" srcOrd="2" destOrd="0" presId="urn:microsoft.com/office/officeart/2018/2/layout/IconVerticalSolidList"/>
    <dgm:cxn modelId="{B9BFBA8A-71B5-4D5B-846D-2F4827D534C8}" type="presParOf" srcId="{9B466DB0-5D87-4C32-B3A0-443FEB38A9CA}" destId="{FE884A0E-1022-4190-8BDC-732E63A30F97}" srcOrd="0" destOrd="0" presId="urn:microsoft.com/office/officeart/2018/2/layout/IconVerticalSolidList"/>
    <dgm:cxn modelId="{A4CE8814-7482-4857-B968-374512E6AB81}" type="presParOf" srcId="{9B466DB0-5D87-4C32-B3A0-443FEB38A9CA}" destId="{91743B6F-19E5-4344-BD10-925B59C8F17C}" srcOrd="1" destOrd="0" presId="urn:microsoft.com/office/officeart/2018/2/layout/IconVerticalSolidList"/>
    <dgm:cxn modelId="{0CFEC329-530E-4AE0-BCF1-BB96D8F37886}" type="presParOf" srcId="{9B466DB0-5D87-4C32-B3A0-443FEB38A9CA}" destId="{8ADC4F72-2F10-4923-B1C7-80A1B9B2D5CA}" srcOrd="2" destOrd="0" presId="urn:microsoft.com/office/officeart/2018/2/layout/IconVerticalSolidList"/>
    <dgm:cxn modelId="{3E1EB89D-222F-4F54-869B-45D51031412B}" type="presParOf" srcId="{9B466DB0-5D87-4C32-B3A0-443FEB38A9CA}" destId="{4E2DEBCE-05F9-4D4F-B2CE-46B583B91CBE}" srcOrd="3" destOrd="0" presId="urn:microsoft.com/office/officeart/2018/2/layout/IconVerticalSolidList"/>
    <dgm:cxn modelId="{E00CFFAD-967C-4457-A6FC-AD99EB225B7C}" type="presParOf" srcId="{B20F1F52-1EA3-4FDB-9785-980F9F761457}" destId="{217BFA39-22F0-4FA9-9A91-035982554008}" srcOrd="3" destOrd="0" presId="urn:microsoft.com/office/officeart/2018/2/layout/IconVerticalSolidList"/>
    <dgm:cxn modelId="{75C19078-6311-4D0E-924C-54C549943E84}" type="presParOf" srcId="{B20F1F52-1EA3-4FDB-9785-980F9F761457}" destId="{EC096382-1B0D-439D-AF00-50B39E08916B}" srcOrd="4" destOrd="0" presId="urn:microsoft.com/office/officeart/2018/2/layout/IconVerticalSolidList"/>
    <dgm:cxn modelId="{2F70C728-3F75-40DB-A78A-F5E1E14D0D4B}" type="presParOf" srcId="{EC096382-1B0D-439D-AF00-50B39E08916B}" destId="{FCA515ED-17C8-49FF-AE1D-FABC1CD276B6}" srcOrd="0" destOrd="0" presId="urn:microsoft.com/office/officeart/2018/2/layout/IconVerticalSolidList"/>
    <dgm:cxn modelId="{9E34386E-F820-439C-889A-4043552A9AEB}" type="presParOf" srcId="{EC096382-1B0D-439D-AF00-50B39E08916B}" destId="{3811D0B4-10C4-4F5A-B741-08B266705785}" srcOrd="1" destOrd="0" presId="urn:microsoft.com/office/officeart/2018/2/layout/IconVerticalSolidList"/>
    <dgm:cxn modelId="{506352DC-5CFC-4899-A457-D2556826206F}" type="presParOf" srcId="{EC096382-1B0D-439D-AF00-50B39E08916B}" destId="{F54655DA-2B20-44E7-A64C-927DBF8EDD75}" srcOrd="2" destOrd="0" presId="urn:microsoft.com/office/officeart/2018/2/layout/IconVerticalSolidList"/>
    <dgm:cxn modelId="{79002615-7E7E-4FB7-BCA2-2C9DEB08641C}" type="presParOf" srcId="{EC096382-1B0D-439D-AF00-50B39E08916B}" destId="{7882A62A-7484-46FF-9268-C032AB10A94A}" srcOrd="3" destOrd="0" presId="urn:microsoft.com/office/officeart/2018/2/layout/IconVerticalSolidList"/>
    <dgm:cxn modelId="{3488DEB0-3C9A-441F-AED7-D1A264872A16}" type="presParOf" srcId="{B20F1F52-1EA3-4FDB-9785-980F9F761457}" destId="{B7940D77-CA8E-4DC4-8275-0EAE0E9B0D10}" srcOrd="5" destOrd="0" presId="urn:microsoft.com/office/officeart/2018/2/layout/IconVerticalSolidList"/>
    <dgm:cxn modelId="{A376079C-728F-48DF-B940-EE2960A420DD}" type="presParOf" srcId="{B20F1F52-1EA3-4FDB-9785-980F9F761457}" destId="{66FA93D0-99E4-4A17-BEB2-713CF392BB80}" srcOrd="6" destOrd="0" presId="urn:microsoft.com/office/officeart/2018/2/layout/IconVerticalSolidList"/>
    <dgm:cxn modelId="{232BEE02-B111-4BD3-AE3C-0298181E9BDB}" type="presParOf" srcId="{66FA93D0-99E4-4A17-BEB2-713CF392BB80}" destId="{C3D6722A-C89D-42E0-A225-542478C6D174}" srcOrd="0" destOrd="0" presId="urn:microsoft.com/office/officeart/2018/2/layout/IconVerticalSolidList"/>
    <dgm:cxn modelId="{F93527F7-BC5E-4EA1-B8C1-7957A572D597}" type="presParOf" srcId="{66FA93D0-99E4-4A17-BEB2-713CF392BB80}" destId="{5BC7FF5E-4F8B-4E5D-AB1C-4F4EE77A9B98}" srcOrd="1" destOrd="0" presId="urn:microsoft.com/office/officeart/2018/2/layout/IconVerticalSolidList"/>
    <dgm:cxn modelId="{774E786A-9308-43BA-802A-1591A96B12B7}" type="presParOf" srcId="{66FA93D0-99E4-4A17-BEB2-713CF392BB80}" destId="{4681539F-10FB-4374-8109-AA51FB779DDD}" srcOrd="2" destOrd="0" presId="urn:microsoft.com/office/officeart/2018/2/layout/IconVerticalSolidList"/>
    <dgm:cxn modelId="{038B04DD-2FA7-435A-B092-4849E38D5BD4}" type="presParOf" srcId="{66FA93D0-99E4-4A17-BEB2-713CF392BB80}" destId="{7B8045D9-CA65-4147-9D97-308E00905745}" srcOrd="3" destOrd="0" presId="urn:microsoft.com/office/officeart/2018/2/layout/IconVerticalSolidList"/>
    <dgm:cxn modelId="{3F46B07E-CF75-4B1A-89D0-0C42B3679786}" type="presParOf" srcId="{B20F1F52-1EA3-4FDB-9785-980F9F761457}" destId="{44F86C5E-03FC-4AAD-BCEA-725C35958332}" srcOrd="7" destOrd="0" presId="urn:microsoft.com/office/officeart/2018/2/layout/IconVerticalSolidList"/>
    <dgm:cxn modelId="{C72D99F5-38BE-440F-ABA5-E593A2DB6353}" type="presParOf" srcId="{B20F1F52-1EA3-4FDB-9785-980F9F761457}" destId="{4239D6B8-DED9-46B8-97B1-8AD7F056E2D9}" srcOrd="8" destOrd="0" presId="urn:microsoft.com/office/officeart/2018/2/layout/IconVerticalSolidList"/>
    <dgm:cxn modelId="{54861581-8511-4E4E-9D3A-7BC1CA5B1998}" type="presParOf" srcId="{4239D6B8-DED9-46B8-97B1-8AD7F056E2D9}" destId="{DABA6EE5-33CD-4EC3-B82F-1C7FE3D9D773}" srcOrd="0" destOrd="0" presId="urn:microsoft.com/office/officeart/2018/2/layout/IconVerticalSolidList"/>
    <dgm:cxn modelId="{ACA4FCB2-8F5F-4DDA-8194-1FA1EA87CBD0}" type="presParOf" srcId="{4239D6B8-DED9-46B8-97B1-8AD7F056E2D9}" destId="{2B84E5ED-F2BA-4F3D-ACAF-748D44F409D0}" srcOrd="1" destOrd="0" presId="urn:microsoft.com/office/officeart/2018/2/layout/IconVerticalSolidList"/>
    <dgm:cxn modelId="{C73977F4-C16C-4509-99FC-B03BE5039401}" type="presParOf" srcId="{4239D6B8-DED9-46B8-97B1-8AD7F056E2D9}" destId="{88DC88C7-C948-4927-BDD1-C74B055E510E}" srcOrd="2" destOrd="0" presId="urn:microsoft.com/office/officeart/2018/2/layout/IconVerticalSolidList"/>
    <dgm:cxn modelId="{907D7BD3-562F-4D32-A3A3-E8952452FDA7}" type="presParOf" srcId="{4239D6B8-DED9-46B8-97B1-8AD7F056E2D9}" destId="{C9B8181C-0A19-4C7F-99D6-A1FD0BC2F1F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A184AB-1237-4677-A224-675A273C9EC5}">
      <dsp:nvSpPr>
        <dsp:cNvPr id="0" name=""/>
        <dsp:cNvSpPr/>
      </dsp:nvSpPr>
      <dsp:spPr>
        <a:xfrm>
          <a:off x="1186680" y="1519933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 l="-55000" r="-5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02FB26-13A7-409E-A779-F8814C951579}">
      <dsp:nvSpPr>
        <dsp:cNvPr id="0" name=""/>
        <dsp:cNvSpPr/>
      </dsp:nvSpPr>
      <dsp:spPr>
        <a:xfrm>
          <a:off x="691680" y="2621626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Python (pandas)</a:t>
          </a:r>
          <a:r>
            <a:rPr lang="en-US" sz="1400" b="0" i="0" kern="1200" baseline="0"/>
            <a:t> — Data cleaning and transformation</a:t>
          </a:r>
          <a:endParaRPr lang="en-US" sz="1400" kern="1200"/>
        </a:p>
      </dsp:txBody>
      <dsp:txXfrm>
        <a:off x="691680" y="2621626"/>
        <a:ext cx="1800000" cy="720000"/>
      </dsp:txXfrm>
    </dsp:sp>
    <dsp:sp modelId="{DA1681C2-508A-493E-972D-75655278C0E5}">
      <dsp:nvSpPr>
        <dsp:cNvPr id="0" name=""/>
        <dsp:cNvSpPr/>
      </dsp:nvSpPr>
      <dsp:spPr>
        <a:xfrm>
          <a:off x="3301680" y="1519933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t="-5000" b="-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38F707-9096-4171-BD19-8C7FADA41655}">
      <dsp:nvSpPr>
        <dsp:cNvPr id="0" name=""/>
        <dsp:cNvSpPr/>
      </dsp:nvSpPr>
      <dsp:spPr>
        <a:xfrm>
          <a:off x="2806680" y="2621626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baseline="0"/>
            <a:t>Visual Studio Code</a:t>
          </a:r>
          <a:r>
            <a:rPr lang="en-US" sz="1200" b="0" i="0" kern="1200" baseline="0"/>
            <a:t> — Integrated development environment</a:t>
          </a:r>
          <a:endParaRPr lang="en-US" sz="1200" kern="1200"/>
        </a:p>
      </dsp:txBody>
      <dsp:txXfrm>
        <a:off x="2806680" y="2621626"/>
        <a:ext cx="1800000" cy="720000"/>
      </dsp:txXfrm>
    </dsp:sp>
    <dsp:sp modelId="{7D7775E2-F643-4823-81D9-F9D1784DBDE0}">
      <dsp:nvSpPr>
        <dsp:cNvPr id="0" name=""/>
        <dsp:cNvSpPr/>
      </dsp:nvSpPr>
      <dsp:spPr>
        <a:xfrm>
          <a:off x="5416680" y="1519933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rcRect/>
          <a:stretch>
            <a:fillRect l="-39000" r="-39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7A30F6-2F14-4633-9360-FD3656E60AEE}">
      <dsp:nvSpPr>
        <dsp:cNvPr id="0" name=""/>
        <dsp:cNvSpPr/>
      </dsp:nvSpPr>
      <dsp:spPr>
        <a:xfrm>
          <a:off x="4921680" y="2621626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baseline="0"/>
            <a:t>Power BI Desktop</a:t>
          </a:r>
          <a:r>
            <a:rPr lang="en-US" sz="1200" b="0" i="0" kern="1200" baseline="0"/>
            <a:t> — Interactive visualisation and insight generation</a:t>
          </a:r>
          <a:endParaRPr lang="en-US" sz="1200" kern="1200"/>
        </a:p>
      </dsp:txBody>
      <dsp:txXfrm>
        <a:off x="4921680" y="2621626"/>
        <a:ext cx="1800000" cy="720000"/>
      </dsp:txXfrm>
    </dsp:sp>
    <dsp:sp modelId="{55E49DF7-62BE-4373-A58F-0CA706EF00BB}">
      <dsp:nvSpPr>
        <dsp:cNvPr id="0" name=""/>
        <dsp:cNvSpPr/>
      </dsp:nvSpPr>
      <dsp:spPr>
        <a:xfrm>
          <a:off x="7531680" y="1519933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837473B0-CC2E-450A-ABE3-18F120FF3D39}">
                <a1611:picAttrSrcUrl xmlns:a1611="http://schemas.microsoft.com/office/drawing/2016/11/main" r:id="rId8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FC5E07-F7BE-40FE-9489-973C943D52F3}">
      <dsp:nvSpPr>
        <dsp:cNvPr id="0" name=""/>
        <dsp:cNvSpPr/>
      </dsp:nvSpPr>
      <dsp:spPr>
        <a:xfrm>
          <a:off x="7036680" y="2621626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baseline="0"/>
            <a:t>Microsoft PowerPoint</a:t>
          </a:r>
          <a:r>
            <a:rPr lang="en-US" sz="1200" b="0" i="0" kern="1200" baseline="0"/>
            <a:t> — Final presentation creation</a:t>
          </a:r>
          <a:endParaRPr lang="en-US" sz="1200" kern="1200"/>
        </a:p>
      </dsp:txBody>
      <dsp:txXfrm>
        <a:off x="7036680" y="2621626"/>
        <a:ext cx="1800000" cy="720000"/>
      </dsp:txXfrm>
    </dsp:sp>
    <dsp:sp modelId="{D1F7D4CB-401B-4639-933E-B6AC1A68CF2B}">
      <dsp:nvSpPr>
        <dsp:cNvPr id="0" name=""/>
        <dsp:cNvSpPr/>
      </dsp:nvSpPr>
      <dsp:spPr>
        <a:xfrm>
          <a:off x="9646680" y="1519933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837473B0-CC2E-450A-ABE3-18F120FF3D39}">
                <a1611:picAttrSrcUrl xmlns:a1611="http://schemas.microsoft.com/office/drawing/2016/11/main" r:id="rId10"/>
              </a:ext>
            </a:extLst>
          </a:blip>
          <a:srcRect/>
          <a:stretch>
            <a:fillRect l="-25000" r="-2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397ACF-A9A2-4A86-B4EE-4AD3215DC3AA}">
      <dsp:nvSpPr>
        <dsp:cNvPr id="0" name=""/>
        <dsp:cNvSpPr/>
      </dsp:nvSpPr>
      <dsp:spPr>
        <a:xfrm>
          <a:off x="9151680" y="2621626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baseline="0"/>
            <a:t>Data.gov.uk</a:t>
          </a:r>
          <a:r>
            <a:rPr lang="en-US" sz="1200" b="0" i="0" kern="1200" baseline="0"/>
            <a:t> — Official UK government datasets</a:t>
          </a:r>
          <a:endParaRPr lang="en-US" sz="1200" kern="1200"/>
        </a:p>
      </dsp:txBody>
      <dsp:txXfrm>
        <a:off x="9151680" y="2621626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C96D78-ED96-4EF5-84CE-93E03BF5A0BB}">
      <dsp:nvSpPr>
        <dsp:cNvPr id="0" name=""/>
        <dsp:cNvSpPr/>
      </dsp:nvSpPr>
      <dsp:spPr>
        <a:xfrm>
          <a:off x="0" y="3130"/>
          <a:ext cx="9753600" cy="6667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A93ED8-619E-411D-A9A2-083667CD7152}">
      <dsp:nvSpPr>
        <dsp:cNvPr id="0" name=""/>
        <dsp:cNvSpPr/>
      </dsp:nvSpPr>
      <dsp:spPr>
        <a:xfrm>
          <a:off x="201696" y="153152"/>
          <a:ext cx="366720" cy="3667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D7C8CE-A842-4FEA-A2B7-43A3DF1C793B}">
      <dsp:nvSpPr>
        <dsp:cNvPr id="0" name=""/>
        <dsp:cNvSpPr/>
      </dsp:nvSpPr>
      <dsp:spPr>
        <a:xfrm>
          <a:off x="770113" y="3130"/>
          <a:ext cx="8983486" cy="6667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566" tIns="70566" rIns="70566" bIns="7056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Some dates are not clear or are missing (NaT).</a:t>
          </a:r>
        </a:p>
      </dsp:txBody>
      <dsp:txXfrm>
        <a:off x="770113" y="3130"/>
        <a:ext cx="8983486" cy="666764"/>
      </dsp:txXfrm>
    </dsp:sp>
    <dsp:sp modelId="{FE884A0E-1022-4190-8BDC-732E63A30F97}">
      <dsp:nvSpPr>
        <dsp:cNvPr id="0" name=""/>
        <dsp:cNvSpPr/>
      </dsp:nvSpPr>
      <dsp:spPr>
        <a:xfrm>
          <a:off x="0" y="836586"/>
          <a:ext cx="9753600" cy="6667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743B6F-19E5-4344-BD10-925B59C8F17C}">
      <dsp:nvSpPr>
        <dsp:cNvPr id="0" name=""/>
        <dsp:cNvSpPr/>
      </dsp:nvSpPr>
      <dsp:spPr>
        <a:xfrm>
          <a:off x="201696" y="986608"/>
          <a:ext cx="366720" cy="3667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2DEBCE-05F9-4D4F-B2CE-46B583B91CBE}">
      <dsp:nvSpPr>
        <dsp:cNvPr id="0" name=""/>
        <dsp:cNvSpPr/>
      </dsp:nvSpPr>
      <dsp:spPr>
        <a:xfrm>
          <a:off x="770113" y="836586"/>
          <a:ext cx="8983486" cy="6667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566" tIns="70566" rIns="70566" bIns="7056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There is no complete standardisation of categories over the years.</a:t>
          </a:r>
        </a:p>
      </dsp:txBody>
      <dsp:txXfrm>
        <a:off x="770113" y="836586"/>
        <a:ext cx="8983486" cy="666764"/>
      </dsp:txXfrm>
    </dsp:sp>
    <dsp:sp modelId="{FCA515ED-17C8-49FF-AE1D-FABC1CD276B6}">
      <dsp:nvSpPr>
        <dsp:cNvPr id="0" name=""/>
        <dsp:cNvSpPr/>
      </dsp:nvSpPr>
      <dsp:spPr>
        <a:xfrm>
          <a:off x="0" y="1670042"/>
          <a:ext cx="9753600" cy="6667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11D0B4-10C4-4F5A-B741-08B266705785}">
      <dsp:nvSpPr>
        <dsp:cNvPr id="0" name=""/>
        <dsp:cNvSpPr/>
      </dsp:nvSpPr>
      <dsp:spPr>
        <a:xfrm>
          <a:off x="201696" y="1820064"/>
          <a:ext cx="366720" cy="3667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82A62A-7484-46FF-9268-C032AB10A94A}">
      <dsp:nvSpPr>
        <dsp:cNvPr id="0" name=""/>
        <dsp:cNvSpPr/>
      </dsp:nvSpPr>
      <dsp:spPr>
        <a:xfrm>
          <a:off x="770113" y="1670042"/>
          <a:ext cx="8983486" cy="6667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566" tIns="70566" rIns="70566" bIns="7056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There is a potential reporting bias because of the predominance of the industry in the submissions.</a:t>
          </a:r>
        </a:p>
      </dsp:txBody>
      <dsp:txXfrm>
        <a:off x="770113" y="1670042"/>
        <a:ext cx="8983486" cy="666764"/>
      </dsp:txXfrm>
    </dsp:sp>
    <dsp:sp modelId="{C3D6722A-C89D-42E0-A225-542478C6D174}">
      <dsp:nvSpPr>
        <dsp:cNvPr id="0" name=""/>
        <dsp:cNvSpPr/>
      </dsp:nvSpPr>
      <dsp:spPr>
        <a:xfrm>
          <a:off x="0" y="2503498"/>
          <a:ext cx="9753600" cy="6667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C7FF5E-4F8B-4E5D-AB1C-4F4EE77A9B98}">
      <dsp:nvSpPr>
        <dsp:cNvPr id="0" name=""/>
        <dsp:cNvSpPr/>
      </dsp:nvSpPr>
      <dsp:spPr>
        <a:xfrm>
          <a:off x="201696" y="2653520"/>
          <a:ext cx="366720" cy="3667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8045D9-CA65-4147-9D97-308E00905745}">
      <dsp:nvSpPr>
        <dsp:cNvPr id="0" name=""/>
        <dsp:cNvSpPr/>
      </dsp:nvSpPr>
      <dsp:spPr>
        <a:xfrm>
          <a:off x="770113" y="2503498"/>
          <a:ext cx="8983486" cy="6667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566" tIns="70566" rIns="70566" bIns="7056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There is no information about the severity or the outcome in the dataset.</a:t>
          </a:r>
        </a:p>
      </dsp:txBody>
      <dsp:txXfrm>
        <a:off x="770113" y="2503498"/>
        <a:ext cx="8983486" cy="666764"/>
      </dsp:txXfrm>
    </dsp:sp>
    <dsp:sp modelId="{DABA6EE5-33CD-4EC3-B82F-1C7FE3D9D773}">
      <dsp:nvSpPr>
        <dsp:cNvPr id="0" name=""/>
        <dsp:cNvSpPr/>
      </dsp:nvSpPr>
      <dsp:spPr>
        <a:xfrm>
          <a:off x="0" y="3336954"/>
          <a:ext cx="9753600" cy="6667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84E5ED-F2BA-4F3D-ACAF-748D44F409D0}">
      <dsp:nvSpPr>
        <dsp:cNvPr id="0" name=""/>
        <dsp:cNvSpPr/>
      </dsp:nvSpPr>
      <dsp:spPr>
        <a:xfrm>
          <a:off x="201696" y="3486976"/>
          <a:ext cx="366720" cy="36672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B8181C-0A19-4C7F-99D6-A1FD0BC2F1F8}">
      <dsp:nvSpPr>
        <dsp:cNvPr id="0" name=""/>
        <dsp:cNvSpPr/>
      </dsp:nvSpPr>
      <dsp:spPr>
        <a:xfrm>
          <a:off x="770113" y="3336954"/>
          <a:ext cx="8983486" cy="6667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566" tIns="70566" rIns="70566" bIns="7056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There are no details about the demographic or consumer impact.</a:t>
          </a:r>
        </a:p>
      </dsp:txBody>
      <dsp:txXfrm>
        <a:off x="770113" y="3336954"/>
        <a:ext cx="8983486" cy="6667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F1C56-8A72-4858-851C-F15B634C74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00" y="1122362"/>
            <a:ext cx="8876022" cy="3744209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1834EB-45A5-426C-824A-8F07CA8F6D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9200" y="5230134"/>
            <a:ext cx="4876800" cy="942065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D55F2-5374-4778-B1EE-98996792D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044F8-E727-4D63-B6D6-26482F83D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41F76-D956-4205-AD99-E91FD5FCC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330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11A1B-E09A-4F93-BC68-B160114AF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8C4A9-27ED-4E86-A256-5009E3134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 sz="1400"/>
            </a:lvl3pPr>
            <a:lvl4pPr>
              <a:lnSpc>
                <a:spcPct val="120000"/>
              </a:lnSpc>
              <a:defRPr sz="1200"/>
            </a:lvl4pPr>
            <a:lvl5pPr>
              <a:lnSpc>
                <a:spcPct val="120000"/>
              </a:lnSpc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CF91C-8771-4949-A397-928A5743E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EA0ED-4961-4254-B34E-71D14C4E0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97152-BD97-4A72-8B07-CD2BC57B8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591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4EAF4-C10D-4650-9587-15DA8E9F9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1368862"/>
            <a:ext cx="9486900" cy="36796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A1D5C2-6E93-4B23-A0CA-D5D7E735C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0" y="5318974"/>
            <a:ext cx="9486900" cy="85322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15BFB-5D28-4ABE-AD37-0C6C3FD94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4035B-0539-4A03-87C0-22E52C98B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27ADF-48C9-49CF-BD4D-82399BF64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519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1A2FB-0310-4935-B7F7-E47876CD4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87C14-52AB-4AAC-9038-29CF58EA6E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9200" y="2168278"/>
            <a:ext cx="4702921" cy="41563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2E45A-DCC0-4701-9D67-EF56AECE34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9880" y="2168278"/>
            <a:ext cx="4782699" cy="41563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F0813-A167-4D17-AA79-07BD9765F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940D7-D4C1-4C24-95F3-29A849CEE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949AB7-007E-4D4D-A2C1-2C5C3310C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948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0184-BDFD-48DE-B858-B81887BFD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753599" cy="15779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24FEB2-6EEC-49D4-9466-0F7A6EDB0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1" y="2095930"/>
            <a:ext cx="4507931" cy="758650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E8CF0-BAB6-4BF2-836F-FED0AF88A8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9201" y="2938410"/>
            <a:ext cx="4507930" cy="3386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0751AB-FCF0-450B-A6DF-9B9A2AD2C2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64867" y="2095930"/>
            <a:ext cx="4507932" cy="758650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3898E7-3130-4CE6-AA11-C9CC8214EA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64867" y="2938410"/>
            <a:ext cx="4507932" cy="3386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D85675-9678-4CB3-9AAB-D727D2B58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5F8314-1849-461A-AAF2-BF149646D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69738E-5865-473C-BAFB-BDB385C06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861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7AC40-59FF-4CE3-B49C-C824A784C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493249" cy="15779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2FAB63-E9CE-4359-A54B-07AC7E9BB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939854-5165-4C41-8DCA-D42DFD7D9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1768E0-4535-4B0D-8B94-4C10740B0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978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4678E3-D115-4E49-9ECB-656CF2319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21E6FC-7F84-4673-81D6-B85FE26DA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80318A-245C-4841-AB57-CEC5CC12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454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F847B-9D86-47FF-B24A-EEA5F73EA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457200"/>
            <a:ext cx="3776472" cy="2852928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C0675-AD2F-44DC-8FF3-4454258A5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7582" y="987425"/>
            <a:ext cx="5948618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D96356-C0F0-4C22-B9B6-C7E0BE4F37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9200" y="3484210"/>
            <a:ext cx="3768934" cy="238477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3EFD71-2ACA-4041-9EA2-86E7B81C3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ECACE3-32A8-4245-97AC-5797C147E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D63845-314D-499C-BB75-CE9162BE6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381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6D3DB-B1F8-4892-96F7-0BE21DE63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457200"/>
            <a:ext cx="3932349" cy="2852670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0AB405-B2E9-4C4B-930C-CF1B63342F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74810" y="657055"/>
            <a:ext cx="5831389" cy="55151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AF82ED-5295-4670-A3A8-B7813FF471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9199" y="3484210"/>
            <a:ext cx="3768934" cy="23768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8BCDD2-4389-41FA-BE68-6805E3290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C1D4C8-D966-41BE-B38F-54B9134FF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A7339F-1169-4FB1-8FAA-781335ECB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981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A6D4F-1C6D-40FB-9A92-C86C4E15C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67BDDB-F95B-4041-AA53-71BBCB26D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77052-C8EA-459E-9E10-8EE28C50E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E6650-E3AD-4C98-88FE-F5152966F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4FED5-B228-4E3C-BFEE-0BC47D950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12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0A243A-5463-4C65-85DA-03BECDAE63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31898" y="854169"/>
            <a:ext cx="2674301" cy="532279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10153C-6948-4108-8FF1-033F66D4C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854169"/>
            <a:ext cx="7886700" cy="53227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45988-B24C-46FE-87B0-55D4FB7CB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AB2DB-BD1F-41F7-AC5E-57249C270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1E3DB-BDAB-40CA-ABA3-A3662C068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13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104591-A10E-46C3-952B-F25DCBDAD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493249" cy="15779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F77F62-7300-4B81-8F9B-D040A0EE17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0" y="2318032"/>
            <a:ext cx="9493250" cy="4006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52CF0-2C7E-4A4C-BD7E-B7CEFF0DC4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2630" y="6356349"/>
            <a:ext cx="3063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8C1E1FAD-7351-4908-963A-08EA8E4AB7A0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49E98-61B4-4398-B18F-534336EA17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099372" y="4308656"/>
            <a:ext cx="34712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6DC5D-5820-4314-ADE6-9CD1C7D4A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6670" y="6356349"/>
            <a:ext cx="5761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1668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54" r:id="rId6"/>
    <p:sldLayoutId id="2147483759" r:id="rId7"/>
    <p:sldLayoutId id="2147483755" r:id="rId8"/>
    <p:sldLayoutId id="2147483756" r:id="rId9"/>
    <p:sldLayoutId id="2147483757" r:id="rId10"/>
    <p:sldLayoutId id="2147483758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4000" i="1" kern="1200">
          <a:solidFill>
            <a:srgbClr val="000000"/>
          </a:solidFill>
          <a:highlight>
            <a:srgbClr val="FFFF00"/>
          </a:highligh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Consolas" panose="020B0609020204030204" pitchFamily="49" charset="0"/>
        <a:buChar char="+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indent="-228600" algn="l" defTabSz="914400" rtl="0" eaLnBrk="1" latinLnBrk="0" hangingPunct="1">
        <a:lnSpc>
          <a:spcPct val="120000"/>
        </a:lnSpc>
        <a:spcBef>
          <a:spcPts val="500"/>
        </a:spcBef>
        <a:buFont typeface="Consolas" panose="020B0609020204030204" pitchFamily="49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ta.gov.uk/?utm_source=chatgpt.com" TargetMode="External"/><Relationship Id="rId7" Type="http://schemas.openxmlformats.org/officeDocument/2006/relationships/image" Target="../media/image38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hyperlink" Target="https://www.food.gov.uk/" TargetMode="External"/><Relationship Id="rId4" Type="http://schemas.openxmlformats.org/officeDocument/2006/relationships/hyperlink" Target="https://www.gov.uk/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5D27EB0-8BE0-48A7-8570-9A138605F2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7A55D5B-D482-4672-82D9-7C01DF001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0" y="0"/>
            <a:ext cx="12192000" cy="2179475"/>
          </a:xfrm>
          <a:custGeom>
            <a:avLst/>
            <a:gdLst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93343 w 12192000"/>
              <a:gd name="connsiteY106" fmla="*/ 1664672 h 2237474"/>
              <a:gd name="connsiteX107" fmla="*/ 6380457 w 12192000"/>
              <a:gd name="connsiteY107" fmla="*/ 1662376 h 2237474"/>
              <a:gd name="connsiteX108" fmla="*/ 6280959 w 12192000"/>
              <a:gd name="connsiteY108" fmla="*/ 1689329 h 2237474"/>
              <a:gd name="connsiteX109" fmla="*/ 6266765 w 12192000"/>
              <a:gd name="connsiteY109" fmla="*/ 1695560 h 2237474"/>
              <a:gd name="connsiteX110" fmla="*/ 6255823 w 12192000"/>
              <a:gd name="connsiteY110" fmla="*/ 1704850 h 2237474"/>
              <a:gd name="connsiteX111" fmla="*/ 6098321 w 12192000"/>
              <a:gd name="connsiteY111" fmla="*/ 1721646 h 2237474"/>
              <a:gd name="connsiteX112" fmla="*/ 5880652 w 12192000"/>
              <a:gd name="connsiteY112" fmla="*/ 1779643 h 2237474"/>
              <a:gd name="connsiteX113" fmla="*/ 5785959 w 12192000"/>
              <a:gd name="connsiteY113" fmla="*/ 1775307 h 2237474"/>
              <a:gd name="connsiteX114" fmla="*/ 5643534 w 12192000"/>
              <a:gd name="connsiteY114" fmla="*/ 1802919 h 2237474"/>
              <a:gd name="connsiteX115" fmla="*/ 5518799 w 12192000"/>
              <a:gd name="connsiteY115" fmla="*/ 1818312 h 2237474"/>
              <a:gd name="connsiteX116" fmla="*/ 5505014 w 12192000"/>
              <a:gd name="connsiteY116" fmla="*/ 1819259 h 2237474"/>
              <a:gd name="connsiteX117" fmla="*/ 5499949 w 12192000"/>
              <a:gd name="connsiteY117" fmla="*/ 1814490 h 2237474"/>
              <a:gd name="connsiteX118" fmla="*/ 5453307 w 12192000"/>
              <a:gd name="connsiteY118" fmla="*/ 1815450 h 2237474"/>
              <a:gd name="connsiteX119" fmla="*/ 5364192 w 12192000"/>
              <a:gd name="connsiteY119" fmla="*/ 1826074 h 2237474"/>
              <a:gd name="connsiteX120" fmla="*/ 5350380 w 12192000"/>
              <a:gd name="connsiteY120" fmla="*/ 1830891 h 2237474"/>
              <a:gd name="connsiteX121" fmla="*/ 5259633 w 12192000"/>
              <a:gd name="connsiteY121" fmla="*/ 1837160 h 2237474"/>
              <a:gd name="connsiteX122" fmla="*/ 5197513 w 12192000"/>
              <a:gd name="connsiteY122" fmla="*/ 1844718 h 2237474"/>
              <a:gd name="connsiteX123" fmla="*/ 5184170 w 12192000"/>
              <a:gd name="connsiteY123" fmla="*/ 1849402 h 2237474"/>
              <a:gd name="connsiteX124" fmla="*/ 5168852 w 12192000"/>
              <a:gd name="connsiteY124" fmla="*/ 1844846 h 2237474"/>
              <a:gd name="connsiteX125" fmla="*/ 5164370 w 12192000"/>
              <a:gd name="connsiteY125" fmla="*/ 1840597 h 2237474"/>
              <a:gd name="connsiteX126" fmla="*/ 5114927 w 12192000"/>
              <a:gd name="connsiteY126" fmla="*/ 1847827 h 2237474"/>
              <a:gd name="connsiteX127" fmla="*/ 5108970 w 12192000"/>
              <a:gd name="connsiteY127" fmla="*/ 1847935 h 2237474"/>
              <a:gd name="connsiteX128" fmla="*/ 5067961 w 12192000"/>
              <a:gd name="connsiteY128" fmla="*/ 1845917 h 2237474"/>
              <a:gd name="connsiteX129" fmla="*/ 5007075 w 12192000"/>
              <a:gd name="connsiteY129" fmla="*/ 1838626 h 2237474"/>
              <a:gd name="connsiteX130" fmla="*/ 4944087 w 12192000"/>
              <a:gd name="connsiteY130" fmla="*/ 1823332 h 2237474"/>
              <a:gd name="connsiteX131" fmla="*/ 4907662 w 12192000"/>
              <a:gd name="connsiteY131" fmla="*/ 1816900 h 2237474"/>
              <a:gd name="connsiteX132" fmla="*/ 4882386 w 12192000"/>
              <a:gd name="connsiteY132" fmla="*/ 1809844 h 2237474"/>
              <a:gd name="connsiteX133" fmla="*/ 4811440 w 12192000"/>
              <a:gd name="connsiteY133" fmla="*/ 1804655 h 2237474"/>
              <a:gd name="connsiteX134" fmla="*/ 4691075 w 12192000"/>
              <a:gd name="connsiteY134" fmla="*/ 1801389 h 2237474"/>
              <a:gd name="connsiteX135" fmla="*/ 4647449 w 12192000"/>
              <a:gd name="connsiteY135" fmla="*/ 1793181 h 2237474"/>
              <a:gd name="connsiteX136" fmla="*/ 4645504 w 12192000"/>
              <a:gd name="connsiteY136" fmla="*/ 1787606 h 2237474"/>
              <a:gd name="connsiteX137" fmla="*/ 4632229 w 12192000"/>
              <a:gd name="connsiteY137" fmla="*/ 1785815 h 2237474"/>
              <a:gd name="connsiteX138" fmla="*/ 4629273 w 12192000"/>
              <a:gd name="connsiteY138" fmla="*/ 1784355 h 2237474"/>
              <a:gd name="connsiteX139" fmla="*/ 4611738 w 12192000"/>
              <a:gd name="connsiteY139" fmla="*/ 1776964 h 2237474"/>
              <a:gd name="connsiteX140" fmla="*/ 4560070 w 12192000"/>
              <a:gd name="connsiteY140" fmla="*/ 1785640 h 2237474"/>
              <a:gd name="connsiteX141" fmla="*/ 4536503 w 12192000"/>
              <a:gd name="connsiteY141" fmla="*/ 1785334 h 2237474"/>
              <a:gd name="connsiteX142" fmla="*/ 4513724 w 12192000"/>
              <a:gd name="connsiteY142" fmla="*/ 1791996 h 2237474"/>
              <a:gd name="connsiteX143" fmla="*/ 4501513 w 12192000"/>
              <a:gd name="connsiteY143" fmla="*/ 1799835 h 2237474"/>
              <a:gd name="connsiteX144" fmla="*/ 4459076 w 12192000"/>
              <a:gd name="connsiteY144" fmla="*/ 1813003 h 2237474"/>
              <a:gd name="connsiteX145" fmla="*/ 4459810 w 12192000"/>
              <a:gd name="connsiteY145" fmla="*/ 1797886 h 2237474"/>
              <a:gd name="connsiteX146" fmla="*/ 4379064 w 12192000"/>
              <a:gd name="connsiteY146" fmla="*/ 1817177 h 2237474"/>
              <a:gd name="connsiteX147" fmla="*/ 4319209 w 12192000"/>
              <a:gd name="connsiteY147" fmla="*/ 1834833 h 2237474"/>
              <a:gd name="connsiteX148" fmla="*/ 4306907 w 12192000"/>
              <a:gd name="connsiteY148" fmla="*/ 1841641 h 2237474"/>
              <a:gd name="connsiteX149" fmla="*/ 4290981 w 12192000"/>
              <a:gd name="connsiteY149" fmla="*/ 1839677 h 2237474"/>
              <a:gd name="connsiteX150" fmla="*/ 4285792 w 12192000"/>
              <a:gd name="connsiteY150" fmla="*/ 1836231 h 2237474"/>
              <a:gd name="connsiteX151" fmla="*/ 4238372 w 12192000"/>
              <a:gd name="connsiteY151" fmla="*/ 1851480 h 2237474"/>
              <a:gd name="connsiteX152" fmla="*/ 4232517 w 12192000"/>
              <a:gd name="connsiteY152" fmla="*/ 1852567 h 2237474"/>
              <a:gd name="connsiteX153" fmla="*/ 4191732 w 12192000"/>
              <a:gd name="connsiteY153" fmla="*/ 1857328 h 2237474"/>
              <a:gd name="connsiteX154" fmla="*/ 4065532 w 12192000"/>
              <a:gd name="connsiteY154" fmla="*/ 1855477 h 2237474"/>
              <a:gd name="connsiteX155" fmla="*/ 4028460 w 12192000"/>
              <a:gd name="connsiteY155" fmla="*/ 1855137 h 2237474"/>
              <a:gd name="connsiteX156" fmla="*/ 4002267 w 12192000"/>
              <a:gd name="connsiteY156" fmla="*/ 1852352 h 2237474"/>
              <a:gd name="connsiteX157" fmla="*/ 3931396 w 12192000"/>
              <a:gd name="connsiteY157" fmla="*/ 1858915 h 2237474"/>
              <a:gd name="connsiteX158" fmla="*/ 3812162 w 12192000"/>
              <a:gd name="connsiteY158" fmla="*/ 1875501 h 2237474"/>
              <a:gd name="connsiteX159" fmla="*/ 3767672 w 12192000"/>
              <a:gd name="connsiteY159" fmla="*/ 1874600 h 2237474"/>
              <a:gd name="connsiteX160" fmla="*/ 3764741 w 12192000"/>
              <a:gd name="connsiteY160" fmla="*/ 1869433 h 2237474"/>
              <a:gd name="connsiteX161" fmla="*/ 3751332 w 12192000"/>
              <a:gd name="connsiteY161" fmla="*/ 1869854 h 2237474"/>
              <a:gd name="connsiteX162" fmla="*/ 3748155 w 12192000"/>
              <a:gd name="connsiteY162" fmla="*/ 1868903 h 2237474"/>
              <a:gd name="connsiteX163" fmla="*/ 3729530 w 12192000"/>
              <a:gd name="connsiteY163" fmla="*/ 1864513 h 2237474"/>
              <a:gd name="connsiteX164" fmla="*/ 3680177 w 12192000"/>
              <a:gd name="connsiteY164" fmla="*/ 1881552 h 2237474"/>
              <a:gd name="connsiteX165" fmla="*/ 3567259 w 12192000"/>
              <a:gd name="connsiteY165" fmla="*/ 1893482 h 2237474"/>
              <a:gd name="connsiteX166" fmla="*/ 3405770 w 12192000"/>
              <a:gd name="connsiteY166" fmla="*/ 1904591 h 2237474"/>
              <a:gd name="connsiteX167" fmla="*/ 3280097 w 12192000"/>
              <a:gd name="connsiteY167" fmla="*/ 1919610 h 2237474"/>
              <a:gd name="connsiteX168" fmla="*/ 3123424 w 12192000"/>
              <a:gd name="connsiteY168" fmla="*/ 1952930 h 2237474"/>
              <a:gd name="connsiteX169" fmla="*/ 3009910 w 12192000"/>
              <a:gd name="connsiteY169" fmla="*/ 1957866 h 2237474"/>
              <a:gd name="connsiteX170" fmla="*/ 2995934 w 12192000"/>
              <a:gd name="connsiteY170" fmla="*/ 1967085 h 2237474"/>
              <a:gd name="connsiteX171" fmla="*/ 2980071 w 12192000"/>
              <a:gd name="connsiteY171" fmla="*/ 1972988 h 2237474"/>
              <a:gd name="connsiteX172" fmla="*/ 2978094 w 12192000"/>
              <a:gd name="connsiteY172" fmla="*/ 1972369 h 2237474"/>
              <a:gd name="connsiteX173" fmla="*/ 2942858 w 12192000"/>
              <a:gd name="connsiteY173" fmla="*/ 1981367 h 2237474"/>
              <a:gd name="connsiteX174" fmla="*/ 2875436 w 12192000"/>
              <a:gd name="connsiteY174" fmla="*/ 1996977 h 2237474"/>
              <a:gd name="connsiteX175" fmla="*/ 2874892 w 12192000"/>
              <a:gd name="connsiteY175" fmla="*/ 1996085 h 2237474"/>
              <a:gd name="connsiteX176" fmla="*/ 2864145 w 12192000"/>
              <a:gd name="connsiteY176" fmla="*/ 1994061 h 2237474"/>
              <a:gd name="connsiteX177" fmla="*/ 2843662 w 12192000"/>
              <a:gd name="connsiteY177" fmla="*/ 1992498 h 2237474"/>
              <a:gd name="connsiteX178" fmla="*/ 2796128 w 12192000"/>
              <a:gd name="connsiteY178" fmla="*/ 1976403 h 2237474"/>
              <a:gd name="connsiteX179" fmla="*/ 2756784 w 12192000"/>
              <a:gd name="connsiteY179" fmla="*/ 1985116 h 2237474"/>
              <a:gd name="connsiteX180" fmla="*/ 2748833 w 12192000"/>
              <a:gd name="connsiteY180" fmla="*/ 1986323 h 2237474"/>
              <a:gd name="connsiteX181" fmla="*/ 2748661 w 12192000"/>
              <a:gd name="connsiteY181" fmla="*/ 1986122 h 2237474"/>
              <a:gd name="connsiteX182" fmla="*/ 2740251 w 12192000"/>
              <a:gd name="connsiteY182" fmla="*/ 1986946 h 2237474"/>
              <a:gd name="connsiteX183" fmla="*/ 2718916 w 12192000"/>
              <a:gd name="connsiteY183" fmla="*/ 1990867 h 2237474"/>
              <a:gd name="connsiteX184" fmla="*/ 2713522 w 12192000"/>
              <a:gd name="connsiteY184" fmla="*/ 1990173 h 2237474"/>
              <a:gd name="connsiteX185" fmla="*/ 2680597 w 12192000"/>
              <a:gd name="connsiteY185" fmla="*/ 1984996 h 2237474"/>
              <a:gd name="connsiteX186" fmla="*/ 2578178 w 12192000"/>
              <a:gd name="connsiteY186" fmla="*/ 1990531 h 2237474"/>
              <a:gd name="connsiteX187" fmla="*/ 2476147 w 12192000"/>
              <a:gd name="connsiteY187" fmla="*/ 1998305 h 2237474"/>
              <a:gd name="connsiteX188" fmla="*/ 2373568 w 12192000"/>
              <a:gd name="connsiteY188" fmla="*/ 2003219 h 2237474"/>
              <a:gd name="connsiteX189" fmla="*/ 2321399 w 12192000"/>
              <a:gd name="connsiteY189" fmla="*/ 1989467 h 2237474"/>
              <a:gd name="connsiteX190" fmla="*/ 2315525 w 12192000"/>
              <a:gd name="connsiteY190" fmla="*/ 1989708 h 2237474"/>
              <a:gd name="connsiteX191" fmla="*/ 2300792 w 12192000"/>
              <a:gd name="connsiteY191" fmla="*/ 1994290 h 2237474"/>
              <a:gd name="connsiteX192" fmla="*/ 2295469 w 12192000"/>
              <a:gd name="connsiteY192" fmla="*/ 1996659 h 2237474"/>
              <a:gd name="connsiteX193" fmla="*/ 2287219 w 12192000"/>
              <a:gd name="connsiteY193" fmla="*/ 1998750 h 2237474"/>
              <a:gd name="connsiteX194" fmla="*/ 2286948 w 12192000"/>
              <a:gd name="connsiteY194" fmla="*/ 1998596 h 2237474"/>
              <a:gd name="connsiteX195" fmla="*/ 2243069 w 12192000"/>
              <a:gd name="connsiteY195" fmla="*/ 2015111 h 2237474"/>
              <a:gd name="connsiteX196" fmla="*/ 2186609 w 12192000"/>
              <a:gd name="connsiteY196" fmla="*/ 2008263 h 2237474"/>
              <a:gd name="connsiteX197" fmla="*/ 2164831 w 12192000"/>
              <a:gd name="connsiteY197" fmla="*/ 2010143 h 2237474"/>
              <a:gd name="connsiteX198" fmla="*/ 2152836 w 12192000"/>
              <a:gd name="connsiteY198" fmla="*/ 2010048 h 2237474"/>
              <a:gd name="connsiteX199" fmla="*/ 2117102 w 12192000"/>
              <a:gd name="connsiteY199" fmla="*/ 2023004 h 2237474"/>
              <a:gd name="connsiteX200" fmla="*/ 2111935 w 12192000"/>
              <a:gd name="connsiteY200" fmla="*/ 2023163 h 2237474"/>
              <a:gd name="connsiteX201" fmla="*/ 2089991 w 12192000"/>
              <a:gd name="connsiteY201" fmla="*/ 2034193 h 2237474"/>
              <a:gd name="connsiteX202" fmla="*/ 2058061 w 12192000"/>
              <a:gd name="connsiteY202" fmla="*/ 2047942 h 2237474"/>
              <a:gd name="connsiteX203" fmla="*/ 2055737 w 12192000"/>
              <a:gd name="connsiteY203" fmla="*/ 2047704 h 2237474"/>
              <a:gd name="connsiteX204" fmla="*/ 2042244 w 12192000"/>
              <a:gd name="connsiteY204" fmla="*/ 2055560 h 2237474"/>
              <a:gd name="connsiteX205" fmla="*/ 1976224 w 12192000"/>
              <a:gd name="connsiteY205" fmla="*/ 2074257 h 2237474"/>
              <a:gd name="connsiteX206" fmla="*/ 1877728 w 12192000"/>
              <a:gd name="connsiteY206" fmla="*/ 2101004 h 2237474"/>
              <a:gd name="connsiteX207" fmla="*/ 1759056 w 12192000"/>
              <a:gd name="connsiteY207" fmla="*/ 2125608 h 2237474"/>
              <a:gd name="connsiteX208" fmla="*/ 1637948 w 12192000"/>
              <a:gd name="connsiteY208" fmla="*/ 2172597 h 2237474"/>
              <a:gd name="connsiteX209" fmla="*/ 1434549 w 12192000"/>
              <a:gd name="connsiteY209" fmla="*/ 2234522 h 2237474"/>
              <a:gd name="connsiteX210" fmla="*/ 1398481 w 12192000"/>
              <a:gd name="connsiteY210" fmla="*/ 2237074 h 2237474"/>
              <a:gd name="connsiteX211" fmla="*/ 1398407 w 12192000"/>
              <a:gd name="connsiteY211" fmla="*/ 2237095 h 2237474"/>
              <a:gd name="connsiteX212" fmla="*/ 1370962 w 12192000"/>
              <a:gd name="connsiteY212" fmla="*/ 2237474 h 2237474"/>
              <a:gd name="connsiteX213" fmla="*/ 1356367 w 12192000"/>
              <a:gd name="connsiteY213" fmla="*/ 2235089 h 2237474"/>
              <a:gd name="connsiteX214" fmla="*/ 1324828 w 12192000"/>
              <a:gd name="connsiteY214" fmla="*/ 2231968 h 2237474"/>
              <a:gd name="connsiteX215" fmla="*/ 1297744 w 12192000"/>
              <a:gd name="connsiteY215" fmla="*/ 2235849 h 2237474"/>
              <a:gd name="connsiteX216" fmla="*/ 1286236 w 12192000"/>
              <a:gd name="connsiteY216" fmla="*/ 2233135 h 2237474"/>
              <a:gd name="connsiteX217" fmla="*/ 1283504 w 12192000"/>
              <a:gd name="connsiteY217" fmla="*/ 2233797 h 2237474"/>
              <a:gd name="connsiteX218" fmla="*/ 1279765 w 12192000"/>
              <a:gd name="connsiteY218" fmla="*/ 2229639 h 2237474"/>
              <a:gd name="connsiteX219" fmla="*/ 1195347 w 12192000"/>
              <a:gd name="connsiteY219" fmla="*/ 2212354 h 2237474"/>
              <a:gd name="connsiteX220" fmla="*/ 970251 w 12192000"/>
              <a:gd name="connsiteY220" fmla="*/ 2221029 h 2237474"/>
              <a:gd name="connsiteX221" fmla="*/ 812914 w 12192000"/>
              <a:gd name="connsiteY221" fmla="*/ 2202752 h 2237474"/>
              <a:gd name="connsiteX222" fmla="*/ 800195 w 12192000"/>
              <a:gd name="connsiteY222" fmla="*/ 2209407 h 2237474"/>
              <a:gd name="connsiteX223" fmla="*/ 784978 w 12192000"/>
              <a:gd name="connsiteY223" fmla="*/ 2212360 h 2237474"/>
              <a:gd name="connsiteX224" fmla="*/ 681987 w 12192000"/>
              <a:gd name="connsiteY224" fmla="*/ 2216757 h 2237474"/>
              <a:gd name="connsiteX225" fmla="*/ 669923 w 12192000"/>
              <a:gd name="connsiteY225" fmla="*/ 2211682 h 2237474"/>
              <a:gd name="connsiteX226" fmla="*/ 648680 w 12192000"/>
              <a:gd name="connsiteY226" fmla="*/ 2206229 h 2237474"/>
              <a:gd name="connsiteX227" fmla="*/ 597225 w 12192000"/>
              <a:gd name="connsiteY227" fmla="*/ 2180999 h 2237474"/>
              <a:gd name="connsiteX228" fmla="*/ 558449 w 12192000"/>
              <a:gd name="connsiteY228" fmla="*/ 2182346 h 2237474"/>
              <a:gd name="connsiteX229" fmla="*/ 550517 w 12192000"/>
              <a:gd name="connsiteY229" fmla="*/ 2182060 h 2237474"/>
              <a:gd name="connsiteX230" fmla="*/ 550309 w 12192000"/>
              <a:gd name="connsiteY230" fmla="*/ 2181825 h 2237474"/>
              <a:gd name="connsiteX231" fmla="*/ 541836 w 12192000"/>
              <a:gd name="connsiteY231" fmla="*/ 2181063 h 2237474"/>
              <a:gd name="connsiteX232" fmla="*/ 536057 w 12192000"/>
              <a:gd name="connsiteY232" fmla="*/ 2181537 h 2237474"/>
              <a:gd name="connsiteX233" fmla="*/ 520671 w 12192000"/>
              <a:gd name="connsiteY233" fmla="*/ 2180980 h 2237474"/>
              <a:gd name="connsiteX234" fmla="*/ 515024 w 12192000"/>
              <a:gd name="connsiteY234" fmla="*/ 2179258 h 2237474"/>
              <a:gd name="connsiteX235" fmla="*/ 512278 w 12192000"/>
              <a:gd name="connsiteY235" fmla="*/ 2176369 h 2237474"/>
              <a:gd name="connsiteX236" fmla="*/ 480419 w 12192000"/>
              <a:gd name="connsiteY236" fmla="*/ 2167807 h 2237474"/>
              <a:gd name="connsiteX237" fmla="*/ 413835 w 12192000"/>
              <a:gd name="connsiteY237" fmla="*/ 2156783 h 2237474"/>
              <a:gd name="connsiteX238" fmla="*/ 376513 w 12192000"/>
              <a:gd name="connsiteY238" fmla="*/ 2154014 h 2237474"/>
              <a:gd name="connsiteX239" fmla="*/ 273386 w 12192000"/>
              <a:gd name="connsiteY239" fmla="*/ 2142551 h 2237474"/>
              <a:gd name="connsiteX240" fmla="*/ 169207 w 12192000"/>
              <a:gd name="connsiteY240" fmla="*/ 2128100 h 2237474"/>
              <a:gd name="connsiteX241" fmla="*/ 93149 w 12192000"/>
              <a:gd name="connsiteY241" fmla="*/ 2105324 h 2237474"/>
              <a:gd name="connsiteX242" fmla="*/ 88109 w 12192000"/>
              <a:gd name="connsiteY242" fmla="*/ 2106704 h 2237474"/>
              <a:gd name="connsiteX243" fmla="*/ 80022 w 12192000"/>
              <a:gd name="connsiteY243" fmla="*/ 2107254 h 2237474"/>
              <a:gd name="connsiteX244" fmla="*/ 79717 w 12192000"/>
              <a:gd name="connsiteY244" fmla="*/ 2107046 h 2237474"/>
              <a:gd name="connsiteX245" fmla="*/ 72352 w 12192000"/>
              <a:gd name="connsiteY245" fmla="*/ 2107991 h 2237474"/>
              <a:gd name="connsiteX246" fmla="*/ 37645 w 12192000"/>
              <a:gd name="connsiteY246" fmla="*/ 2115401 h 2237474"/>
              <a:gd name="connsiteX247" fmla="*/ 4572 w 12192000"/>
              <a:gd name="connsiteY247" fmla="*/ 2111091 h 2237474"/>
              <a:gd name="connsiteX248" fmla="*/ 0 w 12192000"/>
              <a:gd name="connsiteY248" fmla="*/ 2110468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93343 w 12192000"/>
              <a:gd name="connsiteY106" fmla="*/ 1664672 h 2237474"/>
              <a:gd name="connsiteX107" fmla="*/ 6380457 w 12192000"/>
              <a:gd name="connsiteY107" fmla="*/ 1662376 h 2237474"/>
              <a:gd name="connsiteX108" fmla="*/ 6280959 w 12192000"/>
              <a:gd name="connsiteY108" fmla="*/ 1689329 h 2237474"/>
              <a:gd name="connsiteX109" fmla="*/ 6266765 w 12192000"/>
              <a:gd name="connsiteY109" fmla="*/ 1695560 h 2237474"/>
              <a:gd name="connsiteX110" fmla="*/ 6255823 w 12192000"/>
              <a:gd name="connsiteY110" fmla="*/ 1704850 h 2237474"/>
              <a:gd name="connsiteX111" fmla="*/ 6098321 w 12192000"/>
              <a:gd name="connsiteY111" fmla="*/ 1721646 h 2237474"/>
              <a:gd name="connsiteX112" fmla="*/ 5880652 w 12192000"/>
              <a:gd name="connsiteY112" fmla="*/ 1779643 h 2237474"/>
              <a:gd name="connsiteX113" fmla="*/ 5785959 w 12192000"/>
              <a:gd name="connsiteY113" fmla="*/ 1775307 h 2237474"/>
              <a:gd name="connsiteX114" fmla="*/ 5643534 w 12192000"/>
              <a:gd name="connsiteY114" fmla="*/ 1802919 h 2237474"/>
              <a:gd name="connsiteX115" fmla="*/ 5518799 w 12192000"/>
              <a:gd name="connsiteY115" fmla="*/ 1818312 h 2237474"/>
              <a:gd name="connsiteX116" fmla="*/ 5505014 w 12192000"/>
              <a:gd name="connsiteY116" fmla="*/ 1819259 h 2237474"/>
              <a:gd name="connsiteX117" fmla="*/ 5499949 w 12192000"/>
              <a:gd name="connsiteY117" fmla="*/ 1814490 h 2237474"/>
              <a:gd name="connsiteX118" fmla="*/ 5453307 w 12192000"/>
              <a:gd name="connsiteY118" fmla="*/ 1815450 h 2237474"/>
              <a:gd name="connsiteX119" fmla="*/ 5364192 w 12192000"/>
              <a:gd name="connsiteY119" fmla="*/ 1826074 h 2237474"/>
              <a:gd name="connsiteX120" fmla="*/ 5350380 w 12192000"/>
              <a:gd name="connsiteY120" fmla="*/ 1830891 h 2237474"/>
              <a:gd name="connsiteX121" fmla="*/ 5259633 w 12192000"/>
              <a:gd name="connsiteY121" fmla="*/ 1837160 h 2237474"/>
              <a:gd name="connsiteX122" fmla="*/ 5197513 w 12192000"/>
              <a:gd name="connsiteY122" fmla="*/ 1844718 h 2237474"/>
              <a:gd name="connsiteX123" fmla="*/ 5184170 w 12192000"/>
              <a:gd name="connsiteY123" fmla="*/ 1849402 h 2237474"/>
              <a:gd name="connsiteX124" fmla="*/ 5168852 w 12192000"/>
              <a:gd name="connsiteY124" fmla="*/ 1844846 h 2237474"/>
              <a:gd name="connsiteX125" fmla="*/ 5164370 w 12192000"/>
              <a:gd name="connsiteY125" fmla="*/ 1840597 h 2237474"/>
              <a:gd name="connsiteX126" fmla="*/ 5114927 w 12192000"/>
              <a:gd name="connsiteY126" fmla="*/ 1847827 h 2237474"/>
              <a:gd name="connsiteX127" fmla="*/ 5108970 w 12192000"/>
              <a:gd name="connsiteY127" fmla="*/ 1847935 h 2237474"/>
              <a:gd name="connsiteX128" fmla="*/ 5067961 w 12192000"/>
              <a:gd name="connsiteY128" fmla="*/ 1845917 h 2237474"/>
              <a:gd name="connsiteX129" fmla="*/ 5007075 w 12192000"/>
              <a:gd name="connsiteY129" fmla="*/ 1838626 h 2237474"/>
              <a:gd name="connsiteX130" fmla="*/ 4944087 w 12192000"/>
              <a:gd name="connsiteY130" fmla="*/ 1823332 h 2237474"/>
              <a:gd name="connsiteX131" fmla="*/ 4907662 w 12192000"/>
              <a:gd name="connsiteY131" fmla="*/ 1816900 h 2237474"/>
              <a:gd name="connsiteX132" fmla="*/ 4882386 w 12192000"/>
              <a:gd name="connsiteY132" fmla="*/ 1809844 h 2237474"/>
              <a:gd name="connsiteX133" fmla="*/ 4811440 w 12192000"/>
              <a:gd name="connsiteY133" fmla="*/ 1804655 h 2237474"/>
              <a:gd name="connsiteX134" fmla="*/ 4691075 w 12192000"/>
              <a:gd name="connsiteY134" fmla="*/ 1801389 h 2237474"/>
              <a:gd name="connsiteX135" fmla="*/ 4647449 w 12192000"/>
              <a:gd name="connsiteY135" fmla="*/ 1793181 h 2237474"/>
              <a:gd name="connsiteX136" fmla="*/ 4645504 w 12192000"/>
              <a:gd name="connsiteY136" fmla="*/ 1787606 h 2237474"/>
              <a:gd name="connsiteX137" fmla="*/ 4632229 w 12192000"/>
              <a:gd name="connsiteY137" fmla="*/ 1785815 h 2237474"/>
              <a:gd name="connsiteX138" fmla="*/ 4629273 w 12192000"/>
              <a:gd name="connsiteY138" fmla="*/ 1784355 h 2237474"/>
              <a:gd name="connsiteX139" fmla="*/ 4611738 w 12192000"/>
              <a:gd name="connsiteY139" fmla="*/ 1776964 h 2237474"/>
              <a:gd name="connsiteX140" fmla="*/ 4560070 w 12192000"/>
              <a:gd name="connsiteY140" fmla="*/ 1785640 h 2237474"/>
              <a:gd name="connsiteX141" fmla="*/ 4536503 w 12192000"/>
              <a:gd name="connsiteY141" fmla="*/ 1785334 h 2237474"/>
              <a:gd name="connsiteX142" fmla="*/ 4513724 w 12192000"/>
              <a:gd name="connsiteY142" fmla="*/ 1791996 h 2237474"/>
              <a:gd name="connsiteX143" fmla="*/ 4501513 w 12192000"/>
              <a:gd name="connsiteY143" fmla="*/ 1799835 h 2237474"/>
              <a:gd name="connsiteX144" fmla="*/ 4459810 w 12192000"/>
              <a:gd name="connsiteY144" fmla="*/ 1797886 h 2237474"/>
              <a:gd name="connsiteX145" fmla="*/ 4379064 w 12192000"/>
              <a:gd name="connsiteY145" fmla="*/ 1817177 h 2237474"/>
              <a:gd name="connsiteX146" fmla="*/ 4319209 w 12192000"/>
              <a:gd name="connsiteY146" fmla="*/ 1834833 h 2237474"/>
              <a:gd name="connsiteX147" fmla="*/ 4306907 w 12192000"/>
              <a:gd name="connsiteY147" fmla="*/ 1841641 h 2237474"/>
              <a:gd name="connsiteX148" fmla="*/ 4290981 w 12192000"/>
              <a:gd name="connsiteY148" fmla="*/ 1839677 h 2237474"/>
              <a:gd name="connsiteX149" fmla="*/ 4285792 w 12192000"/>
              <a:gd name="connsiteY149" fmla="*/ 1836231 h 2237474"/>
              <a:gd name="connsiteX150" fmla="*/ 4238372 w 12192000"/>
              <a:gd name="connsiteY150" fmla="*/ 1851480 h 2237474"/>
              <a:gd name="connsiteX151" fmla="*/ 4232517 w 12192000"/>
              <a:gd name="connsiteY151" fmla="*/ 1852567 h 2237474"/>
              <a:gd name="connsiteX152" fmla="*/ 4191732 w 12192000"/>
              <a:gd name="connsiteY152" fmla="*/ 1857328 h 2237474"/>
              <a:gd name="connsiteX153" fmla="*/ 4065532 w 12192000"/>
              <a:gd name="connsiteY153" fmla="*/ 1855477 h 2237474"/>
              <a:gd name="connsiteX154" fmla="*/ 4028460 w 12192000"/>
              <a:gd name="connsiteY154" fmla="*/ 1855137 h 2237474"/>
              <a:gd name="connsiteX155" fmla="*/ 4002267 w 12192000"/>
              <a:gd name="connsiteY155" fmla="*/ 1852352 h 2237474"/>
              <a:gd name="connsiteX156" fmla="*/ 3931396 w 12192000"/>
              <a:gd name="connsiteY156" fmla="*/ 1858915 h 2237474"/>
              <a:gd name="connsiteX157" fmla="*/ 3812162 w 12192000"/>
              <a:gd name="connsiteY157" fmla="*/ 1875501 h 2237474"/>
              <a:gd name="connsiteX158" fmla="*/ 3767672 w 12192000"/>
              <a:gd name="connsiteY158" fmla="*/ 1874600 h 2237474"/>
              <a:gd name="connsiteX159" fmla="*/ 3764741 w 12192000"/>
              <a:gd name="connsiteY159" fmla="*/ 1869433 h 2237474"/>
              <a:gd name="connsiteX160" fmla="*/ 3751332 w 12192000"/>
              <a:gd name="connsiteY160" fmla="*/ 1869854 h 2237474"/>
              <a:gd name="connsiteX161" fmla="*/ 3748155 w 12192000"/>
              <a:gd name="connsiteY161" fmla="*/ 1868903 h 2237474"/>
              <a:gd name="connsiteX162" fmla="*/ 3729530 w 12192000"/>
              <a:gd name="connsiteY162" fmla="*/ 1864513 h 2237474"/>
              <a:gd name="connsiteX163" fmla="*/ 3680177 w 12192000"/>
              <a:gd name="connsiteY163" fmla="*/ 1881552 h 2237474"/>
              <a:gd name="connsiteX164" fmla="*/ 3567259 w 12192000"/>
              <a:gd name="connsiteY164" fmla="*/ 1893482 h 2237474"/>
              <a:gd name="connsiteX165" fmla="*/ 3405770 w 12192000"/>
              <a:gd name="connsiteY165" fmla="*/ 1904591 h 2237474"/>
              <a:gd name="connsiteX166" fmla="*/ 3280097 w 12192000"/>
              <a:gd name="connsiteY166" fmla="*/ 1919610 h 2237474"/>
              <a:gd name="connsiteX167" fmla="*/ 3123424 w 12192000"/>
              <a:gd name="connsiteY167" fmla="*/ 1952930 h 2237474"/>
              <a:gd name="connsiteX168" fmla="*/ 3009910 w 12192000"/>
              <a:gd name="connsiteY168" fmla="*/ 1957866 h 2237474"/>
              <a:gd name="connsiteX169" fmla="*/ 2995934 w 12192000"/>
              <a:gd name="connsiteY169" fmla="*/ 1967085 h 2237474"/>
              <a:gd name="connsiteX170" fmla="*/ 2980071 w 12192000"/>
              <a:gd name="connsiteY170" fmla="*/ 1972988 h 2237474"/>
              <a:gd name="connsiteX171" fmla="*/ 2978094 w 12192000"/>
              <a:gd name="connsiteY171" fmla="*/ 1972369 h 2237474"/>
              <a:gd name="connsiteX172" fmla="*/ 2942858 w 12192000"/>
              <a:gd name="connsiteY172" fmla="*/ 1981367 h 2237474"/>
              <a:gd name="connsiteX173" fmla="*/ 2875436 w 12192000"/>
              <a:gd name="connsiteY173" fmla="*/ 1996977 h 2237474"/>
              <a:gd name="connsiteX174" fmla="*/ 2874892 w 12192000"/>
              <a:gd name="connsiteY174" fmla="*/ 1996085 h 2237474"/>
              <a:gd name="connsiteX175" fmla="*/ 2864145 w 12192000"/>
              <a:gd name="connsiteY175" fmla="*/ 1994061 h 2237474"/>
              <a:gd name="connsiteX176" fmla="*/ 2843662 w 12192000"/>
              <a:gd name="connsiteY176" fmla="*/ 1992498 h 2237474"/>
              <a:gd name="connsiteX177" fmla="*/ 2796128 w 12192000"/>
              <a:gd name="connsiteY177" fmla="*/ 1976403 h 2237474"/>
              <a:gd name="connsiteX178" fmla="*/ 2756784 w 12192000"/>
              <a:gd name="connsiteY178" fmla="*/ 1985116 h 2237474"/>
              <a:gd name="connsiteX179" fmla="*/ 2748833 w 12192000"/>
              <a:gd name="connsiteY179" fmla="*/ 1986323 h 2237474"/>
              <a:gd name="connsiteX180" fmla="*/ 2748661 w 12192000"/>
              <a:gd name="connsiteY180" fmla="*/ 1986122 h 2237474"/>
              <a:gd name="connsiteX181" fmla="*/ 2740251 w 12192000"/>
              <a:gd name="connsiteY181" fmla="*/ 1986946 h 2237474"/>
              <a:gd name="connsiteX182" fmla="*/ 2718916 w 12192000"/>
              <a:gd name="connsiteY182" fmla="*/ 1990867 h 2237474"/>
              <a:gd name="connsiteX183" fmla="*/ 2713522 w 12192000"/>
              <a:gd name="connsiteY183" fmla="*/ 1990173 h 2237474"/>
              <a:gd name="connsiteX184" fmla="*/ 2680597 w 12192000"/>
              <a:gd name="connsiteY184" fmla="*/ 1984996 h 2237474"/>
              <a:gd name="connsiteX185" fmla="*/ 2578178 w 12192000"/>
              <a:gd name="connsiteY185" fmla="*/ 1990531 h 2237474"/>
              <a:gd name="connsiteX186" fmla="*/ 2476147 w 12192000"/>
              <a:gd name="connsiteY186" fmla="*/ 1998305 h 2237474"/>
              <a:gd name="connsiteX187" fmla="*/ 2373568 w 12192000"/>
              <a:gd name="connsiteY187" fmla="*/ 2003219 h 2237474"/>
              <a:gd name="connsiteX188" fmla="*/ 2321399 w 12192000"/>
              <a:gd name="connsiteY188" fmla="*/ 1989467 h 2237474"/>
              <a:gd name="connsiteX189" fmla="*/ 2315525 w 12192000"/>
              <a:gd name="connsiteY189" fmla="*/ 1989708 h 2237474"/>
              <a:gd name="connsiteX190" fmla="*/ 2300792 w 12192000"/>
              <a:gd name="connsiteY190" fmla="*/ 1994290 h 2237474"/>
              <a:gd name="connsiteX191" fmla="*/ 2295469 w 12192000"/>
              <a:gd name="connsiteY191" fmla="*/ 1996659 h 2237474"/>
              <a:gd name="connsiteX192" fmla="*/ 2287219 w 12192000"/>
              <a:gd name="connsiteY192" fmla="*/ 1998750 h 2237474"/>
              <a:gd name="connsiteX193" fmla="*/ 2286948 w 12192000"/>
              <a:gd name="connsiteY193" fmla="*/ 1998596 h 2237474"/>
              <a:gd name="connsiteX194" fmla="*/ 2243069 w 12192000"/>
              <a:gd name="connsiteY194" fmla="*/ 2015111 h 2237474"/>
              <a:gd name="connsiteX195" fmla="*/ 2186609 w 12192000"/>
              <a:gd name="connsiteY195" fmla="*/ 2008263 h 2237474"/>
              <a:gd name="connsiteX196" fmla="*/ 2164831 w 12192000"/>
              <a:gd name="connsiteY196" fmla="*/ 2010143 h 2237474"/>
              <a:gd name="connsiteX197" fmla="*/ 2152836 w 12192000"/>
              <a:gd name="connsiteY197" fmla="*/ 2010048 h 2237474"/>
              <a:gd name="connsiteX198" fmla="*/ 2117102 w 12192000"/>
              <a:gd name="connsiteY198" fmla="*/ 2023004 h 2237474"/>
              <a:gd name="connsiteX199" fmla="*/ 2111935 w 12192000"/>
              <a:gd name="connsiteY199" fmla="*/ 2023163 h 2237474"/>
              <a:gd name="connsiteX200" fmla="*/ 2089991 w 12192000"/>
              <a:gd name="connsiteY200" fmla="*/ 2034193 h 2237474"/>
              <a:gd name="connsiteX201" fmla="*/ 2058061 w 12192000"/>
              <a:gd name="connsiteY201" fmla="*/ 2047942 h 2237474"/>
              <a:gd name="connsiteX202" fmla="*/ 2055737 w 12192000"/>
              <a:gd name="connsiteY202" fmla="*/ 2047704 h 2237474"/>
              <a:gd name="connsiteX203" fmla="*/ 2042244 w 12192000"/>
              <a:gd name="connsiteY203" fmla="*/ 2055560 h 2237474"/>
              <a:gd name="connsiteX204" fmla="*/ 1976224 w 12192000"/>
              <a:gd name="connsiteY204" fmla="*/ 2074257 h 2237474"/>
              <a:gd name="connsiteX205" fmla="*/ 1877728 w 12192000"/>
              <a:gd name="connsiteY205" fmla="*/ 2101004 h 2237474"/>
              <a:gd name="connsiteX206" fmla="*/ 1759056 w 12192000"/>
              <a:gd name="connsiteY206" fmla="*/ 2125608 h 2237474"/>
              <a:gd name="connsiteX207" fmla="*/ 1637948 w 12192000"/>
              <a:gd name="connsiteY207" fmla="*/ 2172597 h 2237474"/>
              <a:gd name="connsiteX208" fmla="*/ 1434549 w 12192000"/>
              <a:gd name="connsiteY208" fmla="*/ 2234522 h 2237474"/>
              <a:gd name="connsiteX209" fmla="*/ 1398481 w 12192000"/>
              <a:gd name="connsiteY209" fmla="*/ 2237074 h 2237474"/>
              <a:gd name="connsiteX210" fmla="*/ 1398407 w 12192000"/>
              <a:gd name="connsiteY210" fmla="*/ 2237095 h 2237474"/>
              <a:gd name="connsiteX211" fmla="*/ 1370962 w 12192000"/>
              <a:gd name="connsiteY211" fmla="*/ 2237474 h 2237474"/>
              <a:gd name="connsiteX212" fmla="*/ 1356367 w 12192000"/>
              <a:gd name="connsiteY212" fmla="*/ 2235089 h 2237474"/>
              <a:gd name="connsiteX213" fmla="*/ 1324828 w 12192000"/>
              <a:gd name="connsiteY213" fmla="*/ 2231968 h 2237474"/>
              <a:gd name="connsiteX214" fmla="*/ 1297744 w 12192000"/>
              <a:gd name="connsiteY214" fmla="*/ 2235849 h 2237474"/>
              <a:gd name="connsiteX215" fmla="*/ 1286236 w 12192000"/>
              <a:gd name="connsiteY215" fmla="*/ 2233135 h 2237474"/>
              <a:gd name="connsiteX216" fmla="*/ 1283504 w 12192000"/>
              <a:gd name="connsiteY216" fmla="*/ 2233797 h 2237474"/>
              <a:gd name="connsiteX217" fmla="*/ 1279765 w 12192000"/>
              <a:gd name="connsiteY217" fmla="*/ 2229639 h 2237474"/>
              <a:gd name="connsiteX218" fmla="*/ 1195347 w 12192000"/>
              <a:gd name="connsiteY218" fmla="*/ 2212354 h 2237474"/>
              <a:gd name="connsiteX219" fmla="*/ 970251 w 12192000"/>
              <a:gd name="connsiteY219" fmla="*/ 2221029 h 2237474"/>
              <a:gd name="connsiteX220" fmla="*/ 812914 w 12192000"/>
              <a:gd name="connsiteY220" fmla="*/ 2202752 h 2237474"/>
              <a:gd name="connsiteX221" fmla="*/ 800195 w 12192000"/>
              <a:gd name="connsiteY221" fmla="*/ 2209407 h 2237474"/>
              <a:gd name="connsiteX222" fmla="*/ 784978 w 12192000"/>
              <a:gd name="connsiteY222" fmla="*/ 2212360 h 2237474"/>
              <a:gd name="connsiteX223" fmla="*/ 681987 w 12192000"/>
              <a:gd name="connsiteY223" fmla="*/ 2216757 h 2237474"/>
              <a:gd name="connsiteX224" fmla="*/ 669923 w 12192000"/>
              <a:gd name="connsiteY224" fmla="*/ 2211682 h 2237474"/>
              <a:gd name="connsiteX225" fmla="*/ 648680 w 12192000"/>
              <a:gd name="connsiteY225" fmla="*/ 2206229 h 2237474"/>
              <a:gd name="connsiteX226" fmla="*/ 597225 w 12192000"/>
              <a:gd name="connsiteY226" fmla="*/ 2180999 h 2237474"/>
              <a:gd name="connsiteX227" fmla="*/ 558449 w 12192000"/>
              <a:gd name="connsiteY227" fmla="*/ 2182346 h 2237474"/>
              <a:gd name="connsiteX228" fmla="*/ 550517 w 12192000"/>
              <a:gd name="connsiteY228" fmla="*/ 2182060 h 2237474"/>
              <a:gd name="connsiteX229" fmla="*/ 550309 w 12192000"/>
              <a:gd name="connsiteY229" fmla="*/ 2181825 h 2237474"/>
              <a:gd name="connsiteX230" fmla="*/ 541836 w 12192000"/>
              <a:gd name="connsiteY230" fmla="*/ 2181063 h 2237474"/>
              <a:gd name="connsiteX231" fmla="*/ 536057 w 12192000"/>
              <a:gd name="connsiteY231" fmla="*/ 2181537 h 2237474"/>
              <a:gd name="connsiteX232" fmla="*/ 520671 w 12192000"/>
              <a:gd name="connsiteY232" fmla="*/ 2180980 h 2237474"/>
              <a:gd name="connsiteX233" fmla="*/ 515024 w 12192000"/>
              <a:gd name="connsiteY233" fmla="*/ 2179258 h 2237474"/>
              <a:gd name="connsiteX234" fmla="*/ 512278 w 12192000"/>
              <a:gd name="connsiteY234" fmla="*/ 2176369 h 2237474"/>
              <a:gd name="connsiteX235" fmla="*/ 480419 w 12192000"/>
              <a:gd name="connsiteY235" fmla="*/ 2167807 h 2237474"/>
              <a:gd name="connsiteX236" fmla="*/ 413835 w 12192000"/>
              <a:gd name="connsiteY236" fmla="*/ 2156783 h 2237474"/>
              <a:gd name="connsiteX237" fmla="*/ 376513 w 12192000"/>
              <a:gd name="connsiteY237" fmla="*/ 2154014 h 2237474"/>
              <a:gd name="connsiteX238" fmla="*/ 273386 w 12192000"/>
              <a:gd name="connsiteY238" fmla="*/ 2142551 h 2237474"/>
              <a:gd name="connsiteX239" fmla="*/ 169207 w 12192000"/>
              <a:gd name="connsiteY239" fmla="*/ 2128100 h 2237474"/>
              <a:gd name="connsiteX240" fmla="*/ 93149 w 12192000"/>
              <a:gd name="connsiteY240" fmla="*/ 2105324 h 2237474"/>
              <a:gd name="connsiteX241" fmla="*/ 88109 w 12192000"/>
              <a:gd name="connsiteY241" fmla="*/ 2106704 h 2237474"/>
              <a:gd name="connsiteX242" fmla="*/ 80022 w 12192000"/>
              <a:gd name="connsiteY242" fmla="*/ 2107254 h 2237474"/>
              <a:gd name="connsiteX243" fmla="*/ 79717 w 12192000"/>
              <a:gd name="connsiteY243" fmla="*/ 2107046 h 2237474"/>
              <a:gd name="connsiteX244" fmla="*/ 72352 w 12192000"/>
              <a:gd name="connsiteY244" fmla="*/ 2107991 h 2237474"/>
              <a:gd name="connsiteX245" fmla="*/ 37645 w 12192000"/>
              <a:gd name="connsiteY245" fmla="*/ 2115401 h 2237474"/>
              <a:gd name="connsiteX246" fmla="*/ 4572 w 12192000"/>
              <a:gd name="connsiteY246" fmla="*/ 2111091 h 2237474"/>
              <a:gd name="connsiteX247" fmla="*/ 0 w 12192000"/>
              <a:gd name="connsiteY247" fmla="*/ 2110468 h 2237474"/>
              <a:gd name="connsiteX248" fmla="*/ 0 w 12192000"/>
              <a:gd name="connsiteY248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93343 w 12192000"/>
              <a:gd name="connsiteY106" fmla="*/ 1664672 h 2237474"/>
              <a:gd name="connsiteX107" fmla="*/ 6380457 w 12192000"/>
              <a:gd name="connsiteY107" fmla="*/ 1662376 h 2237474"/>
              <a:gd name="connsiteX108" fmla="*/ 6280959 w 12192000"/>
              <a:gd name="connsiteY108" fmla="*/ 1689329 h 2237474"/>
              <a:gd name="connsiteX109" fmla="*/ 6266765 w 12192000"/>
              <a:gd name="connsiteY109" fmla="*/ 1695560 h 2237474"/>
              <a:gd name="connsiteX110" fmla="*/ 6255823 w 12192000"/>
              <a:gd name="connsiteY110" fmla="*/ 1704850 h 2237474"/>
              <a:gd name="connsiteX111" fmla="*/ 6098321 w 12192000"/>
              <a:gd name="connsiteY111" fmla="*/ 1721646 h 2237474"/>
              <a:gd name="connsiteX112" fmla="*/ 5880652 w 12192000"/>
              <a:gd name="connsiteY112" fmla="*/ 1779643 h 2237474"/>
              <a:gd name="connsiteX113" fmla="*/ 5785959 w 12192000"/>
              <a:gd name="connsiteY113" fmla="*/ 1775307 h 2237474"/>
              <a:gd name="connsiteX114" fmla="*/ 5643534 w 12192000"/>
              <a:gd name="connsiteY114" fmla="*/ 1802919 h 2237474"/>
              <a:gd name="connsiteX115" fmla="*/ 5518799 w 12192000"/>
              <a:gd name="connsiteY115" fmla="*/ 1818312 h 2237474"/>
              <a:gd name="connsiteX116" fmla="*/ 5505014 w 12192000"/>
              <a:gd name="connsiteY116" fmla="*/ 1819259 h 2237474"/>
              <a:gd name="connsiteX117" fmla="*/ 5499949 w 12192000"/>
              <a:gd name="connsiteY117" fmla="*/ 1814490 h 2237474"/>
              <a:gd name="connsiteX118" fmla="*/ 5453307 w 12192000"/>
              <a:gd name="connsiteY118" fmla="*/ 1815450 h 2237474"/>
              <a:gd name="connsiteX119" fmla="*/ 5364192 w 12192000"/>
              <a:gd name="connsiteY119" fmla="*/ 1826074 h 2237474"/>
              <a:gd name="connsiteX120" fmla="*/ 5350380 w 12192000"/>
              <a:gd name="connsiteY120" fmla="*/ 1830891 h 2237474"/>
              <a:gd name="connsiteX121" fmla="*/ 5259633 w 12192000"/>
              <a:gd name="connsiteY121" fmla="*/ 1837160 h 2237474"/>
              <a:gd name="connsiteX122" fmla="*/ 5197513 w 12192000"/>
              <a:gd name="connsiteY122" fmla="*/ 1844718 h 2237474"/>
              <a:gd name="connsiteX123" fmla="*/ 5184170 w 12192000"/>
              <a:gd name="connsiteY123" fmla="*/ 1849402 h 2237474"/>
              <a:gd name="connsiteX124" fmla="*/ 5168852 w 12192000"/>
              <a:gd name="connsiteY124" fmla="*/ 1844846 h 2237474"/>
              <a:gd name="connsiteX125" fmla="*/ 5164370 w 12192000"/>
              <a:gd name="connsiteY125" fmla="*/ 1840597 h 2237474"/>
              <a:gd name="connsiteX126" fmla="*/ 5114927 w 12192000"/>
              <a:gd name="connsiteY126" fmla="*/ 1847827 h 2237474"/>
              <a:gd name="connsiteX127" fmla="*/ 5108970 w 12192000"/>
              <a:gd name="connsiteY127" fmla="*/ 1847935 h 2237474"/>
              <a:gd name="connsiteX128" fmla="*/ 5067961 w 12192000"/>
              <a:gd name="connsiteY128" fmla="*/ 1845917 h 2237474"/>
              <a:gd name="connsiteX129" fmla="*/ 5007075 w 12192000"/>
              <a:gd name="connsiteY129" fmla="*/ 1838626 h 2237474"/>
              <a:gd name="connsiteX130" fmla="*/ 4944087 w 12192000"/>
              <a:gd name="connsiteY130" fmla="*/ 1823332 h 2237474"/>
              <a:gd name="connsiteX131" fmla="*/ 4907662 w 12192000"/>
              <a:gd name="connsiteY131" fmla="*/ 1816900 h 2237474"/>
              <a:gd name="connsiteX132" fmla="*/ 4882386 w 12192000"/>
              <a:gd name="connsiteY132" fmla="*/ 1809844 h 2237474"/>
              <a:gd name="connsiteX133" fmla="*/ 4811440 w 12192000"/>
              <a:gd name="connsiteY133" fmla="*/ 1804655 h 2237474"/>
              <a:gd name="connsiteX134" fmla="*/ 4691075 w 12192000"/>
              <a:gd name="connsiteY134" fmla="*/ 1801389 h 2237474"/>
              <a:gd name="connsiteX135" fmla="*/ 4647449 w 12192000"/>
              <a:gd name="connsiteY135" fmla="*/ 1793181 h 2237474"/>
              <a:gd name="connsiteX136" fmla="*/ 4645504 w 12192000"/>
              <a:gd name="connsiteY136" fmla="*/ 1787606 h 2237474"/>
              <a:gd name="connsiteX137" fmla="*/ 4632229 w 12192000"/>
              <a:gd name="connsiteY137" fmla="*/ 1785815 h 2237474"/>
              <a:gd name="connsiteX138" fmla="*/ 4629273 w 12192000"/>
              <a:gd name="connsiteY138" fmla="*/ 1784355 h 2237474"/>
              <a:gd name="connsiteX139" fmla="*/ 4611738 w 12192000"/>
              <a:gd name="connsiteY139" fmla="*/ 1776964 h 2237474"/>
              <a:gd name="connsiteX140" fmla="*/ 4560070 w 12192000"/>
              <a:gd name="connsiteY140" fmla="*/ 1785640 h 2237474"/>
              <a:gd name="connsiteX141" fmla="*/ 4536503 w 12192000"/>
              <a:gd name="connsiteY141" fmla="*/ 1785334 h 2237474"/>
              <a:gd name="connsiteX142" fmla="*/ 4513724 w 12192000"/>
              <a:gd name="connsiteY142" fmla="*/ 1791996 h 2237474"/>
              <a:gd name="connsiteX143" fmla="*/ 4459810 w 12192000"/>
              <a:gd name="connsiteY143" fmla="*/ 1797886 h 2237474"/>
              <a:gd name="connsiteX144" fmla="*/ 4379064 w 12192000"/>
              <a:gd name="connsiteY144" fmla="*/ 1817177 h 2237474"/>
              <a:gd name="connsiteX145" fmla="*/ 4319209 w 12192000"/>
              <a:gd name="connsiteY145" fmla="*/ 1834833 h 2237474"/>
              <a:gd name="connsiteX146" fmla="*/ 4306907 w 12192000"/>
              <a:gd name="connsiteY146" fmla="*/ 1841641 h 2237474"/>
              <a:gd name="connsiteX147" fmla="*/ 4290981 w 12192000"/>
              <a:gd name="connsiteY147" fmla="*/ 1839677 h 2237474"/>
              <a:gd name="connsiteX148" fmla="*/ 4285792 w 12192000"/>
              <a:gd name="connsiteY148" fmla="*/ 1836231 h 2237474"/>
              <a:gd name="connsiteX149" fmla="*/ 4238372 w 12192000"/>
              <a:gd name="connsiteY149" fmla="*/ 1851480 h 2237474"/>
              <a:gd name="connsiteX150" fmla="*/ 4232517 w 12192000"/>
              <a:gd name="connsiteY150" fmla="*/ 1852567 h 2237474"/>
              <a:gd name="connsiteX151" fmla="*/ 4191732 w 12192000"/>
              <a:gd name="connsiteY151" fmla="*/ 1857328 h 2237474"/>
              <a:gd name="connsiteX152" fmla="*/ 4065532 w 12192000"/>
              <a:gd name="connsiteY152" fmla="*/ 1855477 h 2237474"/>
              <a:gd name="connsiteX153" fmla="*/ 4028460 w 12192000"/>
              <a:gd name="connsiteY153" fmla="*/ 1855137 h 2237474"/>
              <a:gd name="connsiteX154" fmla="*/ 4002267 w 12192000"/>
              <a:gd name="connsiteY154" fmla="*/ 1852352 h 2237474"/>
              <a:gd name="connsiteX155" fmla="*/ 3931396 w 12192000"/>
              <a:gd name="connsiteY155" fmla="*/ 1858915 h 2237474"/>
              <a:gd name="connsiteX156" fmla="*/ 3812162 w 12192000"/>
              <a:gd name="connsiteY156" fmla="*/ 1875501 h 2237474"/>
              <a:gd name="connsiteX157" fmla="*/ 3767672 w 12192000"/>
              <a:gd name="connsiteY157" fmla="*/ 1874600 h 2237474"/>
              <a:gd name="connsiteX158" fmla="*/ 3764741 w 12192000"/>
              <a:gd name="connsiteY158" fmla="*/ 1869433 h 2237474"/>
              <a:gd name="connsiteX159" fmla="*/ 3751332 w 12192000"/>
              <a:gd name="connsiteY159" fmla="*/ 1869854 h 2237474"/>
              <a:gd name="connsiteX160" fmla="*/ 3748155 w 12192000"/>
              <a:gd name="connsiteY160" fmla="*/ 1868903 h 2237474"/>
              <a:gd name="connsiteX161" fmla="*/ 3729530 w 12192000"/>
              <a:gd name="connsiteY161" fmla="*/ 1864513 h 2237474"/>
              <a:gd name="connsiteX162" fmla="*/ 3680177 w 12192000"/>
              <a:gd name="connsiteY162" fmla="*/ 1881552 h 2237474"/>
              <a:gd name="connsiteX163" fmla="*/ 3567259 w 12192000"/>
              <a:gd name="connsiteY163" fmla="*/ 1893482 h 2237474"/>
              <a:gd name="connsiteX164" fmla="*/ 3405770 w 12192000"/>
              <a:gd name="connsiteY164" fmla="*/ 1904591 h 2237474"/>
              <a:gd name="connsiteX165" fmla="*/ 3280097 w 12192000"/>
              <a:gd name="connsiteY165" fmla="*/ 1919610 h 2237474"/>
              <a:gd name="connsiteX166" fmla="*/ 3123424 w 12192000"/>
              <a:gd name="connsiteY166" fmla="*/ 1952930 h 2237474"/>
              <a:gd name="connsiteX167" fmla="*/ 3009910 w 12192000"/>
              <a:gd name="connsiteY167" fmla="*/ 1957866 h 2237474"/>
              <a:gd name="connsiteX168" fmla="*/ 2995934 w 12192000"/>
              <a:gd name="connsiteY168" fmla="*/ 1967085 h 2237474"/>
              <a:gd name="connsiteX169" fmla="*/ 2980071 w 12192000"/>
              <a:gd name="connsiteY169" fmla="*/ 1972988 h 2237474"/>
              <a:gd name="connsiteX170" fmla="*/ 2978094 w 12192000"/>
              <a:gd name="connsiteY170" fmla="*/ 1972369 h 2237474"/>
              <a:gd name="connsiteX171" fmla="*/ 2942858 w 12192000"/>
              <a:gd name="connsiteY171" fmla="*/ 1981367 h 2237474"/>
              <a:gd name="connsiteX172" fmla="*/ 2875436 w 12192000"/>
              <a:gd name="connsiteY172" fmla="*/ 1996977 h 2237474"/>
              <a:gd name="connsiteX173" fmla="*/ 2874892 w 12192000"/>
              <a:gd name="connsiteY173" fmla="*/ 1996085 h 2237474"/>
              <a:gd name="connsiteX174" fmla="*/ 2864145 w 12192000"/>
              <a:gd name="connsiteY174" fmla="*/ 1994061 h 2237474"/>
              <a:gd name="connsiteX175" fmla="*/ 2843662 w 12192000"/>
              <a:gd name="connsiteY175" fmla="*/ 1992498 h 2237474"/>
              <a:gd name="connsiteX176" fmla="*/ 2796128 w 12192000"/>
              <a:gd name="connsiteY176" fmla="*/ 1976403 h 2237474"/>
              <a:gd name="connsiteX177" fmla="*/ 2756784 w 12192000"/>
              <a:gd name="connsiteY177" fmla="*/ 1985116 h 2237474"/>
              <a:gd name="connsiteX178" fmla="*/ 2748833 w 12192000"/>
              <a:gd name="connsiteY178" fmla="*/ 1986323 h 2237474"/>
              <a:gd name="connsiteX179" fmla="*/ 2748661 w 12192000"/>
              <a:gd name="connsiteY179" fmla="*/ 1986122 h 2237474"/>
              <a:gd name="connsiteX180" fmla="*/ 2740251 w 12192000"/>
              <a:gd name="connsiteY180" fmla="*/ 1986946 h 2237474"/>
              <a:gd name="connsiteX181" fmla="*/ 2718916 w 12192000"/>
              <a:gd name="connsiteY181" fmla="*/ 1990867 h 2237474"/>
              <a:gd name="connsiteX182" fmla="*/ 2713522 w 12192000"/>
              <a:gd name="connsiteY182" fmla="*/ 1990173 h 2237474"/>
              <a:gd name="connsiteX183" fmla="*/ 2680597 w 12192000"/>
              <a:gd name="connsiteY183" fmla="*/ 1984996 h 2237474"/>
              <a:gd name="connsiteX184" fmla="*/ 2578178 w 12192000"/>
              <a:gd name="connsiteY184" fmla="*/ 1990531 h 2237474"/>
              <a:gd name="connsiteX185" fmla="*/ 2476147 w 12192000"/>
              <a:gd name="connsiteY185" fmla="*/ 1998305 h 2237474"/>
              <a:gd name="connsiteX186" fmla="*/ 2373568 w 12192000"/>
              <a:gd name="connsiteY186" fmla="*/ 2003219 h 2237474"/>
              <a:gd name="connsiteX187" fmla="*/ 2321399 w 12192000"/>
              <a:gd name="connsiteY187" fmla="*/ 1989467 h 2237474"/>
              <a:gd name="connsiteX188" fmla="*/ 2315525 w 12192000"/>
              <a:gd name="connsiteY188" fmla="*/ 1989708 h 2237474"/>
              <a:gd name="connsiteX189" fmla="*/ 2300792 w 12192000"/>
              <a:gd name="connsiteY189" fmla="*/ 1994290 h 2237474"/>
              <a:gd name="connsiteX190" fmla="*/ 2295469 w 12192000"/>
              <a:gd name="connsiteY190" fmla="*/ 1996659 h 2237474"/>
              <a:gd name="connsiteX191" fmla="*/ 2287219 w 12192000"/>
              <a:gd name="connsiteY191" fmla="*/ 1998750 h 2237474"/>
              <a:gd name="connsiteX192" fmla="*/ 2286948 w 12192000"/>
              <a:gd name="connsiteY192" fmla="*/ 1998596 h 2237474"/>
              <a:gd name="connsiteX193" fmla="*/ 2243069 w 12192000"/>
              <a:gd name="connsiteY193" fmla="*/ 2015111 h 2237474"/>
              <a:gd name="connsiteX194" fmla="*/ 2186609 w 12192000"/>
              <a:gd name="connsiteY194" fmla="*/ 2008263 h 2237474"/>
              <a:gd name="connsiteX195" fmla="*/ 2164831 w 12192000"/>
              <a:gd name="connsiteY195" fmla="*/ 2010143 h 2237474"/>
              <a:gd name="connsiteX196" fmla="*/ 2152836 w 12192000"/>
              <a:gd name="connsiteY196" fmla="*/ 2010048 h 2237474"/>
              <a:gd name="connsiteX197" fmla="*/ 2117102 w 12192000"/>
              <a:gd name="connsiteY197" fmla="*/ 2023004 h 2237474"/>
              <a:gd name="connsiteX198" fmla="*/ 2111935 w 12192000"/>
              <a:gd name="connsiteY198" fmla="*/ 2023163 h 2237474"/>
              <a:gd name="connsiteX199" fmla="*/ 2089991 w 12192000"/>
              <a:gd name="connsiteY199" fmla="*/ 2034193 h 2237474"/>
              <a:gd name="connsiteX200" fmla="*/ 2058061 w 12192000"/>
              <a:gd name="connsiteY200" fmla="*/ 2047942 h 2237474"/>
              <a:gd name="connsiteX201" fmla="*/ 2055737 w 12192000"/>
              <a:gd name="connsiteY201" fmla="*/ 2047704 h 2237474"/>
              <a:gd name="connsiteX202" fmla="*/ 2042244 w 12192000"/>
              <a:gd name="connsiteY202" fmla="*/ 2055560 h 2237474"/>
              <a:gd name="connsiteX203" fmla="*/ 1976224 w 12192000"/>
              <a:gd name="connsiteY203" fmla="*/ 2074257 h 2237474"/>
              <a:gd name="connsiteX204" fmla="*/ 1877728 w 12192000"/>
              <a:gd name="connsiteY204" fmla="*/ 2101004 h 2237474"/>
              <a:gd name="connsiteX205" fmla="*/ 1759056 w 12192000"/>
              <a:gd name="connsiteY205" fmla="*/ 2125608 h 2237474"/>
              <a:gd name="connsiteX206" fmla="*/ 1637948 w 12192000"/>
              <a:gd name="connsiteY206" fmla="*/ 2172597 h 2237474"/>
              <a:gd name="connsiteX207" fmla="*/ 1434549 w 12192000"/>
              <a:gd name="connsiteY207" fmla="*/ 2234522 h 2237474"/>
              <a:gd name="connsiteX208" fmla="*/ 1398481 w 12192000"/>
              <a:gd name="connsiteY208" fmla="*/ 2237074 h 2237474"/>
              <a:gd name="connsiteX209" fmla="*/ 1398407 w 12192000"/>
              <a:gd name="connsiteY209" fmla="*/ 2237095 h 2237474"/>
              <a:gd name="connsiteX210" fmla="*/ 1370962 w 12192000"/>
              <a:gd name="connsiteY210" fmla="*/ 2237474 h 2237474"/>
              <a:gd name="connsiteX211" fmla="*/ 1356367 w 12192000"/>
              <a:gd name="connsiteY211" fmla="*/ 2235089 h 2237474"/>
              <a:gd name="connsiteX212" fmla="*/ 1324828 w 12192000"/>
              <a:gd name="connsiteY212" fmla="*/ 2231968 h 2237474"/>
              <a:gd name="connsiteX213" fmla="*/ 1297744 w 12192000"/>
              <a:gd name="connsiteY213" fmla="*/ 2235849 h 2237474"/>
              <a:gd name="connsiteX214" fmla="*/ 1286236 w 12192000"/>
              <a:gd name="connsiteY214" fmla="*/ 2233135 h 2237474"/>
              <a:gd name="connsiteX215" fmla="*/ 1283504 w 12192000"/>
              <a:gd name="connsiteY215" fmla="*/ 2233797 h 2237474"/>
              <a:gd name="connsiteX216" fmla="*/ 1279765 w 12192000"/>
              <a:gd name="connsiteY216" fmla="*/ 2229639 h 2237474"/>
              <a:gd name="connsiteX217" fmla="*/ 1195347 w 12192000"/>
              <a:gd name="connsiteY217" fmla="*/ 2212354 h 2237474"/>
              <a:gd name="connsiteX218" fmla="*/ 970251 w 12192000"/>
              <a:gd name="connsiteY218" fmla="*/ 2221029 h 2237474"/>
              <a:gd name="connsiteX219" fmla="*/ 812914 w 12192000"/>
              <a:gd name="connsiteY219" fmla="*/ 2202752 h 2237474"/>
              <a:gd name="connsiteX220" fmla="*/ 800195 w 12192000"/>
              <a:gd name="connsiteY220" fmla="*/ 2209407 h 2237474"/>
              <a:gd name="connsiteX221" fmla="*/ 784978 w 12192000"/>
              <a:gd name="connsiteY221" fmla="*/ 2212360 h 2237474"/>
              <a:gd name="connsiteX222" fmla="*/ 681987 w 12192000"/>
              <a:gd name="connsiteY222" fmla="*/ 2216757 h 2237474"/>
              <a:gd name="connsiteX223" fmla="*/ 669923 w 12192000"/>
              <a:gd name="connsiteY223" fmla="*/ 2211682 h 2237474"/>
              <a:gd name="connsiteX224" fmla="*/ 648680 w 12192000"/>
              <a:gd name="connsiteY224" fmla="*/ 2206229 h 2237474"/>
              <a:gd name="connsiteX225" fmla="*/ 597225 w 12192000"/>
              <a:gd name="connsiteY225" fmla="*/ 2180999 h 2237474"/>
              <a:gd name="connsiteX226" fmla="*/ 558449 w 12192000"/>
              <a:gd name="connsiteY226" fmla="*/ 2182346 h 2237474"/>
              <a:gd name="connsiteX227" fmla="*/ 550517 w 12192000"/>
              <a:gd name="connsiteY227" fmla="*/ 2182060 h 2237474"/>
              <a:gd name="connsiteX228" fmla="*/ 550309 w 12192000"/>
              <a:gd name="connsiteY228" fmla="*/ 2181825 h 2237474"/>
              <a:gd name="connsiteX229" fmla="*/ 541836 w 12192000"/>
              <a:gd name="connsiteY229" fmla="*/ 2181063 h 2237474"/>
              <a:gd name="connsiteX230" fmla="*/ 536057 w 12192000"/>
              <a:gd name="connsiteY230" fmla="*/ 2181537 h 2237474"/>
              <a:gd name="connsiteX231" fmla="*/ 520671 w 12192000"/>
              <a:gd name="connsiteY231" fmla="*/ 2180980 h 2237474"/>
              <a:gd name="connsiteX232" fmla="*/ 515024 w 12192000"/>
              <a:gd name="connsiteY232" fmla="*/ 2179258 h 2237474"/>
              <a:gd name="connsiteX233" fmla="*/ 512278 w 12192000"/>
              <a:gd name="connsiteY233" fmla="*/ 2176369 h 2237474"/>
              <a:gd name="connsiteX234" fmla="*/ 480419 w 12192000"/>
              <a:gd name="connsiteY234" fmla="*/ 2167807 h 2237474"/>
              <a:gd name="connsiteX235" fmla="*/ 413835 w 12192000"/>
              <a:gd name="connsiteY235" fmla="*/ 2156783 h 2237474"/>
              <a:gd name="connsiteX236" fmla="*/ 376513 w 12192000"/>
              <a:gd name="connsiteY236" fmla="*/ 2154014 h 2237474"/>
              <a:gd name="connsiteX237" fmla="*/ 273386 w 12192000"/>
              <a:gd name="connsiteY237" fmla="*/ 2142551 h 2237474"/>
              <a:gd name="connsiteX238" fmla="*/ 169207 w 12192000"/>
              <a:gd name="connsiteY238" fmla="*/ 2128100 h 2237474"/>
              <a:gd name="connsiteX239" fmla="*/ 93149 w 12192000"/>
              <a:gd name="connsiteY239" fmla="*/ 2105324 h 2237474"/>
              <a:gd name="connsiteX240" fmla="*/ 88109 w 12192000"/>
              <a:gd name="connsiteY240" fmla="*/ 2106704 h 2237474"/>
              <a:gd name="connsiteX241" fmla="*/ 80022 w 12192000"/>
              <a:gd name="connsiteY241" fmla="*/ 2107254 h 2237474"/>
              <a:gd name="connsiteX242" fmla="*/ 79717 w 12192000"/>
              <a:gd name="connsiteY242" fmla="*/ 2107046 h 2237474"/>
              <a:gd name="connsiteX243" fmla="*/ 72352 w 12192000"/>
              <a:gd name="connsiteY243" fmla="*/ 2107991 h 2237474"/>
              <a:gd name="connsiteX244" fmla="*/ 37645 w 12192000"/>
              <a:gd name="connsiteY244" fmla="*/ 2115401 h 2237474"/>
              <a:gd name="connsiteX245" fmla="*/ 4572 w 12192000"/>
              <a:gd name="connsiteY245" fmla="*/ 2111091 h 2237474"/>
              <a:gd name="connsiteX246" fmla="*/ 0 w 12192000"/>
              <a:gd name="connsiteY246" fmla="*/ 2110468 h 2237474"/>
              <a:gd name="connsiteX247" fmla="*/ 0 w 12192000"/>
              <a:gd name="connsiteY247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93343 w 12192000"/>
              <a:gd name="connsiteY106" fmla="*/ 1664672 h 2237474"/>
              <a:gd name="connsiteX107" fmla="*/ 6380457 w 12192000"/>
              <a:gd name="connsiteY107" fmla="*/ 1662376 h 2237474"/>
              <a:gd name="connsiteX108" fmla="*/ 6280959 w 12192000"/>
              <a:gd name="connsiteY108" fmla="*/ 1689329 h 2237474"/>
              <a:gd name="connsiteX109" fmla="*/ 6266765 w 12192000"/>
              <a:gd name="connsiteY109" fmla="*/ 1695560 h 2237474"/>
              <a:gd name="connsiteX110" fmla="*/ 6255823 w 12192000"/>
              <a:gd name="connsiteY110" fmla="*/ 1704850 h 2237474"/>
              <a:gd name="connsiteX111" fmla="*/ 6098321 w 12192000"/>
              <a:gd name="connsiteY111" fmla="*/ 1721646 h 2237474"/>
              <a:gd name="connsiteX112" fmla="*/ 5880652 w 12192000"/>
              <a:gd name="connsiteY112" fmla="*/ 1779643 h 2237474"/>
              <a:gd name="connsiteX113" fmla="*/ 5785959 w 12192000"/>
              <a:gd name="connsiteY113" fmla="*/ 1775307 h 2237474"/>
              <a:gd name="connsiteX114" fmla="*/ 5643534 w 12192000"/>
              <a:gd name="connsiteY114" fmla="*/ 1802919 h 2237474"/>
              <a:gd name="connsiteX115" fmla="*/ 5518799 w 12192000"/>
              <a:gd name="connsiteY115" fmla="*/ 1818312 h 2237474"/>
              <a:gd name="connsiteX116" fmla="*/ 5505014 w 12192000"/>
              <a:gd name="connsiteY116" fmla="*/ 1819259 h 2237474"/>
              <a:gd name="connsiteX117" fmla="*/ 5453307 w 12192000"/>
              <a:gd name="connsiteY117" fmla="*/ 1815450 h 2237474"/>
              <a:gd name="connsiteX118" fmla="*/ 5364192 w 12192000"/>
              <a:gd name="connsiteY118" fmla="*/ 1826074 h 2237474"/>
              <a:gd name="connsiteX119" fmla="*/ 5350380 w 12192000"/>
              <a:gd name="connsiteY119" fmla="*/ 1830891 h 2237474"/>
              <a:gd name="connsiteX120" fmla="*/ 5259633 w 12192000"/>
              <a:gd name="connsiteY120" fmla="*/ 1837160 h 2237474"/>
              <a:gd name="connsiteX121" fmla="*/ 5197513 w 12192000"/>
              <a:gd name="connsiteY121" fmla="*/ 1844718 h 2237474"/>
              <a:gd name="connsiteX122" fmla="*/ 5184170 w 12192000"/>
              <a:gd name="connsiteY122" fmla="*/ 1849402 h 2237474"/>
              <a:gd name="connsiteX123" fmla="*/ 5168852 w 12192000"/>
              <a:gd name="connsiteY123" fmla="*/ 1844846 h 2237474"/>
              <a:gd name="connsiteX124" fmla="*/ 5164370 w 12192000"/>
              <a:gd name="connsiteY124" fmla="*/ 1840597 h 2237474"/>
              <a:gd name="connsiteX125" fmla="*/ 5114927 w 12192000"/>
              <a:gd name="connsiteY125" fmla="*/ 1847827 h 2237474"/>
              <a:gd name="connsiteX126" fmla="*/ 5108970 w 12192000"/>
              <a:gd name="connsiteY126" fmla="*/ 1847935 h 2237474"/>
              <a:gd name="connsiteX127" fmla="*/ 5067961 w 12192000"/>
              <a:gd name="connsiteY127" fmla="*/ 1845917 h 2237474"/>
              <a:gd name="connsiteX128" fmla="*/ 5007075 w 12192000"/>
              <a:gd name="connsiteY128" fmla="*/ 1838626 h 2237474"/>
              <a:gd name="connsiteX129" fmla="*/ 4944087 w 12192000"/>
              <a:gd name="connsiteY129" fmla="*/ 1823332 h 2237474"/>
              <a:gd name="connsiteX130" fmla="*/ 4907662 w 12192000"/>
              <a:gd name="connsiteY130" fmla="*/ 1816900 h 2237474"/>
              <a:gd name="connsiteX131" fmla="*/ 4882386 w 12192000"/>
              <a:gd name="connsiteY131" fmla="*/ 1809844 h 2237474"/>
              <a:gd name="connsiteX132" fmla="*/ 4811440 w 12192000"/>
              <a:gd name="connsiteY132" fmla="*/ 1804655 h 2237474"/>
              <a:gd name="connsiteX133" fmla="*/ 4691075 w 12192000"/>
              <a:gd name="connsiteY133" fmla="*/ 1801389 h 2237474"/>
              <a:gd name="connsiteX134" fmla="*/ 4647449 w 12192000"/>
              <a:gd name="connsiteY134" fmla="*/ 1793181 h 2237474"/>
              <a:gd name="connsiteX135" fmla="*/ 4645504 w 12192000"/>
              <a:gd name="connsiteY135" fmla="*/ 1787606 h 2237474"/>
              <a:gd name="connsiteX136" fmla="*/ 4632229 w 12192000"/>
              <a:gd name="connsiteY136" fmla="*/ 1785815 h 2237474"/>
              <a:gd name="connsiteX137" fmla="*/ 4629273 w 12192000"/>
              <a:gd name="connsiteY137" fmla="*/ 1784355 h 2237474"/>
              <a:gd name="connsiteX138" fmla="*/ 4611738 w 12192000"/>
              <a:gd name="connsiteY138" fmla="*/ 1776964 h 2237474"/>
              <a:gd name="connsiteX139" fmla="*/ 4560070 w 12192000"/>
              <a:gd name="connsiteY139" fmla="*/ 1785640 h 2237474"/>
              <a:gd name="connsiteX140" fmla="*/ 4536503 w 12192000"/>
              <a:gd name="connsiteY140" fmla="*/ 1785334 h 2237474"/>
              <a:gd name="connsiteX141" fmla="*/ 4513724 w 12192000"/>
              <a:gd name="connsiteY141" fmla="*/ 1791996 h 2237474"/>
              <a:gd name="connsiteX142" fmla="*/ 4459810 w 12192000"/>
              <a:gd name="connsiteY142" fmla="*/ 1797886 h 2237474"/>
              <a:gd name="connsiteX143" fmla="*/ 4379064 w 12192000"/>
              <a:gd name="connsiteY143" fmla="*/ 1817177 h 2237474"/>
              <a:gd name="connsiteX144" fmla="*/ 4319209 w 12192000"/>
              <a:gd name="connsiteY144" fmla="*/ 1834833 h 2237474"/>
              <a:gd name="connsiteX145" fmla="*/ 4306907 w 12192000"/>
              <a:gd name="connsiteY145" fmla="*/ 1841641 h 2237474"/>
              <a:gd name="connsiteX146" fmla="*/ 4290981 w 12192000"/>
              <a:gd name="connsiteY146" fmla="*/ 1839677 h 2237474"/>
              <a:gd name="connsiteX147" fmla="*/ 4285792 w 12192000"/>
              <a:gd name="connsiteY147" fmla="*/ 1836231 h 2237474"/>
              <a:gd name="connsiteX148" fmla="*/ 4238372 w 12192000"/>
              <a:gd name="connsiteY148" fmla="*/ 1851480 h 2237474"/>
              <a:gd name="connsiteX149" fmla="*/ 4232517 w 12192000"/>
              <a:gd name="connsiteY149" fmla="*/ 1852567 h 2237474"/>
              <a:gd name="connsiteX150" fmla="*/ 4191732 w 12192000"/>
              <a:gd name="connsiteY150" fmla="*/ 1857328 h 2237474"/>
              <a:gd name="connsiteX151" fmla="*/ 4065532 w 12192000"/>
              <a:gd name="connsiteY151" fmla="*/ 1855477 h 2237474"/>
              <a:gd name="connsiteX152" fmla="*/ 4028460 w 12192000"/>
              <a:gd name="connsiteY152" fmla="*/ 1855137 h 2237474"/>
              <a:gd name="connsiteX153" fmla="*/ 4002267 w 12192000"/>
              <a:gd name="connsiteY153" fmla="*/ 1852352 h 2237474"/>
              <a:gd name="connsiteX154" fmla="*/ 3931396 w 12192000"/>
              <a:gd name="connsiteY154" fmla="*/ 1858915 h 2237474"/>
              <a:gd name="connsiteX155" fmla="*/ 3812162 w 12192000"/>
              <a:gd name="connsiteY155" fmla="*/ 1875501 h 2237474"/>
              <a:gd name="connsiteX156" fmla="*/ 3767672 w 12192000"/>
              <a:gd name="connsiteY156" fmla="*/ 1874600 h 2237474"/>
              <a:gd name="connsiteX157" fmla="*/ 3764741 w 12192000"/>
              <a:gd name="connsiteY157" fmla="*/ 1869433 h 2237474"/>
              <a:gd name="connsiteX158" fmla="*/ 3751332 w 12192000"/>
              <a:gd name="connsiteY158" fmla="*/ 1869854 h 2237474"/>
              <a:gd name="connsiteX159" fmla="*/ 3748155 w 12192000"/>
              <a:gd name="connsiteY159" fmla="*/ 1868903 h 2237474"/>
              <a:gd name="connsiteX160" fmla="*/ 3729530 w 12192000"/>
              <a:gd name="connsiteY160" fmla="*/ 1864513 h 2237474"/>
              <a:gd name="connsiteX161" fmla="*/ 3680177 w 12192000"/>
              <a:gd name="connsiteY161" fmla="*/ 1881552 h 2237474"/>
              <a:gd name="connsiteX162" fmla="*/ 3567259 w 12192000"/>
              <a:gd name="connsiteY162" fmla="*/ 1893482 h 2237474"/>
              <a:gd name="connsiteX163" fmla="*/ 3405770 w 12192000"/>
              <a:gd name="connsiteY163" fmla="*/ 1904591 h 2237474"/>
              <a:gd name="connsiteX164" fmla="*/ 3280097 w 12192000"/>
              <a:gd name="connsiteY164" fmla="*/ 1919610 h 2237474"/>
              <a:gd name="connsiteX165" fmla="*/ 3123424 w 12192000"/>
              <a:gd name="connsiteY165" fmla="*/ 1952930 h 2237474"/>
              <a:gd name="connsiteX166" fmla="*/ 3009910 w 12192000"/>
              <a:gd name="connsiteY166" fmla="*/ 1957866 h 2237474"/>
              <a:gd name="connsiteX167" fmla="*/ 2995934 w 12192000"/>
              <a:gd name="connsiteY167" fmla="*/ 1967085 h 2237474"/>
              <a:gd name="connsiteX168" fmla="*/ 2980071 w 12192000"/>
              <a:gd name="connsiteY168" fmla="*/ 1972988 h 2237474"/>
              <a:gd name="connsiteX169" fmla="*/ 2978094 w 12192000"/>
              <a:gd name="connsiteY169" fmla="*/ 1972369 h 2237474"/>
              <a:gd name="connsiteX170" fmla="*/ 2942858 w 12192000"/>
              <a:gd name="connsiteY170" fmla="*/ 1981367 h 2237474"/>
              <a:gd name="connsiteX171" fmla="*/ 2875436 w 12192000"/>
              <a:gd name="connsiteY171" fmla="*/ 1996977 h 2237474"/>
              <a:gd name="connsiteX172" fmla="*/ 2874892 w 12192000"/>
              <a:gd name="connsiteY172" fmla="*/ 1996085 h 2237474"/>
              <a:gd name="connsiteX173" fmla="*/ 2864145 w 12192000"/>
              <a:gd name="connsiteY173" fmla="*/ 1994061 h 2237474"/>
              <a:gd name="connsiteX174" fmla="*/ 2843662 w 12192000"/>
              <a:gd name="connsiteY174" fmla="*/ 1992498 h 2237474"/>
              <a:gd name="connsiteX175" fmla="*/ 2796128 w 12192000"/>
              <a:gd name="connsiteY175" fmla="*/ 1976403 h 2237474"/>
              <a:gd name="connsiteX176" fmla="*/ 2756784 w 12192000"/>
              <a:gd name="connsiteY176" fmla="*/ 1985116 h 2237474"/>
              <a:gd name="connsiteX177" fmla="*/ 2748833 w 12192000"/>
              <a:gd name="connsiteY177" fmla="*/ 1986323 h 2237474"/>
              <a:gd name="connsiteX178" fmla="*/ 2748661 w 12192000"/>
              <a:gd name="connsiteY178" fmla="*/ 1986122 h 2237474"/>
              <a:gd name="connsiteX179" fmla="*/ 2740251 w 12192000"/>
              <a:gd name="connsiteY179" fmla="*/ 1986946 h 2237474"/>
              <a:gd name="connsiteX180" fmla="*/ 2718916 w 12192000"/>
              <a:gd name="connsiteY180" fmla="*/ 1990867 h 2237474"/>
              <a:gd name="connsiteX181" fmla="*/ 2713522 w 12192000"/>
              <a:gd name="connsiteY181" fmla="*/ 1990173 h 2237474"/>
              <a:gd name="connsiteX182" fmla="*/ 2680597 w 12192000"/>
              <a:gd name="connsiteY182" fmla="*/ 1984996 h 2237474"/>
              <a:gd name="connsiteX183" fmla="*/ 2578178 w 12192000"/>
              <a:gd name="connsiteY183" fmla="*/ 1990531 h 2237474"/>
              <a:gd name="connsiteX184" fmla="*/ 2476147 w 12192000"/>
              <a:gd name="connsiteY184" fmla="*/ 1998305 h 2237474"/>
              <a:gd name="connsiteX185" fmla="*/ 2373568 w 12192000"/>
              <a:gd name="connsiteY185" fmla="*/ 2003219 h 2237474"/>
              <a:gd name="connsiteX186" fmla="*/ 2321399 w 12192000"/>
              <a:gd name="connsiteY186" fmla="*/ 1989467 h 2237474"/>
              <a:gd name="connsiteX187" fmla="*/ 2315525 w 12192000"/>
              <a:gd name="connsiteY187" fmla="*/ 1989708 h 2237474"/>
              <a:gd name="connsiteX188" fmla="*/ 2300792 w 12192000"/>
              <a:gd name="connsiteY188" fmla="*/ 1994290 h 2237474"/>
              <a:gd name="connsiteX189" fmla="*/ 2295469 w 12192000"/>
              <a:gd name="connsiteY189" fmla="*/ 1996659 h 2237474"/>
              <a:gd name="connsiteX190" fmla="*/ 2287219 w 12192000"/>
              <a:gd name="connsiteY190" fmla="*/ 1998750 h 2237474"/>
              <a:gd name="connsiteX191" fmla="*/ 2286948 w 12192000"/>
              <a:gd name="connsiteY191" fmla="*/ 1998596 h 2237474"/>
              <a:gd name="connsiteX192" fmla="*/ 2243069 w 12192000"/>
              <a:gd name="connsiteY192" fmla="*/ 2015111 h 2237474"/>
              <a:gd name="connsiteX193" fmla="*/ 2186609 w 12192000"/>
              <a:gd name="connsiteY193" fmla="*/ 2008263 h 2237474"/>
              <a:gd name="connsiteX194" fmla="*/ 2164831 w 12192000"/>
              <a:gd name="connsiteY194" fmla="*/ 2010143 h 2237474"/>
              <a:gd name="connsiteX195" fmla="*/ 2152836 w 12192000"/>
              <a:gd name="connsiteY195" fmla="*/ 2010048 h 2237474"/>
              <a:gd name="connsiteX196" fmla="*/ 2117102 w 12192000"/>
              <a:gd name="connsiteY196" fmla="*/ 2023004 h 2237474"/>
              <a:gd name="connsiteX197" fmla="*/ 2111935 w 12192000"/>
              <a:gd name="connsiteY197" fmla="*/ 2023163 h 2237474"/>
              <a:gd name="connsiteX198" fmla="*/ 2089991 w 12192000"/>
              <a:gd name="connsiteY198" fmla="*/ 2034193 h 2237474"/>
              <a:gd name="connsiteX199" fmla="*/ 2058061 w 12192000"/>
              <a:gd name="connsiteY199" fmla="*/ 2047942 h 2237474"/>
              <a:gd name="connsiteX200" fmla="*/ 2055737 w 12192000"/>
              <a:gd name="connsiteY200" fmla="*/ 2047704 h 2237474"/>
              <a:gd name="connsiteX201" fmla="*/ 2042244 w 12192000"/>
              <a:gd name="connsiteY201" fmla="*/ 2055560 h 2237474"/>
              <a:gd name="connsiteX202" fmla="*/ 1976224 w 12192000"/>
              <a:gd name="connsiteY202" fmla="*/ 2074257 h 2237474"/>
              <a:gd name="connsiteX203" fmla="*/ 1877728 w 12192000"/>
              <a:gd name="connsiteY203" fmla="*/ 2101004 h 2237474"/>
              <a:gd name="connsiteX204" fmla="*/ 1759056 w 12192000"/>
              <a:gd name="connsiteY204" fmla="*/ 2125608 h 2237474"/>
              <a:gd name="connsiteX205" fmla="*/ 1637948 w 12192000"/>
              <a:gd name="connsiteY205" fmla="*/ 2172597 h 2237474"/>
              <a:gd name="connsiteX206" fmla="*/ 1434549 w 12192000"/>
              <a:gd name="connsiteY206" fmla="*/ 2234522 h 2237474"/>
              <a:gd name="connsiteX207" fmla="*/ 1398481 w 12192000"/>
              <a:gd name="connsiteY207" fmla="*/ 2237074 h 2237474"/>
              <a:gd name="connsiteX208" fmla="*/ 1398407 w 12192000"/>
              <a:gd name="connsiteY208" fmla="*/ 2237095 h 2237474"/>
              <a:gd name="connsiteX209" fmla="*/ 1370962 w 12192000"/>
              <a:gd name="connsiteY209" fmla="*/ 2237474 h 2237474"/>
              <a:gd name="connsiteX210" fmla="*/ 1356367 w 12192000"/>
              <a:gd name="connsiteY210" fmla="*/ 2235089 h 2237474"/>
              <a:gd name="connsiteX211" fmla="*/ 1324828 w 12192000"/>
              <a:gd name="connsiteY211" fmla="*/ 2231968 h 2237474"/>
              <a:gd name="connsiteX212" fmla="*/ 1297744 w 12192000"/>
              <a:gd name="connsiteY212" fmla="*/ 2235849 h 2237474"/>
              <a:gd name="connsiteX213" fmla="*/ 1286236 w 12192000"/>
              <a:gd name="connsiteY213" fmla="*/ 2233135 h 2237474"/>
              <a:gd name="connsiteX214" fmla="*/ 1283504 w 12192000"/>
              <a:gd name="connsiteY214" fmla="*/ 2233797 h 2237474"/>
              <a:gd name="connsiteX215" fmla="*/ 1279765 w 12192000"/>
              <a:gd name="connsiteY215" fmla="*/ 2229639 h 2237474"/>
              <a:gd name="connsiteX216" fmla="*/ 1195347 w 12192000"/>
              <a:gd name="connsiteY216" fmla="*/ 2212354 h 2237474"/>
              <a:gd name="connsiteX217" fmla="*/ 970251 w 12192000"/>
              <a:gd name="connsiteY217" fmla="*/ 2221029 h 2237474"/>
              <a:gd name="connsiteX218" fmla="*/ 812914 w 12192000"/>
              <a:gd name="connsiteY218" fmla="*/ 2202752 h 2237474"/>
              <a:gd name="connsiteX219" fmla="*/ 800195 w 12192000"/>
              <a:gd name="connsiteY219" fmla="*/ 2209407 h 2237474"/>
              <a:gd name="connsiteX220" fmla="*/ 784978 w 12192000"/>
              <a:gd name="connsiteY220" fmla="*/ 2212360 h 2237474"/>
              <a:gd name="connsiteX221" fmla="*/ 681987 w 12192000"/>
              <a:gd name="connsiteY221" fmla="*/ 2216757 h 2237474"/>
              <a:gd name="connsiteX222" fmla="*/ 669923 w 12192000"/>
              <a:gd name="connsiteY222" fmla="*/ 2211682 h 2237474"/>
              <a:gd name="connsiteX223" fmla="*/ 648680 w 12192000"/>
              <a:gd name="connsiteY223" fmla="*/ 2206229 h 2237474"/>
              <a:gd name="connsiteX224" fmla="*/ 597225 w 12192000"/>
              <a:gd name="connsiteY224" fmla="*/ 2180999 h 2237474"/>
              <a:gd name="connsiteX225" fmla="*/ 558449 w 12192000"/>
              <a:gd name="connsiteY225" fmla="*/ 2182346 h 2237474"/>
              <a:gd name="connsiteX226" fmla="*/ 550517 w 12192000"/>
              <a:gd name="connsiteY226" fmla="*/ 2182060 h 2237474"/>
              <a:gd name="connsiteX227" fmla="*/ 550309 w 12192000"/>
              <a:gd name="connsiteY227" fmla="*/ 2181825 h 2237474"/>
              <a:gd name="connsiteX228" fmla="*/ 541836 w 12192000"/>
              <a:gd name="connsiteY228" fmla="*/ 2181063 h 2237474"/>
              <a:gd name="connsiteX229" fmla="*/ 536057 w 12192000"/>
              <a:gd name="connsiteY229" fmla="*/ 2181537 h 2237474"/>
              <a:gd name="connsiteX230" fmla="*/ 520671 w 12192000"/>
              <a:gd name="connsiteY230" fmla="*/ 2180980 h 2237474"/>
              <a:gd name="connsiteX231" fmla="*/ 515024 w 12192000"/>
              <a:gd name="connsiteY231" fmla="*/ 2179258 h 2237474"/>
              <a:gd name="connsiteX232" fmla="*/ 512278 w 12192000"/>
              <a:gd name="connsiteY232" fmla="*/ 2176369 h 2237474"/>
              <a:gd name="connsiteX233" fmla="*/ 480419 w 12192000"/>
              <a:gd name="connsiteY233" fmla="*/ 2167807 h 2237474"/>
              <a:gd name="connsiteX234" fmla="*/ 413835 w 12192000"/>
              <a:gd name="connsiteY234" fmla="*/ 2156783 h 2237474"/>
              <a:gd name="connsiteX235" fmla="*/ 376513 w 12192000"/>
              <a:gd name="connsiteY235" fmla="*/ 2154014 h 2237474"/>
              <a:gd name="connsiteX236" fmla="*/ 273386 w 12192000"/>
              <a:gd name="connsiteY236" fmla="*/ 2142551 h 2237474"/>
              <a:gd name="connsiteX237" fmla="*/ 169207 w 12192000"/>
              <a:gd name="connsiteY237" fmla="*/ 2128100 h 2237474"/>
              <a:gd name="connsiteX238" fmla="*/ 93149 w 12192000"/>
              <a:gd name="connsiteY238" fmla="*/ 2105324 h 2237474"/>
              <a:gd name="connsiteX239" fmla="*/ 88109 w 12192000"/>
              <a:gd name="connsiteY239" fmla="*/ 2106704 h 2237474"/>
              <a:gd name="connsiteX240" fmla="*/ 80022 w 12192000"/>
              <a:gd name="connsiteY240" fmla="*/ 2107254 h 2237474"/>
              <a:gd name="connsiteX241" fmla="*/ 79717 w 12192000"/>
              <a:gd name="connsiteY241" fmla="*/ 2107046 h 2237474"/>
              <a:gd name="connsiteX242" fmla="*/ 72352 w 12192000"/>
              <a:gd name="connsiteY242" fmla="*/ 2107991 h 2237474"/>
              <a:gd name="connsiteX243" fmla="*/ 37645 w 12192000"/>
              <a:gd name="connsiteY243" fmla="*/ 2115401 h 2237474"/>
              <a:gd name="connsiteX244" fmla="*/ 4572 w 12192000"/>
              <a:gd name="connsiteY244" fmla="*/ 2111091 h 2237474"/>
              <a:gd name="connsiteX245" fmla="*/ 0 w 12192000"/>
              <a:gd name="connsiteY245" fmla="*/ 2110468 h 2237474"/>
              <a:gd name="connsiteX246" fmla="*/ 0 w 12192000"/>
              <a:gd name="connsiteY246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93343 w 12192000"/>
              <a:gd name="connsiteY106" fmla="*/ 1664672 h 2237474"/>
              <a:gd name="connsiteX107" fmla="*/ 6380457 w 12192000"/>
              <a:gd name="connsiteY107" fmla="*/ 1662376 h 2237474"/>
              <a:gd name="connsiteX108" fmla="*/ 6280959 w 12192000"/>
              <a:gd name="connsiteY108" fmla="*/ 1689329 h 2237474"/>
              <a:gd name="connsiteX109" fmla="*/ 6266765 w 12192000"/>
              <a:gd name="connsiteY109" fmla="*/ 1695560 h 2237474"/>
              <a:gd name="connsiteX110" fmla="*/ 6098321 w 12192000"/>
              <a:gd name="connsiteY110" fmla="*/ 1721646 h 2237474"/>
              <a:gd name="connsiteX111" fmla="*/ 5880652 w 12192000"/>
              <a:gd name="connsiteY111" fmla="*/ 1779643 h 2237474"/>
              <a:gd name="connsiteX112" fmla="*/ 5785959 w 12192000"/>
              <a:gd name="connsiteY112" fmla="*/ 1775307 h 2237474"/>
              <a:gd name="connsiteX113" fmla="*/ 5643534 w 12192000"/>
              <a:gd name="connsiteY113" fmla="*/ 1802919 h 2237474"/>
              <a:gd name="connsiteX114" fmla="*/ 5518799 w 12192000"/>
              <a:gd name="connsiteY114" fmla="*/ 1818312 h 2237474"/>
              <a:gd name="connsiteX115" fmla="*/ 5505014 w 12192000"/>
              <a:gd name="connsiteY115" fmla="*/ 1819259 h 2237474"/>
              <a:gd name="connsiteX116" fmla="*/ 5453307 w 12192000"/>
              <a:gd name="connsiteY116" fmla="*/ 1815450 h 2237474"/>
              <a:gd name="connsiteX117" fmla="*/ 5364192 w 12192000"/>
              <a:gd name="connsiteY117" fmla="*/ 1826074 h 2237474"/>
              <a:gd name="connsiteX118" fmla="*/ 5350380 w 12192000"/>
              <a:gd name="connsiteY118" fmla="*/ 1830891 h 2237474"/>
              <a:gd name="connsiteX119" fmla="*/ 5259633 w 12192000"/>
              <a:gd name="connsiteY119" fmla="*/ 1837160 h 2237474"/>
              <a:gd name="connsiteX120" fmla="*/ 5197513 w 12192000"/>
              <a:gd name="connsiteY120" fmla="*/ 1844718 h 2237474"/>
              <a:gd name="connsiteX121" fmla="*/ 5184170 w 12192000"/>
              <a:gd name="connsiteY121" fmla="*/ 1849402 h 2237474"/>
              <a:gd name="connsiteX122" fmla="*/ 5168852 w 12192000"/>
              <a:gd name="connsiteY122" fmla="*/ 1844846 h 2237474"/>
              <a:gd name="connsiteX123" fmla="*/ 5164370 w 12192000"/>
              <a:gd name="connsiteY123" fmla="*/ 1840597 h 2237474"/>
              <a:gd name="connsiteX124" fmla="*/ 5114927 w 12192000"/>
              <a:gd name="connsiteY124" fmla="*/ 1847827 h 2237474"/>
              <a:gd name="connsiteX125" fmla="*/ 5108970 w 12192000"/>
              <a:gd name="connsiteY125" fmla="*/ 1847935 h 2237474"/>
              <a:gd name="connsiteX126" fmla="*/ 5067961 w 12192000"/>
              <a:gd name="connsiteY126" fmla="*/ 1845917 h 2237474"/>
              <a:gd name="connsiteX127" fmla="*/ 5007075 w 12192000"/>
              <a:gd name="connsiteY127" fmla="*/ 1838626 h 2237474"/>
              <a:gd name="connsiteX128" fmla="*/ 4944087 w 12192000"/>
              <a:gd name="connsiteY128" fmla="*/ 1823332 h 2237474"/>
              <a:gd name="connsiteX129" fmla="*/ 4907662 w 12192000"/>
              <a:gd name="connsiteY129" fmla="*/ 1816900 h 2237474"/>
              <a:gd name="connsiteX130" fmla="*/ 4882386 w 12192000"/>
              <a:gd name="connsiteY130" fmla="*/ 1809844 h 2237474"/>
              <a:gd name="connsiteX131" fmla="*/ 4811440 w 12192000"/>
              <a:gd name="connsiteY131" fmla="*/ 1804655 h 2237474"/>
              <a:gd name="connsiteX132" fmla="*/ 4691075 w 12192000"/>
              <a:gd name="connsiteY132" fmla="*/ 1801389 h 2237474"/>
              <a:gd name="connsiteX133" fmla="*/ 4647449 w 12192000"/>
              <a:gd name="connsiteY133" fmla="*/ 1793181 h 2237474"/>
              <a:gd name="connsiteX134" fmla="*/ 4645504 w 12192000"/>
              <a:gd name="connsiteY134" fmla="*/ 1787606 h 2237474"/>
              <a:gd name="connsiteX135" fmla="*/ 4632229 w 12192000"/>
              <a:gd name="connsiteY135" fmla="*/ 1785815 h 2237474"/>
              <a:gd name="connsiteX136" fmla="*/ 4629273 w 12192000"/>
              <a:gd name="connsiteY136" fmla="*/ 1784355 h 2237474"/>
              <a:gd name="connsiteX137" fmla="*/ 4611738 w 12192000"/>
              <a:gd name="connsiteY137" fmla="*/ 1776964 h 2237474"/>
              <a:gd name="connsiteX138" fmla="*/ 4560070 w 12192000"/>
              <a:gd name="connsiteY138" fmla="*/ 1785640 h 2237474"/>
              <a:gd name="connsiteX139" fmla="*/ 4536503 w 12192000"/>
              <a:gd name="connsiteY139" fmla="*/ 1785334 h 2237474"/>
              <a:gd name="connsiteX140" fmla="*/ 4513724 w 12192000"/>
              <a:gd name="connsiteY140" fmla="*/ 1791996 h 2237474"/>
              <a:gd name="connsiteX141" fmla="*/ 4459810 w 12192000"/>
              <a:gd name="connsiteY141" fmla="*/ 1797886 h 2237474"/>
              <a:gd name="connsiteX142" fmla="*/ 4379064 w 12192000"/>
              <a:gd name="connsiteY142" fmla="*/ 1817177 h 2237474"/>
              <a:gd name="connsiteX143" fmla="*/ 4319209 w 12192000"/>
              <a:gd name="connsiteY143" fmla="*/ 1834833 h 2237474"/>
              <a:gd name="connsiteX144" fmla="*/ 4306907 w 12192000"/>
              <a:gd name="connsiteY144" fmla="*/ 1841641 h 2237474"/>
              <a:gd name="connsiteX145" fmla="*/ 4290981 w 12192000"/>
              <a:gd name="connsiteY145" fmla="*/ 1839677 h 2237474"/>
              <a:gd name="connsiteX146" fmla="*/ 4285792 w 12192000"/>
              <a:gd name="connsiteY146" fmla="*/ 1836231 h 2237474"/>
              <a:gd name="connsiteX147" fmla="*/ 4238372 w 12192000"/>
              <a:gd name="connsiteY147" fmla="*/ 1851480 h 2237474"/>
              <a:gd name="connsiteX148" fmla="*/ 4232517 w 12192000"/>
              <a:gd name="connsiteY148" fmla="*/ 1852567 h 2237474"/>
              <a:gd name="connsiteX149" fmla="*/ 4191732 w 12192000"/>
              <a:gd name="connsiteY149" fmla="*/ 1857328 h 2237474"/>
              <a:gd name="connsiteX150" fmla="*/ 4065532 w 12192000"/>
              <a:gd name="connsiteY150" fmla="*/ 1855477 h 2237474"/>
              <a:gd name="connsiteX151" fmla="*/ 4028460 w 12192000"/>
              <a:gd name="connsiteY151" fmla="*/ 1855137 h 2237474"/>
              <a:gd name="connsiteX152" fmla="*/ 4002267 w 12192000"/>
              <a:gd name="connsiteY152" fmla="*/ 1852352 h 2237474"/>
              <a:gd name="connsiteX153" fmla="*/ 3931396 w 12192000"/>
              <a:gd name="connsiteY153" fmla="*/ 1858915 h 2237474"/>
              <a:gd name="connsiteX154" fmla="*/ 3812162 w 12192000"/>
              <a:gd name="connsiteY154" fmla="*/ 1875501 h 2237474"/>
              <a:gd name="connsiteX155" fmla="*/ 3767672 w 12192000"/>
              <a:gd name="connsiteY155" fmla="*/ 1874600 h 2237474"/>
              <a:gd name="connsiteX156" fmla="*/ 3764741 w 12192000"/>
              <a:gd name="connsiteY156" fmla="*/ 1869433 h 2237474"/>
              <a:gd name="connsiteX157" fmla="*/ 3751332 w 12192000"/>
              <a:gd name="connsiteY157" fmla="*/ 1869854 h 2237474"/>
              <a:gd name="connsiteX158" fmla="*/ 3748155 w 12192000"/>
              <a:gd name="connsiteY158" fmla="*/ 1868903 h 2237474"/>
              <a:gd name="connsiteX159" fmla="*/ 3729530 w 12192000"/>
              <a:gd name="connsiteY159" fmla="*/ 1864513 h 2237474"/>
              <a:gd name="connsiteX160" fmla="*/ 3680177 w 12192000"/>
              <a:gd name="connsiteY160" fmla="*/ 1881552 h 2237474"/>
              <a:gd name="connsiteX161" fmla="*/ 3567259 w 12192000"/>
              <a:gd name="connsiteY161" fmla="*/ 1893482 h 2237474"/>
              <a:gd name="connsiteX162" fmla="*/ 3405770 w 12192000"/>
              <a:gd name="connsiteY162" fmla="*/ 1904591 h 2237474"/>
              <a:gd name="connsiteX163" fmla="*/ 3280097 w 12192000"/>
              <a:gd name="connsiteY163" fmla="*/ 1919610 h 2237474"/>
              <a:gd name="connsiteX164" fmla="*/ 3123424 w 12192000"/>
              <a:gd name="connsiteY164" fmla="*/ 1952930 h 2237474"/>
              <a:gd name="connsiteX165" fmla="*/ 3009910 w 12192000"/>
              <a:gd name="connsiteY165" fmla="*/ 1957866 h 2237474"/>
              <a:gd name="connsiteX166" fmla="*/ 2995934 w 12192000"/>
              <a:gd name="connsiteY166" fmla="*/ 1967085 h 2237474"/>
              <a:gd name="connsiteX167" fmla="*/ 2980071 w 12192000"/>
              <a:gd name="connsiteY167" fmla="*/ 1972988 h 2237474"/>
              <a:gd name="connsiteX168" fmla="*/ 2978094 w 12192000"/>
              <a:gd name="connsiteY168" fmla="*/ 1972369 h 2237474"/>
              <a:gd name="connsiteX169" fmla="*/ 2942858 w 12192000"/>
              <a:gd name="connsiteY169" fmla="*/ 1981367 h 2237474"/>
              <a:gd name="connsiteX170" fmla="*/ 2875436 w 12192000"/>
              <a:gd name="connsiteY170" fmla="*/ 1996977 h 2237474"/>
              <a:gd name="connsiteX171" fmla="*/ 2874892 w 12192000"/>
              <a:gd name="connsiteY171" fmla="*/ 1996085 h 2237474"/>
              <a:gd name="connsiteX172" fmla="*/ 2864145 w 12192000"/>
              <a:gd name="connsiteY172" fmla="*/ 1994061 h 2237474"/>
              <a:gd name="connsiteX173" fmla="*/ 2843662 w 12192000"/>
              <a:gd name="connsiteY173" fmla="*/ 1992498 h 2237474"/>
              <a:gd name="connsiteX174" fmla="*/ 2796128 w 12192000"/>
              <a:gd name="connsiteY174" fmla="*/ 1976403 h 2237474"/>
              <a:gd name="connsiteX175" fmla="*/ 2756784 w 12192000"/>
              <a:gd name="connsiteY175" fmla="*/ 1985116 h 2237474"/>
              <a:gd name="connsiteX176" fmla="*/ 2748833 w 12192000"/>
              <a:gd name="connsiteY176" fmla="*/ 1986323 h 2237474"/>
              <a:gd name="connsiteX177" fmla="*/ 2748661 w 12192000"/>
              <a:gd name="connsiteY177" fmla="*/ 1986122 h 2237474"/>
              <a:gd name="connsiteX178" fmla="*/ 2740251 w 12192000"/>
              <a:gd name="connsiteY178" fmla="*/ 1986946 h 2237474"/>
              <a:gd name="connsiteX179" fmla="*/ 2718916 w 12192000"/>
              <a:gd name="connsiteY179" fmla="*/ 1990867 h 2237474"/>
              <a:gd name="connsiteX180" fmla="*/ 2713522 w 12192000"/>
              <a:gd name="connsiteY180" fmla="*/ 1990173 h 2237474"/>
              <a:gd name="connsiteX181" fmla="*/ 2680597 w 12192000"/>
              <a:gd name="connsiteY181" fmla="*/ 1984996 h 2237474"/>
              <a:gd name="connsiteX182" fmla="*/ 2578178 w 12192000"/>
              <a:gd name="connsiteY182" fmla="*/ 1990531 h 2237474"/>
              <a:gd name="connsiteX183" fmla="*/ 2476147 w 12192000"/>
              <a:gd name="connsiteY183" fmla="*/ 1998305 h 2237474"/>
              <a:gd name="connsiteX184" fmla="*/ 2373568 w 12192000"/>
              <a:gd name="connsiteY184" fmla="*/ 2003219 h 2237474"/>
              <a:gd name="connsiteX185" fmla="*/ 2321399 w 12192000"/>
              <a:gd name="connsiteY185" fmla="*/ 1989467 h 2237474"/>
              <a:gd name="connsiteX186" fmla="*/ 2315525 w 12192000"/>
              <a:gd name="connsiteY186" fmla="*/ 1989708 h 2237474"/>
              <a:gd name="connsiteX187" fmla="*/ 2300792 w 12192000"/>
              <a:gd name="connsiteY187" fmla="*/ 1994290 h 2237474"/>
              <a:gd name="connsiteX188" fmla="*/ 2295469 w 12192000"/>
              <a:gd name="connsiteY188" fmla="*/ 1996659 h 2237474"/>
              <a:gd name="connsiteX189" fmla="*/ 2287219 w 12192000"/>
              <a:gd name="connsiteY189" fmla="*/ 1998750 h 2237474"/>
              <a:gd name="connsiteX190" fmla="*/ 2286948 w 12192000"/>
              <a:gd name="connsiteY190" fmla="*/ 1998596 h 2237474"/>
              <a:gd name="connsiteX191" fmla="*/ 2243069 w 12192000"/>
              <a:gd name="connsiteY191" fmla="*/ 2015111 h 2237474"/>
              <a:gd name="connsiteX192" fmla="*/ 2186609 w 12192000"/>
              <a:gd name="connsiteY192" fmla="*/ 2008263 h 2237474"/>
              <a:gd name="connsiteX193" fmla="*/ 2164831 w 12192000"/>
              <a:gd name="connsiteY193" fmla="*/ 2010143 h 2237474"/>
              <a:gd name="connsiteX194" fmla="*/ 2152836 w 12192000"/>
              <a:gd name="connsiteY194" fmla="*/ 2010048 h 2237474"/>
              <a:gd name="connsiteX195" fmla="*/ 2117102 w 12192000"/>
              <a:gd name="connsiteY195" fmla="*/ 2023004 h 2237474"/>
              <a:gd name="connsiteX196" fmla="*/ 2111935 w 12192000"/>
              <a:gd name="connsiteY196" fmla="*/ 2023163 h 2237474"/>
              <a:gd name="connsiteX197" fmla="*/ 2089991 w 12192000"/>
              <a:gd name="connsiteY197" fmla="*/ 2034193 h 2237474"/>
              <a:gd name="connsiteX198" fmla="*/ 2058061 w 12192000"/>
              <a:gd name="connsiteY198" fmla="*/ 2047942 h 2237474"/>
              <a:gd name="connsiteX199" fmla="*/ 2055737 w 12192000"/>
              <a:gd name="connsiteY199" fmla="*/ 2047704 h 2237474"/>
              <a:gd name="connsiteX200" fmla="*/ 2042244 w 12192000"/>
              <a:gd name="connsiteY200" fmla="*/ 2055560 h 2237474"/>
              <a:gd name="connsiteX201" fmla="*/ 1976224 w 12192000"/>
              <a:gd name="connsiteY201" fmla="*/ 2074257 h 2237474"/>
              <a:gd name="connsiteX202" fmla="*/ 1877728 w 12192000"/>
              <a:gd name="connsiteY202" fmla="*/ 2101004 h 2237474"/>
              <a:gd name="connsiteX203" fmla="*/ 1759056 w 12192000"/>
              <a:gd name="connsiteY203" fmla="*/ 2125608 h 2237474"/>
              <a:gd name="connsiteX204" fmla="*/ 1637948 w 12192000"/>
              <a:gd name="connsiteY204" fmla="*/ 2172597 h 2237474"/>
              <a:gd name="connsiteX205" fmla="*/ 1434549 w 12192000"/>
              <a:gd name="connsiteY205" fmla="*/ 2234522 h 2237474"/>
              <a:gd name="connsiteX206" fmla="*/ 1398481 w 12192000"/>
              <a:gd name="connsiteY206" fmla="*/ 2237074 h 2237474"/>
              <a:gd name="connsiteX207" fmla="*/ 1398407 w 12192000"/>
              <a:gd name="connsiteY207" fmla="*/ 2237095 h 2237474"/>
              <a:gd name="connsiteX208" fmla="*/ 1370962 w 12192000"/>
              <a:gd name="connsiteY208" fmla="*/ 2237474 h 2237474"/>
              <a:gd name="connsiteX209" fmla="*/ 1356367 w 12192000"/>
              <a:gd name="connsiteY209" fmla="*/ 2235089 h 2237474"/>
              <a:gd name="connsiteX210" fmla="*/ 1324828 w 12192000"/>
              <a:gd name="connsiteY210" fmla="*/ 2231968 h 2237474"/>
              <a:gd name="connsiteX211" fmla="*/ 1297744 w 12192000"/>
              <a:gd name="connsiteY211" fmla="*/ 2235849 h 2237474"/>
              <a:gd name="connsiteX212" fmla="*/ 1286236 w 12192000"/>
              <a:gd name="connsiteY212" fmla="*/ 2233135 h 2237474"/>
              <a:gd name="connsiteX213" fmla="*/ 1283504 w 12192000"/>
              <a:gd name="connsiteY213" fmla="*/ 2233797 h 2237474"/>
              <a:gd name="connsiteX214" fmla="*/ 1279765 w 12192000"/>
              <a:gd name="connsiteY214" fmla="*/ 2229639 h 2237474"/>
              <a:gd name="connsiteX215" fmla="*/ 1195347 w 12192000"/>
              <a:gd name="connsiteY215" fmla="*/ 2212354 h 2237474"/>
              <a:gd name="connsiteX216" fmla="*/ 970251 w 12192000"/>
              <a:gd name="connsiteY216" fmla="*/ 2221029 h 2237474"/>
              <a:gd name="connsiteX217" fmla="*/ 812914 w 12192000"/>
              <a:gd name="connsiteY217" fmla="*/ 2202752 h 2237474"/>
              <a:gd name="connsiteX218" fmla="*/ 800195 w 12192000"/>
              <a:gd name="connsiteY218" fmla="*/ 2209407 h 2237474"/>
              <a:gd name="connsiteX219" fmla="*/ 784978 w 12192000"/>
              <a:gd name="connsiteY219" fmla="*/ 2212360 h 2237474"/>
              <a:gd name="connsiteX220" fmla="*/ 681987 w 12192000"/>
              <a:gd name="connsiteY220" fmla="*/ 2216757 h 2237474"/>
              <a:gd name="connsiteX221" fmla="*/ 669923 w 12192000"/>
              <a:gd name="connsiteY221" fmla="*/ 2211682 h 2237474"/>
              <a:gd name="connsiteX222" fmla="*/ 648680 w 12192000"/>
              <a:gd name="connsiteY222" fmla="*/ 2206229 h 2237474"/>
              <a:gd name="connsiteX223" fmla="*/ 597225 w 12192000"/>
              <a:gd name="connsiteY223" fmla="*/ 2180999 h 2237474"/>
              <a:gd name="connsiteX224" fmla="*/ 558449 w 12192000"/>
              <a:gd name="connsiteY224" fmla="*/ 2182346 h 2237474"/>
              <a:gd name="connsiteX225" fmla="*/ 550517 w 12192000"/>
              <a:gd name="connsiteY225" fmla="*/ 2182060 h 2237474"/>
              <a:gd name="connsiteX226" fmla="*/ 550309 w 12192000"/>
              <a:gd name="connsiteY226" fmla="*/ 2181825 h 2237474"/>
              <a:gd name="connsiteX227" fmla="*/ 541836 w 12192000"/>
              <a:gd name="connsiteY227" fmla="*/ 2181063 h 2237474"/>
              <a:gd name="connsiteX228" fmla="*/ 536057 w 12192000"/>
              <a:gd name="connsiteY228" fmla="*/ 2181537 h 2237474"/>
              <a:gd name="connsiteX229" fmla="*/ 520671 w 12192000"/>
              <a:gd name="connsiteY229" fmla="*/ 2180980 h 2237474"/>
              <a:gd name="connsiteX230" fmla="*/ 515024 w 12192000"/>
              <a:gd name="connsiteY230" fmla="*/ 2179258 h 2237474"/>
              <a:gd name="connsiteX231" fmla="*/ 512278 w 12192000"/>
              <a:gd name="connsiteY231" fmla="*/ 2176369 h 2237474"/>
              <a:gd name="connsiteX232" fmla="*/ 480419 w 12192000"/>
              <a:gd name="connsiteY232" fmla="*/ 2167807 h 2237474"/>
              <a:gd name="connsiteX233" fmla="*/ 413835 w 12192000"/>
              <a:gd name="connsiteY233" fmla="*/ 2156783 h 2237474"/>
              <a:gd name="connsiteX234" fmla="*/ 376513 w 12192000"/>
              <a:gd name="connsiteY234" fmla="*/ 2154014 h 2237474"/>
              <a:gd name="connsiteX235" fmla="*/ 273386 w 12192000"/>
              <a:gd name="connsiteY235" fmla="*/ 2142551 h 2237474"/>
              <a:gd name="connsiteX236" fmla="*/ 169207 w 12192000"/>
              <a:gd name="connsiteY236" fmla="*/ 2128100 h 2237474"/>
              <a:gd name="connsiteX237" fmla="*/ 93149 w 12192000"/>
              <a:gd name="connsiteY237" fmla="*/ 2105324 h 2237474"/>
              <a:gd name="connsiteX238" fmla="*/ 88109 w 12192000"/>
              <a:gd name="connsiteY238" fmla="*/ 2106704 h 2237474"/>
              <a:gd name="connsiteX239" fmla="*/ 80022 w 12192000"/>
              <a:gd name="connsiteY239" fmla="*/ 2107254 h 2237474"/>
              <a:gd name="connsiteX240" fmla="*/ 79717 w 12192000"/>
              <a:gd name="connsiteY240" fmla="*/ 2107046 h 2237474"/>
              <a:gd name="connsiteX241" fmla="*/ 72352 w 12192000"/>
              <a:gd name="connsiteY241" fmla="*/ 2107991 h 2237474"/>
              <a:gd name="connsiteX242" fmla="*/ 37645 w 12192000"/>
              <a:gd name="connsiteY242" fmla="*/ 2115401 h 2237474"/>
              <a:gd name="connsiteX243" fmla="*/ 4572 w 12192000"/>
              <a:gd name="connsiteY243" fmla="*/ 2111091 h 2237474"/>
              <a:gd name="connsiteX244" fmla="*/ 0 w 12192000"/>
              <a:gd name="connsiteY244" fmla="*/ 2110468 h 2237474"/>
              <a:gd name="connsiteX245" fmla="*/ 0 w 12192000"/>
              <a:gd name="connsiteY24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93343 w 12192000"/>
              <a:gd name="connsiteY106" fmla="*/ 1664672 h 2237474"/>
              <a:gd name="connsiteX107" fmla="*/ 6380457 w 12192000"/>
              <a:gd name="connsiteY107" fmla="*/ 1662376 h 2237474"/>
              <a:gd name="connsiteX108" fmla="*/ 6280959 w 12192000"/>
              <a:gd name="connsiteY108" fmla="*/ 1689329 h 2237474"/>
              <a:gd name="connsiteX109" fmla="*/ 6266765 w 12192000"/>
              <a:gd name="connsiteY109" fmla="*/ 1695560 h 2237474"/>
              <a:gd name="connsiteX110" fmla="*/ 6098321 w 12192000"/>
              <a:gd name="connsiteY110" fmla="*/ 1721646 h 2237474"/>
              <a:gd name="connsiteX111" fmla="*/ 5880652 w 12192000"/>
              <a:gd name="connsiteY111" fmla="*/ 1779643 h 2237474"/>
              <a:gd name="connsiteX112" fmla="*/ 5785959 w 12192000"/>
              <a:gd name="connsiteY112" fmla="*/ 1775307 h 2237474"/>
              <a:gd name="connsiteX113" fmla="*/ 5643534 w 12192000"/>
              <a:gd name="connsiteY113" fmla="*/ 1802919 h 2237474"/>
              <a:gd name="connsiteX114" fmla="*/ 5518799 w 12192000"/>
              <a:gd name="connsiteY114" fmla="*/ 1818312 h 2237474"/>
              <a:gd name="connsiteX115" fmla="*/ 5505014 w 12192000"/>
              <a:gd name="connsiteY115" fmla="*/ 1819259 h 2237474"/>
              <a:gd name="connsiteX116" fmla="*/ 5453307 w 12192000"/>
              <a:gd name="connsiteY116" fmla="*/ 1815450 h 2237474"/>
              <a:gd name="connsiteX117" fmla="*/ 5364192 w 12192000"/>
              <a:gd name="connsiteY117" fmla="*/ 1826074 h 2237474"/>
              <a:gd name="connsiteX118" fmla="*/ 5350380 w 12192000"/>
              <a:gd name="connsiteY118" fmla="*/ 1830891 h 2237474"/>
              <a:gd name="connsiteX119" fmla="*/ 5259633 w 12192000"/>
              <a:gd name="connsiteY119" fmla="*/ 1837160 h 2237474"/>
              <a:gd name="connsiteX120" fmla="*/ 5197513 w 12192000"/>
              <a:gd name="connsiteY120" fmla="*/ 1844718 h 2237474"/>
              <a:gd name="connsiteX121" fmla="*/ 5184170 w 12192000"/>
              <a:gd name="connsiteY121" fmla="*/ 1849402 h 2237474"/>
              <a:gd name="connsiteX122" fmla="*/ 5168852 w 12192000"/>
              <a:gd name="connsiteY122" fmla="*/ 1844846 h 2237474"/>
              <a:gd name="connsiteX123" fmla="*/ 5164370 w 12192000"/>
              <a:gd name="connsiteY123" fmla="*/ 1840597 h 2237474"/>
              <a:gd name="connsiteX124" fmla="*/ 5114927 w 12192000"/>
              <a:gd name="connsiteY124" fmla="*/ 1847827 h 2237474"/>
              <a:gd name="connsiteX125" fmla="*/ 5108970 w 12192000"/>
              <a:gd name="connsiteY125" fmla="*/ 1847935 h 2237474"/>
              <a:gd name="connsiteX126" fmla="*/ 5067961 w 12192000"/>
              <a:gd name="connsiteY126" fmla="*/ 1845917 h 2237474"/>
              <a:gd name="connsiteX127" fmla="*/ 5007075 w 12192000"/>
              <a:gd name="connsiteY127" fmla="*/ 1838626 h 2237474"/>
              <a:gd name="connsiteX128" fmla="*/ 4944087 w 12192000"/>
              <a:gd name="connsiteY128" fmla="*/ 1823332 h 2237474"/>
              <a:gd name="connsiteX129" fmla="*/ 4907662 w 12192000"/>
              <a:gd name="connsiteY129" fmla="*/ 1816900 h 2237474"/>
              <a:gd name="connsiteX130" fmla="*/ 4882386 w 12192000"/>
              <a:gd name="connsiteY130" fmla="*/ 1809844 h 2237474"/>
              <a:gd name="connsiteX131" fmla="*/ 4811440 w 12192000"/>
              <a:gd name="connsiteY131" fmla="*/ 1804655 h 2237474"/>
              <a:gd name="connsiteX132" fmla="*/ 4691075 w 12192000"/>
              <a:gd name="connsiteY132" fmla="*/ 1801389 h 2237474"/>
              <a:gd name="connsiteX133" fmla="*/ 4647449 w 12192000"/>
              <a:gd name="connsiteY133" fmla="*/ 1793181 h 2237474"/>
              <a:gd name="connsiteX134" fmla="*/ 4645504 w 12192000"/>
              <a:gd name="connsiteY134" fmla="*/ 1787606 h 2237474"/>
              <a:gd name="connsiteX135" fmla="*/ 4632229 w 12192000"/>
              <a:gd name="connsiteY135" fmla="*/ 1785815 h 2237474"/>
              <a:gd name="connsiteX136" fmla="*/ 4611738 w 12192000"/>
              <a:gd name="connsiteY136" fmla="*/ 1776964 h 2237474"/>
              <a:gd name="connsiteX137" fmla="*/ 4560070 w 12192000"/>
              <a:gd name="connsiteY137" fmla="*/ 1785640 h 2237474"/>
              <a:gd name="connsiteX138" fmla="*/ 4536503 w 12192000"/>
              <a:gd name="connsiteY138" fmla="*/ 1785334 h 2237474"/>
              <a:gd name="connsiteX139" fmla="*/ 4513724 w 12192000"/>
              <a:gd name="connsiteY139" fmla="*/ 1791996 h 2237474"/>
              <a:gd name="connsiteX140" fmla="*/ 4459810 w 12192000"/>
              <a:gd name="connsiteY140" fmla="*/ 1797886 h 2237474"/>
              <a:gd name="connsiteX141" fmla="*/ 4379064 w 12192000"/>
              <a:gd name="connsiteY141" fmla="*/ 1817177 h 2237474"/>
              <a:gd name="connsiteX142" fmla="*/ 4319209 w 12192000"/>
              <a:gd name="connsiteY142" fmla="*/ 1834833 h 2237474"/>
              <a:gd name="connsiteX143" fmla="*/ 4306907 w 12192000"/>
              <a:gd name="connsiteY143" fmla="*/ 1841641 h 2237474"/>
              <a:gd name="connsiteX144" fmla="*/ 4290981 w 12192000"/>
              <a:gd name="connsiteY144" fmla="*/ 1839677 h 2237474"/>
              <a:gd name="connsiteX145" fmla="*/ 4285792 w 12192000"/>
              <a:gd name="connsiteY145" fmla="*/ 1836231 h 2237474"/>
              <a:gd name="connsiteX146" fmla="*/ 4238372 w 12192000"/>
              <a:gd name="connsiteY146" fmla="*/ 1851480 h 2237474"/>
              <a:gd name="connsiteX147" fmla="*/ 4232517 w 12192000"/>
              <a:gd name="connsiteY147" fmla="*/ 1852567 h 2237474"/>
              <a:gd name="connsiteX148" fmla="*/ 4191732 w 12192000"/>
              <a:gd name="connsiteY148" fmla="*/ 1857328 h 2237474"/>
              <a:gd name="connsiteX149" fmla="*/ 4065532 w 12192000"/>
              <a:gd name="connsiteY149" fmla="*/ 1855477 h 2237474"/>
              <a:gd name="connsiteX150" fmla="*/ 4028460 w 12192000"/>
              <a:gd name="connsiteY150" fmla="*/ 1855137 h 2237474"/>
              <a:gd name="connsiteX151" fmla="*/ 4002267 w 12192000"/>
              <a:gd name="connsiteY151" fmla="*/ 1852352 h 2237474"/>
              <a:gd name="connsiteX152" fmla="*/ 3931396 w 12192000"/>
              <a:gd name="connsiteY152" fmla="*/ 1858915 h 2237474"/>
              <a:gd name="connsiteX153" fmla="*/ 3812162 w 12192000"/>
              <a:gd name="connsiteY153" fmla="*/ 1875501 h 2237474"/>
              <a:gd name="connsiteX154" fmla="*/ 3767672 w 12192000"/>
              <a:gd name="connsiteY154" fmla="*/ 1874600 h 2237474"/>
              <a:gd name="connsiteX155" fmla="*/ 3764741 w 12192000"/>
              <a:gd name="connsiteY155" fmla="*/ 1869433 h 2237474"/>
              <a:gd name="connsiteX156" fmla="*/ 3751332 w 12192000"/>
              <a:gd name="connsiteY156" fmla="*/ 1869854 h 2237474"/>
              <a:gd name="connsiteX157" fmla="*/ 3748155 w 12192000"/>
              <a:gd name="connsiteY157" fmla="*/ 1868903 h 2237474"/>
              <a:gd name="connsiteX158" fmla="*/ 3729530 w 12192000"/>
              <a:gd name="connsiteY158" fmla="*/ 1864513 h 2237474"/>
              <a:gd name="connsiteX159" fmla="*/ 3680177 w 12192000"/>
              <a:gd name="connsiteY159" fmla="*/ 1881552 h 2237474"/>
              <a:gd name="connsiteX160" fmla="*/ 3567259 w 12192000"/>
              <a:gd name="connsiteY160" fmla="*/ 1893482 h 2237474"/>
              <a:gd name="connsiteX161" fmla="*/ 3405770 w 12192000"/>
              <a:gd name="connsiteY161" fmla="*/ 1904591 h 2237474"/>
              <a:gd name="connsiteX162" fmla="*/ 3280097 w 12192000"/>
              <a:gd name="connsiteY162" fmla="*/ 1919610 h 2237474"/>
              <a:gd name="connsiteX163" fmla="*/ 3123424 w 12192000"/>
              <a:gd name="connsiteY163" fmla="*/ 1952930 h 2237474"/>
              <a:gd name="connsiteX164" fmla="*/ 3009910 w 12192000"/>
              <a:gd name="connsiteY164" fmla="*/ 1957866 h 2237474"/>
              <a:gd name="connsiteX165" fmla="*/ 2995934 w 12192000"/>
              <a:gd name="connsiteY165" fmla="*/ 1967085 h 2237474"/>
              <a:gd name="connsiteX166" fmla="*/ 2980071 w 12192000"/>
              <a:gd name="connsiteY166" fmla="*/ 1972988 h 2237474"/>
              <a:gd name="connsiteX167" fmla="*/ 2978094 w 12192000"/>
              <a:gd name="connsiteY167" fmla="*/ 1972369 h 2237474"/>
              <a:gd name="connsiteX168" fmla="*/ 2942858 w 12192000"/>
              <a:gd name="connsiteY168" fmla="*/ 1981367 h 2237474"/>
              <a:gd name="connsiteX169" fmla="*/ 2875436 w 12192000"/>
              <a:gd name="connsiteY169" fmla="*/ 1996977 h 2237474"/>
              <a:gd name="connsiteX170" fmla="*/ 2874892 w 12192000"/>
              <a:gd name="connsiteY170" fmla="*/ 1996085 h 2237474"/>
              <a:gd name="connsiteX171" fmla="*/ 2864145 w 12192000"/>
              <a:gd name="connsiteY171" fmla="*/ 1994061 h 2237474"/>
              <a:gd name="connsiteX172" fmla="*/ 2843662 w 12192000"/>
              <a:gd name="connsiteY172" fmla="*/ 1992498 h 2237474"/>
              <a:gd name="connsiteX173" fmla="*/ 2796128 w 12192000"/>
              <a:gd name="connsiteY173" fmla="*/ 1976403 h 2237474"/>
              <a:gd name="connsiteX174" fmla="*/ 2756784 w 12192000"/>
              <a:gd name="connsiteY174" fmla="*/ 1985116 h 2237474"/>
              <a:gd name="connsiteX175" fmla="*/ 2748833 w 12192000"/>
              <a:gd name="connsiteY175" fmla="*/ 1986323 h 2237474"/>
              <a:gd name="connsiteX176" fmla="*/ 2748661 w 12192000"/>
              <a:gd name="connsiteY176" fmla="*/ 1986122 h 2237474"/>
              <a:gd name="connsiteX177" fmla="*/ 2740251 w 12192000"/>
              <a:gd name="connsiteY177" fmla="*/ 1986946 h 2237474"/>
              <a:gd name="connsiteX178" fmla="*/ 2718916 w 12192000"/>
              <a:gd name="connsiteY178" fmla="*/ 1990867 h 2237474"/>
              <a:gd name="connsiteX179" fmla="*/ 2713522 w 12192000"/>
              <a:gd name="connsiteY179" fmla="*/ 1990173 h 2237474"/>
              <a:gd name="connsiteX180" fmla="*/ 2680597 w 12192000"/>
              <a:gd name="connsiteY180" fmla="*/ 1984996 h 2237474"/>
              <a:gd name="connsiteX181" fmla="*/ 2578178 w 12192000"/>
              <a:gd name="connsiteY181" fmla="*/ 1990531 h 2237474"/>
              <a:gd name="connsiteX182" fmla="*/ 2476147 w 12192000"/>
              <a:gd name="connsiteY182" fmla="*/ 1998305 h 2237474"/>
              <a:gd name="connsiteX183" fmla="*/ 2373568 w 12192000"/>
              <a:gd name="connsiteY183" fmla="*/ 2003219 h 2237474"/>
              <a:gd name="connsiteX184" fmla="*/ 2321399 w 12192000"/>
              <a:gd name="connsiteY184" fmla="*/ 1989467 h 2237474"/>
              <a:gd name="connsiteX185" fmla="*/ 2315525 w 12192000"/>
              <a:gd name="connsiteY185" fmla="*/ 1989708 h 2237474"/>
              <a:gd name="connsiteX186" fmla="*/ 2300792 w 12192000"/>
              <a:gd name="connsiteY186" fmla="*/ 1994290 h 2237474"/>
              <a:gd name="connsiteX187" fmla="*/ 2295469 w 12192000"/>
              <a:gd name="connsiteY187" fmla="*/ 1996659 h 2237474"/>
              <a:gd name="connsiteX188" fmla="*/ 2287219 w 12192000"/>
              <a:gd name="connsiteY188" fmla="*/ 1998750 h 2237474"/>
              <a:gd name="connsiteX189" fmla="*/ 2286948 w 12192000"/>
              <a:gd name="connsiteY189" fmla="*/ 1998596 h 2237474"/>
              <a:gd name="connsiteX190" fmla="*/ 2243069 w 12192000"/>
              <a:gd name="connsiteY190" fmla="*/ 2015111 h 2237474"/>
              <a:gd name="connsiteX191" fmla="*/ 2186609 w 12192000"/>
              <a:gd name="connsiteY191" fmla="*/ 2008263 h 2237474"/>
              <a:gd name="connsiteX192" fmla="*/ 2164831 w 12192000"/>
              <a:gd name="connsiteY192" fmla="*/ 2010143 h 2237474"/>
              <a:gd name="connsiteX193" fmla="*/ 2152836 w 12192000"/>
              <a:gd name="connsiteY193" fmla="*/ 2010048 h 2237474"/>
              <a:gd name="connsiteX194" fmla="*/ 2117102 w 12192000"/>
              <a:gd name="connsiteY194" fmla="*/ 2023004 h 2237474"/>
              <a:gd name="connsiteX195" fmla="*/ 2111935 w 12192000"/>
              <a:gd name="connsiteY195" fmla="*/ 2023163 h 2237474"/>
              <a:gd name="connsiteX196" fmla="*/ 2089991 w 12192000"/>
              <a:gd name="connsiteY196" fmla="*/ 2034193 h 2237474"/>
              <a:gd name="connsiteX197" fmla="*/ 2058061 w 12192000"/>
              <a:gd name="connsiteY197" fmla="*/ 2047942 h 2237474"/>
              <a:gd name="connsiteX198" fmla="*/ 2055737 w 12192000"/>
              <a:gd name="connsiteY198" fmla="*/ 2047704 h 2237474"/>
              <a:gd name="connsiteX199" fmla="*/ 2042244 w 12192000"/>
              <a:gd name="connsiteY199" fmla="*/ 2055560 h 2237474"/>
              <a:gd name="connsiteX200" fmla="*/ 1976224 w 12192000"/>
              <a:gd name="connsiteY200" fmla="*/ 2074257 h 2237474"/>
              <a:gd name="connsiteX201" fmla="*/ 1877728 w 12192000"/>
              <a:gd name="connsiteY201" fmla="*/ 2101004 h 2237474"/>
              <a:gd name="connsiteX202" fmla="*/ 1759056 w 12192000"/>
              <a:gd name="connsiteY202" fmla="*/ 2125608 h 2237474"/>
              <a:gd name="connsiteX203" fmla="*/ 1637948 w 12192000"/>
              <a:gd name="connsiteY203" fmla="*/ 2172597 h 2237474"/>
              <a:gd name="connsiteX204" fmla="*/ 1434549 w 12192000"/>
              <a:gd name="connsiteY204" fmla="*/ 2234522 h 2237474"/>
              <a:gd name="connsiteX205" fmla="*/ 1398481 w 12192000"/>
              <a:gd name="connsiteY205" fmla="*/ 2237074 h 2237474"/>
              <a:gd name="connsiteX206" fmla="*/ 1398407 w 12192000"/>
              <a:gd name="connsiteY206" fmla="*/ 2237095 h 2237474"/>
              <a:gd name="connsiteX207" fmla="*/ 1370962 w 12192000"/>
              <a:gd name="connsiteY207" fmla="*/ 2237474 h 2237474"/>
              <a:gd name="connsiteX208" fmla="*/ 1356367 w 12192000"/>
              <a:gd name="connsiteY208" fmla="*/ 2235089 h 2237474"/>
              <a:gd name="connsiteX209" fmla="*/ 1324828 w 12192000"/>
              <a:gd name="connsiteY209" fmla="*/ 2231968 h 2237474"/>
              <a:gd name="connsiteX210" fmla="*/ 1297744 w 12192000"/>
              <a:gd name="connsiteY210" fmla="*/ 2235849 h 2237474"/>
              <a:gd name="connsiteX211" fmla="*/ 1286236 w 12192000"/>
              <a:gd name="connsiteY211" fmla="*/ 2233135 h 2237474"/>
              <a:gd name="connsiteX212" fmla="*/ 1283504 w 12192000"/>
              <a:gd name="connsiteY212" fmla="*/ 2233797 h 2237474"/>
              <a:gd name="connsiteX213" fmla="*/ 1279765 w 12192000"/>
              <a:gd name="connsiteY213" fmla="*/ 2229639 h 2237474"/>
              <a:gd name="connsiteX214" fmla="*/ 1195347 w 12192000"/>
              <a:gd name="connsiteY214" fmla="*/ 2212354 h 2237474"/>
              <a:gd name="connsiteX215" fmla="*/ 970251 w 12192000"/>
              <a:gd name="connsiteY215" fmla="*/ 2221029 h 2237474"/>
              <a:gd name="connsiteX216" fmla="*/ 812914 w 12192000"/>
              <a:gd name="connsiteY216" fmla="*/ 2202752 h 2237474"/>
              <a:gd name="connsiteX217" fmla="*/ 800195 w 12192000"/>
              <a:gd name="connsiteY217" fmla="*/ 2209407 h 2237474"/>
              <a:gd name="connsiteX218" fmla="*/ 784978 w 12192000"/>
              <a:gd name="connsiteY218" fmla="*/ 2212360 h 2237474"/>
              <a:gd name="connsiteX219" fmla="*/ 681987 w 12192000"/>
              <a:gd name="connsiteY219" fmla="*/ 2216757 h 2237474"/>
              <a:gd name="connsiteX220" fmla="*/ 669923 w 12192000"/>
              <a:gd name="connsiteY220" fmla="*/ 2211682 h 2237474"/>
              <a:gd name="connsiteX221" fmla="*/ 648680 w 12192000"/>
              <a:gd name="connsiteY221" fmla="*/ 2206229 h 2237474"/>
              <a:gd name="connsiteX222" fmla="*/ 597225 w 12192000"/>
              <a:gd name="connsiteY222" fmla="*/ 2180999 h 2237474"/>
              <a:gd name="connsiteX223" fmla="*/ 558449 w 12192000"/>
              <a:gd name="connsiteY223" fmla="*/ 2182346 h 2237474"/>
              <a:gd name="connsiteX224" fmla="*/ 550517 w 12192000"/>
              <a:gd name="connsiteY224" fmla="*/ 2182060 h 2237474"/>
              <a:gd name="connsiteX225" fmla="*/ 550309 w 12192000"/>
              <a:gd name="connsiteY225" fmla="*/ 2181825 h 2237474"/>
              <a:gd name="connsiteX226" fmla="*/ 541836 w 12192000"/>
              <a:gd name="connsiteY226" fmla="*/ 2181063 h 2237474"/>
              <a:gd name="connsiteX227" fmla="*/ 536057 w 12192000"/>
              <a:gd name="connsiteY227" fmla="*/ 2181537 h 2237474"/>
              <a:gd name="connsiteX228" fmla="*/ 520671 w 12192000"/>
              <a:gd name="connsiteY228" fmla="*/ 2180980 h 2237474"/>
              <a:gd name="connsiteX229" fmla="*/ 515024 w 12192000"/>
              <a:gd name="connsiteY229" fmla="*/ 2179258 h 2237474"/>
              <a:gd name="connsiteX230" fmla="*/ 512278 w 12192000"/>
              <a:gd name="connsiteY230" fmla="*/ 2176369 h 2237474"/>
              <a:gd name="connsiteX231" fmla="*/ 480419 w 12192000"/>
              <a:gd name="connsiteY231" fmla="*/ 2167807 h 2237474"/>
              <a:gd name="connsiteX232" fmla="*/ 413835 w 12192000"/>
              <a:gd name="connsiteY232" fmla="*/ 2156783 h 2237474"/>
              <a:gd name="connsiteX233" fmla="*/ 376513 w 12192000"/>
              <a:gd name="connsiteY233" fmla="*/ 2154014 h 2237474"/>
              <a:gd name="connsiteX234" fmla="*/ 273386 w 12192000"/>
              <a:gd name="connsiteY234" fmla="*/ 2142551 h 2237474"/>
              <a:gd name="connsiteX235" fmla="*/ 169207 w 12192000"/>
              <a:gd name="connsiteY235" fmla="*/ 2128100 h 2237474"/>
              <a:gd name="connsiteX236" fmla="*/ 93149 w 12192000"/>
              <a:gd name="connsiteY236" fmla="*/ 2105324 h 2237474"/>
              <a:gd name="connsiteX237" fmla="*/ 88109 w 12192000"/>
              <a:gd name="connsiteY237" fmla="*/ 2106704 h 2237474"/>
              <a:gd name="connsiteX238" fmla="*/ 80022 w 12192000"/>
              <a:gd name="connsiteY238" fmla="*/ 2107254 h 2237474"/>
              <a:gd name="connsiteX239" fmla="*/ 79717 w 12192000"/>
              <a:gd name="connsiteY239" fmla="*/ 2107046 h 2237474"/>
              <a:gd name="connsiteX240" fmla="*/ 72352 w 12192000"/>
              <a:gd name="connsiteY240" fmla="*/ 2107991 h 2237474"/>
              <a:gd name="connsiteX241" fmla="*/ 37645 w 12192000"/>
              <a:gd name="connsiteY241" fmla="*/ 2115401 h 2237474"/>
              <a:gd name="connsiteX242" fmla="*/ 4572 w 12192000"/>
              <a:gd name="connsiteY242" fmla="*/ 2111091 h 2237474"/>
              <a:gd name="connsiteX243" fmla="*/ 0 w 12192000"/>
              <a:gd name="connsiteY243" fmla="*/ 2110468 h 2237474"/>
              <a:gd name="connsiteX244" fmla="*/ 0 w 12192000"/>
              <a:gd name="connsiteY244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93343 w 12192000"/>
              <a:gd name="connsiteY106" fmla="*/ 1664672 h 2237474"/>
              <a:gd name="connsiteX107" fmla="*/ 6380457 w 12192000"/>
              <a:gd name="connsiteY107" fmla="*/ 1662376 h 2237474"/>
              <a:gd name="connsiteX108" fmla="*/ 6280959 w 12192000"/>
              <a:gd name="connsiteY108" fmla="*/ 1689329 h 2237474"/>
              <a:gd name="connsiteX109" fmla="*/ 6266765 w 12192000"/>
              <a:gd name="connsiteY109" fmla="*/ 1695560 h 2237474"/>
              <a:gd name="connsiteX110" fmla="*/ 6098321 w 12192000"/>
              <a:gd name="connsiteY110" fmla="*/ 1721646 h 2237474"/>
              <a:gd name="connsiteX111" fmla="*/ 5880652 w 12192000"/>
              <a:gd name="connsiteY111" fmla="*/ 1779643 h 2237474"/>
              <a:gd name="connsiteX112" fmla="*/ 5785959 w 12192000"/>
              <a:gd name="connsiteY112" fmla="*/ 1775307 h 2237474"/>
              <a:gd name="connsiteX113" fmla="*/ 5643534 w 12192000"/>
              <a:gd name="connsiteY113" fmla="*/ 1802919 h 2237474"/>
              <a:gd name="connsiteX114" fmla="*/ 5518799 w 12192000"/>
              <a:gd name="connsiteY114" fmla="*/ 1818312 h 2237474"/>
              <a:gd name="connsiteX115" fmla="*/ 5505014 w 12192000"/>
              <a:gd name="connsiteY115" fmla="*/ 1819259 h 2237474"/>
              <a:gd name="connsiteX116" fmla="*/ 5453307 w 12192000"/>
              <a:gd name="connsiteY116" fmla="*/ 1815450 h 2237474"/>
              <a:gd name="connsiteX117" fmla="*/ 5364192 w 12192000"/>
              <a:gd name="connsiteY117" fmla="*/ 1826074 h 2237474"/>
              <a:gd name="connsiteX118" fmla="*/ 5350380 w 12192000"/>
              <a:gd name="connsiteY118" fmla="*/ 1830891 h 2237474"/>
              <a:gd name="connsiteX119" fmla="*/ 5259633 w 12192000"/>
              <a:gd name="connsiteY119" fmla="*/ 1837160 h 2237474"/>
              <a:gd name="connsiteX120" fmla="*/ 5197513 w 12192000"/>
              <a:gd name="connsiteY120" fmla="*/ 1844718 h 2237474"/>
              <a:gd name="connsiteX121" fmla="*/ 5184170 w 12192000"/>
              <a:gd name="connsiteY121" fmla="*/ 1849402 h 2237474"/>
              <a:gd name="connsiteX122" fmla="*/ 5168852 w 12192000"/>
              <a:gd name="connsiteY122" fmla="*/ 1844846 h 2237474"/>
              <a:gd name="connsiteX123" fmla="*/ 5164370 w 12192000"/>
              <a:gd name="connsiteY123" fmla="*/ 1840597 h 2237474"/>
              <a:gd name="connsiteX124" fmla="*/ 5114927 w 12192000"/>
              <a:gd name="connsiteY124" fmla="*/ 1847827 h 2237474"/>
              <a:gd name="connsiteX125" fmla="*/ 5108970 w 12192000"/>
              <a:gd name="connsiteY125" fmla="*/ 1847935 h 2237474"/>
              <a:gd name="connsiteX126" fmla="*/ 5067961 w 12192000"/>
              <a:gd name="connsiteY126" fmla="*/ 1845917 h 2237474"/>
              <a:gd name="connsiteX127" fmla="*/ 5007075 w 12192000"/>
              <a:gd name="connsiteY127" fmla="*/ 1838626 h 2237474"/>
              <a:gd name="connsiteX128" fmla="*/ 4944087 w 12192000"/>
              <a:gd name="connsiteY128" fmla="*/ 1823332 h 2237474"/>
              <a:gd name="connsiteX129" fmla="*/ 4907662 w 12192000"/>
              <a:gd name="connsiteY129" fmla="*/ 1816900 h 2237474"/>
              <a:gd name="connsiteX130" fmla="*/ 4882386 w 12192000"/>
              <a:gd name="connsiteY130" fmla="*/ 1809844 h 2237474"/>
              <a:gd name="connsiteX131" fmla="*/ 4811440 w 12192000"/>
              <a:gd name="connsiteY131" fmla="*/ 1804655 h 2237474"/>
              <a:gd name="connsiteX132" fmla="*/ 4691075 w 12192000"/>
              <a:gd name="connsiteY132" fmla="*/ 1801389 h 2237474"/>
              <a:gd name="connsiteX133" fmla="*/ 4647449 w 12192000"/>
              <a:gd name="connsiteY133" fmla="*/ 1793181 h 2237474"/>
              <a:gd name="connsiteX134" fmla="*/ 4645504 w 12192000"/>
              <a:gd name="connsiteY134" fmla="*/ 1787606 h 2237474"/>
              <a:gd name="connsiteX135" fmla="*/ 4611738 w 12192000"/>
              <a:gd name="connsiteY135" fmla="*/ 1776964 h 2237474"/>
              <a:gd name="connsiteX136" fmla="*/ 4560070 w 12192000"/>
              <a:gd name="connsiteY136" fmla="*/ 1785640 h 2237474"/>
              <a:gd name="connsiteX137" fmla="*/ 4536503 w 12192000"/>
              <a:gd name="connsiteY137" fmla="*/ 1785334 h 2237474"/>
              <a:gd name="connsiteX138" fmla="*/ 4513724 w 12192000"/>
              <a:gd name="connsiteY138" fmla="*/ 1791996 h 2237474"/>
              <a:gd name="connsiteX139" fmla="*/ 4459810 w 12192000"/>
              <a:gd name="connsiteY139" fmla="*/ 1797886 h 2237474"/>
              <a:gd name="connsiteX140" fmla="*/ 4379064 w 12192000"/>
              <a:gd name="connsiteY140" fmla="*/ 1817177 h 2237474"/>
              <a:gd name="connsiteX141" fmla="*/ 4319209 w 12192000"/>
              <a:gd name="connsiteY141" fmla="*/ 1834833 h 2237474"/>
              <a:gd name="connsiteX142" fmla="*/ 4306907 w 12192000"/>
              <a:gd name="connsiteY142" fmla="*/ 1841641 h 2237474"/>
              <a:gd name="connsiteX143" fmla="*/ 4290981 w 12192000"/>
              <a:gd name="connsiteY143" fmla="*/ 1839677 h 2237474"/>
              <a:gd name="connsiteX144" fmla="*/ 4285792 w 12192000"/>
              <a:gd name="connsiteY144" fmla="*/ 1836231 h 2237474"/>
              <a:gd name="connsiteX145" fmla="*/ 4238372 w 12192000"/>
              <a:gd name="connsiteY145" fmla="*/ 1851480 h 2237474"/>
              <a:gd name="connsiteX146" fmla="*/ 4232517 w 12192000"/>
              <a:gd name="connsiteY146" fmla="*/ 1852567 h 2237474"/>
              <a:gd name="connsiteX147" fmla="*/ 4191732 w 12192000"/>
              <a:gd name="connsiteY147" fmla="*/ 1857328 h 2237474"/>
              <a:gd name="connsiteX148" fmla="*/ 4065532 w 12192000"/>
              <a:gd name="connsiteY148" fmla="*/ 1855477 h 2237474"/>
              <a:gd name="connsiteX149" fmla="*/ 4028460 w 12192000"/>
              <a:gd name="connsiteY149" fmla="*/ 1855137 h 2237474"/>
              <a:gd name="connsiteX150" fmla="*/ 4002267 w 12192000"/>
              <a:gd name="connsiteY150" fmla="*/ 1852352 h 2237474"/>
              <a:gd name="connsiteX151" fmla="*/ 3931396 w 12192000"/>
              <a:gd name="connsiteY151" fmla="*/ 1858915 h 2237474"/>
              <a:gd name="connsiteX152" fmla="*/ 3812162 w 12192000"/>
              <a:gd name="connsiteY152" fmla="*/ 1875501 h 2237474"/>
              <a:gd name="connsiteX153" fmla="*/ 3767672 w 12192000"/>
              <a:gd name="connsiteY153" fmla="*/ 1874600 h 2237474"/>
              <a:gd name="connsiteX154" fmla="*/ 3764741 w 12192000"/>
              <a:gd name="connsiteY154" fmla="*/ 1869433 h 2237474"/>
              <a:gd name="connsiteX155" fmla="*/ 3751332 w 12192000"/>
              <a:gd name="connsiteY155" fmla="*/ 1869854 h 2237474"/>
              <a:gd name="connsiteX156" fmla="*/ 3748155 w 12192000"/>
              <a:gd name="connsiteY156" fmla="*/ 1868903 h 2237474"/>
              <a:gd name="connsiteX157" fmla="*/ 3729530 w 12192000"/>
              <a:gd name="connsiteY157" fmla="*/ 1864513 h 2237474"/>
              <a:gd name="connsiteX158" fmla="*/ 3680177 w 12192000"/>
              <a:gd name="connsiteY158" fmla="*/ 1881552 h 2237474"/>
              <a:gd name="connsiteX159" fmla="*/ 3567259 w 12192000"/>
              <a:gd name="connsiteY159" fmla="*/ 1893482 h 2237474"/>
              <a:gd name="connsiteX160" fmla="*/ 3405770 w 12192000"/>
              <a:gd name="connsiteY160" fmla="*/ 1904591 h 2237474"/>
              <a:gd name="connsiteX161" fmla="*/ 3280097 w 12192000"/>
              <a:gd name="connsiteY161" fmla="*/ 1919610 h 2237474"/>
              <a:gd name="connsiteX162" fmla="*/ 3123424 w 12192000"/>
              <a:gd name="connsiteY162" fmla="*/ 1952930 h 2237474"/>
              <a:gd name="connsiteX163" fmla="*/ 3009910 w 12192000"/>
              <a:gd name="connsiteY163" fmla="*/ 1957866 h 2237474"/>
              <a:gd name="connsiteX164" fmla="*/ 2995934 w 12192000"/>
              <a:gd name="connsiteY164" fmla="*/ 1967085 h 2237474"/>
              <a:gd name="connsiteX165" fmla="*/ 2980071 w 12192000"/>
              <a:gd name="connsiteY165" fmla="*/ 1972988 h 2237474"/>
              <a:gd name="connsiteX166" fmla="*/ 2978094 w 12192000"/>
              <a:gd name="connsiteY166" fmla="*/ 1972369 h 2237474"/>
              <a:gd name="connsiteX167" fmla="*/ 2942858 w 12192000"/>
              <a:gd name="connsiteY167" fmla="*/ 1981367 h 2237474"/>
              <a:gd name="connsiteX168" fmla="*/ 2875436 w 12192000"/>
              <a:gd name="connsiteY168" fmla="*/ 1996977 h 2237474"/>
              <a:gd name="connsiteX169" fmla="*/ 2874892 w 12192000"/>
              <a:gd name="connsiteY169" fmla="*/ 1996085 h 2237474"/>
              <a:gd name="connsiteX170" fmla="*/ 2864145 w 12192000"/>
              <a:gd name="connsiteY170" fmla="*/ 1994061 h 2237474"/>
              <a:gd name="connsiteX171" fmla="*/ 2843662 w 12192000"/>
              <a:gd name="connsiteY171" fmla="*/ 1992498 h 2237474"/>
              <a:gd name="connsiteX172" fmla="*/ 2796128 w 12192000"/>
              <a:gd name="connsiteY172" fmla="*/ 1976403 h 2237474"/>
              <a:gd name="connsiteX173" fmla="*/ 2756784 w 12192000"/>
              <a:gd name="connsiteY173" fmla="*/ 1985116 h 2237474"/>
              <a:gd name="connsiteX174" fmla="*/ 2748833 w 12192000"/>
              <a:gd name="connsiteY174" fmla="*/ 1986323 h 2237474"/>
              <a:gd name="connsiteX175" fmla="*/ 2748661 w 12192000"/>
              <a:gd name="connsiteY175" fmla="*/ 1986122 h 2237474"/>
              <a:gd name="connsiteX176" fmla="*/ 2740251 w 12192000"/>
              <a:gd name="connsiteY176" fmla="*/ 1986946 h 2237474"/>
              <a:gd name="connsiteX177" fmla="*/ 2718916 w 12192000"/>
              <a:gd name="connsiteY177" fmla="*/ 1990867 h 2237474"/>
              <a:gd name="connsiteX178" fmla="*/ 2713522 w 12192000"/>
              <a:gd name="connsiteY178" fmla="*/ 1990173 h 2237474"/>
              <a:gd name="connsiteX179" fmla="*/ 2680597 w 12192000"/>
              <a:gd name="connsiteY179" fmla="*/ 1984996 h 2237474"/>
              <a:gd name="connsiteX180" fmla="*/ 2578178 w 12192000"/>
              <a:gd name="connsiteY180" fmla="*/ 1990531 h 2237474"/>
              <a:gd name="connsiteX181" fmla="*/ 2476147 w 12192000"/>
              <a:gd name="connsiteY181" fmla="*/ 1998305 h 2237474"/>
              <a:gd name="connsiteX182" fmla="*/ 2373568 w 12192000"/>
              <a:gd name="connsiteY182" fmla="*/ 2003219 h 2237474"/>
              <a:gd name="connsiteX183" fmla="*/ 2321399 w 12192000"/>
              <a:gd name="connsiteY183" fmla="*/ 1989467 h 2237474"/>
              <a:gd name="connsiteX184" fmla="*/ 2315525 w 12192000"/>
              <a:gd name="connsiteY184" fmla="*/ 1989708 h 2237474"/>
              <a:gd name="connsiteX185" fmla="*/ 2300792 w 12192000"/>
              <a:gd name="connsiteY185" fmla="*/ 1994290 h 2237474"/>
              <a:gd name="connsiteX186" fmla="*/ 2295469 w 12192000"/>
              <a:gd name="connsiteY186" fmla="*/ 1996659 h 2237474"/>
              <a:gd name="connsiteX187" fmla="*/ 2287219 w 12192000"/>
              <a:gd name="connsiteY187" fmla="*/ 1998750 h 2237474"/>
              <a:gd name="connsiteX188" fmla="*/ 2286948 w 12192000"/>
              <a:gd name="connsiteY188" fmla="*/ 1998596 h 2237474"/>
              <a:gd name="connsiteX189" fmla="*/ 2243069 w 12192000"/>
              <a:gd name="connsiteY189" fmla="*/ 2015111 h 2237474"/>
              <a:gd name="connsiteX190" fmla="*/ 2186609 w 12192000"/>
              <a:gd name="connsiteY190" fmla="*/ 2008263 h 2237474"/>
              <a:gd name="connsiteX191" fmla="*/ 2164831 w 12192000"/>
              <a:gd name="connsiteY191" fmla="*/ 2010143 h 2237474"/>
              <a:gd name="connsiteX192" fmla="*/ 2152836 w 12192000"/>
              <a:gd name="connsiteY192" fmla="*/ 2010048 h 2237474"/>
              <a:gd name="connsiteX193" fmla="*/ 2117102 w 12192000"/>
              <a:gd name="connsiteY193" fmla="*/ 2023004 h 2237474"/>
              <a:gd name="connsiteX194" fmla="*/ 2111935 w 12192000"/>
              <a:gd name="connsiteY194" fmla="*/ 2023163 h 2237474"/>
              <a:gd name="connsiteX195" fmla="*/ 2089991 w 12192000"/>
              <a:gd name="connsiteY195" fmla="*/ 2034193 h 2237474"/>
              <a:gd name="connsiteX196" fmla="*/ 2058061 w 12192000"/>
              <a:gd name="connsiteY196" fmla="*/ 2047942 h 2237474"/>
              <a:gd name="connsiteX197" fmla="*/ 2055737 w 12192000"/>
              <a:gd name="connsiteY197" fmla="*/ 2047704 h 2237474"/>
              <a:gd name="connsiteX198" fmla="*/ 2042244 w 12192000"/>
              <a:gd name="connsiteY198" fmla="*/ 2055560 h 2237474"/>
              <a:gd name="connsiteX199" fmla="*/ 1976224 w 12192000"/>
              <a:gd name="connsiteY199" fmla="*/ 2074257 h 2237474"/>
              <a:gd name="connsiteX200" fmla="*/ 1877728 w 12192000"/>
              <a:gd name="connsiteY200" fmla="*/ 2101004 h 2237474"/>
              <a:gd name="connsiteX201" fmla="*/ 1759056 w 12192000"/>
              <a:gd name="connsiteY201" fmla="*/ 2125608 h 2237474"/>
              <a:gd name="connsiteX202" fmla="*/ 1637948 w 12192000"/>
              <a:gd name="connsiteY202" fmla="*/ 2172597 h 2237474"/>
              <a:gd name="connsiteX203" fmla="*/ 1434549 w 12192000"/>
              <a:gd name="connsiteY203" fmla="*/ 2234522 h 2237474"/>
              <a:gd name="connsiteX204" fmla="*/ 1398481 w 12192000"/>
              <a:gd name="connsiteY204" fmla="*/ 2237074 h 2237474"/>
              <a:gd name="connsiteX205" fmla="*/ 1398407 w 12192000"/>
              <a:gd name="connsiteY205" fmla="*/ 2237095 h 2237474"/>
              <a:gd name="connsiteX206" fmla="*/ 1370962 w 12192000"/>
              <a:gd name="connsiteY206" fmla="*/ 2237474 h 2237474"/>
              <a:gd name="connsiteX207" fmla="*/ 1356367 w 12192000"/>
              <a:gd name="connsiteY207" fmla="*/ 2235089 h 2237474"/>
              <a:gd name="connsiteX208" fmla="*/ 1324828 w 12192000"/>
              <a:gd name="connsiteY208" fmla="*/ 2231968 h 2237474"/>
              <a:gd name="connsiteX209" fmla="*/ 1297744 w 12192000"/>
              <a:gd name="connsiteY209" fmla="*/ 2235849 h 2237474"/>
              <a:gd name="connsiteX210" fmla="*/ 1286236 w 12192000"/>
              <a:gd name="connsiteY210" fmla="*/ 2233135 h 2237474"/>
              <a:gd name="connsiteX211" fmla="*/ 1283504 w 12192000"/>
              <a:gd name="connsiteY211" fmla="*/ 2233797 h 2237474"/>
              <a:gd name="connsiteX212" fmla="*/ 1279765 w 12192000"/>
              <a:gd name="connsiteY212" fmla="*/ 2229639 h 2237474"/>
              <a:gd name="connsiteX213" fmla="*/ 1195347 w 12192000"/>
              <a:gd name="connsiteY213" fmla="*/ 2212354 h 2237474"/>
              <a:gd name="connsiteX214" fmla="*/ 970251 w 12192000"/>
              <a:gd name="connsiteY214" fmla="*/ 2221029 h 2237474"/>
              <a:gd name="connsiteX215" fmla="*/ 812914 w 12192000"/>
              <a:gd name="connsiteY215" fmla="*/ 2202752 h 2237474"/>
              <a:gd name="connsiteX216" fmla="*/ 800195 w 12192000"/>
              <a:gd name="connsiteY216" fmla="*/ 2209407 h 2237474"/>
              <a:gd name="connsiteX217" fmla="*/ 784978 w 12192000"/>
              <a:gd name="connsiteY217" fmla="*/ 2212360 h 2237474"/>
              <a:gd name="connsiteX218" fmla="*/ 681987 w 12192000"/>
              <a:gd name="connsiteY218" fmla="*/ 2216757 h 2237474"/>
              <a:gd name="connsiteX219" fmla="*/ 669923 w 12192000"/>
              <a:gd name="connsiteY219" fmla="*/ 2211682 h 2237474"/>
              <a:gd name="connsiteX220" fmla="*/ 648680 w 12192000"/>
              <a:gd name="connsiteY220" fmla="*/ 2206229 h 2237474"/>
              <a:gd name="connsiteX221" fmla="*/ 597225 w 12192000"/>
              <a:gd name="connsiteY221" fmla="*/ 2180999 h 2237474"/>
              <a:gd name="connsiteX222" fmla="*/ 558449 w 12192000"/>
              <a:gd name="connsiteY222" fmla="*/ 2182346 h 2237474"/>
              <a:gd name="connsiteX223" fmla="*/ 550517 w 12192000"/>
              <a:gd name="connsiteY223" fmla="*/ 2182060 h 2237474"/>
              <a:gd name="connsiteX224" fmla="*/ 550309 w 12192000"/>
              <a:gd name="connsiteY224" fmla="*/ 2181825 h 2237474"/>
              <a:gd name="connsiteX225" fmla="*/ 541836 w 12192000"/>
              <a:gd name="connsiteY225" fmla="*/ 2181063 h 2237474"/>
              <a:gd name="connsiteX226" fmla="*/ 536057 w 12192000"/>
              <a:gd name="connsiteY226" fmla="*/ 2181537 h 2237474"/>
              <a:gd name="connsiteX227" fmla="*/ 520671 w 12192000"/>
              <a:gd name="connsiteY227" fmla="*/ 2180980 h 2237474"/>
              <a:gd name="connsiteX228" fmla="*/ 515024 w 12192000"/>
              <a:gd name="connsiteY228" fmla="*/ 2179258 h 2237474"/>
              <a:gd name="connsiteX229" fmla="*/ 512278 w 12192000"/>
              <a:gd name="connsiteY229" fmla="*/ 2176369 h 2237474"/>
              <a:gd name="connsiteX230" fmla="*/ 480419 w 12192000"/>
              <a:gd name="connsiteY230" fmla="*/ 2167807 h 2237474"/>
              <a:gd name="connsiteX231" fmla="*/ 413835 w 12192000"/>
              <a:gd name="connsiteY231" fmla="*/ 2156783 h 2237474"/>
              <a:gd name="connsiteX232" fmla="*/ 376513 w 12192000"/>
              <a:gd name="connsiteY232" fmla="*/ 2154014 h 2237474"/>
              <a:gd name="connsiteX233" fmla="*/ 273386 w 12192000"/>
              <a:gd name="connsiteY233" fmla="*/ 2142551 h 2237474"/>
              <a:gd name="connsiteX234" fmla="*/ 169207 w 12192000"/>
              <a:gd name="connsiteY234" fmla="*/ 2128100 h 2237474"/>
              <a:gd name="connsiteX235" fmla="*/ 93149 w 12192000"/>
              <a:gd name="connsiteY235" fmla="*/ 2105324 h 2237474"/>
              <a:gd name="connsiteX236" fmla="*/ 88109 w 12192000"/>
              <a:gd name="connsiteY236" fmla="*/ 2106704 h 2237474"/>
              <a:gd name="connsiteX237" fmla="*/ 80022 w 12192000"/>
              <a:gd name="connsiteY237" fmla="*/ 2107254 h 2237474"/>
              <a:gd name="connsiteX238" fmla="*/ 79717 w 12192000"/>
              <a:gd name="connsiteY238" fmla="*/ 2107046 h 2237474"/>
              <a:gd name="connsiteX239" fmla="*/ 72352 w 12192000"/>
              <a:gd name="connsiteY239" fmla="*/ 2107991 h 2237474"/>
              <a:gd name="connsiteX240" fmla="*/ 37645 w 12192000"/>
              <a:gd name="connsiteY240" fmla="*/ 2115401 h 2237474"/>
              <a:gd name="connsiteX241" fmla="*/ 4572 w 12192000"/>
              <a:gd name="connsiteY241" fmla="*/ 2111091 h 2237474"/>
              <a:gd name="connsiteX242" fmla="*/ 0 w 12192000"/>
              <a:gd name="connsiteY242" fmla="*/ 2110468 h 2237474"/>
              <a:gd name="connsiteX243" fmla="*/ 0 w 12192000"/>
              <a:gd name="connsiteY243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93343 w 12192000"/>
              <a:gd name="connsiteY106" fmla="*/ 1664672 h 2237474"/>
              <a:gd name="connsiteX107" fmla="*/ 6380457 w 12192000"/>
              <a:gd name="connsiteY107" fmla="*/ 1662376 h 2237474"/>
              <a:gd name="connsiteX108" fmla="*/ 6280959 w 12192000"/>
              <a:gd name="connsiteY108" fmla="*/ 1689329 h 2237474"/>
              <a:gd name="connsiteX109" fmla="*/ 6266765 w 12192000"/>
              <a:gd name="connsiteY109" fmla="*/ 1695560 h 2237474"/>
              <a:gd name="connsiteX110" fmla="*/ 6098321 w 12192000"/>
              <a:gd name="connsiteY110" fmla="*/ 1721646 h 2237474"/>
              <a:gd name="connsiteX111" fmla="*/ 5880652 w 12192000"/>
              <a:gd name="connsiteY111" fmla="*/ 1779643 h 2237474"/>
              <a:gd name="connsiteX112" fmla="*/ 5785959 w 12192000"/>
              <a:gd name="connsiteY112" fmla="*/ 1775307 h 2237474"/>
              <a:gd name="connsiteX113" fmla="*/ 5643534 w 12192000"/>
              <a:gd name="connsiteY113" fmla="*/ 1802919 h 2237474"/>
              <a:gd name="connsiteX114" fmla="*/ 5518799 w 12192000"/>
              <a:gd name="connsiteY114" fmla="*/ 1818312 h 2237474"/>
              <a:gd name="connsiteX115" fmla="*/ 5505014 w 12192000"/>
              <a:gd name="connsiteY115" fmla="*/ 1819259 h 2237474"/>
              <a:gd name="connsiteX116" fmla="*/ 5453307 w 12192000"/>
              <a:gd name="connsiteY116" fmla="*/ 1815450 h 2237474"/>
              <a:gd name="connsiteX117" fmla="*/ 5364192 w 12192000"/>
              <a:gd name="connsiteY117" fmla="*/ 1826074 h 2237474"/>
              <a:gd name="connsiteX118" fmla="*/ 5350380 w 12192000"/>
              <a:gd name="connsiteY118" fmla="*/ 1830891 h 2237474"/>
              <a:gd name="connsiteX119" fmla="*/ 5259633 w 12192000"/>
              <a:gd name="connsiteY119" fmla="*/ 1837160 h 2237474"/>
              <a:gd name="connsiteX120" fmla="*/ 5197513 w 12192000"/>
              <a:gd name="connsiteY120" fmla="*/ 1844718 h 2237474"/>
              <a:gd name="connsiteX121" fmla="*/ 5184170 w 12192000"/>
              <a:gd name="connsiteY121" fmla="*/ 1849402 h 2237474"/>
              <a:gd name="connsiteX122" fmla="*/ 5168852 w 12192000"/>
              <a:gd name="connsiteY122" fmla="*/ 1844846 h 2237474"/>
              <a:gd name="connsiteX123" fmla="*/ 5164370 w 12192000"/>
              <a:gd name="connsiteY123" fmla="*/ 1840597 h 2237474"/>
              <a:gd name="connsiteX124" fmla="*/ 5114927 w 12192000"/>
              <a:gd name="connsiteY124" fmla="*/ 1847827 h 2237474"/>
              <a:gd name="connsiteX125" fmla="*/ 5108970 w 12192000"/>
              <a:gd name="connsiteY125" fmla="*/ 1847935 h 2237474"/>
              <a:gd name="connsiteX126" fmla="*/ 5067961 w 12192000"/>
              <a:gd name="connsiteY126" fmla="*/ 1845917 h 2237474"/>
              <a:gd name="connsiteX127" fmla="*/ 5007075 w 12192000"/>
              <a:gd name="connsiteY127" fmla="*/ 1838626 h 2237474"/>
              <a:gd name="connsiteX128" fmla="*/ 4944087 w 12192000"/>
              <a:gd name="connsiteY128" fmla="*/ 1823332 h 2237474"/>
              <a:gd name="connsiteX129" fmla="*/ 4907662 w 12192000"/>
              <a:gd name="connsiteY129" fmla="*/ 1816900 h 2237474"/>
              <a:gd name="connsiteX130" fmla="*/ 4882386 w 12192000"/>
              <a:gd name="connsiteY130" fmla="*/ 1809844 h 2237474"/>
              <a:gd name="connsiteX131" fmla="*/ 4811440 w 12192000"/>
              <a:gd name="connsiteY131" fmla="*/ 1804655 h 2237474"/>
              <a:gd name="connsiteX132" fmla="*/ 4691075 w 12192000"/>
              <a:gd name="connsiteY132" fmla="*/ 1801389 h 2237474"/>
              <a:gd name="connsiteX133" fmla="*/ 4647449 w 12192000"/>
              <a:gd name="connsiteY133" fmla="*/ 1793181 h 2237474"/>
              <a:gd name="connsiteX134" fmla="*/ 4611738 w 12192000"/>
              <a:gd name="connsiteY134" fmla="*/ 1776964 h 2237474"/>
              <a:gd name="connsiteX135" fmla="*/ 4560070 w 12192000"/>
              <a:gd name="connsiteY135" fmla="*/ 1785640 h 2237474"/>
              <a:gd name="connsiteX136" fmla="*/ 4536503 w 12192000"/>
              <a:gd name="connsiteY136" fmla="*/ 1785334 h 2237474"/>
              <a:gd name="connsiteX137" fmla="*/ 4513724 w 12192000"/>
              <a:gd name="connsiteY137" fmla="*/ 1791996 h 2237474"/>
              <a:gd name="connsiteX138" fmla="*/ 4459810 w 12192000"/>
              <a:gd name="connsiteY138" fmla="*/ 1797886 h 2237474"/>
              <a:gd name="connsiteX139" fmla="*/ 4379064 w 12192000"/>
              <a:gd name="connsiteY139" fmla="*/ 1817177 h 2237474"/>
              <a:gd name="connsiteX140" fmla="*/ 4319209 w 12192000"/>
              <a:gd name="connsiteY140" fmla="*/ 1834833 h 2237474"/>
              <a:gd name="connsiteX141" fmla="*/ 4306907 w 12192000"/>
              <a:gd name="connsiteY141" fmla="*/ 1841641 h 2237474"/>
              <a:gd name="connsiteX142" fmla="*/ 4290981 w 12192000"/>
              <a:gd name="connsiteY142" fmla="*/ 1839677 h 2237474"/>
              <a:gd name="connsiteX143" fmla="*/ 4285792 w 12192000"/>
              <a:gd name="connsiteY143" fmla="*/ 1836231 h 2237474"/>
              <a:gd name="connsiteX144" fmla="*/ 4238372 w 12192000"/>
              <a:gd name="connsiteY144" fmla="*/ 1851480 h 2237474"/>
              <a:gd name="connsiteX145" fmla="*/ 4232517 w 12192000"/>
              <a:gd name="connsiteY145" fmla="*/ 1852567 h 2237474"/>
              <a:gd name="connsiteX146" fmla="*/ 4191732 w 12192000"/>
              <a:gd name="connsiteY146" fmla="*/ 1857328 h 2237474"/>
              <a:gd name="connsiteX147" fmla="*/ 4065532 w 12192000"/>
              <a:gd name="connsiteY147" fmla="*/ 1855477 h 2237474"/>
              <a:gd name="connsiteX148" fmla="*/ 4028460 w 12192000"/>
              <a:gd name="connsiteY148" fmla="*/ 1855137 h 2237474"/>
              <a:gd name="connsiteX149" fmla="*/ 4002267 w 12192000"/>
              <a:gd name="connsiteY149" fmla="*/ 1852352 h 2237474"/>
              <a:gd name="connsiteX150" fmla="*/ 3931396 w 12192000"/>
              <a:gd name="connsiteY150" fmla="*/ 1858915 h 2237474"/>
              <a:gd name="connsiteX151" fmla="*/ 3812162 w 12192000"/>
              <a:gd name="connsiteY151" fmla="*/ 1875501 h 2237474"/>
              <a:gd name="connsiteX152" fmla="*/ 3767672 w 12192000"/>
              <a:gd name="connsiteY152" fmla="*/ 1874600 h 2237474"/>
              <a:gd name="connsiteX153" fmla="*/ 3764741 w 12192000"/>
              <a:gd name="connsiteY153" fmla="*/ 1869433 h 2237474"/>
              <a:gd name="connsiteX154" fmla="*/ 3751332 w 12192000"/>
              <a:gd name="connsiteY154" fmla="*/ 1869854 h 2237474"/>
              <a:gd name="connsiteX155" fmla="*/ 3748155 w 12192000"/>
              <a:gd name="connsiteY155" fmla="*/ 1868903 h 2237474"/>
              <a:gd name="connsiteX156" fmla="*/ 3729530 w 12192000"/>
              <a:gd name="connsiteY156" fmla="*/ 1864513 h 2237474"/>
              <a:gd name="connsiteX157" fmla="*/ 3680177 w 12192000"/>
              <a:gd name="connsiteY157" fmla="*/ 1881552 h 2237474"/>
              <a:gd name="connsiteX158" fmla="*/ 3567259 w 12192000"/>
              <a:gd name="connsiteY158" fmla="*/ 1893482 h 2237474"/>
              <a:gd name="connsiteX159" fmla="*/ 3405770 w 12192000"/>
              <a:gd name="connsiteY159" fmla="*/ 1904591 h 2237474"/>
              <a:gd name="connsiteX160" fmla="*/ 3280097 w 12192000"/>
              <a:gd name="connsiteY160" fmla="*/ 1919610 h 2237474"/>
              <a:gd name="connsiteX161" fmla="*/ 3123424 w 12192000"/>
              <a:gd name="connsiteY161" fmla="*/ 1952930 h 2237474"/>
              <a:gd name="connsiteX162" fmla="*/ 3009910 w 12192000"/>
              <a:gd name="connsiteY162" fmla="*/ 1957866 h 2237474"/>
              <a:gd name="connsiteX163" fmla="*/ 2995934 w 12192000"/>
              <a:gd name="connsiteY163" fmla="*/ 1967085 h 2237474"/>
              <a:gd name="connsiteX164" fmla="*/ 2980071 w 12192000"/>
              <a:gd name="connsiteY164" fmla="*/ 1972988 h 2237474"/>
              <a:gd name="connsiteX165" fmla="*/ 2978094 w 12192000"/>
              <a:gd name="connsiteY165" fmla="*/ 1972369 h 2237474"/>
              <a:gd name="connsiteX166" fmla="*/ 2942858 w 12192000"/>
              <a:gd name="connsiteY166" fmla="*/ 1981367 h 2237474"/>
              <a:gd name="connsiteX167" fmla="*/ 2875436 w 12192000"/>
              <a:gd name="connsiteY167" fmla="*/ 1996977 h 2237474"/>
              <a:gd name="connsiteX168" fmla="*/ 2874892 w 12192000"/>
              <a:gd name="connsiteY168" fmla="*/ 1996085 h 2237474"/>
              <a:gd name="connsiteX169" fmla="*/ 2864145 w 12192000"/>
              <a:gd name="connsiteY169" fmla="*/ 1994061 h 2237474"/>
              <a:gd name="connsiteX170" fmla="*/ 2843662 w 12192000"/>
              <a:gd name="connsiteY170" fmla="*/ 1992498 h 2237474"/>
              <a:gd name="connsiteX171" fmla="*/ 2796128 w 12192000"/>
              <a:gd name="connsiteY171" fmla="*/ 1976403 h 2237474"/>
              <a:gd name="connsiteX172" fmla="*/ 2756784 w 12192000"/>
              <a:gd name="connsiteY172" fmla="*/ 1985116 h 2237474"/>
              <a:gd name="connsiteX173" fmla="*/ 2748833 w 12192000"/>
              <a:gd name="connsiteY173" fmla="*/ 1986323 h 2237474"/>
              <a:gd name="connsiteX174" fmla="*/ 2748661 w 12192000"/>
              <a:gd name="connsiteY174" fmla="*/ 1986122 h 2237474"/>
              <a:gd name="connsiteX175" fmla="*/ 2740251 w 12192000"/>
              <a:gd name="connsiteY175" fmla="*/ 1986946 h 2237474"/>
              <a:gd name="connsiteX176" fmla="*/ 2718916 w 12192000"/>
              <a:gd name="connsiteY176" fmla="*/ 1990867 h 2237474"/>
              <a:gd name="connsiteX177" fmla="*/ 2713522 w 12192000"/>
              <a:gd name="connsiteY177" fmla="*/ 1990173 h 2237474"/>
              <a:gd name="connsiteX178" fmla="*/ 2680597 w 12192000"/>
              <a:gd name="connsiteY178" fmla="*/ 1984996 h 2237474"/>
              <a:gd name="connsiteX179" fmla="*/ 2578178 w 12192000"/>
              <a:gd name="connsiteY179" fmla="*/ 1990531 h 2237474"/>
              <a:gd name="connsiteX180" fmla="*/ 2476147 w 12192000"/>
              <a:gd name="connsiteY180" fmla="*/ 1998305 h 2237474"/>
              <a:gd name="connsiteX181" fmla="*/ 2373568 w 12192000"/>
              <a:gd name="connsiteY181" fmla="*/ 2003219 h 2237474"/>
              <a:gd name="connsiteX182" fmla="*/ 2321399 w 12192000"/>
              <a:gd name="connsiteY182" fmla="*/ 1989467 h 2237474"/>
              <a:gd name="connsiteX183" fmla="*/ 2315525 w 12192000"/>
              <a:gd name="connsiteY183" fmla="*/ 1989708 h 2237474"/>
              <a:gd name="connsiteX184" fmla="*/ 2300792 w 12192000"/>
              <a:gd name="connsiteY184" fmla="*/ 1994290 h 2237474"/>
              <a:gd name="connsiteX185" fmla="*/ 2295469 w 12192000"/>
              <a:gd name="connsiteY185" fmla="*/ 1996659 h 2237474"/>
              <a:gd name="connsiteX186" fmla="*/ 2287219 w 12192000"/>
              <a:gd name="connsiteY186" fmla="*/ 1998750 h 2237474"/>
              <a:gd name="connsiteX187" fmla="*/ 2286948 w 12192000"/>
              <a:gd name="connsiteY187" fmla="*/ 1998596 h 2237474"/>
              <a:gd name="connsiteX188" fmla="*/ 2243069 w 12192000"/>
              <a:gd name="connsiteY188" fmla="*/ 2015111 h 2237474"/>
              <a:gd name="connsiteX189" fmla="*/ 2186609 w 12192000"/>
              <a:gd name="connsiteY189" fmla="*/ 2008263 h 2237474"/>
              <a:gd name="connsiteX190" fmla="*/ 2164831 w 12192000"/>
              <a:gd name="connsiteY190" fmla="*/ 2010143 h 2237474"/>
              <a:gd name="connsiteX191" fmla="*/ 2152836 w 12192000"/>
              <a:gd name="connsiteY191" fmla="*/ 2010048 h 2237474"/>
              <a:gd name="connsiteX192" fmla="*/ 2117102 w 12192000"/>
              <a:gd name="connsiteY192" fmla="*/ 2023004 h 2237474"/>
              <a:gd name="connsiteX193" fmla="*/ 2111935 w 12192000"/>
              <a:gd name="connsiteY193" fmla="*/ 2023163 h 2237474"/>
              <a:gd name="connsiteX194" fmla="*/ 2089991 w 12192000"/>
              <a:gd name="connsiteY194" fmla="*/ 2034193 h 2237474"/>
              <a:gd name="connsiteX195" fmla="*/ 2058061 w 12192000"/>
              <a:gd name="connsiteY195" fmla="*/ 2047942 h 2237474"/>
              <a:gd name="connsiteX196" fmla="*/ 2055737 w 12192000"/>
              <a:gd name="connsiteY196" fmla="*/ 2047704 h 2237474"/>
              <a:gd name="connsiteX197" fmla="*/ 2042244 w 12192000"/>
              <a:gd name="connsiteY197" fmla="*/ 2055560 h 2237474"/>
              <a:gd name="connsiteX198" fmla="*/ 1976224 w 12192000"/>
              <a:gd name="connsiteY198" fmla="*/ 2074257 h 2237474"/>
              <a:gd name="connsiteX199" fmla="*/ 1877728 w 12192000"/>
              <a:gd name="connsiteY199" fmla="*/ 2101004 h 2237474"/>
              <a:gd name="connsiteX200" fmla="*/ 1759056 w 12192000"/>
              <a:gd name="connsiteY200" fmla="*/ 2125608 h 2237474"/>
              <a:gd name="connsiteX201" fmla="*/ 1637948 w 12192000"/>
              <a:gd name="connsiteY201" fmla="*/ 2172597 h 2237474"/>
              <a:gd name="connsiteX202" fmla="*/ 1434549 w 12192000"/>
              <a:gd name="connsiteY202" fmla="*/ 2234522 h 2237474"/>
              <a:gd name="connsiteX203" fmla="*/ 1398481 w 12192000"/>
              <a:gd name="connsiteY203" fmla="*/ 2237074 h 2237474"/>
              <a:gd name="connsiteX204" fmla="*/ 1398407 w 12192000"/>
              <a:gd name="connsiteY204" fmla="*/ 2237095 h 2237474"/>
              <a:gd name="connsiteX205" fmla="*/ 1370962 w 12192000"/>
              <a:gd name="connsiteY205" fmla="*/ 2237474 h 2237474"/>
              <a:gd name="connsiteX206" fmla="*/ 1356367 w 12192000"/>
              <a:gd name="connsiteY206" fmla="*/ 2235089 h 2237474"/>
              <a:gd name="connsiteX207" fmla="*/ 1324828 w 12192000"/>
              <a:gd name="connsiteY207" fmla="*/ 2231968 h 2237474"/>
              <a:gd name="connsiteX208" fmla="*/ 1297744 w 12192000"/>
              <a:gd name="connsiteY208" fmla="*/ 2235849 h 2237474"/>
              <a:gd name="connsiteX209" fmla="*/ 1286236 w 12192000"/>
              <a:gd name="connsiteY209" fmla="*/ 2233135 h 2237474"/>
              <a:gd name="connsiteX210" fmla="*/ 1283504 w 12192000"/>
              <a:gd name="connsiteY210" fmla="*/ 2233797 h 2237474"/>
              <a:gd name="connsiteX211" fmla="*/ 1279765 w 12192000"/>
              <a:gd name="connsiteY211" fmla="*/ 2229639 h 2237474"/>
              <a:gd name="connsiteX212" fmla="*/ 1195347 w 12192000"/>
              <a:gd name="connsiteY212" fmla="*/ 2212354 h 2237474"/>
              <a:gd name="connsiteX213" fmla="*/ 970251 w 12192000"/>
              <a:gd name="connsiteY213" fmla="*/ 2221029 h 2237474"/>
              <a:gd name="connsiteX214" fmla="*/ 812914 w 12192000"/>
              <a:gd name="connsiteY214" fmla="*/ 2202752 h 2237474"/>
              <a:gd name="connsiteX215" fmla="*/ 800195 w 12192000"/>
              <a:gd name="connsiteY215" fmla="*/ 2209407 h 2237474"/>
              <a:gd name="connsiteX216" fmla="*/ 784978 w 12192000"/>
              <a:gd name="connsiteY216" fmla="*/ 2212360 h 2237474"/>
              <a:gd name="connsiteX217" fmla="*/ 681987 w 12192000"/>
              <a:gd name="connsiteY217" fmla="*/ 2216757 h 2237474"/>
              <a:gd name="connsiteX218" fmla="*/ 669923 w 12192000"/>
              <a:gd name="connsiteY218" fmla="*/ 2211682 h 2237474"/>
              <a:gd name="connsiteX219" fmla="*/ 648680 w 12192000"/>
              <a:gd name="connsiteY219" fmla="*/ 2206229 h 2237474"/>
              <a:gd name="connsiteX220" fmla="*/ 597225 w 12192000"/>
              <a:gd name="connsiteY220" fmla="*/ 2180999 h 2237474"/>
              <a:gd name="connsiteX221" fmla="*/ 558449 w 12192000"/>
              <a:gd name="connsiteY221" fmla="*/ 2182346 h 2237474"/>
              <a:gd name="connsiteX222" fmla="*/ 550517 w 12192000"/>
              <a:gd name="connsiteY222" fmla="*/ 2182060 h 2237474"/>
              <a:gd name="connsiteX223" fmla="*/ 550309 w 12192000"/>
              <a:gd name="connsiteY223" fmla="*/ 2181825 h 2237474"/>
              <a:gd name="connsiteX224" fmla="*/ 541836 w 12192000"/>
              <a:gd name="connsiteY224" fmla="*/ 2181063 h 2237474"/>
              <a:gd name="connsiteX225" fmla="*/ 536057 w 12192000"/>
              <a:gd name="connsiteY225" fmla="*/ 2181537 h 2237474"/>
              <a:gd name="connsiteX226" fmla="*/ 520671 w 12192000"/>
              <a:gd name="connsiteY226" fmla="*/ 2180980 h 2237474"/>
              <a:gd name="connsiteX227" fmla="*/ 515024 w 12192000"/>
              <a:gd name="connsiteY227" fmla="*/ 2179258 h 2237474"/>
              <a:gd name="connsiteX228" fmla="*/ 512278 w 12192000"/>
              <a:gd name="connsiteY228" fmla="*/ 2176369 h 2237474"/>
              <a:gd name="connsiteX229" fmla="*/ 480419 w 12192000"/>
              <a:gd name="connsiteY229" fmla="*/ 2167807 h 2237474"/>
              <a:gd name="connsiteX230" fmla="*/ 413835 w 12192000"/>
              <a:gd name="connsiteY230" fmla="*/ 2156783 h 2237474"/>
              <a:gd name="connsiteX231" fmla="*/ 376513 w 12192000"/>
              <a:gd name="connsiteY231" fmla="*/ 2154014 h 2237474"/>
              <a:gd name="connsiteX232" fmla="*/ 273386 w 12192000"/>
              <a:gd name="connsiteY232" fmla="*/ 2142551 h 2237474"/>
              <a:gd name="connsiteX233" fmla="*/ 169207 w 12192000"/>
              <a:gd name="connsiteY233" fmla="*/ 2128100 h 2237474"/>
              <a:gd name="connsiteX234" fmla="*/ 93149 w 12192000"/>
              <a:gd name="connsiteY234" fmla="*/ 2105324 h 2237474"/>
              <a:gd name="connsiteX235" fmla="*/ 88109 w 12192000"/>
              <a:gd name="connsiteY235" fmla="*/ 2106704 h 2237474"/>
              <a:gd name="connsiteX236" fmla="*/ 80022 w 12192000"/>
              <a:gd name="connsiteY236" fmla="*/ 2107254 h 2237474"/>
              <a:gd name="connsiteX237" fmla="*/ 79717 w 12192000"/>
              <a:gd name="connsiteY237" fmla="*/ 2107046 h 2237474"/>
              <a:gd name="connsiteX238" fmla="*/ 72352 w 12192000"/>
              <a:gd name="connsiteY238" fmla="*/ 2107991 h 2237474"/>
              <a:gd name="connsiteX239" fmla="*/ 37645 w 12192000"/>
              <a:gd name="connsiteY239" fmla="*/ 2115401 h 2237474"/>
              <a:gd name="connsiteX240" fmla="*/ 4572 w 12192000"/>
              <a:gd name="connsiteY240" fmla="*/ 2111091 h 2237474"/>
              <a:gd name="connsiteX241" fmla="*/ 0 w 12192000"/>
              <a:gd name="connsiteY241" fmla="*/ 2110468 h 2237474"/>
              <a:gd name="connsiteX242" fmla="*/ 0 w 12192000"/>
              <a:gd name="connsiteY24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93343 w 12192000"/>
              <a:gd name="connsiteY106" fmla="*/ 1664672 h 2237474"/>
              <a:gd name="connsiteX107" fmla="*/ 6380457 w 12192000"/>
              <a:gd name="connsiteY107" fmla="*/ 1662376 h 2237474"/>
              <a:gd name="connsiteX108" fmla="*/ 6280959 w 12192000"/>
              <a:gd name="connsiteY108" fmla="*/ 1689329 h 2237474"/>
              <a:gd name="connsiteX109" fmla="*/ 6266765 w 12192000"/>
              <a:gd name="connsiteY109" fmla="*/ 1695560 h 2237474"/>
              <a:gd name="connsiteX110" fmla="*/ 6098321 w 12192000"/>
              <a:gd name="connsiteY110" fmla="*/ 1721646 h 2237474"/>
              <a:gd name="connsiteX111" fmla="*/ 5880652 w 12192000"/>
              <a:gd name="connsiteY111" fmla="*/ 1779643 h 2237474"/>
              <a:gd name="connsiteX112" fmla="*/ 5785959 w 12192000"/>
              <a:gd name="connsiteY112" fmla="*/ 1775307 h 2237474"/>
              <a:gd name="connsiteX113" fmla="*/ 5643534 w 12192000"/>
              <a:gd name="connsiteY113" fmla="*/ 1802919 h 2237474"/>
              <a:gd name="connsiteX114" fmla="*/ 5518799 w 12192000"/>
              <a:gd name="connsiteY114" fmla="*/ 1818312 h 2237474"/>
              <a:gd name="connsiteX115" fmla="*/ 5505014 w 12192000"/>
              <a:gd name="connsiteY115" fmla="*/ 1819259 h 2237474"/>
              <a:gd name="connsiteX116" fmla="*/ 5453307 w 12192000"/>
              <a:gd name="connsiteY116" fmla="*/ 1815450 h 2237474"/>
              <a:gd name="connsiteX117" fmla="*/ 5364192 w 12192000"/>
              <a:gd name="connsiteY117" fmla="*/ 1826074 h 2237474"/>
              <a:gd name="connsiteX118" fmla="*/ 5350380 w 12192000"/>
              <a:gd name="connsiteY118" fmla="*/ 1830891 h 2237474"/>
              <a:gd name="connsiteX119" fmla="*/ 5259633 w 12192000"/>
              <a:gd name="connsiteY119" fmla="*/ 1837160 h 2237474"/>
              <a:gd name="connsiteX120" fmla="*/ 5197513 w 12192000"/>
              <a:gd name="connsiteY120" fmla="*/ 1844718 h 2237474"/>
              <a:gd name="connsiteX121" fmla="*/ 5184170 w 12192000"/>
              <a:gd name="connsiteY121" fmla="*/ 1849402 h 2237474"/>
              <a:gd name="connsiteX122" fmla="*/ 5168852 w 12192000"/>
              <a:gd name="connsiteY122" fmla="*/ 1844846 h 2237474"/>
              <a:gd name="connsiteX123" fmla="*/ 5164370 w 12192000"/>
              <a:gd name="connsiteY123" fmla="*/ 1840597 h 2237474"/>
              <a:gd name="connsiteX124" fmla="*/ 5114927 w 12192000"/>
              <a:gd name="connsiteY124" fmla="*/ 1847827 h 2237474"/>
              <a:gd name="connsiteX125" fmla="*/ 5108970 w 12192000"/>
              <a:gd name="connsiteY125" fmla="*/ 1847935 h 2237474"/>
              <a:gd name="connsiteX126" fmla="*/ 5067961 w 12192000"/>
              <a:gd name="connsiteY126" fmla="*/ 1845917 h 2237474"/>
              <a:gd name="connsiteX127" fmla="*/ 5007075 w 12192000"/>
              <a:gd name="connsiteY127" fmla="*/ 1838626 h 2237474"/>
              <a:gd name="connsiteX128" fmla="*/ 4944087 w 12192000"/>
              <a:gd name="connsiteY128" fmla="*/ 1823332 h 2237474"/>
              <a:gd name="connsiteX129" fmla="*/ 4907662 w 12192000"/>
              <a:gd name="connsiteY129" fmla="*/ 1816900 h 2237474"/>
              <a:gd name="connsiteX130" fmla="*/ 4882386 w 12192000"/>
              <a:gd name="connsiteY130" fmla="*/ 1809844 h 2237474"/>
              <a:gd name="connsiteX131" fmla="*/ 4811440 w 12192000"/>
              <a:gd name="connsiteY131" fmla="*/ 1804655 h 2237474"/>
              <a:gd name="connsiteX132" fmla="*/ 4691075 w 12192000"/>
              <a:gd name="connsiteY132" fmla="*/ 1801389 h 2237474"/>
              <a:gd name="connsiteX133" fmla="*/ 4611738 w 12192000"/>
              <a:gd name="connsiteY133" fmla="*/ 1776964 h 2237474"/>
              <a:gd name="connsiteX134" fmla="*/ 4560070 w 12192000"/>
              <a:gd name="connsiteY134" fmla="*/ 1785640 h 2237474"/>
              <a:gd name="connsiteX135" fmla="*/ 4536503 w 12192000"/>
              <a:gd name="connsiteY135" fmla="*/ 1785334 h 2237474"/>
              <a:gd name="connsiteX136" fmla="*/ 4513724 w 12192000"/>
              <a:gd name="connsiteY136" fmla="*/ 1791996 h 2237474"/>
              <a:gd name="connsiteX137" fmla="*/ 4459810 w 12192000"/>
              <a:gd name="connsiteY137" fmla="*/ 1797886 h 2237474"/>
              <a:gd name="connsiteX138" fmla="*/ 4379064 w 12192000"/>
              <a:gd name="connsiteY138" fmla="*/ 1817177 h 2237474"/>
              <a:gd name="connsiteX139" fmla="*/ 4319209 w 12192000"/>
              <a:gd name="connsiteY139" fmla="*/ 1834833 h 2237474"/>
              <a:gd name="connsiteX140" fmla="*/ 4306907 w 12192000"/>
              <a:gd name="connsiteY140" fmla="*/ 1841641 h 2237474"/>
              <a:gd name="connsiteX141" fmla="*/ 4290981 w 12192000"/>
              <a:gd name="connsiteY141" fmla="*/ 1839677 h 2237474"/>
              <a:gd name="connsiteX142" fmla="*/ 4285792 w 12192000"/>
              <a:gd name="connsiteY142" fmla="*/ 1836231 h 2237474"/>
              <a:gd name="connsiteX143" fmla="*/ 4238372 w 12192000"/>
              <a:gd name="connsiteY143" fmla="*/ 1851480 h 2237474"/>
              <a:gd name="connsiteX144" fmla="*/ 4232517 w 12192000"/>
              <a:gd name="connsiteY144" fmla="*/ 1852567 h 2237474"/>
              <a:gd name="connsiteX145" fmla="*/ 4191732 w 12192000"/>
              <a:gd name="connsiteY145" fmla="*/ 1857328 h 2237474"/>
              <a:gd name="connsiteX146" fmla="*/ 4065532 w 12192000"/>
              <a:gd name="connsiteY146" fmla="*/ 1855477 h 2237474"/>
              <a:gd name="connsiteX147" fmla="*/ 4028460 w 12192000"/>
              <a:gd name="connsiteY147" fmla="*/ 1855137 h 2237474"/>
              <a:gd name="connsiteX148" fmla="*/ 4002267 w 12192000"/>
              <a:gd name="connsiteY148" fmla="*/ 1852352 h 2237474"/>
              <a:gd name="connsiteX149" fmla="*/ 3931396 w 12192000"/>
              <a:gd name="connsiteY149" fmla="*/ 1858915 h 2237474"/>
              <a:gd name="connsiteX150" fmla="*/ 3812162 w 12192000"/>
              <a:gd name="connsiteY150" fmla="*/ 1875501 h 2237474"/>
              <a:gd name="connsiteX151" fmla="*/ 3767672 w 12192000"/>
              <a:gd name="connsiteY151" fmla="*/ 1874600 h 2237474"/>
              <a:gd name="connsiteX152" fmla="*/ 3764741 w 12192000"/>
              <a:gd name="connsiteY152" fmla="*/ 1869433 h 2237474"/>
              <a:gd name="connsiteX153" fmla="*/ 3751332 w 12192000"/>
              <a:gd name="connsiteY153" fmla="*/ 1869854 h 2237474"/>
              <a:gd name="connsiteX154" fmla="*/ 3748155 w 12192000"/>
              <a:gd name="connsiteY154" fmla="*/ 1868903 h 2237474"/>
              <a:gd name="connsiteX155" fmla="*/ 3729530 w 12192000"/>
              <a:gd name="connsiteY155" fmla="*/ 1864513 h 2237474"/>
              <a:gd name="connsiteX156" fmla="*/ 3680177 w 12192000"/>
              <a:gd name="connsiteY156" fmla="*/ 1881552 h 2237474"/>
              <a:gd name="connsiteX157" fmla="*/ 3567259 w 12192000"/>
              <a:gd name="connsiteY157" fmla="*/ 1893482 h 2237474"/>
              <a:gd name="connsiteX158" fmla="*/ 3405770 w 12192000"/>
              <a:gd name="connsiteY158" fmla="*/ 1904591 h 2237474"/>
              <a:gd name="connsiteX159" fmla="*/ 3280097 w 12192000"/>
              <a:gd name="connsiteY159" fmla="*/ 1919610 h 2237474"/>
              <a:gd name="connsiteX160" fmla="*/ 3123424 w 12192000"/>
              <a:gd name="connsiteY160" fmla="*/ 1952930 h 2237474"/>
              <a:gd name="connsiteX161" fmla="*/ 3009910 w 12192000"/>
              <a:gd name="connsiteY161" fmla="*/ 1957866 h 2237474"/>
              <a:gd name="connsiteX162" fmla="*/ 2995934 w 12192000"/>
              <a:gd name="connsiteY162" fmla="*/ 1967085 h 2237474"/>
              <a:gd name="connsiteX163" fmla="*/ 2980071 w 12192000"/>
              <a:gd name="connsiteY163" fmla="*/ 1972988 h 2237474"/>
              <a:gd name="connsiteX164" fmla="*/ 2978094 w 12192000"/>
              <a:gd name="connsiteY164" fmla="*/ 1972369 h 2237474"/>
              <a:gd name="connsiteX165" fmla="*/ 2942858 w 12192000"/>
              <a:gd name="connsiteY165" fmla="*/ 1981367 h 2237474"/>
              <a:gd name="connsiteX166" fmla="*/ 2875436 w 12192000"/>
              <a:gd name="connsiteY166" fmla="*/ 1996977 h 2237474"/>
              <a:gd name="connsiteX167" fmla="*/ 2874892 w 12192000"/>
              <a:gd name="connsiteY167" fmla="*/ 1996085 h 2237474"/>
              <a:gd name="connsiteX168" fmla="*/ 2864145 w 12192000"/>
              <a:gd name="connsiteY168" fmla="*/ 1994061 h 2237474"/>
              <a:gd name="connsiteX169" fmla="*/ 2843662 w 12192000"/>
              <a:gd name="connsiteY169" fmla="*/ 1992498 h 2237474"/>
              <a:gd name="connsiteX170" fmla="*/ 2796128 w 12192000"/>
              <a:gd name="connsiteY170" fmla="*/ 1976403 h 2237474"/>
              <a:gd name="connsiteX171" fmla="*/ 2756784 w 12192000"/>
              <a:gd name="connsiteY171" fmla="*/ 1985116 h 2237474"/>
              <a:gd name="connsiteX172" fmla="*/ 2748833 w 12192000"/>
              <a:gd name="connsiteY172" fmla="*/ 1986323 h 2237474"/>
              <a:gd name="connsiteX173" fmla="*/ 2748661 w 12192000"/>
              <a:gd name="connsiteY173" fmla="*/ 1986122 h 2237474"/>
              <a:gd name="connsiteX174" fmla="*/ 2740251 w 12192000"/>
              <a:gd name="connsiteY174" fmla="*/ 1986946 h 2237474"/>
              <a:gd name="connsiteX175" fmla="*/ 2718916 w 12192000"/>
              <a:gd name="connsiteY175" fmla="*/ 1990867 h 2237474"/>
              <a:gd name="connsiteX176" fmla="*/ 2713522 w 12192000"/>
              <a:gd name="connsiteY176" fmla="*/ 1990173 h 2237474"/>
              <a:gd name="connsiteX177" fmla="*/ 2680597 w 12192000"/>
              <a:gd name="connsiteY177" fmla="*/ 1984996 h 2237474"/>
              <a:gd name="connsiteX178" fmla="*/ 2578178 w 12192000"/>
              <a:gd name="connsiteY178" fmla="*/ 1990531 h 2237474"/>
              <a:gd name="connsiteX179" fmla="*/ 2476147 w 12192000"/>
              <a:gd name="connsiteY179" fmla="*/ 1998305 h 2237474"/>
              <a:gd name="connsiteX180" fmla="*/ 2373568 w 12192000"/>
              <a:gd name="connsiteY180" fmla="*/ 2003219 h 2237474"/>
              <a:gd name="connsiteX181" fmla="*/ 2321399 w 12192000"/>
              <a:gd name="connsiteY181" fmla="*/ 1989467 h 2237474"/>
              <a:gd name="connsiteX182" fmla="*/ 2315525 w 12192000"/>
              <a:gd name="connsiteY182" fmla="*/ 1989708 h 2237474"/>
              <a:gd name="connsiteX183" fmla="*/ 2300792 w 12192000"/>
              <a:gd name="connsiteY183" fmla="*/ 1994290 h 2237474"/>
              <a:gd name="connsiteX184" fmla="*/ 2295469 w 12192000"/>
              <a:gd name="connsiteY184" fmla="*/ 1996659 h 2237474"/>
              <a:gd name="connsiteX185" fmla="*/ 2287219 w 12192000"/>
              <a:gd name="connsiteY185" fmla="*/ 1998750 h 2237474"/>
              <a:gd name="connsiteX186" fmla="*/ 2286948 w 12192000"/>
              <a:gd name="connsiteY186" fmla="*/ 1998596 h 2237474"/>
              <a:gd name="connsiteX187" fmla="*/ 2243069 w 12192000"/>
              <a:gd name="connsiteY187" fmla="*/ 2015111 h 2237474"/>
              <a:gd name="connsiteX188" fmla="*/ 2186609 w 12192000"/>
              <a:gd name="connsiteY188" fmla="*/ 2008263 h 2237474"/>
              <a:gd name="connsiteX189" fmla="*/ 2164831 w 12192000"/>
              <a:gd name="connsiteY189" fmla="*/ 2010143 h 2237474"/>
              <a:gd name="connsiteX190" fmla="*/ 2152836 w 12192000"/>
              <a:gd name="connsiteY190" fmla="*/ 2010048 h 2237474"/>
              <a:gd name="connsiteX191" fmla="*/ 2117102 w 12192000"/>
              <a:gd name="connsiteY191" fmla="*/ 2023004 h 2237474"/>
              <a:gd name="connsiteX192" fmla="*/ 2111935 w 12192000"/>
              <a:gd name="connsiteY192" fmla="*/ 2023163 h 2237474"/>
              <a:gd name="connsiteX193" fmla="*/ 2089991 w 12192000"/>
              <a:gd name="connsiteY193" fmla="*/ 2034193 h 2237474"/>
              <a:gd name="connsiteX194" fmla="*/ 2058061 w 12192000"/>
              <a:gd name="connsiteY194" fmla="*/ 2047942 h 2237474"/>
              <a:gd name="connsiteX195" fmla="*/ 2055737 w 12192000"/>
              <a:gd name="connsiteY195" fmla="*/ 2047704 h 2237474"/>
              <a:gd name="connsiteX196" fmla="*/ 2042244 w 12192000"/>
              <a:gd name="connsiteY196" fmla="*/ 2055560 h 2237474"/>
              <a:gd name="connsiteX197" fmla="*/ 1976224 w 12192000"/>
              <a:gd name="connsiteY197" fmla="*/ 2074257 h 2237474"/>
              <a:gd name="connsiteX198" fmla="*/ 1877728 w 12192000"/>
              <a:gd name="connsiteY198" fmla="*/ 2101004 h 2237474"/>
              <a:gd name="connsiteX199" fmla="*/ 1759056 w 12192000"/>
              <a:gd name="connsiteY199" fmla="*/ 2125608 h 2237474"/>
              <a:gd name="connsiteX200" fmla="*/ 1637948 w 12192000"/>
              <a:gd name="connsiteY200" fmla="*/ 2172597 h 2237474"/>
              <a:gd name="connsiteX201" fmla="*/ 1434549 w 12192000"/>
              <a:gd name="connsiteY201" fmla="*/ 2234522 h 2237474"/>
              <a:gd name="connsiteX202" fmla="*/ 1398481 w 12192000"/>
              <a:gd name="connsiteY202" fmla="*/ 2237074 h 2237474"/>
              <a:gd name="connsiteX203" fmla="*/ 1398407 w 12192000"/>
              <a:gd name="connsiteY203" fmla="*/ 2237095 h 2237474"/>
              <a:gd name="connsiteX204" fmla="*/ 1370962 w 12192000"/>
              <a:gd name="connsiteY204" fmla="*/ 2237474 h 2237474"/>
              <a:gd name="connsiteX205" fmla="*/ 1356367 w 12192000"/>
              <a:gd name="connsiteY205" fmla="*/ 2235089 h 2237474"/>
              <a:gd name="connsiteX206" fmla="*/ 1324828 w 12192000"/>
              <a:gd name="connsiteY206" fmla="*/ 2231968 h 2237474"/>
              <a:gd name="connsiteX207" fmla="*/ 1297744 w 12192000"/>
              <a:gd name="connsiteY207" fmla="*/ 2235849 h 2237474"/>
              <a:gd name="connsiteX208" fmla="*/ 1286236 w 12192000"/>
              <a:gd name="connsiteY208" fmla="*/ 2233135 h 2237474"/>
              <a:gd name="connsiteX209" fmla="*/ 1283504 w 12192000"/>
              <a:gd name="connsiteY209" fmla="*/ 2233797 h 2237474"/>
              <a:gd name="connsiteX210" fmla="*/ 1279765 w 12192000"/>
              <a:gd name="connsiteY210" fmla="*/ 2229639 h 2237474"/>
              <a:gd name="connsiteX211" fmla="*/ 1195347 w 12192000"/>
              <a:gd name="connsiteY211" fmla="*/ 2212354 h 2237474"/>
              <a:gd name="connsiteX212" fmla="*/ 970251 w 12192000"/>
              <a:gd name="connsiteY212" fmla="*/ 2221029 h 2237474"/>
              <a:gd name="connsiteX213" fmla="*/ 812914 w 12192000"/>
              <a:gd name="connsiteY213" fmla="*/ 2202752 h 2237474"/>
              <a:gd name="connsiteX214" fmla="*/ 800195 w 12192000"/>
              <a:gd name="connsiteY214" fmla="*/ 2209407 h 2237474"/>
              <a:gd name="connsiteX215" fmla="*/ 784978 w 12192000"/>
              <a:gd name="connsiteY215" fmla="*/ 2212360 h 2237474"/>
              <a:gd name="connsiteX216" fmla="*/ 681987 w 12192000"/>
              <a:gd name="connsiteY216" fmla="*/ 2216757 h 2237474"/>
              <a:gd name="connsiteX217" fmla="*/ 669923 w 12192000"/>
              <a:gd name="connsiteY217" fmla="*/ 2211682 h 2237474"/>
              <a:gd name="connsiteX218" fmla="*/ 648680 w 12192000"/>
              <a:gd name="connsiteY218" fmla="*/ 2206229 h 2237474"/>
              <a:gd name="connsiteX219" fmla="*/ 597225 w 12192000"/>
              <a:gd name="connsiteY219" fmla="*/ 2180999 h 2237474"/>
              <a:gd name="connsiteX220" fmla="*/ 558449 w 12192000"/>
              <a:gd name="connsiteY220" fmla="*/ 2182346 h 2237474"/>
              <a:gd name="connsiteX221" fmla="*/ 550517 w 12192000"/>
              <a:gd name="connsiteY221" fmla="*/ 2182060 h 2237474"/>
              <a:gd name="connsiteX222" fmla="*/ 550309 w 12192000"/>
              <a:gd name="connsiteY222" fmla="*/ 2181825 h 2237474"/>
              <a:gd name="connsiteX223" fmla="*/ 541836 w 12192000"/>
              <a:gd name="connsiteY223" fmla="*/ 2181063 h 2237474"/>
              <a:gd name="connsiteX224" fmla="*/ 536057 w 12192000"/>
              <a:gd name="connsiteY224" fmla="*/ 2181537 h 2237474"/>
              <a:gd name="connsiteX225" fmla="*/ 520671 w 12192000"/>
              <a:gd name="connsiteY225" fmla="*/ 2180980 h 2237474"/>
              <a:gd name="connsiteX226" fmla="*/ 515024 w 12192000"/>
              <a:gd name="connsiteY226" fmla="*/ 2179258 h 2237474"/>
              <a:gd name="connsiteX227" fmla="*/ 512278 w 12192000"/>
              <a:gd name="connsiteY227" fmla="*/ 2176369 h 2237474"/>
              <a:gd name="connsiteX228" fmla="*/ 480419 w 12192000"/>
              <a:gd name="connsiteY228" fmla="*/ 2167807 h 2237474"/>
              <a:gd name="connsiteX229" fmla="*/ 413835 w 12192000"/>
              <a:gd name="connsiteY229" fmla="*/ 2156783 h 2237474"/>
              <a:gd name="connsiteX230" fmla="*/ 376513 w 12192000"/>
              <a:gd name="connsiteY230" fmla="*/ 2154014 h 2237474"/>
              <a:gd name="connsiteX231" fmla="*/ 273386 w 12192000"/>
              <a:gd name="connsiteY231" fmla="*/ 2142551 h 2237474"/>
              <a:gd name="connsiteX232" fmla="*/ 169207 w 12192000"/>
              <a:gd name="connsiteY232" fmla="*/ 2128100 h 2237474"/>
              <a:gd name="connsiteX233" fmla="*/ 93149 w 12192000"/>
              <a:gd name="connsiteY233" fmla="*/ 2105324 h 2237474"/>
              <a:gd name="connsiteX234" fmla="*/ 88109 w 12192000"/>
              <a:gd name="connsiteY234" fmla="*/ 2106704 h 2237474"/>
              <a:gd name="connsiteX235" fmla="*/ 80022 w 12192000"/>
              <a:gd name="connsiteY235" fmla="*/ 2107254 h 2237474"/>
              <a:gd name="connsiteX236" fmla="*/ 79717 w 12192000"/>
              <a:gd name="connsiteY236" fmla="*/ 2107046 h 2237474"/>
              <a:gd name="connsiteX237" fmla="*/ 72352 w 12192000"/>
              <a:gd name="connsiteY237" fmla="*/ 2107991 h 2237474"/>
              <a:gd name="connsiteX238" fmla="*/ 37645 w 12192000"/>
              <a:gd name="connsiteY238" fmla="*/ 2115401 h 2237474"/>
              <a:gd name="connsiteX239" fmla="*/ 4572 w 12192000"/>
              <a:gd name="connsiteY239" fmla="*/ 2111091 h 2237474"/>
              <a:gd name="connsiteX240" fmla="*/ 0 w 12192000"/>
              <a:gd name="connsiteY240" fmla="*/ 2110468 h 2237474"/>
              <a:gd name="connsiteX241" fmla="*/ 0 w 12192000"/>
              <a:gd name="connsiteY241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93343 w 12192000"/>
              <a:gd name="connsiteY106" fmla="*/ 1664672 h 2237474"/>
              <a:gd name="connsiteX107" fmla="*/ 6380457 w 12192000"/>
              <a:gd name="connsiteY107" fmla="*/ 1662376 h 2237474"/>
              <a:gd name="connsiteX108" fmla="*/ 6280959 w 12192000"/>
              <a:gd name="connsiteY108" fmla="*/ 1689329 h 2237474"/>
              <a:gd name="connsiteX109" fmla="*/ 6266765 w 12192000"/>
              <a:gd name="connsiteY109" fmla="*/ 1695560 h 2237474"/>
              <a:gd name="connsiteX110" fmla="*/ 6098321 w 12192000"/>
              <a:gd name="connsiteY110" fmla="*/ 1721646 h 2237474"/>
              <a:gd name="connsiteX111" fmla="*/ 5880652 w 12192000"/>
              <a:gd name="connsiteY111" fmla="*/ 1779643 h 2237474"/>
              <a:gd name="connsiteX112" fmla="*/ 5785959 w 12192000"/>
              <a:gd name="connsiteY112" fmla="*/ 1775307 h 2237474"/>
              <a:gd name="connsiteX113" fmla="*/ 5643534 w 12192000"/>
              <a:gd name="connsiteY113" fmla="*/ 1802919 h 2237474"/>
              <a:gd name="connsiteX114" fmla="*/ 5518799 w 12192000"/>
              <a:gd name="connsiteY114" fmla="*/ 1818312 h 2237474"/>
              <a:gd name="connsiteX115" fmla="*/ 5505014 w 12192000"/>
              <a:gd name="connsiteY115" fmla="*/ 1819259 h 2237474"/>
              <a:gd name="connsiteX116" fmla="*/ 5453307 w 12192000"/>
              <a:gd name="connsiteY116" fmla="*/ 1815450 h 2237474"/>
              <a:gd name="connsiteX117" fmla="*/ 5364192 w 12192000"/>
              <a:gd name="connsiteY117" fmla="*/ 1826074 h 2237474"/>
              <a:gd name="connsiteX118" fmla="*/ 5350380 w 12192000"/>
              <a:gd name="connsiteY118" fmla="*/ 1830891 h 2237474"/>
              <a:gd name="connsiteX119" fmla="*/ 5259633 w 12192000"/>
              <a:gd name="connsiteY119" fmla="*/ 1837160 h 2237474"/>
              <a:gd name="connsiteX120" fmla="*/ 5197513 w 12192000"/>
              <a:gd name="connsiteY120" fmla="*/ 1844718 h 2237474"/>
              <a:gd name="connsiteX121" fmla="*/ 5184170 w 12192000"/>
              <a:gd name="connsiteY121" fmla="*/ 1849402 h 2237474"/>
              <a:gd name="connsiteX122" fmla="*/ 5168852 w 12192000"/>
              <a:gd name="connsiteY122" fmla="*/ 1844846 h 2237474"/>
              <a:gd name="connsiteX123" fmla="*/ 5164370 w 12192000"/>
              <a:gd name="connsiteY123" fmla="*/ 1840597 h 2237474"/>
              <a:gd name="connsiteX124" fmla="*/ 5114927 w 12192000"/>
              <a:gd name="connsiteY124" fmla="*/ 1847827 h 2237474"/>
              <a:gd name="connsiteX125" fmla="*/ 5108970 w 12192000"/>
              <a:gd name="connsiteY125" fmla="*/ 1847935 h 2237474"/>
              <a:gd name="connsiteX126" fmla="*/ 5067961 w 12192000"/>
              <a:gd name="connsiteY126" fmla="*/ 1845917 h 2237474"/>
              <a:gd name="connsiteX127" fmla="*/ 5007075 w 12192000"/>
              <a:gd name="connsiteY127" fmla="*/ 1838626 h 2237474"/>
              <a:gd name="connsiteX128" fmla="*/ 4944087 w 12192000"/>
              <a:gd name="connsiteY128" fmla="*/ 1823332 h 2237474"/>
              <a:gd name="connsiteX129" fmla="*/ 4907662 w 12192000"/>
              <a:gd name="connsiteY129" fmla="*/ 1816900 h 2237474"/>
              <a:gd name="connsiteX130" fmla="*/ 4882386 w 12192000"/>
              <a:gd name="connsiteY130" fmla="*/ 1809844 h 2237474"/>
              <a:gd name="connsiteX131" fmla="*/ 4811440 w 12192000"/>
              <a:gd name="connsiteY131" fmla="*/ 1804655 h 2237474"/>
              <a:gd name="connsiteX132" fmla="*/ 4691075 w 12192000"/>
              <a:gd name="connsiteY132" fmla="*/ 1801389 h 2237474"/>
              <a:gd name="connsiteX133" fmla="*/ 4611738 w 12192000"/>
              <a:gd name="connsiteY133" fmla="*/ 1776964 h 2237474"/>
              <a:gd name="connsiteX134" fmla="*/ 4560070 w 12192000"/>
              <a:gd name="connsiteY134" fmla="*/ 1785640 h 2237474"/>
              <a:gd name="connsiteX135" fmla="*/ 4536503 w 12192000"/>
              <a:gd name="connsiteY135" fmla="*/ 1785334 h 2237474"/>
              <a:gd name="connsiteX136" fmla="*/ 4513724 w 12192000"/>
              <a:gd name="connsiteY136" fmla="*/ 1791996 h 2237474"/>
              <a:gd name="connsiteX137" fmla="*/ 4459810 w 12192000"/>
              <a:gd name="connsiteY137" fmla="*/ 1797886 h 2237474"/>
              <a:gd name="connsiteX138" fmla="*/ 4379064 w 12192000"/>
              <a:gd name="connsiteY138" fmla="*/ 1817177 h 2237474"/>
              <a:gd name="connsiteX139" fmla="*/ 4319209 w 12192000"/>
              <a:gd name="connsiteY139" fmla="*/ 1834833 h 2237474"/>
              <a:gd name="connsiteX140" fmla="*/ 4290981 w 12192000"/>
              <a:gd name="connsiteY140" fmla="*/ 1839677 h 2237474"/>
              <a:gd name="connsiteX141" fmla="*/ 4285792 w 12192000"/>
              <a:gd name="connsiteY141" fmla="*/ 1836231 h 2237474"/>
              <a:gd name="connsiteX142" fmla="*/ 4238372 w 12192000"/>
              <a:gd name="connsiteY142" fmla="*/ 1851480 h 2237474"/>
              <a:gd name="connsiteX143" fmla="*/ 4232517 w 12192000"/>
              <a:gd name="connsiteY143" fmla="*/ 1852567 h 2237474"/>
              <a:gd name="connsiteX144" fmla="*/ 4191732 w 12192000"/>
              <a:gd name="connsiteY144" fmla="*/ 1857328 h 2237474"/>
              <a:gd name="connsiteX145" fmla="*/ 4065532 w 12192000"/>
              <a:gd name="connsiteY145" fmla="*/ 1855477 h 2237474"/>
              <a:gd name="connsiteX146" fmla="*/ 4028460 w 12192000"/>
              <a:gd name="connsiteY146" fmla="*/ 1855137 h 2237474"/>
              <a:gd name="connsiteX147" fmla="*/ 4002267 w 12192000"/>
              <a:gd name="connsiteY147" fmla="*/ 1852352 h 2237474"/>
              <a:gd name="connsiteX148" fmla="*/ 3931396 w 12192000"/>
              <a:gd name="connsiteY148" fmla="*/ 1858915 h 2237474"/>
              <a:gd name="connsiteX149" fmla="*/ 3812162 w 12192000"/>
              <a:gd name="connsiteY149" fmla="*/ 1875501 h 2237474"/>
              <a:gd name="connsiteX150" fmla="*/ 3767672 w 12192000"/>
              <a:gd name="connsiteY150" fmla="*/ 1874600 h 2237474"/>
              <a:gd name="connsiteX151" fmla="*/ 3764741 w 12192000"/>
              <a:gd name="connsiteY151" fmla="*/ 1869433 h 2237474"/>
              <a:gd name="connsiteX152" fmla="*/ 3751332 w 12192000"/>
              <a:gd name="connsiteY152" fmla="*/ 1869854 h 2237474"/>
              <a:gd name="connsiteX153" fmla="*/ 3748155 w 12192000"/>
              <a:gd name="connsiteY153" fmla="*/ 1868903 h 2237474"/>
              <a:gd name="connsiteX154" fmla="*/ 3729530 w 12192000"/>
              <a:gd name="connsiteY154" fmla="*/ 1864513 h 2237474"/>
              <a:gd name="connsiteX155" fmla="*/ 3680177 w 12192000"/>
              <a:gd name="connsiteY155" fmla="*/ 1881552 h 2237474"/>
              <a:gd name="connsiteX156" fmla="*/ 3567259 w 12192000"/>
              <a:gd name="connsiteY156" fmla="*/ 1893482 h 2237474"/>
              <a:gd name="connsiteX157" fmla="*/ 3405770 w 12192000"/>
              <a:gd name="connsiteY157" fmla="*/ 1904591 h 2237474"/>
              <a:gd name="connsiteX158" fmla="*/ 3280097 w 12192000"/>
              <a:gd name="connsiteY158" fmla="*/ 1919610 h 2237474"/>
              <a:gd name="connsiteX159" fmla="*/ 3123424 w 12192000"/>
              <a:gd name="connsiteY159" fmla="*/ 1952930 h 2237474"/>
              <a:gd name="connsiteX160" fmla="*/ 3009910 w 12192000"/>
              <a:gd name="connsiteY160" fmla="*/ 1957866 h 2237474"/>
              <a:gd name="connsiteX161" fmla="*/ 2995934 w 12192000"/>
              <a:gd name="connsiteY161" fmla="*/ 1967085 h 2237474"/>
              <a:gd name="connsiteX162" fmla="*/ 2980071 w 12192000"/>
              <a:gd name="connsiteY162" fmla="*/ 1972988 h 2237474"/>
              <a:gd name="connsiteX163" fmla="*/ 2978094 w 12192000"/>
              <a:gd name="connsiteY163" fmla="*/ 1972369 h 2237474"/>
              <a:gd name="connsiteX164" fmla="*/ 2942858 w 12192000"/>
              <a:gd name="connsiteY164" fmla="*/ 1981367 h 2237474"/>
              <a:gd name="connsiteX165" fmla="*/ 2875436 w 12192000"/>
              <a:gd name="connsiteY165" fmla="*/ 1996977 h 2237474"/>
              <a:gd name="connsiteX166" fmla="*/ 2874892 w 12192000"/>
              <a:gd name="connsiteY166" fmla="*/ 1996085 h 2237474"/>
              <a:gd name="connsiteX167" fmla="*/ 2864145 w 12192000"/>
              <a:gd name="connsiteY167" fmla="*/ 1994061 h 2237474"/>
              <a:gd name="connsiteX168" fmla="*/ 2843662 w 12192000"/>
              <a:gd name="connsiteY168" fmla="*/ 1992498 h 2237474"/>
              <a:gd name="connsiteX169" fmla="*/ 2796128 w 12192000"/>
              <a:gd name="connsiteY169" fmla="*/ 1976403 h 2237474"/>
              <a:gd name="connsiteX170" fmla="*/ 2756784 w 12192000"/>
              <a:gd name="connsiteY170" fmla="*/ 1985116 h 2237474"/>
              <a:gd name="connsiteX171" fmla="*/ 2748833 w 12192000"/>
              <a:gd name="connsiteY171" fmla="*/ 1986323 h 2237474"/>
              <a:gd name="connsiteX172" fmla="*/ 2748661 w 12192000"/>
              <a:gd name="connsiteY172" fmla="*/ 1986122 h 2237474"/>
              <a:gd name="connsiteX173" fmla="*/ 2740251 w 12192000"/>
              <a:gd name="connsiteY173" fmla="*/ 1986946 h 2237474"/>
              <a:gd name="connsiteX174" fmla="*/ 2718916 w 12192000"/>
              <a:gd name="connsiteY174" fmla="*/ 1990867 h 2237474"/>
              <a:gd name="connsiteX175" fmla="*/ 2713522 w 12192000"/>
              <a:gd name="connsiteY175" fmla="*/ 1990173 h 2237474"/>
              <a:gd name="connsiteX176" fmla="*/ 2680597 w 12192000"/>
              <a:gd name="connsiteY176" fmla="*/ 1984996 h 2237474"/>
              <a:gd name="connsiteX177" fmla="*/ 2578178 w 12192000"/>
              <a:gd name="connsiteY177" fmla="*/ 1990531 h 2237474"/>
              <a:gd name="connsiteX178" fmla="*/ 2476147 w 12192000"/>
              <a:gd name="connsiteY178" fmla="*/ 1998305 h 2237474"/>
              <a:gd name="connsiteX179" fmla="*/ 2373568 w 12192000"/>
              <a:gd name="connsiteY179" fmla="*/ 2003219 h 2237474"/>
              <a:gd name="connsiteX180" fmla="*/ 2321399 w 12192000"/>
              <a:gd name="connsiteY180" fmla="*/ 1989467 h 2237474"/>
              <a:gd name="connsiteX181" fmla="*/ 2315525 w 12192000"/>
              <a:gd name="connsiteY181" fmla="*/ 1989708 h 2237474"/>
              <a:gd name="connsiteX182" fmla="*/ 2300792 w 12192000"/>
              <a:gd name="connsiteY182" fmla="*/ 1994290 h 2237474"/>
              <a:gd name="connsiteX183" fmla="*/ 2295469 w 12192000"/>
              <a:gd name="connsiteY183" fmla="*/ 1996659 h 2237474"/>
              <a:gd name="connsiteX184" fmla="*/ 2287219 w 12192000"/>
              <a:gd name="connsiteY184" fmla="*/ 1998750 h 2237474"/>
              <a:gd name="connsiteX185" fmla="*/ 2286948 w 12192000"/>
              <a:gd name="connsiteY185" fmla="*/ 1998596 h 2237474"/>
              <a:gd name="connsiteX186" fmla="*/ 2243069 w 12192000"/>
              <a:gd name="connsiteY186" fmla="*/ 2015111 h 2237474"/>
              <a:gd name="connsiteX187" fmla="*/ 2186609 w 12192000"/>
              <a:gd name="connsiteY187" fmla="*/ 2008263 h 2237474"/>
              <a:gd name="connsiteX188" fmla="*/ 2164831 w 12192000"/>
              <a:gd name="connsiteY188" fmla="*/ 2010143 h 2237474"/>
              <a:gd name="connsiteX189" fmla="*/ 2152836 w 12192000"/>
              <a:gd name="connsiteY189" fmla="*/ 2010048 h 2237474"/>
              <a:gd name="connsiteX190" fmla="*/ 2117102 w 12192000"/>
              <a:gd name="connsiteY190" fmla="*/ 2023004 h 2237474"/>
              <a:gd name="connsiteX191" fmla="*/ 2111935 w 12192000"/>
              <a:gd name="connsiteY191" fmla="*/ 2023163 h 2237474"/>
              <a:gd name="connsiteX192" fmla="*/ 2089991 w 12192000"/>
              <a:gd name="connsiteY192" fmla="*/ 2034193 h 2237474"/>
              <a:gd name="connsiteX193" fmla="*/ 2058061 w 12192000"/>
              <a:gd name="connsiteY193" fmla="*/ 2047942 h 2237474"/>
              <a:gd name="connsiteX194" fmla="*/ 2055737 w 12192000"/>
              <a:gd name="connsiteY194" fmla="*/ 2047704 h 2237474"/>
              <a:gd name="connsiteX195" fmla="*/ 2042244 w 12192000"/>
              <a:gd name="connsiteY195" fmla="*/ 2055560 h 2237474"/>
              <a:gd name="connsiteX196" fmla="*/ 1976224 w 12192000"/>
              <a:gd name="connsiteY196" fmla="*/ 2074257 h 2237474"/>
              <a:gd name="connsiteX197" fmla="*/ 1877728 w 12192000"/>
              <a:gd name="connsiteY197" fmla="*/ 2101004 h 2237474"/>
              <a:gd name="connsiteX198" fmla="*/ 1759056 w 12192000"/>
              <a:gd name="connsiteY198" fmla="*/ 2125608 h 2237474"/>
              <a:gd name="connsiteX199" fmla="*/ 1637948 w 12192000"/>
              <a:gd name="connsiteY199" fmla="*/ 2172597 h 2237474"/>
              <a:gd name="connsiteX200" fmla="*/ 1434549 w 12192000"/>
              <a:gd name="connsiteY200" fmla="*/ 2234522 h 2237474"/>
              <a:gd name="connsiteX201" fmla="*/ 1398481 w 12192000"/>
              <a:gd name="connsiteY201" fmla="*/ 2237074 h 2237474"/>
              <a:gd name="connsiteX202" fmla="*/ 1398407 w 12192000"/>
              <a:gd name="connsiteY202" fmla="*/ 2237095 h 2237474"/>
              <a:gd name="connsiteX203" fmla="*/ 1370962 w 12192000"/>
              <a:gd name="connsiteY203" fmla="*/ 2237474 h 2237474"/>
              <a:gd name="connsiteX204" fmla="*/ 1356367 w 12192000"/>
              <a:gd name="connsiteY204" fmla="*/ 2235089 h 2237474"/>
              <a:gd name="connsiteX205" fmla="*/ 1324828 w 12192000"/>
              <a:gd name="connsiteY205" fmla="*/ 2231968 h 2237474"/>
              <a:gd name="connsiteX206" fmla="*/ 1297744 w 12192000"/>
              <a:gd name="connsiteY206" fmla="*/ 2235849 h 2237474"/>
              <a:gd name="connsiteX207" fmla="*/ 1286236 w 12192000"/>
              <a:gd name="connsiteY207" fmla="*/ 2233135 h 2237474"/>
              <a:gd name="connsiteX208" fmla="*/ 1283504 w 12192000"/>
              <a:gd name="connsiteY208" fmla="*/ 2233797 h 2237474"/>
              <a:gd name="connsiteX209" fmla="*/ 1279765 w 12192000"/>
              <a:gd name="connsiteY209" fmla="*/ 2229639 h 2237474"/>
              <a:gd name="connsiteX210" fmla="*/ 1195347 w 12192000"/>
              <a:gd name="connsiteY210" fmla="*/ 2212354 h 2237474"/>
              <a:gd name="connsiteX211" fmla="*/ 970251 w 12192000"/>
              <a:gd name="connsiteY211" fmla="*/ 2221029 h 2237474"/>
              <a:gd name="connsiteX212" fmla="*/ 812914 w 12192000"/>
              <a:gd name="connsiteY212" fmla="*/ 2202752 h 2237474"/>
              <a:gd name="connsiteX213" fmla="*/ 800195 w 12192000"/>
              <a:gd name="connsiteY213" fmla="*/ 2209407 h 2237474"/>
              <a:gd name="connsiteX214" fmla="*/ 784978 w 12192000"/>
              <a:gd name="connsiteY214" fmla="*/ 2212360 h 2237474"/>
              <a:gd name="connsiteX215" fmla="*/ 681987 w 12192000"/>
              <a:gd name="connsiteY215" fmla="*/ 2216757 h 2237474"/>
              <a:gd name="connsiteX216" fmla="*/ 669923 w 12192000"/>
              <a:gd name="connsiteY216" fmla="*/ 2211682 h 2237474"/>
              <a:gd name="connsiteX217" fmla="*/ 648680 w 12192000"/>
              <a:gd name="connsiteY217" fmla="*/ 2206229 h 2237474"/>
              <a:gd name="connsiteX218" fmla="*/ 597225 w 12192000"/>
              <a:gd name="connsiteY218" fmla="*/ 2180999 h 2237474"/>
              <a:gd name="connsiteX219" fmla="*/ 558449 w 12192000"/>
              <a:gd name="connsiteY219" fmla="*/ 2182346 h 2237474"/>
              <a:gd name="connsiteX220" fmla="*/ 550517 w 12192000"/>
              <a:gd name="connsiteY220" fmla="*/ 2182060 h 2237474"/>
              <a:gd name="connsiteX221" fmla="*/ 550309 w 12192000"/>
              <a:gd name="connsiteY221" fmla="*/ 2181825 h 2237474"/>
              <a:gd name="connsiteX222" fmla="*/ 541836 w 12192000"/>
              <a:gd name="connsiteY222" fmla="*/ 2181063 h 2237474"/>
              <a:gd name="connsiteX223" fmla="*/ 536057 w 12192000"/>
              <a:gd name="connsiteY223" fmla="*/ 2181537 h 2237474"/>
              <a:gd name="connsiteX224" fmla="*/ 520671 w 12192000"/>
              <a:gd name="connsiteY224" fmla="*/ 2180980 h 2237474"/>
              <a:gd name="connsiteX225" fmla="*/ 515024 w 12192000"/>
              <a:gd name="connsiteY225" fmla="*/ 2179258 h 2237474"/>
              <a:gd name="connsiteX226" fmla="*/ 512278 w 12192000"/>
              <a:gd name="connsiteY226" fmla="*/ 2176369 h 2237474"/>
              <a:gd name="connsiteX227" fmla="*/ 480419 w 12192000"/>
              <a:gd name="connsiteY227" fmla="*/ 2167807 h 2237474"/>
              <a:gd name="connsiteX228" fmla="*/ 413835 w 12192000"/>
              <a:gd name="connsiteY228" fmla="*/ 2156783 h 2237474"/>
              <a:gd name="connsiteX229" fmla="*/ 376513 w 12192000"/>
              <a:gd name="connsiteY229" fmla="*/ 2154014 h 2237474"/>
              <a:gd name="connsiteX230" fmla="*/ 273386 w 12192000"/>
              <a:gd name="connsiteY230" fmla="*/ 2142551 h 2237474"/>
              <a:gd name="connsiteX231" fmla="*/ 169207 w 12192000"/>
              <a:gd name="connsiteY231" fmla="*/ 2128100 h 2237474"/>
              <a:gd name="connsiteX232" fmla="*/ 93149 w 12192000"/>
              <a:gd name="connsiteY232" fmla="*/ 2105324 h 2237474"/>
              <a:gd name="connsiteX233" fmla="*/ 88109 w 12192000"/>
              <a:gd name="connsiteY233" fmla="*/ 2106704 h 2237474"/>
              <a:gd name="connsiteX234" fmla="*/ 80022 w 12192000"/>
              <a:gd name="connsiteY234" fmla="*/ 2107254 h 2237474"/>
              <a:gd name="connsiteX235" fmla="*/ 79717 w 12192000"/>
              <a:gd name="connsiteY235" fmla="*/ 2107046 h 2237474"/>
              <a:gd name="connsiteX236" fmla="*/ 72352 w 12192000"/>
              <a:gd name="connsiteY236" fmla="*/ 2107991 h 2237474"/>
              <a:gd name="connsiteX237" fmla="*/ 37645 w 12192000"/>
              <a:gd name="connsiteY237" fmla="*/ 2115401 h 2237474"/>
              <a:gd name="connsiteX238" fmla="*/ 4572 w 12192000"/>
              <a:gd name="connsiteY238" fmla="*/ 2111091 h 2237474"/>
              <a:gd name="connsiteX239" fmla="*/ 0 w 12192000"/>
              <a:gd name="connsiteY239" fmla="*/ 2110468 h 2237474"/>
              <a:gd name="connsiteX240" fmla="*/ 0 w 12192000"/>
              <a:gd name="connsiteY240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93343 w 12192000"/>
              <a:gd name="connsiteY106" fmla="*/ 1664672 h 2237474"/>
              <a:gd name="connsiteX107" fmla="*/ 6380457 w 12192000"/>
              <a:gd name="connsiteY107" fmla="*/ 1662376 h 2237474"/>
              <a:gd name="connsiteX108" fmla="*/ 6280959 w 12192000"/>
              <a:gd name="connsiteY108" fmla="*/ 1689329 h 2237474"/>
              <a:gd name="connsiteX109" fmla="*/ 6266765 w 12192000"/>
              <a:gd name="connsiteY109" fmla="*/ 1695560 h 2237474"/>
              <a:gd name="connsiteX110" fmla="*/ 6098321 w 12192000"/>
              <a:gd name="connsiteY110" fmla="*/ 1721646 h 2237474"/>
              <a:gd name="connsiteX111" fmla="*/ 5880652 w 12192000"/>
              <a:gd name="connsiteY111" fmla="*/ 1779643 h 2237474"/>
              <a:gd name="connsiteX112" fmla="*/ 5785959 w 12192000"/>
              <a:gd name="connsiteY112" fmla="*/ 1775307 h 2237474"/>
              <a:gd name="connsiteX113" fmla="*/ 5643534 w 12192000"/>
              <a:gd name="connsiteY113" fmla="*/ 1802919 h 2237474"/>
              <a:gd name="connsiteX114" fmla="*/ 5518799 w 12192000"/>
              <a:gd name="connsiteY114" fmla="*/ 1818312 h 2237474"/>
              <a:gd name="connsiteX115" fmla="*/ 5505014 w 12192000"/>
              <a:gd name="connsiteY115" fmla="*/ 1819259 h 2237474"/>
              <a:gd name="connsiteX116" fmla="*/ 5453307 w 12192000"/>
              <a:gd name="connsiteY116" fmla="*/ 1815450 h 2237474"/>
              <a:gd name="connsiteX117" fmla="*/ 5364192 w 12192000"/>
              <a:gd name="connsiteY117" fmla="*/ 1826074 h 2237474"/>
              <a:gd name="connsiteX118" fmla="*/ 5350380 w 12192000"/>
              <a:gd name="connsiteY118" fmla="*/ 1830891 h 2237474"/>
              <a:gd name="connsiteX119" fmla="*/ 5259633 w 12192000"/>
              <a:gd name="connsiteY119" fmla="*/ 1837160 h 2237474"/>
              <a:gd name="connsiteX120" fmla="*/ 5197513 w 12192000"/>
              <a:gd name="connsiteY120" fmla="*/ 1844718 h 2237474"/>
              <a:gd name="connsiteX121" fmla="*/ 5184170 w 12192000"/>
              <a:gd name="connsiteY121" fmla="*/ 1849402 h 2237474"/>
              <a:gd name="connsiteX122" fmla="*/ 5168852 w 12192000"/>
              <a:gd name="connsiteY122" fmla="*/ 1844846 h 2237474"/>
              <a:gd name="connsiteX123" fmla="*/ 5164370 w 12192000"/>
              <a:gd name="connsiteY123" fmla="*/ 1840597 h 2237474"/>
              <a:gd name="connsiteX124" fmla="*/ 5114927 w 12192000"/>
              <a:gd name="connsiteY124" fmla="*/ 1847827 h 2237474"/>
              <a:gd name="connsiteX125" fmla="*/ 5108970 w 12192000"/>
              <a:gd name="connsiteY125" fmla="*/ 1847935 h 2237474"/>
              <a:gd name="connsiteX126" fmla="*/ 5067961 w 12192000"/>
              <a:gd name="connsiteY126" fmla="*/ 1845917 h 2237474"/>
              <a:gd name="connsiteX127" fmla="*/ 5007075 w 12192000"/>
              <a:gd name="connsiteY127" fmla="*/ 1838626 h 2237474"/>
              <a:gd name="connsiteX128" fmla="*/ 4944087 w 12192000"/>
              <a:gd name="connsiteY128" fmla="*/ 1823332 h 2237474"/>
              <a:gd name="connsiteX129" fmla="*/ 4907662 w 12192000"/>
              <a:gd name="connsiteY129" fmla="*/ 1816900 h 2237474"/>
              <a:gd name="connsiteX130" fmla="*/ 4882386 w 12192000"/>
              <a:gd name="connsiteY130" fmla="*/ 1809844 h 2237474"/>
              <a:gd name="connsiteX131" fmla="*/ 4811440 w 12192000"/>
              <a:gd name="connsiteY131" fmla="*/ 1804655 h 2237474"/>
              <a:gd name="connsiteX132" fmla="*/ 4691075 w 12192000"/>
              <a:gd name="connsiteY132" fmla="*/ 1801389 h 2237474"/>
              <a:gd name="connsiteX133" fmla="*/ 4611738 w 12192000"/>
              <a:gd name="connsiteY133" fmla="*/ 1776964 h 2237474"/>
              <a:gd name="connsiteX134" fmla="*/ 4560070 w 12192000"/>
              <a:gd name="connsiteY134" fmla="*/ 1785640 h 2237474"/>
              <a:gd name="connsiteX135" fmla="*/ 4536503 w 12192000"/>
              <a:gd name="connsiteY135" fmla="*/ 1785334 h 2237474"/>
              <a:gd name="connsiteX136" fmla="*/ 4513724 w 12192000"/>
              <a:gd name="connsiteY136" fmla="*/ 1791996 h 2237474"/>
              <a:gd name="connsiteX137" fmla="*/ 4459810 w 12192000"/>
              <a:gd name="connsiteY137" fmla="*/ 1797886 h 2237474"/>
              <a:gd name="connsiteX138" fmla="*/ 4379064 w 12192000"/>
              <a:gd name="connsiteY138" fmla="*/ 1817177 h 2237474"/>
              <a:gd name="connsiteX139" fmla="*/ 4319209 w 12192000"/>
              <a:gd name="connsiteY139" fmla="*/ 1834833 h 2237474"/>
              <a:gd name="connsiteX140" fmla="*/ 4290981 w 12192000"/>
              <a:gd name="connsiteY140" fmla="*/ 1839677 h 2237474"/>
              <a:gd name="connsiteX141" fmla="*/ 4285792 w 12192000"/>
              <a:gd name="connsiteY141" fmla="*/ 1836231 h 2237474"/>
              <a:gd name="connsiteX142" fmla="*/ 4238372 w 12192000"/>
              <a:gd name="connsiteY142" fmla="*/ 1851480 h 2237474"/>
              <a:gd name="connsiteX143" fmla="*/ 4232517 w 12192000"/>
              <a:gd name="connsiteY143" fmla="*/ 1852567 h 2237474"/>
              <a:gd name="connsiteX144" fmla="*/ 4191732 w 12192000"/>
              <a:gd name="connsiteY144" fmla="*/ 1857328 h 2237474"/>
              <a:gd name="connsiteX145" fmla="*/ 4065532 w 12192000"/>
              <a:gd name="connsiteY145" fmla="*/ 1855477 h 2237474"/>
              <a:gd name="connsiteX146" fmla="*/ 4028460 w 12192000"/>
              <a:gd name="connsiteY146" fmla="*/ 1855137 h 2237474"/>
              <a:gd name="connsiteX147" fmla="*/ 4002267 w 12192000"/>
              <a:gd name="connsiteY147" fmla="*/ 1852352 h 2237474"/>
              <a:gd name="connsiteX148" fmla="*/ 3931396 w 12192000"/>
              <a:gd name="connsiteY148" fmla="*/ 1858915 h 2237474"/>
              <a:gd name="connsiteX149" fmla="*/ 3812162 w 12192000"/>
              <a:gd name="connsiteY149" fmla="*/ 1875501 h 2237474"/>
              <a:gd name="connsiteX150" fmla="*/ 3767672 w 12192000"/>
              <a:gd name="connsiteY150" fmla="*/ 1874600 h 2237474"/>
              <a:gd name="connsiteX151" fmla="*/ 3751332 w 12192000"/>
              <a:gd name="connsiteY151" fmla="*/ 1869854 h 2237474"/>
              <a:gd name="connsiteX152" fmla="*/ 3748155 w 12192000"/>
              <a:gd name="connsiteY152" fmla="*/ 1868903 h 2237474"/>
              <a:gd name="connsiteX153" fmla="*/ 3729530 w 12192000"/>
              <a:gd name="connsiteY153" fmla="*/ 1864513 h 2237474"/>
              <a:gd name="connsiteX154" fmla="*/ 3680177 w 12192000"/>
              <a:gd name="connsiteY154" fmla="*/ 1881552 h 2237474"/>
              <a:gd name="connsiteX155" fmla="*/ 3567259 w 12192000"/>
              <a:gd name="connsiteY155" fmla="*/ 1893482 h 2237474"/>
              <a:gd name="connsiteX156" fmla="*/ 3405770 w 12192000"/>
              <a:gd name="connsiteY156" fmla="*/ 1904591 h 2237474"/>
              <a:gd name="connsiteX157" fmla="*/ 3280097 w 12192000"/>
              <a:gd name="connsiteY157" fmla="*/ 1919610 h 2237474"/>
              <a:gd name="connsiteX158" fmla="*/ 3123424 w 12192000"/>
              <a:gd name="connsiteY158" fmla="*/ 1952930 h 2237474"/>
              <a:gd name="connsiteX159" fmla="*/ 3009910 w 12192000"/>
              <a:gd name="connsiteY159" fmla="*/ 1957866 h 2237474"/>
              <a:gd name="connsiteX160" fmla="*/ 2995934 w 12192000"/>
              <a:gd name="connsiteY160" fmla="*/ 1967085 h 2237474"/>
              <a:gd name="connsiteX161" fmla="*/ 2980071 w 12192000"/>
              <a:gd name="connsiteY161" fmla="*/ 1972988 h 2237474"/>
              <a:gd name="connsiteX162" fmla="*/ 2978094 w 12192000"/>
              <a:gd name="connsiteY162" fmla="*/ 1972369 h 2237474"/>
              <a:gd name="connsiteX163" fmla="*/ 2942858 w 12192000"/>
              <a:gd name="connsiteY163" fmla="*/ 1981367 h 2237474"/>
              <a:gd name="connsiteX164" fmla="*/ 2875436 w 12192000"/>
              <a:gd name="connsiteY164" fmla="*/ 1996977 h 2237474"/>
              <a:gd name="connsiteX165" fmla="*/ 2874892 w 12192000"/>
              <a:gd name="connsiteY165" fmla="*/ 1996085 h 2237474"/>
              <a:gd name="connsiteX166" fmla="*/ 2864145 w 12192000"/>
              <a:gd name="connsiteY166" fmla="*/ 1994061 h 2237474"/>
              <a:gd name="connsiteX167" fmla="*/ 2843662 w 12192000"/>
              <a:gd name="connsiteY167" fmla="*/ 1992498 h 2237474"/>
              <a:gd name="connsiteX168" fmla="*/ 2796128 w 12192000"/>
              <a:gd name="connsiteY168" fmla="*/ 1976403 h 2237474"/>
              <a:gd name="connsiteX169" fmla="*/ 2756784 w 12192000"/>
              <a:gd name="connsiteY169" fmla="*/ 1985116 h 2237474"/>
              <a:gd name="connsiteX170" fmla="*/ 2748833 w 12192000"/>
              <a:gd name="connsiteY170" fmla="*/ 1986323 h 2237474"/>
              <a:gd name="connsiteX171" fmla="*/ 2748661 w 12192000"/>
              <a:gd name="connsiteY171" fmla="*/ 1986122 h 2237474"/>
              <a:gd name="connsiteX172" fmla="*/ 2740251 w 12192000"/>
              <a:gd name="connsiteY172" fmla="*/ 1986946 h 2237474"/>
              <a:gd name="connsiteX173" fmla="*/ 2718916 w 12192000"/>
              <a:gd name="connsiteY173" fmla="*/ 1990867 h 2237474"/>
              <a:gd name="connsiteX174" fmla="*/ 2713522 w 12192000"/>
              <a:gd name="connsiteY174" fmla="*/ 1990173 h 2237474"/>
              <a:gd name="connsiteX175" fmla="*/ 2680597 w 12192000"/>
              <a:gd name="connsiteY175" fmla="*/ 1984996 h 2237474"/>
              <a:gd name="connsiteX176" fmla="*/ 2578178 w 12192000"/>
              <a:gd name="connsiteY176" fmla="*/ 1990531 h 2237474"/>
              <a:gd name="connsiteX177" fmla="*/ 2476147 w 12192000"/>
              <a:gd name="connsiteY177" fmla="*/ 1998305 h 2237474"/>
              <a:gd name="connsiteX178" fmla="*/ 2373568 w 12192000"/>
              <a:gd name="connsiteY178" fmla="*/ 2003219 h 2237474"/>
              <a:gd name="connsiteX179" fmla="*/ 2321399 w 12192000"/>
              <a:gd name="connsiteY179" fmla="*/ 1989467 h 2237474"/>
              <a:gd name="connsiteX180" fmla="*/ 2315525 w 12192000"/>
              <a:gd name="connsiteY180" fmla="*/ 1989708 h 2237474"/>
              <a:gd name="connsiteX181" fmla="*/ 2300792 w 12192000"/>
              <a:gd name="connsiteY181" fmla="*/ 1994290 h 2237474"/>
              <a:gd name="connsiteX182" fmla="*/ 2295469 w 12192000"/>
              <a:gd name="connsiteY182" fmla="*/ 1996659 h 2237474"/>
              <a:gd name="connsiteX183" fmla="*/ 2287219 w 12192000"/>
              <a:gd name="connsiteY183" fmla="*/ 1998750 h 2237474"/>
              <a:gd name="connsiteX184" fmla="*/ 2286948 w 12192000"/>
              <a:gd name="connsiteY184" fmla="*/ 1998596 h 2237474"/>
              <a:gd name="connsiteX185" fmla="*/ 2243069 w 12192000"/>
              <a:gd name="connsiteY185" fmla="*/ 2015111 h 2237474"/>
              <a:gd name="connsiteX186" fmla="*/ 2186609 w 12192000"/>
              <a:gd name="connsiteY186" fmla="*/ 2008263 h 2237474"/>
              <a:gd name="connsiteX187" fmla="*/ 2164831 w 12192000"/>
              <a:gd name="connsiteY187" fmla="*/ 2010143 h 2237474"/>
              <a:gd name="connsiteX188" fmla="*/ 2152836 w 12192000"/>
              <a:gd name="connsiteY188" fmla="*/ 2010048 h 2237474"/>
              <a:gd name="connsiteX189" fmla="*/ 2117102 w 12192000"/>
              <a:gd name="connsiteY189" fmla="*/ 2023004 h 2237474"/>
              <a:gd name="connsiteX190" fmla="*/ 2111935 w 12192000"/>
              <a:gd name="connsiteY190" fmla="*/ 2023163 h 2237474"/>
              <a:gd name="connsiteX191" fmla="*/ 2089991 w 12192000"/>
              <a:gd name="connsiteY191" fmla="*/ 2034193 h 2237474"/>
              <a:gd name="connsiteX192" fmla="*/ 2058061 w 12192000"/>
              <a:gd name="connsiteY192" fmla="*/ 2047942 h 2237474"/>
              <a:gd name="connsiteX193" fmla="*/ 2055737 w 12192000"/>
              <a:gd name="connsiteY193" fmla="*/ 2047704 h 2237474"/>
              <a:gd name="connsiteX194" fmla="*/ 2042244 w 12192000"/>
              <a:gd name="connsiteY194" fmla="*/ 2055560 h 2237474"/>
              <a:gd name="connsiteX195" fmla="*/ 1976224 w 12192000"/>
              <a:gd name="connsiteY195" fmla="*/ 2074257 h 2237474"/>
              <a:gd name="connsiteX196" fmla="*/ 1877728 w 12192000"/>
              <a:gd name="connsiteY196" fmla="*/ 2101004 h 2237474"/>
              <a:gd name="connsiteX197" fmla="*/ 1759056 w 12192000"/>
              <a:gd name="connsiteY197" fmla="*/ 2125608 h 2237474"/>
              <a:gd name="connsiteX198" fmla="*/ 1637948 w 12192000"/>
              <a:gd name="connsiteY198" fmla="*/ 2172597 h 2237474"/>
              <a:gd name="connsiteX199" fmla="*/ 1434549 w 12192000"/>
              <a:gd name="connsiteY199" fmla="*/ 2234522 h 2237474"/>
              <a:gd name="connsiteX200" fmla="*/ 1398481 w 12192000"/>
              <a:gd name="connsiteY200" fmla="*/ 2237074 h 2237474"/>
              <a:gd name="connsiteX201" fmla="*/ 1398407 w 12192000"/>
              <a:gd name="connsiteY201" fmla="*/ 2237095 h 2237474"/>
              <a:gd name="connsiteX202" fmla="*/ 1370962 w 12192000"/>
              <a:gd name="connsiteY202" fmla="*/ 2237474 h 2237474"/>
              <a:gd name="connsiteX203" fmla="*/ 1356367 w 12192000"/>
              <a:gd name="connsiteY203" fmla="*/ 2235089 h 2237474"/>
              <a:gd name="connsiteX204" fmla="*/ 1324828 w 12192000"/>
              <a:gd name="connsiteY204" fmla="*/ 2231968 h 2237474"/>
              <a:gd name="connsiteX205" fmla="*/ 1297744 w 12192000"/>
              <a:gd name="connsiteY205" fmla="*/ 2235849 h 2237474"/>
              <a:gd name="connsiteX206" fmla="*/ 1286236 w 12192000"/>
              <a:gd name="connsiteY206" fmla="*/ 2233135 h 2237474"/>
              <a:gd name="connsiteX207" fmla="*/ 1283504 w 12192000"/>
              <a:gd name="connsiteY207" fmla="*/ 2233797 h 2237474"/>
              <a:gd name="connsiteX208" fmla="*/ 1279765 w 12192000"/>
              <a:gd name="connsiteY208" fmla="*/ 2229639 h 2237474"/>
              <a:gd name="connsiteX209" fmla="*/ 1195347 w 12192000"/>
              <a:gd name="connsiteY209" fmla="*/ 2212354 h 2237474"/>
              <a:gd name="connsiteX210" fmla="*/ 970251 w 12192000"/>
              <a:gd name="connsiteY210" fmla="*/ 2221029 h 2237474"/>
              <a:gd name="connsiteX211" fmla="*/ 812914 w 12192000"/>
              <a:gd name="connsiteY211" fmla="*/ 2202752 h 2237474"/>
              <a:gd name="connsiteX212" fmla="*/ 800195 w 12192000"/>
              <a:gd name="connsiteY212" fmla="*/ 2209407 h 2237474"/>
              <a:gd name="connsiteX213" fmla="*/ 784978 w 12192000"/>
              <a:gd name="connsiteY213" fmla="*/ 2212360 h 2237474"/>
              <a:gd name="connsiteX214" fmla="*/ 681987 w 12192000"/>
              <a:gd name="connsiteY214" fmla="*/ 2216757 h 2237474"/>
              <a:gd name="connsiteX215" fmla="*/ 669923 w 12192000"/>
              <a:gd name="connsiteY215" fmla="*/ 2211682 h 2237474"/>
              <a:gd name="connsiteX216" fmla="*/ 648680 w 12192000"/>
              <a:gd name="connsiteY216" fmla="*/ 2206229 h 2237474"/>
              <a:gd name="connsiteX217" fmla="*/ 597225 w 12192000"/>
              <a:gd name="connsiteY217" fmla="*/ 2180999 h 2237474"/>
              <a:gd name="connsiteX218" fmla="*/ 558449 w 12192000"/>
              <a:gd name="connsiteY218" fmla="*/ 2182346 h 2237474"/>
              <a:gd name="connsiteX219" fmla="*/ 550517 w 12192000"/>
              <a:gd name="connsiteY219" fmla="*/ 2182060 h 2237474"/>
              <a:gd name="connsiteX220" fmla="*/ 550309 w 12192000"/>
              <a:gd name="connsiteY220" fmla="*/ 2181825 h 2237474"/>
              <a:gd name="connsiteX221" fmla="*/ 541836 w 12192000"/>
              <a:gd name="connsiteY221" fmla="*/ 2181063 h 2237474"/>
              <a:gd name="connsiteX222" fmla="*/ 536057 w 12192000"/>
              <a:gd name="connsiteY222" fmla="*/ 2181537 h 2237474"/>
              <a:gd name="connsiteX223" fmla="*/ 520671 w 12192000"/>
              <a:gd name="connsiteY223" fmla="*/ 2180980 h 2237474"/>
              <a:gd name="connsiteX224" fmla="*/ 515024 w 12192000"/>
              <a:gd name="connsiteY224" fmla="*/ 2179258 h 2237474"/>
              <a:gd name="connsiteX225" fmla="*/ 512278 w 12192000"/>
              <a:gd name="connsiteY225" fmla="*/ 2176369 h 2237474"/>
              <a:gd name="connsiteX226" fmla="*/ 480419 w 12192000"/>
              <a:gd name="connsiteY226" fmla="*/ 2167807 h 2237474"/>
              <a:gd name="connsiteX227" fmla="*/ 413835 w 12192000"/>
              <a:gd name="connsiteY227" fmla="*/ 2156783 h 2237474"/>
              <a:gd name="connsiteX228" fmla="*/ 376513 w 12192000"/>
              <a:gd name="connsiteY228" fmla="*/ 2154014 h 2237474"/>
              <a:gd name="connsiteX229" fmla="*/ 273386 w 12192000"/>
              <a:gd name="connsiteY229" fmla="*/ 2142551 h 2237474"/>
              <a:gd name="connsiteX230" fmla="*/ 169207 w 12192000"/>
              <a:gd name="connsiteY230" fmla="*/ 2128100 h 2237474"/>
              <a:gd name="connsiteX231" fmla="*/ 93149 w 12192000"/>
              <a:gd name="connsiteY231" fmla="*/ 2105324 h 2237474"/>
              <a:gd name="connsiteX232" fmla="*/ 88109 w 12192000"/>
              <a:gd name="connsiteY232" fmla="*/ 2106704 h 2237474"/>
              <a:gd name="connsiteX233" fmla="*/ 80022 w 12192000"/>
              <a:gd name="connsiteY233" fmla="*/ 2107254 h 2237474"/>
              <a:gd name="connsiteX234" fmla="*/ 79717 w 12192000"/>
              <a:gd name="connsiteY234" fmla="*/ 2107046 h 2237474"/>
              <a:gd name="connsiteX235" fmla="*/ 72352 w 12192000"/>
              <a:gd name="connsiteY235" fmla="*/ 2107991 h 2237474"/>
              <a:gd name="connsiteX236" fmla="*/ 37645 w 12192000"/>
              <a:gd name="connsiteY236" fmla="*/ 2115401 h 2237474"/>
              <a:gd name="connsiteX237" fmla="*/ 4572 w 12192000"/>
              <a:gd name="connsiteY237" fmla="*/ 2111091 h 2237474"/>
              <a:gd name="connsiteX238" fmla="*/ 0 w 12192000"/>
              <a:gd name="connsiteY238" fmla="*/ 2110468 h 2237474"/>
              <a:gd name="connsiteX239" fmla="*/ 0 w 12192000"/>
              <a:gd name="connsiteY239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93343 w 12192000"/>
              <a:gd name="connsiteY106" fmla="*/ 1664672 h 2237474"/>
              <a:gd name="connsiteX107" fmla="*/ 6380457 w 12192000"/>
              <a:gd name="connsiteY107" fmla="*/ 1662376 h 2237474"/>
              <a:gd name="connsiteX108" fmla="*/ 6280959 w 12192000"/>
              <a:gd name="connsiteY108" fmla="*/ 1689329 h 2237474"/>
              <a:gd name="connsiteX109" fmla="*/ 6266765 w 12192000"/>
              <a:gd name="connsiteY109" fmla="*/ 1695560 h 2237474"/>
              <a:gd name="connsiteX110" fmla="*/ 6098321 w 12192000"/>
              <a:gd name="connsiteY110" fmla="*/ 1721646 h 2237474"/>
              <a:gd name="connsiteX111" fmla="*/ 5880652 w 12192000"/>
              <a:gd name="connsiteY111" fmla="*/ 1779643 h 2237474"/>
              <a:gd name="connsiteX112" fmla="*/ 5785959 w 12192000"/>
              <a:gd name="connsiteY112" fmla="*/ 1775307 h 2237474"/>
              <a:gd name="connsiteX113" fmla="*/ 5643534 w 12192000"/>
              <a:gd name="connsiteY113" fmla="*/ 1802919 h 2237474"/>
              <a:gd name="connsiteX114" fmla="*/ 5518799 w 12192000"/>
              <a:gd name="connsiteY114" fmla="*/ 1818312 h 2237474"/>
              <a:gd name="connsiteX115" fmla="*/ 5505014 w 12192000"/>
              <a:gd name="connsiteY115" fmla="*/ 1819259 h 2237474"/>
              <a:gd name="connsiteX116" fmla="*/ 5453307 w 12192000"/>
              <a:gd name="connsiteY116" fmla="*/ 1815450 h 2237474"/>
              <a:gd name="connsiteX117" fmla="*/ 5364192 w 12192000"/>
              <a:gd name="connsiteY117" fmla="*/ 1826074 h 2237474"/>
              <a:gd name="connsiteX118" fmla="*/ 5350380 w 12192000"/>
              <a:gd name="connsiteY118" fmla="*/ 1830891 h 2237474"/>
              <a:gd name="connsiteX119" fmla="*/ 5259633 w 12192000"/>
              <a:gd name="connsiteY119" fmla="*/ 1837160 h 2237474"/>
              <a:gd name="connsiteX120" fmla="*/ 5197513 w 12192000"/>
              <a:gd name="connsiteY120" fmla="*/ 1844718 h 2237474"/>
              <a:gd name="connsiteX121" fmla="*/ 5184170 w 12192000"/>
              <a:gd name="connsiteY121" fmla="*/ 1849402 h 2237474"/>
              <a:gd name="connsiteX122" fmla="*/ 5168852 w 12192000"/>
              <a:gd name="connsiteY122" fmla="*/ 1844846 h 2237474"/>
              <a:gd name="connsiteX123" fmla="*/ 5164370 w 12192000"/>
              <a:gd name="connsiteY123" fmla="*/ 1840597 h 2237474"/>
              <a:gd name="connsiteX124" fmla="*/ 5114927 w 12192000"/>
              <a:gd name="connsiteY124" fmla="*/ 1847827 h 2237474"/>
              <a:gd name="connsiteX125" fmla="*/ 5108970 w 12192000"/>
              <a:gd name="connsiteY125" fmla="*/ 1847935 h 2237474"/>
              <a:gd name="connsiteX126" fmla="*/ 5067961 w 12192000"/>
              <a:gd name="connsiteY126" fmla="*/ 1845917 h 2237474"/>
              <a:gd name="connsiteX127" fmla="*/ 5007075 w 12192000"/>
              <a:gd name="connsiteY127" fmla="*/ 1838626 h 2237474"/>
              <a:gd name="connsiteX128" fmla="*/ 4944087 w 12192000"/>
              <a:gd name="connsiteY128" fmla="*/ 1823332 h 2237474"/>
              <a:gd name="connsiteX129" fmla="*/ 4907662 w 12192000"/>
              <a:gd name="connsiteY129" fmla="*/ 1816900 h 2237474"/>
              <a:gd name="connsiteX130" fmla="*/ 4882386 w 12192000"/>
              <a:gd name="connsiteY130" fmla="*/ 1809844 h 2237474"/>
              <a:gd name="connsiteX131" fmla="*/ 4811440 w 12192000"/>
              <a:gd name="connsiteY131" fmla="*/ 1804655 h 2237474"/>
              <a:gd name="connsiteX132" fmla="*/ 4691075 w 12192000"/>
              <a:gd name="connsiteY132" fmla="*/ 1801389 h 2237474"/>
              <a:gd name="connsiteX133" fmla="*/ 4611738 w 12192000"/>
              <a:gd name="connsiteY133" fmla="*/ 1776964 h 2237474"/>
              <a:gd name="connsiteX134" fmla="*/ 4560070 w 12192000"/>
              <a:gd name="connsiteY134" fmla="*/ 1785640 h 2237474"/>
              <a:gd name="connsiteX135" fmla="*/ 4536503 w 12192000"/>
              <a:gd name="connsiteY135" fmla="*/ 1785334 h 2237474"/>
              <a:gd name="connsiteX136" fmla="*/ 4513724 w 12192000"/>
              <a:gd name="connsiteY136" fmla="*/ 1791996 h 2237474"/>
              <a:gd name="connsiteX137" fmla="*/ 4459810 w 12192000"/>
              <a:gd name="connsiteY137" fmla="*/ 1797886 h 2237474"/>
              <a:gd name="connsiteX138" fmla="*/ 4379064 w 12192000"/>
              <a:gd name="connsiteY138" fmla="*/ 1817177 h 2237474"/>
              <a:gd name="connsiteX139" fmla="*/ 4319209 w 12192000"/>
              <a:gd name="connsiteY139" fmla="*/ 1834833 h 2237474"/>
              <a:gd name="connsiteX140" fmla="*/ 4290981 w 12192000"/>
              <a:gd name="connsiteY140" fmla="*/ 1839677 h 2237474"/>
              <a:gd name="connsiteX141" fmla="*/ 4285792 w 12192000"/>
              <a:gd name="connsiteY141" fmla="*/ 1836231 h 2237474"/>
              <a:gd name="connsiteX142" fmla="*/ 4238372 w 12192000"/>
              <a:gd name="connsiteY142" fmla="*/ 1851480 h 2237474"/>
              <a:gd name="connsiteX143" fmla="*/ 4232517 w 12192000"/>
              <a:gd name="connsiteY143" fmla="*/ 1852567 h 2237474"/>
              <a:gd name="connsiteX144" fmla="*/ 4191732 w 12192000"/>
              <a:gd name="connsiteY144" fmla="*/ 1857328 h 2237474"/>
              <a:gd name="connsiteX145" fmla="*/ 4065532 w 12192000"/>
              <a:gd name="connsiteY145" fmla="*/ 1855477 h 2237474"/>
              <a:gd name="connsiteX146" fmla="*/ 4028460 w 12192000"/>
              <a:gd name="connsiteY146" fmla="*/ 1855137 h 2237474"/>
              <a:gd name="connsiteX147" fmla="*/ 4002267 w 12192000"/>
              <a:gd name="connsiteY147" fmla="*/ 1852352 h 2237474"/>
              <a:gd name="connsiteX148" fmla="*/ 3931396 w 12192000"/>
              <a:gd name="connsiteY148" fmla="*/ 1858915 h 2237474"/>
              <a:gd name="connsiteX149" fmla="*/ 3812162 w 12192000"/>
              <a:gd name="connsiteY149" fmla="*/ 1875501 h 2237474"/>
              <a:gd name="connsiteX150" fmla="*/ 3767672 w 12192000"/>
              <a:gd name="connsiteY150" fmla="*/ 1874600 h 2237474"/>
              <a:gd name="connsiteX151" fmla="*/ 3751332 w 12192000"/>
              <a:gd name="connsiteY151" fmla="*/ 1869854 h 2237474"/>
              <a:gd name="connsiteX152" fmla="*/ 3729530 w 12192000"/>
              <a:gd name="connsiteY152" fmla="*/ 1864513 h 2237474"/>
              <a:gd name="connsiteX153" fmla="*/ 3680177 w 12192000"/>
              <a:gd name="connsiteY153" fmla="*/ 1881552 h 2237474"/>
              <a:gd name="connsiteX154" fmla="*/ 3567259 w 12192000"/>
              <a:gd name="connsiteY154" fmla="*/ 1893482 h 2237474"/>
              <a:gd name="connsiteX155" fmla="*/ 3405770 w 12192000"/>
              <a:gd name="connsiteY155" fmla="*/ 1904591 h 2237474"/>
              <a:gd name="connsiteX156" fmla="*/ 3280097 w 12192000"/>
              <a:gd name="connsiteY156" fmla="*/ 1919610 h 2237474"/>
              <a:gd name="connsiteX157" fmla="*/ 3123424 w 12192000"/>
              <a:gd name="connsiteY157" fmla="*/ 1952930 h 2237474"/>
              <a:gd name="connsiteX158" fmla="*/ 3009910 w 12192000"/>
              <a:gd name="connsiteY158" fmla="*/ 1957866 h 2237474"/>
              <a:gd name="connsiteX159" fmla="*/ 2995934 w 12192000"/>
              <a:gd name="connsiteY159" fmla="*/ 1967085 h 2237474"/>
              <a:gd name="connsiteX160" fmla="*/ 2980071 w 12192000"/>
              <a:gd name="connsiteY160" fmla="*/ 1972988 h 2237474"/>
              <a:gd name="connsiteX161" fmla="*/ 2978094 w 12192000"/>
              <a:gd name="connsiteY161" fmla="*/ 1972369 h 2237474"/>
              <a:gd name="connsiteX162" fmla="*/ 2942858 w 12192000"/>
              <a:gd name="connsiteY162" fmla="*/ 1981367 h 2237474"/>
              <a:gd name="connsiteX163" fmla="*/ 2875436 w 12192000"/>
              <a:gd name="connsiteY163" fmla="*/ 1996977 h 2237474"/>
              <a:gd name="connsiteX164" fmla="*/ 2874892 w 12192000"/>
              <a:gd name="connsiteY164" fmla="*/ 1996085 h 2237474"/>
              <a:gd name="connsiteX165" fmla="*/ 2864145 w 12192000"/>
              <a:gd name="connsiteY165" fmla="*/ 1994061 h 2237474"/>
              <a:gd name="connsiteX166" fmla="*/ 2843662 w 12192000"/>
              <a:gd name="connsiteY166" fmla="*/ 1992498 h 2237474"/>
              <a:gd name="connsiteX167" fmla="*/ 2796128 w 12192000"/>
              <a:gd name="connsiteY167" fmla="*/ 1976403 h 2237474"/>
              <a:gd name="connsiteX168" fmla="*/ 2756784 w 12192000"/>
              <a:gd name="connsiteY168" fmla="*/ 1985116 h 2237474"/>
              <a:gd name="connsiteX169" fmla="*/ 2748833 w 12192000"/>
              <a:gd name="connsiteY169" fmla="*/ 1986323 h 2237474"/>
              <a:gd name="connsiteX170" fmla="*/ 2748661 w 12192000"/>
              <a:gd name="connsiteY170" fmla="*/ 1986122 h 2237474"/>
              <a:gd name="connsiteX171" fmla="*/ 2740251 w 12192000"/>
              <a:gd name="connsiteY171" fmla="*/ 1986946 h 2237474"/>
              <a:gd name="connsiteX172" fmla="*/ 2718916 w 12192000"/>
              <a:gd name="connsiteY172" fmla="*/ 1990867 h 2237474"/>
              <a:gd name="connsiteX173" fmla="*/ 2713522 w 12192000"/>
              <a:gd name="connsiteY173" fmla="*/ 1990173 h 2237474"/>
              <a:gd name="connsiteX174" fmla="*/ 2680597 w 12192000"/>
              <a:gd name="connsiteY174" fmla="*/ 1984996 h 2237474"/>
              <a:gd name="connsiteX175" fmla="*/ 2578178 w 12192000"/>
              <a:gd name="connsiteY175" fmla="*/ 1990531 h 2237474"/>
              <a:gd name="connsiteX176" fmla="*/ 2476147 w 12192000"/>
              <a:gd name="connsiteY176" fmla="*/ 1998305 h 2237474"/>
              <a:gd name="connsiteX177" fmla="*/ 2373568 w 12192000"/>
              <a:gd name="connsiteY177" fmla="*/ 2003219 h 2237474"/>
              <a:gd name="connsiteX178" fmla="*/ 2321399 w 12192000"/>
              <a:gd name="connsiteY178" fmla="*/ 1989467 h 2237474"/>
              <a:gd name="connsiteX179" fmla="*/ 2315525 w 12192000"/>
              <a:gd name="connsiteY179" fmla="*/ 1989708 h 2237474"/>
              <a:gd name="connsiteX180" fmla="*/ 2300792 w 12192000"/>
              <a:gd name="connsiteY180" fmla="*/ 1994290 h 2237474"/>
              <a:gd name="connsiteX181" fmla="*/ 2295469 w 12192000"/>
              <a:gd name="connsiteY181" fmla="*/ 1996659 h 2237474"/>
              <a:gd name="connsiteX182" fmla="*/ 2287219 w 12192000"/>
              <a:gd name="connsiteY182" fmla="*/ 1998750 h 2237474"/>
              <a:gd name="connsiteX183" fmla="*/ 2286948 w 12192000"/>
              <a:gd name="connsiteY183" fmla="*/ 1998596 h 2237474"/>
              <a:gd name="connsiteX184" fmla="*/ 2243069 w 12192000"/>
              <a:gd name="connsiteY184" fmla="*/ 2015111 h 2237474"/>
              <a:gd name="connsiteX185" fmla="*/ 2186609 w 12192000"/>
              <a:gd name="connsiteY185" fmla="*/ 2008263 h 2237474"/>
              <a:gd name="connsiteX186" fmla="*/ 2164831 w 12192000"/>
              <a:gd name="connsiteY186" fmla="*/ 2010143 h 2237474"/>
              <a:gd name="connsiteX187" fmla="*/ 2152836 w 12192000"/>
              <a:gd name="connsiteY187" fmla="*/ 2010048 h 2237474"/>
              <a:gd name="connsiteX188" fmla="*/ 2117102 w 12192000"/>
              <a:gd name="connsiteY188" fmla="*/ 2023004 h 2237474"/>
              <a:gd name="connsiteX189" fmla="*/ 2111935 w 12192000"/>
              <a:gd name="connsiteY189" fmla="*/ 2023163 h 2237474"/>
              <a:gd name="connsiteX190" fmla="*/ 2089991 w 12192000"/>
              <a:gd name="connsiteY190" fmla="*/ 2034193 h 2237474"/>
              <a:gd name="connsiteX191" fmla="*/ 2058061 w 12192000"/>
              <a:gd name="connsiteY191" fmla="*/ 2047942 h 2237474"/>
              <a:gd name="connsiteX192" fmla="*/ 2055737 w 12192000"/>
              <a:gd name="connsiteY192" fmla="*/ 2047704 h 2237474"/>
              <a:gd name="connsiteX193" fmla="*/ 2042244 w 12192000"/>
              <a:gd name="connsiteY193" fmla="*/ 2055560 h 2237474"/>
              <a:gd name="connsiteX194" fmla="*/ 1976224 w 12192000"/>
              <a:gd name="connsiteY194" fmla="*/ 2074257 h 2237474"/>
              <a:gd name="connsiteX195" fmla="*/ 1877728 w 12192000"/>
              <a:gd name="connsiteY195" fmla="*/ 2101004 h 2237474"/>
              <a:gd name="connsiteX196" fmla="*/ 1759056 w 12192000"/>
              <a:gd name="connsiteY196" fmla="*/ 2125608 h 2237474"/>
              <a:gd name="connsiteX197" fmla="*/ 1637948 w 12192000"/>
              <a:gd name="connsiteY197" fmla="*/ 2172597 h 2237474"/>
              <a:gd name="connsiteX198" fmla="*/ 1434549 w 12192000"/>
              <a:gd name="connsiteY198" fmla="*/ 2234522 h 2237474"/>
              <a:gd name="connsiteX199" fmla="*/ 1398481 w 12192000"/>
              <a:gd name="connsiteY199" fmla="*/ 2237074 h 2237474"/>
              <a:gd name="connsiteX200" fmla="*/ 1398407 w 12192000"/>
              <a:gd name="connsiteY200" fmla="*/ 2237095 h 2237474"/>
              <a:gd name="connsiteX201" fmla="*/ 1370962 w 12192000"/>
              <a:gd name="connsiteY201" fmla="*/ 2237474 h 2237474"/>
              <a:gd name="connsiteX202" fmla="*/ 1356367 w 12192000"/>
              <a:gd name="connsiteY202" fmla="*/ 2235089 h 2237474"/>
              <a:gd name="connsiteX203" fmla="*/ 1324828 w 12192000"/>
              <a:gd name="connsiteY203" fmla="*/ 2231968 h 2237474"/>
              <a:gd name="connsiteX204" fmla="*/ 1297744 w 12192000"/>
              <a:gd name="connsiteY204" fmla="*/ 2235849 h 2237474"/>
              <a:gd name="connsiteX205" fmla="*/ 1286236 w 12192000"/>
              <a:gd name="connsiteY205" fmla="*/ 2233135 h 2237474"/>
              <a:gd name="connsiteX206" fmla="*/ 1283504 w 12192000"/>
              <a:gd name="connsiteY206" fmla="*/ 2233797 h 2237474"/>
              <a:gd name="connsiteX207" fmla="*/ 1279765 w 12192000"/>
              <a:gd name="connsiteY207" fmla="*/ 2229639 h 2237474"/>
              <a:gd name="connsiteX208" fmla="*/ 1195347 w 12192000"/>
              <a:gd name="connsiteY208" fmla="*/ 2212354 h 2237474"/>
              <a:gd name="connsiteX209" fmla="*/ 970251 w 12192000"/>
              <a:gd name="connsiteY209" fmla="*/ 2221029 h 2237474"/>
              <a:gd name="connsiteX210" fmla="*/ 812914 w 12192000"/>
              <a:gd name="connsiteY210" fmla="*/ 2202752 h 2237474"/>
              <a:gd name="connsiteX211" fmla="*/ 800195 w 12192000"/>
              <a:gd name="connsiteY211" fmla="*/ 2209407 h 2237474"/>
              <a:gd name="connsiteX212" fmla="*/ 784978 w 12192000"/>
              <a:gd name="connsiteY212" fmla="*/ 2212360 h 2237474"/>
              <a:gd name="connsiteX213" fmla="*/ 681987 w 12192000"/>
              <a:gd name="connsiteY213" fmla="*/ 2216757 h 2237474"/>
              <a:gd name="connsiteX214" fmla="*/ 669923 w 12192000"/>
              <a:gd name="connsiteY214" fmla="*/ 2211682 h 2237474"/>
              <a:gd name="connsiteX215" fmla="*/ 648680 w 12192000"/>
              <a:gd name="connsiteY215" fmla="*/ 2206229 h 2237474"/>
              <a:gd name="connsiteX216" fmla="*/ 597225 w 12192000"/>
              <a:gd name="connsiteY216" fmla="*/ 2180999 h 2237474"/>
              <a:gd name="connsiteX217" fmla="*/ 558449 w 12192000"/>
              <a:gd name="connsiteY217" fmla="*/ 2182346 h 2237474"/>
              <a:gd name="connsiteX218" fmla="*/ 550517 w 12192000"/>
              <a:gd name="connsiteY218" fmla="*/ 2182060 h 2237474"/>
              <a:gd name="connsiteX219" fmla="*/ 550309 w 12192000"/>
              <a:gd name="connsiteY219" fmla="*/ 2181825 h 2237474"/>
              <a:gd name="connsiteX220" fmla="*/ 541836 w 12192000"/>
              <a:gd name="connsiteY220" fmla="*/ 2181063 h 2237474"/>
              <a:gd name="connsiteX221" fmla="*/ 536057 w 12192000"/>
              <a:gd name="connsiteY221" fmla="*/ 2181537 h 2237474"/>
              <a:gd name="connsiteX222" fmla="*/ 520671 w 12192000"/>
              <a:gd name="connsiteY222" fmla="*/ 2180980 h 2237474"/>
              <a:gd name="connsiteX223" fmla="*/ 515024 w 12192000"/>
              <a:gd name="connsiteY223" fmla="*/ 2179258 h 2237474"/>
              <a:gd name="connsiteX224" fmla="*/ 512278 w 12192000"/>
              <a:gd name="connsiteY224" fmla="*/ 2176369 h 2237474"/>
              <a:gd name="connsiteX225" fmla="*/ 480419 w 12192000"/>
              <a:gd name="connsiteY225" fmla="*/ 2167807 h 2237474"/>
              <a:gd name="connsiteX226" fmla="*/ 413835 w 12192000"/>
              <a:gd name="connsiteY226" fmla="*/ 2156783 h 2237474"/>
              <a:gd name="connsiteX227" fmla="*/ 376513 w 12192000"/>
              <a:gd name="connsiteY227" fmla="*/ 2154014 h 2237474"/>
              <a:gd name="connsiteX228" fmla="*/ 273386 w 12192000"/>
              <a:gd name="connsiteY228" fmla="*/ 2142551 h 2237474"/>
              <a:gd name="connsiteX229" fmla="*/ 169207 w 12192000"/>
              <a:gd name="connsiteY229" fmla="*/ 2128100 h 2237474"/>
              <a:gd name="connsiteX230" fmla="*/ 93149 w 12192000"/>
              <a:gd name="connsiteY230" fmla="*/ 2105324 h 2237474"/>
              <a:gd name="connsiteX231" fmla="*/ 88109 w 12192000"/>
              <a:gd name="connsiteY231" fmla="*/ 2106704 h 2237474"/>
              <a:gd name="connsiteX232" fmla="*/ 80022 w 12192000"/>
              <a:gd name="connsiteY232" fmla="*/ 2107254 h 2237474"/>
              <a:gd name="connsiteX233" fmla="*/ 79717 w 12192000"/>
              <a:gd name="connsiteY233" fmla="*/ 2107046 h 2237474"/>
              <a:gd name="connsiteX234" fmla="*/ 72352 w 12192000"/>
              <a:gd name="connsiteY234" fmla="*/ 2107991 h 2237474"/>
              <a:gd name="connsiteX235" fmla="*/ 37645 w 12192000"/>
              <a:gd name="connsiteY235" fmla="*/ 2115401 h 2237474"/>
              <a:gd name="connsiteX236" fmla="*/ 4572 w 12192000"/>
              <a:gd name="connsiteY236" fmla="*/ 2111091 h 2237474"/>
              <a:gd name="connsiteX237" fmla="*/ 0 w 12192000"/>
              <a:gd name="connsiteY237" fmla="*/ 2110468 h 2237474"/>
              <a:gd name="connsiteX238" fmla="*/ 0 w 12192000"/>
              <a:gd name="connsiteY238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93343 w 12192000"/>
              <a:gd name="connsiteY106" fmla="*/ 1664672 h 2237474"/>
              <a:gd name="connsiteX107" fmla="*/ 6380457 w 12192000"/>
              <a:gd name="connsiteY107" fmla="*/ 1662376 h 2237474"/>
              <a:gd name="connsiteX108" fmla="*/ 6280959 w 12192000"/>
              <a:gd name="connsiteY108" fmla="*/ 1689329 h 2237474"/>
              <a:gd name="connsiteX109" fmla="*/ 6266765 w 12192000"/>
              <a:gd name="connsiteY109" fmla="*/ 1695560 h 2237474"/>
              <a:gd name="connsiteX110" fmla="*/ 6098321 w 12192000"/>
              <a:gd name="connsiteY110" fmla="*/ 1721646 h 2237474"/>
              <a:gd name="connsiteX111" fmla="*/ 5880652 w 12192000"/>
              <a:gd name="connsiteY111" fmla="*/ 1779643 h 2237474"/>
              <a:gd name="connsiteX112" fmla="*/ 5785959 w 12192000"/>
              <a:gd name="connsiteY112" fmla="*/ 1775307 h 2237474"/>
              <a:gd name="connsiteX113" fmla="*/ 5643534 w 12192000"/>
              <a:gd name="connsiteY113" fmla="*/ 1802919 h 2237474"/>
              <a:gd name="connsiteX114" fmla="*/ 5518799 w 12192000"/>
              <a:gd name="connsiteY114" fmla="*/ 1818312 h 2237474"/>
              <a:gd name="connsiteX115" fmla="*/ 5505014 w 12192000"/>
              <a:gd name="connsiteY115" fmla="*/ 1819259 h 2237474"/>
              <a:gd name="connsiteX116" fmla="*/ 5453307 w 12192000"/>
              <a:gd name="connsiteY116" fmla="*/ 1815450 h 2237474"/>
              <a:gd name="connsiteX117" fmla="*/ 5364192 w 12192000"/>
              <a:gd name="connsiteY117" fmla="*/ 1826074 h 2237474"/>
              <a:gd name="connsiteX118" fmla="*/ 5350380 w 12192000"/>
              <a:gd name="connsiteY118" fmla="*/ 1830891 h 2237474"/>
              <a:gd name="connsiteX119" fmla="*/ 5259633 w 12192000"/>
              <a:gd name="connsiteY119" fmla="*/ 1837160 h 2237474"/>
              <a:gd name="connsiteX120" fmla="*/ 5197513 w 12192000"/>
              <a:gd name="connsiteY120" fmla="*/ 1844718 h 2237474"/>
              <a:gd name="connsiteX121" fmla="*/ 5184170 w 12192000"/>
              <a:gd name="connsiteY121" fmla="*/ 1849402 h 2237474"/>
              <a:gd name="connsiteX122" fmla="*/ 5168852 w 12192000"/>
              <a:gd name="connsiteY122" fmla="*/ 1844846 h 2237474"/>
              <a:gd name="connsiteX123" fmla="*/ 5164370 w 12192000"/>
              <a:gd name="connsiteY123" fmla="*/ 1840597 h 2237474"/>
              <a:gd name="connsiteX124" fmla="*/ 5114927 w 12192000"/>
              <a:gd name="connsiteY124" fmla="*/ 1847827 h 2237474"/>
              <a:gd name="connsiteX125" fmla="*/ 5108970 w 12192000"/>
              <a:gd name="connsiteY125" fmla="*/ 1847935 h 2237474"/>
              <a:gd name="connsiteX126" fmla="*/ 5067961 w 12192000"/>
              <a:gd name="connsiteY126" fmla="*/ 1845917 h 2237474"/>
              <a:gd name="connsiteX127" fmla="*/ 5007075 w 12192000"/>
              <a:gd name="connsiteY127" fmla="*/ 1838626 h 2237474"/>
              <a:gd name="connsiteX128" fmla="*/ 4944087 w 12192000"/>
              <a:gd name="connsiteY128" fmla="*/ 1823332 h 2237474"/>
              <a:gd name="connsiteX129" fmla="*/ 4907662 w 12192000"/>
              <a:gd name="connsiteY129" fmla="*/ 1816900 h 2237474"/>
              <a:gd name="connsiteX130" fmla="*/ 4882386 w 12192000"/>
              <a:gd name="connsiteY130" fmla="*/ 1809844 h 2237474"/>
              <a:gd name="connsiteX131" fmla="*/ 4811440 w 12192000"/>
              <a:gd name="connsiteY131" fmla="*/ 1804655 h 2237474"/>
              <a:gd name="connsiteX132" fmla="*/ 4691075 w 12192000"/>
              <a:gd name="connsiteY132" fmla="*/ 1801389 h 2237474"/>
              <a:gd name="connsiteX133" fmla="*/ 4611738 w 12192000"/>
              <a:gd name="connsiteY133" fmla="*/ 1776964 h 2237474"/>
              <a:gd name="connsiteX134" fmla="*/ 4560070 w 12192000"/>
              <a:gd name="connsiteY134" fmla="*/ 1785640 h 2237474"/>
              <a:gd name="connsiteX135" fmla="*/ 4536503 w 12192000"/>
              <a:gd name="connsiteY135" fmla="*/ 1785334 h 2237474"/>
              <a:gd name="connsiteX136" fmla="*/ 4513724 w 12192000"/>
              <a:gd name="connsiteY136" fmla="*/ 1791996 h 2237474"/>
              <a:gd name="connsiteX137" fmla="*/ 4459810 w 12192000"/>
              <a:gd name="connsiteY137" fmla="*/ 1797886 h 2237474"/>
              <a:gd name="connsiteX138" fmla="*/ 4379064 w 12192000"/>
              <a:gd name="connsiteY138" fmla="*/ 1817177 h 2237474"/>
              <a:gd name="connsiteX139" fmla="*/ 4319209 w 12192000"/>
              <a:gd name="connsiteY139" fmla="*/ 1834833 h 2237474"/>
              <a:gd name="connsiteX140" fmla="*/ 4290981 w 12192000"/>
              <a:gd name="connsiteY140" fmla="*/ 1839677 h 2237474"/>
              <a:gd name="connsiteX141" fmla="*/ 4285792 w 12192000"/>
              <a:gd name="connsiteY141" fmla="*/ 1836231 h 2237474"/>
              <a:gd name="connsiteX142" fmla="*/ 4238372 w 12192000"/>
              <a:gd name="connsiteY142" fmla="*/ 1851480 h 2237474"/>
              <a:gd name="connsiteX143" fmla="*/ 4232517 w 12192000"/>
              <a:gd name="connsiteY143" fmla="*/ 1852567 h 2237474"/>
              <a:gd name="connsiteX144" fmla="*/ 4191732 w 12192000"/>
              <a:gd name="connsiteY144" fmla="*/ 1857328 h 2237474"/>
              <a:gd name="connsiteX145" fmla="*/ 4065532 w 12192000"/>
              <a:gd name="connsiteY145" fmla="*/ 1855477 h 2237474"/>
              <a:gd name="connsiteX146" fmla="*/ 4028460 w 12192000"/>
              <a:gd name="connsiteY146" fmla="*/ 1855137 h 2237474"/>
              <a:gd name="connsiteX147" fmla="*/ 4002267 w 12192000"/>
              <a:gd name="connsiteY147" fmla="*/ 1852352 h 2237474"/>
              <a:gd name="connsiteX148" fmla="*/ 3931396 w 12192000"/>
              <a:gd name="connsiteY148" fmla="*/ 1858915 h 2237474"/>
              <a:gd name="connsiteX149" fmla="*/ 3812162 w 12192000"/>
              <a:gd name="connsiteY149" fmla="*/ 1875501 h 2237474"/>
              <a:gd name="connsiteX150" fmla="*/ 3767672 w 12192000"/>
              <a:gd name="connsiteY150" fmla="*/ 1874600 h 2237474"/>
              <a:gd name="connsiteX151" fmla="*/ 3729530 w 12192000"/>
              <a:gd name="connsiteY151" fmla="*/ 1864513 h 2237474"/>
              <a:gd name="connsiteX152" fmla="*/ 3680177 w 12192000"/>
              <a:gd name="connsiteY152" fmla="*/ 1881552 h 2237474"/>
              <a:gd name="connsiteX153" fmla="*/ 3567259 w 12192000"/>
              <a:gd name="connsiteY153" fmla="*/ 1893482 h 2237474"/>
              <a:gd name="connsiteX154" fmla="*/ 3405770 w 12192000"/>
              <a:gd name="connsiteY154" fmla="*/ 1904591 h 2237474"/>
              <a:gd name="connsiteX155" fmla="*/ 3280097 w 12192000"/>
              <a:gd name="connsiteY155" fmla="*/ 1919610 h 2237474"/>
              <a:gd name="connsiteX156" fmla="*/ 3123424 w 12192000"/>
              <a:gd name="connsiteY156" fmla="*/ 1952930 h 2237474"/>
              <a:gd name="connsiteX157" fmla="*/ 3009910 w 12192000"/>
              <a:gd name="connsiteY157" fmla="*/ 1957866 h 2237474"/>
              <a:gd name="connsiteX158" fmla="*/ 2995934 w 12192000"/>
              <a:gd name="connsiteY158" fmla="*/ 1967085 h 2237474"/>
              <a:gd name="connsiteX159" fmla="*/ 2980071 w 12192000"/>
              <a:gd name="connsiteY159" fmla="*/ 1972988 h 2237474"/>
              <a:gd name="connsiteX160" fmla="*/ 2978094 w 12192000"/>
              <a:gd name="connsiteY160" fmla="*/ 1972369 h 2237474"/>
              <a:gd name="connsiteX161" fmla="*/ 2942858 w 12192000"/>
              <a:gd name="connsiteY161" fmla="*/ 1981367 h 2237474"/>
              <a:gd name="connsiteX162" fmla="*/ 2875436 w 12192000"/>
              <a:gd name="connsiteY162" fmla="*/ 1996977 h 2237474"/>
              <a:gd name="connsiteX163" fmla="*/ 2874892 w 12192000"/>
              <a:gd name="connsiteY163" fmla="*/ 1996085 h 2237474"/>
              <a:gd name="connsiteX164" fmla="*/ 2864145 w 12192000"/>
              <a:gd name="connsiteY164" fmla="*/ 1994061 h 2237474"/>
              <a:gd name="connsiteX165" fmla="*/ 2843662 w 12192000"/>
              <a:gd name="connsiteY165" fmla="*/ 1992498 h 2237474"/>
              <a:gd name="connsiteX166" fmla="*/ 2796128 w 12192000"/>
              <a:gd name="connsiteY166" fmla="*/ 1976403 h 2237474"/>
              <a:gd name="connsiteX167" fmla="*/ 2756784 w 12192000"/>
              <a:gd name="connsiteY167" fmla="*/ 1985116 h 2237474"/>
              <a:gd name="connsiteX168" fmla="*/ 2748833 w 12192000"/>
              <a:gd name="connsiteY168" fmla="*/ 1986323 h 2237474"/>
              <a:gd name="connsiteX169" fmla="*/ 2748661 w 12192000"/>
              <a:gd name="connsiteY169" fmla="*/ 1986122 h 2237474"/>
              <a:gd name="connsiteX170" fmla="*/ 2740251 w 12192000"/>
              <a:gd name="connsiteY170" fmla="*/ 1986946 h 2237474"/>
              <a:gd name="connsiteX171" fmla="*/ 2718916 w 12192000"/>
              <a:gd name="connsiteY171" fmla="*/ 1990867 h 2237474"/>
              <a:gd name="connsiteX172" fmla="*/ 2713522 w 12192000"/>
              <a:gd name="connsiteY172" fmla="*/ 1990173 h 2237474"/>
              <a:gd name="connsiteX173" fmla="*/ 2680597 w 12192000"/>
              <a:gd name="connsiteY173" fmla="*/ 1984996 h 2237474"/>
              <a:gd name="connsiteX174" fmla="*/ 2578178 w 12192000"/>
              <a:gd name="connsiteY174" fmla="*/ 1990531 h 2237474"/>
              <a:gd name="connsiteX175" fmla="*/ 2476147 w 12192000"/>
              <a:gd name="connsiteY175" fmla="*/ 1998305 h 2237474"/>
              <a:gd name="connsiteX176" fmla="*/ 2373568 w 12192000"/>
              <a:gd name="connsiteY176" fmla="*/ 2003219 h 2237474"/>
              <a:gd name="connsiteX177" fmla="*/ 2321399 w 12192000"/>
              <a:gd name="connsiteY177" fmla="*/ 1989467 h 2237474"/>
              <a:gd name="connsiteX178" fmla="*/ 2315525 w 12192000"/>
              <a:gd name="connsiteY178" fmla="*/ 1989708 h 2237474"/>
              <a:gd name="connsiteX179" fmla="*/ 2300792 w 12192000"/>
              <a:gd name="connsiteY179" fmla="*/ 1994290 h 2237474"/>
              <a:gd name="connsiteX180" fmla="*/ 2295469 w 12192000"/>
              <a:gd name="connsiteY180" fmla="*/ 1996659 h 2237474"/>
              <a:gd name="connsiteX181" fmla="*/ 2287219 w 12192000"/>
              <a:gd name="connsiteY181" fmla="*/ 1998750 h 2237474"/>
              <a:gd name="connsiteX182" fmla="*/ 2286948 w 12192000"/>
              <a:gd name="connsiteY182" fmla="*/ 1998596 h 2237474"/>
              <a:gd name="connsiteX183" fmla="*/ 2243069 w 12192000"/>
              <a:gd name="connsiteY183" fmla="*/ 2015111 h 2237474"/>
              <a:gd name="connsiteX184" fmla="*/ 2186609 w 12192000"/>
              <a:gd name="connsiteY184" fmla="*/ 2008263 h 2237474"/>
              <a:gd name="connsiteX185" fmla="*/ 2164831 w 12192000"/>
              <a:gd name="connsiteY185" fmla="*/ 2010143 h 2237474"/>
              <a:gd name="connsiteX186" fmla="*/ 2152836 w 12192000"/>
              <a:gd name="connsiteY186" fmla="*/ 2010048 h 2237474"/>
              <a:gd name="connsiteX187" fmla="*/ 2117102 w 12192000"/>
              <a:gd name="connsiteY187" fmla="*/ 2023004 h 2237474"/>
              <a:gd name="connsiteX188" fmla="*/ 2111935 w 12192000"/>
              <a:gd name="connsiteY188" fmla="*/ 2023163 h 2237474"/>
              <a:gd name="connsiteX189" fmla="*/ 2089991 w 12192000"/>
              <a:gd name="connsiteY189" fmla="*/ 2034193 h 2237474"/>
              <a:gd name="connsiteX190" fmla="*/ 2058061 w 12192000"/>
              <a:gd name="connsiteY190" fmla="*/ 2047942 h 2237474"/>
              <a:gd name="connsiteX191" fmla="*/ 2055737 w 12192000"/>
              <a:gd name="connsiteY191" fmla="*/ 2047704 h 2237474"/>
              <a:gd name="connsiteX192" fmla="*/ 2042244 w 12192000"/>
              <a:gd name="connsiteY192" fmla="*/ 2055560 h 2237474"/>
              <a:gd name="connsiteX193" fmla="*/ 1976224 w 12192000"/>
              <a:gd name="connsiteY193" fmla="*/ 2074257 h 2237474"/>
              <a:gd name="connsiteX194" fmla="*/ 1877728 w 12192000"/>
              <a:gd name="connsiteY194" fmla="*/ 2101004 h 2237474"/>
              <a:gd name="connsiteX195" fmla="*/ 1759056 w 12192000"/>
              <a:gd name="connsiteY195" fmla="*/ 2125608 h 2237474"/>
              <a:gd name="connsiteX196" fmla="*/ 1637948 w 12192000"/>
              <a:gd name="connsiteY196" fmla="*/ 2172597 h 2237474"/>
              <a:gd name="connsiteX197" fmla="*/ 1434549 w 12192000"/>
              <a:gd name="connsiteY197" fmla="*/ 2234522 h 2237474"/>
              <a:gd name="connsiteX198" fmla="*/ 1398481 w 12192000"/>
              <a:gd name="connsiteY198" fmla="*/ 2237074 h 2237474"/>
              <a:gd name="connsiteX199" fmla="*/ 1398407 w 12192000"/>
              <a:gd name="connsiteY199" fmla="*/ 2237095 h 2237474"/>
              <a:gd name="connsiteX200" fmla="*/ 1370962 w 12192000"/>
              <a:gd name="connsiteY200" fmla="*/ 2237474 h 2237474"/>
              <a:gd name="connsiteX201" fmla="*/ 1356367 w 12192000"/>
              <a:gd name="connsiteY201" fmla="*/ 2235089 h 2237474"/>
              <a:gd name="connsiteX202" fmla="*/ 1324828 w 12192000"/>
              <a:gd name="connsiteY202" fmla="*/ 2231968 h 2237474"/>
              <a:gd name="connsiteX203" fmla="*/ 1297744 w 12192000"/>
              <a:gd name="connsiteY203" fmla="*/ 2235849 h 2237474"/>
              <a:gd name="connsiteX204" fmla="*/ 1286236 w 12192000"/>
              <a:gd name="connsiteY204" fmla="*/ 2233135 h 2237474"/>
              <a:gd name="connsiteX205" fmla="*/ 1283504 w 12192000"/>
              <a:gd name="connsiteY205" fmla="*/ 2233797 h 2237474"/>
              <a:gd name="connsiteX206" fmla="*/ 1279765 w 12192000"/>
              <a:gd name="connsiteY206" fmla="*/ 2229639 h 2237474"/>
              <a:gd name="connsiteX207" fmla="*/ 1195347 w 12192000"/>
              <a:gd name="connsiteY207" fmla="*/ 2212354 h 2237474"/>
              <a:gd name="connsiteX208" fmla="*/ 970251 w 12192000"/>
              <a:gd name="connsiteY208" fmla="*/ 2221029 h 2237474"/>
              <a:gd name="connsiteX209" fmla="*/ 812914 w 12192000"/>
              <a:gd name="connsiteY209" fmla="*/ 2202752 h 2237474"/>
              <a:gd name="connsiteX210" fmla="*/ 800195 w 12192000"/>
              <a:gd name="connsiteY210" fmla="*/ 2209407 h 2237474"/>
              <a:gd name="connsiteX211" fmla="*/ 784978 w 12192000"/>
              <a:gd name="connsiteY211" fmla="*/ 2212360 h 2237474"/>
              <a:gd name="connsiteX212" fmla="*/ 681987 w 12192000"/>
              <a:gd name="connsiteY212" fmla="*/ 2216757 h 2237474"/>
              <a:gd name="connsiteX213" fmla="*/ 669923 w 12192000"/>
              <a:gd name="connsiteY213" fmla="*/ 2211682 h 2237474"/>
              <a:gd name="connsiteX214" fmla="*/ 648680 w 12192000"/>
              <a:gd name="connsiteY214" fmla="*/ 2206229 h 2237474"/>
              <a:gd name="connsiteX215" fmla="*/ 597225 w 12192000"/>
              <a:gd name="connsiteY215" fmla="*/ 2180999 h 2237474"/>
              <a:gd name="connsiteX216" fmla="*/ 558449 w 12192000"/>
              <a:gd name="connsiteY216" fmla="*/ 2182346 h 2237474"/>
              <a:gd name="connsiteX217" fmla="*/ 550517 w 12192000"/>
              <a:gd name="connsiteY217" fmla="*/ 2182060 h 2237474"/>
              <a:gd name="connsiteX218" fmla="*/ 550309 w 12192000"/>
              <a:gd name="connsiteY218" fmla="*/ 2181825 h 2237474"/>
              <a:gd name="connsiteX219" fmla="*/ 541836 w 12192000"/>
              <a:gd name="connsiteY219" fmla="*/ 2181063 h 2237474"/>
              <a:gd name="connsiteX220" fmla="*/ 536057 w 12192000"/>
              <a:gd name="connsiteY220" fmla="*/ 2181537 h 2237474"/>
              <a:gd name="connsiteX221" fmla="*/ 520671 w 12192000"/>
              <a:gd name="connsiteY221" fmla="*/ 2180980 h 2237474"/>
              <a:gd name="connsiteX222" fmla="*/ 515024 w 12192000"/>
              <a:gd name="connsiteY222" fmla="*/ 2179258 h 2237474"/>
              <a:gd name="connsiteX223" fmla="*/ 512278 w 12192000"/>
              <a:gd name="connsiteY223" fmla="*/ 2176369 h 2237474"/>
              <a:gd name="connsiteX224" fmla="*/ 480419 w 12192000"/>
              <a:gd name="connsiteY224" fmla="*/ 2167807 h 2237474"/>
              <a:gd name="connsiteX225" fmla="*/ 413835 w 12192000"/>
              <a:gd name="connsiteY225" fmla="*/ 2156783 h 2237474"/>
              <a:gd name="connsiteX226" fmla="*/ 376513 w 12192000"/>
              <a:gd name="connsiteY226" fmla="*/ 2154014 h 2237474"/>
              <a:gd name="connsiteX227" fmla="*/ 273386 w 12192000"/>
              <a:gd name="connsiteY227" fmla="*/ 2142551 h 2237474"/>
              <a:gd name="connsiteX228" fmla="*/ 169207 w 12192000"/>
              <a:gd name="connsiteY228" fmla="*/ 2128100 h 2237474"/>
              <a:gd name="connsiteX229" fmla="*/ 93149 w 12192000"/>
              <a:gd name="connsiteY229" fmla="*/ 2105324 h 2237474"/>
              <a:gd name="connsiteX230" fmla="*/ 88109 w 12192000"/>
              <a:gd name="connsiteY230" fmla="*/ 2106704 h 2237474"/>
              <a:gd name="connsiteX231" fmla="*/ 80022 w 12192000"/>
              <a:gd name="connsiteY231" fmla="*/ 2107254 h 2237474"/>
              <a:gd name="connsiteX232" fmla="*/ 79717 w 12192000"/>
              <a:gd name="connsiteY232" fmla="*/ 2107046 h 2237474"/>
              <a:gd name="connsiteX233" fmla="*/ 72352 w 12192000"/>
              <a:gd name="connsiteY233" fmla="*/ 2107991 h 2237474"/>
              <a:gd name="connsiteX234" fmla="*/ 37645 w 12192000"/>
              <a:gd name="connsiteY234" fmla="*/ 2115401 h 2237474"/>
              <a:gd name="connsiteX235" fmla="*/ 4572 w 12192000"/>
              <a:gd name="connsiteY235" fmla="*/ 2111091 h 2237474"/>
              <a:gd name="connsiteX236" fmla="*/ 0 w 12192000"/>
              <a:gd name="connsiteY236" fmla="*/ 2110468 h 2237474"/>
              <a:gd name="connsiteX237" fmla="*/ 0 w 12192000"/>
              <a:gd name="connsiteY237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93343 w 12192000"/>
              <a:gd name="connsiteY106" fmla="*/ 1664672 h 2237474"/>
              <a:gd name="connsiteX107" fmla="*/ 6380457 w 12192000"/>
              <a:gd name="connsiteY107" fmla="*/ 1662376 h 2237474"/>
              <a:gd name="connsiteX108" fmla="*/ 6280959 w 12192000"/>
              <a:gd name="connsiteY108" fmla="*/ 1689329 h 2237474"/>
              <a:gd name="connsiteX109" fmla="*/ 6266765 w 12192000"/>
              <a:gd name="connsiteY109" fmla="*/ 1695560 h 2237474"/>
              <a:gd name="connsiteX110" fmla="*/ 6098321 w 12192000"/>
              <a:gd name="connsiteY110" fmla="*/ 1721646 h 2237474"/>
              <a:gd name="connsiteX111" fmla="*/ 5880652 w 12192000"/>
              <a:gd name="connsiteY111" fmla="*/ 1779643 h 2237474"/>
              <a:gd name="connsiteX112" fmla="*/ 5785959 w 12192000"/>
              <a:gd name="connsiteY112" fmla="*/ 1775307 h 2237474"/>
              <a:gd name="connsiteX113" fmla="*/ 5643534 w 12192000"/>
              <a:gd name="connsiteY113" fmla="*/ 1802919 h 2237474"/>
              <a:gd name="connsiteX114" fmla="*/ 5518799 w 12192000"/>
              <a:gd name="connsiteY114" fmla="*/ 1818312 h 2237474"/>
              <a:gd name="connsiteX115" fmla="*/ 5505014 w 12192000"/>
              <a:gd name="connsiteY115" fmla="*/ 1819259 h 2237474"/>
              <a:gd name="connsiteX116" fmla="*/ 5453307 w 12192000"/>
              <a:gd name="connsiteY116" fmla="*/ 1815450 h 2237474"/>
              <a:gd name="connsiteX117" fmla="*/ 5364192 w 12192000"/>
              <a:gd name="connsiteY117" fmla="*/ 1826074 h 2237474"/>
              <a:gd name="connsiteX118" fmla="*/ 5350380 w 12192000"/>
              <a:gd name="connsiteY118" fmla="*/ 1830891 h 2237474"/>
              <a:gd name="connsiteX119" fmla="*/ 5259633 w 12192000"/>
              <a:gd name="connsiteY119" fmla="*/ 1837160 h 2237474"/>
              <a:gd name="connsiteX120" fmla="*/ 5197513 w 12192000"/>
              <a:gd name="connsiteY120" fmla="*/ 1844718 h 2237474"/>
              <a:gd name="connsiteX121" fmla="*/ 5184170 w 12192000"/>
              <a:gd name="connsiteY121" fmla="*/ 1849402 h 2237474"/>
              <a:gd name="connsiteX122" fmla="*/ 5168852 w 12192000"/>
              <a:gd name="connsiteY122" fmla="*/ 1844846 h 2237474"/>
              <a:gd name="connsiteX123" fmla="*/ 5164370 w 12192000"/>
              <a:gd name="connsiteY123" fmla="*/ 1840597 h 2237474"/>
              <a:gd name="connsiteX124" fmla="*/ 5114927 w 12192000"/>
              <a:gd name="connsiteY124" fmla="*/ 1847827 h 2237474"/>
              <a:gd name="connsiteX125" fmla="*/ 5108970 w 12192000"/>
              <a:gd name="connsiteY125" fmla="*/ 1847935 h 2237474"/>
              <a:gd name="connsiteX126" fmla="*/ 5067961 w 12192000"/>
              <a:gd name="connsiteY126" fmla="*/ 1845917 h 2237474"/>
              <a:gd name="connsiteX127" fmla="*/ 5007075 w 12192000"/>
              <a:gd name="connsiteY127" fmla="*/ 1838626 h 2237474"/>
              <a:gd name="connsiteX128" fmla="*/ 4944087 w 12192000"/>
              <a:gd name="connsiteY128" fmla="*/ 1823332 h 2237474"/>
              <a:gd name="connsiteX129" fmla="*/ 4907662 w 12192000"/>
              <a:gd name="connsiteY129" fmla="*/ 1816900 h 2237474"/>
              <a:gd name="connsiteX130" fmla="*/ 4882386 w 12192000"/>
              <a:gd name="connsiteY130" fmla="*/ 1809844 h 2237474"/>
              <a:gd name="connsiteX131" fmla="*/ 4811440 w 12192000"/>
              <a:gd name="connsiteY131" fmla="*/ 1804655 h 2237474"/>
              <a:gd name="connsiteX132" fmla="*/ 4691075 w 12192000"/>
              <a:gd name="connsiteY132" fmla="*/ 1801389 h 2237474"/>
              <a:gd name="connsiteX133" fmla="*/ 4611738 w 12192000"/>
              <a:gd name="connsiteY133" fmla="*/ 1776964 h 2237474"/>
              <a:gd name="connsiteX134" fmla="*/ 4560070 w 12192000"/>
              <a:gd name="connsiteY134" fmla="*/ 1785640 h 2237474"/>
              <a:gd name="connsiteX135" fmla="*/ 4536503 w 12192000"/>
              <a:gd name="connsiteY135" fmla="*/ 1785334 h 2237474"/>
              <a:gd name="connsiteX136" fmla="*/ 4513724 w 12192000"/>
              <a:gd name="connsiteY136" fmla="*/ 1791996 h 2237474"/>
              <a:gd name="connsiteX137" fmla="*/ 4459810 w 12192000"/>
              <a:gd name="connsiteY137" fmla="*/ 1797886 h 2237474"/>
              <a:gd name="connsiteX138" fmla="*/ 4379064 w 12192000"/>
              <a:gd name="connsiteY138" fmla="*/ 1817177 h 2237474"/>
              <a:gd name="connsiteX139" fmla="*/ 4319209 w 12192000"/>
              <a:gd name="connsiteY139" fmla="*/ 1834833 h 2237474"/>
              <a:gd name="connsiteX140" fmla="*/ 4290981 w 12192000"/>
              <a:gd name="connsiteY140" fmla="*/ 1839677 h 2237474"/>
              <a:gd name="connsiteX141" fmla="*/ 4285792 w 12192000"/>
              <a:gd name="connsiteY141" fmla="*/ 1836231 h 2237474"/>
              <a:gd name="connsiteX142" fmla="*/ 4238372 w 12192000"/>
              <a:gd name="connsiteY142" fmla="*/ 1851480 h 2237474"/>
              <a:gd name="connsiteX143" fmla="*/ 4232517 w 12192000"/>
              <a:gd name="connsiteY143" fmla="*/ 1852567 h 2237474"/>
              <a:gd name="connsiteX144" fmla="*/ 4191732 w 12192000"/>
              <a:gd name="connsiteY144" fmla="*/ 1857328 h 2237474"/>
              <a:gd name="connsiteX145" fmla="*/ 4065532 w 12192000"/>
              <a:gd name="connsiteY145" fmla="*/ 1855477 h 2237474"/>
              <a:gd name="connsiteX146" fmla="*/ 4028460 w 12192000"/>
              <a:gd name="connsiteY146" fmla="*/ 1855137 h 2237474"/>
              <a:gd name="connsiteX147" fmla="*/ 4002267 w 12192000"/>
              <a:gd name="connsiteY147" fmla="*/ 1852352 h 2237474"/>
              <a:gd name="connsiteX148" fmla="*/ 3931396 w 12192000"/>
              <a:gd name="connsiteY148" fmla="*/ 1858915 h 2237474"/>
              <a:gd name="connsiteX149" fmla="*/ 3812162 w 12192000"/>
              <a:gd name="connsiteY149" fmla="*/ 1875501 h 2237474"/>
              <a:gd name="connsiteX150" fmla="*/ 3729530 w 12192000"/>
              <a:gd name="connsiteY150" fmla="*/ 1864513 h 2237474"/>
              <a:gd name="connsiteX151" fmla="*/ 3680177 w 12192000"/>
              <a:gd name="connsiteY151" fmla="*/ 1881552 h 2237474"/>
              <a:gd name="connsiteX152" fmla="*/ 3567259 w 12192000"/>
              <a:gd name="connsiteY152" fmla="*/ 1893482 h 2237474"/>
              <a:gd name="connsiteX153" fmla="*/ 3405770 w 12192000"/>
              <a:gd name="connsiteY153" fmla="*/ 1904591 h 2237474"/>
              <a:gd name="connsiteX154" fmla="*/ 3280097 w 12192000"/>
              <a:gd name="connsiteY154" fmla="*/ 1919610 h 2237474"/>
              <a:gd name="connsiteX155" fmla="*/ 3123424 w 12192000"/>
              <a:gd name="connsiteY155" fmla="*/ 1952930 h 2237474"/>
              <a:gd name="connsiteX156" fmla="*/ 3009910 w 12192000"/>
              <a:gd name="connsiteY156" fmla="*/ 1957866 h 2237474"/>
              <a:gd name="connsiteX157" fmla="*/ 2995934 w 12192000"/>
              <a:gd name="connsiteY157" fmla="*/ 1967085 h 2237474"/>
              <a:gd name="connsiteX158" fmla="*/ 2980071 w 12192000"/>
              <a:gd name="connsiteY158" fmla="*/ 1972988 h 2237474"/>
              <a:gd name="connsiteX159" fmla="*/ 2978094 w 12192000"/>
              <a:gd name="connsiteY159" fmla="*/ 1972369 h 2237474"/>
              <a:gd name="connsiteX160" fmla="*/ 2942858 w 12192000"/>
              <a:gd name="connsiteY160" fmla="*/ 1981367 h 2237474"/>
              <a:gd name="connsiteX161" fmla="*/ 2875436 w 12192000"/>
              <a:gd name="connsiteY161" fmla="*/ 1996977 h 2237474"/>
              <a:gd name="connsiteX162" fmla="*/ 2874892 w 12192000"/>
              <a:gd name="connsiteY162" fmla="*/ 1996085 h 2237474"/>
              <a:gd name="connsiteX163" fmla="*/ 2864145 w 12192000"/>
              <a:gd name="connsiteY163" fmla="*/ 1994061 h 2237474"/>
              <a:gd name="connsiteX164" fmla="*/ 2843662 w 12192000"/>
              <a:gd name="connsiteY164" fmla="*/ 1992498 h 2237474"/>
              <a:gd name="connsiteX165" fmla="*/ 2796128 w 12192000"/>
              <a:gd name="connsiteY165" fmla="*/ 1976403 h 2237474"/>
              <a:gd name="connsiteX166" fmla="*/ 2756784 w 12192000"/>
              <a:gd name="connsiteY166" fmla="*/ 1985116 h 2237474"/>
              <a:gd name="connsiteX167" fmla="*/ 2748833 w 12192000"/>
              <a:gd name="connsiteY167" fmla="*/ 1986323 h 2237474"/>
              <a:gd name="connsiteX168" fmla="*/ 2748661 w 12192000"/>
              <a:gd name="connsiteY168" fmla="*/ 1986122 h 2237474"/>
              <a:gd name="connsiteX169" fmla="*/ 2740251 w 12192000"/>
              <a:gd name="connsiteY169" fmla="*/ 1986946 h 2237474"/>
              <a:gd name="connsiteX170" fmla="*/ 2718916 w 12192000"/>
              <a:gd name="connsiteY170" fmla="*/ 1990867 h 2237474"/>
              <a:gd name="connsiteX171" fmla="*/ 2713522 w 12192000"/>
              <a:gd name="connsiteY171" fmla="*/ 1990173 h 2237474"/>
              <a:gd name="connsiteX172" fmla="*/ 2680597 w 12192000"/>
              <a:gd name="connsiteY172" fmla="*/ 1984996 h 2237474"/>
              <a:gd name="connsiteX173" fmla="*/ 2578178 w 12192000"/>
              <a:gd name="connsiteY173" fmla="*/ 1990531 h 2237474"/>
              <a:gd name="connsiteX174" fmla="*/ 2476147 w 12192000"/>
              <a:gd name="connsiteY174" fmla="*/ 1998305 h 2237474"/>
              <a:gd name="connsiteX175" fmla="*/ 2373568 w 12192000"/>
              <a:gd name="connsiteY175" fmla="*/ 2003219 h 2237474"/>
              <a:gd name="connsiteX176" fmla="*/ 2321399 w 12192000"/>
              <a:gd name="connsiteY176" fmla="*/ 1989467 h 2237474"/>
              <a:gd name="connsiteX177" fmla="*/ 2315525 w 12192000"/>
              <a:gd name="connsiteY177" fmla="*/ 1989708 h 2237474"/>
              <a:gd name="connsiteX178" fmla="*/ 2300792 w 12192000"/>
              <a:gd name="connsiteY178" fmla="*/ 1994290 h 2237474"/>
              <a:gd name="connsiteX179" fmla="*/ 2295469 w 12192000"/>
              <a:gd name="connsiteY179" fmla="*/ 1996659 h 2237474"/>
              <a:gd name="connsiteX180" fmla="*/ 2287219 w 12192000"/>
              <a:gd name="connsiteY180" fmla="*/ 1998750 h 2237474"/>
              <a:gd name="connsiteX181" fmla="*/ 2286948 w 12192000"/>
              <a:gd name="connsiteY181" fmla="*/ 1998596 h 2237474"/>
              <a:gd name="connsiteX182" fmla="*/ 2243069 w 12192000"/>
              <a:gd name="connsiteY182" fmla="*/ 2015111 h 2237474"/>
              <a:gd name="connsiteX183" fmla="*/ 2186609 w 12192000"/>
              <a:gd name="connsiteY183" fmla="*/ 2008263 h 2237474"/>
              <a:gd name="connsiteX184" fmla="*/ 2164831 w 12192000"/>
              <a:gd name="connsiteY184" fmla="*/ 2010143 h 2237474"/>
              <a:gd name="connsiteX185" fmla="*/ 2152836 w 12192000"/>
              <a:gd name="connsiteY185" fmla="*/ 2010048 h 2237474"/>
              <a:gd name="connsiteX186" fmla="*/ 2117102 w 12192000"/>
              <a:gd name="connsiteY186" fmla="*/ 2023004 h 2237474"/>
              <a:gd name="connsiteX187" fmla="*/ 2111935 w 12192000"/>
              <a:gd name="connsiteY187" fmla="*/ 2023163 h 2237474"/>
              <a:gd name="connsiteX188" fmla="*/ 2089991 w 12192000"/>
              <a:gd name="connsiteY188" fmla="*/ 2034193 h 2237474"/>
              <a:gd name="connsiteX189" fmla="*/ 2058061 w 12192000"/>
              <a:gd name="connsiteY189" fmla="*/ 2047942 h 2237474"/>
              <a:gd name="connsiteX190" fmla="*/ 2055737 w 12192000"/>
              <a:gd name="connsiteY190" fmla="*/ 2047704 h 2237474"/>
              <a:gd name="connsiteX191" fmla="*/ 2042244 w 12192000"/>
              <a:gd name="connsiteY191" fmla="*/ 2055560 h 2237474"/>
              <a:gd name="connsiteX192" fmla="*/ 1976224 w 12192000"/>
              <a:gd name="connsiteY192" fmla="*/ 2074257 h 2237474"/>
              <a:gd name="connsiteX193" fmla="*/ 1877728 w 12192000"/>
              <a:gd name="connsiteY193" fmla="*/ 2101004 h 2237474"/>
              <a:gd name="connsiteX194" fmla="*/ 1759056 w 12192000"/>
              <a:gd name="connsiteY194" fmla="*/ 2125608 h 2237474"/>
              <a:gd name="connsiteX195" fmla="*/ 1637948 w 12192000"/>
              <a:gd name="connsiteY195" fmla="*/ 2172597 h 2237474"/>
              <a:gd name="connsiteX196" fmla="*/ 1434549 w 12192000"/>
              <a:gd name="connsiteY196" fmla="*/ 2234522 h 2237474"/>
              <a:gd name="connsiteX197" fmla="*/ 1398481 w 12192000"/>
              <a:gd name="connsiteY197" fmla="*/ 2237074 h 2237474"/>
              <a:gd name="connsiteX198" fmla="*/ 1398407 w 12192000"/>
              <a:gd name="connsiteY198" fmla="*/ 2237095 h 2237474"/>
              <a:gd name="connsiteX199" fmla="*/ 1370962 w 12192000"/>
              <a:gd name="connsiteY199" fmla="*/ 2237474 h 2237474"/>
              <a:gd name="connsiteX200" fmla="*/ 1356367 w 12192000"/>
              <a:gd name="connsiteY200" fmla="*/ 2235089 h 2237474"/>
              <a:gd name="connsiteX201" fmla="*/ 1324828 w 12192000"/>
              <a:gd name="connsiteY201" fmla="*/ 2231968 h 2237474"/>
              <a:gd name="connsiteX202" fmla="*/ 1297744 w 12192000"/>
              <a:gd name="connsiteY202" fmla="*/ 2235849 h 2237474"/>
              <a:gd name="connsiteX203" fmla="*/ 1286236 w 12192000"/>
              <a:gd name="connsiteY203" fmla="*/ 2233135 h 2237474"/>
              <a:gd name="connsiteX204" fmla="*/ 1283504 w 12192000"/>
              <a:gd name="connsiteY204" fmla="*/ 2233797 h 2237474"/>
              <a:gd name="connsiteX205" fmla="*/ 1279765 w 12192000"/>
              <a:gd name="connsiteY205" fmla="*/ 2229639 h 2237474"/>
              <a:gd name="connsiteX206" fmla="*/ 1195347 w 12192000"/>
              <a:gd name="connsiteY206" fmla="*/ 2212354 h 2237474"/>
              <a:gd name="connsiteX207" fmla="*/ 970251 w 12192000"/>
              <a:gd name="connsiteY207" fmla="*/ 2221029 h 2237474"/>
              <a:gd name="connsiteX208" fmla="*/ 812914 w 12192000"/>
              <a:gd name="connsiteY208" fmla="*/ 2202752 h 2237474"/>
              <a:gd name="connsiteX209" fmla="*/ 800195 w 12192000"/>
              <a:gd name="connsiteY209" fmla="*/ 2209407 h 2237474"/>
              <a:gd name="connsiteX210" fmla="*/ 784978 w 12192000"/>
              <a:gd name="connsiteY210" fmla="*/ 2212360 h 2237474"/>
              <a:gd name="connsiteX211" fmla="*/ 681987 w 12192000"/>
              <a:gd name="connsiteY211" fmla="*/ 2216757 h 2237474"/>
              <a:gd name="connsiteX212" fmla="*/ 669923 w 12192000"/>
              <a:gd name="connsiteY212" fmla="*/ 2211682 h 2237474"/>
              <a:gd name="connsiteX213" fmla="*/ 648680 w 12192000"/>
              <a:gd name="connsiteY213" fmla="*/ 2206229 h 2237474"/>
              <a:gd name="connsiteX214" fmla="*/ 597225 w 12192000"/>
              <a:gd name="connsiteY214" fmla="*/ 2180999 h 2237474"/>
              <a:gd name="connsiteX215" fmla="*/ 558449 w 12192000"/>
              <a:gd name="connsiteY215" fmla="*/ 2182346 h 2237474"/>
              <a:gd name="connsiteX216" fmla="*/ 550517 w 12192000"/>
              <a:gd name="connsiteY216" fmla="*/ 2182060 h 2237474"/>
              <a:gd name="connsiteX217" fmla="*/ 550309 w 12192000"/>
              <a:gd name="connsiteY217" fmla="*/ 2181825 h 2237474"/>
              <a:gd name="connsiteX218" fmla="*/ 541836 w 12192000"/>
              <a:gd name="connsiteY218" fmla="*/ 2181063 h 2237474"/>
              <a:gd name="connsiteX219" fmla="*/ 536057 w 12192000"/>
              <a:gd name="connsiteY219" fmla="*/ 2181537 h 2237474"/>
              <a:gd name="connsiteX220" fmla="*/ 520671 w 12192000"/>
              <a:gd name="connsiteY220" fmla="*/ 2180980 h 2237474"/>
              <a:gd name="connsiteX221" fmla="*/ 515024 w 12192000"/>
              <a:gd name="connsiteY221" fmla="*/ 2179258 h 2237474"/>
              <a:gd name="connsiteX222" fmla="*/ 512278 w 12192000"/>
              <a:gd name="connsiteY222" fmla="*/ 2176369 h 2237474"/>
              <a:gd name="connsiteX223" fmla="*/ 480419 w 12192000"/>
              <a:gd name="connsiteY223" fmla="*/ 2167807 h 2237474"/>
              <a:gd name="connsiteX224" fmla="*/ 413835 w 12192000"/>
              <a:gd name="connsiteY224" fmla="*/ 2156783 h 2237474"/>
              <a:gd name="connsiteX225" fmla="*/ 376513 w 12192000"/>
              <a:gd name="connsiteY225" fmla="*/ 2154014 h 2237474"/>
              <a:gd name="connsiteX226" fmla="*/ 273386 w 12192000"/>
              <a:gd name="connsiteY226" fmla="*/ 2142551 h 2237474"/>
              <a:gd name="connsiteX227" fmla="*/ 169207 w 12192000"/>
              <a:gd name="connsiteY227" fmla="*/ 2128100 h 2237474"/>
              <a:gd name="connsiteX228" fmla="*/ 93149 w 12192000"/>
              <a:gd name="connsiteY228" fmla="*/ 2105324 h 2237474"/>
              <a:gd name="connsiteX229" fmla="*/ 88109 w 12192000"/>
              <a:gd name="connsiteY229" fmla="*/ 2106704 h 2237474"/>
              <a:gd name="connsiteX230" fmla="*/ 80022 w 12192000"/>
              <a:gd name="connsiteY230" fmla="*/ 2107254 h 2237474"/>
              <a:gd name="connsiteX231" fmla="*/ 79717 w 12192000"/>
              <a:gd name="connsiteY231" fmla="*/ 2107046 h 2237474"/>
              <a:gd name="connsiteX232" fmla="*/ 72352 w 12192000"/>
              <a:gd name="connsiteY232" fmla="*/ 2107991 h 2237474"/>
              <a:gd name="connsiteX233" fmla="*/ 37645 w 12192000"/>
              <a:gd name="connsiteY233" fmla="*/ 2115401 h 2237474"/>
              <a:gd name="connsiteX234" fmla="*/ 4572 w 12192000"/>
              <a:gd name="connsiteY234" fmla="*/ 2111091 h 2237474"/>
              <a:gd name="connsiteX235" fmla="*/ 0 w 12192000"/>
              <a:gd name="connsiteY235" fmla="*/ 2110468 h 2237474"/>
              <a:gd name="connsiteX236" fmla="*/ 0 w 12192000"/>
              <a:gd name="connsiteY236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93343 w 12192000"/>
              <a:gd name="connsiteY106" fmla="*/ 1664672 h 2237474"/>
              <a:gd name="connsiteX107" fmla="*/ 6280959 w 12192000"/>
              <a:gd name="connsiteY107" fmla="*/ 1689329 h 2237474"/>
              <a:gd name="connsiteX108" fmla="*/ 6266765 w 12192000"/>
              <a:gd name="connsiteY108" fmla="*/ 1695560 h 2237474"/>
              <a:gd name="connsiteX109" fmla="*/ 6098321 w 12192000"/>
              <a:gd name="connsiteY109" fmla="*/ 1721646 h 2237474"/>
              <a:gd name="connsiteX110" fmla="*/ 5880652 w 12192000"/>
              <a:gd name="connsiteY110" fmla="*/ 1779643 h 2237474"/>
              <a:gd name="connsiteX111" fmla="*/ 5785959 w 12192000"/>
              <a:gd name="connsiteY111" fmla="*/ 1775307 h 2237474"/>
              <a:gd name="connsiteX112" fmla="*/ 5643534 w 12192000"/>
              <a:gd name="connsiteY112" fmla="*/ 1802919 h 2237474"/>
              <a:gd name="connsiteX113" fmla="*/ 5518799 w 12192000"/>
              <a:gd name="connsiteY113" fmla="*/ 1818312 h 2237474"/>
              <a:gd name="connsiteX114" fmla="*/ 5505014 w 12192000"/>
              <a:gd name="connsiteY114" fmla="*/ 1819259 h 2237474"/>
              <a:gd name="connsiteX115" fmla="*/ 5453307 w 12192000"/>
              <a:gd name="connsiteY115" fmla="*/ 1815450 h 2237474"/>
              <a:gd name="connsiteX116" fmla="*/ 5364192 w 12192000"/>
              <a:gd name="connsiteY116" fmla="*/ 1826074 h 2237474"/>
              <a:gd name="connsiteX117" fmla="*/ 5350380 w 12192000"/>
              <a:gd name="connsiteY117" fmla="*/ 1830891 h 2237474"/>
              <a:gd name="connsiteX118" fmla="*/ 5259633 w 12192000"/>
              <a:gd name="connsiteY118" fmla="*/ 1837160 h 2237474"/>
              <a:gd name="connsiteX119" fmla="*/ 5197513 w 12192000"/>
              <a:gd name="connsiteY119" fmla="*/ 1844718 h 2237474"/>
              <a:gd name="connsiteX120" fmla="*/ 5184170 w 12192000"/>
              <a:gd name="connsiteY120" fmla="*/ 1849402 h 2237474"/>
              <a:gd name="connsiteX121" fmla="*/ 5168852 w 12192000"/>
              <a:gd name="connsiteY121" fmla="*/ 1844846 h 2237474"/>
              <a:gd name="connsiteX122" fmla="*/ 5164370 w 12192000"/>
              <a:gd name="connsiteY122" fmla="*/ 1840597 h 2237474"/>
              <a:gd name="connsiteX123" fmla="*/ 5114927 w 12192000"/>
              <a:gd name="connsiteY123" fmla="*/ 1847827 h 2237474"/>
              <a:gd name="connsiteX124" fmla="*/ 5108970 w 12192000"/>
              <a:gd name="connsiteY124" fmla="*/ 1847935 h 2237474"/>
              <a:gd name="connsiteX125" fmla="*/ 5067961 w 12192000"/>
              <a:gd name="connsiteY125" fmla="*/ 1845917 h 2237474"/>
              <a:gd name="connsiteX126" fmla="*/ 5007075 w 12192000"/>
              <a:gd name="connsiteY126" fmla="*/ 1838626 h 2237474"/>
              <a:gd name="connsiteX127" fmla="*/ 4944087 w 12192000"/>
              <a:gd name="connsiteY127" fmla="*/ 1823332 h 2237474"/>
              <a:gd name="connsiteX128" fmla="*/ 4907662 w 12192000"/>
              <a:gd name="connsiteY128" fmla="*/ 1816900 h 2237474"/>
              <a:gd name="connsiteX129" fmla="*/ 4882386 w 12192000"/>
              <a:gd name="connsiteY129" fmla="*/ 1809844 h 2237474"/>
              <a:gd name="connsiteX130" fmla="*/ 4811440 w 12192000"/>
              <a:gd name="connsiteY130" fmla="*/ 1804655 h 2237474"/>
              <a:gd name="connsiteX131" fmla="*/ 4691075 w 12192000"/>
              <a:gd name="connsiteY131" fmla="*/ 1801389 h 2237474"/>
              <a:gd name="connsiteX132" fmla="*/ 4611738 w 12192000"/>
              <a:gd name="connsiteY132" fmla="*/ 1776964 h 2237474"/>
              <a:gd name="connsiteX133" fmla="*/ 4560070 w 12192000"/>
              <a:gd name="connsiteY133" fmla="*/ 1785640 h 2237474"/>
              <a:gd name="connsiteX134" fmla="*/ 4536503 w 12192000"/>
              <a:gd name="connsiteY134" fmla="*/ 1785334 h 2237474"/>
              <a:gd name="connsiteX135" fmla="*/ 4513724 w 12192000"/>
              <a:gd name="connsiteY135" fmla="*/ 1791996 h 2237474"/>
              <a:gd name="connsiteX136" fmla="*/ 4459810 w 12192000"/>
              <a:gd name="connsiteY136" fmla="*/ 1797886 h 2237474"/>
              <a:gd name="connsiteX137" fmla="*/ 4379064 w 12192000"/>
              <a:gd name="connsiteY137" fmla="*/ 1817177 h 2237474"/>
              <a:gd name="connsiteX138" fmla="*/ 4319209 w 12192000"/>
              <a:gd name="connsiteY138" fmla="*/ 1834833 h 2237474"/>
              <a:gd name="connsiteX139" fmla="*/ 4290981 w 12192000"/>
              <a:gd name="connsiteY139" fmla="*/ 1839677 h 2237474"/>
              <a:gd name="connsiteX140" fmla="*/ 4285792 w 12192000"/>
              <a:gd name="connsiteY140" fmla="*/ 1836231 h 2237474"/>
              <a:gd name="connsiteX141" fmla="*/ 4238372 w 12192000"/>
              <a:gd name="connsiteY141" fmla="*/ 1851480 h 2237474"/>
              <a:gd name="connsiteX142" fmla="*/ 4232517 w 12192000"/>
              <a:gd name="connsiteY142" fmla="*/ 1852567 h 2237474"/>
              <a:gd name="connsiteX143" fmla="*/ 4191732 w 12192000"/>
              <a:gd name="connsiteY143" fmla="*/ 1857328 h 2237474"/>
              <a:gd name="connsiteX144" fmla="*/ 4065532 w 12192000"/>
              <a:gd name="connsiteY144" fmla="*/ 1855477 h 2237474"/>
              <a:gd name="connsiteX145" fmla="*/ 4028460 w 12192000"/>
              <a:gd name="connsiteY145" fmla="*/ 1855137 h 2237474"/>
              <a:gd name="connsiteX146" fmla="*/ 4002267 w 12192000"/>
              <a:gd name="connsiteY146" fmla="*/ 1852352 h 2237474"/>
              <a:gd name="connsiteX147" fmla="*/ 3931396 w 12192000"/>
              <a:gd name="connsiteY147" fmla="*/ 1858915 h 2237474"/>
              <a:gd name="connsiteX148" fmla="*/ 3812162 w 12192000"/>
              <a:gd name="connsiteY148" fmla="*/ 1875501 h 2237474"/>
              <a:gd name="connsiteX149" fmla="*/ 3729530 w 12192000"/>
              <a:gd name="connsiteY149" fmla="*/ 1864513 h 2237474"/>
              <a:gd name="connsiteX150" fmla="*/ 3680177 w 12192000"/>
              <a:gd name="connsiteY150" fmla="*/ 1881552 h 2237474"/>
              <a:gd name="connsiteX151" fmla="*/ 3567259 w 12192000"/>
              <a:gd name="connsiteY151" fmla="*/ 1893482 h 2237474"/>
              <a:gd name="connsiteX152" fmla="*/ 3405770 w 12192000"/>
              <a:gd name="connsiteY152" fmla="*/ 1904591 h 2237474"/>
              <a:gd name="connsiteX153" fmla="*/ 3280097 w 12192000"/>
              <a:gd name="connsiteY153" fmla="*/ 1919610 h 2237474"/>
              <a:gd name="connsiteX154" fmla="*/ 3123424 w 12192000"/>
              <a:gd name="connsiteY154" fmla="*/ 1952930 h 2237474"/>
              <a:gd name="connsiteX155" fmla="*/ 3009910 w 12192000"/>
              <a:gd name="connsiteY155" fmla="*/ 1957866 h 2237474"/>
              <a:gd name="connsiteX156" fmla="*/ 2995934 w 12192000"/>
              <a:gd name="connsiteY156" fmla="*/ 1967085 h 2237474"/>
              <a:gd name="connsiteX157" fmla="*/ 2980071 w 12192000"/>
              <a:gd name="connsiteY157" fmla="*/ 1972988 h 2237474"/>
              <a:gd name="connsiteX158" fmla="*/ 2978094 w 12192000"/>
              <a:gd name="connsiteY158" fmla="*/ 1972369 h 2237474"/>
              <a:gd name="connsiteX159" fmla="*/ 2942858 w 12192000"/>
              <a:gd name="connsiteY159" fmla="*/ 1981367 h 2237474"/>
              <a:gd name="connsiteX160" fmla="*/ 2875436 w 12192000"/>
              <a:gd name="connsiteY160" fmla="*/ 1996977 h 2237474"/>
              <a:gd name="connsiteX161" fmla="*/ 2874892 w 12192000"/>
              <a:gd name="connsiteY161" fmla="*/ 1996085 h 2237474"/>
              <a:gd name="connsiteX162" fmla="*/ 2864145 w 12192000"/>
              <a:gd name="connsiteY162" fmla="*/ 1994061 h 2237474"/>
              <a:gd name="connsiteX163" fmla="*/ 2843662 w 12192000"/>
              <a:gd name="connsiteY163" fmla="*/ 1992498 h 2237474"/>
              <a:gd name="connsiteX164" fmla="*/ 2796128 w 12192000"/>
              <a:gd name="connsiteY164" fmla="*/ 1976403 h 2237474"/>
              <a:gd name="connsiteX165" fmla="*/ 2756784 w 12192000"/>
              <a:gd name="connsiteY165" fmla="*/ 1985116 h 2237474"/>
              <a:gd name="connsiteX166" fmla="*/ 2748833 w 12192000"/>
              <a:gd name="connsiteY166" fmla="*/ 1986323 h 2237474"/>
              <a:gd name="connsiteX167" fmla="*/ 2748661 w 12192000"/>
              <a:gd name="connsiteY167" fmla="*/ 1986122 h 2237474"/>
              <a:gd name="connsiteX168" fmla="*/ 2740251 w 12192000"/>
              <a:gd name="connsiteY168" fmla="*/ 1986946 h 2237474"/>
              <a:gd name="connsiteX169" fmla="*/ 2718916 w 12192000"/>
              <a:gd name="connsiteY169" fmla="*/ 1990867 h 2237474"/>
              <a:gd name="connsiteX170" fmla="*/ 2713522 w 12192000"/>
              <a:gd name="connsiteY170" fmla="*/ 1990173 h 2237474"/>
              <a:gd name="connsiteX171" fmla="*/ 2680597 w 12192000"/>
              <a:gd name="connsiteY171" fmla="*/ 1984996 h 2237474"/>
              <a:gd name="connsiteX172" fmla="*/ 2578178 w 12192000"/>
              <a:gd name="connsiteY172" fmla="*/ 1990531 h 2237474"/>
              <a:gd name="connsiteX173" fmla="*/ 2476147 w 12192000"/>
              <a:gd name="connsiteY173" fmla="*/ 1998305 h 2237474"/>
              <a:gd name="connsiteX174" fmla="*/ 2373568 w 12192000"/>
              <a:gd name="connsiteY174" fmla="*/ 2003219 h 2237474"/>
              <a:gd name="connsiteX175" fmla="*/ 2321399 w 12192000"/>
              <a:gd name="connsiteY175" fmla="*/ 1989467 h 2237474"/>
              <a:gd name="connsiteX176" fmla="*/ 2315525 w 12192000"/>
              <a:gd name="connsiteY176" fmla="*/ 1989708 h 2237474"/>
              <a:gd name="connsiteX177" fmla="*/ 2300792 w 12192000"/>
              <a:gd name="connsiteY177" fmla="*/ 1994290 h 2237474"/>
              <a:gd name="connsiteX178" fmla="*/ 2295469 w 12192000"/>
              <a:gd name="connsiteY178" fmla="*/ 1996659 h 2237474"/>
              <a:gd name="connsiteX179" fmla="*/ 2287219 w 12192000"/>
              <a:gd name="connsiteY179" fmla="*/ 1998750 h 2237474"/>
              <a:gd name="connsiteX180" fmla="*/ 2286948 w 12192000"/>
              <a:gd name="connsiteY180" fmla="*/ 1998596 h 2237474"/>
              <a:gd name="connsiteX181" fmla="*/ 2243069 w 12192000"/>
              <a:gd name="connsiteY181" fmla="*/ 2015111 h 2237474"/>
              <a:gd name="connsiteX182" fmla="*/ 2186609 w 12192000"/>
              <a:gd name="connsiteY182" fmla="*/ 2008263 h 2237474"/>
              <a:gd name="connsiteX183" fmla="*/ 2164831 w 12192000"/>
              <a:gd name="connsiteY183" fmla="*/ 2010143 h 2237474"/>
              <a:gd name="connsiteX184" fmla="*/ 2152836 w 12192000"/>
              <a:gd name="connsiteY184" fmla="*/ 2010048 h 2237474"/>
              <a:gd name="connsiteX185" fmla="*/ 2117102 w 12192000"/>
              <a:gd name="connsiteY185" fmla="*/ 2023004 h 2237474"/>
              <a:gd name="connsiteX186" fmla="*/ 2111935 w 12192000"/>
              <a:gd name="connsiteY186" fmla="*/ 2023163 h 2237474"/>
              <a:gd name="connsiteX187" fmla="*/ 2089991 w 12192000"/>
              <a:gd name="connsiteY187" fmla="*/ 2034193 h 2237474"/>
              <a:gd name="connsiteX188" fmla="*/ 2058061 w 12192000"/>
              <a:gd name="connsiteY188" fmla="*/ 2047942 h 2237474"/>
              <a:gd name="connsiteX189" fmla="*/ 2055737 w 12192000"/>
              <a:gd name="connsiteY189" fmla="*/ 2047704 h 2237474"/>
              <a:gd name="connsiteX190" fmla="*/ 2042244 w 12192000"/>
              <a:gd name="connsiteY190" fmla="*/ 2055560 h 2237474"/>
              <a:gd name="connsiteX191" fmla="*/ 1976224 w 12192000"/>
              <a:gd name="connsiteY191" fmla="*/ 2074257 h 2237474"/>
              <a:gd name="connsiteX192" fmla="*/ 1877728 w 12192000"/>
              <a:gd name="connsiteY192" fmla="*/ 2101004 h 2237474"/>
              <a:gd name="connsiteX193" fmla="*/ 1759056 w 12192000"/>
              <a:gd name="connsiteY193" fmla="*/ 2125608 h 2237474"/>
              <a:gd name="connsiteX194" fmla="*/ 1637948 w 12192000"/>
              <a:gd name="connsiteY194" fmla="*/ 2172597 h 2237474"/>
              <a:gd name="connsiteX195" fmla="*/ 1434549 w 12192000"/>
              <a:gd name="connsiteY195" fmla="*/ 2234522 h 2237474"/>
              <a:gd name="connsiteX196" fmla="*/ 1398481 w 12192000"/>
              <a:gd name="connsiteY196" fmla="*/ 2237074 h 2237474"/>
              <a:gd name="connsiteX197" fmla="*/ 1398407 w 12192000"/>
              <a:gd name="connsiteY197" fmla="*/ 2237095 h 2237474"/>
              <a:gd name="connsiteX198" fmla="*/ 1370962 w 12192000"/>
              <a:gd name="connsiteY198" fmla="*/ 2237474 h 2237474"/>
              <a:gd name="connsiteX199" fmla="*/ 1356367 w 12192000"/>
              <a:gd name="connsiteY199" fmla="*/ 2235089 h 2237474"/>
              <a:gd name="connsiteX200" fmla="*/ 1324828 w 12192000"/>
              <a:gd name="connsiteY200" fmla="*/ 2231968 h 2237474"/>
              <a:gd name="connsiteX201" fmla="*/ 1297744 w 12192000"/>
              <a:gd name="connsiteY201" fmla="*/ 2235849 h 2237474"/>
              <a:gd name="connsiteX202" fmla="*/ 1286236 w 12192000"/>
              <a:gd name="connsiteY202" fmla="*/ 2233135 h 2237474"/>
              <a:gd name="connsiteX203" fmla="*/ 1283504 w 12192000"/>
              <a:gd name="connsiteY203" fmla="*/ 2233797 h 2237474"/>
              <a:gd name="connsiteX204" fmla="*/ 1279765 w 12192000"/>
              <a:gd name="connsiteY204" fmla="*/ 2229639 h 2237474"/>
              <a:gd name="connsiteX205" fmla="*/ 1195347 w 12192000"/>
              <a:gd name="connsiteY205" fmla="*/ 2212354 h 2237474"/>
              <a:gd name="connsiteX206" fmla="*/ 970251 w 12192000"/>
              <a:gd name="connsiteY206" fmla="*/ 2221029 h 2237474"/>
              <a:gd name="connsiteX207" fmla="*/ 812914 w 12192000"/>
              <a:gd name="connsiteY207" fmla="*/ 2202752 h 2237474"/>
              <a:gd name="connsiteX208" fmla="*/ 800195 w 12192000"/>
              <a:gd name="connsiteY208" fmla="*/ 2209407 h 2237474"/>
              <a:gd name="connsiteX209" fmla="*/ 784978 w 12192000"/>
              <a:gd name="connsiteY209" fmla="*/ 2212360 h 2237474"/>
              <a:gd name="connsiteX210" fmla="*/ 681987 w 12192000"/>
              <a:gd name="connsiteY210" fmla="*/ 2216757 h 2237474"/>
              <a:gd name="connsiteX211" fmla="*/ 669923 w 12192000"/>
              <a:gd name="connsiteY211" fmla="*/ 2211682 h 2237474"/>
              <a:gd name="connsiteX212" fmla="*/ 648680 w 12192000"/>
              <a:gd name="connsiteY212" fmla="*/ 2206229 h 2237474"/>
              <a:gd name="connsiteX213" fmla="*/ 597225 w 12192000"/>
              <a:gd name="connsiteY213" fmla="*/ 2180999 h 2237474"/>
              <a:gd name="connsiteX214" fmla="*/ 558449 w 12192000"/>
              <a:gd name="connsiteY214" fmla="*/ 2182346 h 2237474"/>
              <a:gd name="connsiteX215" fmla="*/ 550517 w 12192000"/>
              <a:gd name="connsiteY215" fmla="*/ 2182060 h 2237474"/>
              <a:gd name="connsiteX216" fmla="*/ 550309 w 12192000"/>
              <a:gd name="connsiteY216" fmla="*/ 2181825 h 2237474"/>
              <a:gd name="connsiteX217" fmla="*/ 541836 w 12192000"/>
              <a:gd name="connsiteY217" fmla="*/ 2181063 h 2237474"/>
              <a:gd name="connsiteX218" fmla="*/ 536057 w 12192000"/>
              <a:gd name="connsiteY218" fmla="*/ 2181537 h 2237474"/>
              <a:gd name="connsiteX219" fmla="*/ 520671 w 12192000"/>
              <a:gd name="connsiteY219" fmla="*/ 2180980 h 2237474"/>
              <a:gd name="connsiteX220" fmla="*/ 515024 w 12192000"/>
              <a:gd name="connsiteY220" fmla="*/ 2179258 h 2237474"/>
              <a:gd name="connsiteX221" fmla="*/ 512278 w 12192000"/>
              <a:gd name="connsiteY221" fmla="*/ 2176369 h 2237474"/>
              <a:gd name="connsiteX222" fmla="*/ 480419 w 12192000"/>
              <a:gd name="connsiteY222" fmla="*/ 2167807 h 2237474"/>
              <a:gd name="connsiteX223" fmla="*/ 413835 w 12192000"/>
              <a:gd name="connsiteY223" fmla="*/ 2156783 h 2237474"/>
              <a:gd name="connsiteX224" fmla="*/ 376513 w 12192000"/>
              <a:gd name="connsiteY224" fmla="*/ 2154014 h 2237474"/>
              <a:gd name="connsiteX225" fmla="*/ 273386 w 12192000"/>
              <a:gd name="connsiteY225" fmla="*/ 2142551 h 2237474"/>
              <a:gd name="connsiteX226" fmla="*/ 169207 w 12192000"/>
              <a:gd name="connsiteY226" fmla="*/ 2128100 h 2237474"/>
              <a:gd name="connsiteX227" fmla="*/ 93149 w 12192000"/>
              <a:gd name="connsiteY227" fmla="*/ 2105324 h 2237474"/>
              <a:gd name="connsiteX228" fmla="*/ 88109 w 12192000"/>
              <a:gd name="connsiteY228" fmla="*/ 2106704 h 2237474"/>
              <a:gd name="connsiteX229" fmla="*/ 80022 w 12192000"/>
              <a:gd name="connsiteY229" fmla="*/ 2107254 h 2237474"/>
              <a:gd name="connsiteX230" fmla="*/ 79717 w 12192000"/>
              <a:gd name="connsiteY230" fmla="*/ 2107046 h 2237474"/>
              <a:gd name="connsiteX231" fmla="*/ 72352 w 12192000"/>
              <a:gd name="connsiteY231" fmla="*/ 2107991 h 2237474"/>
              <a:gd name="connsiteX232" fmla="*/ 37645 w 12192000"/>
              <a:gd name="connsiteY232" fmla="*/ 2115401 h 2237474"/>
              <a:gd name="connsiteX233" fmla="*/ 4572 w 12192000"/>
              <a:gd name="connsiteY233" fmla="*/ 2111091 h 2237474"/>
              <a:gd name="connsiteX234" fmla="*/ 0 w 12192000"/>
              <a:gd name="connsiteY234" fmla="*/ 2110468 h 2237474"/>
              <a:gd name="connsiteX235" fmla="*/ 0 w 12192000"/>
              <a:gd name="connsiteY23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64035 w 12192000"/>
              <a:gd name="connsiteY106" fmla="*/ 1667683 h 2237474"/>
              <a:gd name="connsiteX107" fmla="*/ 6280959 w 12192000"/>
              <a:gd name="connsiteY107" fmla="*/ 1689329 h 2237474"/>
              <a:gd name="connsiteX108" fmla="*/ 6266765 w 12192000"/>
              <a:gd name="connsiteY108" fmla="*/ 1695560 h 2237474"/>
              <a:gd name="connsiteX109" fmla="*/ 6098321 w 12192000"/>
              <a:gd name="connsiteY109" fmla="*/ 1721646 h 2237474"/>
              <a:gd name="connsiteX110" fmla="*/ 5880652 w 12192000"/>
              <a:gd name="connsiteY110" fmla="*/ 1779643 h 2237474"/>
              <a:gd name="connsiteX111" fmla="*/ 5785959 w 12192000"/>
              <a:gd name="connsiteY111" fmla="*/ 1775307 h 2237474"/>
              <a:gd name="connsiteX112" fmla="*/ 5643534 w 12192000"/>
              <a:gd name="connsiteY112" fmla="*/ 1802919 h 2237474"/>
              <a:gd name="connsiteX113" fmla="*/ 5518799 w 12192000"/>
              <a:gd name="connsiteY113" fmla="*/ 1818312 h 2237474"/>
              <a:gd name="connsiteX114" fmla="*/ 5505014 w 12192000"/>
              <a:gd name="connsiteY114" fmla="*/ 1819259 h 2237474"/>
              <a:gd name="connsiteX115" fmla="*/ 5453307 w 12192000"/>
              <a:gd name="connsiteY115" fmla="*/ 1815450 h 2237474"/>
              <a:gd name="connsiteX116" fmla="*/ 5364192 w 12192000"/>
              <a:gd name="connsiteY116" fmla="*/ 1826074 h 2237474"/>
              <a:gd name="connsiteX117" fmla="*/ 5350380 w 12192000"/>
              <a:gd name="connsiteY117" fmla="*/ 1830891 h 2237474"/>
              <a:gd name="connsiteX118" fmla="*/ 5259633 w 12192000"/>
              <a:gd name="connsiteY118" fmla="*/ 1837160 h 2237474"/>
              <a:gd name="connsiteX119" fmla="*/ 5197513 w 12192000"/>
              <a:gd name="connsiteY119" fmla="*/ 1844718 h 2237474"/>
              <a:gd name="connsiteX120" fmla="*/ 5184170 w 12192000"/>
              <a:gd name="connsiteY120" fmla="*/ 1849402 h 2237474"/>
              <a:gd name="connsiteX121" fmla="*/ 5168852 w 12192000"/>
              <a:gd name="connsiteY121" fmla="*/ 1844846 h 2237474"/>
              <a:gd name="connsiteX122" fmla="*/ 5164370 w 12192000"/>
              <a:gd name="connsiteY122" fmla="*/ 1840597 h 2237474"/>
              <a:gd name="connsiteX123" fmla="*/ 5114927 w 12192000"/>
              <a:gd name="connsiteY123" fmla="*/ 1847827 h 2237474"/>
              <a:gd name="connsiteX124" fmla="*/ 5108970 w 12192000"/>
              <a:gd name="connsiteY124" fmla="*/ 1847935 h 2237474"/>
              <a:gd name="connsiteX125" fmla="*/ 5067961 w 12192000"/>
              <a:gd name="connsiteY125" fmla="*/ 1845917 h 2237474"/>
              <a:gd name="connsiteX126" fmla="*/ 5007075 w 12192000"/>
              <a:gd name="connsiteY126" fmla="*/ 1838626 h 2237474"/>
              <a:gd name="connsiteX127" fmla="*/ 4944087 w 12192000"/>
              <a:gd name="connsiteY127" fmla="*/ 1823332 h 2237474"/>
              <a:gd name="connsiteX128" fmla="*/ 4907662 w 12192000"/>
              <a:gd name="connsiteY128" fmla="*/ 1816900 h 2237474"/>
              <a:gd name="connsiteX129" fmla="*/ 4882386 w 12192000"/>
              <a:gd name="connsiteY129" fmla="*/ 1809844 h 2237474"/>
              <a:gd name="connsiteX130" fmla="*/ 4811440 w 12192000"/>
              <a:gd name="connsiteY130" fmla="*/ 1804655 h 2237474"/>
              <a:gd name="connsiteX131" fmla="*/ 4691075 w 12192000"/>
              <a:gd name="connsiteY131" fmla="*/ 1801389 h 2237474"/>
              <a:gd name="connsiteX132" fmla="*/ 4611738 w 12192000"/>
              <a:gd name="connsiteY132" fmla="*/ 1776964 h 2237474"/>
              <a:gd name="connsiteX133" fmla="*/ 4560070 w 12192000"/>
              <a:gd name="connsiteY133" fmla="*/ 1785640 h 2237474"/>
              <a:gd name="connsiteX134" fmla="*/ 4536503 w 12192000"/>
              <a:gd name="connsiteY134" fmla="*/ 1785334 h 2237474"/>
              <a:gd name="connsiteX135" fmla="*/ 4513724 w 12192000"/>
              <a:gd name="connsiteY135" fmla="*/ 1791996 h 2237474"/>
              <a:gd name="connsiteX136" fmla="*/ 4459810 w 12192000"/>
              <a:gd name="connsiteY136" fmla="*/ 1797886 h 2237474"/>
              <a:gd name="connsiteX137" fmla="*/ 4379064 w 12192000"/>
              <a:gd name="connsiteY137" fmla="*/ 1817177 h 2237474"/>
              <a:gd name="connsiteX138" fmla="*/ 4319209 w 12192000"/>
              <a:gd name="connsiteY138" fmla="*/ 1834833 h 2237474"/>
              <a:gd name="connsiteX139" fmla="*/ 4290981 w 12192000"/>
              <a:gd name="connsiteY139" fmla="*/ 1839677 h 2237474"/>
              <a:gd name="connsiteX140" fmla="*/ 4285792 w 12192000"/>
              <a:gd name="connsiteY140" fmla="*/ 1836231 h 2237474"/>
              <a:gd name="connsiteX141" fmla="*/ 4238372 w 12192000"/>
              <a:gd name="connsiteY141" fmla="*/ 1851480 h 2237474"/>
              <a:gd name="connsiteX142" fmla="*/ 4232517 w 12192000"/>
              <a:gd name="connsiteY142" fmla="*/ 1852567 h 2237474"/>
              <a:gd name="connsiteX143" fmla="*/ 4191732 w 12192000"/>
              <a:gd name="connsiteY143" fmla="*/ 1857328 h 2237474"/>
              <a:gd name="connsiteX144" fmla="*/ 4065532 w 12192000"/>
              <a:gd name="connsiteY144" fmla="*/ 1855477 h 2237474"/>
              <a:gd name="connsiteX145" fmla="*/ 4028460 w 12192000"/>
              <a:gd name="connsiteY145" fmla="*/ 1855137 h 2237474"/>
              <a:gd name="connsiteX146" fmla="*/ 4002267 w 12192000"/>
              <a:gd name="connsiteY146" fmla="*/ 1852352 h 2237474"/>
              <a:gd name="connsiteX147" fmla="*/ 3931396 w 12192000"/>
              <a:gd name="connsiteY147" fmla="*/ 1858915 h 2237474"/>
              <a:gd name="connsiteX148" fmla="*/ 3812162 w 12192000"/>
              <a:gd name="connsiteY148" fmla="*/ 1875501 h 2237474"/>
              <a:gd name="connsiteX149" fmla="*/ 3729530 w 12192000"/>
              <a:gd name="connsiteY149" fmla="*/ 1864513 h 2237474"/>
              <a:gd name="connsiteX150" fmla="*/ 3680177 w 12192000"/>
              <a:gd name="connsiteY150" fmla="*/ 1881552 h 2237474"/>
              <a:gd name="connsiteX151" fmla="*/ 3567259 w 12192000"/>
              <a:gd name="connsiteY151" fmla="*/ 1893482 h 2237474"/>
              <a:gd name="connsiteX152" fmla="*/ 3405770 w 12192000"/>
              <a:gd name="connsiteY152" fmla="*/ 1904591 h 2237474"/>
              <a:gd name="connsiteX153" fmla="*/ 3280097 w 12192000"/>
              <a:gd name="connsiteY153" fmla="*/ 1919610 h 2237474"/>
              <a:gd name="connsiteX154" fmla="*/ 3123424 w 12192000"/>
              <a:gd name="connsiteY154" fmla="*/ 1952930 h 2237474"/>
              <a:gd name="connsiteX155" fmla="*/ 3009910 w 12192000"/>
              <a:gd name="connsiteY155" fmla="*/ 1957866 h 2237474"/>
              <a:gd name="connsiteX156" fmla="*/ 2995934 w 12192000"/>
              <a:gd name="connsiteY156" fmla="*/ 1967085 h 2237474"/>
              <a:gd name="connsiteX157" fmla="*/ 2980071 w 12192000"/>
              <a:gd name="connsiteY157" fmla="*/ 1972988 h 2237474"/>
              <a:gd name="connsiteX158" fmla="*/ 2978094 w 12192000"/>
              <a:gd name="connsiteY158" fmla="*/ 1972369 h 2237474"/>
              <a:gd name="connsiteX159" fmla="*/ 2942858 w 12192000"/>
              <a:gd name="connsiteY159" fmla="*/ 1981367 h 2237474"/>
              <a:gd name="connsiteX160" fmla="*/ 2875436 w 12192000"/>
              <a:gd name="connsiteY160" fmla="*/ 1996977 h 2237474"/>
              <a:gd name="connsiteX161" fmla="*/ 2874892 w 12192000"/>
              <a:gd name="connsiteY161" fmla="*/ 1996085 h 2237474"/>
              <a:gd name="connsiteX162" fmla="*/ 2864145 w 12192000"/>
              <a:gd name="connsiteY162" fmla="*/ 1994061 h 2237474"/>
              <a:gd name="connsiteX163" fmla="*/ 2843662 w 12192000"/>
              <a:gd name="connsiteY163" fmla="*/ 1992498 h 2237474"/>
              <a:gd name="connsiteX164" fmla="*/ 2796128 w 12192000"/>
              <a:gd name="connsiteY164" fmla="*/ 1976403 h 2237474"/>
              <a:gd name="connsiteX165" fmla="*/ 2756784 w 12192000"/>
              <a:gd name="connsiteY165" fmla="*/ 1985116 h 2237474"/>
              <a:gd name="connsiteX166" fmla="*/ 2748833 w 12192000"/>
              <a:gd name="connsiteY166" fmla="*/ 1986323 h 2237474"/>
              <a:gd name="connsiteX167" fmla="*/ 2748661 w 12192000"/>
              <a:gd name="connsiteY167" fmla="*/ 1986122 h 2237474"/>
              <a:gd name="connsiteX168" fmla="*/ 2740251 w 12192000"/>
              <a:gd name="connsiteY168" fmla="*/ 1986946 h 2237474"/>
              <a:gd name="connsiteX169" fmla="*/ 2718916 w 12192000"/>
              <a:gd name="connsiteY169" fmla="*/ 1990867 h 2237474"/>
              <a:gd name="connsiteX170" fmla="*/ 2713522 w 12192000"/>
              <a:gd name="connsiteY170" fmla="*/ 1990173 h 2237474"/>
              <a:gd name="connsiteX171" fmla="*/ 2680597 w 12192000"/>
              <a:gd name="connsiteY171" fmla="*/ 1984996 h 2237474"/>
              <a:gd name="connsiteX172" fmla="*/ 2578178 w 12192000"/>
              <a:gd name="connsiteY172" fmla="*/ 1990531 h 2237474"/>
              <a:gd name="connsiteX173" fmla="*/ 2476147 w 12192000"/>
              <a:gd name="connsiteY173" fmla="*/ 1998305 h 2237474"/>
              <a:gd name="connsiteX174" fmla="*/ 2373568 w 12192000"/>
              <a:gd name="connsiteY174" fmla="*/ 2003219 h 2237474"/>
              <a:gd name="connsiteX175" fmla="*/ 2321399 w 12192000"/>
              <a:gd name="connsiteY175" fmla="*/ 1989467 h 2237474"/>
              <a:gd name="connsiteX176" fmla="*/ 2315525 w 12192000"/>
              <a:gd name="connsiteY176" fmla="*/ 1989708 h 2237474"/>
              <a:gd name="connsiteX177" fmla="*/ 2300792 w 12192000"/>
              <a:gd name="connsiteY177" fmla="*/ 1994290 h 2237474"/>
              <a:gd name="connsiteX178" fmla="*/ 2295469 w 12192000"/>
              <a:gd name="connsiteY178" fmla="*/ 1996659 h 2237474"/>
              <a:gd name="connsiteX179" fmla="*/ 2287219 w 12192000"/>
              <a:gd name="connsiteY179" fmla="*/ 1998750 h 2237474"/>
              <a:gd name="connsiteX180" fmla="*/ 2286948 w 12192000"/>
              <a:gd name="connsiteY180" fmla="*/ 1998596 h 2237474"/>
              <a:gd name="connsiteX181" fmla="*/ 2243069 w 12192000"/>
              <a:gd name="connsiteY181" fmla="*/ 2015111 h 2237474"/>
              <a:gd name="connsiteX182" fmla="*/ 2186609 w 12192000"/>
              <a:gd name="connsiteY182" fmla="*/ 2008263 h 2237474"/>
              <a:gd name="connsiteX183" fmla="*/ 2164831 w 12192000"/>
              <a:gd name="connsiteY183" fmla="*/ 2010143 h 2237474"/>
              <a:gd name="connsiteX184" fmla="*/ 2152836 w 12192000"/>
              <a:gd name="connsiteY184" fmla="*/ 2010048 h 2237474"/>
              <a:gd name="connsiteX185" fmla="*/ 2117102 w 12192000"/>
              <a:gd name="connsiteY185" fmla="*/ 2023004 h 2237474"/>
              <a:gd name="connsiteX186" fmla="*/ 2111935 w 12192000"/>
              <a:gd name="connsiteY186" fmla="*/ 2023163 h 2237474"/>
              <a:gd name="connsiteX187" fmla="*/ 2089991 w 12192000"/>
              <a:gd name="connsiteY187" fmla="*/ 2034193 h 2237474"/>
              <a:gd name="connsiteX188" fmla="*/ 2058061 w 12192000"/>
              <a:gd name="connsiteY188" fmla="*/ 2047942 h 2237474"/>
              <a:gd name="connsiteX189" fmla="*/ 2055737 w 12192000"/>
              <a:gd name="connsiteY189" fmla="*/ 2047704 h 2237474"/>
              <a:gd name="connsiteX190" fmla="*/ 2042244 w 12192000"/>
              <a:gd name="connsiteY190" fmla="*/ 2055560 h 2237474"/>
              <a:gd name="connsiteX191" fmla="*/ 1976224 w 12192000"/>
              <a:gd name="connsiteY191" fmla="*/ 2074257 h 2237474"/>
              <a:gd name="connsiteX192" fmla="*/ 1877728 w 12192000"/>
              <a:gd name="connsiteY192" fmla="*/ 2101004 h 2237474"/>
              <a:gd name="connsiteX193" fmla="*/ 1759056 w 12192000"/>
              <a:gd name="connsiteY193" fmla="*/ 2125608 h 2237474"/>
              <a:gd name="connsiteX194" fmla="*/ 1637948 w 12192000"/>
              <a:gd name="connsiteY194" fmla="*/ 2172597 h 2237474"/>
              <a:gd name="connsiteX195" fmla="*/ 1434549 w 12192000"/>
              <a:gd name="connsiteY195" fmla="*/ 2234522 h 2237474"/>
              <a:gd name="connsiteX196" fmla="*/ 1398481 w 12192000"/>
              <a:gd name="connsiteY196" fmla="*/ 2237074 h 2237474"/>
              <a:gd name="connsiteX197" fmla="*/ 1398407 w 12192000"/>
              <a:gd name="connsiteY197" fmla="*/ 2237095 h 2237474"/>
              <a:gd name="connsiteX198" fmla="*/ 1370962 w 12192000"/>
              <a:gd name="connsiteY198" fmla="*/ 2237474 h 2237474"/>
              <a:gd name="connsiteX199" fmla="*/ 1356367 w 12192000"/>
              <a:gd name="connsiteY199" fmla="*/ 2235089 h 2237474"/>
              <a:gd name="connsiteX200" fmla="*/ 1324828 w 12192000"/>
              <a:gd name="connsiteY200" fmla="*/ 2231968 h 2237474"/>
              <a:gd name="connsiteX201" fmla="*/ 1297744 w 12192000"/>
              <a:gd name="connsiteY201" fmla="*/ 2235849 h 2237474"/>
              <a:gd name="connsiteX202" fmla="*/ 1286236 w 12192000"/>
              <a:gd name="connsiteY202" fmla="*/ 2233135 h 2237474"/>
              <a:gd name="connsiteX203" fmla="*/ 1283504 w 12192000"/>
              <a:gd name="connsiteY203" fmla="*/ 2233797 h 2237474"/>
              <a:gd name="connsiteX204" fmla="*/ 1279765 w 12192000"/>
              <a:gd name="connsiteY204" fmla="*/ 2229639 h 2237474"/>
              <a:gd name="connsiteX205" fmla="*/ 1195347 w 12192000"/>
              <a:gd name="connsiteY205" fmla="*/ 2212354 h 2237474"/>
              <a:gd name="connsiteX206" fmla="*/ 970251 w 12192000"/>
              <a:gd name="connsiteY206" fmla="*/ 2221029 h 2237474"/>
              <a:gd name="connsiteX207" fmla="*/ 812914 w 12192000"/>
              <a:gd name="connsiteY207" fmla="*/ 2202752 h 2237474"/>
              <a:gd name="connsiteX208" fmla="*/ 800195 w 12192000"/>
              <a:gd name="connsiteY208" fmla="*/ 2209407 h 2237474"/>
              <a:gd name="connsiteX209" fmla="*/ 784978 w 12192000"/>
              <a:gd name="connsiteY209" fmla="*/ 2212360 h 2237474"/>
              <a:gd name="connsiteX210" fmla="*/ 681987 w 12192000"/>
              <a:gd name="connsiteY210" fmla="*/ 2216757 h 2237474"/>
              <a:gd name="connsiteX211" fmla="*/ 669923 w 12192000"/>
              <a:gd name="connsiteY211" fmla="*/ 2211682 h 2237474"/>
              <a:gd name="connsiteX212" fmla="*/ 648680 w 12192000"/>
              <a:gd name="connsiteY212" fmla="*/ 2206229 h 2237474"/>
              <a:gd name="connsiteX213" fmla="*/ 597225 w 12192000"/>
              <a:gd name="connsiteY213" fmla="*/ 2180999 h 2237474"/>
              <a:gd name="connsiteX214" fmla="*/ 558449 w 12192000"/>
              <a:gd name="connsiteY214" fmla="*/ 2182346 h 2237474"/>
              <a:gd name="connsiteX215" fmla="*/ 550517 w 12192000"/>
              <a:gd name="connsiteY215" fmla="*/ 2182060 h 2237474"/>
              <a:gd name="connsiteX216" fmla="*/ 550309 w 12192000"/>
              <a:gd name="connsiteY216" fmla="*/ 2181825 h 2237474"/>
              <a:gd name="connsiteX217" fmla="*/ 541836 w 12192000"/>
              <a:gd name="connsiteY217" fmla="*/ 2181063 h 2237474"/>
              <a:gd name="connsiteX218" fmla="*/ 536057 w 12192000"/>
              <a:gd name="connsiteY218" fmla="*/ 2181537 h 2237474"/>
              <a:gd name="connsiteX219" fmla="*/ 520671 w 12192000"/>
              <a:gd name="connsiteY219" fmla="*/ 2180980 h 2237474"/>
              <a:gd name="connsiteX220" fmla="*/ 515024 w 12192000"/>
              <a:gd name="connsiteY220" fmla="*/ 2179258 h 2237474"/>
              <a:gd name="connsiteX221" fmla="*/ 512278 w 12192000"/>
              <a:gd name="connsiteY221" fmla="*/ 2176369 h 2237474"/>
              <a:gd name="connsiteX222" fmla="*/ 480419 w 12192000"/>
              <a:gd name="connsiteY222" fmla="*/ 2167807 h 2237474"/>
              <a:gd name="connsiteX223" fmla="*/ 413835 w 12192000"/>
              <a:gd name="connsiteY223" fmla="*/ 2156783 h 2237474"/>
              <a:gd name="connsiteX224" fmla="*/ 376513 w 12192000"/>
              <a:gd name="connsiteY224" fmla="*/ 2154014 h 2237474"/>
              <a:gd name="connsiteX225" fmla="*/ 273386 w 12192000"/>
              <a:gd name="connsiteY225" fmla="*/ 2142551 h 2237474"/>
              <a:gd name="connsiteX226" fmla="*/ 169207 w 12192000"/>
              <a:gd name="connsiteY226" fmla="*/ 2128100 h 2237474"/>
              <a:gd name="connsiteX227" fmla="*/ 93149 w 12192000"/>
              <a:gd name="connsiteY227" fmla="*/ 2105324 h 2237474"/>
              <a:gd name="connsiteX228" fmla="*/ 88109 w 12192000"/>
              <a:gd name="connsiteY228" fmla="*/ 2106704 h 2237474"/>
              <a:gd name="connsiteX229" fmla="*/ 80022 w 12192000"/>
              <a:gd name="connsiteY229" fmla="*/ 2107254 h 2237474"/>
              <a:gd name="connsiteX230" fmla="*/ 79717 w 12192000"/>
              <a:gd name="connsiteY230" fmla="*/ 2107046 h 2237474"/>
              <a:gd name="connsiteX231" fmla="*/ 72352 w 12192000"/>
              <a:gd name="connsiteY231" fmla="*/ 2107991 h 2237474"/>
              <a:gd name="connsiteX232" fmla="*/ 37645 w 12192000"/>
              <a:gd name="connsiteY232" fmla="*/ 2115401 h 2237474"/>
              <a:gd name="connsiteX233" fmla="*/ 4572 w 12192000"/>
              <a:gd name="connsiteY233" fmla="*/ 2111091 h 2237474"/>
              <a:gd name="connsiteX234" fmla="*/ 0 w 12192000"/>
              <a:gd name="connsiteY234" fmla="*/ 2110468 h 2237474"/>
              <a:gd name="connsiteX235" fmla="*/ 0 w 12192000"/>
              <a:gd name="connsiteY23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64035 w 12192000"/>
              <a:gd name="connsiteY106" fmla="*/ 1667683 h 2237474"/>
              <a:gd name="connsiteX107" fmla="*/ 6280959 w 12192000"/>
              <a:gd name="connsiteY107" fmla="*/ 1689329 h 2237474"/>
              <a:gd name="connsiteX108" fmla="*/ 6266765 w 12192000"/>
              <a:gd name="connsiteY108" fmla="*/ 1695560 h 2237474"/>
              <a:gd name="connsiteX109" fmla="*/ 6098321 w 12192000"/>
              <a:gd name="connsiteY109" fmla="*/ 1721646 h 2237474"/>
              <a:gd name="connsiteX110" fmla="*/ 5880652 w 12192000"/>
              <a:gd name="connsiteY110" fmla="*/ 1779643 h 2237474"/>
              <a:gd name="connsiteX111" fmla="*/ 5785959 w 12192000"/>
              <a:gd name="connsiteY111" fmla="*/ 1775307 h 2237474"/>
              <a:gd name="connsiteX112" fmla="*/ 5643534 w 12192000"/>
              <a:gd name="connsiteY112" fmla="*/ 1802919 h 2237474"/>
              <a:gd name="connsiteX113" fmla="*/ 5518799 w 12192000"/>
              <a:gd name="connsiteY113" fmla="*/ 1818312 h 2237474"/>
              <a:gd name="connsiteX114" fmla="*/ 5505014 w 12192000"/>
              <a:gd name="connsiteY114" fmla="*/ 1819259 h 2237474"/>
              <a:gd name="connsiteX115" fmla="*/ 5453307 w 12192000"/>
              <a:gd name="connsiteY115" fmla="*/ 1815450 h 2237474"/>
              <a:gd name="connsiteX116" fmla="*/ 5364192 w 12192000"/>
              <a:gd name="connsiteY116" fmla="*/ 1826074 h 2237474"/>
              <a:gd name="connsiteX117" fmla="*/ 5350380 w 12192000"/>
              <a:gd name="connsiteY117" fmla="*/ 1830891 h 2237474"/>
              <a:gd name="connsiteX118" fmla="*/ 5259633 w 12192000"/>
              <a:gd name="connsiteY118" fmla="*/ 1837160 h 2237474"/>
              <a:gd name="connsiteX119" fmla="*/ 5197513 w 12192000"/>
              <a:gd name="connsiteY119" fmla="*/ 1844718 h 2237474"/>
              <a:gd name="connsiteX120" fmla="*/ 5184170 w 12192000"/>
              <a:gd name="connsiteY120" fmla="*/ 1849402 h 2237474"/>
              <a:gd name="connsiteX121" fmla="*/ 5168852 w 12192000"/>
              <a:gd name="connsiteY121" fmla="*/ 1844846 h 2237474"/>
              <a:gd name="connsiteX122" fmla="*/ 5164370 w 12192000"/>
              <a:gd name="connsiteY122" fmla="*/ 1840597 h 2237474"/>
              <a:gd name="connsiteX123" fmla="*/ 5114927 w 12192000"/>
              <a:gd name="connsiteY123" fmla="*/ 1847827 h 2237474"/>
              <a:gd name="connsiteX124" fmla="*/ 5108970 w 12192000"/>
              <a:gd name="connsiteY124" fmla="*/ 1847935 h 2237474"/>
              <a:gd name="connsiteX125" fmla="*/ 5067961 w 12192000"/>
              <a:gd name="connsiteY125" fmla="*/ 1845917 h 2237474"/>
              <a:gd name="connsiteX126" fmla="*/ 5007075 w 12192000"/>
              <a:gd name="connsiteY126" fmla="*/ 1838626 h 2237474"/>
              <a:gd name="connsiteX127" fmla="*/ 4944087 w 12192000"/>
              <a:gd name="connsiteY127" fmla="*/ 1823332 h 2237474"/>
              <a:gd name="connsiteX128" fmla="*/ 4907662 w 12192000"/>
              <a:gd name="connsiteY128" fmla="*/ 1816900 h 2237474"/>
              <a:gd name="connsiteX129" fmla="*/ 4882386 w 12192000"/>
              <a:gd name="connsiteY129" fmla="*/ 1809844 h 2237474"/>
              <a:gd name="connsiteX130" fmla="*/ 4811440 w 12192000"/>
              <a:gd name="connsiteY130" fmla="*/ 1804655 h 2237474"/>
              <a:gd name="connsiteX131" fmla="*/ 4691075 w 12192000"/>
              <a:gd name="connsiteY131" fmla="*/ 1801389 h 2237474"/>
              <a:gd name="connsiteX132" fmla="*/ 4611738 w 12192000"/>
              <a:gd name="connsiteY132" fmla="*/ 1776964 h 2237474"/>
              <a:gd name="connsiteX133" fmla="*/ 4560070 w 12192000"/>
              <a:gd name="connsiteY133" fmla="*/ 1785640 h 2237474"/>
              <a:gd name="connsiteX134" fmla="*/ 4536503 w 12192000"/>
              <a:gd name="connsiteY134" fmla="*/ 1785334 h 2237474"/>
              <a:gd name="connsiteX135" fmla="*/ 4513724 w 12192000"/>
              <a:gd name="connsiteY135" fmla="*/ 1791996 h 2237474"/>
              <a:gd name="connsiteX136" fmla="*/ 4459810 w 12192000"/>
              <a:gd name="connsiteY136" fmla="*/ 1797886 h 2237474"/>
              <a:gd name="connsiteX137" fmla="*/ 4379064 w 12192000"/>
              <a:gd name="connsiteY137" fmla="*/ 1817177 h 2237474"/>
              <a:gd name="connsiteX138" fmla="*/ 4319209 w 12192000"/>
              <a:gd name="connsiteY138" fmla="*/ 1834833 h 2237474"/>
              <a:gd name="connsiteX139" fmla="*/ 4290981 w 12192000"/>
              <a:gd name="connsiteY139" fmla="*/ 1839677 h 2237474"/>
              <a:gd name="connsiteX140" fmla="*/ 4285792 w 12192000"/>
              <a:gd name="connsiteY140" fmla="*/ 1836231 h 2237474"/>
              <a:gd name="connsiteX141" fmla="*/ 4238372 w 12192000"/>
              <a:gd name="connsiteY141" fmla="*/ 1851480 h 2237474"/>
              <a:gd name="connsiteX142" fmla="*/ 4232517 w 12192000"/>
              <a:gd name="connsiteY142" fmla="*/ 1852567 h 2237474"/>
              <a:gd name="connsiteX143" fmla="*/ 4191732 w 12192000"/>
              <a:gd name="connsiteY143" fmla="*/ 1857328 h 2237474"/>
              <a:gd name="connsiteX144" fmla="*/ 4065532 w 12192000"/>
              <a:gd name="connsiteY144" fmla="*/ 1855477 h 2237474"/>
              <a:gd name="connsiteX145" fmla="*/ 4028460 w 12192000"/>
              <a:gd name="connsiteY145" fmla="*/ 1855137 h 2237474"/>
              <a:gd name="connsiteX146" fmla="*/ 4002267 w 12192000"/>
              <a:gd name="connsiteY146" fmla="*/ 1852352 h 2237474"/>
              <a:gd name="connsiteX147" fmla="*/ 3931396 w 12192000"/>
              <a:gd name="connsiteY147" fmla="*/ 1858915 h 2237474"/>
              <a:gd name="connsiteX148" fmla="*/ 3812162 w 12192000"/>
              <a:gd name="connsiteY148" fmla="*/ 1875501 h 2237474"/>
              <a:gd name="connsiteX149" fmla="*/ 3729530 w 12192000"/>
              <a:gd name="connsiteY149" fmla="*/ 1864513 h 2237474"/>
              <a:gd name="connsiteX150" fmla="*/ 3680177 w 12192000"/>
              <a:gd name="connsiteY150" fmla="*/ 1881552 h 2237474"/>
              <a:gd name="connsiteX151" fmla="*/ 3567259 w 12192000"/>
              <a:gd name="connsiteY151" fmla="*/ 1893482 h 2237474"/>
              <a:gd name="connsiteX152" fmla="*/ 3405770 w 12192000"/>
              <a:gd name="connsiteY152" fmla="*/ 1904591 h 2237474"/>
              <a:gd name="connsiteX153" fmla="*/ 3280097 w 12192000"/>
              <a:gd name="connsiteY153" fmla="*/ 1919610 h 2237474"/>
              <a:gd name="connsiteX154" fmla="*/ 3123424 w 12192000"/>
              <a:gd name="connsiteY154" fmla="*/ 1952930 h 2237474"/>
              <a:gd name="connsiteX155" fmla="*/ 3009910 w 12192000"/>
              <a:gd name="connsiteY155" fmla="*/ 1957866 h 2237474"/>
              <a:gd name="connsiteX156" fmla="*/ 2995934 w 12192000"/>
              <a:gd name="connsiteY156" fmla="*/ 1967085 h 2237474"/>
              <a:gd name="connsiteX157" fmla="*/ 2980071 w 12192000"/>
              <a:gd name="connsiteY157" fmla="*/ 1972988 h 2237474"/>
              <a:gd name="connsiteX158" fmla="*/ 2978094 w 12192000"/>
              <a:gd name="connsiteY158" fmla="*/ 1972369 h 2237474"/>
              <a:gd name="connsiteX159" fmla="*/ 2942858 w 12192000"/>
              <a:gd name="connsiteY159" fmla="*/ 1981367 h 2237474"/>
              <a:gd name="connsiteX160" fmla="*/ 2875436 w 12192000"/>
              <a:gd name="connsiteY160" fmla="*/ 1996977 h 2237474"/>
              <a:gd name="connsiteX161" fmla="*/ 2874892 w 12192000"/>
              <a:gd name="connsiteY161" fmla="*/ 1996085 h 2237474"/>
              <a:gd name="connsiteX162" fmla="*/ 2864145 w 12192000"/>
              <a:gd name="connsiteY162" fmla="*/ 1994061 h 2237474"/>
              <a:gd name="connsiteX163" fmla="*/ 2843662 w 12192000"/>
              <a:gd name="connsiteY163" fmla="*/ 1992498 h 2237474"/>
              <a:gd name="connsiteX164" fmla="*/ 2796128 w 12192000"/>
              <a:gd name="connsiteY164" fmla="*/ 1976403 h 2237474"/>
              <a:gd name="connsiteX165" fmla="*/ 2756784 w 12192000"/>
              <a:gd name="connsiteY165" fmla="*/ 1985116 h 2237474"/>
              <a:gd name="connsiteX166" fmla="*/ 2748833 w 12192000"/>
              <a:gd name="connsiteY166" fmla="*/ 1986323 h 2237474"/>
              <a:gd name="connsiteX167" fmla="*/ 2748661 w 12192000"/>
              <a:gd name="connsiteY167" fmla="*/ 1986122 h 2237474"/>
              <a:gd name="connsiteX168" fmla="*/ 2740251 w 12192000"/>
              <a:gd name="connsiteY168" fmla="*/ 1986946 h 2237474"/>
              <a:gd name="connsiteX169" fmla="*/ 2718916 w 12192000"/>
              <a:gd name="connsiteY169" fmla="*/ 1990867 h 2237474"/>
              <a:gd name="connsiteX170" fmla="*/ 2713522 w 12192000"/>
              <a:gd name="connsiteY170" fmla="*/ 1990173 h 2237474"/>
              <a:gd name="connsiteX171" fmla="*/ 2680597 w 12192000"/>
              <a:gd name="connsiteY171" fmla="*/ 1984996 h 2237474"/>
              <a:gd name="connsiteX172" fmla="*/ 2578178 w 12192000"/>
              <a:gd name="connsiteY172" fmla="*/ 1990531 h 2237474"/>
              <a:gd name="connsiteX173" fmla="*/ 2476147 w 12192000"/>
              <a:gd name="connsiteY173" fmla="*/ 1998305 h 2237474"/>
              <a:gd name="connsiteX174" fmla="*/ 2373568 w 12192000"/>
              <a:gd name="connsiteY174" fmla="*/ 2003219 h 2237474"/>
              <a:gd name="connsiteX175" fmla="*/ 2321399 w 12192000"/>
              <a:gd name="connsiteY175" fmla="*/ 1989467 h 2237474"/>
              <a:gd name="connsiteX176" fmla="*/ 2315525 w 12192000"/>
              <a:gd name="connsiteY176" fmla="*/ 1989708 h 2237474"/>
              <a:gd name="connsiteX177" fmla="*/ 2300792 w 12192000"/>
              <a:gd name="connsiteY177" fmla="*/ 1994290 h 2237474"/>
              <a:gd name="connsiteX178" fmla="*/ 2295469 w 12192000"/>
              <a:gd name="connsiteY178" fmla="*/ 1996659 h 2237474"/>
              <a:gd name="connsiteX179" fmla="*/ 2287219 w 12192000"/>
              <a:gd name="connsiteY179" fmla="*/ 1998750 h 2237474"/>
              <a:gd name="connsiteX180" fmla="*/ 2286948 w 12192000"/>
              <a:gd name="connsiteY180" fmla="*/ 1998596 h 2237474"/>
              <a:gd name="connsiteX181" fmla="*/ 2243069 w 12192000"/>
              <a:gd name="connsiteY181" fmla="*/ 2015111 h 2237474"/>
              <a:gd name="connsiteX182" fmla="*/ 2186609 w 12192000"/>
              <a:gd name="connsiteY182" fmla="*/ 2008263 h 2237474"/>
              <a:gd name="connsiteX183" fmla="*/ 2164831 w 12192000"/>
              <a:gd name="connsiteY183" fmla="*/ 2010143 h 2237474"/>
              <a:gd name="connsiteX184" fmla="*/ 2152836 w 12192000"/>
              <a:gd name="connsiteY184" fmla="*/ 2010048 h 2237474"/>
              <a:gd name="connsiteX185" fmla="*/ 2117102 w 12192000"/>
              <a:gd name="connsiteY185" fmla="*/ 2023004 h 2237474"/>
              <a:gd name="connsiteX186" fmla="*/ 2111935 w 12192000"/>
              <a:gd name="connsiteY186" fmla="*/ 2023163 h 2237474"/>
              <a:gd name="connsiteX187" fmla="*/ 2089991 w 12192000"/>
              <a:gd name="connsiteY187" fmla="*/ 2034193 h 2237474"/>
              <a:gd name="connsiteX188" fmla="*/ 2058061 w 12192000"/>
              <a:gd name="connsiteY188" fmla="*/ 2047942 h 2237474"/>
              <a:gd name="connsiteX189" fmla="*/ 2055737 w 12192000"/>
              <a:gd name="connsiteY189" fmla="*/ 2047704 h 2237474"/>
              <a:gd name="connsiteX190" fmla="*/ 2042244 w 12192000"/>
              <a:gd name="connsiteY190" fmla="*/ 2055560 h 2237474"/>
              <a:gd name="connsiteX191" fmla="*/ 1976224 w 12192000"/>
              <a:gd name="connsiteY191" fmla="*/ 2074257 h 2237474"/>
              <a:gd name="connsiteX192" fmla="*/ 1877728 w 12192000"/>
              <a:gd name="connsiteY192" fmla="*/ 2101004 h 2237474"/>
              <a:gd name="connsiteX193" fmla="*/ 1759056 w 12192000"/>
              <a:gd name="connsiteY193" fmla="*/ 2125608 h 2237474"/>
              <a:gd name="connsiteX194" fmla="*/ 1637948 w 12192000"/>
              <a:gd name="connsiteY194" fmla="*/ 2172597 h 2237474"/>
              <a:gd name="connsiteX195" fmla="*/ 1434549 w 12192000"/>
              <a:gd name="connsiteY195" fmla="*/ 2234522 h 2237474"/>
              <a:gd name="connsiteX196" fmla="*/ 1398481 w 12192000"/>
              <a:gd name="connsiteY196" fmla="*/ 2237074 h 2237474"/>
              <a:gd name="connsiteX197" fmla="*/ 1398407 w 12192000"/>
              <a:gd name="connsiteY197" fmla="*/ 2237095 h 2237474"/>
              <a:gd name="connsiteX198" fmla="*/ 1370962 w 12192000"/>
              <a:gd name="connsiteY198" fmla="*/ 2237474 h 2237474"/>
              <a:gd name="connsiteX199" fmla="*/ 1356367 w 12192000"/>
              <a:gd name="connsiteY199" fmla="*/ 2235089 h 2237474"/>
              <a:gd name="connsiteX200" fmla="*/ 1324828 w 12192000"/>
              <a:gd name="connsiteY200" fmla="*/ 2231968 h 2237474"/>
              <a:gd name="connsiteX201" fmla="*/ 1297744 w 12192000"/>
              <a:gd name="connsiteY201" fmla="*/ 2235849 h 2237474"/>
              <a:gd name="connsiteX202" fmla="*/ 1286236 w 12192000"/>
              <a:gd name="connsiteY202" fmla="*/ 2233135 h 2237474"/>
              <a:gd name="connsiteX203" fmla="*/ 1283504 w 12192000"/>
              <a:gd name="connsiteY203" fmla="*/ 2233797 h 2237474"/>
              <a:gd name="connsiteX204" fmla="*/ 1279765 w 12192000"/>
              <a:gd name="connsiteY204" fmla="*/ 2229639 h 2237474"/>
              <a:gd name="connsiteX205" fmla="*/ 1195347 w 12192000"/>
              <a:gd name="connsiteY205" fmla="*/ 2212354 h 2237474"/>
              <a:gd name="connsiteX206" fmla="*/ 970251 w 12192000"/>
              <a:gd name="connsiteY206" fmla="*/ 2221029 h 2237474"/>
              <a:gd name="connsiteX207" fmla="*/ 812914 w 12192000"/>
              <a:gd name="connsiteY207" fmla="*/ 2202752 h 2237474"/>
              <a:gd name="connsiteX208" fmla="*/ 800195 w 12192000"/>
              <a:gd name="connsiteY208" fmla="*/ 2209407 h 2237474"/>
              <a:gd name="connsiteX209" fmla="*/ 784978 w 12192000"/>
              <a:gd name="connsiteY209" fmla="*/ 2212360 h 2237474"/>
              <a:gd name="connsiteX210" fmla="*/ 681987 w 12192000"/>
              <a:gd name="connsiteY210" fmla="*/ 2216757 h 2237474"/>
              <a:gd name="connsiteX211" fmla="*/ 669923 w 12192000"/>
              <a:gd name="connsiteY211" fmla="*/ 2211682 h 2237474"/>
              <a:gd name="connsiteX212" fmla="*/ 648680 w 12192000"/>
              <a:gd name="connsiteY212" fmla="*/ 2206229 h 2237474"/>
              <a:gd name="connsiteX213" fmla="*/ 597225 w 12192000"/>
              <a:gd name="connsiteY213" fmla="*/ 2180999 h 2237474"/>
              <a:gd name="connsiteX214" fmla="*/ 558449 w 12192000"/>
              <a:gd name="connsiteY214" fmla="*/ 2182346 h 2237474"/>
              <a:gd name="connsiteX215" fmla="*/ 550517 w 12192000"/>
              <a:gd name="connsiteY215" fmla="*/ 2182060 h 2237474"/>
              <a:gd name="connsiteX216" fmla="*/ 550309 w 12192000"/>
              <a:gd name="connsiteY216" fmla="*/ 2181825 h 2237474"/>
              <a:gd name="connsiteX217" fmla="*/ 541836 w 12192000"/>
              <a:gd name="connsiteY217" fmla="*/ 2181063 h 2237474"/>
              <a:gd name="connsiteX218" fmla="*/ 536057 w 12192000"/>
              <a:gd name="connsiteY218" fmla="*/ 2181537 h 2237474"/>
              <a:gd name="connsiteX219" fmla="*/ 520671 w 12192000"/>
              <a:gd name="connsiteY219" fmla="*/ 2180980 h 2237474"/>
              <a:gd name="connsiteX220" fmla="*/ 515024 w 12192000"/>
              <a:gd name="connsiteY220" fmla="*/ 2179258 h 2237474"/>
              <a:gd name="connsiteX221" fmla="*/ 512278 w 12192000"/>
              <a:gd name="connsiteY221" fmla="*/ 2176369 h 2237474"/>
              <a:gd name="connsiteX222" fmla="*/ 480419 w 12192000"/>
              <a:gd name="connsiteY222" fmla="*/ 2167807 h 2237474"/>
              <a:gd name="connsiteX223" fmla="*/ 413835 w 12192000"/>
              <a:gd name="connsiteY223" fmla="*/ 2156783 h 2237474"/>
              <a:gd name="connsiteX224" fmla="*/ 376513 w 12192000"/>
              <a:gd name="connsiteY224" fmla="*/ 2154014 h 2237474"/>
              <a:gd name="connsiteX225" fmla="*/ 273386 w 12192000"/>
              <a:gd name="connsiteY225" fmla="*/ 2142551 h 2237474"/>
              <a:gd name="connsiteX226" fmla="*/ 169207 w 12192000"/>
              <a:gd name="connsiteY226" fmla="*/ 2128100 h 2237474"/>
              <a:gd name="connsiteX227" fmla="*/ 93149 w 12192000"/>
              <a:gd name="connsiteY227" fmla="*/ 2105324 h 2237474"/>
              <a:gd name="connsiteX228" fmla="*/ 88109 w 12192000"/>
              <a:gd name="connsiteY228" fmla="*/ 2106704 h 2237474"/>
              <a:gd name="connsiteX229" fmla="*/ 80022 w 12192000"/>
              <a:gd name="connsiteY229" fmla="*/ 2107254 h 2237474"/>
              <a:gd name="connsiteX230" fmla="*/ 79717 w 12192000"/>
              <a:gd name="connsiteY230" fmla="*/ 2107046 h 2237474"/>
              <a:gd name="connsiteX231" fmla="*/ 72352 w 12192000"/>
              <a:gd name="connsiteY231" fmla="*/ 2107991 h 2237474"/>
              <a:gd name="connsiteX232" fmla="*/ 37645 w 12192000"/>
              <a:gd name="connsiteY232" fmla="*/ 2115401 h 2237474"/>
              <a:gd name="connsiteX233" fmla="*/ 4572 w 12192000"/>
              <a:gd name="connsiteY233" fmla="*/ 2111091 h 2237474"/>
              <a:gd name="connsiteX234" fmla="*/ 0 w 12192000"/>
              <a:gd name="connsiteY234" fmla="*/ 2110468 h 2237474"/>
              <a:gd name="connsiteX235" fmla="*/ 0 w 12192000"/>
              <a:gd name="connsiteY23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64035 w 12192000"/>
              <a:gd name="connsiteY106" fmla="*/ 1667683 h 2237474"/>
              <a:gd name="connsiteX107" fmla="*/ 6280959 w 12192000"/>
              <a:gd name="connsiteY107" fmla="*/ 1689329 h 2237474"/>
              <a:gd name="connsiteX108" fmla="*/ 6243319 w 12192000"/>
              <a:gd name="connsiteY108" fmla="*/ 1695560 h 2237474"/>
              <a:gd name="connsiteX109" fmla="*/ 6098321 w 12192000"/>
              <a:gd name="connsiteY109" fmla="*/ 1721646 h 2237474"/>
              <a:gd name="connsiteX110" fmla="*/ 5880652 w 12192000"/>
              <a:gd name="connsiteY110" fmla="*/ 1779643 h 2237474"/>
              <a:gd name="connsiteX111" fmla="*/ 5785959 w 12192000"/>
              <a:gd name="connsiteY111" fmla="*/ 1775307 h 2237474"/>
              <a:gd name="connsiteX112" fmla="*/ 5643534 w 12192000"/>
              <a:gd name="connsiteY112" fmla="*/ 1802919 h 2237474"/>
              <a:gd name="connsiteX113" fmla="*/ 5518799 w 12192000"/>
              <a:gd name="connsiteY113" fmla="*/ 1818312 h 2237474"/>
              <a:gd name="connsiteX114" fmla="*/ 5505014 w 12192000"/>
              <a:gd name="connsiteY114" fmla="*/ 1819259 h 2237474"/>
              <a:gd name="connsiteX115" fmla="*/ 5453307 w 12192000"/>
              <a:gd name="connsiteY115" fmla="*/ 1815450 h 2237474"/>
              <a:gd name="connsiteX116" fmla="*/ 5364192 w 12192000"/>
              <a:gd name="connsiteY116" fmla="*/ 1826074 h 2237474"/>
              <a:gd name="connsiteX117" fmla="*/ 5350380 w 12192000"/>
              <a:gd name="connsiteY117" fmla="*/ 1830891 h 2237474"/>
              <a:gd name="connsiteX118" fmla="*/ 5259633 w 12192000"/>
              <a:gd name="connsiteY118" fmla="*/ 1837160 h 2237474"/>
              <a:gd name="connsiteX119" fmla="*/ 5197513 w 12192000"/>
              <a:gd name="connsiteY119" fmla="*/ 1844718 h 2237474"/>
              <a:gd name="connsiteX120" fmla="*/ 5184170 w 12192000"/>
              <a:gd name="connsiteY120" fmla="*/ 1849402 h 2237474"/>
              <a:gd name="connsiteX121" fmla="*/ 5168852 w 12192000"/>
              <a:gd name="connsiteY121" fmla="*/ 1844846 h 2237474"/>
              <a:gd name="connsiteX122" fmla="*/ 5164370 w 12192000"/>
              <a:gd name="connsiteY122" fmla="*/ 1840597 h 2237474"/>
              <a:gd name="connsiteX123" fmla="*/ 5114927 w 12192000"/>
              <a:gd name="connsiteY123" fmla="*/ 1847827 h 2237474"/>
              <a:gd name="connsiteX124" fmla="*/ 5108970 w 12192000"/>
              <a:gd name="connsiteY124" fmla="*/ 1847935 h 2237474"/>
              <a:gd name="connsiteX125" fmla="*/ 5067961 w 12192000"/>
              <a:gd name="connsiteY125" fmla="*/ 1845917 h 2237474"/>
              <a:gd name="connsiteX126" fmla="*/ 5007075 w 12192000"/>
              <a:gd name="connsiteY126" fmla="*/ 1838626 h 2237474"/>
              <a:gd name="connsiteX127" fmla="*/ 4944087 w 12192000"/>
              <a:gd name="connsiteY127" fmla="*/ 1823332 h 2237474"/>
              <a:gd name="connsiteX128" fmla="*/ 4907662 w 12192000"/>
              <a:gd name="connsiteY128" fmla="*/ 1816900 h 2237474"/>
              <a:gd name="connsiteX129" fmla="*/ 4882386 w 12192000"/>
              <a:gd name="connsiteY129" fmla="*/ 1809844 h 2237474"/>
              <a:gd name="connsiteX130" fmla="*/ 4811440 w 12192000"/>
              <a:gd name="connsiteY130" fmla="*/ 1804655 h 2237474"/>
              <a:gd name="connsiteX131" fmla="*/ 4691075 w 12192000"/>
              <a:gd name="connsiteY131" fmla="*/ 1801389 h 2237474"/>
              <a:gd name="connsiteX132" fmla="*/ 4611738 w 12192000"/>
              <a:gd name="connsiteY132" fmla="*/ 1776964 h 2237474"/>
              <a:gd name="connsiteX133" fmla="*/ 4560070 w 12192000"/>
              <a:gd name="connsiteY133" fmla="*/ 1785640 h 2237474"/>
              <a:gd name="connsiteX134" fmla="*/ 4536503 w 12192000"/>
              <a:gd name="connsiteY134" fmla="*/ 1785334 h 2237474"/>
              <a:gd name="connsiteX135" fmla="*/ 4513724 w 12192000"/>
              <a:gd name="connsiteY135" fmla="*/ 1791996 h 2237474"/>
              <a:gd name="connsiteX136" fmla="*/ 4459810 w 12192000"/>
              <a:gd name="connsiteY136" fmla="*/ 1797886 h 2237474"/>
              <a:gd name="connsiteX137" fmla="*/ 4379064 w 12192000"/>
              <a:gd name="connsiteY137" fmla="*/ 1817177 h 2237474"/>
              <a:gd name="connsiteX138" fmla="*/ 4319209 w 12192000"/>
              <a:gd name="connsiteY138" fmla="*/ 1834833 h 2237474"/>
              <a:gd name="connsiteX139" fmla="*/ 4290981 w 12192000"/>
              <a:gd name="connsiteY139" fmla="*/ 1839677 h 2237474"/>
              <a:gd name="connsiteX140" fmla="*/ 4285792 w 12192000"/>
              <a:gd name="connsiteY140" fmla="*/ 1836231 h 2237474"/>
              <a:gd name="connsiteX141" fmla="*/ 4238372 w 12192000"/>
              <a:gd name="connsiteY141" fmla="*/ 1851480 h 2237474"/>
              <a:gd name="connsiteX142" fmla="*/ 4232517 w 12192000"/>
              <a:gd name="connsiteY142" fmla="*/ 1852567 h 2237474"/>
              <a:gd name="connsiteX143" fmla="*/ 4191732 w 12192000"/>
              <a:gd name="connsiteY143" fmla="*/ 1857328 h 2237474"/>
              <a:gd name="connsiteX144" fmla="*/ 4065532 w 12192000"/>
              <a:gd name="connsiteY144" fmla="*/ 1855477 h 2237474"/>
              <a:gd name="connsiteX145" fmla="*/ 4028460 w 12192000"/>
              <a:gd name="connsiteY145" fmla="*/ 1855137 h 2237474"/>
              <a:gd name="connsiteX146" fmla="*/ 4002267 w 12192000"/>
              <a:gd name="connsiteY146" fmla="*/ 1852352 h 2237474"/>
              <a:gd name="connsiteX147" fmla="*/ 3931396 w 12192000"/>
              <a:gd name="connsiteY147" fmla="*/ 1858915 h 2237474"/>
              <a:gd name="connsiteX148" fmla="*/ 3812162 w 12192000"/>
              <a:gd name="connsiteY148" fmla="*/ 1875501 h 2237474"/>
              <a:gd name="connsiteX149" fmla="*/ 3729530 w 12192000"/>
              <a:gd name="connsiteY149" fmla="*/ 1864513 h 2237474"/>
              <a:gd name="connsiteX150" fmla="*/ 3680177 w 12192000"/>
              <a:gd name="connsiteY150" fmla="*/ 1881552 h 2237474"/>
              <a:gd name="connsiteX151" fmla="*/ 3567259 w 12192000"/>
              <a:gd name="connsiteY151" fmla="*/ 1893482 h 2237474"/>
              <a:gd name="connsiteX152" fmla="*/ 3405770 w 12192000"/>
              <a:gd name="connsiteY152" fmla="*/ 1904591 h 2237474"/>
              <a:gd name="connsiteX153" fmla="*/ 3280097 w 12192000"/>
              <a:gd name="connsiteY153" fmla="*/ 1919610 h 2237474"/>
              <a:gd name="connsiteX154" fmla="*/ 3123424 w 12192000"/>
              <a:gd name="connsiteY154" fmla="*/ 1952930 h 2237474"/>
              <a:gd name="connsiteX155" fmla="*/ 3009910 w 12192000"/>
              <a:gd name="connsiteY155" fmla="*/ 1957866 h 2237474"/>
              <a:gd name="connsiteX156" fmla="*/ 2995934 w 12192000"/>
              <a:gd name="connsiteY156" fmla="*/ 1967085 h 2237474"/>
              <a:gd name="connsiteX157" fmla="*/ 2980071 w 12192000"/>
              <a:gd name="connsiteY157" fmla="*/ 1972988 h 2237474"/>
              <a:gd name="connsiteX158" fmla="*/ 2978094 w 12192000"/>
              <a:gd name="connsiteY158" fmla="*/ 1972369 h 2237474"/>
              <a:gd name="connsiteX159" fmla="*/ 2942858 w 12192000"/>
              <a:gd name="connsiteY159" fmla="*/ 1981367 h 2237474"/>
              <a:gd name="connsiteX160" fmla="*/ 2875436 w 12192000"/>
              <a:gd name="connsiteY160" fmla="*/ 1996977 h 2237474"/>
              <a:gd name="connsiteX161" fmla="*/ 2874892 w 12192000"/>
              <a:gd name="connsiteY161" fmla="*/ 1996085 h 2237474"/>
              <a:gd name="connsiteX162" fmla="*/ 2864145 w 12192000"/>
              <a:gd name="connsiteY162" fmla="*/ 1994061 h 2237474"/>
              <a:gd name="connsiteX163" fmla="*/ 2843662 w 12192000"/>
              <a:gd name="connsiteY163" fmla="*/ 1992498 h 2237474"/>
              <a:gd name="connsiteX164" fmla="*/ 2796128 w 12192000"/>
              <a:gd name="connsiteY164" fmla="*/ 1976403 h 2237474"/>
              <a:gd name="connsiteX165" fmla="*/ 2756784 w 12192000"/>
              <a:gd name="connsiteY165" fmla="*/ 1985116 h 2237474"/>
              <a:gd name="connsiteX166" fmla="*/ 2748833 w 12192000"/>
              <a:gd name="connsiteY166" fmla="*/ 1986323 h 2237474"/>
              <a:gd name="connsiteX167" fmla="*/ 2748661 w 12192000"/>
              <a:gd name="connsiteY167" fmla="*/ 1986122 h 2237474"/>
              <a:gd name="connsiteX168" fmla="*/ 2740251 w 12192000"/>
              <a:gd name="connsiteY168" fmla="*/ 1986946 h 2237474"/>
              <a:gd name="connsiteX169" fmla="*/ 2718916 w 12192000"/>
              <a:gd name="connsiteY169" fmla="*/ 1990867 h 2237474"/>
              <a:gd name="connsiteX170" fmla="*/ 2713522 w 12192000"/>
              <a:gd name="connsiteY170" fmla="*/ 1990173 h 2237474"/>
              <a:gd name="connsiteX171" fmla="*/ 2680597 w 12192000"/>
              <a:gd name="connsiteY171" fmla="*/ 1984996 h 2237474"/>
              <a:gd name="connsiteX172" fmla="*/ 2578178 w 12192000"/>
              <a:gd name="connsiteY172" fmla="*/ 1990531 h 2237474"/>
              <a:gd name="connsiteX173" fmla="*/ 2476147 w 12192000"/>
              <a:gd name="connsiteY173" fmla="*/ 1998305 h 2237474"/>
              <a:gd name="connsiteX174" fmla="*/ 2373568 w 12192000"/>
              <a:gd name="connsiteY174" fmla="*/ 2003219 h 2237474"/>
              <a:gd name="connsiteX175" fmla="*/ 2321399 w 12192000"/>
              <a:gd name="connsiteY175" fmla="*/ 1989467 h 2237474"/>
              <a:gd name="connsiteX176" fmla="*/ 2315525 w 12192000"/>
              <a:gd name="connsiteY176" fmla="*/ 1989708 h 2237474"/>
              <a:gd name="connsiteX177" fmla="*/ 2300792 w 12192000"/>
              <a:gd name="connsiteY177" fmla="*/ 1994290 h 2237474"/>
              <a:gd name="connsiteX178" fmla="*/ 2295469 w 12192000"/>
              <a:gd name="connsiteY178" fmla="*/ 1996659 h 2237474"/>
              <a:gd name="connsiteX179" fmla="*/ 2287219 w 12192000"/>
              <a:gd name="connsiteY179" fmla="*/ 1998750 h 2237474"/>
              <a:gd name="connsiteX180" fmla="*/ 2286948 w 12192000"/>
              <a:gd name="connsiteY180" fmla="*/ 1998596 h 2237474"/>
              <a:gd name="connsiteX181" fmla="*/ 2243069 w 12192000"/>
              <a:gd name="connsiteY181" fmla="*/ 2015111 h 2237474"/>
              <a:gd name="connsiteX182" fmla="*/ 2186609 w 12192000"/>
              <a:gd name="connsiteY182" fmla="*/ 2008263 h 2237474"/>
              <a:gd name="connsiteX183" fmla="*/ 2164831 w 12192000"/>
              <a:gd name="connsiteY183" fmla="*/ 2010143 h 2237474"/>
              <a:gd name="connsiteX184" fmla="*/ 2152836 w 12192000"/>
              <a:gd name="connsiteY184" fmla="*/ 2010048 h 2237474"/>
              <a:gd name="connsiteX185" fmla="*/ 2117102 w 12192000"/>
              <a:gd name="connsiteY185" fmla="*/ 2023004 h 2237474"/>
              <a:gd name="connsiteX186" fmla="*/ 2111935 w 12192000"/>
              <a:gd name="connsiteY186" fmla="*/ 2023163 h 2237474"/>
              <a:gd name="connsiteX187" fmla="*/ 2089991 w 12192000"/>
              <a:gd name="connsiteY187" fmla="*/ 2034193 h 2237474"/>
              <a:gd name="connsiteX188" fmla="*/ 2058061 w 12192000"/>
              <a:gd name="connsiteY188" fmla="*/ 2047942 h 2237474"/>
              <a:gd name="connsiteX189" fmla="*/ 2055737 w 12192000"/>
              <a:gd name="connsiteY189" fmla="*/ 2047704 h 2237474"/>
              <a:gd name="connsiteX190" fmla="*/ 2042244 w 12192000"/>
              <a:gd name="connsiteY190" fmla="*/ 2055560 h 2237474"/>
              <a:gd name="connsiteX191" fmla="*/ 1976224 w 12192000"/>
              <a:gd name="connsiteY191" fmla="*/ 2074257 h 2237474"/>
              <a:gd name="connsiteX192" fmla="*/ 1877728 w 12192000"/>
              <a:gd name="connsiteY192" fmla="*/ 2101004 h 2237474"/>
              <a:gd name="connsiteX193" fmla="*/ 1759056 w 12192000"/>
              <a:gd name="connsiteY193" fmla="*/ 2125608 h 2237474"/>
              <a:gd name="connsiteX194" fmla="*/ 1637948 w 12192000"/>
              <a:gd name="connsiteY194" fmla="*/ 2172597 h 2237474"/>
              <a:gd name="connsiteX195" fmla="*/ 1434549 w 12192000"/>
              <a:gd name="connsiteY195" fmla="*/ 2234522 h 2237474"/>
              <a:gd name="connsiteX196" fmla="*/ 1398481 w 12192000"/>
              <a:gd name="connsiteY196" fmla="*/ 2237074 h 2237474"/>
              <a:gd name="connsiteX197" fmla="*/ 1398407 w 12192000"/>
              <a:gd name="connsiteY197" fmla="*/ 2237095 h 2237474"/>
              <a:gd name="connsiteX198" fmla="*/ 1370962 w 12192000"/>
              <a:gd name="connsiteY198" fmla="*/ 2237474 h 2237474"/>
              <a:gd name="connsiteX199" fmla="*/ 1356367 w 12192000"/>
              <a:gd name="connsiteY199" fmla="*/ 2235089 h 2237474"/>
              <a:gd name="connsiteX200" fmla="*/ 1324828 w 12192000"/>
              <a:gd name="connsiteY200" fmla="*/ 2231968 h 2237474"/>
              <a:gd name="connsiteX201" fmla="*/ 1297744 w 12192000"/>
              <a:gd name="connsiteY201" fmla="*/ 2235849 h 2237474"/>
              <a:gd name="connsiteX202" fmla="*/ 1286236 w 12192000"/>
              <a:gd name="connsiteY202" fmla="*/ 2233135 h 2237474"/>
              <a:gd name="connsiteX203" fmla="*/ 1283504 w 12192000"/>
              <a:gd name="connsiteY203" fmla="*/ 2233797 h 2237474"/>
              <a:gd name="connsiteX204" fmla="*/ 1279765 w 12192000"/>
              <a:gd name="connsiteY204" fmla="*/ 2229639 h 2237474"/>
              <a:gd name="connsiteX205" fmla="*/ 1195347 w 12192000"/>
              <a:gd name="connsiteY205" fmla="*/ 2212354 h 2237474"/>
              <a:gd name="connsiteX206" fmla="*/ 970251 w 12192000"/>
              <a:gd name="connsiteY206" fmla="*/ 2221029 h 2237474"/>
              <a:gd name="connsiteX207" fmla="*/ 812914 w 12192000"/>
              <a:gd name="connsiteY207" fmla="*/ 2202752 h 2237474"/>
              <a:gd name="connsiteX208" fmla="*/ 800195 w 12192000"/>
              <a:gd name="connsiteY208" fmla="*/ 2209407 h 2237474"/>
              <a:gd name="connsiteX209" fmla="*/ 784978 w 12192000"/>
              <a:gd name="connsiteY209" fmla="*/ 2212360 h 2237474"/>
              <a:gd name="connsiteX210" fmla="*/ 681987 w 12192000"/>
              <a:gd name="connsiteY210" fmla="*/ 2216757 h 2237474"/>
              <a:gd name="connsiteX211" fmla="*/ 669923 w 12192000"/>
              <a:gd name="connsiteY211" fmla="*/ 2211682 h 2237474"/>
              <a:gd name="connsiteX212" fmla="*/ 648680 w 12192000"/>
              <a:gd name="connsiteY212" fmla="*/ 2206229 h 2237474"/>
              <a:gd name="connsiteX213" fmla="*/ 597225 w 12192000"/>
              <a:gd name="connsiteY213" fmla="*/ 2180999 h 2237474"/>
              <a:gd name="connsiteX214" fmla="*/ 558449 w 12192000"/>
              <a:gd name="connsiteY214" fmla="*/ 2182346 h 2237474"/>
              <a:gd name="connsiteX215" fmla="*/ 550517 w 12192000"/>
              <a:gd name="connsiteY215" fmla="*/ 2182060 h 2237474"/>
              <a:gd name="connsiteX216" fmla="*/ 550309 w 12192000"/>
              <a:gd name="connsiteY216" fmla="*/ 2181825 h 2237474"/>
              <a:gd name="connsiteX217" fmla="*/ 541836 w 12192000"/>
              <a:gd name="connsiteY217" fmla="*/ 2181063 h 2237474"/>
              <a:gd name="connsiteX218" fmla="*/ 536057 w 12192000"/>
              <a:gd name="connsiteY218" fmla="*/ 2181537 h 2237474"/>
              <a:gd name="connsiteX219" fmla="*/ 520671 w 12192000"/>
              <a:gd name="connsiteY219" fmla="*/ 2180980 h 2237474"/>
              <a:gd name="connsiteX220" fmla="*/ 515024 w 12192000"/>
              <a:gd name="connsiteY220" fmla="*/ 2179258 h 2237474"/>
              <a:gd name="connsiteX221" fmla="*/ 512278 w 12192000"/>
              <a:gd name="connsiteY221" fmla="*/ 2176369 h 2237474"/>
              <a:gd name="connsiteX222" fmla="*/ 480419 w 12192000"/>
              <a:gd name="connsiteY222" fmla="*/ 2167807 h 2237474"/>
              <a:gd name="connsiteX223" fmla="*/ 413835 w 12192000"/>
              <a:gd name="connsiteY223" fmla="*/ 2156783 h 2237474"/>
              <a:gd name="connsiteX224" fmla="*/ 376513 w 12192000"/>
              <a:gd name="connsiteY224" fmla="*/ 2154014 h 2237474"/>
              <a:gd name="connsiteX225" fmla="*/ 273386 w 12192000"/>
              <a:gd name="connsiteY225" fmla="*/ 2142551 h 2237474"/>
              <a:gd name="connsiteX226" fmla="*/ 169207 w 12192000"/>
              <a:gd name="connsiteY226" fmla="*/ 2128100 h 2237474"/>
              <a:gd name="connsiteX227" fmla="*/ 93149 w 12192000"/>
              <a:gd name="connsiteY227" fmla="*/ 2105324 h 2237474"/>
              <a:gd name="connsiteX228" fmla="*/ 88109 w 12192000"/>
              <a:gd name="connsiteY228" fmla="*/ 2106704 h 2237474"/>
              <a:gd name="connsiteX229" fmla="*/ 80022 w 12192000"/>
              <a:gd name="connsiteY229" fmla="*/ 2107254 h 2237474"/>
              <a:gd name="connsiteX230" fmla="*/ 79717 w 12192000"/>
              <a:gd name="connsiteY230" fmla="*/ 2107046 h 2237474"/>
              <a:gd name="connsiteX231" fmla="*/ 72352 w 12192000"/>
              <a:gd name="connsiteY231" fmla="*/ 2107991 h 2237474"/>
              <a:gd name="connsiteX232" fmla="*/ 37645 w 12192000"/>
              <a:gd name="connsiteY232" fmla="*/ 2115401 h 2237474"/>
              <a:gd name="connsiteX233" fmla="*/ 4572 w 12192000"/>
              <a:gd name="connsiteY233" fmla="*/ 2111091 h 2237474"/>
              <a:gd name="connsiteX234" fmla="*/ 0 w 12192000"/>
              <a:gd name="connsiteY234" fmla="*/ 2110468 h 2237474"/>
              <a:gd name="connsiteX235" fmla="*/ 0 w 12192000"/>
              <a:gd name="connsiteY23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08541 w 12192000"/>
              <a:gd name="connsiteY102" fmla="*/ 1668757 h 2237474"/>
              <a:gd name="connsiteX103" fmla="*/ 6471012 w 12192000"/>
              <a:gd name="connsiteY103" fmla="*/ 1678604 h 2237474"/>
              <a:gd name="connsiteX104" fmla="*/ 6415265 w 12192000"/>
              <a:gd name="connsiteY104" fmla="*/ 1665317 h 2237474"/>
              <a:gd name="connsiteX105" fmla="*/ 6364035 w 12192000"/>
              <a:gd name="connsiteY105" fmla="*/ 1667683 h 2237474"/>
              <a:gd name="connsiteX106" fmla="*/ 6280959 w 12192000"/>
              <a:gd name="connsiteY106" fmla="*/ 1689329 h 2237474"/>
              <a:gd name="connsiteX107" fmla="*/ 6243319 w 12192000"/>
              <a:gd name="connsiteY107" fmla="*/ 1695560 h 2237474"/>
              <a:gd name="connsiteX108" fmla="*/ 6098321 w 12192000"/>
              <a:gd name="connsiteY108" fmla="*/ 1721646 h 2237474"/>
              <a:gd name="connsiteX109" fmla="*/ 5880652 w 12192000"/>
              <a:gd name="connsiteY109" fmla="*/ 1779643 h 2237474"/>
              <a:gd name="connsiteX110" fmla="*/ 5785959 w 12192000"/>
              <a:gd name="connsiteY110" fmla="*/ 1775307 h 2237474"/>
              <a:gd name="connsiteX111" fmla="*/ 5643534 w 12192000"/>
              <a:gd name="connsiteY111" fmla="*/ 1802919 h 2237474"/>
              <a:gd name="connsiteX112" fmla="*/ 5518799 w 12192000"/>
              <a:gd name="connsiteY112" fmla="*/ 1818312 h 2237474"/>
              <a:gd name="connsiteX113" fmla="*/ 5505014 w 12192000"/>
              <a:gd name="connsiteY113" fmla="*/ 1819259 h 2237474"/>
              <a:gd name="connsiteX114" fmla="*/ 5453307 w 12192000"/>
              <a:gd name="connsiteY114" fmla="*/ 1815450 h 2237474"/>
              <a:gd name="connsiteX115" fmla="*/ 5364192 w 12192000"/>
              <a:gd name="connsiteY115" fmla="*/ 1826074 h 2237474"/>
              <a:gd name="connsiteX116" fmla="*/ 5350380 w 12192000"/>
              <a:gd name="connsiteY116" fmla="*/ 1830891 h 2237474"/>
              <a:gd name="connsiteX117" fmla="*/ 5259633 w 12192000"/>
              <a:gd name="connsiteY117" fmla="*/ 1837160 h 2237474"/>
              <a:gd name="connsiteX118" fmla="*/ 5197513 w 12192000"/>
              <a:gd name="connsiteY118" fmla="*/ 1844718 h 2237474"/>
              <a:gd name="connsiteX119" fmla="*/ 5184170 w 12192000"/>
              <a:gd name="connsiteY119" fmla="*/ 1849402 h 2237474"/>
              <a:gd name="connsiteX120" fmla="*/ 5168852 w 12192000"/>
              <a:gd name="connsiteY120" fmla="*/ 1844846 h 2237474"/>
              <a:gd name="connsiteX121" fmla="*/ 5164370 w 12192000"/>
              <a:gd name="connsiteY121" fmla="*/ 1840597 h 2237474"/>
              <a:gd name="connsiteX122" fmla="*/ 5114927 w 12192000"/>
              <a:gd name="connsiteY122" fmla="*/ 1847827 h 2237474"/>
              <a:gd name="connsiteX123" fmla="*/ 5108970 w 12192000"/>
              <a:gd name="connsiteY123" fmla="*/ 1847935 h 2237474"/>
              <a:gd name="connsiteX124" fmla="*/ 5067961 w 12192000"/>
              <a:gd name="connsiteY124" fmla="*/ 1845917 h 2237474"/>
              <a:gd name="connsiteX125" fmla="*/ 5007075 w 12192000"/>
              <a:gd name="connsiteY125" fmla="*/ 1838626 h 2237474"/>
              <a:gd name="connsiteX126" fmla="*/ 4944087 w 12192000"/>
              <a:gd name="connsiteY126" fmla="*/ 1823332 h 2237474"/>
              <a:gd name="connsiteX127" fmla="*/ 4907662 w 12192000"/>
              <a:gd name="connsiteY127" fmla="*/ 1816900 h 2237474"/>
              <a:gd name="connsiteX128" fmla="*/ 4882386 w 12192000"/>
              <a:gd name="connsiteY128" fmla="*/ 1809844 h 2237474"/>
              <a:gd name="connsiteX129" fmla="*/ 4811440 w 12192000"/>
              <a:gd name="connsiteY129" fmla="*/ 1804655 h 2237474"/>
              <a:gd name="connsiteX130" fmla="*/ 4691075 w 12192000"/>
              <a:gd name="connsiteY130" fmla="*/ 1801389 h 2237474"/>
              <a:gd name="connsiteX131" fmla="*/ 4611738 w 12192000"/>
              <a:gd name="connsiteY131" fmla="*/ 1776964 h 2237474"/>
              <a:gd name="connsiteX132" fmla="*/ 4560070 w 12192000"/>
              <a:gd name="connsiteY132" fmla="*/ 1785640 h 2237474"/>
              <a:gd name="connsiteX133" fmla="*/ 4536503 w 12192000"/>
              <a:gd name="connsiteY133" fmla="*/ 1785334 h 2237474"/>
              <a:gd name="connsiteX134" fmla="*/ 4513724 w 12192000"/>
              <a:gd name="connsiteY134" fmla="*/ 1791996 h 2237474"/>
              <a:gd name="connsiteX135" fmla="*/ 4459810 w 12192000"/>
              <a:gd name="connsiteY135" fmla="*/ 1797886 h 2237474"/>
              <a:gd name="connsiteX136" fmla="*/ 4379064 w 12192000"/>
              <a:gd name="connsiteY136" fmla="*/ 1817177 h 2237474"/>
              <a:gd name="connsiteX137" fmla="*/ 4319209 w 12192000"/>
              <a:gd name="connsiteY137" fmla="*/ 1834833 h 2237474"/>
              <a:gd name="connsiteX138" fmla="*/ 4290981 w 12192000"/>
              <a:gd name="connsiteY138" fmla="*/ 1839677 h 2237474"/>
              <a:gd name="connsiteX139" fmla="*/ 4285792 w 12192000"/>
              <a:gd name="connsiteY139" fmla="*/ 1836231 h 2237474"/>
              <a:gd name="connsiteX140" fmla="*/ 4238372 w 12192000"/>
              <a:gd name="connsiteY140" fmla="*/ 1851480 h 2237474"/>
              <a:gd name="connsiteX141" fmla="*/ 4232517 w 12192000"/>
              <a:gd name="connsiteY141" fmla="*/ 1852567 h 2237474"/>
              <a:gd name="connsiteX142" fmla="*/ 4191732 w 12192000"/>
              <a:gd name="connsiteY142" fmla="*/ 1857328 h 2237474"/>
              <a:gd name="connsiteX143" fmla="*/ 4065532 w 12192000"/>
              <a:gd name="connsiteY143" fmla="*/ 1855477 h 2237474"/>
              <a:gd name="connsiteX144" fmla="*/ 4028460 w 12192000"/>
              <a:gd name="connsiteY144" fmla="*/ 1855137 h 2237474"/>
              <a:gd name="connsiteX145" fmla="*/ 4002267 w 12192000"/>
              <a:gd name="connsiteY145" fmla="*/ 1852352 h 2237474"/>
              <a:gd name="connsiteX146" fmla="*/ 3931396 w 12192000"/>
              <a:gd name="connsiteY146" fmla="*/ 1858915 h 2237474"/>
              <a:gd name="connsiteX147" fmla="*/ 3812162 w 12192000"/>
              <a:gd name="connsiteY147" fmla="*/ 1875501 h 2237474"/>
              <a:gd name="connsiteX148" fmla="*/ 3729530 w 12192000"/>
              <a:gd name="connsiteY148" fmla="*/ 1864513 h 2237474"/>
              <a:gd name="connsiteX149" fmla="*/ 3680177 w 12192000"/>
              <a:gd name="connsiteY149" fmla="*/ 1881552 h 2237474"/>
              <a:gd name="connsiteX150" fmla="*/ 3567259 w 12192000"/>
              <a:gd name="connsiteY150" fmla="*/ 1893482 h 2237474"/>
              <a:gd name="connsiteX151" fmla="*/ 3405770 w 12192000"/>
              <a:gd name="connsiteY151" fmla="*/ 1904591 h 2237474"/>
              <a:gd name="connsiteX152" fmla="*/ 3280097 w 12192000"/>
              <a:gd name="connsiteY152" fmla="*/ 1919610 h 2237474"/>
              <a:gd name="connsiteX153" fmla="*/ 3123424 w 12192000"/>
              <a:gd name="connsiteY153" fmla="*/ 1952930 h 2237474"/>
              <a:gd name="connsiteX154" fmla="*/ 3009910 w 12192000"/>
              <a:gd name="connsiteY154" fmla="*/ 1957866 h 2237474"/>
              <a:gd name="connsiteX155" fmla="*/ 2995934 w 12192000"/>
              <a:gd name="connsiteY155" fmla="*/ 1967085 h 2237474"/>
              <a:gd name="connsiteX156" fmla="*/ 2980071 w 12192000"/>
              <a:gd name="connsiteY156" fmla="*/ 1972988 h 2237474"/>
              <a:gd name="connsiteX157" fmla="*/ 2978094 w 12192000"/>
              <a:gd name="connsiteY157" fmla="*/ 1972369 h 2237474"/>
              <a:gd name="connsiteX158" fmla="*/ 2942858 w 12192000"/>
              <a:gd name="connsiteY158" fmla="*/ 1981367 h 2237474"/>
              <a:gd name="connsiteX159" fmla="*/ 2875436 w 12192000"/>
              <a:gd name="connsiteY159" fmla="*/ 1996977 h 2237474"/>
              <a:gd name="connsiteX160" fmla="*/ 2874892 w 12192000"/>
              <a:gd name="connsiteY160" fmla="*/ 1996085 h 2237474"/>
              <a:gd name="connsiteX161" fmla="*/ 2864145 w 12192000"/>
              <a:gd name="connsiteY161" fmla="*/ 1994061 h 2237474"/>
              <a:gd name="connsiteX162" fmla="*/ 2843662 w 12192000"/>
              <a:gd name="connsiteY162" fmla="*/ 1992498 h 2237474"/>
              <a:gd name="connsiteX163" fmla="*/ 2796128 w 12192000"/>
              <a:gd name="connsiteY163" fmla="*/ 1976403 h 2237474"/>
              <a:gd name="connsiteX164" fmla="*/ 2756784 w 12192000"/>
              <a:gd name="connsiteY164" fmla="*/ 1985116 h 2237474"/>
              <a:gd name="connsiteX165" fmla="*/ 2748833 w 12192000"/>
              <a:gd name="connsiteY165" fmla="*/ 1986323 h 2237474"/>
              <a:gd name="connsiteX166" fmla="*/ 2748661 w 12192000"/>
              <a:gd name="connsiteY166" fmla="*/ 1986122 h 2237474"/>
              <a:gd name="connsiteX167" fmla="*/ 2740251 w 12192000"/>
              <a:gd name="connsiteY167" fmla="*/ 1986946 h 2237474"/>
              <a:gd name="connsiteX168" fmla="*/ 2718916 w 12192000"/>
              <a:gd name="connsiteY168" fmla="*/ 1990867 h 2237474"/>
              <a:gd name="connsiteX169" fmla="*/ 2713522 w 12192000"/>
              <a:gd name="connsiteY169" fmla="*/ 1990173 h 2237474"/>
              <a:gd name="connsiteX170" fmla="*/ 2680597 w 12192000"/>
              <a:gd name="connsiteY170" fmla="*/ 1984996 h 2237474"/>
              <a:gd name="connsiteX171" fmla="*/ 2578178 w 12192000"/>
              <a:gd name="connsiteY171" fmla="*/ 1990531 h 2237474"/>
              <a:gd name="connsiteX172" fmla="*/ 2476147 w 12192000"/>
              <a:gd name="connsiteY172" fmla="*/ 1998305 h 2237474"/>
              <a:gd name="connsiteX173" fmla="*/ 2373568 w 12192000"/>
              <a:gd name="connsiteY173" fmla="*/ 2003219 h 2237474"/>
              <a:gd name="connsiteX174" fmla="*/ 2321399 w 12192000"/>
              <a:gd name="connsiteY174" fmla="*/ 1989467 h 2237474"/>
              <a:gd name="connsiteX175" fmla="*/ 2315525 w 12192000"/>
              <a:gd name="connsiteY175" fmla="*/ 1989708 h 2237474"/>
              <a:gd name="connsiteX176" fmla="*/ 2300792 w 12192000"/>
              <a:gd name="connsiteY176" fmla="*/ 1994290 h 2237474"/>
              <a:gd name="connsiteX177" fmla="*/ 2295469 w 12192000"/>
              <a:gd name="connsiteY177" fmla="*/ 1996659 h 2237474"/>
              <a:gd name="connsiteX178" fmla="*/ 2287219 w 12192000"/>
              <a:gd name="connsiteY178" fmla="*/ 1998750 h 2237474"/>
              <a:gd name="connsiteX179" fmla="*/ 2286948 w 12192000"/>
              <a:gd name="connsiteY179" fmla="*/ 1998596 h 2237474"/>
              <a:gd name="connsiteX180" fmla="*/ 2243069 w 12192000"/>
              <a:gd name="connsiteY180" fmla="*/ 2015111 h 2237474"/>
              <a:gd name="connsiteX181" fmla="*/ 2186609 w 12192000"/>
              <a:gd name="connsiteY181" fmla="*/ 2008263 h 2237474"/>
              <a:gd name="connsiteX182" fmla="*/ 2164831 w 12192000"/>
              <a:gd name="connsiteY182" fmla="*/ 2010143 h 2237474"/>
              <a:gd name="connsiteX183" fmla="*/ 2152836 w 12192000"/>
              <a:gd name="connsiteY183" fmla="*/ 2010048 h 2237474"/>
              <a:gd name="connsiteX184" fmla="*/ 2117102 w 12192000"/>
              <a:gd name="connsiteY184" fmla="*/ 2023004 h 2237474"/>
              <a:gd name="connsiteX185" fmla="*/ 2111935 w 12192000"/>
              <a:gd name="connsiteY185" fmla="*/ 2023163 h 2237474"/>
              <a:gd name="connsiteX186" fmla="*/ 2089991 w 12192000"/>
              <a:gd name="connsiteY186" fmla="*/ 2034193 h 2237474"/>
              <a:gd name="connsiteX187" fmla="*/ 2058061 w 12192000"/>
              <a:gd name="connsiteY187" fmla="*/ 2047942 h 2237474"/>
              <a:gd name="connsiteX188" fmla="*/ 2055737 w 12192000"/>
              <a:gd name="connsiteY188" fmla="*/ 2047704 h 2237474"/>
              <a:gd name="connsiteX189" fmla="*/ 2042244 w 12192000"/>
              <a:gd name="connsiteY189" fmla="*/ 2055560 h 2237474"/>
              <a:gd name="connsiteX190" fmla="*/ 1976224 w 12192000"/>
              <a:gd name="connsiteY190" fmla="*/ 2074257 h 2237474"/>
              <a:gd name="connsiteX191" fmla="*/ 1877728 w 12192000"/>
              <a:gd name="connsiteY191" fmla="*/ 2101004 h 2237474"/>
              <a:gd name="connsiteX192" fmla="*/ 1759056 w 12192000"/>
              <a:gd name="connsiteY192" fmla="*/ 2125608 h 2237474"/>
              <a:gd name="connsiteX193" fmla="*/ 1637948 w 12192000"/>
              <a:gd name="connsiteY193" fmla="*/ 2172597 h 2237474"/>
              <a:gd name="connsiteX194" fmla="*/ 1434549 w 12192000"/>
              <a:gd name="connsiteY194" fmla="*/ 2234522 h 2237474"/>
              <a:gd name="connsiteX195" fmla="*/ 1398481 w 12192000"/>
              <a:gd name="connsiteY195" fmla="*/ 2237074 h 2237474"/>
              <a:gd name="connsiteX196" fmla="*/ 1398407 w 12192000"/>
              <a:gd name="connsiteY196" fmla="*/ 2237095 h 2237474"/>
              <a:gd name="connsiteX197" fmla="*/ 1370962 w 12192000"/>
              <a:gd name="connsiteY197" fmla="*/ 2237474 h 2237474"/>
              <a:gd name="connsiteX198" fmla="*/ 1356367 w 12192000"/>
              <a:gd name="connsiteY198" fmla="*/ 2235089 h 2237474"/>
              <a:gd name="connsiteX199" fmla="*/ 1324828 w 12192000"/>
              <a:gd name="connsiteY199" fmla="*/ 2231968 h 2237474"/>
              <a:gd name="connsiteX200" fmla="*/ 1297744 w 12192000"/>
              <a:gd name="connsiteY200" fmla="*/ 2235849 h 2237474"/>
              <a:gd name="connsiteX201" fmla="*/ 1286236 w 12192000"/>
              <a:gd name="connsiteY201" fmla="*/ 2233135 h 2237474"/>
              <a:gd name="connsiteX202" fmla="*/ 1283504 w 12192000"/>
              <a:gd name="connsiteY202" fmla="*/ 2233797 h 2237474"/>
              <a:gd name="connsiteX203" fmla="*/ 1279765 w 12192000"/>
              <a:gd name="connsiteY203" fmla="*/ 2229639 h 2237474"/>
              <a:gd name="connsiteX204" fmla="*/ 1195347 w 12192000"/>
              <a:gd name="connsiteY204" fmla="*/ 2212354 h 2237474"/>
              <a:gd name="connsiteX205" fmla="*/ 970251 w 12192000"/>
              <a:gd name="connsiteY205" fmla="*/ 2221029 h 2237474"/>
              <a:gd name="connsiteX206" fmla="*/ 812914 w 12192000"/>
              <a:gd name="connsiteY206" fmla="*/ 2202752 h 2237474"/>
              <a:gd name="connsiteX207" fmla="*/ 800195 w 12192000"/>
              <a:gd name="connsiteY207" fmla="*/ 2209407 h 2237474"/>
              <a:gd name="connsiteX208" fmla="*/ 784978 w 12192000"/>
              <a:gd name="connsiteY208" fmla="*/ 2212360 h 2237474"/>
              <a:gd name="connsiteX209" fmla="*/ 681987 w 12192000"/>
              <a:gd name="connsiteY209" fmla="*/ 2216757 h 2237474"/>
              <a:gd name="connsiteX210" fmla="*/ 669923 w 12192000"/>
              <a:gd name="connsiteY210" fmla="*/ 2211682 h 2237474"/>
              <a:gd name="connsiteX211" fmla="*/ 648680 w 12192000"/>
              <a:gd name="connsiteY211" fmla="*/ 2206229 h 2237474"/>
              <a:gd name="connsiteX212" fmla="*/ 597225 w 12192000"/>
              <a:gd name="connsiteY212" fmla="*/ 2180999 h 2237474"/>
              <a:gd name="connsiteX213" fmla="*/ 558449 w 12192000"/>
              <a:gd name="connsiteY213" fmla="*/ 2182346 h 2237474"/>
              <a:gd name="connsiteX214" fmla="*/ 550517 w 12192000"/>
              <a:gd name="connsiteY214" fmla="*/ 2182060 h 2237474"/>
              <a:gd name="connsiteX215" fmla="*/ 550309 w 12192000"/>
              <a:gd name="connsiteY215" fmla="*/ 2181825 h 2237474"/>
              <a:gd name="connsiteX216" fmla="*/ 541836 w 12192000"/>
              <a:gd name="connsiteY216" fmla="*/ 2181063 h 2237474"/>
              <a:gd name="connsiteX217" fmla="*/ 536057 w 12192000"/>
              <a:gd name="connsiteY217" fmla="*/ 2181537 h 2237474"/>
              <a:gd name="connsiteX218" fmla="*/ 520671 w 12192000"/>
              <a:gd name="connsiteY218" fmla="*/ 2180980 h 2237474"/>
              <a:gd name="connsiteX219" fmla="*/ 515024 w 12192000"/>
              <a:gd name="connsiteY219" fmla="*/ 2179258 h 2237474"/>
              <a:gd name="connsiteX220" fmla="*/ 512278 w 12192000"/>
              <a:gd name="connsiteY220" fmla="*/ 2176369 h 2237474"/>
              <a:gd name="connsiteX221" fmla="*/ 480419 w 12192000"/>
              <a:gd name="connsiteY221" fmla="*/ 2167807 h 2237474"/>
              <a:gd name="connsiteX222" fmla="*/ 413835 w 12192000"/>
              <a:gd name="connsiteY222" fmla="*/ 2156783 h 2237474"/>
              <a:gd name="connsiteX223" fmla="*/ 376513 w 12192000"/>
              <a:gd name="connsiteY223" fmla="*/ 2154014 h 2237474"/>
              <a:gd name="connsiteX224" fmla="*/ 273386 w 12192000"/>
              <a:gd name="connsiteY224" fmla="*/ 2142551 h 2237474"/>
              <a:gd name="connsiteX225" fmla="*/ 169207 w 12192000"/>
              <a:gd name="connsiteY225" fmla="*/ 2128100 h 2237474"/>
              <a:gd name="connsiteX226" fmla="*/ 93149 w 12192000"/>
              <a:gd name="connsiteY226" fmla="*/ 2105324 h 2237474"/>
              <a:gd name="connsiteX227" fmla="*/ 88109 w 12192000"/>
              <a:gd name="connsiteY227" fmla="*/ 2106704 h 2237474"/>
              <a:gd name="connsiteX228" fmla="*/ 80022 w 12192000"/>
              <a:gd name="connsiteY228" fmla="*/ 2107254 h 2237474"/>
              <a:gd name="connsiteX229" fmla="*/ 79717 w 12192000"/>
              <a:gd name="connsiteY229" fmla="*/ 2107046 h 2237474"/>
              <a:gd name="connsiteX230" fmla="*/ 72352 w 12192000"/>
              <a:gd name="connsiteY230" fmla="*/ 2107991 h 2237474"/>
              <a:gd name="connsiteX231" fmla="*/ 37645 w 12192000"/>
              <a:gd name="connsiteY231" fmla="*/ 2115401 h 2237474"/>
              <a:gd name="connsiteX232" fmla="*/ 4572 w 12192000"/>
              <a:gd name="connsiteY232" fmla="*/ 2111091 h 2237474"/>
              <a:gd name="connsiteX233" fmla="*/ 0 w 12192000"/>
              <a:gd name="connsiteY233" fmla="*/ 2110468 h 2237474"/>
              <a:gd name="connsiteX234" fmla="*/ 0 w 12192000"/>
              <a:gd name="connsiteY234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16595 w 12192000"/>
              <a:gd name="connsiteY100" fmla="*/ 1667475 h 2237474"/>
              <a:gd name="connsiteX101" fmla="*/ 6508541 w 12192000"/>
              <a:gd name="connsiteY101" fmla="*/ 1668757 h 2237474"/>
              <a:gd name="connsiteX102" fmla="*/ 6471012 w 12192000"/>
              <a:gd name="connsiteY102" fmla="*/ 1678604 h 2237474"/>
              <a:gd name="connsiteX103" fmla="*/ 6415265 w 12192000"/>
              <a:gd name="connsiteY103" fmla="*/ 1665317 h 2237474"/>
              <a:gd name="connsiteX104" fmla="*/ 6364035 w 12192000"/>
              <a:gd name="connsiteY104" fmla="*/ 1667683 h 2237474"/>
              <a:gd name="connsiteX105" fmla="*/ 6280959 w 12192000"/>
              <a:gd name="connsiteY105" fmla="*/ 1689329 h 2237474"/>
              <a:gd name="connsiteX106" fmla="*/ 6243319 w 12192000"/>
              <a:gd name="connsiteY106" fmla="*/ 1695560 h 2237474"/>
              <a:gd name="connsiteX107" fmla="*/ 6098321 w 12192000"/>
              <a:gd name="connsiteY107" fmla="*/ 1721646 h 2237474"/>
              <a:gd name="connsiteX108" fmla="*/ 5880652 w 12192000"/>
              <a:gd name="connsiteY108" fmla="*/ 1779643 h 2237474"/>
              <a:gd name="connsiteX109" fmla="*/ 5785959 w 12192000"/>
              <a:gd name="connsiteY109" fmla="*/ 1775307 h 2237474"/>
              <a:gd name="connsiteX110" fmla="*/ 5643534 w 12192000"/>
              <a:gd name="connsiteY110" fmla="*/ 1802919 h 2237474"/>
              <a:gd name="connsiteX111" fmla="*/ 5518799 w 12192000"/>
              <a:gd name="connsiteY111" fmla="*/ 1818312 h 2237474"/>
              <a:gd name="connsiteX112" fmla="*/ 5505014 w 12192000"/>
              <a:gd name="connsiteY112" fmla="*/ 1819259 h 2237474"/>
              <a:gd name="connsiteX113" fmla="*/ 5453307 w 12192000"/>
              <a:gd name="connsiteY113" fmla="*/ 1815450 h 2237474"/>
              <a:gd name="connsiteX114" fmla="*/ 5364192 w 12192000"/>
              <a:gd name="connsiteY114" fmla="*/ 1826074 h 2237474"/>
              <a:gd name="connsiteX115" fmla="*/ 5350380 w 12192000"/>
              <a:gd name="connsiteY115" fmla="*/ 1830891 h 2237474"/>
              <a:gd name="connsiteX116" fmla="*/ 5259633 w 12192000"/>
              <a:gd name="connsiteY116" fmla="*/ 1837160 h 2237474"/>
              <a:gd name="connsiteX117" fmla="*/ 5197513 w 12192000"/>
              <a:gd name="connsiteY117" fmla="*/ 1844718 h 2237474"/>
              <a:gd name="connsiteX118" fmla="*/ 5184170 w 12192000"/>
              <a:gd name="connsiteY118" fmla="*/ 1849402 h 2237474"/>
              <a:gd name="connsiteX119" fmla="*/ 5168852 w 12192000"/>
              <a:gd name="connsiteY119" fmla="*/ 1844846 h 2237474"/>
              <a:gd name="connsiteX120" fmla="*/ 5164370 w 12192000"/>
              <a:gd name="connsiteY120" fmla="*/ 1840597 h 2237474"/>
              <a:gd name="connsiteX121" fmla="*/ 5114927 w 12192000"/>
              <a:gd name="connsiteY121" fmla="*/ 1847827 h 2237474"/>
              <a:gd name="connsiteX122" fmla="*/ 5108970 w 12192000"/>
              <a:gd name="connsiteY122" fmla="*/ 1847935 h 2237474"/>
              <a:gd name="connsiteX123" fmla="*/ 5067961 w 12192000"/>
              <a:gd name="connsiteY123" fmla="*/ 1845917 h 2237474"/>
              <a:gd name="connsiteX124" fmla="*/ 5007075 w 12192000"/>
              <a:gd name="connsiteY124" fmla="*/ 1838626 h 2237474"/>
              <a:gd name="connsiteX125" fmla="*/ 4944087 w 12192000"/>
              <a:gd name="connsiteY125" fmla="*/ 1823332 h 2237474"/>
              <a:gd name="connsiteX126" fmla="*/ 4907662 w 12192000"/>
              <a:gd name="connsiteY126" fmla="*/ 1816900 h 2237474"/>
              <a:gd name="connsiteX127" fmla="*/ 4882386 w 12192000"/>
              <a:gd name="connsiteY127" fmla="*/ 1809844 h 2237474"/>
              <a:gd name="connsiteX128" fmla="*/ 4811440 w 12192000"/>
              <a:gd name="connsiteY128" fmla="*/ 1804655 h 2237474"/>
              <a:gd name="connsiteX129" fmla="*/ 4691075 w 12192000"/>
              <a:gd name="connsiteY129" fmla="*/ 1801389 h 2237474"/>
              <a:gd name="connsiteX130" fmla="*/ 4611738 w 12192000"/>
              <a:gd name="connsiteY130" fmla="*/ 1776964 h 2237474"/>
              <a:gd name="connsiteX131" fmla="*/ 4560070 w 12192000"/>
              <a:gd name="connsiteY131" fmla="*/ 1785640 h 2237474"/>
              <a:gd name="connsiteX132" fmla="*/ 4536503 w 12192000"/>
              <a:gd name="connsiteY132" fmla="*/ 1785334 h 2237474"/>
              <a:gd name="connsiteX133" fmla="*/ 4513724 w 12192000"/>
              <a:gd name="connsiteY133" fmla="*/ 1791996 h 2237474"/>
              <a:gd name="connsiteX134" fmla="*/ 4459810 w 12192000"/>
              <a:gd name="connsiteY134" fmla="*/ 1797886 h 2237474"/>
              <a:gd name="connsiteX135" fmla="*/ 4379064 w 12192000"/>
              <a:gd name="connsiteY135" fmla="*/ 1817177 h 2237474"/>
              <a:gd name="connsiteX136" fmla="*/ 4319209 w 12192000"/>
              <a:gd name="connsiteY136" fmla="*/ 1834833 h 2237474"/>
              <a:gd name="connsiteX137" fmla="*/ 4290981 w 12192000"/>
              <a:gd name="connsiteY137" fmla="*/ 1839677 h 2237474"/>
              <a:gd name="connsiteX138" fmla="*/ 4285792 w 12192000"/>
              <a:gd name="connsiteY138" fmla="*/ 1836231 h 2237474"/>
              <a:gd name="connsiteX139" fmla="*/ 4238372 w 12192000"/>
              <a:gd name="connsiteY139" fmla="*/ 1851480 h 2237474"/>
              <a:gd name="connsiteX140" fmla="*/ 4232517 w 12192000"/>
              <a:gd name="connsiteY140" fmla="*/ 1852567 h 2237474"/>
              <a:gd name="connsiteX141" fmla="*/ 4191732 w 12192000"/>
              <a:gd name="connsiteY141" fmla="*/ 1857328 h 2237474"/>
              <a:gd name="connsiteX142" fmla="*/ 4065532 w 12192000"/>
              <a:gd name="connsiteY142" fmla="*/ 1855477 h 2237474"/>
              <a:gd name="connsiteX143" fmla="*/ 4028460 w 12192000"/>
              <a:gd name="connsiteY143" fmla="*/ 1855137 h 2237474"/>
              <a:gd name="connsiteX144" fmla="*/ 4002267 w 12192000"/>
              <a:gd name="connsiteY144" fmla="*/ 1852352 h 2237474"/>
              <a:gd name="connsiteX145" fmla="*/ 3931396 w 12192000"/>
              <a:gd name="connsiteY145" fmla="*/ 1858915 h 2237474"/>
              <a:gd name="connsiteX146" fmla="*/ 3812162 w 12192000"/>
              <a:gd name="connsiteY146" fmla="*/ 1875501 h 2237474"/>
              <a:gd name="connsiteX147" fmla="*/ 3729530 w 12192000"/>
              <a:gd name="connsiteY147" fmla="*/ 1864513 h 2237474"/>
              <a:gd name="connsiteX148" fmla="*/ 3680177 w 12192000"/>
              <a:gd name="connsiteY148" fmla="*/ 1881552 h 2237474"/>
              <a:gd name="connsiteX149" fmla="*/ 3567259 w 12192000"/>
              <a:gd name="connsiteY149" fmla="*/ 1893482 h 2237474"/>
              <a:gd name="connsiteX150" fmla="*/ 3405770 w 12192000"/>
              <a:gd name="connsiteY150" fmla="*/ 1904591 h 2237474"/>
              <a:gd name="connsiteX151" fmla="*/ 3280097 w 12192000"/>
              <a:gd name="connsiteY151" fmla="*/ 1919610 h 2237474"/>
              <a:gd name="connsiteX152" fmla="*/ 3123424 w 12192000"/>
              <a:gd name="connsiteY152" fmla="*/ 1952930 h 2237474"/>
              <a:gd name="connsiteX153" fmla="*/ 3009910 w 12192000"/>
              <a:gd name="connsiteY153" fmla="*/ 1957866 h 2237474"/>
              <a:gd name="connsiteX154" fmla="*/ 2995934 w 12192000"/>
              <a:gd name="connsiteY154" fmla="*/ 1967085 h 2237474"/>
              <a:gd name="connsiteX155" fmla="*/ 2980071 w 12192000"/>
              <a:gd name="connsiteY155" fmla="*/ 1972988 h 2237474"/>
              <a:gd name="connsiteX156" fmla="*/ 2978094 w 12192000"/>
              <a:gd name="connsiteY156" fmla="*/ 1972369 h 2237474"/>
              <a:gd name="connsiteX157" fmla="*/ 2942858 w 12192000"/>
              <a:gd name="connsiteY157" fmla="*/ 1981367 h 2237474"/>
              <a:gd name="connsiteX158" fmla="*/ 2875436 w 12192000"/>
              <a:gd name="connsiteY158" fmla="*/ 1996977 h 2237474"/>
              <a:gd name="connsiteX159" fmla="*/ 2874892 w 12192000"/>
              <a:gd name="connsiteY159" fmla="*/ 1996085 h 2237474"/>
              <a:gd name="connsiteX160" fmla="*/ 2864145 w 12192000"/>
              <a:gd name="connsiteY160" fmla="*/ 1994061 h 2237474"/>
              <a:gd name="connsiteX161" fmla="*/ 2843662 w 12192000"/>
              <a:gd name="connsiteY161" fmla="*/ 1992498 h 2237474"/>
              <a:gd name="connsiteX162" fmla="*/ 2796128 w 12192000"/>
              <a:gd name="connsiteY162" fmla="*/ 1976403 h 2237474"/>
              <a:gd name="connsiteX163" fmla="*/ 2756784 w 12192000"/>
              <a:gd name="connsiteY163" fmla="*/ 1985116 h 2237474"/>
              <a:gd name="connsiteX164" fmla="*/ 2748833 w 12192000"/>
              <a:gd name="connsiteY164" fmla="*/ 1986323 h 2237474"/>
              <a:gd name="connsiteX165" fmla="*/ 2748661 w 12192000"/>
              <a:gd name="connsiteY165" fmla="*/ 1986122 h 2237474"/>
              <a:gd name="connsiteX166" fmla="*/ 2740251 w 12192000"/>
              <a:gd name="connsiteY166" fmla="*/ 1986946 h 2237474"/>
              <a:gd name="connsiteX167" fmla="*/ 2718916 w 12192000"/>
              <a:gd name="connsiteY167" fmla="*/ 1990867 h 2237474"/>
              <a:gd name="connsiteX168" fmla="*/ 2713522 w 12192000"/>
              <a:gd name="connsiteY168" fmla="*/ 1990173 h 2237474"/>
              <a:gd name="connsiteX169" fmla="*/ 2680597 w 12192000"/>
              <a:gd name="connsiteY169" fmla="*/ 1984996 h 2237474"/>
              <a:gd name="connsiteX170" fmla="*/ 2578178 w 12192000"/>
              <a:gd name="connsiteY170" fmla="*/ 1990531 h 2237474"/>
              <a:gd name="connsiteX171" fmla="*/ 2476147 w 12192000"/>
              <a:gd name="connsiteY171" fmla="*/ 1998305 h 2237474"/>
              <a:gd name="connsiteX172" fmla="*/ 2373568 w 12192000"/>
              <a:gd name="connsiteY172" fmla="*/ 2003219 h 2237474"/>
              <a:gd name="connsiteX173" fmla="*/ 2321399 w 12192000"/>
              <a:gd name="connsiteY173" fmla="*/ 1989467 h 2237474"/>
              <a:gd name="connsiteX174" fmla="*/ 2315525 w 12192000"/>
              <a:gd name="connsiteY174" fmla="*/ 1989708 h 2237474"/>
              <a:gd name="connsiteX175" fmla="*/ 2300792 w 12192000"/>
              <a:gd name="connsiteY175" fmla="*/ 1994290 h 2237474"/>
              <a:gd name="connsiteX176" fmla="*/ 2295469 w 12192000"/>
              <a:gd name="connsiteY176" fmla="*/ 1996659 h 2237474"/>
              <a:gd name="connsiteX177" fmla="*/ 2287219 w 12192000"/>
              <a:gd name="connsiteY177" fmla="*/ 1998750 h 2237474"/>
              <a:gd name="connsiteX178" fmla="*/ 2286948 w 12192000"/>
              <a:gd name="connsiteY178" fmla="*/ 1998596 h 2237474"/>
              <a:gd name="connsiteX179" fmla="*/ 2243069 w 12192000"/>
              <a:gd name="connsiteY179" fmla="*/ 2015111 h 2237474"/>
              <a:gd name="connsiteX180" fmla="*/ 2186609 w 12192000"/>
              <a:gd name="connsiteY180" fmla="*/ 2008263 h 2237474"/>
              <a:gd name="connsiteX181" fmla="*/ 2164831 w 12192000"/>
              <a:gd name="connsiteY181" fmla="*/ 2010143 h 2237474"/>
              <a:gd name="connsiteX182" fmla="*/ 2152836 w 12192000"/>
              <a:gd name="connsiteY182" fmla="*/ 2010048 h 2237474"/>
              <a:gd name="connsiteX183" fmla="*/ 2117102 w 12192000"/>
              <a:gd name="connsiteY183" fmla="*/ 2023004 h 2237474"/>
              <a:gd name="connsiteX184" fmla="*/ 2111935 w 12192000"/>
              <a:gd name="connsiteY184" fmla="*/ 2023163 h 2237474"/>
              <a:gd name="connsiteX185" fmla="*/ 2089991 w 12192000"/>
              <a:gd name="connsiteY185" fmla="*/ 2034193 h 2237474"/>
              <a:gd name="connsiteX186" fmla="*/ 2058061 w 12192000"/>
              <a:gd name="connsiteY186" fmla="*/ 2047942 h 2237474"/>
              <a:gd name="connsiteX187" fmla="*/ 2055737 w 12192000"/>
              <a:gd name="connsiteY187" fmla="*/ 2047704 h 2237474"/>
              <a:gd name="connsiteX188" fmla="*/ 2042244 w 12192000"/>
              <a:gd name="connsiteY188" fmla="*/ 2055560 h 2237474"/>
              <a:gd name="connsiteX189" fmla="*/ 1976224 w 12192000"/>
              <a:gd name="connsiteY189" fmla="*/ 2074257 h 2237474"/>
              <a:gd name="connsiteX190" fmla="*/ 1877728 w 12192000"/>
              <a:gd name="connsiteY190" fmla="*/ 2101004 h 2237474"/>
              <a:gd name="connsiteX191" fmla="*/ 1759056 w 12192000"/>
              <a:gd name="connsiteY191" fmla="*/ 2125608 h 2237474"/>
              <a:gd name="connsiteX192" fmla="*/ 1637948 w 12192000"/>
              <a:gd name="connsiteY192" fmla="*/ 2172597 h 2237474"/>
              <a:gd name="connsiteX193" fmla="*/ 1434549 w 12192000"/>
              <a:gd name="connsiteY193" fmla="*/ 2234522 h 2237474"/>
              <a:gd name="connsiteX194" fmla="*/ 1398481 w 12192000"/>
              <a:gd name="connsiteY194" fmla="*/ 2237074 h 2237474"/>
              <a:gd name="connsiteX195" fmla="*/ 1398407 w 12192000"/>
              <a:gd name="connsiteY195" fmla="*/ 2237095 h 2237474"/>
              <a:gd name="connsiteX196" fmla="*/ 1370962 w 12192000"/>
              <a:gd name="connsiteY196" fmla="*/ 2237474 h 2237474"/>
              <a:gd name="connsiteX197" fmla="*/ 1356367 w 12192000"/>
              <a:gd name="connsiteY197" fmla="*/ 2235089 h 2237474"/>
              <a:gd name="connsiteX198" fmla="*/ 1324828 w 12192000"/>
              <a:gd name="connsiteY198" fmla="*/ 2231968 h 2237474"/>
              <a:gd name="connsiteX199" fmla="*/ 1297744 w 12192000"/>
              <a:gd name="connsiteY199" fmla="*/ 2235849 h 2237474"/>
              <a:gd name="connsiteX200" fmla="*/ 1286236 w 12192000"/>
              <a:gd name="connsiteY200" fmla="*/ 2233135 h 2237474"/>
              <a:gd name="connsiteX201" fmla="*/ 1283504 w 12192000"/>
              <a:gd name="connsiteY201" fmla="*/ 2233797 h 2237474"/>
              <a:gd name="connsiteX202" fmla="*/ 1279765 w 12192000"/>
              <a:gd name="connsiteY202" fmla="*/ 2229639 h 2237474"/>
              <a:gd name="connsiteX203" fmla="*/ 1195347 w 12192000"/>
              <a:gd name="connsiteY203" fmla="*/ 2212354 h 2237474"/>
              <a:gd name="connsiteX204" fmla="*/ 970251 w 12192000"/>
              <a:gd name="connsiteY204" fmla="*/ 2221029 h 2237474"/>
              <a:gd name="connsiteX205" fmla="*/ 812914 w 12192000"/>
              <a:gd name="connsiteY205" fmla="*/ 2202752 h 2237474"/>
              <a:gd name="connsiteX206" fmla="*/ 800195 w 12192000"/>
              <a:gd name="connsiteY206" fmla="*/ 2209407 h 2237474"/>
              <a:gd name="connsiteX207" fmla="*/ 784978 w 12192000"/>
              <a:gd name="connsiteY207" fmla="*/ 2212360 h 2237474"/>
              <a:gd name="connsiteX208" fmla="*/ 681987 w 12192000"/>
              <a:gd name="connsiteY208" fmla="*/ 2216757 h 2237474"/>
              <a:gd name="connsiteX209" fmla="*/ 669923 w 12192000"/>
              <a:gd name="connsiteY209" fmla="*/ 2211682 h 2237474"/>
              <a:gd name="connsiteX210" fmla="*/ 648680 w 12192000"/>
              <a:gd name="connsiteY210" fmla="*/ 2206229 h 2237474"/>
              <a:gd name="connsiteX211" fmla="*/ 597225 w 12192000"/>
              <a:gd name="connsiteY211" fmla="*/ 2180999 h 2237474"/>
              <a:gd name="connsiteX212" fmla="*/ 558449 w 12192000"/>
              <a:gd name="connsiteY212" fmla="*/ 2182346 h 2237474"/>
              <a:gd name="connsiteX213" fmla="*/ 550517 w 12192000"/>
              <a:gd name="connsiteY213" fmla="*/ 2182060 h 2237474"/>
              <a:gd name="connsiteX214" fmla="*/ 550309 w 12192000"/>
              <a:gd name="connsiteY214" fmla="*/ 2181825 h 2237474"/>
              <a:gd name="connsiteX215" fmla="*/ 541836 w 12192000"/>
              <a:gd name="connsiteY215" fmla="*/ 2181063 h 2237474"/>
              <a:gd name="connsiteX216" fmla="*/ 536057 w 12192000"/>
              <a:gd name="connsiteY216" fmla="*/ 2181537 h 2237474"/>
              <a:gd name="connsiteX217" fmla="*/ 520671 w 12192000"/>
              <a:gd name="connsiteY217" fmla="*/ 2180980 h 2237474"/>
              <a:gd name="connsiteX218" fmla="*/ 515024 w 12192000"/>
              <a:gd name="connsiteY218" fmla="*/ 2179258 h 2237474"/>
              <a:gd name="connsiteX219" fmla="*/ 512278 w 12192000"/>
              <a:gd name="connsiteY219" fmla="*/ 2176369 h 2237474"/>
              <a:gd name="connsiteX220" fmla="*/ 480419 w 12192000"/>
              <a:gd name="connsiteY220" fmla="*/ 2167807 h 2237474"/>
              <a:gd name="connsiteX221" fmla="*/ 413835 w 12192000"/>
              <a:gd name="connsiteY221" fmla="*/ 2156783 h 2237474"/>
              <a:gd name="connsiteX222" fmla="*/ 376513 w 12192000"/>
              <a:gd name="connsiteY222" fmla="*/ 2154014 h 2237474"/>
              <a:gd name="connsiteX223" fmla="*/ 273386 w 12192000"/>
              <a:gd name="connsiteY223" fmla="*/ 2142551 h 2237474"/>
              <a:gd name="connsiteX224" fmla="*/ 169207 w 12192000"/>
              <a:gd name="connsiteY224" fmla="*/ 2128100 h 2237474"/>
              <a:gd name="connsiteX225" fmla="*/ 93149 w 12192000"/>
              <a:gd name="connsiteY225" fmla="*/ 2105324 h 2237474"/>
              <a:gd name="connsiteX226" fmla="*/ 88109 w 12192000"/>
              <a:gd name="connsiteY226" fmla="*/ 2106704 h 2237474"/>
              <a:gd name="connsiteX227" fmla="*/ 80022 w 12192000"/>
              <a:gd name="connsiteY227" fmla="*/ 2107254 h 2237474"/>
              <a:gd name="connsiteX228" fmla="*/ 79717 w 12192000"/>
              <a:gd name="connsiteY228" fmla="*/ 2107046 h 2237474"/>
              <a:gd name="connsiteX229" fmla="*/ 72352 w 12192000"/>
              <a:gd name="connsiteY229" fmla="*/ 2107991 h 2237474"/>
              <a:gd name="connsiteX230" fmla="*/ 37645 w 12192000"/>
              <a:gd name="connsiteY230" fmla="*/ 2115401 h 2237474"/>
              <a:gd name="connsiteX231" fmla="*/ 4572 w 12192000"/>
              <a:gd name="connsiteY231" fmla="*/ 2111091 h 2237474"/>
              <a:gd name="connsiteX232" fmla="*/ 0 w 12192000"/>
              <a:gd name="connsiteY232" fmla="*/ 2110468 h 2237474"/>
              <a:gd name="connsiteX233" fmla="*/ 0 w 12192000"/>
              <a:gd name="connsiteY233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16595 w 12192000"/>
              <a:gd name="connsiteY99" fmla="*/ 1667475 h 2237474"/>
              <a:gd name="connsiteX100" fmla="*/ 6508541 w 12192000"/>
              <a:gd name="connsiteY100" fmla="*/ 1668757 h 2237474"/>
              <a:gd name="connsiteX101" fmla="*/ 6471012 w 12192000"/>
              <a:gd name="connsiteY101" fmla="*/ 1678604 h 2237474"/>
              <a:gd name="connsiteX102" fmla="*/ 6415265 w 12192000"/>
              <a:gd name="connsiteY102" fmla="*/ 1665317 h 2237474"/>
              <a:gd name="connsiteX103" fmla="*/ 6364035 w 12192000"/>
              <a:gd name="connsiteY103" fmla="*/ 1667683 h 2237474"/>
              <a:gd name="connsiteX104" fmla="*/ 6280959 w 12192000"/>
              <a:gd name="connsiteY104" fmla="*/ 1689329 h 2237474"/>
              <a:gd name="connsiteX105" fmla="*/ 6243319 w 12192000"/>
              <a:gd name="connsiteY105" fmla="*/ 1695560 h 2237474"/>
              <a:gd name="connsiteX106" fmla="*/ 6098321 w 12192000"/>
              <a:gd name="connsiteY106" fmla="*/ 1721646 h 2237474"/>
              <a:gd name="connsiteX107" fmla="*/ 5880652 w 12192000"/>
              <a:gd name="connsiteY107" fmla="*/ 1779643 h 2237474"/>
              <a:gd name="connsiteX108" fmla="*/ 5785959 w 12192000"/>
              <a:gd name="connsiteY108" fmla="*/ 1775307 h 2237474"/>
              <a:gd name="connsiteX109" fmla="*/ 5643534 w 12192000"/>
              <a:gd name="connsiteY109" fmla="*/ 1802919 h 2237474"/>
              <a:gd name="connsiteX110" fmla="*/ 5518799 w 12192000"/>
              <a:gd name="connsiteY110" fmla="*/ 1818312 h 2237474"/>
              <a:gd name="connsiteX111" fmla="*/ 5505014 w 12192000"/>
              <a:gd name="connsiteY111" fmla="*/ 1819259 h 2237474"/>
              <a:gd name="connsiteX112" fmla="*/ 5453307 w 12192000"/>
              <a:gd name="connsiteY112" fmla="*/ 1815450 h 2237474"/>
              <a:gd name="connsiteX113" fmla="*/ 5364192 w 12192000"/>
              <a:gd name="connsiteY113" fmla="*/ 1826074 h 2237474"/>
              <a:gd name="connsiteX114" fmla="*/ 5350380 w 12192000"/>
              <a:gd name="connsiteY114" fmla="*/ 1830891 h 2237474"/>
              <a:gd name="connsiteX115" fmla="*/ 5259633 w 12192000"/>
              <a:gd name="connsiteY115" fmla="*/ 1837160 h 2237474"/>
              <a:gd name="connsiteX116" fmla="*/ 5197513 w 12192000"/>
              <a:gd name="connsiteY116" fmla="*/ 1844718 h 2237474"/>
              <a:gd name="connsiteX117" fmla="*/ 5184170 w 12192000"/>
              <a:gd name="connsiteY117" fmla="*/ 1849402 h 2237474"/>
              <a:gd name="connsiteX118" fmla="*/ 5168852 w 12192000"/>
              <a:gd name="connsiteY118" fmla="*/ 1844846 h 2237474"/>
              <a:gd name="connsiteX119" fmla="*/ 5164370 w 12192000"/>
              <a:gd name="connsiteY119" fmla="*/ 1840597 h 2237474"/>
              <a:gd name="connsiteX120" fmla="*/ 5114927 w 12192000"/>
              <a:gd name="connsiteY120" fmla="*/ 1847827 h 2237474"/>
              <a:gd name="connsiteX121" fmla="*/ 5108970 w 12192000"/>
              <a:gd name="connsiteY121" fmla="*/ 1847935 h 2237474"/>
              <a:gd name="connsiteX122" fmla="*/ 5067961 w 12192000"/>
              <a:gd name="connsiteY122" fmla="*/ 1845917 h 2237474"/>
              <a:gd name="connsiteX123" fmla="*/ 5007075 w 12192000"/>
              <a:gd name="connsiteY123" fmla="*/ 1838626 h 2237474"/>
              <a:gd name="connsiteX124" fmla="*/ 4944087 w 12192000"/>
              <a:gd name="connsiteY124" fmla="*/ 1823332 h 2237474"/>
              <a:gd name="connsiteX125" fmla="*/ 4907662 w 12192000"/>
              <a:gd name="connsiteY125" fmla="*/ 1816900 h 2237474"/>
              <a:gd name="connsiteX126" fmla="*/ 4882386 w 12192000"/>
              <a:gd name="connsiteY126" fmla="*/ 1809844 h 2237474"/>
              <a:gd name="connsiteX127" fmla="*/ 4811440 w 12192000"/>
              <a:gd name="connsiteY127" fmla="*/ 1804655 h 2237474"/>
              <a:gd name="connsiteX128" fmla="*/ 4691075 w 12192000"/>
              <a:gd name="connsiteY128" fmla="*/ 1801389 h 2237474"/>
              <a:gd name="connsiteX129" fmla="*/ 4611738 w 12192000"/>
              <a:gd name="connsiteY129" fmla="*/ 1776964 h 2237474"/>
              <a:gd name="connsiteX130" fmla="*/ 4560070 w 12192000"/>
              <a:gd name="connsiteY130" fmla="*/ 1785640 h 2237474"/>
              <a:gd name="connsiteX131" fmla="*/ 4536503 w 12192000"/>
              <a:gd name="connsiteY131" fmla="*/ 1785334 h 2237474"/>
              <a:gd name="connsiteX132" fmla="*/ 4513724 w 12192000"/>
              <a:gd name="connsiteY132" fmla="*/ 1791996 h 2237474"/>
              <a:gd name="connsiteX133" fmla="*/ 4459810 w 12192000"/>
              <a:gd name="connsiteY133" fmla="*/ 1797886 h 2237474"/>
              <a:gd name="connsiteX134" fmla="*/ 4379064 w 12192000"/>
              <a:gd name="connsiteY134" fmla="*/ 1817177 h 2237474"/>
              <a:gd name="connsiteX135" fmla="*/ 4319209 w 12192000"/>
              <a:gd name="connsiteY135" fmla="*/ 1834833 h 2237474"/>
              <a:gd name="connsiteX136" fmla="*/ 4290981 w 12192000"/>
              <a:gd name="connsiteY136" fmla="*/ 1839677 h 2237474"/>
              <a:gd name="connsiteX137" fmla="*/ 4285792 w 12192000"/>
              <a:gd name="connsiteY137" fmla="*/ 1836231 h 2237474"/>
              <a:gd name="connsiteX138" fmla="*/ 4238372 w 12192000"/>
              <a:gd name="connsiteY138" fmla="*/ 1851480 h 2237474"/>
              <a:gd name="connsiteX139" fmla="*/ 4232517 w 12192000"/>
              <a:gd name="connsiteY139" fmla="*/ 1852567 h 2237474"/>
              <a:gd name="connsiteX140" fmla="*/ 4191732 w 12192000"/>
              <a:gd name="connsiteY140" fmla="*/ 1857328 h 2237474"/>
              <a:gd name="connsiteX141" fmla="*/ 4065532 w 12192000"/>
              <a:gd name="connsiteY141" fmla="*/ 1855477 h 2237474"/>
              <a:gd name="connsiteX142" fmla="*/ 4028460 w 12192000"/>
              <a:gd name="connsiteY142" fmla="*/ 1855137 h 2237474"/>
              <a:gd name="connsiteX143" fmla="*/ 4002267 w 12192000"/>
              <a:gd name="connsiteY143" fmla="*/ 1852352 h 2237474"/>
              <a:gd name="connsiteX144" fmla="*/ 3931396 w 12192000"/>
              <a:gd name="connsiteY144" fmla="*/ 1858915 h 2237474"/>
              <a:gd name="connsiteX145" fmla="*/ 3812162 w 12192000"/>
              <a:gd name="connsiteY145" fmla="*/ 1875501 h 2237474"/>
              <a:gd name="connsiteX146" fmla="*/ 3729530 w 12192000"/>
              <a:gd name="connsiteY146" fmla="*/ 1864513 h 2237474"/>
              <a:gd name="connsiteX147" fmla="*/ 3680177 w 12192000"/>
              <a:gd name="connsiteY147" fmla="*/ 1881552 h 2237474"/>
              <a:gd name="connsiteX148" fmla="*/ 3567259 w 12192000"/>
              <a:gd name="connsiteY148" fmla="*/ 1893482 h 2237474"/>
              <a:gd name="connsiteX149" fmla="*/ 3405770 w 12192000"/>
              <a:gd name="connsiteY149" fmla="*/ 1904591 h 2237474"/>
              <a:gd name="connsiteX150" fmla="*/ 3280097 w 12192000"/>
              <a:gd name="connsiteY150" fmla="*/ 1919610 h 2237474"/>
              <a:gd name="connsiteX151" fmla="*/ 3123424 w 12192000"/>
              <a:gd name="connsiteY151" fmla="*/ 1952930 h 2237474"/>
              <a:gd name="connsiteX152" fmla="*/ 3009910 w 12192000"/>
              <a:gd name="connsiteY152" fmla="*/ 1957866 h 2237474"/>
              <a:gd name="connsiteX153" fmla="*/ 2995934 w 12192000"/>
              <a:gd name="connsiteY153" fmla="*/ 1967085 h 2237474"/>
              <a:gd name="connsiteX154" fmla="*/ 2980071 w 12192000"/>
              <a:gd name="connsiteY154" fmla="*/ 1972988 h 2237474"/>
              <a:gd name="connsiteX155" fmla="*/ 2978094 w 12192000"/>
              <a:gd name="connsiteY155" fmla="*/ 1972369 h 2237474"/>
              <a:gd name="connsiteX156" fmla="*/ 2942858 w 12192000"/>
              <a:gd name="connsiteY156" fmla="*/ 1981367 h 2237474"/>
              <a:gd name="connsiteX157" fmla="*/ 2875436 w 12192000"/>
              <a:gd name="connsiteY157" fmla="*/ 1996977 h 2237474"/>
              <a:gd name="connsiteX158" fmla="*/ 2874892 w 12192000"/>
              <a:gd name="connsiteY158" fmla="*/ 1996085 h 2237474"/>
              <a:gd name="connsiteX159" fmla="*/ 2864145 w 12192000"/>
              <a:gd name="connsiteY159" fmla="*/ 1994061 h 2237474"/>
              <a:gd name="connsiteX160" fmla="*/ 2843662 w 12192000"/>
              <a:gd name="connsiteY160" fmla="*/ 1992498 h 2237474"/>
              <a:gd name="connsiteX161" fmla="*/ 2796128 w 12192000"/>
              <a:gd name="connsiteY161" fmla="*/ 1976403 h 2237474"/>
              <a:gd name="connsiteX162" fmla="*/ 2756784 w 12192000"/>
              <a:gd name="connsiteY162" fmla="*/ 1985116 h 2237474"/>
              <a:gd name="connsiteX163" fmla="*/ 2748833 w 12192000"/>
              <a:gd name="connsiteY163" fmla="*/ 1986323 h 2237474"/>
              <a:gd name="connsiteX164" fmla="*/ 2748661 w 12192000"/>
              <a:gd name="connsiteY164" fmla="*/ 1986122 h 2237474"/>
              <a:gd name="connsiteX165" fmla="*/ 2740251 w 12192000"/>
              <a:gd name="connsiteY165" fmla="*/ 1986946 h 2237474"/>
              <a:gd name="connsiteX166" fmla="*/ 2718916 w 12192000"/>
              <a:gd name="connsiteY166" fmla="*/ 1990867 h 2237474"/>
              <a:gd name="connsiteX167" fmla="*/ 2713522 w 12192000"/>
              <a:gd name="connsiteY167" fmla="*/ 1990173 h 2237474"/>
              <a:gd name="connsiteX168" fmla="*/ 2680597 w 12192000"/>
              <a:gd name="connsiteY168" fmla="*/ 1984996 h 2237474"/>
              <a:gd name="connsiteX169" fmla="*/ 2578178 w 12192000"/>
              <a:gd name="connsiteY169" fmla="*/ 1990531 h 2237474"/>
              <a:gd name="connsiteX170" fmla="*/ 2476147 w 12192000"/>
              <a:gd name="connsiteY170" fmla="*/ 1998305 h 2237474"/>
              <a:gd name="connsiteX171" fmla="*/ 2373568 w 12192000"/>
              <a:gd name="connsiteY171" fmla="*/ 2003219 h 2237474"/>
              <a:gd name="connsiteX172" fmla="*/ 2321399 w 12192000"/>
              <a:gd name="connsiteY172" fmla="*/ 1989467 h 2237474"/>
              <a:gd name="connsiteX173" fmla="*/ 2315525 w 12192000"/>
              <a:gd name="connsiteY173" fmla="*/ 1989708 h 2237474"/>
              <a:gd name="connsiteX174" fmla="*/ 2300792 w 12192000"/>
              <a:gd name="connsiteY174" fmla="*/ 1994290 h 2237474"/>
              <a:gd name="connsiteX175" fmla="*/ 2295469 w 12192000"/>
              <a:gd name="connsiteY175" fmla="*/ 1996659 h 2237474"/>
              <a:gd name="connsiteX176" fmla="*/ 2287219 w 12192000"/>
              <a:gd name="connsiteY176" fmla="*/ 1998750 h 2237474"/>
              <a:gd name="connsiteX177" fmla="*/ 2286948 w 12192000"/>
              <a:gd name="connsiteY177" fmla="*/ 1998596 h 2237474"/>
              <a:gd name="connsiteX178" fmla="*/ 2243069 w 12192000"/>
              <a:gd name="connsiteY178" fmla="*/ 2015111 h 2237474"/>
              <a:gd name="connsiteX179" fmla="*/ 2186609 w 12192000"/>
              <a:gd name="connsiteY179" fmla="*/ 2008263 h 2237474"/>
              <a:gd name="connsiteX180" fmla="*/ 2164831 w 12192000"/>
              <a:gd name="connsiteY180" fmla="*/ 2010143 h 2237474"/>
              <a:gd name="connsiteX181" fmla="*/ 2152836 w 12192000"/>
              <a:gd name="connsiteY181" fmla="*/ 2010048 h 2237474"/>
              <a:gd name="connsiteX182" fmla="*/ 2117102 w 12192000"/>
              <a:gd name="connsiteY182" fmla="*/ 2023004 h 2237474"/>
              <a:gd name="connsiteX183" fmla="*/ 2111935 w 12192000"/>
              <a:gd name="connsiteY183" fmla="*/ 2023163 h 2237474"/>
              <a:gd name="connsiteX184" fmla="*/ 2089991 w 12192000"/>
              <a:gd name="connsiteY184" fmla="*/ 2034193 h 2237474"/>
              <a:gd name="connsiteX185" fmla="*/ 2058061 w 12192000"/>
              <a:gd name="connsiteY185" fmla="*/ 2047942 h 2237474"/>
              <a:gd name="connsiteX186" fmla="*/ 2055737 w 12192000"/>
              <a:gd name="connsiteY186" fmla="*/ 2047704 h 2237474"/>
              <a:gd name="connsiteX187" fmla="*/ 2042244 w 12192000"/>
              <a:gd name="connsiteY187" fmla="*/ 2055560 h 2237474"/>
              <a:gd name="connsiteX188" fmla="*/ 1976224 w 12192000"/>
              <a:gd name="connsiteY188" fmla="*/ 2074257 h 2237474"/>
              <a:gd name="connsiteX189" fmla="*/ 1877728 w 12192000"/>
              <a:gd name="connsiteY189" fmla="*/ 2101004 h 2237474"/>
              <a:gd name="connsiteX190" fmla="*/ 1759056 w 12192000"/>
              <a:gd name="connsiteY190" fmla="*/ 2125608 h 2237474"/>
              <a:gd name="connsiteX191" fmla="*/ 1637948 w 12192000"/>
              <a:gd name="connsiteY191" fmla="*/ 2172597 h 2237474"/>
              <a:gd name="connsiteX192" fmla="*/ 1434549 w 12192000"/>
              <a:gd name="connsiteY192" fmla="*/ 2234522 h 2237474"/>
              <a:gd name="connsiteX193" fmla="*/ 1398481 w 12192000"/>
              <a:gd name="connsiteY193" fmla="*/ 2237074 h 2237474"/>
              <a:gd name="connsiteX194" fmla="*/ 1398407 w 12192000"/>
              <a:gd name="connsiteY194" fmla="*/ 2237095 h 2237474"/>
              <a:gd name="connsiteX195" fmla="*/ 1370962 w 12192000"/>
              <a:gd name="connsiteY195" fmla="*/ 2237474 h 2237474"/>
              <a:gd name="connsiteX196" fmla="*/ 1356367 w 12192000"/>
              <a:gd name="connsiteY196" fmla="*/ 2235089 h 2237474"/>
              <a:gd name="connsiteX197" fmla="*/ 1324828 w 12192000"/>
              <a:gd name="connsiteY197" fmla="*/ 2231968 h 2237474"/>
              <a:gd name="connsiteX198" fmla="*/ 1297744 w 12192000"/>
              <a:gd name="connsiteY198" fmla="*/ 2235849 h 2237474"/>
              <a:gd name="connsiteX199" fmla="*/ 1286236 w 12192000"/>
              <a:gd name="connsiteY199" fmla="*/ 2233135 h 2237474"/>
              <a:gd name="connsiteX200" fmla="*/ 1283504 w 12192000"/>
              <a:gd name="connsiteY200" fmla="*/ 2233797 h 2237474"/>
              <a:gd name="connsiteX201" fmla="*/ 1279765 w 12192000"/>
              <a:gd name="connsiteY201" fmla="*/ 2229639 h 2237474"/>
              <a:gd name="connsiteX202" fmla="*/ 1195347 w 12192000"/>
              <a:gd name="connsiteY202" fmla="*/ 2212354 h 2237474"/>
              <a:gd name="connsiteX203" fmla="*/ 970251 w 12192000"/>
              <a:gd name="connsiteY203" fmla="*/ 2221029 h 2237474"/>
              <a:gd name="connsiteX204" fmla="*/ 812914 w 12192000"/>
              <a:gd name="connsiteY204" fmla="*/ 2202752 h 2237474"/>
              <a:gd name="connsiteX205" fmla="*/ 800195 w 12192000"/>
              <a:gd name="connsiteY205" fmla="*/ 2209407 h 2237474"/>
              <a:gd name="connsiteX206" fmla="*/ 784978 w 12192000"/>
              <a:gd name="connsiteY206" fmla="*/ 2212360 h 2237474"/>
              <a:gd name="connsiteX207" fmla="*/ 681987 w 12192000"/>
              <a:gd name="connsiteY207" fmla="*/ 2216757 h 2237474"/>
              <a:gd name="connsiteX208" fmla="*/ 669923 w 12192000"/>
              <a:gd name="connsiteY208" fmla="*/ 2211682 h 2237474"/>
              <a:gd name="connsiteX209" fmla="*/ 648680 w 12192000"/>
              <a:gd name="connsiteY209" fmla="*/ 2206229 h 2237474"/>
              <a:gd name="connsiteX210" fmla="*/ 597225 w 12192000"/>
              <a:gd name="connsiteY210" fmla="*/ 2180999 h 2237474"/>
              <a:gd name="connsiteX211" fmla="*/ 558449 w 12192000"/>
              <a:gd name="connsiteY211" fmla="*/ 2182346 h 2237474"/>
              <a:gd name="connsiteX212" fmla="*/ 550517 w 12192000"/>
              <a:gd name="connsiteY212" fmla="*/ 2182060 h 2237474"/>
              <a:gd name="connsiteX213" fmla="*/ 550309 w 12192000"/>
              <a:gd name="connsiteY213" fmla="*/ 2181825 h 2237474"/>
              <a:gd name="connsiteX214" fmla="*/ 541836 w 12192000"/>
              <a:gd name="connsiteY214" fmla="*/ 2181063 h 2237474"/>
              <a:gd name="connsiteX215" fmla="*/ 536057 w 12192000"/>
              <a:gd name="connsiteY215" fmla="*/ 2181537 h 2237474"/>
              <a:gd name="connsiteX216" fmla="*/ 520671 w 12192000"/>
              <a:gd name="connsiteY216" fmla="*/ 2180980 h 2237474"/>
              <a:gd name="connsiteX217" fmla="*/ 515024 w 12192000"/>
              <a:gd name="connsiteY217" fmla="*/ 2179258 h 2237474"/>
              <a:gd name="connsiteX218" fmla="*/ 512278 w 12192000"/>
              <a:gd name="connsiteY218" fmla="*/ 2176369 h 2237474"/>
              <a:gd name="connsiteX219" fmla="*/ 480419 w 12192000"/>
              <a:gd name="connsiteY219" fmla="*/ 2167807 h 2237474"/>
              <a:gd name="connsiteX220" fmla="*/ 413835 w 12192000"/>
              <a:gd name="connsiteY220" fmla="*/ 2156783 h 2237474"/>
              <a:gd name="connsiteX221" fmla="*/ 376513 w 12192000"/>
              <a:gd name="connsiteY221" fmla="*/ 2154014 h 2237474"/>
              <a:gd name="connsiteX222" fmla="*/ 273386 w 12192000"/>
              <a:gd name="connsiteY222" fmla="*/ 2142551 h 2237474"/>
              <a:gd name="connsiteX223" fmla="*/ 169207 w 12192000"/>
              <a:gd name="connsiteY223" fmla="*/ 2128100 h 2237474"/>
              <a:gd name="connsiteX224" fmla="*/ 93149 w 12192000"/>
              <a:gd name="connsiteY224" fmla="*/ 2105324 h 2237474"/>
              <a:gd name="connsiteX225" fmla="*/ 88109 w 12192000"/>
              <a:gd name="connsiteY225" fmla="*/ 2106704 h 2237474"/>
              <a:gd name="connsiteX226" fmla="*/ 80022 w 12192000"/>
              <a:gd name="connsiteY226" fmla="*/ 2107254 h 2237474"/>
              <a:gd name="connsiteX227" fmla="*/ 79717 w 12192000"/>
              <a:gd name="connsiteY227" fmla="*/ 2107046 h 2237474"/>
              <a:gd name="connsiteX228" fmla="*/ 72352 w 12192000"/>
              <a:gd name="connsiteY228" fmla="*/ 2107991 h 2237474"/>
              <a:gd name="connsiteX229" fmla="*/ 37645 w 12192000"/>
              <a:gd name="connsiteY229" fmla="*/ 2115401 h 2237474"/>
              <a:gd name="connsiteX230" fmla="*/ 4572 w 12192000"/>
              <a:gd name="connsiteY230" fmla="*/ 2111091 h 2237474"/>
              <a:gd name="connsiteX231" fmla="*/ 0 w 12192000"/>
              <a:gd name="connsiteY231" fmla="*/ 2110468 h 2237474"/>
              <a:gd name="connsiteX232" fmla="*/ 0 w 12192000"/>
              <a:gd name="connsiteY23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16595 w 12192000"/>
              <a:gd name="connsiteY98" fmla="*/ 1667475 h 2237474"/>
              <a:gd name="connsiteX99" fmla="*/ 6508541 w 12192000"/>
              <a:gd name="connsiteY99" fmla="*/ 1668757 h 2237474"/>
              <a:gd name="connsiteX100" fmla="*/ 6471012 w 12192000"/>
              <a:gd name="connsiteY100" fmla="*/ 1678604 h 2237474"/>
              <a:gd name="connsiteX101" fmla="*/ 6415265 w 12192000"/>
              <a:gd name="connsiteY101" fmla="*/ 1665317 h 2237474"/>
              <a:gd name="connsiteX102" fmla="*/ 6364035 w 12192000"/>
              <a:gd name="connsiteY102" fmla="*/ 1667683 h 2237474"/>
              <a:gd name="connsiteX103" fmla="*/ 6280959 w 12192000"/>
              <a:gd name="connsiteY103" fmla="*/ 1689329 h 2237474"/>
              <a:gd name="connsiteX104" fmla="*/ 6243319 w 12192000"/>
              <a:gd name="connsiteY104" fmla="*/ 1695560 h 2237474"/>
              <a:gd name="connsiteX105" fmla="*/ 6098321 w 12192000"/>
              <a:gd name="connsiteY105" fmla="*/ 1721646 h 2237474"/>
              <a:gd name="connsiteX106" fmla="*/ 5880652 w 12192000"/>
              <a:gd name="connsiteY106" fmla="*/ 1779643 h 2237474"/>
              <a:gd name="connsiteX107" fmla="*/ 5785959 w 12192000"/>
              <a:gd name="connsiteY107" fmla="*/ 1775307 h 2237474"/>
              <a:gd name="connsiteX108" fmla="*/ 5643534 w 12192000"/>
              <a:gd name="connsiteY108" fmla="*/ 1802919 h 2237474"/>
              <a:gd name="connsiteX109" fmla="*/ 5518799 w 12192000"/>
              <a:gd name="connsiteY109" fmla="*/ 1818312 h 2237474"/>
              <a:gd name="connsiteX110" fmla="*/ 5505014 w 12192000"/>
              <a:gd name="connsiteY110" fmla="*/ 1819259 h 2237474"/>
              <a:gd name="connsiteX111" fmla="*/ 5453307 w 12192000"/>
              <a:gd name="connsiteY111" fmla="*/ 1815450 h 2237474"/>
              <a:gd name="connsiteX112" fmla="*/ 5364192 w 12192000"/>
              <a:gd name="connsiteY112" fmla="*/ 1826074 h 2237474"/>
              <a:gd name="connsiteX113" fmla="*/ 5350380 w 12192000"/>
              <a:gd name="connsiteY113" fmla="*/ 1830891 h 2237474"/>
              <a:gd name="connsiteX114" fmla="*/ 5259633 w 12192000"/>
              <a:gd name="connsiteY114" fmla="*/ 1837160 h 2237474"/>
              <a:gd name="connsiteX115" fmla="*/ 5197513 w 12192000"/>
              <a:gd name="connsiteY115" fmla="*/ 1844718 h 2237474"/>
              <a:gd name="connsiteX116" fmla="*/ 5184170 w 12192000"/>
              <a:gd name="connsiteY116" fmla="*/ 1849402 h 2237474"/>
              <a:gd name="connsiteX117" fmla="*/ 5168852 w 12192000"/>
              <a:gd name="connsiteY117" fmla="*/ 1844846 h 2237474"/>
              <a:gd name="connsiteX118" fmla="*/ 5164370 w 12192000"/>
              <a:gd name="connsiteY118" fmla="*/ 1840597 h 2237474"/>
              <a:gd name="connsiteX119" fmla="*/ 5114927 w 12192000"/>
              <a:gd name="connsiteY119" fmla="*/ 1847827 h 2237474"/>
              <a:gd name="connsiteX120" fmla="*/ 5108970 w 12192000"/>
              <a:gd name="connsiteY120" fmla="*/ 1847935 h 2237474"/>
              <a:gd name="connsiteX121" fmla="*/ 5067961 w 12192000"/>
              <a:gd name="connsiteY121" fmla="*/ 1845917 h 2237474"/>
              <a:gd name="connsiteX122" fmla="*/ 5007075 w 12192000"/>
              <a:gd name="connsiteY122" fmla="*/ 1838626 h 2237474"/>
              <a:gd name="connsiteX123" fmla="*/ 4944087 w 12192000"/>
              <a:gd name="connsiteY123" fmla="*/ 1823332 h 2237474"/>
              <a:gd name="connsiteX124" fmla="*/ 4907662 w 12192000"/>
              <a:gd name="connsiteY124" fmla="*/ 1816900 h 2237474"/>
              <a:gd name="connsiteX125" fmla="*/ 4882386 w 12192000"/>
              <a:gd name="connsiteY125" fmla="*/ 1809844 h 2237474"/>
              <a:gd name="connsiteX126" fmla="*/ 4811440 w 12192000"/>
              <a:gd name="connsiteY126" fmla="*/ 1804655 h 2237474"/>
              <a:gd name="connsiteX127" fmla="*/ 4691075 w 12192000"/>
              <a:gd name="connsiteY127" fmla="*/ 1801389 h 2237474"/>
              <a:gd name="connsiteX128" fmla="*/ 4611738 w 12192000"/>
              <a:gd name="connsiteY128" fmla="*/ 1776964 h 2237474"/>
              <a:gd name="connsiteX129" fmla="*/ 4560070 w 12192000"/>
              <a:gd name="connsiteY129" fmla="*/ 1785640 h 2237474"/>
              <a:gd name="connsiteX130" fmla="*/ 4536503 w 12192000"/>
              <a:gd name="connsiteY130" fmla="*/ 1785334 h 2237474"/>
              <a:gd name="connsiteX131" fmla="*/ 4513724 w 12192000"/>
              <a:gd name="connsiteY131" fmla="*/ 1791996 h 2237474"/>
              <a:gd name="connsiteX132" fmla="*/ 4459810 w 12192000"/>
              <a:gd name="connsiteY132" fmla="*/ 1797886 h 2237474"/>
              <a:gd name="connsiteX133" fmla="*/ 4379064 w 12192000"/>
              <a:gd name="connsiteY133" fmla="*/ 1817177 h 2237474"/>
              <a:gd name="connsiteX134" fmla="*/ 4319209 w 12192000"/>
              <a:gd name="connsiteY134" fmla="*/ 1834833 h 2237474"/>
              <a:gd name="connsiteX135" fmla="*/ 4290981 w 12192000"/>
              <a:gd name="connsiteY135" fmla="*/ 1839677 h 2237474"/>
              <a:gd name="connsiteX136" fmla="*/ 4285792 w 12192000"/>
              <a:gd name="connsiteY136" fmla="*/ 1836231 h 2237474"/>
              <a:gd name="connsiteX137" fmla="*/ 4238372 w 12192000"/>
              <a:gd name="connsiteY137" fmla="*/ 1851480 h 2237474"/>
              <a:gd name="connsiteX138" fmla="*/ 4232517 w 12192000"/>
              <a:gd name="connsiteY138" fmla="*/ 1852567 h 2237474"/>
              <a:gd name="connsiteX139" fmla="*/ 4191732 w 12192000"/>
              <a:gd name="connsiteY139" fmla="*/ 1857328 h 2237474"/>
              <a:gd name="connsiteX140" fmla="*/ 4065532 w 12192000"/>
              <a:gd name="connsiteY140" fmla="*/ 1855477 h 2237474"/>
              <a:gd name="connsiteX141" fmla="*/ 4028460 w 12192000"/>
              <a:gd name="connsiteY141" fmla="*/ 1855137 h 2237474"/>
              <a:gd name="connsiteX142" fmla="*/ 4002267 w 12192000"/>
              <a:gd name="connsiteY142" fmla="*/ 1852352 h 2237474"/>
              <a:gd name="connsiteX143" fmla="*/ 3931396 w 12192000"/>
              <a:gd name="connsiteY143" fmla="*/ 1858915 h 2237474"/>
              <a:gd name="connsiteX144" fmla="*/ 3812162 w 12192000"/>
              <a:gd name="connsiteY144" fmla="*/ 1875501 h 2237474"/>
              <a:gd name="connsiteX145" fmla="*/ 3729530 w 12192000"/>
              <a:gd name="connsiteY145" fmla="*/ 1864513 h 2237474"/>
              <a:gd name="connsiteX146" fmla="*/ 3680177 w 12192000"/>
              <a:gd name="connsiteY146" fmla="*/ 1881552 h 2237474"/>
              <a:gd name="connsiteX147" fmla="*/ 3567259 w 12192000"/>
              <a:gd name="connsiteY147" fmla="*/ 1893482 h 2237474"/>
              <a:gd name="connsiteX148" fmla="*/ 3405770 w 12192000"/>
              <a:gd name="connsiteY148" fmla="*/ 1904591 h 2237474"/>
              <a:gd name="connsiteX149" fmla="*/ 3280097 w 12192000"/>
              <a:gd name="connsiteY149" fmla="*/ 1919610 h 2237474"/>
              <a:gd name="connsiteX150" fmla="*/ 3123424 w 12192000"/>
              <a:gd name="connsiteY150" fmla="*/ 1952930 h 2237474"/>
              <a:gd name="connsiteX151" fmla="*/ 3009910 w 12192000"/>
              <a:gd name="connsiteY151" fmla="*/ 1957866 h 2237474"/>
              <a:gd name="connsiteX152" fmla="*/ 2995934 w 12192000"/>
              <a:gd name="connsiteY152" fmla="*/ 1967085 h 2237474"/>
              <a:gd name="connsiteX153" fmla="*/ 2980071 w 12192000"/>
              <a:gd name="connsiteY153" fmla="*/ 1972988 h 2237474"/>
              <a:gd name="connsiteX154" fmla="*/ 2978094 w 12192000"/>
              <a:gd name="connsiteY154" fmla="*/ 1972369 h 2237474"/>
              <a:gd name="connsiteX155" fmla="*/ 2942858 w 12192000"/>
              <a:gd name="connsiteY155" fmla="*/ 1981367 h 2237474"/>
              <a:gd name="connsiteX156" fmla="*/ 2875436 w 12192000"/>
              <a:gd name="connsiteY156" fmla="*/ 1996977 h 2237474"/>
              <a:gd name="connsiteX157" fmla="*/ 2874892 w 12192000"/>
              <a:gd name="connsiteY157" fmla="*/ 1996085 h 2237474"/>
              <a:gd name="connsiteX158" fmla="*/ 2864145 w 12192000"/>
              <a:gd name="connsiteY158" fmla="*/ 1994061 h 2237474"/>
              <a:gd name="connsiteX159" fmla="*/ 2843662 w 12192000"/>
              <a:gd name="connsiteY159" fmla="*/ 1992498 h 2237474"/>
              <a:gd name="connsiteX160" fmla="*/ 2796128 w 12192000"/>
              <a:gd name="connsiteY160" fmla="*/ 1976403 h 2237474"/>
              <a:gd name="connsiteX161" fmla="*/ 2756784 w 12192000"/>
              <a:gd name="connsiteY161" fmla="*/ 1985116 h 2237474"/>
              <a:gd name="connsiteX162" fmla="*/ 2748833 w 12192000"/>
              <a:gd name="connsiteY162" fmla="*/ 1986323 h 2237474"/>
              <a:gd name="connsiteX163" fmla="*/ 2748661 w 12192000"/>
              <a:gd name="connsiteY163" fmla="*/ 1986122 h 2237474"/>
              <a:gd name="connsiteX164" fmla="*/ 2740251 w 12192000"/>
              <a:gd name="connsiteY164" fmla="*/ 1986946 h 2237474"/>
              <a:gd name="connsiteX165" fmla="*/ 2718916 w 12192000"/>
              <a:gd name="connsiteY165" fmla="*/ 1990867 h 2237474"/>
              <a:gd name="connsiteX166" fmla="*/ 2713522 w 12192000"/>
              <a:gd name="connsiteY166" fmla="*/ 1990173 h 2237474"/>
              <a:gd name="connsiteX167" fmla="*/ 2680597 w 12192000"/>
              <a:gd name="connsiteY167" fmla="*/ 1984996 h 2237474"/>
              <a:gd name="connsiteX168" fmla="*/ 2578178 w 12192000"/>
              <a:gd name="connsiteY168" fmla="*/ 1990531 h 2237474"/>
              <a:gd name="connsiteX169" fmla="*/ 2476147 w 12192000"/>
              <a:gd name="connsiteY169" fmla="*/ 1998305 h 2237474"/>
              <a:gd name="connsiteX170" fmla="*/ 2373568 w 12192000"/>
              <a:gd name="connsiteY170" fmla="*/ 2003219 h 2237474"/>
              <a:gd name="connsiteX171" fmla="*/ 2321399 w 12192000"/>
              <a:gd name="connsiteY171" fmla="*/ 1989467 h 2237474"/>
              <a:gd name="connsiteX172" fmla="*/ 2315525 w 12192000"/>
              <a:gd name="connsiteY172" fmla="*/ 1989708 h 2237474"/>
              <a:gd name="connsiteX173" fmla="*/ 2300792 w 12192000"/>
              <a:gd name="connsiteY173" fmla="*/ 1994290 h 2237474"/>
              <a:gd name="connsiteX174" fmla="*/ 2295469 w 12192000"/>
              <a:gd name="connsiteY174" fmla="*/ 1996659 h 2237474"/>
              <a:gd name="connsiteX175" fmla="*/ 2287219 w 12192000"/>
              <a:gd name="connsiteY175" fmla="*/ 1998750 h 2237474"/>
              <a:gd name="connsiteX176" fmla="*/ 2286948 w 12192000"/>
              <a:gd name="connsiteY176" fmla="*/ 1998596 h 2237474"/>
              <a:gd name="connsiteX177" fmla="*/ 2243069 w 12192000"/>
              <a:gd name="connsiteY177" fmla="*/ 2015111 h 2237474"/>
              <a:gd name="connsiteX178" fmla="*/ 2186609 w 12192000"/>
              <a:gd name="connsiteY178" fmla="*/ 2008263 h 2237474"/>
              <a:gd name="connsiteX179" fmla="*/ 2164831 w 12192000"/>
              <a:gd name="connsiteY179" fmla="*/ 2010143 h 2237474"/>
              <a:gd name="connsiteX180" fmla="*/ 2152836 w 12192000"/>
              <a:gd name="connsiteY180" fmla="*/ 2010048 h 2237474"/>
              <a:gd name="connsiteX181" fmla="*/ 2117102 w 12192000"/>
              <a:gd name="connsiteY181" fmla="*/ 2023004 h 2237474"/>
              <a:gd name="connsiteX182" fmla="*/ 2111935 w 12192000"/>
              <a:gd name="connsiteY182" fmla="*/ 2023163 h 2237474"/>
              <a:gd name="connsiteX183" fmla="*/ 2089991 w 12192000"/>
              <a:gd name="connsiteY183" fmla="*/ 2034193 h 2237474"/>
              <a:gd name="connsiteX184" fmla="*/ 2058061 w 12192000"/>
              <a:gd name="connsiteY184" fmla="*/ 2047942 h 2237474"/>
              <a:gd name="connsiteX185" fmla="*/ 2055737 w 12192000"/>
              <a:gd name="connsiteY185" fmla="*/ 2047704 h 2237474"/>
              <a:gd name="connsiteX186" fmla="*/ 2042244 w 12192000"/>
              <a:gd name="connsiteY186" fmla="*/ 2055560 h 2237474"/>
              <a:gd name="connsiteX187" fmla="*/ 1976224 w 12192000"/>
              <a:gd name="connsiteY187" fmla="*/ 2074257 h 2237474"/>
              <a:gd name="connsiteX188" fmla="*/ 1877728 w 12192000"/>
              <a:gd name="connsiteY188" fmla="*/ 2101004 h 2237474"/>
              <a:gd name="connsiteX189" fmla="*/ 1759056 w 12192000"/>
              <a:gd name="connsiteY189" fmla="*/ 2125608 h 2237474"/>
              <a:gd name="connsiteX190" fmla="*/ 1637948 w 12192000"/>
              <a:gd name="connsiteY190" fmla="*/ 2172597 h 2237474"/>
              <a:gd name="connsiteX191" fmla="*/ 1434549 w 12192000"/>
              <a:gd name="connsiteY191" fmla="*/ 2234522 h 2237474"/>
              <a:gd name="connsiteX192" fmla="*/ 1398481 w 12192000"/>
              <a:gd name="connsiteY192" fmla="*/ 2237074 h 2237474"/>
              <a:gd name="connsiteX193" fmla="*/ 1398407 w 12192000"/>
              <a:gd name="connsiteY193" fmla="*/ 2237095 h 2237474"/>
              <a:gd name="connsiteX194" fmla="*/ 1370962 w 12192000"/>
              <a:gd name="connsiteY194" fmla="*/ 2237474 h 2237474"/>
              <a:gd name="connsiteX195" fmla="*/ 1356367 w 12192000"/>
              <a:gd name="connsiteY195" fmla="*/ 2235089 h 2237474"/>
              <a:gd name="connsiteX196" fmla="*/ 1324828 w 12192000"/>
              <a:gd name="connsiteY196" fmla="*/ 2231968 h 2237474"/>
              <a:gd name="connsiteX197" fmla="*/ 1297744 w 12192000"/>
              <a:gd name="connsiteY197" fmla="*/ 2235849 h 2237474"/>
              <a:gd name="connsiteX198" fmla="*/ 1286236 w 12192000"/>
              <a:gd name="connsiteY198" fmla="*/ 2233135 h 2237474"/>
              <a:gd name="connsiteX199" fmla="*/ 1283504 w 12192000"/>
              <a:gd name="connsiteY199" fmla="*/ 2233797 h 2237474"/>
              <a:gd name="connsiteX200" fmla="*/ 1279765 w 12192000"/>
              <a:gd name="connsiteY200" fmla="*/ 2229639 h 2237474"/>
              <a:gd name="connsiteX201" fmla="*/ 1195347 w 12192000"/>
              <a:gd name="connsiteY201" fmla="*/ 2212354 h 2237474"/>
              <a:gd name="connsiteX202" fmla="*/ 970251 w 12192000"/>
              <a:gd name="connsiteY202" fmla="*/ 2221029 h 2237474"/>
              <a:gd name="connsiteX203" fmla="*/ 812914 w 12192000"/>
              <a:gd name="connsiteY203" fmla="*/ 2202752 h 2237474"/>
              <a:gd name="connsiteX204" fmla="*/ 800195 w 12192000"/>
              <a:gd name="connsiteY204" fmla="*/ 2209407 h 2237474"/>
              <a:gd name="connsiteX205" fmla="*/ 784978 w 12192000"/>
              <a:gd name="connsiteY205" fmla="*/ 2212360 h 2237474"/>
              <a:gd name="connsiteX206" fmla="*/ 681987 w 12192000"/>
              <a:gd name="connsiteY206" fmla="*/ 2216757 h 2237474"/>
              <a:gd name="connsiteX207" fmla="*/ 669923 w 12192000"/>
              <a:gd name="connsiteY207" fmla="*/ 2211682 h 2237474"/>
              <a:gd name="connsiteX208" fmla="*/ 648680 w 12192000"/>
              <a:gd name="connsiteY208" fmla="*/ 2206229 h 2237474"/>
              <a:gd name="connsiteX209" fmla="*/ 597225 w 12192000"/>
              <a:gd name="connsiteY209" fmla="*/ 2180999 h 2237474"/>
              <a:gd name="connsiteX210" fmla="*/ 558449 w 12192000"/>
              <a:gd name="connsiteY210" fmla="*/ 2182346 h 2237474"/>
              <a:gd name="connsiteX211" fmla="*/ 550517 w 12192000"/>
              <a:gd name="connsiteY211" fmla="*/ 2182060 h 2237474"/>
              <a:gd name="connsiteX212" fmla="*/ 550309 w 12192000"/>
              <a:gd name="connsiteY212" fmla="*/ 2181825 h 2237474"/>
              <a:gd name="connsiteX213" fmla="*/ 541836 w 12192000"/>
              <a:gd name="connsiteY213" fmla="*/ 2181063 h 2237474"/>
              <a:gd name="connsiteX214" fmla="*/ 536057 w 12192000"/>
              <a:gd name="connsiteY214" fmla="*/ 2181537 h 2237474"/>
              <a:gd name="connsiteX215" fmla="*/ 520671 w 12192000"/>
              <a:gd name="connsiteY215" fmla="*/ 2180980 h 2237474"/>
              <a:gd name="connsiteX216" fmla="*/ 515024 w 12192000"/>
              <a:gd name="connsiteY216" fmla="*/ 2179258 h 2237474"/>
              <a:gd name="connsiteX217" fmla="*/ 512278 w 12192000"/>
              <a:gd name="connsiteY217" fmla="*/ 2176369 h 2237474"/>
              <a:gd name="connsiteX218" fmla="*/ 480419 w 12192000"/>
              <a:gd name="connsiteY218" fmla="*/ 2167807 h 2237474"/>
              <a:gd name="connsiteX219" fmla="*/ 413835 w 12192000"/>
              <a:gd name="connsiteY219" fmla="*/ 2156783 h 2237474"/>
              <a:gd name="connsiteX220" fmla="*/ 376513 w 12192000"/>
              <a:gd name="connsiteY220" fmla="*/ 2154014 h 2237474"/>
              <a:gd name="connsiteX221" fmla="*/ 273386 w 12192000"/>
              <a:gd name="connsiteY221" fmla="*/ 2142551 h 2237474"/>
              <a:gd name="connsiteX222" fmla="*/ 169207 w 12192000"/>
              <a:gd name="connsiteY222" fmla="*/ 2128100 h 2237474"/>
              <a:gd name="connsiteX223" fmla="*/ 93149 w 12192000"/>
              <a:gd name="connsiteY223" fmla="*/ 2105324 h 2237474"/>
              <a:gd name="connsiteX224" fmla="*/ 88109 w 12192000"/>
              <a:gd name="connsiteY224" fmla="*/ 2106704 h 2237474"/>
              <a:gd name="connsiteX225" fmla="*/ 80022 w 12192000"/>
              <a:gd name="connsiteY225" fmla="*/ 2107254 h 2237474"/>
              <a:gd name="connsiteX226" fmla="*/ 79717 w 12192000"/>
              <a:gd name="connsiteY226" fmla="*/ 2107046 h 2237474"/>
              <a:gd name="connsiteX227" fmla="*/ 72352 w 12192000"/>
              <a:gd name="connsiteY227" fmla="*/ 2107991 h 2237474"/>
              <a:gd name="connsiteX228" fmla="*/ 37645 w 12192000"/>
              <a:gd name="connsiteY228" fmla="*/ 2115401 h 2237474"/>
              <a:gd name="connsiteX229" fmla="*/ 4572 w 12192000"/>
              <a:gd name="connsiteY229" fmla="*/ 2111091 h 2237474"/>
              <a:gd name="connsiteX230" fmla="*/ 0 w 12192000"/>
              <a:gd name="connsiteY230" fmla="*/ 2110468 h 2237474"/>
              <a:gd name="connsiteX231" fmla="*/ 0 w 12192000"/>
              <a:gd name="connsiteY231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16595 w 12192000"/>
              <a:gd name="connsiteY97" fmla="*/ 1667475 h 2237474"/>
              <a:gd name="connsiteX98" fmla="*/ 6508541 w 12192000"/>
              <a:gd name="connsiteY98" fmla="*/ 1668757 h 2237474"/>
              <a:gd name="connsiteX99" fmla="*/ 6471012 w 12192000"/>
              <a:gd name="connsiteY99" fmla="*/ 1678604 h 2237474"/>
              <a:gd name="connsiteX100" fmla="*/ 6415265 w 12192000"/>
              <a:gd name="connsiteY100" fmla="*/ 1665317 h 2237474"/>
              <a:gd name="connsiteX101" fmla="*/ 6364035 w 12192000"/>
              <a:gd name="connsiteY101" fmla="*/ 1667683 h 2237474"/>
              <a:gd name="connsiteX102" fmla="*/ 6280959 w 12192000"/>
              <a:gd name="connsiteY102" fmla="*/ 1689329 h 2237474"/>
              <a:gd name="connsiteX103" fmla="*/ 6243319 w 12192000"/>
              <a:gd name="connsiteY103" fmla="*/ 1695560 h 2237474"/>
              <a:gd name="connsiteX104" fmla="*/ 6098321 w 12192000"/>
              <a:gd name="connsiteY104" fmla="*/ 1721646 h 2237474"/>
              <a:gd name="connsiteX105" fmla="*/ 5880652 w 12192000"/>
              <a:gd name="connsiteY105" fmla="*/ 1779643 h 2237474"/>
              <a:gd name="connsiteX106" fmla="*/ 5785959 w 12192000"/>
              <a:gd name="connsiteY106" fmla="*/ 1775307 h 2237474"/>
              <a:gd name="connsiteX107" fmla="*/ 5643534 w 12192000"/>
              <a:gd name="connsiteY107" fmla="*/ 1802919 h 2237474"/>
              <a:gd name="connsiteX108" fmla="*/ 5518799 w 12192000"/>
              <a:gd name="connsiteY108" fmla="*/ 1818312 h 2237474"/>
              <a:gd name="connsiteX109" fmla="*/ 5505014 w 12192000"/>
              <a:gd name="connsiteY109" fmla="*/ 1819259 h 2237474"/>
              <a:gd name="connsiteX110" fmla="*/ 5453307 w 12192000"/>
              <a:gd name="connsiteY110" fmla="*/ 1815450 h 2237474"/>
              <a:gd name="connsiteX111" fmla="*/ 5364192 w 12192000"/>
              <a:gd name="connsiteY111" fmla="*/ 1826074 h 2237474"/>
              <a:gd name="connsiteX112" fmla="*/ 5350380 w 12192000"/>
              <a:gd name="connsiteY112" fmla="*/ 1830891 h 2237474"/>
              <a:gd name="connsiteX113" fmla="*/ 5259633 w 12192000"/>
              <a:gd name="connsiteY113" fmla="*/ 1837160 h 2237474"/>
              <a:gd name="connsiteX114" fmla="*/ 5197513 w 12192000"/>
              <a:gd name="connsiteY114" fmla="*/ 1844718 h 2237474"/>
              <a:gd name="connsiteX115" fmla="*/ 5184170 w 12192000"/>
              <a:gd name="connsiteY115" fmla="*/ 1849402 h 2237474"/>
              <a:gd name="connsiteX116" fmla="*/ 5168852 w 12192000"/>
              <a:gd name="connsiteY116" fmla="*/ 1844846 h 2237474"/>
              <a:gd name="connsiteX117" fmla="*/ 5164370 w 12192000"/>
              <a:gd name="connsiteY117" fmla="*/ 1840597 h 2237474"/>
              <a:gd name="connsiteX118" fmla="*/ 5114927 w 12192000"/>
              <a:gd name="connsiteY118" fmla="*/ 1847827 h 2237474"/>
              <a:gd name="connsiteX119" fmla="*/ 5108970 w 12192000"/>
              <a:gd name="connsiteY119" fmla="*/ 1847935 h 2237474"/>
              <a:gd name="connsiteX120" fmla="*/ 5067961 w 12192000"/>
              <a:gd name="connsiteY120" fmla="*/ 1845917 h 2237474"/>
              <a:gd name="connsiteX121" fmla="*/ 5007075 w 12192000"/>
              <a:gd name="connsiteY121" fmla="*/ 1838626 h 2237474"/>
              <a:gd name="connsiteX122" fmla="*/ 4944087 w 12192000"/>
              <a:gd name="connsiteY122" fmla="*/ 1823332 h 2237474"/>
              <a:gd name="connsiteX123" fmla="*/ 4907662 w 12192000"/>
              <a:gd name="connsiteY123" fmla="*/ 1816900 h 2237474"/>
              <a:gd name="connsiteX124" fmla="*/ 4882386 w 12192000"/>
              <a:gd name="connsiteY124" fmla="*/ 1809844 h 2237474"/>
              <a:gd name="connsiteX125" fmla="*/ 4811440 w 12192000"/>
              <a:gd name="connsiteY125" fmla="*/ 1804655 h 2237474"/>
              <a:gd name="connsiteX126" fmla="*/ 4691075 w 12192000"/>
              <a:gd name="connsiteY126" fmla="*/ 1801389 h 2237474"/>
              <a:gd name="connsiteX127" fmla="*/ 4611738 w 12192000"/>
              <a:gd name="connsiteY127" fmla="*/ 1776964 h 2237474"/>
              <a:gd name="connsiteX128" fmla="*/ 4560070 w 12192000"/>
              <a:gd name="connsiteY128" fmla="*/ 1785640 h 2237474"/>
              <a:gd name="connsiteX129" fmla="*/ 4536503 w 12192000"/>
              <a:gd name="connsiteY129" fmla="*/ 1785334 h 2237474"/>
              <a:gd name="connsiteX130" fmla="*/ 4513724 w 12192000"/>
              <a:gd name="connsiteY130" fmla="*/ 1791996 h 2237474"/>
              <a:gd name="connsiteX131" fmla="*/ 4459810 w 12192000"/>
              <a:gd name="connsiteY131" fmla="*/ 1797886 h 2237474"/>
              <a:gd name="connsiteX132" fmla="*/ 4379064 w 12192000"/>
              <a:gd name="connsiteY132" fmla="*/ 1817177 h 2237474"/>
              <a:gd name="connsiteX133" fmla="*/ 4319209 w 12192000"/>
              <a:gd name="connsiteY133" fmla="*/ 1834833 h 2237474"/>
              <a:gd name="connsiteX134" fmla="*/ 4290981 w 12192000"/>
              <a:gd name="connsiteY134" fmla="*/ 1839677 h 2237474"/>
              <a:gd name="connsiteX135" fmla="*/ 4285792 w 12192000"/>
              <a:gd name="connsiteY135" fmla="*/ 1836231 h 2237474"/>
              <a:gd name="connsiteX136" fmla="*/ 4238372 w 12192000"/>
              <a:gd name="connsiteY136" fmla="*/ 1851480 h 2237474"/>
              <a:gd name="connsiteX137" fmla="*/ 4232517 w 12192000"/>
              <a:gd name="connsiteY137" fmla="*/ 1852567 h 2237474"/>
              <a:gd name="connsiteX138" fmla="*/ 4191732 w 12192000"/>
              <a:gd name="connsiteY138" fmla="*/ 1857328 h 2237474"/>
              <a:gd name="connsiteX139" fmla="*/ 4065532 w 12192000"/>
              <a:gd name="connsiteY139" fmla="*/ 1855477 h 2237474"/>
              <a:gd name="connsiteX140" fmla="*/ 4028460 w 12192000"/>
              <a:gd name="connsiteY140" fmla="*/ 1855137 h 2237474"/>
              <a:gd name="connsiteX141" fmla="*/ 4002267 w 12192000"/>
              <a:gd name="connsiteY141" fmla="*/ 1852352 h 2237474"/>
              <a:gd name="connsiteX142" fmla="*/ 3931396 w 12192000"/>
              <a:gd name="connsiteY142" fmla="*/ 1858915 h 2237474"/>
              <a:gd name="connsiteX143" fmla="*/ 3812162 w 12192000"/>
              <a:gd name="connsiteY143" fmla="*/ 1875501 h 2237474"/>
              <a:gd name="connsiteX144" fmla="*/ 3729530 w 12192000"/>
              <a:gd name="connsiteY144" fmla="*/ 1864513 h 2237474"/>
              <a:gd name="connsiteX145" fmla="*/ 3680177 w 12192000"/>
              <a:gd name="connsiteY145" fmla="*/ 1881552 h 2237474"/>
              <a:gd name="connsiteX146" fmla="*/ 3567259 w 12192000"/>
              <a:gd name="connsiteY146" fmla="*/ 1893482 h 2237474"/>
              <a:gd name="connsiteX147" fmla="*/ 3405770 w 12192000"/>
              <a:gd name="connsiteY147" fmla="*/ 1904591 h 2237474"/>
              <a:gd name="connsiteX148" fmla="*/ 3280097 w 12192000"/>
              <a:gd name="connsiteY148" fmla="*/ 1919610 h 2237474"/>
              <a:gd name="connsiteX149" fmla="*/ 3123424 w 12192000"/>
              <a:gd name="connsiteY149" fmla="*/ 1952930 h 2237474"/>
              <a:gd name="connsiteX150" fmla="*/ 3009910 w 12192000"/>
              <a:gd name="connsiteY150" fmla="*/ 1957866 h 2237474"/>
              <a:gd name="connsiteX151" fmla="*/ 2995934 w 12192000"/>
              <a:gd name="connsiteY151" fmla="*/ 1967085 h 2237474"/>
              <a:gd name="connsiteX152" fmla="*/ 2980071 w 12192000"/>
              <a:gd name="connsiteY152" fmla="*/ 1972988 h 2237474"/>
              <a:gd name="connsiteX153" fmla="*/ 2978094 w 12192000"/>
              <a:gd name="connsiteY153" fmla="*/ 1972369 h 2237474"/>
              <a:gd name="connsiteX154" fmla="*/ 2942858 w 12192000"/>
              <a:gd name="connsiteY154" fmla="*/ 1981367 h 2237474"/>
              <a:gd name="connsiteX155" fmla="*/ 2875436 w 12192000"/>
              <a:gd name="connsiteY155" fmla="*/ 1996977 h 2237474"/>
              <a:gd name="connsiteX156" fmla="*/ 2874892 w 12192000"/>
              <a:gd name="connsiteY156" fmla="*/ 1996085 h 2237474"/>
              <a:gd name="connsiteX157" fmla="*/ 2864145 w 12192000"/>
              <a:gd name="connsiteY157" fmla="*/ 1994061 h 2237474"/>
              <a:gd name="connsiteX158" fmla="*/ 2843662 w 12192000"/>
              <a:gd name="connsiteY158" fmla="*/ 1992498 h 2237474"/>
              <a:gd name="connsiteX159" fmla="*/ 2796128 w 12192000"/>
              <a:gd name="connsiteY159" fmla="*/ 1976403 h 2237474"/>
              <a:gd name="connsiteX160" fmla="*/ 2756784 w 12192000"/>
              <a:gd name="connsiteY160" fmla="*/ 1985116 h 2237474"/>
              <a:gd name="connsiteX161" fmla="*/ 2748833 w 12192000"/>
              <a:gd name="connsiteY161" fmla="*/ 1986323 h 2237474"/>
              <a:gd name="connsiteX162" fmla="*/ 2748661 w 12192000"/>
              <a:gd name="connsiteY162" fmla="*/ 1986122 h 2237474"/>
              <a:gd name="connsiteX163" fmla="*/ 2740251 w 12192000"/>
              <a:gd name="connsiteY163" fmla="*/ 1986946 h 2237474"/>
              <a:gd name="connsiteX164" fmla="*/ 2718916 w 12192000"/>
              <a:gd name="connsiteY164" fmla="*/ 1990867 h 2237474"/>
              <a:gd name="connsiteX165" fmla="*/ 2713522 w 12192000"/>
              <a:gd name="connsiteY165" fmla="*/ 1990173 h 2237474"/>
              <a:gd name="connsiteX166" fmla="*/ 2680597 w 12192000"/>
              <a:gd name="connsiteY166" fmla="*/ 1984996 h 2237474"/>
              <a:gd name="connsiteX167" fmla="*/ 2578178 w 12192000"/>
              <a:gd name="connsiteY167" fmla="*/ 1990531 h 2237474"/>
              <a:gd name="connsiteX168" fmla="*/ 2476147 w 12192000"/>
              <a:gd name="connsiteY168" fmla="*/ 1998305 h 2237474"/>
              <a:gd name="connsiteX169" fmla="*/ 2373568 w 12192000"/>
              <a:gd name="connsiteY169" fmla="*/ 2003219 h 2237474"/>
              <a:gd name="connsiteX170" fmla="*/ 2321399 w 12192000"/>
              <a:gd name="connsiteY170" fmla="*/ 1989467 h 2237474"/>
              <a:gd name="connsiteX171" fmla="*/ 2315525 w 12192000"/>
              <a:gd name="connsiteY171" fmla="*/ 1989708 h 2237474"/>
              <a:gd name="connsiteX172" fmla="*/ 2300792 w 12192000"/>
              <a:gd name="connsiteY172" fmla="*/ 1994290 h 2237474"/>
              <a:gd name="connsiteX173" fmla="*/ 2295469 w 12192000"/>
              <a:gd name="connsiteY173" fmla="*/ 1996659 h 2237474"/>
              <a:gd name="connsiteX174" fmla="*/ 2287219 w 12192000"/>
              <a:gd name="connsiteY174" fmla="*/ 1998750 h 2237474"/>
              <a:gd name="connsiteX175" fmla="*/ 2286948 w 12192000"/>
              <a:gd name="connsiteY175" fmla="*/ 1998596 h 2237474"/>
              <a:gd name="connsiteX176" fmla="*/ 2243069 w 12192000"/>
              <a:gd name="connsiteY176" fmla="*/ 2015111 h 2237474"/>
              <a:gd name="connsiteX177" fmla="*/ 2186609 w 12192000"/>
              <a:gd name="connsiteY177" fmla="*/ 2008263 h 2237474"/>
              <a:gd name="connsiteX178" fmla="*/ 2164831 w 12192000"/>
              <a:gd name="connsiteY178" fmla="*/ 2010143 h 2237474"/>
              <a:gd name="connsiteX179" fmla="*/ 2152836 w 12192000"/>
              <a:gd name="connsiteY179" fmla="*/ 2010048 h 2237474"/>
              <a:gd name="connsiteX180" fmla="*/ 2117102 w 12192000"/>
              <a:gd name="connsiteY180" fmla="*/ 2023004 h 2237474"/>
              <a:gd name="connsiteX181" fmla="*/ 2111935 w 12192000"/>
              <a:gd name="connsiteY181" fmla="*/ 2023163 h 2237474"/>
              <a:gd name="connsiteX182" fmla="*/ 2089991 w 12192000"/>
              <a:gd name="connsiteY182" fmla="*/ 2034193 h 2237474"/>
              <a:gd name="connsiteX183" fmla="*/ 2058061 w 12192000"/>
              <a:gd name="connsiteY183" fmla="*/ 2047942 h 2237474"/>
              <a:gd name="connsiteX184" fmla="*/ 2055737 w 12192000"/>
              <a:gd name="connsiteY184" fmla="*/ 2047704 h 2237474"/>
              <a:gd name="connsiteX185" fmla="*/ 2042244 w 12192000"/>
              <a:gd name="connsiteY185" fmla="*/ 2055560 h 2237474"/>
              <a:gd name="connsiteX186" fmla="*/ 1976224 w 12192000"/>
              <a:gd name="connsiteY186" fmla="*/ 2074257 h 2237474"/>
              <a:gd name="connsiteX187" fmla="*/ 1877728 w 12192000"/>
              <a:gd name="connsiteY187" fmla="*/ 2101004 h 2237474"/>
              <a:gd name="connsiteX188" fmla="*/ 1759056 w 12192000"/>
              <a:gd name="connsiteY188" fmla="*/ 2125608 h 2237474"/>
              <a:gd name="connsiteX189" fmla="*/ 1637948 w 12192000"/>
              <a:gd name="connsiteY189" fmla="*/ 2172597 h 2237474"/>
              <a:gd name="connsiteX190" fmla="*/ 1434549 w 12192000"/>
              <a:gd name="connsiteY190" fmla="*/ 2234522 h 2237474"/>
              <a:gd name="connsiteX191" fmla="*/ 1398481 w 12192000"/>
              <a:gd name="connsiteY191" fmla="*/ 2237074 h 2237474"/>
              <a:gd name="connsiteX192" fmla="*/ 1398407 w 12192000"/>
              <a:gd name="connsiteY192" fmla="*/ 2237095 h 2237474"/>
              <a:gd name="connsiteX193" fmla="*/ 1370962 w 12192000"/>
              <a:gd name="connsiteY193" fmla="*/ 2237474 h 2237474"/>
              <a:gd name="connsiteX194" fmla="*/ 1356367 w 12192000"/>
              <a:gd name="connsiteY194" fmla="*/ 2235089 h 2237474"/>
              <a:gd name="connsiteX195" fmla="*/ 1324828 w 12192000"/>
              <a:gd name="connsiteY195" fmla="*/ 2231968 h 2237474"/>
              <a:gd name="connsiteX196" fmla="*/ 1297744 w 12192000"/>
              <a:gd name="connsiteY196" fmla="*/ 2235849 h 2237474"/>
              <a:gd name="connsiteX197" fmla="*/ 1286236 w 12192000"/>
              <a:gd name="connsiteY197" fmla="*/ 2233135 h 2237474"/>
              <a:gd name="connsiteX198" fmla="*/ 1283504 w 12192000"/>
              <a:gd name="connsiteY198" fmla="*/ 2233797 h 2237474"/>
              <a:gd name="connsiteX199" fmla="*/ 1279765 w 12192000"/>
              <a:gd name="connsiteY199" fmla="*/ 2229639 h 2237474"/>
              <a:gd name="connsiteX200" fmla="*/ 1195347 w 12192000"/>
              <a:gd name="connsiteY200" fmla="*/ 2212354 h 2237474"/>
              <a:gd name="connsiteX201" fmla="*/ 970251 w 12192000"/>
              <a:gd name="connsiteY201" fmla="*/ 2221029 h 2237474"/>
              <a:gd name="connsiteX202" fmla="*/ 812914 w 12192000"/>
              <a:gd name="connsiteY202" fmla="*/ 2202752 h 2237474"/>
              <a:gd name="connsiteX203" fmla="*/ 800195 w 12192000"/>
              <a:gd name="connsiteY203" fmla="*/ 2209407 h 2237474"/>
              <a:gd name="connsiteX204" fmla="*/ 784978 w 12192000"/>
              <a:gd name="connsiteY204" fmla="*/ 2212360 h 2237474"/>
              <a:gd name="connsiteX205" fmla="*/ 681987 w 12192000"/>
              <a:gd name="connsiteY205" fmla="*/ 2216757 h 2237474"/>
              <a:gd name="connsiteX206" fmla="*/ 669923 w 12192000"/>
              <a:gd name="connsiteY206" fmla="*/ 2211682 h 2237474"/>
              <a:gd name="connsiteX207" fmla="*/ 648680 w 12192000"/>
              <a:gd name="connsiteY207" fmla="*/ 2206229 h 2237474"/>
              <a:gd name="connsiteX208" fmla="*/ 597225 w 12192000"/>
              <a:gd name="connsiteY208" fmla="*/ 2180999 h 2237474"/>
              <a:gd name="connsiteX209" fmla="*/ 558449 w 12192000"/>
              <a:gd name="connsiteY209" fmla="*/ 2182346 h 2237474"/>
              <a:gd name="connsiteX210" fmla="*/ 550517 w 12192000"/>
              <a:gd name="connsiteY210" fmla="*/ 2182060 h 2237474"/>
              <a:gd name="connsiteX211" fmla="*/ 550309 w 12192000"/>
              <a:gd name="connsiteY211" fmla="*/ 2181825 h 2237474"/>
              <a:gd name="connsiteX212" fmla="*/ 541836 w 12192000"/>
              <a:gd name="connsiteY212" fmla="*/ 2181063 h 2237474"/>
              <a:gd name="connsiteX213" fmla="*/ 536057 w 12192000"/>
              <a:gd name="connsiteY213" fmla="*/ 2181537 h 2237474"/>
              <a:gd name="connsiteX214" fmla="*/ 520671 w 12192000"/>
              <a:gd name="connsiteY214" fmla="*/ 2180980 h 2237474"/>
              <a:gd name="connsiteX215" fmla="*/ 515024 w 12192000"/>
              <a:gd name="connsiteY215" fmla="*/ 2179258 h 2237474"/>
              <a:gd name="connsiteX216" fmla="*/ 512278 w 12192000"/>
              <a:gd name="connsiteY216" fmla="*/ 2176369 h 2237474"/>
              <a:gd name="connsiteX217" fmla="*/ 480419 w 12192000"/>
              <a:gd name="connsiteY217" fmla="*/ 2167807 h 2237474"/>
              <a:gd name="connsiteX218" fmla="*/ 413835 w 12192000"/>
              <a:gd name="connsiteY218" fmla="*/ 2156783 h 2237474"/>
              <a:gd name="connsiteX219" fmla="*/ 376513 w 12192000"/>
              <a:gd name="connsiteY219" fmla="*/ 2154014 h 2237474"/>
              <a:gd name="connsiteX220" fmla="*/ 273386 w 12192000"/>
              <a:gd name="connsiteY220" fmla="*/ 2142551 h 2237474"/>
              <a:gd name="connsiteX221" fmla="*/ 169207 w 12192000"/>
              <a:gd name="connsiteY221" fmla="*/ 2128100 h 2237474"/>
              <a:gd name="connsiteX222" fmla="*/ 93149 w 12192000"/>
              <a:gd name="connsiteY222" fmla="*/ 2105324 h 2237474"/>
              <a:gd name="connsiteX223" fmla="*/ 88109 w 12192000"/>
              <a:gd name="connsiteY223" fmla="*/ 2106704 h 2237474"/>
              <a:gd name="connsiteX224" fmla="*/ 80022 w 12192000"/>
              <a:gd name="connsiteY224" fmla="*/ 2107254 h 2237474"/>
              <a:gd name="connsiteX225" fmla="*/ 79717 w 12192000"/>
              <a:gd name="connsiteY225" fmla="*/ 2107046 h 2237474"/>
              <a:gd name="connsiteX226" fmla="*/ 72352 w 12192000"/>
              <a:gd name="connsiteY226" fmla="*/ 2107991 h 2237474"/>
              <a:gd name="connsiteX227" fmla="*/ 37645 w 12192000"/>
              <a:gd name="connsiteY227" fmla="*/ 2115401 h 2237474"/>
              <a:gd name="connsiteX228" fmla="*/ 4572 w 12192000"/>
              <a:gd name="connsiteY228" fmla="*/ 2111091 h 2237474"/>
              <a:gd name="connsiteX229" fmla="*/ 0 w 12192000"/>
              <a:gd name="connsiteY229" fmla="*/ 2110468 h 2237474"/>
              <a:gd name="connsiteX230" fmla="*/ 0 w 12192000"/>
              <a:gd name="connsiteY230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02328 w 12192000"/>
              <a:gd name="connsiteY67" fmla="*/ 1345865 h 2237474"/>
              <a:gd name="connsiteX68" fmla="*/ 7898322 w 12192000"/>
              <a:gd name="connsiteY68" fmla="*/ 1345689 h 2237474"/>
              <a:gd name="connsiteX69" fmla="*/ 7875879 w 12192000"/>
              <a:gd name="connsiteY69" fmla="*/ 1345646 h 2237474"/>
              <a:gd name="connsiteX70" fmla="*/ 7840612 w 12192000"/>
              <a:gd name="connsiteY70" fmla="*/ 1369373 h 2237474"/>
              <a:gd name="connsiteX71" fmla="*/ 7786819 w 12192000"/>
              <a:gd name="connsiteY71" fmla="*/ 1378970 h 2237474"/>
              <a:gd name="connsiteX72" fmla="*/ 7548172 w 12192000"/>
              <a:gd name="connsiteY72" fmla="*/ 1417460 h 2237474"/>
              <a:gd name="connsiteX73" fmla="*/ 7483437 w 12192000"/>
              <a:gd name="connsiteY73" fmla="*/ 1478152 h 2237474"/>
              <a:gd name="connsiteX74" fmla="*/ 7377870 w 12192000"/>
              <a:gd name="connsiteY74" fmla="*/ 1523319 h 2237474"/>
              <a:gd name="connsiteX75" fmla="*/ 7230737 w 12192000"/>
              <a:gd name="connsiteY75" fmla="*/ 1562633 h 2237474"/>
              <a:gd name="connsiteX76" fmla="*/ 7224458 w 12192000"/>
              <a:gd name="connsiteY76" fmla="*/ 1573008 h 2237474"/>
              <a:gd name="connsiteX77" fmla="*/ 7213486 w 12192000"/>
              <a:gd name="connsiteY77" fmla="*/ 1580987 h 2237474"/>
              <a:gd name="connsiteX78" fmla="*/ 7210972 w 12192000"/>
              <a:gd name="connsiteY78" fmla="*/ 1580856 h 2237474"/>
              <a:gd name="connsiteX79" fmla="*/ 7183121 w 12192000"/>
              <a:gd name="connsiteY79" fmla="*/ 1595162 h 2237474"/>
              <a:gd name="connsiteX80" fmla="*/ 7164601 w 12192000"/>
              <a:gd name="connsiteY80" fmla="*/ 1606490 h 2237474"/>
              <a:gd name="connsiteX81" fmla="*/ 7159286 w 12192000"/>
              <a:gd name="connsiteY81" fmla="*/ 1606850 h 2237474"/>
              <a:gd name="connsiteX82" fmla="*/ 7114651 w 12192000"/>
              <a:gd name="connsiteY82" fmla="*/ 1620959 h 2237474"/>
              <a:gd name="connsiteX83" fmla="*/ 7092727 w 12192000"/>
              <a:gd name="connsiteY83" fmla="*/ 1623628 h 2237474"/>
              <a:gd name="connsiteX84" fmla="*/ 7031309 w 12192000"/>
              <a:gd name="connsiteY84" fmla="*/ 1619451 h 2237474"/>
              <a:gd name="connsiteX85" fmla="*/ 6999084 w 12192000"/>
              <a:gd name="connsiteY85" fmla="*/ 1634317 h 2237474"/>
              <a:gd name="connsiteX86" fmla="*/ 6992107 w 12192000"/>
              <a:gd name="connsiteY86" fmla="*/ 1636860 h 2237474"/>
              <a:gd name="connsiteX87" fmla="*/ 6991765 w 12192000"/>
              <a:gd name="connsiteY87" fmla="*/ 1636725 h 2237474"/>
              <a:gd name="connsiteX88" fmla="*/ 6983996 w 12192000"/>
              <a:gd name="connsiteY88" fmla="*/ 1639040 h 2237474"/>
              <a:gd name="connsiteX89" fmla="*/ 6979383 w 12192000"/>
              <a:gd name="connsiteY89" fmla="*/ 1641496 h 2237474"/>
              <a:gd name="connsiteX90" fmla="*/ 6900177 w 12192000"/>
              <a:gd name="connsiteY90" fmla="*/ 1636016 h 2237474"/>
              <a:gd name="connsiteX91" fmla="*/ 6795372 w 12192000"/>
              <a:gd name="connsiteY91" fmla="*/ 1644845 h 2237474"/>
              <a:gd name="connsiteX92" fmla="*/ 6692251 w 12192000"/>
              <a:gd name="connsiteY92" fmla="*/ 1656357 h 2237474"/>
              <a:gd name="connsiteX93" fmla="*/ 6655235 w 12192000"/>
              <a:gd name="connsiteY93" fmla="*/ 1661869 h 2237474"/>
              <a:gd name="connsiteX94" fmla="*/ 6587857 w 12192000"/>
              <a:gd name="connsiteY94" fmla="*/ 1665769 h 2237474"/>
              <a:gd name="connsiteX95" fmla="*/ 6554894 w 12192000"/>
              <a:gd name="connsiteY95" fmla="*/ 1664428 h 2237474"/>
              <a:gd name="connsiteX96" fmla="*/ 6516595 w 12192000"/>
              <a:gd name="connsiteY96" fmla="*/ 1667475 h 2237474"/>
              <a:gd name="connsiteX97" fmla="*/ 6508541 w 12192000"/>
              <a:gd name="connsiteY97" fmla="*/ 1668757 h 2237474"/>
              <a:gd name="connsiteX98" fmla="*/ 6471012 w 12192000"/>
              <a:gd name="connsiteY98" fmla="*/ 1678604 h 2237474"/>
              <a:gd name="connsiteX99" fmla="*/ 6415265 w 12192000"/>
              <a:gd name="connsiteY99" fmla="*/ 1665317 h 2237474"/>
              <a:gd name="connsiteX100" fmla="*/ 6364035 w 12192000"/>
              <a:gd name="connsiteY100" fmla="*/ 1667683 h 2237474"/>
              <a:gd name="connsiteX101" fmla="*/ 6280959 w 12192000"/>
              <a:gd name="connsiteY101" fmla="*/ 1689329 h 2237474"/>
              <a:gd name="connsiteX102" fmla="*/ 6243319 w 12192000"/>
              <a:gd name="connsiteY102" fmla="*/ 1695560 h 2237474"/>
              <a:gd name="connsiteX103" fmla="*/ 6098321 w 12192000"/>
              <a:gd name="connsiteY103" fmla="*/ 1721646 h 2237474"/>
              <a:gd name="connsiteX104" fmla="*/ 5880652 w 12192000"/>
              <a:gd name="connsiteY104" fmla="*/ 1779643 h 2237474"/>
              <a:gd name="connsiteX105" fmla="*/ 5785959 w 12192000"/>
              <a:gd name="connsiteY105" fmla="*/ 1775307 h 2237474"/>
              <a:gd name="connsiteX106" fmla="*/ 5643534 w 12192000"/>
              <a:gd name="connsiteY106" fmla="*/ 1802919 h 2237474"/>
              <a:gd name="connsiteX107" fmla="*/ 5518799 w 12192000"/>
              <a:gd name="connsiteY107" fmla="*/ 1818312 h 2237474"/>
              <a:gd name="connsiteX108" fmla="*/ 5505014 w 12192000"/>
              <a:gd name="connsiteY108" fmla="*/ 1819259 h 2237474"/>
              <a:gd name="connsiteX109" fmla="*/ 5453307 w 12192000"/>
              <a:gd name="connsiteY109" fmla="*/ 1815450 h 2237474"/>
              <a:gd name="connsiteX110" fmla="*/ 5364192 w 12192000"/>
              <a:gd name="connsiteY110" fmla="*/ 1826074 h 2237474"/>
              <a:gd name="connsiteX111" fmla="*/ 5350380 w 12192000"/>
              <a:gd name="connsiteY111" fmla="*/ 1830891 h 2237474"/>
              <a:gd name="connsiteX112" fmla="*/ 5259633 w 12192000"/>
              <a:gd name="connsiteY112" fmla="*/ 1837160 h 2237474"/>
              <a:gd name="connsiteX113" fmla="*/ 5197513 w 12192000"/>
              <a:gd name="connsiteY113" fmla="*/ 1844718 h 2237474"/>
              <a:gd name="connsiteX114" fmla="*/ 5184170 w 12192000"/>
              <a:gd name="connsiteY114" fmla="*/ 1849402 h 2237474"/>
              <a:gd name="connsiteX115" fmla="*/ 5168852 w 12192000"/>
              <a:gd name="connsiteY115" fmla="*/ 1844846 h 2237474"/>
              <a:gd name="connsiteX116" fmla="*/ 5164370 w 12192000"/>
              <a:gd name="connsiteY116" fmla="*/ 1840597 h 2237474"/>
              <a:gd name="connsiteX117" fmla="*/ 5114927 w 12192000"/>
              <a:gd name="connsiteY117" fmla="*/ 1847827 h 2237474"/>
              <a:gd name="connsiteX118" fmla="*/ 5108970 w 12192000"/>
              <a:gd name="connsiteY118" fmla="*/ 1847935 h 2237474"/>
              <a:gd name="connsiteX119" fmla="*/ 5067961 w 12192000"/>
              <a:gd name="connsiteY119" fmla="*/ 1845917 h 2237474"/>
              <a:gd name="connsiteX120" fmla="*/ 5007075 w 12192000"/>
              <a:gd name="connsiteY120" fmla="*/ 1838626 h 2237474"/>
              <a:gd name="connsiteX121" fmla="*/ 4944087 w 12192000"/>
              <a:gd name="connsiteY121" fmla="*/ 1823332 h 2237474"/>
              <a:gd name="connsiteX122" fmla="*/ 4907662 w 12192000"/>
              <a:gd name="connsiteY122" fmla="*/ 1816900 h 2237474"/>
              <a:gd name="connsiteX123" fmla="*/ 4882386 w 12192000"/>
              <a:gd name="connsiteY123" fmla="*/ 1809844 h 2237474"/>
              <a:gd name="connsiteX124" fmla="*/ 4811440 w 12192000"/>
              <a:gd name="connsiteY124" fmla="*/ 1804655 h 2237474"/>
              <a:gd name="connsiteX125" fmla="*/ 4691075 w 12192000"/>
              <a:gd name="connsiteY125" fmla="*/ 1801389 h 2237474"/>
              <a:gd name="connsiteX126" fmla="*/ 4611738 w 12192000"/>
              <a:gd name="connsiteY126" fmla="*/ 1776964 h 2237474"/>
              <a:gd name="connsiteX127" fmla="*/ 4560070 w 12192000"/>
              <a:gd name="connsiteY127" fmla="*/ 1785640 h 2237474"/>
              <a:gd name="connsiteX128" fmla="*/ 4536503 w 12192000"/>
              <a:gd name="connsiteY128" fmla="*/ 1785334 h 2237474"/>
              <a:gd name="connsiteX129" fmla="*/ 4513724 w 12192000"/>
              <a:gd name="connsiteY129" fmla="*/ 1791996 h 2237474"/>
              <a:gd name="connsiteX130" fmla="*/ 4459810 w 12192000"/>
              <a:gd name="connsiteY130" fmla="*/ 1797886 h 2237474"/>
              <a:gd name="connsiteX131" fmla="*/ 4379064 w 12192000"/>
              <a:gd name="connsiteY131" fmla="*/ 1817177 h 2237474"/>
              <a:gd name="connsiteX132" fmla="*/ 4319209 w 12192000"/>
              <a:gd name="connsiteY132" fmla="*/ 1834833 h 2237474"/>
              <a:gd name="connsiteX133" fmla="*/ 4290981 w 12192000"/>
              <a:gd name="connsiteY133" fmla="*/ 1839677 h 2237474"/>
              <a:gd name="connsiteX134" fmla="*/ 4285792 w 12192000"/>
              <a:gd name="connsiteY134" fmla="*/ 1836231 h 2237474"/>
              <a:gd name="connsiteX135" fmla="*/ 4238372 w 12192000"/>
              <a:gd name="connsiteY135" fmla="*/ 1851480 h 2237474"/>
              <a:gd name="connsiteX136" fmla="*/ 4232517 w 12192000"/>
              <a:gd name="connsiteY136" fmla="*/ 1852567 h 2237474"/>
              <a:gd name="connsiteX137" fmla="*/ 4191732 w 12192000"/>
              <a:gd name="connsiteY137" fmla="*/ 1857328 h 2237474"/>
              <a:gd name="connsiteX138" fmla="*/ 4065532 w 12192000"/>
              <a:gd name="connsiteY138" fmla="*/ 1855477 h 2237474"/>
              <a:gd name="connsiteX139" fmla="*/ 4028460 w 12192000"/>
              <a:gd name="connsiteY139" fmla="*/ 1855137 h 2237474"/>
              <a:gd name="connsiteX140" fmla="*/ 4002267 w 12192000"/>
              <a:gd name="connsiteY140" fmla="*/ 1852352 h 2237474"/>
              <a:gd name="connsiteX141" fmla="*/ 3931396 w 12192000"/>
              <a:gd name="connsiteY141" fmla="*/ 1858915 h 2237474"/>
              <a:gd name="connsiteX142" fmla="*/ 3812162 w 12192000"/>
              <a:gd name="connsiteY142" fmla="*/ 1875501 h 2237474"/>
              <a:gd name="connsiteX143" fmla="*/ 3729530 w 12192000"/>
              <a:gd name="connsiteY143" fmla="*/ 1864513 h 2237474"/>
              <a:gd name="connsiteX144" fmla="*/ 3680177 w 12192000"/>
              <a:gd name="connsiteY144" fmla="*/ 1881552 h 2237474"/>
              <a:gd name="connsiteX145" fmla="*/ 3567259 w 12192000"/>
              <a:gd name="connsiteY145" fmla="*/ 1893482 h 2237474"/>
              <a:gd name="connsiteX146" fmla="*/ 3405770 w 12192000"/>
              <a:gd name="connsiteY146" fmla="*/ 1904591 h 2237474"/>
              <a:gd name="connsiteX147" fmla="*/ 3280097 w 12192000"/>
              <a:gd name="connsiteY147" fmla="*/ 1919610 h 2237474"/>
              <a:gd name="connsiteX148" fmla="*/ 3123424 w 12192000"/>
              <a:gd name="connsiteY148" fmla="*/ 1952930 h 2237474"/>
              <a:gd name="connsiteX149" fmla="*/ 3009910 w 12192000"/>
              <a:gd name="connsiteY149" fmla="*/ 1957866 h 2237474"/>
              <a:gd name="connsiteX150" fmla="*/ 2995934 w 12192000"/>
              <a:gd name="connsiteY150" fmla="*/ 1967085 h 2237474"/>
              <a:gd name="connsiteX151" fmla="*/ 2980071 w 12192000"/>
              <a:gd name="connsiteY151" fmla="*/ 1972988 h 2237474"/>
              <a:gd name="connsiteX152" fmla="*/ 2978094 w 12192000"/>
              <a:gd name="connsiteY152" fmla="*/ 1972369 h 2237474"/>
              <a:gd name="connsiteX153" fmla="*/ 2942858 w 12192000"/>
              <a:gd name="connsiteY153" fmla="*/ 1981367 h 2237474"/>
              <a:gd name="connsiteX154" fmla="*/ 2875436 w 12192000"/>
              <a:gd name="connsiteY154" fmla="*/ 1996977 h 2237474"/>
              <a:gd name="connsiteX155" fmla="*/ 2874892 w 12192000"/>
              <a:gd name="connsiteY155" fmla="*/ 1996085 h 2237474"/>
              <a:gd name="connsiteX156" fmla="*/ 2864145 w 12192000"/>
              <a:gd name="connsiteY156" fmla="*/ 1994061 h 2237474"/>
              <a:gd name="connsiteX157" fmla="*/ 2843662 w 12192000"/>
              <a:gd name="connsiteY157" fmla="*/ 1992498 h 2237474"/>
              <a:gd name="connsiteX158" fmla="*/ 2796128 w 12192000"/>
              <a:gd name="connsiteY158" fmla="*/ 1976403 h 2237474"/>
              <a:gd name="connsiteX159" fmla="*/ 2756784 w 12192000"/>
              <a:gd name="connsiteY159" fmla="*/ 1985116 h 2237474"/>
              <a:gd name="connsiteX160" fmla="*/ 2748833 w 12192000"/>
              <a:gd name="connsiteY160" fmla="*/ 1986323 h 2237474"/>
              <a:gd name="connsiteX161" fmla="*/ 2748661 w 12192000"/>
              <a:gd name="connsiteY161" fmla="*/ 1986122 h 2237474"/>
              <a:gd name="connsiteX162" fmla="*/ 2740251 w 12192000"/>
              <a:gd name="connsiteY162" fmla="*/ 1986946 h 2237474"/>
              <a:gd name="connsiteX163" fmla="*/ 2718916 w 12192000"/>
              <a:gd name="connsiteY163" fmla="*/ 1990867 h 2237474"/>
              <a:gd name="connsiteX164" fmla="*/ 2713522 w 12192000"/>
              <a:gd name="connsiteY164" fmla="*/ 1990173 h 2237474"/>
              <a:gd name="connsiteX165" fmla="*/ 2680597 w 12192000"/>
              <a:gd name="connsiteY165" fmla="*/ 1984996 h 2237474"/>
              <a:gd name="connsiteX166" fmla="*/ 2578178 w 12192000"/>
              <a:gd name="connsiteY166" fmla="*/ 1990531 h 2237474"/>
              <a:gd name="connsiteX167" fmla="*/ 2476147 w 12192000"/>
              <a:gd name="connsiteY167" fmla="*/ 1998305 h 2237474"/>
              <a:gd name="connsiteX168" fmla="*/ 2373568 w 12192000"/>
              <a:gd name="connsiteY168" fmla="*/ 2003219 h 2237474"/>
              <a:gd name="connsiteX169" fmla="*/ 2321399 w 12192000"/>
              <a:gd name="connsiteY169" fmla="*/ 1989467 h 2237474"/>
              <a:gd name="connsiteX170" fmla="*/ 2315525 w 12192000"/>
              <a:gd name="connsiteY170" fmla="*/ 1989708 h 2237474"/>
              <a:gd name="connsiteX171" fmla="*/ 2300792 w 12192000"/>
              <a:gd name="connsiteY171" fmla="*/ 1994290 h 2237474"/>
              <a:gd name="connsiteX172" fmla="*/ 2295469 w 12192000"/>
              <a:gd name="connsiteY172" fmla="*/ 1996659 h 2237474"/>
              <a:gd name="connsiteX173" fmla="*/ 2287219 w 12192000"/>
              <a:gd name="connsiteY173" fmla="*/ 1998750 h 2237474"/>
              <a:gd name="connsiteX174" fmla="*/ 2286948 w 12192000"/>
              <a:gd name="connsiteY174" fmla="*/ 1998596 h 2237474"/>
              <a:gd name="connsiteX175" fmla="*/ 2243069 w 12192000"/>
              <a:gd name="connsiteY175" fmla="*/ 2015111 h 2237474"/>
              <a:gd name="connsiteX176" fmla="*/ 2186609 w 12192000"/>
              <a:gd name="connsiteY176" fmla="*/ 2008263 h 2237474"/>
              <a:gd name="connsiteX177" fmla="*/ 2164831 w 12192000"/>
              <a:gd name="connsiteY177" fmla="*/ 2010143 h 2237474"/>
              <a:gd name="connsiteX178" fmla="*/ 2152836 w 12192000"/>
              <a:gd name="connsiteY178" fmla="*/ 2010048 h 2237474"/>
              <a:gd name="connsiteX179" fmla="*/ 2117102 w 12192000"/>
              <a:gd name="connsiteY179" fmla="*/ 2023004 h 2237474"/>
              <a:gd name="connsiteX180" fmla="*/ 2111935 w 12192000"/>
              <a:gd name="connsiteY180" fmla="*/ 2023163 h 2237474"/>
              <a:gd name="connsiteX181" fmla="*/ 2089991 w 12192000"/>
              <a:gd name="connsiteY181" fmla="*/ 2034193 h 2237474"/>
              <a:gd name="connsiteX182" fmla="*/ 2058061 w 12192000"/>
              <a:gd name="connsiteY182" fmla="*/ 2047942 h 2237474"/>
              <a:gd name="connsiteX183" fmla="*/ 2055737 w 12192000"/>
              <a:gd name="connsiteY183" fmla="*/ 2047704 h 2237474"/>
              <a:gd name="connsiteX184" fmla="*/ 2042244 w 12192000"/>
              <a:gd name="connsiteY184" fmla="*/ 2055560 h 2237474"/>
              <a:gd name="connsiteX185" fmla="*/ 1976224 w 12192000"/>
              <a:gd name="connsiteY185" fmla="*/ 2074257 h 2237474"/>
              <a:gd name="connsiteX186" fmla="*/ 1877728 w 12192000"/>
              <a:gd name="connsiteY186" fmla="*/ 2101004 h 2237474"/>
              <a:gd name="connsiteX187" fmla="*/ 1759056 w 12192000"/>
              <a:gd name="connsiteY187" fmla="*/ 2125608 h 2237474"/>
              <a:gd name="connsiteX188" fmla="*/ 1637948 w 12192000"/>
              <a:gd name="connsiteY188" fmla="*/ 2172597 h 2237474"/>
              <a:gd name="connsiteX189" fmla="*/ 1434549 w 12192000"/>
              <a:gd name="connsiteY189" fmla="*/ 2234522 h 2237474"/>
              <a:gd name="connsiteX190" fmla="*/ 1398481 w 12192000"/>
              <a:gd name="connsiteY190" fmla="*/ 2237074 h 2237474"/>
              <a:gd name="connsiteX191" fmla="*/ 1398407 w 12192000"/>
              <a:gd name="connsiteY191" fmla="*/ 2237095 h 2237474"/>
              <a:gd name="connsiteX192" fmla="*/ 1370962 w 12192000"/>
              <a:gd name="connsiteY192" fmla="*/ 2237474 h 2237474"/>
              <a:gd name="connsiteX193" fmla="*/ 1356367 w 12192000"/>
              <a:gd name="connsiteY193" fmla="*/ 2235089 h 2237474"/>
              <a:gd name="connsiteX194" fmla="*/ 1324828 w 12192000"/>
              <a:gd name="connsiteY194" fmla="*/ 2231968 h 2237474"/>
              <a:gd name="connsiteX195" fmla="*/ 1297744 w 12192000"/>
              <a:gd name="connsiteY195" fmla="*/ 2235849 h 2237474"/>
              <a:gd name="connsiteX196" fmla="*/ 1286236 w 12192000"/>
              <a:gd name="connsiteY196" fmla="*/ 2233135 h 2237474"/>
              <a:gd name="connsiteX197" fmla="*/ 1283504 w 12192000"/>
              <a:gd name="connsiteY197" fmla="*/ 2233797 h 2237474"/>
              <a:gd name="connsiteX198" fmla="*/ 1279765 w 12192000"/>
              <a:gd name="connsiteY198" fmla="*/ 2229639 h 2237474"/>
              <a:gd name="connsiteX199" fmla="*/ 1195347 w 12192000"/>
              <a:gd name="connsiteY199" fmla="*/ 2212354 h 2237474"/>
              <a:gd name="connsiteX200" fmla="*/ 970251 w 12192000"/>
              <a:gd name="connsiteY200" fmla="*/ 2221029 h 2237474"/>
              <a:gd name="connsiteX201" fmla="*/ 812914 w 12192000"/>
              <a:gd name="connsiteY201" fmla="*/ 2202752 h 2237474"/>
              <a:gd name="connsiteX202" fmla="*/ 800195 w 12192000"/>
              <a:gd name="connsiteY202" fmla="*/ 2209407 h 2237474"/>
              <a:gd name="connsiteX203" fmla="*/ 784978 w 12192000"/>
              <a:gd name="connsiteY203" fmla="*/ 2212360 h 2237474"/>
              <a:gd name="connsiteX204" fmla="*/ 681987 w 12192000"/>
              <a:gd name="connsiteY204" fmla="*/ 2216757 h 2237474"/>
              <a:gd name="connsiteX205" fmla="*/ 669923 w 12192000"/>
              <a:gd name="connsiteY205" fmla="*/ 2211682 h 2237474"/>
              <a:gd name="connsiteX206" fmla="*/ 648680 w 12192000"/>
              <a:gd name="connsiteY206" fmla="*/ 2206229 h 2237474"/>
              <a:gd name="connsiteX207" fmla="*/ 597225 w 12192000"/>
              <a:gd name="connsiteY207" fmla="*/ 2180999 h 2237474"/>
              <a:gd name="connsiteX208" fmla="*/ 558449 w 12192000"/>
              <a:gd name="connsiteY208" fmla="*/ 2182346 h 2237474"/>
              <a:gd name="connsiteX209" fmla="*/ 550517 w 12192000"/>
              <a:gd name="connsiteY209" fmla="*/ 2182060 h 2237474"/>
              <a:gd name="connsiteX210" fmla="*/ 550309 w 12192000"/>
              <a:gd name="connsiteY210" fmla="*/ 2181825 h 2237474"/>
              <a:gd name="connsiteX211" fmla="*/ 541836 w 12192000"/>
              <a:gd name="connsiteY211" fmla="*/ 2181063 h 2237474"/>
              <a:gd name="connsiteX212" fmla="*/ 536057 w 12192000"/>
              <a:gd name="connsiteY212" fmla="*/ 2181537 h 2237474"/>
              <a:gd name="connsiteX213" fmla="*/ 520671 w 12192000"/>
              <a:gd name="connsiteY213" fmla="*/ 2180980 h 2237474"/>
              <a:gd name="connsiteX214" fmla="*/ 515024 w 12192000"/>
              <a:gd name="connsiteY214" fmla="*/ 2179258 h 2237474"/>
              <a:gd name="connsiteX215" fmla="*/ 512278 w 12192000"/>
              <a:gd name="connsiteY215" fmla="*/ 2176369 h 2237474"/>
              <a:gd name="connsiteX216" fmla="*/ 480419 w 12192000"/>
              <a:gd name="connsiteY216" fmla="*/ 2167807 h 2237474"/>
              <a:gd name="connsiteX217" fmla="*/ 413835 w 12192000"/>
              <a:gd name="connsiteY217" fmla="*/ 2156783 h 2237474"/>
              <a:gd name="connsiteX218" fmla="*/ 376513 w 12192000"/>
              <a:gd name="connsiteY218" fmla="*/ 2154014 h 2237474"/>
              <a:gd name="connsiteX219" fmla="*/ 273386 w 12192000"/>
              <a:gd name="connsiteY219" fmla="*/ 2142551 h 2237474"/>
              <a:gd name="connsiteX220" fmla="*/ 169207 w 12192000"/>
              <a:gd name="connsiteY220" fmla="*/ 2128100 h 2237474"/>
              <a:gd name="connsiteX221" fmla="*/ 93149 w 12192000"/>
              <a:gd name="connsiteY221" fmla="*/ 2105324 h 2237474"/>
              <a:gd name="connsiteX222" fmla="*/ 88109 w 12192000"/>
              <a:gd name="connsiteY222" fmla="*/ 2106704 h 2237474"/>
              <a:gd name="connsiteX223" fmla="*/ 80022 w 12192000"/>
              <a:gd name="connsiteY223" fmla="*/ 2107254 h 2237474"/>
              <a:gd name="connsiteX224" fmla="*/ 79717 w 12192000"/>
              <a:gd name="connsiteY224" fmla="*/ 2107046 h 2237474"/>
              <a:gd name="connsiteX225" fmla="*/ 72352 w 12192000"/>
              <a:gd name="connsiteY225" fmla="*/ 2107991 h 2237474"/>
              <a:gd name="connsiteX226" fmla="*/ 37645 w 12192000"/>
              <a:gd name="connsiteY226" fmla="*/ 2115401 h 2237474"/>
              <a:gd name="connsiteX227" fmla="*/ 4572 w 12192000"/>
              <a:gd name="connsiteY227" fmla="*/ 2111091 h 2237474"/>
              <a:gd name="connsiteX228" fmla="*/ 0 w 12192000"/>
              <a:gd name="connsiteY228" fmla="*/ 2110468 h 2237474"/>
              <a:gd name="connsiteX229" fmla="*/ 0 w 12192000"/>
              <a:gd name="connsiteY229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02328 w 12192000"/>
              <a:gd name="connsiteY66" fmla="*/ 1345865 h 2237474"/>
              <a:gd name="connsiteX67" fmla="*/ 7898322 w 12192000"/>
              <a:gd name="connsiteY67" fmla="*/ 1345689 h 2237474"/>
              <a:gd name="connsiteX68" fmla="*/ 7875879 w 12192000"/>
              <a:gd name="connsiteY68" fmla="*/ 1345646 h 2237474"/>
              <a:gd name="connsiteX69" fmla="*/ 7840612 w 12192000"/>
              <a:gd name="connsiteY69" fmla="*/ 1369373 h 2237474"/>
              <a:gd name="connsiteX70" fmla="*/ 7786819 w 12192000"/>
              <a:gd name="connsiteY70" fmla="*/ 1378970 h 2237474"/>
              <a:gd name="connsiteX71" fmla="*/ 7548172 w 12192000"/>
              <a:gd name="connsiteY71" fmla="*/ 1417460 h 2237474"/>
              <a:gd name="connsiteX72" fmla="*/ 7483437 w 12192000"/>
              <a:gd name="connsiteY72" fmla="*/ 1478152 h 2237474"/>
              <a:gd name="connsiteX73" fmla="*/ 7377870 w 12192000"/>
              <a:gd name="connsiteY73" fmla="*/ 1523319 h 2237474"/>
              <a:gd name="connsiteX74" fmla="*/ 7230737 w 12192000"/>
              <a:gd name="connsiteY74" fmla="*/ 1562633 h 2237474"/>
              <a:gd name="connsiteX75" fmla="*/ 7224458 w 12192000"/>
              <a:gd name="connsiteY75" fmla="*/ 1573008 h 2237474"/>
              <a:gd name="connsiteX76" fmla="*/ 7213486 w 12192000"/>
              <a:gd name="connsiteY76" fmla="*/ 1580987 h 2237474"/>
              <a:gd name="connsiteX77" fmla="*/ 7210972 w 12192000"/>
              <a:gd name="connsiteY77" fmla="*/ 1580856 h 2237474"/>
              <a:gd name="connsiteX78" fmla="*/ 7183121 w 12192000"/>
              <a:gd name="connsiteY78" fmla="*/ 1595162 h 2237474"/>
              <a:gd name="connsiteX79" fmla="*/ 7164601 w 12192000"/>
              <a:gd name="connsiteY79" fmla="*/ 1606490 h 2237474"/>
              <a:gd name="connsiteX80" fmla="*/ 7159286 w 12192000"/>
              <a:gd name="connsiteY80" fmla="*/ 1606850 h 2237474"/>
              <a:gd name="connsiteX81" fmla="*/ 7114651 w 12192000"/>
              <a:gd name="connsiteY81" fmla="*/ 1620959 h 2237474"/>
              <a:gd name="connsiteX82" fmla="*/ 7092727 w 12192000"/>
              <a:gd name="connsiteY82" fmla="*/ 1623628 h 2237474"/>
              <a:gd name="connsiteX83" fmla="*/ 7031309 w 12192000"/>
              <a:gd name="connsiteY83" fmla="*/ 1619451 h 2237474"/>
              <a:gd name="connsiteX84" fmla="*/ 6999084 w 12192000"/>
              <a:gd name="connsiteY84" fmla="*/ 1634317 h 2237474"/>
              <a:gd name="connsiteX85" fmla="*/ 6992107 w 12192000"/>
              <a:gd name="connsiteY85" fmla="*/ 1636860 h 2237474"/>
              <a:gd name="connsiteX86" fmla="*/ 6991765 w 12192000"/>
              <a:gd name="connsiteY86" fmla="*/ 1636725 h 2237474"/>
              <a:gd name="connsiteX87" fmla="*/ 6983996 w 12192000"/>
              <a:gd name="connsiteY87" fmla="*/ 1639040 h 2237474"/>
              <a:gd name="connsiteX88" fmla="*/ 6979383 w 12192000"/>
              <a:gd name="connsiteY88" fmla="*/ 1641496 h 2237474"/>
              <a:gd name="connsiteX89" fmla="*/ 6900177 w 12192000"/>
              <a:gd name="connsiteY89" fmla="*/ 1636016 h 2237474"/>
              <a:gd name="connsiteX90" fmla="*/ 6795372 w 12192000"/>
              <a:gd name="connsiteY90" fmla="*/ 1644845 h 2237474"/>
              <a:gd name="connsiteX91" fmla="*/ 6692251 w 12192000"/>
              <a:gd name="connsiteY91" fmla="*/ 1656357 h 2237474"/>
              <a:gd name="connsiteX92" fmla="*/ 6655235 w 12192000"/>
              <a:gd name="connsiteY92" fmla="*/ 1661869 h 2237474"/>
              <a:gd name="connsiteX93" fmla="*/ 6587857 w 12192000"/>
              <a:gd name="connsiteY93" fmla="*/ 1665769 h 2237474"/>
              <a:gd name="connsiteX94" fmla="*/ 6554894 w 12192000"/>
              <a:gd name="connsiteY94" fmla="*/ 1664428 h 2237474"/>
              <a:gd name="connsiteX95" fmla="*/ 6516595 w 12192000"/>
              <a:gd name="connsiteY95" fmla="*/ 1667475 h 2237474"/>
              <a:gd name="connsiteX96" fmla="*/ 6508541 w 12192000"/>
              <a:gd name="connsiteY96" fmla="*/ 1668757 h 2237474"/>
              <a:gd name="connsiteX97" fmla="*/ 6471012 w 12192000"/>
              <a:gd name="connsiteY97" fmla="*/ 1678604 h 2237474"/>
              <a:gd name="connsiteX98" fmla="*/ 6415265 w 12192000"/>
              <a:gd name="connsiteY98" fmla="*/ 1665317 h 2237474"/>
              <a:gd name="connsiteX99" fmla="*/ 6364035 w 12192000"/>
              <a:gd name="connsiteY99" fmla="*/ 1667683 h 2237474"/>
              <a:gd name="connsiteX100" fmla="*/ 6280959 w 12192000"/>
              <a:gd name="connsiteY100" fmla="*/ 1689329 h 2237474"/>
              <a:gd name="connsiteX101" fmla="*/ 6243319 w 12192000"/>
              <a:gd name="connsiteY101" fmla="*/ 1695560 h 2237474"/>
              <a:gd name="connsiteX102" fmla="*/ 6098321 w 12192000"/>
              <a:gd name="connsiteY102" fmla="*/ 1721646 h 2237474"/>
              <a:gd name="connsiteX103" fmla="*/ 5880652 w 12192000"/>
              <a:gd name="connsiteY103" fmla="*/ 1779643 h 2237474"/>
              <a:gd name="connsiteX104" fmla="*/ 5785959 w 12192000"/>
              <a:gd name="connsiteY104" fmla="*/ 1775307 h 2237474"/>
              <a:gd name="connsiteX105" fmla="*/ 5643534 w 12192000"/>
              <a:gd name="connsiteY105" fmla="*/ 1802919 h 2237474"/>
              <a:gd name="connsiteX106" fmla="*/ 5518799 w 12192000"/>
              <a:gd name="connsiteY106" fmla="*/ 1818312 h 2237474"/>
              <a:gd name="connsiteX107" fmla="*/ 5505014 w 12192000"/>
              <a:gd name="connsiteY107" fmla="*/ 1819259 h 2237474"/>
              <a:gd name="connsiteX108" fmla="*/ 5453307 w 12192000"/>
              <a:gd name="connsiteY108" fmla="*/ 1815450 h 2237474"/>
              <a:gd name="connsiteX109" fmla="*/ 5364192 w 12192000"/>
              <a:gd name="connsiteY109" fmla="*/ 1826074 h 2237474"/>
              <a:gd name="connsiteX110" fmla="*/ 5350380 w 12192000"/>
              <a:gd name="connsiteY110" fmla="*/ 1830891 h 2237474"/>
              <a:gd name="connsiteX111" fmla="*/ 5259633 w 12192000"/>
              <a:gd name="connsiteY111" fmla="*/ 1837160 h 2237474"/>
              <a:gd name="connsiteX112" fmla="*/ 5197513 w 12192000"/>
              <a:gd name="connsiteY112" fmla="*/ 1844718 h 2237474"/>
              <a:gd name="connsiteX113" fmla="*/ 5184170 w 12192000"/>
              <a:gd name="connsiteY113" fmla="*/ 1849402 h 2237474"/>
              <a:gd name="connsiteX114" fmla="*/ 5168852 w 12192000"/>
              <a:gd name="connsiteY114" fmla="*/ 1844846 h 2237474"/>
              <a:gd name="connsiteX115" fmla="*/ 5164370 w 12192000"/>
              <a:gd name="connsiteY115" fmla="*/ 1840597 h 2237474"/>
              <a:gd name="connsiteX116" fmla="*/ 5114927 w 12192000"/>
              <a:gd name="connsiteY116" fmla="*/ 1847827 h 2237474"/>
              <a:gd name="connsiteX117" fmla="*/ 5108970 w 12192000"/>
              <a:gd name="connsiteY117" fmla="*/ 1847935 h 2237474"/>
              <a:gd name="connsiteX118" fmla="*/ 5067961 w 12192000"/>
              <a:gd name="connsiteY118" fmla="*/ 1845917 h 2237474"/>
              <a:gd name="connsiteX119" fmla="*/ 5007075 w 12192000"/>
              <a:gd name="connsiteY119" fmla="*/ 1838626 h 2237474"/>
              <a:gd name="connsiteX120" fmla="*/ 4944087 w 12192000"/>
              <a:gd name="connsiteY120" fmla="*/ 1823332 h 2237474"/>
              <a:gd name="connsiteX121" fmla="*/ 4907662 w 12192000"/>
              <a:gd name="connsiteY121" fmla="*/ 1816900 h 2237474"/>
              <a:gd name="connsiteX122" fmla="*/ 4882386 w 12192000"/>
              <a:gd name="connsiteY122" fmla="*/ 1809844 h 2237474"/>
              <a:gd name="connsiteX123" fmla="*/ 4811440 w 12192000"/>
              <a:gd name="connsiteY123" fmla="*/ 1804655 h 2237474"/>
              <a:gd name="connsiteX124" fmla="*/ 4691075 w 12192000"/>
              <a:gd name="connsiteY124" fmla="*/ 1801389 h 2237474"/>
              <a:gd name="connsiteX125" fmla="*/ 4611738 w 12192000"/>
              <a:gd name="connsiteY125" fmla="*/ 1776964 h 2237474"/>
              <a:gd name="connsiteX126" fmla="*/ 4560070 w 12192000"/>
              <a:gd name="connsiteY126" fmla="*/ 1785640 h 2237474"/>
              <a:gd name="connsiteX127" fmla="*/ 4536503 w 12192000"/>
              <a:gd name="connsiteY127" fmla="*/ 1785334 h 2237474"/>
              <a:gd name="connsiteX128" fmla="*/ 4513724 w 12192000"/>
              <a:gd name="connsiteY128" fmla="*/ 1791996 h 2237474"/>
              <a:gd name="connsiteX129" fmla="*/ 4459810 w 12192000"/>
              <a:gd name="connsiteY129" fmla="*/ 1797886 h 2237474"/>
              <a:gd name="connsiteX130" fmla="*/ 4379064 w 12192000"/>
              <a:gd name="connsiteY130" fmla="*/ 1817177 h 2237474"/>
              <a:gd name="connsiteX131" fmla="*/ 4319209 w 12192000"/>
              <a:gd name="connsiteY131" fmla="*/ 1834833 h 2237474"/>
              <a:gd name="connsiteX132" fmla="*/ 4290981 w 12192000"/>
              <a:gd name="connsiteY132" fmla="*/ 1839677 h 2237474"/>
              <a:gd name="connsiteX133" fmla="*/ 4285792 w 12192000"/>
              <a:gd name="connsiteY133" fmla="*/ 1836231 h 2237474"/>
              <a:gd name="connsiteX134" fmla="*/ 4238372 w 12192000"/>
              <a:gd name="connsiteY134" fmla="*/ 1851480 h 2237474"/>
              <a:gd name="connsiteX135" fmla="*/ 4232517 w 12192000"/>
              <a:gd name="connsiteY135" fmla="*/ 1852567 h 2237474"/>
              <a:gd name="connsiteX136" fmla="*/ 4191732 w 12192000"/>
              <a:gd name="connsiteY136" fmla="*/ 1857328 h 2237474"/>
              <a:gd name="connsiteX137" fmla="*/ 4065532 w 12192000"/>
              <a:gd name="connsiteY137" fmla="*/ 1855477 h 2237474"/>
              <a:gd name="connsiteX138" fmla="*/ 4028460 w 12192000"/>
              <a:gd name="connsiteY138" fmla="*/ 1855137 h 2237474"/>
              <a:gd name="connsiteX139" fmla="*/ 4002267 w 12192000"/>
              <a:gd name="connsiteY139" fmla="*/ 1852352 h 2237474"/>
              <a:gd name="connsiteX140" fmla="*/ 3931396 w 12192000"/>
              <a:gd name="connsiteY140" fmla="*/ 1858915 h 2237474"/>
              <a:gd name="connsiteX141" fmla="*/ 3812162 w 12192000"/>
              <a:gd name="connsiteY141" fmla="*/ 1875501 h 2237474"/>
              <a:gd name="connsiteX142" fmla="*/ 3729530 w 12192000"/>
              <a:gd name="connsiteY142" fmla="*/ 1864513 h 2237474"/>
              <a:gd name="connsiteX143" fmla="*/ 3680177 w 12192000"/>
              <a:gd name="connsiteY143" fmla="*/ 1881552 h 2237474"/>
              <a:gd name="connsiteX144" fmla="*/ 3567259 w 12192000"/>
              <a:gd name="connsiteY144" fmla="*/ 1893482 h 2237474"/>
              <a:gd name="connsiteX145" fmla="*/ 3405770 w 12192000"/>
              <a:gd name="connsiteY145" fmla="*/ 1904591 h 2237474"/>
              <a:gd name="connsiteX146" fmla="*/ 3280097 w 12192000"/>
              <a:gd name="connsiteY146" fmla="*/ 1919610 h 2237474"/>
              <a:gd name="connsiteX147" fmla="*/ 3123424 w 12192000"/>
              <a:gd name="connsiteY147" fmla="*/ 1952930 h 2237474"/>
              <a:gd name="connsiteX148" fmla="*/ 3009910 w 12192000"/>
              <a:gd name="connsiteY148" fmla="*/ 1957866 h 2237474"/>
              <a:gd name="connsiteX149" fmla="*/ 2995934 w 12192000"/>
              <a:gd name="connsiteY149" fmla="*/ 1967085 h 2237474"/>
              <a:gd name="connsiteX150" fmla="*/ 2980071 w 12192000"/>
              <a:gd name="connsiteY150" fmla="*/ 1972988 h 2237474"/>
              <a:gd name="connsiteX151" fmla="*/ 2978094 w 12192000"/>
              <a:gd name="connsiteY151" fmla="*/ 1972369 h 2237474"/>
              <a:gd name="connsiteX152" fmla="*/ 2942858 w 12192000"/>
              <a:gd name="connsiteY152" fmla="*/ 1981367 h 2237474"/>
              <a:gd name="connsiteX153" fmla="*/ 2875436 w 12192000"/>
              <a:gd name="connsiteY153" fmla="*/ 1996977 h 2237474"/>
              <a:gd name="connsiteX154" fmla="*/ 2874892 w 12192000"/>
              <a:gd name="connsiteY154" fmla="*/ 1996085 h 2237474"/>
              <a:gd name="connsiteX155" fmla="*/ 2864145 w 12192000"/>
              <a:gd name="connsiteY155" fmla="*/ 1994061 h 2237474"/>
              <a:gd name="connsiteX156" fmla="*/ 2843662 w 12192000"/>
              <a:gd name="connsiteY156" fmla="*/ 1992498 h 2237474"/>
              <a:gd name="connsiteX157" fmla="*/ 2796128 w 12192000"/>
              <a:gd name="connsiteY157" fmla="*/ 1976403 h 2237474"/>
              <a:gd name="connsiteX158" fmla="*/ 2756784 w 12192000"/>
              <a:gd name="connsiteY158" fmla="*/ 1985116 h 2237474"/>
              <a:gd name="connsiteX159" fmla="*/ 2748833 w 12192000"/>
              <a:gd name="connsiteY159" fmla="*/ 1986323 h 2237474"/>
              <a:gd name="connsiteX160" fmla="*/ 2748661 w 12192000"/>
              <a:gd name="connsiteY160" fmla="*/ 1986122 h 2237474"/>
              <a:gd name="connsiteX161" fmla="*/ 2740251 w 12192000"/>
              <a:gd name="connsiteY161" fmla="*/ 1986946 h 2237474"/>
              <a:gd name="connsiteX162" fmla="*/ 2718916 w 12192000"/>
              <a:gd name="connsiteY162" fmla="*/ 1990867 h 2237474"/>
              <a:gd name="connsiteX163" fmla="*/ 2713522 w 12192000"/>
              <a:gd name="connsiteY163" fmla="*/ 1990173 h 2237474"/>
              <a:gd name="connsiteX164" fmla="*/ 2680597 w 12192000"/>
              <a:gd name="connsiteY164" fmla="*/ 1984996 h 2237474"/>
              <a:gd name="connsiteX165" fmla="*/ 2578178 w 12192000"/>
              <a:gd name="connsiteY165" fmla="*/ 1990531 h 2237474"/>
              <a:gd name="connsiteX166" fmla="*/ 2476147 w 12192000"/>
              <a:gd name="connsiteY166" fmla="*/ 1998305 h 2237474"/>
              <a:gd name="connsiteX167" fmla="*/ 2373568 w 12192000"/>
              <a:gd name="connsiteY167" fmla="*/ 2003219 h 2237474"/>
              <a:gd name="connsiteX168" fmla="*/ 2321399 w 12192000"/>
              <a:gd name="connsiteY168" fmla="*/ 1989467 h 2237474"/>
              <a:gd name="connsiteX169" fmla="*/ 2315525 w 12192000"/>
              <a:gd name="connsiteY169" fmla="*/ 1989708 h 2237474"/>
              <a:gd name="connsiteX170" fmla="*/ 2300792 w 12192000"/>
              <a:gd name="connsiteY170" fmla="*/ 1994290 h 2237474"/>
              <a:gd name="connsiteX171" fmla="*/ 2295469 w 12192000"/>
              <a:gd name="connsiteY171" fmla="*/ 1996659 h 2237474"/>
              <a:gd name="connsiteX172" fmla="*/ 2287219 w 12192000"/>
              <a:gd name="connsiteY172" fmla="*/ 1998750 h 2237474"/>
              <a:gd name="connsiteX173" fmla="*/ 2286948 w 12192000"/>
              <a:gd name="connsiteY173" fmla="*/ 1998596 h 2237474"/>
              <a:gd name="connsiteX174" fmla="*/ 2243069 w 12192000"/>
              <a:gd name="connsiteY174" fmla="*/ 2015111 h 2237474"/>
              <a:gd name="connsiteX175" fmla="*/ 2186609 w 12192000"/>
              <a:gd name="connsiteY175" fmla="*/ 2008263 h 2237474"/>
              <a:gd name="connsiteX176" fmla="*/ 2164831 w 12192000"/>
              <a:gd name="connsiteY176" fmla="*/ 2010143 h 2237474"/>
              <a:gd name="connsiteX177" fmla="*/ 2152836 w 12192000"/>
              <a:gd name="connsiteY177" fmla="*/ 2010048 h 2237474"/>
              <a:gd name="connsiteX178" fmla="*/ 2117102 w 12192000"/>
              <a:gd name="connsiteY178" fmla="*/ 2023004 h 2237474"/>
              <a:gd name="connsiteX179" fmla="*/ 2111935 w 12192000"/>
              <a:gd name="connsiteY179" fmla="*/ 2023163 h 2237474"/>
              <a:gd name="connsiteX180" fmla="*/ 2089991 w 12192000"/>
              <a:gd name="connsiteY180" fmla="*/ 2034193 h 2237474"/>
              <a:gd name="connsiteX181" fmla="*/ 2058061 w 12192000"/>
              <a:gd name="connsiteY181" fmla="*/ 2047942 h 2237474"/>
              <a:gd name="connsiteX182" fmla="*/ 2055737 w 12192000"/>
              <a:gd name="connsiteY182" fmla="*/ 2047704 h 2237474"/>
              <a:gd name="connsiteX183" fmla="*/ 2042244 w 12192000"/>
              <a:gd name="connsiteY183" fmla="*/ 2055560 h 2237474"/>
              <a:gd name="connsiteX184" fmla="*/ 1976224 w 12192000"/>
              <a:gd name="connsiteY184" fmla="*/ 2074257 h 2237474"/>
              <a:gd name="connsiteX185" fmla="*/ 1877728 w 12192000"/>
              <a:gd name="connsiteY185" fmla="*/ 2101004 h 2237474"/>
              <a:gd name="connsiteX186" fmla="*/ 1759056 w 12192000"/>
              <a:gd name="connsiteY186" fmla="*/ 2125608 h 2237474"/>
              <a:gd name="connsiteX187" fmla="*/ 1637948 w 12192000"/>
              <a:gd name="connsiteY187" fmla="*/ 2172597 h 2237474"/>
              <a:gd name="connsiteX188" fmla="*/ 1434549 w 12192000"/>
              <a:gd name="connsiteY188" fmla="*/ 2234522 h 2237474"/>
              <a:gd name="connsiteX189" fmla="*/ 1398481 w 12192000"/>
              <a:gd name="connsiteY189" fmla="*/ 2237074 h 2237474"/>
              <a:gd name="connsiteX190" fmla="*/ 1398407 w 12192000"/>
              <a:gd name="connsiteY190" fmla="*/ 2237095 h 2237474"/>
              <a:gd name="connsiteX191" fmla="*/ 1370962 w 12192000"/>
              <a:gd name="connsiteY191" fmla="*/ 2237474 h 2237474"/>
              <a:gd name="connsiteX192" fmla="*/ 1356367 w 12192000"/>
              <a:gd name="connsiteY192" fmla="*/ 2235089 h 2237474"/>
              <a:gd name="connsiteX193" fmla="*/ 1324828 w 12192000"/>
              <a:gd name="connsiteY193" fmla="*/ 2231968 h 2237474"/>
              <a:gd name="connsiteX194" fmla="*/ 1297744 w 12192000"/>
              <a:gd name="connsiteY194" fmla="*/ 2235849 h 2237474"/>
              <a:gd name="connsiteX195" fmla="*/ 1286236 w 12192000"/>
              <a:gd name="connsiteY195" fmla="*/ 2233135 h 2237474"/>
              <a:gd name="connsiteX196" fmla="*/ 1283504 w 12192000"/>
              <a:gd name="connsiteY196" fmla="*/ 2233797 h 2237474"/>
              <a:gd name="connsiteX197" fmla="*/ 1279765 w 12192000"/>
              <a:gd name="connsiteY197" fmla="*/ 2229639 h 2237474"/>
              <a:gd name="connsiteX198" fmla="*/ 1195347 w 12192000"/>
              <a:gd name="connsiteY198" fmla="*/ 2212354 h 2237474"/>
              <a:gd name="connsiteX199" fmla="*/ 970251 w 12192000"/>
              <a:gd name="connsiteY199" fmla="*/ 2221029 h 2237474"/>
              <a:gd name="connsiteX200" fmla="*/ 812914 w 12192000"/>
              <a:gd name="connsiteY200" fmla="*/ 2202752 h 2237474"/>
              <a:gd name="connsiteX201" fmla="*/ 800195 w 12192000"/>
              <a:gd name="connsiteY201" fmla="*/ 2209407 h 2237474"/>
              <a:gd name="connsiteX202" fmla="*/ 784978 w 12192000"/>
              <a:gd name="connsiteY202" fmla="*/ 2212360 h 2237474"/>
              <a:gd name="connsiteX203" fmla="*/ 681987 w 12192000"/>
              <a:gd name="connsiteY203" fmla="*/ 2216757 h 2237474"/>
              <a:gd name="connsiteX204" fmla="*/ 669923 w 12192000"/>
              <a:gd name="connsiteY204" fmla="*/ 2211682 h 2237474"/>
              <a:gd name="connsiteX205" fmla="*/ 648680 w 12192000"/>
              <a:gd name="connsiteY205" fmla="*/ 2206229 h 2237474"/>
              <a:gd name="connsiteX206" fmla="*/ 597225 w 12192000"/>
              <a:gd name="connsiteY206" fmla="*/ 2180999 h 2237474"/>
              <a:gd name="connsiteX207" fmla="*/ 558449 w 12192000"/>
              <a:gd name="connsiteY207" fmla="*/ 2182346 h 2237474"/>
              <a:gd name="connsiteX208" fmla="*/ 550517 w 12192000"/>
              <a:gd name="connsiteY208" fmla="*/ 2182060 h 2237474"/>
              <a:gd name="connsiteX209" fmla="*/ 550309 w 12192000"/>
              <a:gd name="connsiteY209" fmla="*/ 2181825 h 2237474"/>
              <a:gd name="connsiteX210" fmla="*/ 541836 w 12192000"/>
              <a:gd name="connsiteY210" fmla="*/ 2181063 h 2237474"/>
              <a:gd name="connsiteX211" fmla="*/ 536057 w 12192000"/>
              <a:gd name="connsiteY211" fmla="*/ 2181537 h 2237474"/>
              <a:gd name="connsiteX212" fmla="*/ 520671 w 12192000"/>
              <a:gd name="connsiteY212" fmla="*/ 2180980 h 2237474"/>
              <a:gd name="connsiteX213" fmla="*/ 515024 w 12192000"/>
              <a:gd name="connsiteY213" fmla="*/ 2179258 h 2237474"/>
              <a:gd name="connsiteX214" fmla="*/ 512278 w 12192000"/>
              <a:gd name="connsiteY214" fmla="*/ 2176369 h 2237474"/>
              <a:gd name="connsiteX215" fmla="*/ 480419 w 12192000"/>
              <a:gd name="connsiteY215" fmla="*/ 2167807 h 2237474"/>
              <a:gd name="connsiteX216" fmla="*/ 413835 w 12192000"/>
              <a:gd name="connsiteY216" fmla="*/ 2156783 h 2237474"/>
              <a:gd name="connsiteX217" fmla="*/ 376513 w 12192000"/>
              <a:gd name="connsiteY217" fmla="*/ 2154014 h 2237474"/>
              <a:gd name="connsiteX218" fmla="*/ 273386 w 12192000"/>
              <a:gd name="connsiteY218" fmla="*/ 2142551 h 2237474"/>
              <a:gd name="connsiteX219" fmla="*/ 169207 w 12192000"/>
              <a:gd name="connsiteY219" fmla="*/ 2128100 h 2237474"/>
              <a:gd name="connsiteX220" fmla="*/ 93149 w 12192000"/>
              <a:gd name="connsiteY220" fmla="*/ 2105324 h 2237474"/>
              <a:gd name="connsiteX221" fmla="*/ 88109 w 12192000"/>
              <a:gd name="connsiteY221" fmla="*/ 2106704 h 2237474"/>
              <a:gd name="connsiteX222" fmla="*/ 80022 w 12192000"/>
              <a:gd name="connsiteY222" fmla="*/ 2107254 h 2237474"/>
              <a:gd name="connsiteX223" fmla="*/ 79717 w 12192000"/>
              <a:gd name="connsiteY223" fmla="*/ 2107046 h 2237474"/>
              <a:gd name="connsiteX224" fmla="*/ 72352 w 12192000"/>
              <a:gd name="connsiteY224" fmla="*/ 2107991 h 2237474"/>
              <a:gd name="connsiteX225" fmla="*/ 37645 w 12192000"/>
              <a:gd name="connsiteY225" fmla="*/ 2115401 h 2237474"/>
              <a:gd name="connsiteX226" fmla="*/ 4572 w 12192000"/>
              <a:gd name="connsiteY226" fmla="*/ 2111091 h 2237474"/>
              <a:gd name="connsiteX227" fmla="*/ 0 w 12192000"/>
              <a:gd name="connsiteY227" fmla="*/ 2110468 h 2237474"/>
              <a:gd name="connsiteX228" fmla="*/ 0 w 12192000"/>
              <a:gd name="connsiteY228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02328 w 12192000"/>
              <a:gd name="connsiteY66" fmla="*/ 1345865 h 2237474"/>
              <a:gd name="connsiteX67" fmla="*/ 7898322 w 12192000"/>
              <a:gd name="connsiteY67" fmla="*/ 1345689 h 2237474"/>
              <a:gd name="connsiteX68" fmla="*/ 7875879 w 12192000"/>
              <a:gd name="connsiteY68" fmla="*/ 1345646 h 2237474"/>
              <a:gd name="connsiteX69" fmla="*/ 7840612 w 12192000"/>
              <a:gd name="connsiteY69" fmla="*/ 1369373 h 2237474"/>
              <a:gd name="connsiteX70" fmla="*/ 7786819 w 12192000"/>
              <a:gd name="connsiteY70" fmla="*/ 1378970 h 2237474"/>
              <a:gd name="connsiteX71" fmla="*/ 7548172 w 12192000"/>
              <a:gd name="connsiteY71" fmla="*/ 1417460 h 2237474"/>
              <a:gd name="connsiteX72" fmla="*/ 7483437 w 12192000"/>
              <a:gd name="connsiteY72" fmla="*/ 1478152 h 2237474"/>
              <a:gd name="connsiteX73" fmla="*/ 7377870 w 12192000"/>
              <a:gd name="connsiteY73" fmla="*/ 1523319 h 2237474"/>
              <a:gd name="connsiteX74" fmla="*/ 7230737 w 12192000"/>
              <a:gd name="connsiteY74" fmla="*/ 1562633 h 2237474"/>
              <a:gd name="connsiteX75" fmla="*/ 7224458 w 12192000"/>
              <a:gd name="connsiteY75" fmla="*/ 1573008 h 2237474"/>
              <a:gd name="connsiteX76" fmla="*/ 7213486 w 12192000"/>
              <a:gd name="connsiteY76" fmla="*/ 1580987 h 2237474"/>
              <a:gd name="connsiteX77" fmla="*/ 7210972 w 12192000"/>
              <a:gd name="connsiteY77" fmla="*/ 1580856 h 2237474"/>
              <a:gd name="connsiteX78" fmla="*/ 7183121 w 12192000"/>
              <a:gd name="connsiteY78" fmla="*/ 1595162 h 2237474"/>
              <a:gd name="connsiteX79" fmla="*/ 7164601 w 12192000"/>
              <a:gd name="connsiteY79" fmla="*/ 1606490 h 2237474"/>
              <a:gd name="connsiteX80" fmla="*/ 7159286 w 12192000"/>
              <a:gd name="connsiteY80" fmla="*/ 1606850 h 2237474"/>
              <a:gd name="connsiteX81" fmla="*/ 7114651 w 12192000"/>
              <a:gd name="connsiteY81" fmla="*/ 1620959 h 2237474"/>
              <a:gd name="connsiteX82" fmla="*/ 7092727 w 12192000"/>
              <a:gd name="connsiteY82" fmla="*/ 1623628 h 2237474"/>
              <a:gd name="connsiteX83" fmla="*/ 7031309 w 12192000"/>
              <a:gd name="connsiteY83" fmla="*/ 1619451 h 2237474"/>
              <a:gd name="connsiteX84" fmla="*/ 6999084 w 12192000"/>
              <a:gd name="connsiteY84" fmla="*/ 1634317 h 2237474"/>
              <a:gd name="connsiteX85" fmla="*/ 6992107 w 12192000"/>
              <a:gd name="connsiteY85" fmla="*/ 1636860 h 2237474"/>
              <a:gd name="connsiteX86" fmla="*/ 6991765 w 12192000"/>
              <a:gd name="connsiteY86" fmla="*/ 1636725 h 2237474"/>
              <a:gd name="connsiteX87" fmla="*/ 6983996 w 12192000"/>
              <a:gd name="connsiteY87" fmla="*/ 1639040 h 2237474"/>
              <a:gd name="connsiteX88" fmla="*/ 6900177 w 12192000"/>
              <a:gd name="connsiteY88" fmla="*/ 1636016 h 2237474"/>
              <a:gd name="connsiteX89" fmla="*/ 6795372 w 12192000"/>
              <a:gd name="connsiteY89" fmla="*/ 1644845 h 2237474"/>
              <a:gd name="connsiteX90" fmla="*/ 6692251 w 12192000"/>
              <a:gd name="connsiteY90" fmla="*/ 1656357 h 2237474"/>
              <a:gd name="connsiteX91" fmla="*/ 6655235 w 12192000"/>
              <a:gd name="connsiteY91" fmla="*/ 1661869 h 2237474"/>
              <a:gd name="connsiteX92" fmla="*/ 6587857 w 12192000"/>
              <a:gd name="connsiteY92" fmla="*/ 1665769 h 2237474"/>
              <a:gd name="connsiteX93" fmla="*/ 6554894 w 12192000"/>
              <a:gd name="connsiteY93" fmla="*/ 1664428 h 2237474"/>
              <a:gd name="connsiteX94" fmla="*/ 6516595 w 12192000"/>
              <a:gd name="connsiteY94" fmla="*/ 1667475 h 2237474"/>
              <a:gd name="connsiteX95" fmla="*/ 6508541 w 12192000"/>
              <a:gd name="connsiteY95" fmla="*/ 1668757 h 2237474"/>
              <a:gd name="connsiteX96" fmla="*/ 6471012 w 12192000"/>
              <a:gd name="connsiteY96" fmla="*/ 1678604 h 2237474"/>
              <a:gd name="connsiteX97" fmla="*/ 6415265 w 12192000"/>
              <a:gd name="connsiteY97" fmla="*/ 1665317 h 2237474"/>
              <a:gd name="connsiteX98" fmla="*/ 6364035 w 12192000"/>
              <a:gd name="connsiteY98" fmla="*/ 1667683 h 2237474"/>
              <a:gd name="connsiteX99" fmla="*/ 6280959 w 12192000"/>
              <a:gd name="connsiteY99" fmla="*/ 1689329 h 2237474"/>
              <a:gd name="connsiteX100" fmla="*/ 6243319 w 12192000"/>
              <a:gd name="connsiteY100" fmla="*/ 1695560 h 2237474"/>
              <a:gd name="connsiteX101" fmla="*/ 6098321 w 12192000"/>
              <a:gd name="connsiteY101" fmla="*/ 1721646 h 2237474"/>
              <a:gd name="connsiteX102" fmla="*/ 5880652 w 12192000"/>
              <a:gd name="connsiteY102" fmla="*/ 1779643 h 2237474"/>
              <a:gd name="connsiteX103" fmla="*/ 5785959 w 12192000"/>
              <a:gd name="connsiteY103" fmla="*/ 1775307 h 2237474"/>
              <a:gd name="connsiteX104" fmla="*/ 5643534 w 12192000"/>
              <a:gd name="connsiteY104" fmla="*/ 1802919 h 2237474"/>
              <a:gd name="connsiteX105" fmla="*/ 5518799 w 12192000"/>
              <a:gd name="connsiteY105" fmla="*/ 1818312 h 2237474"/>
              <a:gd name="connsiteX106" fmla="*/ 5505014 w 12192000"/>
              <a:gd name="connsiteY106" fmla="*/ 1819259 h 2237474"/>
              <a:gd name="connsiteX107" fmla="*/ 5453307 w 12192000"/>
              <a:gd name="connsiteY107" fmla="*/ 1815450 h 2237474"/>
              <a:gd name="connsiteX108" fmla="*/ 5364192 w 12192000"/>
              <a:gd name="connsiteY108" fmla="*/ 1826074 h 2237474"/>
              <a:gd name="connsiteX109" fmla="*/ 5350380 w 12192000"/>
              <a:gd name="connsiteY109" fmla="*/ 1830891 h 2237474"/>
              <a:gd name="connsiteX110" fmla="*/ 5259633 w 12192000"/>
              <a:gd name="connsiteY110" fmla="*/ 1837160 h 2237474"/>
              <a:gd name="connsiteX111" fmla="*/ 5197513 w 12192000"/>
              <a:gd name="connsiteY111" fmla="*/ 1844718 h 2237474"/>
              <a:gd name="connsiteX112" fmla="*/ 5184170 w 12192000"/>
              <a:gd name="connsiteY112" fmla="*/ 1849402 h 2237474"/>
              <a:gd name="connsiteX113" fmla="*/ 5168852 w 12192000"/>
              <a:gd name="connsiteY113" fmla="*/ 1844846 h 2237474"/>
              <a:gd name="connsiteX114" fmla="*/ 5164370 w 12192000"/>
              <a:gd name="connsiteY114" fmla="*/ 1840597 h 2237474"/>
              <a:gd name="connsiteX115" fmla="*/ 5114927 w 12192000"/>
              <a:gd name="connsiteY115" fmla="*/ 1847827 h 2237474"/>
              <a:gd name="connsiteX116" fmla="*/ 5108970 w 12192000"/>
              <a:gd name="connsiteY116" fmla="*/ 1847935 h 2237474"/>
              <a:gd name="connsiteX117" fmla="*/ 5067961 w 12192000"/>
              <a:gd name="connsiteY117" fmla="*/ 1845917 h 2237474"/>
              <a:gd name="connsiteX118" fmla="*/ 5007075 w 12192000"/>
              <a:gd name="connsiteY118" fmla="*/ 1838626 h 2237474"/>
              <a:gd name="connsiteX119" fmla="*/ 4944087 w 12192000"/>
              <a:gd name="connsiteY119" fmla="*/ 1823332 h 2237474"/>
              <a:gd name="connsiteX120" fmla="*/ 4907662 w 12192000"/>
              <a:gd name="connsiteY120" fmla="*/ 1816900 h 2237474"/>
              <a:gd name="connsiteX121" fmla="*/ 4882386 w 12192000"/>
              <a:gd name="connsiteY121" fmla="*/ 1809844 h 2237474"/>
              <a:gd name="connsiteX122" fmla="*/ 4811440 w 12192000"/>
              <a:gd name="connsiteY122" fmla="*/ 1804655 h 2237474"/>
              <a:gd name="connsiteX123" fmla="*/ 4691075 w 12192000"/>
              <a:gd name="connsiteY123" fmla="*/ 1801389 h 2237474"/>
              <a:gd name="connsiteX124" fmla="*/ 4611738 w 12192000"/>
              <a:gd name="connsiteY124" fmla="*/ 1776964 h 2237474"/>
              <a:gd name="connsiteX125" fmla="*/ 4560070 w 12192000"/>
              <a:gd name="connsiteY125" fmla="*/ 1785640 h 2237474"/>
              <a:gd name="connsiteX126" fmla="*/ 4536503 w 12192000"/>
              <a:gd name="connsiteY126" fmla="*/ 1785334 h 2237474"/>
              <a:gd name="connsiteX127" fmla="*/ 4513724 w 12192000"/>
              <a:gd name="connsiteY127" fmla="*/ 1791996 h 2237474"/>
              <a:gd name="connsiteX128" fmla="*/ 4459810 w 12192000"/>
              <a:gd name="connsiteY128" fmla="*/ 1797886 h 2237474"/>
              <a:gd name="connsiteX129" fmla="*/ 4379064 w 12192000"/>
              <a:gd name="connsiteY129" fmla="*/ 1817177 h 2237474"/>
              <a:gd name="connsiteX130" fmla="*/ 4319209 w 12192000"/>
              <a:gd name="connsiteY130" fmla="*/ 1834833 h 2237474"/>
              <a:gd name="connsiteX131" fmla="*/ 4290981 w 12192000"/>
              <a:gd name="connsiteY131" fmla="*/ 1839677 h 2237474"/>
              <a:gd name="connsiteX132" fmla="*/ 4285792 w 12192000"/>
              <a:gd name="connsiteY132" fmla="*/ 1836231 h 2237474"/>
              <a:gd name="connsiteX133" fmla="*/ 4238372 w 12192000"/>
              <a:gd name="connsiteY133" fmla="*/ 1851480 h 2237474"/>
              <a:gd name="connsiteX134" fmla="*/ 4232517 w 12192000"/>
              <a:gd name="connsiteY134" fmla="*/ 1852567 h 2237474"/>
              <a:gd name="connsiteX135" fmla="*/ 4191732 w 12192000"/>
              <a:gd name="connsiteY135" fmla="*/ 1857328 h 2237474"/>
              <a:gd name="connsiteX136" fmla="*/ 4065532 w 12192000"/>
              <a:gd name="connsiteY136" fmla="*/ 1855477 h 2237474"/>
              <a:gd name="connsiteX137" fmla="*/ 4028460 w 12192000"/>
              <a:gd name="connsiteY137" fmla="*/ 1855137 h 2237474"/>
              <a:gd name="connsiteX138" fmla="*/ 4002267 w 12192000"/>
              <a:gd name="connsiteY138" fmla="*/ 1852352 h 2237474"/>
              <a:gd name="connsiteX139" fmla="*/ 3931396 w 12192000"/>
              <a:gd name="connsiteY139" fmla="*/ 1858915 h 2237474"/>
              <a:gd name="connsiteX140" fmla="*/ 3812162 w 12192000"/>
              <a:gd name="connsiteY140" fmla="*/ 1875501 h 2237474"/>
              <a:gd name="connsiteX141" fmla="*/ 3729530 w 12192000"/>
              <a:gd name="connsiteY141" fmla="*/ 1864513 h 2237474"/>
              <a:gd name="connsiteX142" fmla="*/ 3680177 w 12192000"/>
              <a:gd name="connsiteY142" fmla="*/ 1881552 h 2237474"/>
              <a:gd name="connsiteX143" fmla="*/ 3567259 w 12192000"/>
              <a:gd name="connsiteY143" fmla="*/ 1893482 h 2237474"/>
              <a:gd name="connsiteX144" fmla="*/ 3405770 w 12192000"/>
              <a:gd name="connsiteY144" fmla="*/ 1904591 h 2237474"/>
              <a:gd name="connsiteX145" fmla="*/ 3280097 w 12192000"/>
              <a:gd name="connsiteY145" fmla="*/ 1919610 h 2237474"/>
              <a:gd name="connsiteX146" fmla="*/ 3123424 w 12192000"/>
              <a:gd name="connsiteY146" fmla="*/ 1952930 h 2237474"/>
              <a:gd name="connsiteX147" fmla="*/ 3009910 w 12192000"/>
              <a:gd name="connsiteY147" fmla="*/ 1957866 h 2237474"/>
              <a:gd name="connsiteX148" fmla="*/ 2995934 w 12192000"/>
              <a:gd name="connsiteY148" fmla="*/ 1967085 h 2237474"/>
              <a:gd name="connsiteX149" fmla="*/ 2980071 w 12192000"/>
              <a:gd name="connsiteY149" fmla="*/ 1972988 h 2237474"/>
              <a:gd name="connsiteX150" fmla="*/ 2978094 w 12192000"/>
              <a:gd name="connsiteY150" fmla="*/ 1972369 h 2237474"/>
              <a:gd name="connsiteX151" fmla="*/ 2942858 w 12192000"/>
              <a:gd name="connsiteY151" fmla="*/ 1981367 h 2237474"/>
              <a:gd name="connsiteX152" fmla="*/ 2875436 w 12192000"/>
              <a:gd name="connsiteY152" fmla="*/ 1996977 h 2237474"/>
              <a:gd name="connsiteX153" fmla="*/ 2874892 w 12192000"/>
              <a:gd name="connsiteY153" fmla="*/ 1996085 h 2237474"/>
              <a:gd name="connsiteX154" fmla="*/ 2864145 w 12192000"/>
              <a:gd name="connsiteY154" fmla="*/ 1994061 h 2237474"/>
              <a:gd name="connsiteX155" fmla="*/ 2843662 w 12192000"/>
              <a:gd name="connsiteY155" fmla="*/ 1992498 h 2237474"/>
              <a:gd name="connsiteX156" fmla="*/ 2796128 w 12192000"/>
              <a:gd name="connsiteY156" fmla="*/ 1976403 h 2237474"/>
              <a:gd name="connsiteX157" fmla="*/ 2756784 w 12192000"/>
              <a:gd name="connsiteY157" fmla="*/ 1985116 h 2237474"/>
              <a:gd name="connsiteX158" fmla="*/ 2748833 w 12192000"/>
              <a:gd name="connsiteY158" fmla="*/ 1986323 h 2237474"/>
              <a:gd name="connsiteX159" fmla="*/ 2748661 w 12192000"/>
              <a:gd name="connsiteY159" fmla="*/ 1986122 h 2237474"/>
              <a:gd name="connsiteX160" fmla="*/ 2740251 w 12192000"/>
              <a:gd name="connsiteY160" fmla="*/ 1986946 h 2237474"/>
              <a:gd name="connsiteX161" fmla="*/ 2718916 w 12192000"/>
              <a:gd name="connsiteY161" fmla="*/ 1990867 h 2237474"/>
              <a:gd name="connsiteX162" fmla="*/ 2713522 w 12192000"/>
              <a:gd name="connsiteY162" fmla="*/ 1990173 h 2237474"/>
              <a:gd name="connsiteX163" fmla="*/ 2680597 w 12192000"/>
              <a:gd name="connsiteY163" fmla="*/ 1984996 h 2237474"/>
              <a:gd name="connsiteX164" fmla="*/ 2578178 w 12192000"/>
              <a:gd name="connsiteY164" fmla="*/ 1990531 h 2237474"/>
              <a:gd name="connsiteX165" fmla="*/ 2476147 w 12192000"/>
              <a:gd name="connsiteY165" fmla="*/ 1998305 h 2237474"/>
              <a:gd name="connsiteX166" fmla="*/ 2373568 w 12192000"/>
              <a:gd name="connsiteY166" fmla="*/ 2003219 h 2237474"/>
              <a:gd name="connsiteX167" fmla="*/ 2321399 w 12192000"/>
              <a:gd name="connsiteY167" fmla="*/ 1989467 h 2237474"/>
              <a:gd name="connsiteX168" fmla="*/ 2315525 w 12192000"/>
              <a:gd name="connsiteY168" fmla="*/ 1989708 h 2237474"/>
              <a:gd name="connsiteX169" fmla="*/ 2300792 w 12192000"/>
              <a:gd name="connsiteY169" fmla="*/ 1994290 h 2237474"/>
              <a:gd name="connsiteX170" fmla="*/ 2295469 w 12192000"/>
              <a:gd name="connsiteY170" fmla="*/ 1996659 h 2237474"/>
              <a:gd name="connsiteX171" fmla="*/ 2287219 w 12192000"/>
              <a:gd name="connsiteY171" fmla="*/ 1998750 h 2237474"/>
              <a:gd name="connsiteX172" fmla="*/ 2286948 w 12192000"/>
              <a:gd name="connsiteY172" fmla="*/ 1998596 h 2237474"/>
              <a:gd name="connsiteX173" fmla="*/ 2243069 w 12192000"/>
              <a:gd name="connsiteY173" fmla="*/ 2015111 h 2237474"/>
              <a:gd name="connsiteX174" fmla="*/ 2186609 w 12192000"/>
              <a:gd name="connsiteY174" fmla="*/ 2008263 h 2237474"/>
              <a:gd name="connsiteX175" fmla="*/ 2164831 w 12192000"/>
              <a:gd name="connsiteY175" fmla="*/ 2010143 h 2237474"/>
              <a:gd name="connsiteX176" fmla="*/ 2152836 w 12192000"/>
              <a:gd name="connsiteY176" fmla="*/ 2010048 h 2237474"/>
              <a:gd name="connsiteX177" fmla="*/ 2117102 w 12192000"/>
              <a:gd name="connsiteY177" fmla="*/ 2023004 h 2237474"/>
              <a:gd name="connsiteX178" fmla="*/ 2111935 w 12192000"/>
              <a:gd name="connsiteY178" fmla="*/ 2023163 h 2237474"/>
              <a:gd name="connsiteX179" fmla="*/ 2089991 w 12192000"/>
              <a:gd name="connsiteY179" fmla="*/ 2034193 h 2237474"/>
              <a:gd name="connsiteX180" fmla="*/ 2058061 w 12192000"/>
              <a:gd name="connsiteY180" fmla="*/ 2047942 h 2237474"/>
              <a:gd name="connsiteX181" fmla="*/ 2055737 w 12192000"/>
              <a:gd name="connsiteY181" fmla="*/ 2047704 h 2237474"/>
              <a:gd name="connsiteX182" fmla="*/ 2042244 w 12192000"/>
              <a:gd name="connsiteY182" fmla="*/ 2055560 h 2237474"/>
              <a:gd name="connsiteX183" fmla="*/ 1976224 w 12192000"/>
              <a:gd name="connsiteY183" fmla="*/ 2074257 h 2237474"/>
              <a:gd name="connsiteX184" fmla="*/ 1877728 w 12192000"/>
              <a:gd name="connsiteY184" fmla="*/ 2101004 h 2237474"/>
              <a:gd name="connsiteX185" fmla="*/ 1759056 w 12192000"/>
              <a:gd name="connsiteY185" fmla="*/ 2125608 h 2237474"/>
              <a:gd name="connsiteX186" fmla="*/ 1637948 w 12192000"/>
              <a:gd name="connsiteY186" fmla="*/ 2172597 h 2237474"/>
              <a:gd name="connsiteX187" fmla="*/ 1434549 w 12192000"/>
              <a:gd name="connsiteY187" fmla="*/ 2234522 h 2237474"/>
              <a:gd name="connsiteX188" fmla="*/ 1398481 w 12192000"/>
              <a:gd name="connsiteY188" fmla="*/ 2237074 h 2237474"/>
              <a:gd name="connsiteX189" fmla="*/ 1398407 w 12192000"/>
              <a:gd name="connsiteY189" fmla="*/ 2237095 h 2237474"/>
              <a:gd name="connsiteX190" fmla="*/ 1370962 w 12192000"/>
              <a:gd name="connsiteY190" fmla="*/ 2237474 h 2237474"/>
              <a:gd name="connsiteX191" fmla="*/ 1356367 w 12192000"/>
              <a:gd name="connsiteY191" fmla="*/ 2235089 h 2237474"/>
              <a:gd name="connsiteX192" fmla="*/ 1324828 w 12192000"/>
              <a:gd name="connsiteY192" fmla="*/ 2231968 h 2237474"/>
              <a:gd name="connsiteX193" fmla="*/ 1297744 w 12192000"/>
              <a:gd name="connsiteY193" fmla="*/ 2235849 h 2237474"/>
              <a:gd name="connsiteX194" fmla="*/ 1286236 w 12192000"/>
              <a:gd name="connsiteY194" fmla="*/ 2233135 h 2237474"/>
              <a:gd name="connsiteX195" fmla="*/ 1283504 w 12192000"/>
              <a:gd name="connsiteY195" fmla="*/ 2233797 h 2237474"/>
              <a:gd name="connsiteX196" fmla="*/ 1279765 w 12192000"/>
              <a:gd name="connsiteY196" fmla="*/ 2229639 h 2237474"/>
              <a:gd name="connsiteX197" fmla="*/ 1195347 w 12192000"/>
              <a:gd name="connsiteY197" fmla="*/ 2212354 h 2237474"/>
              <a:gd name="connsiteX198" fmla="*/ 970251 w 12192000"/>
              <a:gd name="connsiteY198" fmla="*/ 2221029 h 2237474"/>
              <a:gd name="connsiteX199" fmla="*/ 812914 w 12192000"/>
              <a:gd name="connsiteY199" fmla="*/ 2202752 h 2237474"/>
              <a:gd name="connsiteX200" fmla="*/ 800195 w 12192000"/>
              <a:gd name="connsiteY200" fmla="*/ 2209407 h 2237474"/>
              <a:gd name="connsiteX201" fmla="*/ 784978 w 12192000"/>
              <a:gd name="connsiteY201" fmla="*/ 2212360 h 2237474"/>
              <a:gd name="connsiteX202" fmla="*/ 681987 w 12192000"/>
              <a:gd name="connsiteY202" fmla="*/ 2216757 h 2237474"/>
              <a:gd name="connsiteX203" fmla="*/ 669923 w 12192000"/>
              <a:gd name="connsiteY203" fmla="*/ 2211682 h 2237474"/>
              <a:gd name="connsiteX204" fmla="*/ 648680 w 12192000"/>
              <a:gd name="connsiteY204" fmla="*/ 2206229 h 2237474"/>
              <a:gd name="connsiteX205" fmla="*/ 597225 w 12192000"/>
              <a:gd name="connsiteY205" fmla="*/ 2180999 h 2237474"/>
              <a:gd name="connsiteX206" fmla="*/ 558449 w 12192000"/>
              <a:gd name="connsiteY206" fmla="*/ 2182346 h 2237474"/>
              <a:gd name="connsiteX207" fmla="*/ 550517 w 12192000"/>
              <a:gd name="connsiteY207" fmla="*/ 2182060 h 2237474"/>
              <a:gd name="connsiteX208" fmla="*/ 550309 w 12192000"/>
              <a:gd name="connsiteY208" fmla="*/ 2181825 h 2237474"/>
              <a:gd name="connsiteX209" fmla="*/ 541836 w 12192000"/>
              <a:gd name="connsiteY209" fmla="*/ 2181063 h 2237474"/>
              <a:gd name="connsiteX210" fmla="*/ 536057 w 12192000"/>
              <a:gd name="connsiteY210" fmla="*/ 2181537 h 2237474"/>
              <a:gd name="connsiteX211" fmla="*/ 520671 w 12192000"/>
              <a:gd name="connsiteY211" fmla="*/ 2180980 h 2237474"/>
              <a:gd name="connsiteX212" fmla="*/ 515024 w 12192000"/>
              <a:gd name="connsiteY212" fmla="*/ 2179258 h 2237474"/>
              <a:gd name="connsiteX213" fmla="*/ 512278 w 12192000"/>
              <a:gd name="connsiteY213" fmla="*/ 2176369 h 2237474"/>
              <a:gd name="connsiteX214" fmla="*/ 480419 w 12192000"/>
              <a:gd name="connsiteY214" fmla="*/ 2167807 h 2237474"/>
              <a:gd name="connsiteX215" fmla="*/ 413835 w 12192000"/>
              <a:gd name="connsiteY215" fmla="*/ 2156783 h 2237474"/>
              <a:gd name="connsiteX216" fmla="*/ 376513 w 12192000"/>
              <a:gd name="connsiteY216" fmla="*/ 2154014 h 2237474"/>
              <a:gd name="connsiteX217" fmla="*/ 273386 w 12192000"/>
              <a:gd name="connsiteY217" fmla="*/ 2142551 h 2237474"/>
              <a:gd name="connsiteX218" fmla="*/ 169207 w 12192000"/>
              <a:gd name="connsiteY218" fmla="*/ 2128100 h 2237474"/>
              <a:gd name="connsiteX219" fmla="*/ 93149 w 12192000"/>
              <a:gd name="connsiteY219" fmla="*/ 2105324 h 2237474"/>
              <a:gd name="connsiteX220" fmla="*/ 88109 w 12192000"/>
              <a:gd name="connsiteY220" fmla="*/ 2106704 h 2237474"/>
              <a:gd name="connsiteX221" fmla="*/ 80022 w 12192000"/>
              <a:gd name="connsiteY221" fmla="*/ 2107254 h 2237474"/>
              <a:gd name="connsiteX222" fmla="*/ 79717 w 12192000"/>
              <a:gd name="connsiteY222" fmla="*/ 2107046 h 2237474"/>
              <a:gd name="connsiteX223" fmla="*/ 72352 w 12192000"/>
              <a:gd name="connsiteY223" fmla="*/ 2107991 h 2237474"/>
              <a:gd name="connsiteX224" fmla="*/ 37645 w 12192000"/>
              <a:gd name="connsiteY224" fmla="*/ 2115401 h 2237474"/>
              <a:gd name="connsiteX225" fmla="*/ 4572 w 12192000"/>
              <a:gd name="connsiteY225" fmla="*/ 2111091 h 2237474"/>
              <a:gd name="connsiteX226" fmla="*/ 0 w 12192000"/>
              <a:gd name="connsiteY226" fmla="*/ 2110468 h 2237474"/>
              <a:gd name="connsiteX227" fmla="*/ 0 w 12192000"/>
              <a:gd name="connsiteY227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02328 w 12192000"/>
              <a:gd name="connsiteY66" fmla="*/ 1345865 h 2237474"/>
              <a:gd name="connsiteX67" fmla="*/ 7898322 w 12192000"/>
              <a:gd name="connsiteY67" fmla="*/ 1345689 h 2237474"/>
              <a:gd name="connsiteX68" fmla="*/ 7875879 w 12192000"/>
              <a:gd name="connsiteY68" fmla="*/ 1345646 h 2237474"/>
              <a:gd name="connsiteX69" fmla="*/ 7840612 w 12192000"/>
              <a:gd name="connsiteY69" fmla="*/ 1369373 h 2237474"/>
              <a:gd name="connsiteX70" fmla="*/ 7786819 w 12192000"/>
              <a:gd name="connsiteY70" fmla="*/ 1378970 h 2237474"/>
              <a:gd name="connsiteX71" fmla="*/ 7548172 w 12192000"/>
              <a:gd name="connsiteY71" fmla="*/ 1417460 h 2237474"/>
              <a:gd name="connsiteX72" fmla="*/ 7483437 w 12192000"/>
              <a:gd name="connsiteY72" fmla="*/ 1478152 h 2237474"/>
              <a:gd name="connsiteX73" fmla="*/ 7377870 w 12192000"/>
              <a:gd name="connsiteY73" fmla="*/ 1523319 h 2237474"/>
              <a:gd name="connsiteX74" fmla="*/ 7230737 w 12192000"/>
              <a:gd name="connsiteY74" fmla="*/ 1562633 h 2237474"/>
              <a:gd name="connsiteX75" fmla="*/ 7224458 w 12192000"/>
              <a:gd name="connsiteY75" fmla="*/ 1573008 h 2237474"/>
              <a:gd name="connsiteX76" fmla="*/ 7213486 w 12192000"/>
              <a:gd name="connsiteY76" fmla="*/ 1580987 h 2237474"/>
              <a:gd name="connsiteX77" fmla="*/ 7210972 w 12192000"/>
              <a:gd name="connsiteY77" fmla="*/ 1580856 h 2237474"/>
              <a:gd name="connsiteX78" fmla="*/ 7183121 w 12192000"/>
              <a:gd name="connsiteY78" fmla="*/ 1595162 h 2237474"/>
              <a:gd name="connsiteX79" fmla="*/ 7164601 w 12192000"/>
              <a:gd name="connsiteY79" fmla="*/ 1606490 h 2237474"/>
              <a:gd name="connsiteX80" fmla="*/ 7159286 w 12192000"/>
              <a:gd name="connsiteY80" fmla="*/ 1606850 h 2237474"/>
              <a:gd name="connsiteX81" fmla="*/ 7114651 w 12192000"/>
              <a:gd name="connsiteY81" fmla="*/ 1620959 h 2237474"/>
              <a:gd name="connsiteX82" fmla="*/ 7092727 w 12192000"/>
              <a:gd name="connsiteY82" fmla="*/ 1623628 h 2237474"/>
              <a:gd name="connsiteX83" fmla="*/ 7031309 w 12192000"/>
              <a:gd name="connsiteY83" fmla="*/ 1619451 h 2237474"/>
              <a:gd name="connsiteX84" fmla="*/ 6999084 w 12192000"/>
              <a:gd name="connsiteY84" fmla="*/ 1634317 h 2237474"/>
              <a:gd name="connsiteX85" fmla="*/ 6992107 w 12192000"/>
              <a:gd name="connsiteY85" fmla="*/ 1636860 h 2237474"/>
              <a:gd name="connsiteX86" fmla="*/ 6991765 w 12192000"/>
              <a:gd name="connsiteY86" fmla="*/ 1636725 h 2237474"/>
              <a:gd name="connsiteX87" fmla="*/ 6900177 w 12192000"/>
              <a:gd name="connsiteY87" fmla="*/ 1636016 h 2237474"/>
              <a:gd name="connsiteX88" fmla="*/ 6795372 w 12192000"/>
              <a:gd name="connsiteY88" fmla="*/ 1644845 h 2237474"/>
              <a:gd name="connsiteX89" fmla="*/ 6692251 w 12192000"/>
              <a:gd name="connsiteY89" fmla="*/ 1656357 h 2237474"/>
              <a:gd name="connsiteX90" fmla="*/ 6655235 w 12192000"/>
              <a:gd name="connsiteY90" fmla="*/ 1661869 h 2237474"/>
              <a:gd name="connsiteX91" fmla="*/ 6587857 w 12192000"/>
              <a:gd name="connsiteY91" fmla="*/ 1665769 h 2237474"/>
              <a:gd name="connsiteX92" fmla="*/ 6554894 w 12192000"/>
              <a:gd name="connsiteY92" fmla="*/ 1664428 h 2237474"/>
              <a:gd name="connsiteX93" fmla="*/ 6516595 w 12192000"/>
              <a:gd name="connsiteY93" fmla="*/ 1667475 h 2237474"/>
              <a:gd name="connsiteX94" fmla="*/ 6508541 w 12192000"/>
              <a:gd name="connsiteY94" fmla="*/ 1668757 h 2237474"/>
              <a:gd name="connsiteX95" fmla="*/ 6471012 w 12192000"/>
              <a:gd name="connsiteY95" fmla="*/ 1678604 h 2237474"/>
              <a:gd name="connsiteX96" fmla="*/ 6415265 w 12192000"/>
              <a:gd name="connsiteY96" fmla="*/ 1665317 h 2237474"/>
              <a:gd name="connsiteX97" fmla="*/ 6364035 w 12192000"/>
              <a:gd name="connsiteY97" fmla="*/ 1667683 h 2237474"/>
              <a:gd name="connsiteX98" fmla="*/ 6280959 w 12192000"/>
              <a:gd name="connsiteY98" fmla="*/ 1689329 h 2237474"/>
              <a:gd name="connsiteX99" fmla="*/ 6243319 w 12192000"/>
              <a:gd name="connsiteY99" fmla="*/ 1695560 h 2237474"/>
              <a:gd name="connsiteX100" fmla="*/ 6098321 w 12192000"/>
              <a:gd name="connsiteY100" fmla="*/ 1721646 h 2237474"/>
              <a:gd name="connsiteX101" fmla="*/ 5880652 w 12192000"/>
              <a:gd name="connsiteY101" fmla="*/ 1779643 h 2237474"/>
              <a:gd name="connsiteX102" fmla="*/ 5785959 w 12192000"/>
              <a:gd name="connsiteY102" fmla="*/ 1775307 h 2237474"/>
              <a:gd name="connsiteX103" fmla="*/ 5643534 w 12192000"/>
              <a:gd name="connsiteY103" fmla="*/ 1802919 h 2237474"/>
              <a:gd name="connsiteX104" fmla="*/ 5518799 w 12192000"/>
              <a:gd name="connsiteY104" fmla="*/ 1818312 h 2237474"/>
              <a:gd name="connsiteX105" fmla="*/ 5505014 w 12192000"/>
              <a:gd name="connsiteY105" fmla="*/ 1819259 h 2237474"/>
              <a:gd name="connsiteX106" fmla="*/ 5453307 w 12192000"/>
              <a:gd name="connsiteY106" fmla="*/ 1815450 h 2237474"/>
              <a:gd name="connsiteX107" fmla="*/ 5364192 w 12192000"/>
              <a:gd name="connsiteY107" fmla="*/ 1826074 h 2237474"/>
              <a:gd name="connsiteX108" fmla="*/ 5350380 w 12192000"/>
              <a:gd name="connsiteY108" fmla="*/ 1830891 h 2237474"/>
              <a:gd name="connsiteX109" fmla="*/ 5259633 w 12192000"/>
              <a:gd name="connsiteY109" fmla="*/ 1837160 h 2237474"/>
              <a:gd name="connsiteX110" fmla="*/ 5197513 w 12192000"/>
              <a:gd name="connsiteY110" fmla="*/ 1844718 h 2237474"/>
              <a:gd name="connsiteX111" fmla="*/ 5184170 w 12192000"/>
              <a:gd name="connsiteY111" fmla="*/ 1849402 h 2237474"/>
              <a:gd name="connsiteX112" fmla="*/ 5168852 w 12192000"/>
              <a:gd name="connsiteY112" fmla="*/ 1844846 h 2237474"/>
              <a:gd name="connsiteX113" fmla="*/ 5164370 w 12192000"/>
              <a:gd name="connsiteY113" fmla="*/ 1840597 h 2237474"/>
              <a:gd name="connsiteX114" fmla="*/ 5114927 w 12192000"/>
              <a:gd name="connsiteY114" fmla="*/ 1847827 h 2237474"/>
              <a:gd name="connsiteX115" fmla="*/ 5108970 w 12192000"/>
              <a:gd name="connsiteY115" fmla="*/ 1847935 h 2237474"/>
              <a:gd name="connsiteX116" fmla="*/ 5067961 w 12192000"/>
              <a:gd name="connsiteY116" fmla="*/ 1845917 h 2237474"/>
              <a:gd name="connsiteX117" fmla="*/ 5007075 w 12192000"/>
              <a:gd name="connsiteY117" fmla="*/ 1838626 h 2237474"/>
              <a:gd name="connsiteX118" fmla="*/ 4944087 w 12192000"/>
              <a:gd name="connsiteY118" fmla="*/ 1823332 h 2237474"/>
              <a:gd name="connsiteX119" fmla="*/ 4907662 w 12192000"/>
              <a:gd name="connsiteY119" fmla="*/ 1816900 h 2237474"/>
              <a:gd name="connsiteX120" fmla="*/ 4882386 w 12192000"/>
              <a:gd name="connsiteY120" fmla="*/ 1809844 h 2237474"/>
              <a:gd name="connsiteX121" fmla="*/ 4811440 w 12192000"/>
              <a:gd name="connsiteY121" fmla="*/ 1804655 h 2237474"/>
              <a:gd name="connsiteX122" fmla="*/ 4691075 w 12192000"/>
              <a:gd name="connsiteY122" fmla="*/ 1801389 h 2237474"/>
              <a:gd name="connsiteX123" fmla="*/ 4611738 w 12192000"/>
              <a:gd name="connsiteY123" fmla="*/ 1776964 h 2237474"/>
              <a:gd name="connsiteX124" fmla="*/ 4560070 w 12192000"/>
              <a:gd name="connsiteY124" fmla="*/ 1785640 h 2237474"/>
              <a:gd name="connsiteX125" fmla="*/ 4536503 w 12192000"/>
              <a:gd name="connsiteY125" fmla="*/ 1785334 h 2237474"/>
              <a:gd name="connsiteX126" fmla="*/ 4513724 w 12192000"/>
              <a:gd name="connsiteY126" fmla="*/ 1791996 h 2237474"/>
              <a:gd name="connsiteX127" fmla="*/ 4459810 w 12192000"/>
              <a:gd name="connsiteY127" fmla="*/ 1797886 h 2237474"/>
              <a:gd name="connsiteX128" fmla="*/ 4379064 w 12192000"/>
              <a:gd name="connsiteY128" fmla="*/ 1817177 h 2237474"/>
              <a:gd name="connsiteX129" fmla="*/ 4319209 w 12192000"/>
              <a:gd name="connsiteY129" fmla="*/ 1834833 h 2237474"/>
              <a:gd name="connsiteX130" fmla="*/ 4290981 w 12192000"/>
              <a:gd name="connsiteY130" fmla="*/ 1839677 h 2237474"/>
              <a:gd name="connsiteX131" fmla="*/ 4285792 w 12192000"/>
              <a:gd name="connsiteY131" fmla="*/ 1836231 h 2237474"/>
              <a:gd name="connsiteX132" fmla="*/ 4238372 w 12192000"/>
              <a:gd name="connsiteY132" fmla="*/ 1851480 h 2237474"/>
              <a:gd name="connsiteX133" fmla="*/ 4232517 w 12192000"/>
              <a:gd name="connsiteY133" fmla="*/ 1852567 h 2237474"/>
              <a:gd name="connsiteX134" fmla="*/ 4191732 w 12192000"/>
              <a:gd name="connsiteY134" fmla="*/ 1857328 h 2237474"/>
              <a:gd name="connsiteX135" fmla="*/ 4065532 w 12192000"/>
              <a:gd name="connsiteY135" fmla="*/ 1855477 h 2237474"/>
              <a:gd name="connsiteX136" fmla="*/ 4028460 w 12192000"/>
              <a:gd name="connsiteY136" fmla="*/ 1855137 h 2237474"/>
              <a:gd name="connsiteX137" fmla="*/ 4002267 w 12192000"/>
              <a:gd name="connsiteY137" fmla="*/ 1852352 h 2237474"/>
              <a:gd name="connsiteX138" fmla="*/ 3931396 w 12192000"/>
              <a:gd name="connsiteY138" fmla="*/ 1858915 h 2237474"/>
              <a:gd name="connsiteX139" fmla="*/ 3812162 w 12192000"/>
              <a:gd name="connsiteY139" fmla="*/ 1875501 h 2237474"/>
              <a:gd name="connsiteX140" fmla="*/ 3729530 w 12192000"/>
              <a:gd name="connsiteY140" fmla="*/ 1864513 h 2237474"/>
              <a:gd name="connsiteX141" fmla="*/ 3680177 w 12192000"/>
              <a:gd name="connsiteY141" fmla="*/ 1881552 h 2237474"/>
              <a:gd name="connsiteX142" fmla="*/ 3567259 w 12192000"/>
              <a:gd name="connsiteY142" fmla="*/ 1893482 h 2237474"/>
              <a:gd name="connsiteX143" fmla="*/ 3405770 w 12192000"/>
              <a:gd name="connsiteY143" fmla="*/ 1904591 h 2237474"/>
              <a:gd name="connsiteX144" fmla="*/ 3280097 w 12192000"/>
              <a:gd name="connsiteY144" fmla="*/ 1919610 h 2237474"/>
              <a:gd name="connsiteX145" fmla="*/ 3123424 w 12192000"/>
              <a:gd name="connsiteY145" fmla="*/ 1952930 h 2237474"/>
              <a:gd name="connsiteX146" fmla="*/ 3009910 w 12192000"/>
              <a:gd name="connsiteY146" fmla="*/ 1957866 h 2237474"/>
              <a:gd name="connsiteX147" fmla="*/ 2995934 w 12192000"/>
              <a:gd name="connsiteY147" fmla="*/ 1967085 h 2237474"/>
              <a:gd name="connsiteX148" fmla="*/ 2980071 w 12192000"/>
              <a:gd name="connsiteY148" fmla="*/ 1972988 h 2237474"/>
              <a:gd name="connsiteX149" fmla="*/ 2978094 w 12192000"/>
              <a:gd name="connsiteY149" fmla="*/ 1972369 h 2237474"/>
              <a:gd name="connsiteX150" fmla="*/ 2942858 w 12192000"/>
              <a:gd name="connsiteY150" fmla="*/ 1981367 h 2237474"/>
              <a:gd name="connsiteX151" fmla="*/ 2875436 w 12192000"/>
              <a:gd name="connsiteY151" fmla="*/ 1996977 h 2237474"/>
              <a:gd name="connsiteX152" fmla="*/ 2874892 w 12192000"/>
              <a:gd name="connsiteY152" fmla="*/ 1996085 h 2237474"/>
              <a:gd name="connsiteX153" fmla="*/ 2864145 w 12192000"/>
              <a:gd name="connsiteY153" fmla="*/ 1994061 h 2237474"/>
              <a:gd name="connsiteX154" fmla="*/ 2843662 w 12192000"/>
              <a:gd name="connsiteY154" fmla="*/ 1992498 h 2237474"/>
              <a:gd name="connsiteX155" fmla="*/ 2796128 w 12192000"/>
              <a:gd name="connsiteY155" fmla="*/ 1976403 h 2237474"/>
              <a:gd name="connsiteX156" fmla="*/ 2756784 w 12192000"/>
              <a:gd name="connsiteY156" fmla="*/ 1985116 h 2237474"/>
              <a:gd name="connsiteX157" fmla="*/ 2748833 w 12192000"/>
              <a:gd name="connsiteY157" fmla="*/ 1986323 h 2237474"/>
              <a:gd name="connsiteX158" fmla="*/ 2748661 w 12192000"/>
              <a:gd name="connsiteY158" fmla="*/ 1986122 h 2237474"/>
              <a:gd name="connsiteX159" fmla="*/ 2740251 w 12192000"/>
              <a:gd name="connsiteY159" fmla="*/ 1986946 h 2237474"/>
              <a:gd name="connsiteX160" fmla="*/ 2718916 w 12192000"/>
              <a:gd name="connsiteY160" fmla="*/ 1990867 h 2237474"/>
              <a:gd name="connsiteX161" fmla="*/ 2713522 w 12192000"/>
              <a:gd name="connsiteY161" fmla="*/ 1990173 h 2237474"/>
              <a:gd name="connsiteX162" fmla="*/ 2680597 w 12192000"/>
              <a:gd name="connsiteY162" fmla="*/ 1984996 h 2237474"/>
              <a:gd name="connsiteX163" fmla="*/ 2578178 w 12192000"/>
              <a:gd name="connsiteY163" fmla="*/ 1990531 h 2237474"/>
              <a:gd name="connsiteX164" fmla="*/ 2476147 w 12192000"/>
              <a:gd name="connsiteY164" fmla="*/ 1998305 h 2237474"/>
              <a:gd name="connsiteX165" fmla="*/ 2373568 w 12192000"/>
              <a:gd name="connsiteY165" fmla="*/ 2003219 h 2237474"/>
              <a:gd name="connsiteX166" fmla="*/ 2321399 w 12192000"/>
              <a:gd name="connsiteY166" fmla="*/ 1989467 h 2237474"/>
              <a:gd name="connsiteX167" fmla="*/ 2315525 w 12192000"/>
              <a:gd name="connsiteY167" fmla="*/ 1989708 h 2237474"/>
              <a:gd name="connsiteX168" fmla="*/ 2300792 w 12192000"/>
              <a:gd name="connsiteY168" fmla="*/ 1994290 h 2237474"/>
              <a:gd name="connsiteX169" fmla="*/ 2295469 w 12192000"/>
              <a:gd name="connsiteY169" fmla="*/ 1996659 h 2237474"/>
              <a:gd name="connsiteX170" fmla="*/ 2287219 w 12192000"/>
              <a:gd name="connsiteY170" fmla="*/ 1998750 h 2237474"/>
              <a:gd name="connsiteX171" fmla="*/ 2286948 w 12192000"/>
              <a:gd name="connsiteY171" fmla="*/ 1998596 h 2237474"/>
              <a:gd name="connsiteX172" fmla="*/ 2243069 w 12192000"/>
              <a:gd name="connsiteY172" fmla="*/ 2015111 h 2237474"/>
              <a:gd name="connsiteX173" fmla="*/ 2186609 w 12192000"/>
              <a:gd name="connsiteY173" fmla="*/ 2008263 h 2237474"/>
              <a:gd name="connsiteX174" fmla="*/ 2164831 w 12192000"/>
              <a:gd name="connsiteY174" fmla="*/ 2010143 h 2237474"/>
              <a:gd name="connsiteX175" fmla="*/ 2152836 w 12192000"/>
              <a:gd name="connsiteY175" fmla="*/ 2010048 h 2237474"/>
              <a:gd name="connsiteX176" fmla="*/ 2117102 w 12192000"/>
              <a:gd name="connsiteY176" fmla="*/ 2023004 h 2237474"/>
              <a:gd name="connsiteX177" fmla="*/ 2111935 w 12192000"/>
              <a:gd name="connsiteY177" fmla="*/ 2023163 h 2237474"/>
              <a:gd name="connsiteX178" fmla="*/ 2089991 w 12192000"/>
              <a:gd name="connsiteY178" fmla="*/ 2034193 h 2237474"/>
              <a:gd name="connsiteX179" fmla="*/ 2058061 w 12192000"/>
              <a:gd name="connsiteY179" fmla="*/ 2047942 h 2237474"/>
              <a:gd name="connsiteX180" fmla="*/ 2055737 w 12192000"/>
              <a:gd name="connsiteY180" fmla="*/ 2047704 h 2237474"/>
              <a:gd name="connsiteX181" fmla="*/ 2042244 w 12192000"/>
              <a:gd name="connsiteY181" fmla="*/ 2055560 h 2237474"/>
              <a:gd name="connsiteX182" fmla="*/ 1976224 w 12192000"/>
              <a:gd name="connsiteY182" fmla="*/ 2074257 h 2237474"/>
              <a:gd name="connsiteX183" fmla="*/ 1877728 w 12192000"/>
              <a:gd name="connsiteY183" fmla="*/ 2101004 h 2237474"/>
              <a:gd name="connsiteX184" fmla="*/ 1759056 w 12192000"/>
              <a:gd name="connsiteY184" fmla="*/ 2125608 h 2237474"/>
              <a:gd name="connsiteX185" fmla="*/ 1637948 w 12192000"/>
              <a:gd name="connsiteY185" fmla="*/ 2172597 h 2237474"/>
              <a:gd name="connsiteX186" fmla="*/ 1434549 w 12192000"/>
              <a:gd name="connsiteY186" fmla="*/ 2234522 h 2237474"/>
              <a:gd name="connsiteX187" fmla="*/ 1398481 w 12192000"/>
              <a:gd name="connsiteY187" fmla="*/ 2237074 h 2237474"/>
              <a:gd name="connsiteX188" fmla="*/ 1398407 w 12192000"/>
              <a:gd name="connsiteY188" fmla="*/ 2237095 h 2237474"/>
              <a:gd name="connsiteX189" fmla="*/ 1370962 w 12192000"/>
              <a:gd name="connsiteY189" fmla="*/ 2237474 h 2237474"/>
              <a:gd name="connsiteX190" fmla="*/ 1356367 w 12192000"/>
              <a:gd name="connsiteY190" fmla="*/ 2235089 h 2237474"/>
              <a:gd name="connsiteX191" fmla="*/ 1324828 w 12192000"/>
              <a:gd name="connsiteY191" fmla="*/ 2231968 h 2237474"/>
              <a:gd name="connsiteX192" fmla="*/ 1297744 w 12192000"/>
              <a:gd name="connsiteY192" fmla="*/ 2235849 h 2237474"/>
              <a:gd name="connsiteX193" fmla="*/ 1286236 w 12192000"/>
              <a:gd name="connsiteY193" fmla="*/ 2233135 h 2237474"/>
              <a:gd name="connsiteX194" fmla="*/ 1283504 w 12192000"/>
              <a:gd name="connsiteY194" fmla="*/ 2233797 h 2237474"/>
              <a:gd name="connsiteX195" fmla="*/ 1279765 w 12192000"/>
              <a:gd name="connsiteY195" fmla="*/ 2229639 h 2237474"/>
              <a:gd name="connsiteX196" fmla="*/ 1195347 w 12192000"/>
              <a:gd name="connsiteY196" fmla="*/ 2212354 h 2237474"/>
              <a:gd name="connsiteX197" fmla="*/ 970251 w 12192000"/>
              <a:gd name="connsiteY197" fmla="*/ 2221029 h 2237474"/>
              <a:gd name="connsiteX198" fmla="*/ 812914 w 12192000"/>
              <a:gd name="connsiteY198" fmla="*/ 2202752 h 2237474"/>
              <a:gd name="connsiteX199" fmla="*/ 800195 w 12192000"/>
              <a:gd name="connsiteY199" fmla="*/ 2209407 h 2237474"/>
              <a:gd name="connsiteX200" fmla="*/ 784978 w 12192000"/>
              <a:gd name="connsiteY200" fmla="*/ 2212360 h 2237474"/>
              <a:gd name="connsiteX201" fmla="*/ 681987 w 12192000"/>
              <a:gd name="connsiteY201" fmla="*/ 2216757 h 2237474"/>
              <a:gd name="connsiteX202" fmla="*/ 669923 w 12192000"/>
              <a:gd name="connsiteY202" fmla="*/ 2211682 h 2237474"/>
              <a:gd name="connsiteX203" fmla="*/ 648680 w 12192000"/>
              <a:gd name="connsiteY203" fmla="*/ 2206229 h 2237474"/>
              <a:gd name="connsiteX204" fmla="*/ 597225 w 12192000"/>
              <a:gd name="connsiteY204" fmla="*/ 2180999 h 2237474"/>
              <a:gd name="connsiteX205" fmla="*/ 558449 w 12192000"/>
              <a:gd name="connsiteY205" fmla="*/ 2182346 h 2237474"/>
              <a:gd name="connsiteX206" fmla="*/ 550517 w 12192000"/>
              <a:gd name="connsiteY206" fmla="*/ 2182060 h 2237474"/>
              <a:gd name="connsiteX207" fmla="*/ 550309 w 12192000"/>
              <a:gd name="connsiteY207" fmla="*/ 2181825 h 2237474"/>
              <a:gd name="connsiteX208" fmla="*/ 541836 w 12192000"/>
              <a:gd name="connsiteY208" fmla="*/ 2181063 h 2237474"/>
              <a:gd name="connsiteX209" fmla="*/ 536057 w 12192000"/>
              <a:gd name="connsiteY209" fmla="*/ 2181537 h 2237474"/>
              <a:gd name="connsiteX210" fmla="*/ 520671 w 12192000"/>
              <a:gd name="connsiteY210" fmla="*/ 2180980 h 2237474"/>
              <a:gd name="connsiteX211" fmla="*/ 515024 w 12192000"/>
              <a:gd name="connsiteY211" fmla="*/ 2179258 h 2237474"/>
              <a:gd name="connsiteX212" fmla="*/ 512278 w 12192000"/>
              <a:gd name="connsiteY212" fmla="*/ 2176369 h 2237474"/>
              <a:gd name="connsiteX213" fmla="*/ 480419 w 12192000"/>
              <a:gd name="connsiteY213" fmla="*/ 2167807 h 2237474"/>
              <a:gd name="connsiteX214" fmla="*/ 413835 w 12192000"/>
              <a:gd name="connsiteY214" fmla="*/ 2156783 h 2237474"/>
              <a:gd name="connsiteX215" fmla="*/ 376513 w 12192000"/>
              <a:gd name="connsiteY215" fmla="*/ 2154014 h 2237474"/>
              <a:gd name="connsiteX216" fmla="*/ 273386 w 12192000"/>
              <a:gd name="connsiteY216" fmla="*/ 2142551 h 2237474"/>
              <a:gd name="connsiteX217" fmla="*/ 169207 w 12192000"/>
              <a:gd name="connsiteY217" fmla="*/ 2128100 h 2237474"/>
              <a:gd name="connsiteX218" fmla="*/ 93149 w 12192000"/>
              <a:gd name="connsiteY218" fmla="*/ 2105324 h 2237474"/>
              <a:gd name="connsiteX219" fmla="*/ 88109 w 12192000"/>
              <a:gd name="connsiteY219" fmla="*/ 2106704 h 2237474"/>
              <a:gd name="connsiteX220" fmla="*/ 80022 w 12192000"/>
              <a:gd name="connsiteY220" fmla="*/ 2107254 h 2237474"/>
              <a:gd name="connsiteX221" fmla="*/ 79717 w 12192000"/>
              <a:gd name="connsiteY221" fmla="*/ 2107046 h 2237474"/>
              <a:gd name="connsiteX222" fmla="*/ 72352 w 12192000"/>
              <a:gd name="connsiteY222" fmla="*/ 2107991 h 2237474"/>
              <a:gd name="connsiteX223" fmla="*/ 37645 w 12192000"/>
              <a:gd name="connsiteY223" fmla="*/ 2115401 h 2237474"/>
              <a:gd name="connsiteX224" fmla="*/ 4572 w 12192000"/>
              <a:gd name="connsiteY224" fmla="*/ 2111091 h 2237474"/>
              <a:gd name="connsiteX225" fmla="*/ 0 w 12192000"/>
              <a:gd name="connsiteY225" fmla="*/ 2110468 h 2237474"/>
              <a:gd name="connsiteX226" fmla="*/ 0 w 12192000"/>
              <a:gd name="connsiteY226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02328 w 12192000"/>
              <a:gd name="connsiteY66" fmla="*/ 1345865 h 2237474"/>
              <a:gd name="connsiteX67" fmla="*/ 7898322 w 12192000"/>
              <a:gd name="connsiteY67" fmla="*/ 1345689 h 2237474"/>
              <a:gd name="connsiteX68" fmla="*/ 7875879 w 12192000"/>
              <a:gd name="connsiteY68" fmla="*/ 1345646 h 2237474"/>
              <a:gd name="connsiteX69" fmla="*/ 7840612 w 12192000"/>
              <a:gd name="connsiteY69" fmla="*/ 1369373 h 2237474"/>
              <a:gd name="connsiteX70" fmla="*/ 7786819 w 12192000"/>
              <a:gd name="connsiteY70" fmla="*/ 1378970 h 2237474"/>
              <a:gd name="connsiteX71" fmla="*/ 7548172 w 12192000"/>
              <a:gd name="connsiteY71" fmla="*/ 1417460 h 2237474"/>
              <a:gd name="connsiteX72" fmla="*/ 7483437 w 12192000"/>
              <a:gd name="connsiteY72" fmla="*/ 1478152 h 2237474"/>
              <a:gd name="connsiteX73" fmla="*/ 7377870 w 12192000"/>
              <a:gd name="connsiteY73" fmla="*/ 1523319 h 2237474"/>
              <a:gd name="connsiteX74" fmla="*/ 7230737 w 12192000"/>
              <a:gd name="connsiteY74" fmla="*/ 1562633 h 2237474"/>
              <a:gd name="connsiteX75" fmla="*/ 7224458 w 12192000"/>
              <a:gd name="connsiteY75" fmla="*/ 1573008 h 2237474"/>
              <a:gd name="connsiteX76" fmla="*/ 7213486 w 12192000"/>
              <a:gd name="connsiteY76" fmla="*/ 1580987 h 2237474"/>
              <a:gd name="connsiteX77" fmla="*/ 7210972 w 12192000"/>
              <a:gd name="connsiteY77" fmla="*/ 1580856 h 2237474"/>
              <a:gd name="connsiteX78" fmla="*/ 7183121 w 12192000"/>
              <a:gd name="connsiteY78" fmla="*/ 1595162 h 2237474"/>
              <a:gd name="connsiteX79" fmla="*/ 7164601 w 12192000"/>
              <a:gd name="connsiteY79" fmla="*/ 1606490 h 2237474"/>
              <a:gd name="connsiteX80" fmla="*/ 7114651 w 12192000"/>
              <a:gd name="connsiteY80" fmla="*/ 1620959 h 2237474"/>
              <a:gd name="connsiteX81" fmla="*/ 7092727 w 12192000"/>
              <a:gd name="connsiteY81" fmla="*/ 1623628 h 2237474"/>
              <a:gd name="connsiteX82" fmla="*/ 7031309 w 12192000"/>
              <a:gd name="connsiteY82" fmla="*/ 1619451 h 2237474"/>
              <a:gd name="connsiteX83" fmla="*/ 6999084 w 12192000"/>
              <a:gd name="connsiteY83" fmla="*/ 1634317 h 2237474"/>
              <a:gd name="connsiteX84" fmla="*/ 6992107 w 12192000"/>
              <a:gd name="connsiteY84" fmla="*/ 1636860 h 2237474"/>
              <a:gd name="connsiteX85" fmla="*/ 6991765 w 12192000"/>
              <a:gd name="connsiteY85" fmla="*/ 1636725 h 2237474"/>
              <a:gd name="connsiteX86" fmla="*/ 6900177 w 12192000"/>
              <a:gd name="connsiteY86" fmla="*/ 1636016 h 2237474"/>
              <a:gd name="connsiteX87" fmla="*/ 6795372 w 12192000"/>
              <a:gd name="connsiteY87" fmla="*/ 1644845 h 2237474"/>
              <a:gd name="connsiteX88" fmla="*/ 6692251 w 12192000"/>
              <a:gd name="connsiteY88" fmla="*/ 1656357 h 2237474"/>
              <a:gd name="connsiteX89" fmla="*/ 6655235 w 12192000"/>
              <a:gd name="connsiteY89" fmla="*/ 1661869 h 2237474"/>
              <a:gd name="connsiteX90" fmla="*/ 6587857 w 12192000"/>
              <a:gd name="connsiteY90" fmla="*/ 1665769 h 2237474"/>
              <a:gd name="connsiteX91" fmla="*/ 6554894 w 12192000"/>
              <a:gd name="connsiteY91" fmla="*/ 1664428 h 2237474"/>
              <a:gd name="connsiteX92" fmla="*/ 6516595 w 12192000"/>
              <a:gd name="connsiteY92" fmla="*/ 1667475 h 2237474"/>
              <a:gd name="connsiteX93" fmla="*/ 6508541 w 12192000"/>
              <a:gd name="connsiteY93" fmla="*/ 1668757 h 2237474"/>
              <a:gd name="connsiteX94" fmla="*/ 6471012 w 12192000"/>
              <a:gd name="connsiteY94" fmla="*/ 1678604 h 2237474"/>
              <a:gd name="connsiteX95" fmla="*/ 6415265 w 12192000"/>
              <a:gd name="connsiteY95" fmla="*/ 1665317 h 2237474"/>
              <a:gd name="connsiteX96" fmla="*/ 6364035 w 12192000"/>
              <a:gd name="connsiteY96" fmla="*/ 1667683 h 2237474"/>
              <a:gd name="connsiteX97" fmla="*/ 6280959 w 12192000"/>
              <a:gd name="connsiteY97" fmla="*/ 1689329 h 2237474"/>
              <a:gd name="connsiteX98" fmla="*/ 6243319 w 12192000"/>
              <a:gd name="connsiteY98" fmla="*/ 1695560 h 2237474"/>
              <a:gd name="connsiteX99" fmla="*/ 6098321 w 12192000"/>
              <a:gd name="connsiteY99" fmla="*/ 1721646 h 2237474"/>
              <a:gd name="connsiteX100" fmla="*/ 5880652 w 12192000"/>
              <a:gd name="connsiteY100" fmla="*/ 1779643 h 2237474"/>
              <a:gd name="connsiteX101" fmla="*/ 5785959 w 12192000"/>
              <a:gd name="connsiteY101" fmla="*/ 1775307 h 2237474"/>
              <a:gd name="connsiteX102" fmla="*/ 5643534 w 12192000"/>
              <a:gd name="connsiteY102" fmla="*/ 1802919 h 2237474"/>
              <a:gd name="connsiteX103" fmla="*/ 5518799 w 12192000"/>
              <a:gd name="connsiteY103" fmla="*/ 1818312 h 2237474"/>
              <a:gd name="connsiteX104" fmla="*/ 5505014 w 12192000"/>
              <a:gd name="connsiteY104" fmla="*/ 1819259 h 2237474"/>
              <a:gd name="connsiteX105" fmla="*/ 5453307 w 12192000"/>
              <a:gd name="connsiteY105" fmla="*/ 1815450 h 2237474"/>
              <a:gd name="connsiteX106" fmla="*/ 5364192 w 12192000"/>
              <a:gd name="connsiteY106" fmla="*/ 1826074 h 2237474"/>
              <a:gd name="connsiteX107" fmla="*/ 5350380 w 12192000"/>
              <a:gd name="connsiteY107" fmla="*/ 1830891 h 2237474"/>
              <a:gd name="connsiteX108" fmla="*/ 5259633 w 12192000"/>
              <a:gd name="connsiteY108" fmla="*/ 1837160 h 2237474"/>
              <a:gd name="connsiteX109" fmla="*/ 5197513 w 12192000"/>
              <a:gd name="connsiteY109" fmla="*/ 1844718 h 2237474"/>
              <a:gd name="connsiteX110" fmla="*/ 5184170 w 12192000"/>
              <a:gd name="connsiteY110" fmla="*/ 1849402 h 2237474"/>
              <a:gd name="connsiteX111" fmla="*/ 5168852 w 12192000"/>
              <a:gd name="connsiteY111" fmla="*/ 1844846 h 2237474"/>
              <a:gd name="connsiteX112" fmla="*/ 5164370 w 12192000"/>
              <a:gd name="connsiteY112" fmla="*/ 1840597 h 2237474"/>
              <a:gd name="connsiteX113" fmla="*/ 5114927 w 12192000"/>
              <a:gd name="connsiteY113" fmla="*/ 1847827 h 2237474"/>
              <a:gd name="connsiteX114" fmla="*/ 5108970 w 12192000"/>
              <a:gd name="connsiteY114" fmla="*/ 1847935 h 2237474"/>
              <a:gd name="connsiteX115" fmla="*/ 5067961 w 12192000"/>
              <a:gd name="connsiteY115" fmla="*/ 1845917 h 2237474"/>
              <a:gd name="connsiteX116" fmla="*/ 5007075 w 12192000"/>
              <a:gd name="connsiteY116" fmla="*/ 1838626 h 2237474"/>
              <a:gd name="connsiteX117" fmla="*/ 4944087 w 12192000"/>
              <a:gd name="connsiteY117" fmla="*/ 1823332 h 2237474"/>
              <a:gd name="connsiteX118" fmla="*/ 4907662 w 12192000"/>
              <a:gd name="connsiteY118" fmla="*/ 1816900 h 2237474"/>
              <a:gd name="connsiteX119" fmla="*/ 4882386 w 12192000"/>
              <a:gd name="connsiteY119" fmla="*/ 1809844 h 2237474"/>
              <a:gd name="connsiteX120" fmla="*/ 4811440 w 12192000"/>
              <a:gd name="connsiteY120" fmla="*/ 1804655 h 2237474"/>
              <a:gd name="connsiteX121" fmla="*/ 4691075 w 12192000"/>
              <a:gd name="connsiteY121" fmla="*/ 1801389 h 2237474"/>
              <a:gd name="connsiteX122" fmla="*/ 4611738 w 12192000"/>
              <a:gd name="connsiteY122" fmla="*/ 1776964 h 2237474"/>
              <a:gd name="connsiteX123" fmla="*/ 4560070 w 12192000"/>
              <a:gd name="connsiteY123" fmla="*/ 1785640 h 2237474"/>
              <a:gd name="connsiteX124" fmla="*/ 4536503 w 12192000"/>
              <a:gd name="connsiteY124" fmla="*/ 1785334 h 2237474"/>
              <a:gd name="connsiteX125" fmla="*/ 4513724 w 12192000"/>
              <a:gd name="connsiteY125" fmla="*/ 1791996 h 2237474"/>
              <a:gd name="connsiteX126" fmla="*/ 4459810 w 12192000"/>
              <a:gd name="connsiteY126" fmla="*/ 1797886 h 2237474"/>
              <a:gd name="connsiteX127" fmla="*/ 4379064 w 12192000"/>
              <a:gd name="connsiteY127" fmla="*/ 1817177 h 2237474"/>
              <a:gd name="connsiteX128" fmla="*/ 4319209 w 12192000"/>
              <a:gd name="connsiteY128" fmla="*/ 1834833 h 2237474"/>
              <a:gd name="connsiteX129" fmla="*/ 4290981 w 12192000"/>
              <a:gd name="connsiteY129" fmla="*/ 1839677 h 2237474"/>
              <a:gd name="connsiteX130" fmla="*/ 4285792 w 12192000"/>
              <a:gd name="connsiteY130" fmla="*/ 1836231 h 2237474"/>
              <a:gd name="connsiteX131" fmla="*/ 4238372 w 12192000"/>
              <a:gd name="connsiteY131" fmla="*/ 1851480 h 2237474"/>
              <a:gd name="connsiteX132" fmla="*/ 4232517 w 12192000"/>
              <a:gd name="connsiteY132" fmla="*/ 1852567 h 2237474"/>
              <a:gd name="connsiteX133" fmla="*/ 4191732 w 12192000"/>
              <a:gd name="connsiteY133" fmla="*/ 1857328 h 2237474"/>
              <a:gd name="connsiteX134" fmla="*/ 4065532 w 12192000"/>
              <a:gd name="connsiteY134" fmla="*/ 1855477 h 2237474"/>
              <a:gd name="connsiteX135" fmla="*/ 4028460 w 12192000"/>
              <a:gd name="connsiteY135" fmla="*/ 1855137 h 2237474"/>
              <a:gd name="connsiteX136" fmla="*/ 4002267 w 12192000"/>
              <a:gd name="connsiteY136" fmla="*/ 1852352 h 2237474"/>
              <a:gd name="connsiteX137" fmla="*/ 3931396 w 12192000"/>
              <a:gd name="connsiteY137" fmla="*/ 1858915 h 2237474"/>
              <a:gd name="connsiteX138" fmla="*/ 3812162 w 12192000"/>
              <a:gd name="connsiteY138" fmla="*/ 1875501 h 2237474"/>
              <a:gd name="connsiteX139" fmla="*/ 3729530 w 12192000"/>
              <a:gd name="connsiteY139" fmla="*/ 1864513 h 2237474"/>
              <a:gd name="connsiteX140" fmla="*/ 3680177 w 12192000"/>
              <a:gd name="connsiteY140" fmla="*/ 1881552 h 2237474"/>
              <a:gd name="connsiteX141" fmla="*/ 3567259 w 12192000"/>
              <a:gd name="connsiteY141" fmla="*/ 1893482 h 2237474"/>
              <a:gd name="connsiteX142" fmla="*/ 3405770 w 12192000"/>
              <a:gd name="connsiteY142" fmla="*/ 1904591 h 2237474"/>
              <a:gd name="connsiteX143" fmla="*/ 3280097 w 12192000"/>
              <a:gd name="connsiteY143" fmla="*/ 1919610 h 2237474"/>
              <a:gd name="connsiteX144" fmla="*/ 3123424 w 12192000"/>
              <a:gd name="connsiteY144" fmla="*/ 1952930 h 2237474"/>
              <a:gd name="connsiteX145" fmla="*/ 3009910 w 12192000"/>
              <a:gd name="connsiteY145" fmla="*/ 1957866 h 2237474"/>
              <a:gd name="connsiteX146" fmla="*/ 2995934 w 12192000"/>
              <a:gd name="connsiteY146" fmla="*/ 1967085 h 2237474"/>
              <a:gd name="connsiteX147" fmla="*/ 2980071 w 12192000"/>
              <a:gd name="connsiteY147" fmla="*/ 1972988 h 2237474"/>
              <a:gd name="connsiteX148" fmla="*/ 2978094 w 12192000"/>
              <a:gd name="connsiteY148" fmla="*/ 1972369 h 2237474"/>
              <a:gd name="connsiteX149" fmla="*/ 2942858 w 12192000"/>
              <a:gd name="connsiteY149" fmla="*/ 1981367 h 2237474"/>
              <a:gd name="connsiteX150" fmla="*/ 2875436 w 12192000"/>
              <a:gd name="connsiteY150" fmla="*/ 1996977 h 2237474"/>
              <a:gd name="connsiteX151" fmla="*/ 2874892 w 12192000"/>
              <a:gd name="connsiteY151" fmla="*/ 1996085 h 2237474"/>
              <a:gd name="connsiteX152" fmla="*/ 2864145 w 12192000"/>
              <a:gd name="connsiteY152" fmla="*/ 1994061 h 2237474"/>
              <a:gd name="connsiteX153" fmla="*/ 2843662 w 12192000"/>
              <a:gd name="connsiteY153" fmla="*/ 1992498 h 2237474"/>
              <a:gd name="connsiteX154" fmla="*/ 2796128 w 12192000"/>
              <a:gd name="connsiteY154" fmla="*/ 1976403 h 2237474"/>
              <a:gd name="connsiteX155" fmla="*/ 2756784 w 12192000"/>
              <a:gd name="connsiteY155" fmla="*/ 1985116 h 2237474"/>
              <a:gd name="connsiteX156" fmla="*/ 2748833 w 12192000"/>
              <a:gd name="connsiteY156" fmla="*/ 1986323 h 2237474"/>
              <a:gd name="connsiteX157" fmla="*/ 2748661 w 12192000"/>
              <a:gd name="connsiteY157" fmla="*/ 1986122 h 2237474"/>
              <a:gd name="connsiteX158" fmla="*/ 2740251 w 12192000"/>
              <a:gd name="connsiteY158" fmla="*/ 1986946 h 2237474"/>
              <a:gd name="connsiteX159" fmla="*/ 2718916 w 12192000"/>
              <a:gd name="connsiteY159" fmla="*/ 1990867 h 2237474"/>
              <a:gd name="connsiteX160" fmla="*/ 2713522 w 12192000"/>
              <a:gd name="connsiteY160" fmla="*/ 1990173 h 2237474"/>
              <a:gd name="connsiteX161" fmla="*/ 2680597 w 12192000"/>
              <a:gd name="connsiteY161" fmla="*/ 1984996 h 2237474"/>
              <a:gd name="connsiteX162" fmla="*/ 2578178 w 12192000"/>
              <a:gd name="connsiteY162" fmla="*/ 1990531 h 2237474"/>
              <a:gd name="connsiteX163" fmla="*/ 2476147 w 12192000"/>
              <a:gd name="connsiteY163" fmla="*/ 1998305 h 2237474"/>
              <a:gd name="connsiteX164" fmla="*/ 2373568 w 12192000"/>
              <a:gd name="connsiteY164" fmla="*/ 2003219 h 2237474"/>
              <a:gd name="connsiteX165" fmla="*/ 2321399 w 12192000"/>
              <a:gd name="connsiteY165" fmla="*/ 1989467 h 2237474"/>
              <a:gd name="connsiteX166" fmla="*/ 2315525 w 12192000"/>
              <a:gd name="connsiteY166" fmla="*/ 1989708 h 2237474"/>
              <a:gd name="connsiteX167" fmla="*/ 2300792 w 12192000"/>
              <a:gd name="connsiteY167" fmla="*/ 1994290 h 2237474"/>
              <a:gd name="connsiteX168" fmla="*/ 2295469 w 12192000"/>
              <a:gd name="connsiteY168" fmla="*/ 1996659 h 2237474"/>
              <a:gd name="connsiteX169" fmla="*/ 2287219 w 12192000"/>
              <a:gd name="connsiteY169" fmla="*/ 1998750 h 2237474"/>
              <a:gd name="connsiteX170" fmla="*/ 2286948 w 12192000"/>
              <a:gd name="connsiteY170" fmla="*/ 1998596 h 2237474"/>
              <a:gd name="connsiteX171" fmla="*/ 2243069 w 12192000"/>
              <a:gd name="connsiteY171" fmla="*/ 2015111 h 2237474"/>
              <a:gd name="connsiteX172" fmla="*/ 2186609 w 12192000"/>
              <a:gd name="connsiteY172" fmla="*/ 2008263 h 2237474"/>
              <a:gd name="connsiteX173" fmla="*/ 2164831 w 12192000"/>
              <a:gd name="connsiteY173" fmla="*/ 2010143 h 2237474"/>
              <a:gd name="connsiteX174" fmla="*/ 2152836 w 12192000"/>
              <a:gd name="connsiteY174" fmla="*/ 2010048 h 2237474"/>
              <a:gd name="connsiteX175" fmla="*/ 2117102 w 12192000"/>
              <a:gd name="connsiteY175" fmla="*/ 2023004 h 2237474"/>
              <a:gd name="connsiteX176" fmla="*/ 2111935 w 12192000"/>
              <a:gd name="connsiteY176" fmla="*/ 2023163 h 2237474"/>
              <a:gd name="connsiteX177" fmla="*/ 2089991 w 12192000"/>
              <a:gd name="connsiteY177" fmla="*/ 2034193 h 2237474"/>
              <a:gd name="connsiteX178" fmla="*/ 2058061 w 12192000"/>
              <a:gd name="connsiteY178" fmla="*/ 2047942 h 2237474"/>
              <a:gd name="connsiteX179" fmla="*/ 2055737 w 12192000"/>
              <a:gd name="connsiteY179" fmla="*/ 2047704 h 2237474"/>
              <a:gd name="connsiteX180" fmla="*/ 2042244 w 12192000"/>
              <a:gd name="connsiteY180" fmla="*/ 2055560 h 2237474"/>
              <a:gd name="connsiteX181" fmla="*/ 1976224 w 12192000"/>
              <a:gd name="connsiteY181" fmla="*/ 2074257 h 2237474"/>
              <a:gd name="connsiteX182" fmla="*/ 1877728 w 12192000"/>
              <a:gd name="connsiteY182" fmla="*/ 2101004 h 2237474"/>
              <a:gd name="connsiteX183" fmla="*/ 1759056 w 12192000"/>
              <a:gd name="connsiteY183" fmla="*/ 2125608 h 2237474"/>
              <a:gd name="connsiteX184" fmla="*/ 1637948 w 12192000"/>
              <a:gd name="connsiteY184" fmla="*/ 2172597 h 2237474"/>
              <a:gd name="connsiteX185" fmla="*/ 1434549 w 12192000"/>
              <a:gd name="connsiteY185" fmla="*/ 2234522 h 2237474"/>
              <a:gd name="connsiteX186" fmla="*/ 1398481 w 12192000"/>
              <a:gd name="connsiteY186" fmla="*/ 2237074 h 2237474"/>
              <a:gd name="connsiteX187" fmla="*/ 1398407 w 12192000"/>
              <a:gd name="connsiteY187" fmla="*/ 2237095 h 2237474"/>
              <a:gd name="connsiteX188" fmla="*/ 1370962 w 12192000"/>
              <a:gd name="connsiteY188" fmla="*/ 2237474 h 2237474"/>
              <a:gd name="connsiteX189" fmla="*/ 1356367 w 12192000"/>
              <a:gd name="connsiteY189" fmla="*/ 2235089 h 2237474"/>
              <a:gd name="connsiteX190" fmla="*/ 1324828 w 12192000"/>
              <a:gd name="connsiteY190" fmla="*/ 2231968 h 2237474"/>
              <a:gd name="connsiteX191" fmla="*/ 1297744 w 12192000"/>
              <a:gd name="connsiteY191" fmla="*/ 2235849 h 2237474"/>
              <a:gd name="connsiteX192" fmla="*/ 1286236 w 12192000"/>
              <a:gd name="connsiteY192" fmla="*/ 2233135 h 2237474"/>
              <a:gd name="connsiteX193" fmla="*/ 1283504 w 12192000"/>
              <a:gd name="connsiteY193" fmla="*/ 2233797 h 2237474"/>
              <a:gd name="connsiteX194" fmla="*/ 1279765 w 12192000"/>
              <a:gd name="connsiteY194" fmla="*/ 2229639 h 2237474"/>
              <a:gd name="connsiteX195" fmla="*/ 1195347 w 12192000"/>
              <a:gd name="connsiteY195" fmla="*/ 2212354 h 2237474"/>
              <a:gd name="connsiteX196" fmla="*/ 970251 w 12192000"/>
              <a:gd name="connsiteY196" fmla="*/ 2221029 h 2237474"/>
              <a:gd name="connsiteX197" fmla="*/ 812914 w 12192000"/>
              <a:gd name="connsiteY197" fmla="*/ 2202752 h 2237474"/>
              <a:gd name="connsiteX198" fmla="*/ 800195 w 12192000"/>
              <a:gd name="connsiteY198" fmla="*/ 2209407 h 2237474"/>
              <a:gd name="connsiteX199" fmla="*/ 784978 w 12192000"/>
              <a:gd name="connsiteY199" fmla="*/ 2212360 h 2237474"/>
              <a:gd name="connsiteX200" fmla="*/ 681987 w 12192000"/>
              <a:gd name="connsiteY200" fmla="*/ 2216757 h 2237474"/>
              <a:gd name="connsiteX201" fmla="*/ 669923 w 12192000"/>
              <a:gd name="connsiteY201" fmla="*/ 2211682 h 2237474"/>
              <a:gd name="connsiteX202" fmla="*/ 648680 w 12192000"/>
              <a:gd name="connsiteY202" fmla="*/ 2206229 h 2237474"/>
              <a:gd name="connsiteX203" fmla="*/ 597225 w 12192000"/>
              <a:gd name="connsiteY203" fmla="*/ 2180999 h 2237474"/>
              <a:gd name="connsiteX204" fmla="*/ 558449 w 12192000"/>
              <a:gd name="connsiteY204" fmla="*/ 2182346 h 2237474"/>
              <a:gd name="connsiteX205" fmla="*/ 550517 w 12192000"/>
              <a:gd name="connsiteY205" fmla="*/ 2182060 h 2237474"/>
              <a:gd name="connsiteX206" fmla="*/ 550309 w 12192000"/>
              <a:gd name="connsiteY206" fmla="*/ 2181825 h 2237474"/>
              <a:gd name="connsiteX207" fmla="*/ 541836 w 12192000"/>
              <a:gd name="connsiteY207" fmla="*/ 2181063 h 2237474"/>
              <a:gd name="connsiteX208" fmla="*/ 536057 w 12192000"/>
              <a:gd name="connsiteY208" fmla="*/ 2181537 h 2237474"/>
              <a:gd name="connsiteX209" fmla="*/ 520671 w 12192000"/>
              <a:gd name="connsiteY209" fmla="*/ 2180980 h 2237474"/>
              <a:gd name="connsiteX210" fmla="*/ 515024 w 12192000"/>
              <a:gd name="connsiteY210" fmla="*/ 2179258 h 2237474"/>
              <a:gd name="connsiteX211" fmla="*/ 512278 w 12192000"/>
              <a:gd name="connsiteY211" fmla="*/ 2176369 h 2237474"/>
              <a:gd name="connsiteX212" fmla="*/ 480419 w 12192000"/>
              <a:gd name="connsiteY212" fmla="*/ 2167807 h 2237474"/>
              <a:gd name="connsiteX213" fmla="*/ 413835 w 12192000"/>
              <a:gd name="connsiteY213" fmla="*/ 2156783 h 2237474"/>
              <a:gd name="connsiteX214" fmla="*/ 376513 w 12192000"/>
              <a:gd name="connsiteY214" fmla="*/ 2154014 h 2237474"/>
              <a:gd name="connsiteX215" fmla="*/ 273386 w 12192000"/>
              <a:gd name="connsiteY215" fmla="*/ 2142551 h 2237474"/>
              <a:gd name="connsiteX216" fmla="*/ 169207 w 12192000"/>
              <a:gd name="connsiteY216" fmla="*/ 2128100 h 2237474"/>
              <a:gd name="connsiteX217" fmla="*/ 93149 w 12192000"/>
              <a:gd name="connsiteY217" fmla="*/ 2105324 h 2237474"/>
              <a:gd name="connsiteX218" fmla="*/ 88109 w 12192000"/>
              <a:gd name="connsiteY218" fmla="*/ 2106704 h 2237474"/>
              <a:gd name="connsiteX219" fmla="*/ 80022 w 12192000"/>
              <a:gd name="connsiteY219" fmla="*/ 2107254 h 2237474"/>
              <a:gd name="connsiteX220" fmla="*/ 79717 w 12192000"/>
              <a:gd name="connsiteY220" fmla="*/ 2107046 h 2237474"/>
              <a:gd name="connsiteX221" fmla="*/ 72352 w 12192000"/>
              <a:gd name="connsiteY221" fmla="*/ 2107991 h 2237474"/>
              <a:gd name="connsiteX222" fmla="*/ 37645 w 12192000"/>
              <a:gd name="connsiteY222" fmla="*/ 2115401 h 2237474"/>
              <a:gd name="connsiteX223" fmla="*/ 4572 w 12192000"/>
              <a:gd name="connsiteY223" fmla="*/ 2111091 h 2237474"/>
              <a:gd name="connsiteX224" fmla="*/ 0 w 12192000"/>
              <a:gd name="connsiteY224" fmla="*/ 2110468 h 2237474"/>
              <a:gd name="connsiteX225" fmla="*/ 0 w 12192000"/>
              <a:gd name="connsiteY22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02328 w 12192000"/>
              <a:gd name="connsiteY66" fmla="*/ 1345865 h 2237474"/>
              <a:gd name="connsiteX67" fmla="*/ 7898322 w 12192000"/>
              <a:gd name="connsiteY67" fmla="*/ 1345689 h 2237474"/>
              <a:gd name="connsiteX68" fmla="*/ 7875879 w 12192000"/>
              <a:gd name="connsiteY68" fmla="*/ 1345646 h 2237474"/>
              <a:gd name="connsiteX69" fmla="*/ 7840612 w 12192000"/>
              <a:gd name="connsiteY69" fmla="*/ 1369373 h 2237474"/>
              <a:gd name="connsiteX70" fmla="*/ 7786819 w 12192000"/>
              <a:gd name="connsiteY70" fmla="*/ 1378970 h 2237474"/>
              <a:gd name="connsiteX71" fmla="*/ 7548172 w 12192000"/>
              <a:gd name="connsiteY71" fmla="*/ 1417460 h 2237474"/>
              <a:gd name="connsiteX72" fmla="*/ 7483437 w 12192000"/>
              <a:gd name="connsiteY72" fmla="*/ 1478152 h 2237474"/>
              <a:gd name="connsiteX73" fmla="*/ 7377870 w 12192000"/>
              <a:gd name="connsiteY73" fmla="*/ 1523319 h 2237474"/>
              <a:gd name="connsiteX74" fmla="*/ 7230737 w 12192000"/>
              <a:gd name="connsiteY74" fmla="*/ 1562633 h 2237474"/>
              <a:gd name="connsiteX75" fmla="*/ 7224458 w 12192000"/>
              <a:gd name="connsiteY75" fmla="*/ 1573008 h 2237474"/>
              <a:gd name="connsiteX76" fmla="*/ 7213486 w 12192000"/>
              <a:gd name="connsiteY76" fmla="*/ 1580987 h 2237474"/>
              <a:gd name="connsiteX77" fmla="*/ 7183121 w 12192000"/>
              <a:gd name="connsiteY77" fmla="*/ 1595162 h 2237474"/>
              <a:gd name="connsiteX78" fmla="*/ 7164601 w 12192000"/>
              <a:gd name="connsiteY78" fmla="*/ 1606490 h 2237474"/>
              <a:gd name="connsiteX79" fmla="*/ 7114651 w 12192000"/>
              <a:gd name="connsiteY79" fmla="*/ 1620959 h 2237474"/>
              <a:gd name="connsiteX80" fmla="*/ 7092727 w 12192000"/>
              <a:gd name="connsiteY80" fmla="*/ 1623628 h 2237474"/>
              <a:gd name="connsiteX81" fmla="*/ 7031309 w 12192000"/>
              <a:gd name="connsiteY81" fmla="*/ 1619451 h 2237474"/>
              <a:gd name="connsiteX82" fmla="*/ 6999084 w 12192000"/>
              <a:gd name="connsiteY82" fmla="*/ 1634317 h 2237474"/>
              <a:gd name="connsiteX83" fmla="*/ 6992107 w 12192000"/>
              <a:gd name="connsiteY83" fmla="*/ 1636860 h 2237474"/>
              <a:gd name="connsiteX84" fmla="*/ 6991765 w 12192000"/>
              <a:gd name="connsiteY84" fmla="*/ 1636725 h 2237474"/>
              <a:gd name="connsiteX85" fmla="*/ 6900177 w 12192000"/>
              <a:gd name="connsiteY85" fmla="*/ 1636016 h 2237474"/>
              <a:gd name="connsiteX86" fmla="*/ 6795372 w 12192000"/>
              <a:gd name="connsiteY86" fmla="*/ 1644845 h 2237474"/>
              <a:gd name="connsiteX87" fmla="*/ 6692251 w 12192000"/>
              <a:gd name="connsiteY87" fmla="*/ 1656357 h 2237474"/>
              <a:gd name="connsiteX88" fmla="*/ 6655235 w 12192000"/>
              <a:gd name="connsiteY88" fmla="*/ 1661869 h 2237474"/>
              <a:gd name="connsiteX89" fmla="*/ 6587857 w 12192000"/>
              <a:gd name="connsiteY89" fmla="*/ 1665769 h 2237474"/>
              <a:gd name="connsiteX90" fmla="*/ 6554894 w 12192000"/>
              <a:gd name="connsiteY90" fmla="*/ 1664428 h 2237474"/>
              <a:gd name="connsiteX91" fmla="*/ 6516595 w 12192000"/>
              <a:gd name="connsiteY91" fmla="*/ 1667475 h 2237474"/>
              <a:gd name="connsiteX92" fmla="*/ 6508541 w 12192000"/>
              <a:gd name="connsiteY92" fmla="*/ 1668757 h 2237474"/>
              <a:gd name="connsiteX93" fmla="*/ 6471012 w 12192000"/>
              <a:gd name="connsiteY93" fmla="*/ 1678604 h 2237474"/>
              <a:gd name="connsiteX94" fmla="*/ 6415265 w 12192000"/>
              <a:gd name="connsiteY94" fmla="*/ 1665317 h 2237474"/>
              <a:gd name="connsiteX95" fmla="*/ 6364035 w 12192000"/>
              <a:gd name="connsiteY95" fmla="*/ 1667683 h 2237474"/>
              <a:gd name="connsiteX96" fmla="*/ 6280959 w 12192000"/>
              <a:gd name="connsiteY96" fmla="*/ 1689329 h 2237474"/>
              <a:gd name="connsiteX97" fmla="*/ 6243319 w 12192000"/>
              <a:gd name="connsiteY97" fmla="*/ 1695560 h 2237474"/>
              <a:gd name="connsiteX98" fmla="*/ 6098321 w 12192000"/>
              <a:gd name="connsiteY98" fmla="*/ 1721646 h 2237474"/>
              <a:gd name="connsiteX99" fmla="*/ 5880652 w 12192000"/>
              <a:gd name="connsiteY99" fmla="*/ 1779643 h 2237474"/>
              <a:gd name="connsiteX100" fmla="*/ 5785959 w 12192000"/>
              <a:gd name="connsiteY100" fmla="*/ 1775307 h 2237474"/>
              <a:gd name="connsiteX101" fmla="*/ 5643534 w 12192000"/>
              <a:gd name="connsiteY101" fmla="*/ 1802919 h 2237474"/>
              <a:gd name="connsiteX102" fmla="*/ 5518799 w 12192000"/>
              <a:gd name="connsiteY102" fmla="*/ 1818312 h 2237474"/>
              <a:gd name="connsiteX103" fmla="*/ 5505014 w 12192000"/>
              <a:gd name="connsiteY103" fmla="*/ 1819259 h 2237474"/>
              <a:gd name="connsiteX104" fmla="*/ 5453307 w 12192000"/>
              <a:gd name="connsiteY104" fmla="*/ 1815450 h 2237474"/>
              <a:gd name="connsiteX105" fmla="*/ 5364192 w 12192000"/>
              <a:gd name="connsiteY105" fmla="*/ 1826074 h 2237474"/>
              <a:gd name="connsiteX106" fmla="*/ 5350380 w 12192000"/>
              <a:gd name="connsiteY106" fmla="*/ 1830891 h 2237474"/>
              <a:gd name="connsiteX107" fmla="*/ 5259633 w 12192000"/>
              <a:gd name="connsiteY107" fmla="*/ 1837160 h 2237474"/>
              <a:gd name="connsiteX108" fmla="*/ 5197513 w 12192000"/>
              <a:gd name="connsiteY108" fmla="*/ 1844718 h 2237474"/>
              <a:gd name="connsiteX109" fmla="*/ 5184170 w 12192000"/>
              <a:gd name="connsiteY109" fmla="*/ 1849402 h 2237474"/>
              <a:gd name="connsiteX110" fmla="*/ 5168852 w 12192000"/>
              <a:gd name="connsiteY110" fmla="*/ 1844846 h 2237474"/>
              <a:gd name="connsiteX111" fmla="*/ 5164370 w 12192000"/>
              <a:gd name="connsiteY111" fmla="*/ 1840597 h 2237474"/>
              <a:gd name="connsiteX112" fmla="*/ 5114927 w 12192000"/>
              <a:gd name="connsiteY112" fmla="*/ 1847827 h 2237474"/>
              <a:gd name="connsiteX113" fmla="*/ 5108970 w 12192000"/>
              <a:gd name="connsiteY113" fmla="*/ 1847935 h 2237474"/>
              <a:gd name="connsiteX114" fmla="*/ 5067961 w 12192000"/>
              <a:gd name="connsiteY114" fmla="*/ 1845917 h 2237474"/>
              <a:gd name="connsiteX115" fmla="*/ 5007075 w 12192000"/>
              <a:gd name="connsiteY115" fmla="*/ 1838626 h 2237474"/>
              <a:gd name="connsiteX116" fmla="*/ 4944087 w 12192000"/>
              <a:gd name="connsiteY116" fmla="*/ 1823332 h 2237474"/>
              <a:gd name="connsiteX117" fmla="*/ 4907662 w 12192000"/>
              <a:gd name="connsiteY117" fmla="*/ 1816900 h 2237474"/>
              <a:gd name="connsiteX118" fmla="*/ 4882386 w 12192000"/>
              <a:gd name="connsiteY118" fmla="*/ 1809844 h 2237474"/>
              <a:gd name="connsiteX119" fmla="*/ 4811440 w 12192000"/>
              <a:gd name="connsiteY119" fmla="*/ 1804655 h 2237474"/>
              <a:gd name="connsiteX120" fmla="*/ 4691075 w 12192000"/>
              <a:gd name="connsiteY120" fmla="*/ 1801389 h 2237474"/>
              <a:gd name="connsiteX121" fmla="*/ 4611738 w 12192000"/>
              <a:gd name="connsiteY121" fmla="*/ 1776964 h 2237474"/>
              <a:gd name="connsiteX122" fmla="*/ 4560070 w 12192000"/>
              <a:gd name="connsiteY122" fmla="*/ 1785640 h 2237474"/>
              <a:gd name="connsiteX123" fmla="*/ 4536503 w 12192000"/>
              <a:gd name="connsiteY123" fmla="*/ 1785334 h 2237474"/>
              <a:gd name="connsiteX124" fmla="*/ 4513724 w 12192000"/>
              <a:gd name="connsiteY124" fmla="*/ 1791996 h 2237474"/>
              <a:gd name="connsiteX125" fmla="*/ 4459810 w 12192000"/>
              <a:gd name="connsiteY125" fmla="*/ 1797886 h 2237474"/>
              <a:gd name="connsiteX126" fmla="*/ 4379064 w 12192000"/>
              <a:gd name="connsiteY126" fmla="*/ 1817177 h 2237474"/>
              <a:gd name="connsiteX127" fmla="*/ 4319209 w 12192000"/>
              <a:gd name="connsiteY127" fmla="*/ 1834833 h 2237474"/>
              <a:gd name="connsiteX128" fmla="*/ 4290981 w 12192000"/>
              <a:gd name="connsiteY128" fmla="*/ 1839677 h 2237474"/>
              <a:gd name="connsiteX129" fmla="*/ 4285792 w 12192000"/>
              <a:gd name="connsiteY129" fmla="*/ 1836231 h 2237474"/>
              <a:gd name="connsiteX130" fmla="*/ 4238372 w 12192000"/>
              <a:gd name="connsiteY130" fmla="*/ 1851480 h 2237474"/>
              <a:gd name="connsiteX131" fmla="*/ 4232517 w 12192000"/>
              <a:gd name="connsiteY131" fmla="*/ 1852567 h 2237474"/>
              <a:gd name="connsiteX132" fmla="*/ 4191732 w 12192000"/>
              <a:gd name="connsiteY132" fmla="*/ 1857328 h 2237474"/>
              <a:gd name="connsiteX133" fmla="*/ 4065532 w 12192000"/>
              <a:gd name="connsiteY133" fmla="*/ 1855477 h 2237474"/>
              <a:gd name="connsiteX134" fmla="*/ 4028460 w 12192000"/>
              <a:gd name="connsiteY134" fmla="*/ 1855137 h 2237474"/>
              <a:gd name="connsiteX135" fmla="*/ 4002267 w 12192000"/>
              <a:gd name="connsiteY135" fmla="*/ 1852352 h 2237474"/>
              <a:gd name="connsiteX136" fmla="*/ 3931396 w 12192000"/>
              <a:gd name="connsiteY136" fmla="*/ 1858915 h 2237474"/>
              <a:gd name="connsiteX137" fmla="*/ 3812162 w 12192000"/>
              <a:gd name="connsiteY137" fmla="*/ 1875501 h 2237474"/>
              <a:gd name="connsiteX138" fmla="*/ 3729530 w 12192000"/>
              <a:gd name="connsiteY138" fmla="*/ 1864513 h 2237474"/>
              <a:gd name="connsiteX139" fmla="*/ 3680177 w 12192000"/>
              <a:gd name="connsiteY139" fmla="*/ 1881552 h 2237474"/>
              <a:gd name="connsiteX140" fmla="*/ 3567259 w 12192000"/>
              <a:gd name="connsiteY140" fmla="*/ 1893482 h 2237474"/>
              <a:gd name="connsiteX141" fmla="*/ 3405770 w 12192000"/>
              <a:gd name="connsiteY141" fmla="*/ 1904591 h 2237474"/>
              <a:gd name="connsiteX142" fmla="*/ 3280097 w 12192000"/>
              <a:gd name="connsiteY142" fmla="*/ 1919610 h 2237474"/>
              <a:gd name="connsiteX143" fmla="*/ 3123424 w 12192000"/>
              <a:gd name="connsiteY143" fmla="*/ 1952930 h 2237474"/>
              <a:gd name="connsiteX144" fmla="*/ 3009910 w 12192000"/>
              <a:gd name="connsiteY144" fmla="*/ 1957866 h 2237474"/>
              <a:gd name="connsiteX145" fmla="*/ 2995934 w 12192000"/>
              <a:gd name="connsiteY145" fmla="*/ 1967085 h 2237474"/>
              <a:gd name="connsiteX146" fmla="*/ 2980071 w 12192000"/>
              <a:gd name="connsiteY146" fmla="*/ 1972988 h 2237474"/>
              <a:gd name="connsiteX147" fmla="*/ 2978094 w 12192000"/>
              <a:gd name="connsiteY147" fmla="*/ 1972369 h 2237474"/>
              <a:gd name="connsiteX148" fmla="*/ 2942858 w 12192000"/>
              <a:gd name="connsiteY148" fmla="*/ 1981367 h 2237474"/>
              <a:gd name="connsiteX149" fmla="*/ 2875436 w 12192000"/>
              <a:gd name="connsiteY149" fmla="*/ 1996977 h 2237474"/>
              <a:gd name="connsiteX150" fmla="*/ 2874892 w 12192000"/>
              <a:gd name="connsiteY150" fmla="*/ 1996085 h 2237474"/>
              <a:gd name="connsiteX151" fmla="*/ 2864145 w 12192000"/>
              <a:gd name="connsiteY151" fmla="*/ 1994061 h 2237474"/>
              <a:gd name="connsiteX152" fmla="*/ 2843662 w 12192000"/>
              <a:gd name="connsiteY152" fmla="*/ 1992498 h 2237474"/>
              <a:gd name="connsiteX153" fmla="*/ 2796128 w 12192000"/>
              <a:gd name="connsiteY153" fmla="*/ 1976403 h 2237474"/>
              <a:gd name="connsiteX154" fmla="*/ 2756784 w 12192000"/>
              <a:gd name="connsiteY154" fmla="*/ 1985116 h 2237474"/>
              <a:gd name="connsiteX155" fmla="*/ 2748833 w 12192000"/>
              <a:gd name="connsiteY155" fmla="*/ 1986323 h 2237474"/>
              <a:gd name="connsiteX156" fmla="*/ 2748661 w 12192000"/>
              <a:gd name="connsiteY156" fmla="*/ 1986122 h 2237474"/>
              <a:gd name="connsiteX157" fmla="*/ 2740251 w 12192000"/>
              <a:gd name="connsiteY157" fmla="*/ 1986946 h 2237474"/>
              <a:gd name="connsiteX158" fmla="*/ 2718916 w 12192000"/>
              <a:gd name="connsiteY158" fmla="*/ 1990867 h 2237474"/>
              <a:gd name="connsiteX159" fmla="*/ 2713522 w 12192000"/>
              <a:gd name="connsiteY159" fmla="*/ 1990173 h 2237474"/>
              <a:gd name="connsiteX160" fmla="*/ 2680597 w 12192000"/>
              <a:gd name="connsiteY160" fmla="*/ 1984996 h 2237474"/>
              <a:gd name="connsiteX161" fmla="*/ 2578178 w 12192000"/>
              <a:gd name="connsiteY161" fmla="*/ 1990531 h 2237474"/>
              <a:gd name="connsiteX162" fmla="*/ 2476147 w 12192000"/>
              <a:gd name="connsiteY162" fmla="*/ 1998305 h 2237474"/>
              <a:gd name="connsiteX163" fmla="*/ 2373568 w 12192000"/>
              <a:gd name="connsiteY163" fmla="*/ 2003219 h 2237474"/>
              <a:gd name="connsiteX164" fmla="*/ 2321399 w 12192000"/>
              <a:gd name="connsiteY164" fmla="*/ 1989467 h 2237474"/>
              <a:gd name="connsiteX165" fmla="*/ 2315525 w 12192000"/>
              <a:gd name="connsiteY165" fmla="*/ 1989708 h 2237474"/>
              <a:gd name="connsiteX166" fmla="*/ 2300792 w 12192000"/>
              <a:gd name="connsiteY166" fmla="*/ 1994290 h 2237474"/>
              <a:gd name="connsiteX167" fmla="*/ 2295469 w 12192000"/>
              <a:gd name="connsiteY167" fmla="*/ 1996659 h 2237474"/>
              <a:gd name="connsiteX168" fmla="*/ 2287219 w 12192000"/>
              <a:gd name="connsiteY168" fmla="*/ 1998750 h 2237474"/>
              <a:gd name="connsiteX169" fmla="*/ 2286948 w 12192000"/>
              <a:gd name="connsiteY169" fmla="*/ 1998596 h 2237474"/>
              <a:gd name="connsiteX170" fmla="*/ 2243069 w 12192000"/>
              <a:gd name="connsiteY170" fmla="*/ 2015111 h 2237474"/>
              <a:gd name="connsiteX171" fmla="*/ 2186609 w 12192000"/>
              <a:gd name="connsiteY171" fmla="*/ 2008263 h 2237474"/>
              <a:gd name="connsiteX172" fmla="*/ 2164831 w 12192000"/>
              <a:gd name="connsiteY172" fmla="*/ 2010143 h 2237474"/>
              <a:gd name="connsiteX173" fmla="*/ 2152836 w 12192000"/>
              <a:gd name="connsiteY173" fmla="*/ 2010048 h 2237474"/>
              <a:gd name="connsiteX174" fmla="*/ 2117102 w 12192000"/>
              <a:gd name="connsiteY174" fmla="*/ 2023004 h 2237474"/>
              <a:gd name="connsiteX175" fmla="*/ 2111935 w 12192000"/>
              <a:gd name="connsiteY175" fmla="*/ 2023163 h 2237474"/>
              <a:gd name="connsiteX176" fmla="*/ 2089991 w 12192000"/>
              <a:gd name="connsiteY176" fmla="*/ 2034193 h 2237474"/>
              <a:gd name="connsiteX177" fmla="*/ 2058061 w 12192000"/>
              <a:gd name="connsiteY177" fmla="*/ 2047942 h 2237474"/>
              <a:gd name="connsiteX178" fmla="*/ 2055737 w 12192000"/>
              <a:gd name="connsiteY178" fmla="*/ 2047704 h 2237474"/>
              <a:gd name="connsiteX179" fmla="*/ 2042244 w 12192000"/>
              <a:gd name="connsiteY179" fmla="*/ 2055560 h 2237474"/>
              <a:gd name="connsiteX180" fmla="*/ 1976224 w 12192000"/>
              <a:gd name="connsiteY180" fmla="*/ 2074257 h 2237474"/>
              <a:gd name="connsiteX181" fmla="*/ 1877728 w 12192000"/>
              <a:gd name="connsiteY181" fmla="*/ 2101004 h 2237474"/>
              <a:gd name="connsiteX182" fmla="*/ 1759056 w 12192000"/>
              <a:gd name="connsiteY182" fmla="*/ 2125608 h 2237474"/>
              <a:gd name="connsiteX183" fmla="*/ 1637948 w 12192000"/>
              <a:gd name="connsiteY183" fmla="*/ 2172597 h 2237474"/>
              <a:gd name="connsiteX184" fmla="*/ 1434549 w 12192000"/>
              <a:gd name="connsiteY184" fmla="*/ 2234522 h 2237474"/>
              <a:gd name="connsiteX185" fmla="*/ 1398481 w 12192000"/>
              <a:gd name="connsiteY185" fmla="*/ 2237074 h 2237474"/>
              <a:gd name="connsiteX186" fmla="*/ 1398407 w 12192000"/>
              <a:gd name="connsiteY186" fmla="*/ 2237095 h 2237474"/>
              <a:gd name="connsiteX187" fmla="*/ 1370962 w 12192000"/>
              <a:gd name="connsiteY187" fmla="*/ 2237474 h 2237474"/>
              <a:gd name="connsiteX188" fmla="*/ 1356367 w 12192000"/>
              <a:gd name="connsiteY188" fmla="*/ 2235089 h 2237474"/>
              <a:gd name="connsiteX189" fmla="*/ 1324828 w 12192000"/>
              <a:gd name="connsiteY189" fmla="*/ 2231968 h 2237474"/>
              <a:gd name="connsiteX190" fmla="*/ 1297744 w 12192000"/>
              <a:gd name="connsiteY190" fmla="*/ 2235849 h 2237474"/>
              <a:gd name="connsiteX191" fmla="*/ 1286236 w 12192000"/>
              <a:gd name="connsiteY191" fmla="*/ 2233135 h 2237474"/>
              <a:gd name="connsiteX192" fmla="*/ 1283504 w 12192000"/>
              <a:gd name="connsiteY192" fmla="*/ 2233797 h 2237474"/>
              <a:gd name="connsiteX193" fmla="*/ 1279765 w 12192000"/>
              <a:gd name="connsiteY193" fmla="*/ 2229639 h 2237474"/>
              <a:gd name="connsiteX194" fmla="*/ 1195347 w 12192000"/>
              <a:gd name="connsiteY194" fmla="*/ 2212354 h 2237474"/>
              <a:gd name="connsiteX195" fmla="*/ 970251 w 12192000"/>
              <a:gd name="connsiteY195" fmla="*/ 2221029 h 2237474"/>
              <a:gd name="connsiteX196" fmla="*/ 812914 w 12192000"/>
              <a:gd name="connsiteY196" fmla="*/ 2202752 h 2237474"/>
              <a:gd name="connsiteX197" fmla="*/ 800195 w 12192000"/>
              <a:gd name="connsiteY197" fmla="*/ 2209407 h 2237474"/>
              <a:gd name="connsiteX198" fmla="*/ 784978 w 12192000"/>
              <a:gd name="connsiteY198" fmla="*/ 2212360 h 2237474"/>
              <a:gd name="connsiteX199" fmla="*/ 681987 w 12192000"/>
              <a:gd name="connsiteY199" fmla="*/ 2216757 h 2237474"/>
              <a:gd name="connsiteX200" fmla="*/ 669923 w 12192000"/>
              <a:gd name="connsiteY200" fmla="*/ 2211682 h 2237474"/>
              <a:gd name="connsiteX201" fmla="*/ 648680 w 12192000"/>
              <a:gd name="connsiteY201" fmla="*/ 2206229 h 2237474"/>
              <a:gd name="connsiteX202" fmla="*/ 597225 w 12192000"/>
              <a:gd name="connsiteY202" fmla="*/ 2180999 h 2237474"/>
              <a:gd name="connsiteX203" fmla="*/ 558449 w 12192000"/>
              <a:gd name="connsiteY203" fmla="*/ 2182346 h 2237474"/>
              <a:gd name="connsiteX204" fmla="*/ 550517 w 12192000"/>
              <a:gd name="connsiteY204" fmla="*/ 2182060 h 2237474"/>
              <a:gd name="connsiteX205" fmla="*/ 550309 w 12192000"/>
              <a:gd name="connsiteY205" fmla="*/ 2181825 h 2237474"/>
              <a:gd name="connsiteX206" fmla="*/ 541836 w 12192000"/>
              <a:gd name="connsiteY206" fmla="*/ 2181063 h 2237474"/>
              <a:gd name="connsiteX207" fmla="*/ 536057 w 12192000"/>
              <a:gd name="connsiteY207" fmla="*/ 2181537 h 2237474"/>
              <a:gd name="connsiteX208" fmla="*/ 520671 w 12192000"/>
              <a:gd name="connsiteY208" fmla="*/ 2180980 h 2237474"/>
              <a:gd name="connsiteX209" fmla="*/ 515024 w 12192000"/>
              <a:gd name="connsiteY209" fmla="*/ 2179258 h 2237474"/>
              <a:gd name="connsiteX210" fmla="*/ 512278 w 12192000"/>
              <a:gd name="connsiteY210" fmla="*/ 2176369 h 2237474"/>
              <a:gd name="connsiteX211" fmla="*/ 480419 w 12192000"/>
              <a:gd name="connsiteY211" fmla="*/ 2167807 h 2237474"/>
              <a:gd name="connsiteX212" fmla="*/ 413835 w 12192000"/>
              <a:gd name="connsiteY212" fmla="*/ 2156783 h 2237474"/>
              <a:gd name="connsiteX213" fmla="*/ 376513 w 12192000"/>
              <a:gd name="connsiteY213" fmla="*/ 2154014 h 2237474"/>
              <a:gd name="connsiteX214" fmla="*/ 273386 w 12192000"/>
              <a:gd name="connsiteY214" fmla="*/ 2142551 h 2237474"/>
              <a:gd name="connsiteX215" fmla="*/ 169207 w 12192000"/>
              <a:gd name="connsiteY215" fmla="*/ 2128100 h 2237474"/>
              <a:gd name="connsiteX216" fmla="*/ 93149 w 12192000"/>
              <a:gd name="connsiteY216" fmla="*/ 2105324 h 2237474"/>
              <a:gd name="connsiteX217" fmla="*/ 88109 w 12192000"/>
              <a:gd name="connsiteY217" fmla="*/ 2106704 h 2237474"/>
              <a:gd name="connsiteX218" fmla="*/ 80022 w 12192000"/>
              <a:gd name="connsiteY218" fmla="*/ 2107254 h 2237474"/>
              <a:gd name="connsiteX219" fmla="*/ 79717 w 12192000"/>
              <a:gd name="connsiteY219" fmla="*/ 2107046 h 2237474"/>
              <a:gd name="connsiteX220" fmla="*/ 72352 w 12192000"/>
              <a:gd name="connsiteY220" fmla="*/ 2107991 h 2237474"/>
              <a:gd name="connsiteX221" fmla="*/ 37645 w 12192000"/>
              <a:gd name="connsiteY221" fmla="*/ 2115401 h 2237474"/>
              <a:gd name="connsiteX222" fmla="*/ 4572 w 12192000"/>
              <a:gd name="connsiteY222" fmla="*/ 2111091 h 2237474"/>
              <a:gd name="connsiteX223" fmla="*/ 0 w 12192000"/>
              <a:gd name="connsiteY223" fmla="*/ 2110468 h 2237474"/>
              <a:gd name="connsiteX224" fmla="*/ 0 w 12192000"/>
              <a:gd name="connsiteY224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02328 w 12192000"/>
              <a:gd name="connsiteY66" fmla="*/ 1345865 h 2237474"/>
              <a:gd name="connsiteX67" fmla="*/ 7898322 w 12192000"/>
              <a:gd name="connsiteY67" fmla="*/ 1345689 h 2237474"/>
              <a:gd name="connsiteX68" fmla="*/ 7875879 w 12192000"/>
              <a:gd name="connsiteY68" fmla="*/ 1345646 h 2237474"/>
              <a:gd name="connsiteX69" fmla="*/ 7840612 w 12192000"/>
              <a:gd name="connsiteY69" fmla="*/ 1369373 h 2237474"/>
              <a:gd name="connsiteX70" fmla="*/ 7786819 w 12192000"/>
              <a:gd name="connsiteY70" fmla="*/ 1378970 h 2237474"/>
              <a:gd name="connsiteX71" fmla="*/ 7548172 w 12192000"/>
              <a:gd name="connsiteY71" fmla="*/ 1417460 h 2237474"/>
              <a:gd name="connsiteX72" fmla="*/ 7483437 w 12192000"/>
              <a:gd name="connsiteY72" fmla="*/ 1478152 h 2237474"/>
              <a:gd name="connsiteX73" fmla="*/ 7377870 w 12192000"/>
              <a:gd name="connsiteY73" fmla="*/ 1523319 h 2237474"/>
              <a:gd name="connsiteX74" fmla="*/ 7230737 w 12192000"/>
              <a:gd name="connsiteY74" fmla="*/ 1562633 h 2237474"/>
              <a:gd name="connsiteX75" fmla="*/ 7224458 w 12192000"/>
              <a:gd name="connsiteY75" fmla="*/ 1573008 h 2237474"/>
              <a:gd name="connsiteX76" fmla="*/ 7213486 w 12192000"/>
              <a:gd name="connsiteY76" fmla="*/ 1580987 h 2237474"/>
              <a:gd name="connsiteX77" fmla="*/ 7183121 w 12192000"/>
              <a:gd name="connsiteY77" fmla="*/ 1595162 h 2237474"/>
              <a:gd name="connsiteX78" fmla="*/ 7164601 w 12192000"/>
              <a:gd name="connsiteY78" fmla="*/ 1606490 h 2237474"/>
              <a:gd name="connsiteX79" fmla="*/ 7114651 w 12192000"/>
              <a:gd name="connsiteY79" fmla="*/ 1620959 h 2237474"/>
              <a:gd name="connsiteX80" fmla="*/ 7092727 w 12192000"/>
              <a:gd name="connsiteY80" fmla="*/ 1623628 h 2237474"/>
              <a:gd name="connsiteX81" fmla="*/ 7031309 w 12192000"/>
              <a:gd name="connsiteY81" fmla="*/ 1619451 h 2237474"/>
              <a:gd name="connsiteX82" fmla="*/ 6999084 w 12192000"/>
              <a:gd name="connsiteY82" fmla="*/ 1634317 h 2237474"/>
              <a:gd name="connsiteX83" fmla="*/ 6992107 w 12192000"/>
              <a:gd name="connsiteY83" fmla="*/ 1636860 h 2237474"/>
              <a:gd name="connsiteX84" fmla="*/ 6991765 w 12192000"/>
              <a:gd name="connsiteY84" fmla="*/ 1636725 h 2237474"/>
              <a:gd name="connsiteX85" fmla="*/ 6900177 w 12192000"/>
              <a:gd name="connsiteY85" fmla="*/ 1636016 h 2237474"/>
              <a:gd name="connsiteX86" fmla="*/ 6795372 w 12192000"/>
              <a:gd name="connsiteY86" fmla="*/ 1644845 h 2237474"/>
              <a:gd name="connsiteX87" fmla="*/ 6692251 w 12192000"/>
              <a:gd name="connsiteY87" fmla="*/ 1656357 h 2237474"/>
              <a:gd name="connsiteX88" fmla="*/ 6655235 w 12192000"/>
              <a:gd name="connsiteY88" fmla="*/ 1661869 h 2237474"/>
              <a:gd name="connsiteX89" fmla="*/ 6587857 w 12192000"/>
              <a:gd name="connsiteY89" fmla="*/ 1665769 h 2237474"/>
              <a:gd name="connsiteX90" fmla="*/ 6554894 w 12192000"/>
              <a:gd name="connsiteY90" fmla="*/ 1664428 h 2237474"/>
              <a:gd name="connsiteX91" fmla="*/ 6516595 w 12192000"/>
              <a:gd name="connsiteY91" fmla="*/ 1667475 h 2237474"/>
              <a:gd name="connsiteX92" fmla="*/ 6508541 w 12192000"/>
              <a:gd name="connsiteY92" fmla="*/ 1668757 h 2237474"/>
              <a:gd name="connsiteX93" fmla="*/ 6471012 w 12192000"/>
              <a:gd name="connsiteY93" fmla="*/ 1678604 h 2237474"/>
              <a:gd name="connsiteX94" fmla="*/ 6415265 w 12192000"/>
              <a:gd name="connsiteY94" fmla="*/ 1665317 h 2237474"/>
              <a:gd name="connsiteX95" fmla="*/ 6364035 w 12192000"/>
              <a:gd name="connsiteY95" fmla="*/ 1667683 h 2237474"/>
              <a:gd name="connsiteX96" fmla="*/ 6280959 w 12192000"/>
              <a:gd name="connsiteY96" fmla="*/ 1689329 h 2237474"/>
              <a:gd name="connsiteX97" fmla="*/ 6243319 w 12192000"/>
              <a:gd name="connsiteY97" fmla="*/ 1695560 h 2237474"/>
              <a:gd name="connsiteX98" fmla="*/ 6098321 w 12192000"/>
              <a:gd name="connsiteY98" fmla="*/ 1721646 h 2237474"/>
              <a:gd name="connsiteX99" fmla="*/ 5880652 w 12192000"/>
              <a:gd name="connsiteY99" fmla="*/ 1779643 h 2237474"/>
              <a:gd name="connsiteX100" fmla="*/ 5785959 w 12192000"/>
              <a:gd name="connsiteY100" fmla="*/ 1775307 h 2237474"/>
              <a:gd name="connsiteX101" fmla="*/ 5643534 w 12192000"/>
              <a:gd name="connsiteY101" fmla="*/ 1802919 h 2237474"/>
              <a:gd name="connsiteX102" fmla="*/ 5518799 w 12192000"/>
              <a:gd name="connsiteY102" fmla="*/ 1818312 h 2237474"/>
              <a:gd name="connsiteX103" fmla="*/ 5505014 w 12192000"/>
              <a:gd name="connsiteY103" fmla="*/ 1819259 h 2237474"/>
              <a:gd name="connsiteX104" fmla="*/ 5453307 w 12192000"/>
              <a:gd name="connsiteY104" fmla="*/ 1815450 h 2237474"/>
              <a:gd name="connsiteX105" fmla="*/ 5364192 w 12192000"/>
              <a:gd name="connsiteY105" fmla="*/ 1826074 h 2237474"/>
              <a:gd name="connsiteX106" fmla="*/ 5350380 w 12192000"/>
              <a:gd name="connsiteY106" fmla="*/ 1830891 h 2237474"/>
              <a:gd name="connsiteX107" fmla="*/ 5259633 w 12192000"/>
              <a:gd name="connsiteY107" fmla="*/ 1837160 h 2237474"/>
              <a:gd name="connsiteX108" fmla="*/ 5197513 w 12192000"/>
              <a:gd name="connsiteY108" fmla="*/ 1844718 h 2237474"/>
              <a:gd name="connsiteX109" fmla="*/ 5184170 w 12192000"/>
              <a:gd name="connsiteY109" fmla="*/ 1849402 h 2237474"/>
              <a:gd name="connsiteX110" fmla="*/ 5168852 w 12192000"/>
              <a:gd name="connsiteY110" fmla="*/ 1844846 h 2237474"/>
              <a:gd name="connsiteX111" fmla="*/ 5114927 w 12192000"/>
              <a:gd name="connsiteY111" fmla="*/ 1847827 h 2237474"/>
              <a:gd name="connsiteX112" fmla="*/ 5108970 w 12192000"/>
              <a:gd name="connsiteY112" fmla="*/ 1847935 h 2237474"/>
              <a:gd name="connsiteX113" fmla="*/ 5067961 w 12192000"/>
              <a:gd name="connsiteY113" fmla="*/ 1845917 h 2237474"/>
              <a:gd name="connsiteX114" fmla="*/ 5007075 w 12192000"/>
              <a:gd name="connsiteY114" fmla="*/ 1838626 h 2237474"/>
              <a:gd name="connsiteX115" fmla="*/ 4944087 w 12192000"/>
              <a:gd name="connsiteY115" fmla="*/ 1823332 h 2237474"/>
              <a:gd name="connsiteX116" fmla="*/ 4907662 w 12192000"/>
              <a:gd name="connsiteY116" fmla="*/ 1816900 h 2237474"/>
              <a:gd name="connsiteX117" fmla="*/ 4882386 w 12192000"/>
              <a:gd name="connsiteY117" fmla="*/ 1809844 h 2237474"/>
              <a:gd name="connsiteX118" fmla="*/ 4811440 w 12192000"/>
              <a:gd name="connsiteY118" fmla="*/ 1804655 h 2237474"/>
              <a:gd name="connsiteX119" fmla="*/ 4691075 w 12192000"/>
              <a:gd name="connsiteY119" fmla="*/ 1801389 h 2237474"/>
              <a:gd name="connsiteX120" fmla="*/ 4611738 w 12192000"/>
              <a:gd name="connsiteY120" fmla="*/ 1776964 h 2237474"/>
              <a:gd name="connsiteX121" fmla="*/ 4560070 w 12192000"/>
              <a:gd name="connsiteY121" fmla="*/ 1785640 h 2237474"/>
              <a:gd name="connsiteX122" fmla="*/ 4536503 w 12192000"/>
              <a:gd name="connsiteY122" fmla="*/ 1785334 h 2237474"/>
              <a:gd name="connsiteX123" fmla="*/ 4513724 w 12192000"/>
              <a:gd name="connsiteY123" fmla="*/ 1791996 h 2237474"/>
              <a:gd name="connsiteX124" fmla="*/ 4459810 w 12192000"/>
              <a:gd name="connsiteY124" fmla="*/ 1797886 h 2237474"/>
              <a:gd name="connsiteX125" fmla="*/ 4379064 w 12192000"/>
              <a:gd name="connsiteY125" fmla="*/ 1817177 h 2237474"/>
              <a:gd name="connsiteX126" fmla="*/ 4319209 w 12192000"/>
              <a:gd name="connsiteY126" fmla="*/ 1834833 h 2237474"/>
              <a:gd name="connsiteX127" fmla="*/ 4290981 w 12192000"/>
              <a:gd name="connsiteY127" fmla="*/ 1839677 h 2237474"/>
              <a:gd name="connsiteX128" fmla="*/ 4285792 w 12192000"/>
              <a:gd name="connsiteY128" fmla="*/ 1836231 h 2237474"/>
              <a:gd name="connsiteX129" fmla="*/ 4238372 w 12192000"/>
              <a:gd name="connsiteY129" fmla="*/ 1851480 h 2237474"/>
              <a:gd name="connsiteX130" fmla="*/ 4232517 w 12192000"/>
              <a:gd name="connsiteY130" fmla="*/ 1852567 h 2237474"/>
              <a:gd name="connsiteX131" fmla="*/ 4191732 w 12192000"/>
              <a:gd name="connsiteY131" fmla="*/ 1857328 h 2237474"/>
              <a:gd name="connsiteX132" fmla="*/ 4065532 w 12192000"/>
              <a:gd name="connsiteY132" fmla="*/ 1855477 h 2237474"/>
              <a:gd name="connsiteX133" fmla="*/ 4028460 w 12192000"/>
              <a:gd name="connsiteY133" fmla="*/ 1855137 h 2237474"/>
              <a:gd name="connsiteX134" fmla="*/ 4002267 w 12192000"/>
              <a:gd name="connsiteY134" fmla="*/ 1852352 h 2237474"/>
              <a:gd name="connsiteX135" fmla="*/ 3931396 w 12192000"/>
              <a:gd name="connsiteY135" fmla="*/ 1858915 h 2237474"/>
              <a:gd name="connsiteX136" fmla="*/ 3812162 w 12192000"/>
              <a:gd name="connsiteY136" fmla="*/ 1875501 h 2237474"/>
              <a:gd name="connsiteX137" fmla="*/ 3729530 w 12192000"/>
              <a:gd name="connsiteY137" fmla="*/ 1864513 h 2237474"/>
              <a:gd name="connsiteX138" fmla="*/ 3680177 w 12192000"/>
              <a:gd name="connsiteY138" fmla="*/ 1881552 h 2237474"/>
              <a:gd name="connsiteX139" fmla="*/ 3567259 w 12192000"/>
              <a:gd name="connsiteY139" fmla="*/ 1893482 h 2237474"/>
              <a:gd name="connsiteX140" fmla="*/ 3405770 w 12192000"/>
              <a:gd name="connsiteY140" fmla="*/ 1904591 h 2237474"/>
              <a:gd name="connsiteX141" fmla="*/ 3280097 w 12192000"/>
              <a:gd name="connsiteY141" fmla="*/ 1919610 h 2237474"/>
              <a:gd name="connsiteX142" fmla="*/ 3123424 w 12192000"/>
              <a:gd name="connsiteY142" fmla="*/ 1952930 h 2237474"/>
              <a:gd name="connsiteX143" fmla="*/ 3009910 w 12192000"/>
              <a:gd name="connsiteY143" fmla="*/ 1957866 h 2237474"/>
              <a:gd name="connsiteX144" fmla="*/ 2995934 w 12192000"/>
              <a:gd name="connsiteY144" fmla="*/ 1967085 h 2237474"/>
              <a:gd name="connsiteX145" fmla="*/ 2980071 w 12192000"/>
              <a:gd name="connsiteY145" fmla="*/ 1972988 h 2237474"/>
              <a:gd name="connsiteX146" fmla="*/ 2978094 w 12192000"/>
              <a:gd name="connsiteY146" fmla="*/ 1972369 h 2237474"/>
              <a:gd name="connsiteX147" fmla="*/ 2942858 w 12192000"/>
              <a:gd name="connsiteY147" fmla="*/ 1981367 h 2237474"/>
              <a:gd name="connsiteX148" fmla="*/ 2875436 w 12192000"/>
              <a:gd name="connsiteY148" fmla="*/ 1996977 h 2237474"/>
              <a:gd name="connsiteX149" fmla="*/ 2874892 w 12192000"/>
              <a:gd name="connsiteY149" fmla="*/ 1996085 h 2237474"/>
              <a:gd name="connsiteX150" fmla="*/ 2864145 w 12192000"/>
              <a:gd name="connsiteY150" fmla="*/ 1994061 h 2237474"/>
              <a:gd name="connsiteX151" fmla="*/ 2843662 w 12192000"/>
              <a:gd name="connsiteY151" fmla="*/ 1992498 h 2237474"/>
              <a:gd name="connsiteX152" fmla="*/ 2796128 w 12192000"/>
              <a:gd name="connsiteY152" fmla="*/ 1976403 h 2237474"/>
              <a:gd name="connsiteX153" fmla="*/ 2756784 w 12192000"/>
              <a:gd name="connsiteY153" fmla="*/ 1985116 h 2237474"/>
              <a:gd name="connsiteX154" fmla="*/ 2748833 w 12192000"/>
              <a:gd name="connsiteY154" fmla="*/ 1986323 h 2237474"/>
              <a:gd name="connsiteX155" fmla="*/ 2748661 w 12192000"/>
              <a:gd name="connsiteY155" fmla="*/ 1986122 h 2237474"/>
              <a:gd name="connsiteX156" fmla="*/ 2740251 w 12192000"/>
              <a:gd name="connsiteY156" fmla="*/ 1986946 h 2237474"/>
              <a:gd name="connsiteX157" fmla="*/ 2718916 w 12192000"/>
              <a:gd name="connsiteY157" fmla="*/ 1990867 h 2237474"/>
              <a:gd name="connsiteX158" fmla="*/ 2713522 w 12192000"/>
              <a:gd name="connsiteY158" fmla="*/ 1990173 h 2237474"/>
              <a:gd name="connsiteX159" fmla="*/ 2680597 w 12192000"/>
              <a:gd name="connsiteY159" fmla="*/ 1984996 h 2237474"/>
              <a:gd name="connsiteX160" fmla="*/ 2578178 w 12192000"/>
              <a:gd name="connsiteY160" fmla="*/ 1990531 h 2237474"/>
              <a:gd name="connsiteX161" fmla="*/ 2476147 w 12192000"/>
              <a:gd name="connsiteY161" fmla="*/ 1998305 h 2237474"/>
              <a:gd name="connsiteX162" fmla="*/ 2373568 w 12192000"/>
              <a:gd name="connsiteY162" fmla="*/ 2003219 h 2237474"/>
              <a:gd name="connsiteX163" fmla="*/ 2321399 w 12192000"/>
              <a:gd name="connsiteY163" fmla="*/ 1989467 h 2237474"/>
              <a:gd name="connsiteX164" fmla="*/ 2315525 w 12192000"/>
              <a:gd name="connsiteY164" fmla="*/ 1989708 h 2237474"/>
              <a:gd name="connsiteX165" fmla="*/ 2300792 w 12192000"/>
              <a:gd name="connsiteY165" fmla="*/ 1994290 h 2237474"/>
              <a:gd name="connsiteX166" fmla="*/ 2295469 w 12192000"/>
              <a:gd name="connsiteY166" fmla="*/ 1996659 h 2237474"/>
              <a:gd name="connsiteX167" fmla="*/ 2287219 w 12192000"/>
              <a:gd name="connsiteY167" fmla="*/ 1998750 h 2237474"/>
              <a:gd name="connsiteX168" fmla="*/ 2286948 w 12192000"/>
              <a:gd name="connsiteY168" fmla="*/ 1998596 h 2237474"/>
              <a:gd name="connsiteX169" fmla="*/ 2243069 w 12192000"/>
              <a:gd name="connsiteY169" fmla="*/ 2015111 h 2237474"/>
              <a:gd name="connsiteX170" fmla="*/ 2186609 w 12192000"/>
              <a:gd name="connsiteY170" fmla="*/ 2008263 h 2237474"/>
              <a:gd name="connsiteX171" fmla="*/ 2164831 w 12192000"/>
              <a:gd name="connsiteY171" fmla="*/ 2010143 h 2237474"/>
              <a:gd name="connsiteX172" fmla="*/ 2152836 w 12192000"/>
              <a:gd name="connsiteY172" fmla="*/ 2010048 h 2237474"/>
              <a:gd name="connsiteX173" fmla="*/ 2117102 w 12192000"/>
              <a:gd name="connsiteY173" fmla="*/ 2023004 h 2237474"/>
              <a:gd name="connsiteX174" fmla="*/ 2111935 w 12192000"/>
              <a:gd name="connsiteY174" fmla="*/ 2023163 h 2237474"/>
              <a:gd name="connsiteX175" fmla="*/ 2089991 w 12192000"/>
              <a:gd name="connsiteY175" fmla="*/ 2034193 h 2237474"/>
              <a:gd name="connsiteX176" fmla="*/ 2058061 w 12192000"/>
              <a:gd name="connsiteY176" fmla="*/ 2047942 h 2237474"/>
              <a:gd name="connsiteX177" fmla="*/ 2055737 w 12192000"/>
              <a:gd name="connsiteY177" fmla="*/ 2047704 h 2237474"/>
              <a:gd name="connsiteX178" fmla="*/ 2042244 w 12192000"/>
              <a:gd name="connsiteY178" fmla="*/ 2055560 h 2237474"/>
              <a:gd name="connsiteX179" fmla="*/ 1976224 w 12192000"/>
              <a:gd name="connsiteY179" fmla="*/ 2074257 h 2237474"/>
              <a:gd name="connsiteX180" fmla="*/ 1877728 w 12192000"/>
              <a:gd name="connsiteY180" fmla="*/ 2101004 h 2237474"/>
              <a:gd name="connsiteX181" fmla="*/ 1759056 w 12192000"/>
              <a:gd name="connsiteY181" fmla="*/ 2125608 h 2237474"/>
              <a:gd name="connsiteX182" fmla="*/ 1637948 w 12192000"/>
              <a:gd name="connsiteY182" fmla="*/ 2172597 h 2237474"/>
              <a:gd name="connsiteX183" fmla="*/ 1434549 w 12192000"/>
              <a:gd name="connsiteY183" fmla="*/ 2234522 h 2237474"/>
              <a:gd name="connsiteX184" fmla="*/ 1398481 w 12192000"/>
              <a:gd name="connsiteY184" fmla="*/ 2237074 h 2237474"/>
              <a:gd name="connsiteX185" fmla="*/ 1398407 w 12192000"/>
              <a:gd name="connsiteY185" fmla="*/ 2237095 h 2237474"/>
              <a:gd name="connsiteX186" fmla="*/ 1370962 w 12192000"/>
              <a:gd name="connsiteY186" fmla="*/ 2237474 h 2237474"/>
              <a:gd name="connsiteX187" fmla="*/ 1356367 w 12192000"/>
              <a:gd name="connsiteY187" fmla="*/ 2235089 h 2237474"/>
              <a:gd name="connsiteX188" fmla="*/ 1324828 w 12192000"/>
              <a:gd name="connsiteY188" fmla="*/ 2231968 h 2237474"/>
              <a:gd name="connsiteX189" fmla="*/ 1297744 w 12192000"/>
              <a:gd name="connsiteY189" fmla="*/ 2235849 h 2237474"/>
              <a:gd name="connsiteX190" fmla="*/ 1286236 w 12192000"/>
              <a:gd name="connsiteY190" fmla="*/ 2233135 h 2237474"/>
              <a:gd name="connsiteX191" fmla="*/ 1283504 w 12192000"/>
              <a:gd name="connsiteY191" fmla="*/ 2233797 h 2237474"/>
              <a:gd name="connsiteX192" fmla="*/ 1279765 w 12192000"/>
              <a:gd name="connsiteY192" fmla="*/ 2229639 h 2237474"/>
              <a:gd name="connsiteX193" fmla="*/ 1195347 w 12192000"/>
              <a:gd name="connsiteY193" fmla="*/ 2212354 h 2237474"/>
              <a:gd name="connsiteX194" fmla="*/ 970251 w 12192000"/>
              <a:gd name="connsiteY194" fmla="*/ 2221029 h 2237474"/>
              <a:gd name="connsiteX195" fmla="*/ 812914 w 12192000"/>
              <a:gd name="connsiteY195" fmla="*/ 2202752 h 2237474"/>
              <a:gd name="connsiteX196" fmla="*/ 800195 w 12192000"/>
              <a:gd name="connsiteY196" fmla="*/ 2209407 h 2237474"/>
              <a:gd name="connsiteX197" fmla="*/ 784978 w 12192000"/>
              <a:gd name="connsiteY197" fmla="*/ 2212360 h 2237474"/>
              <a:gd name="connsiteX198" fmla="*/ 681987 w 12192000"/>
              <a:gd name="connsiteY198" fmla="*/ 2216757 h 2237474"/>
              <a:gd name="connsiteX199" fmla="*/ 669923 w 12192000"/>
              <a:gd name="connsiteY199" fmla="*/ 2211682 h 2237474"/>
              <a:gd name="connsiteX200" fmla="*/ 648680 w 12192000"/>
              <a:gd name="connsiteY200" fmla="*/ 2206229 h 2237474"/>
              <a:gd name="connsiteX201" fmla="*/ 597225 w 12192000"/>
              <a:gd name="connsiteY201" fmla="*/ 2180999 h 2237474"/>
              <a:gd name="connsiteX202" fmla="*/ 558449 w 12192000"/>
              <a:gd name="connsiteY202" fmla="*/ 2182346 h 2237474"/>
              <a:gd name="connsiteX203" fmla="*/ 550517 w 12192000"/>
              <a:gd name="connsiteY203" fmla="*/ 2182060 h 2237474"/>
              <a:gd name="connsiteX204" fmla="*/ 550309 w 12192000"/>
              <a:gd name="connsiteY204" fmla="*/ 2181825 h 2237474"/>
              <a:gd name="connsiteX205" fmla="*/ 541836 w 12192000"/>
              <a:gd name="connsiteY205" fmla="*/ 2181063 h 2237474"/>
              <a:gd name="connsiteX206" fmla="*/ 536057 w 12192000"/>
              <a:gd name="connsiteY206" fmla="*/ 2181537 h 2237474"/>
              <a:gd name="connsiteX207" fmla="*/ 520671 w 12192000"/>
              <a:gd name="connsiteY207" fmla="*/ 2180980 h 2237474"/>
              <a:gd name="connsiteX208" fmla="*/ 515024 w 12192000"/>
              <a:gd name="connsiteY208" fmla="*/ 2179258 h 2237474"/>
              <a:gd name="connsiteX209" fmla="*/ 512278 w 12192000"/>
              <a:gd name="connsiteY209" fmla="*/ 2176369 h 2237474"/>
              <a:gd name="connsiteX210" fmla="*/ 480419 w 12192000"/>
              <a:gd name="connsiteY210" fmla="*/ 2167807 h 2237474"/>
              <a:gd name="connsiteX211" fmla="*/ 413835 w 12192000"/>
              <a:gd name="connsiteY211" fmla="*/ 2156783 h 2237474"/>
              <a:gd name="connsiteX212" fmla="*/ 376513 w 12192000"/>
              <a:gd name="connsiteY212" fmla="*/ 2154014 h 2237474"/>
              <a:gd name="connsiteX213" fmla="*/ 273386 w 12192000"/>
              <a:gd name="connsiteY213" fmla="*/ 2142551 h 2237474"/>
              <a:gd name="connsiteX214" fmla="*/ 169207 w 12192000"/>
              <a:gd name="connsiteY214" fmla="*/ 2128100 h 2237474"/>
              <a:gd name="connsiteX215" fmla="*/ 93149 w 12192000"/>
              <a:gd name="connsiteY215" fmla="*/ 2105324 h 2237474"/>
              <a:gd name="connsiteX216" fmla="*/ 88109 w 12192000"/>
              <a:gd name="connsiteY216" fmla="*/ 2106704 h 2237474"/>
              <a:gd name="connsiteX217" fmla="*/ 80022 w 12192000"/>
              <a:gd name="connsiteY217" fmla="*/ 2107254 h 2237474"/>
              <a:gd name="connsiteX218" fmla="*/ 79717 w 12192000"/>
              <a:gd name="connsiteY218" fmla="*/ 2107046 h 2237474"/>
              <a:gd name="connsiteX219" fmla="*/ 72352 w 12192000"/>
              <a:gd name="connsiteY219" fmla="*/ 2107991 h 2237474"/>
              <a:gd name="connsiteX220" fmla="*/ 37645 w 12192000"/>
              <a:gd name="connsiteY220" fmla="*/ 2115401 h 2237474"/>
              <a:gd name="connsiteX221" fmla="*/ 4572 w 12192000"/>
              <a:gd name="connsiteY221" fmla="*/ 2111091 h 2237474"/>
              <a:gd name="connsiteX222" fmla="*/ 0 w 12192000"/>
              <a:gd name="connsiteY222" fmla="*/ 2110468 h 2237474"/>
              <a:gd name="connsiteX223" fmla="*/ 0 w 12192000"/>
              <a:gd name="connsiteY223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02328 w 12192000"/>
              <a:gd name="connsiteY66" fmla="*/ 1345865 h 2237474"/>
              <a:gd name="connsiteX67" fmla="*/ 7898322 w 12192000"/>
              <a:gd name="connsiteY67" fmla="*/ 1345689 h 2237474"/>
              <a:gd name="connsiteX68" fmla="*/ 7875879 w 12192000"/>
              <a:gd name="connsiteY68" fmla="*/ 1345646 h 2237474"/>
              <a:gd name="connsiteX69" fmla="*/ 7840612 w 12192000"/>
              <a:gd name="connsiteY69" fmla="*/ 1369373 h 2237474"/>
              <a:gd name="connsiteX70" fmla="*/ 7786819 w 12192000"/>
              <a:gd name="connsiteY70" fmla="*/ 1378970 h 2237474"/>
              <a:gd name="connsiteX71" fmla="*/ 7548172 w 12192000"/>
              <a:gd name="connsiteY71" fmla="*/ 1417460 h 2237474"/>
              <a:gd name="connsiteX72" fmla="*/ 7483437 w 12192000"/>
              <a:gd name="connsiteY72" fmla="*/ 1478152 h 2237474"/>
              <a:gd name="connsiteX73" fmla="*/ 7377870 w 12192000"/>
              <a:gd name="connsiteY73" fmla="*/ 1523319 h 2237474"/>
              <a:gd name="connsiteX74" fmla="*/ 7230737 w 12192000"/>
              <a:gd name="connsiteY74" fmla="*/ 1562633 h 2237474"/>
              <a:gd name="connsiteX75" fmla="*/ 7224458 w 12192000"/>
              <a:gd name="connsiteY75" fmla="*/ 1573008 h 2237474"/>
              <a:gd name="connsiteX76" fmla="*/ 7213486 w 12192000"/>
              <a:gd name="connsiteY76" fmla="*/ 1580987 h 2237474"/>
              <a:gd name="connsiteX77" fmla="*/ 7183121 w 12192000"/>
              <a:gd name="connsiteY77" fmla="*/ 1595162 h 2237474"/>
              <a:gd name="connsiteX78" fmla="*/ 7164601 w 12192000"/>
              <a:gd name="connsiteY78" fmla="*/ 1606490 h 2237474"/>
              <a:gd name="connsiteX79" fmla="*/ 7114651 w 12192000"/>
              <a:gd name="connsiteY79" fmla="*/ 1620959 h 2237474"/>
              <a:gd name="connsiteX80" fmla="*/ 7092727 w 12192000"/>
              <a:gd name="connsiteY80" fmla="*/ 1623628 h 2237474"/>
              <a:gd name="connsiteX81" fmla="*/ 7031309 w 12192000"/>
              <a:gd name="connsiteY81" fmla="*/ 1619451 h 2237474"/>
              <a:gd name="connsiteX82" fmla="*/ 6999084 w 12192000"/>
              <a:gd name="connsiteY82" fmla="*/ 1634317 h 2237474"/>
              <a:gd name="connsiteX83" fmla="*/ 6992107 w 12192000"/>
              <a:gd name="connsiteY83" fmla="*/ 1636860 h 2237474"/>
              <a:gd name="connsiteX84" fmla="*/ 6991765 w 12192000"/>
              <a:gd name="connsiteY84" fmla="*/ 1636725 h 2237474"/>
              <a:gd name="connsiteX85" fmla="*/ 6900177 w 12192000"/>
              <a:gd name="connsiteY85" fmla="*/ 1636016 h 2237474"/>
              <a:gd name="connsiteX86" fmla="*/ 6795372 w 12192000"/>
              <a:gd name="connsiteY86" fmla="*/ 1644845 h 2237474"/>
              <a:gd name="connsiteX87" fmla="*/ 6692251 w 12192000"/>
              <a:gd name="connsiteY87" fmla="*/ 1656357 h 2237474"/>
              <a:gd name="connsiteX88" fmla="*/ 6655235 w 12192000"/>
              <a:gd name="connsiteY88" fmla="*/ 1661869 h 2237474"/>
              <a:gd name="connsiteX89" fmla="*/ 6587857 w 12192000"/>
              <a:gd name="connsiteY89" fmla="*/ 1665769 h 2237474"/>
              <a:gd name="connsiteX90" fmla="*/ 6554894 w 12192000"/>
              <a:gd name="connsiteY90" fmla="*/ 1664428 h 2237474"/>
              <a:gd name="connsiteX91" fmla="*/ 6516595 w 12192000"/>
              <a:gd name="connsiteY91" fmla="*/ 1667475 h 2237474"/>
              <a:gd name="connsiteX92" fmla="*/ 6508541 w 12192000"/>
              <a:gd name="connsiteY92" fmla="*/ 1668757 h 2237474"/>
              <a:gd name="connsiteX93" fmla="*/ 6471012 w 12192000"/>
              <a:gd name="connsiteY93" fmla="*/ 1678604 h 2237474"/>
              <a:gd name="connsiteX94" fmla="*/ 6415265 w 12192000"/>
              <a:gd name="connsiteY94" fmla="*/ 1665317 h 2237474"/>
              <a:gd name="connsiteX95" fmla="*/ 6364035 w 12192000"/>
              <a:gd name="connsiteY95" fmla="*/ 1667683 h 2237474"/>
              <a:gd name="connsiteX96" fmla="*/ 6280959 w 12192000"/>
              <a:gd name="connsiteY96" fmla="*/ 1689329 h 2237474"/>
              <a:gd name="connsiteX97" fmla="*/ 6243319 w 12192000"/>
              <a:gd name="connsiteY97" fmla="*/ 1695560 h 2237474"/>
              <a:gd name="connsiteX98" fmla="*/ 6098321 w 12192000"/>
              <a:gd name="connsiteY98" fmla="*/ 1721646 h 2237474"/>
              <a:gd name="connsiteX99" fmla="*/ 5880652 w 12192000"/>
              <a:gd name="connsiteY99" fmla="*/ 1779643 h 2237474"/>
              <a:gd name="connsiteX100" fmla="*/ 5785959 w 12192000"/>
              <a:gd name="connsiteY100" fmla="*/ 1775307 h 2237474"/>
              <a:gd name="connsiteX101" fmla="*/ 5643534 w 12192000"/>
              <a:gd name="connsiteY101" fmla="*/ 1802919 h 2237474"/>
              <a:gd name="connsiteX102" fmla="*/ 5518799 w 12192000"/>
              <a:gd name="connsiteY102" fmla="*/ 1818312 h 2237474"/>
              <a:gd name="connsiteX103" fmla="*/ 5505014 w 12192000"/>
              <a:gd name="connsiteY103" fmla="*/ 1819259 h 2237474"/>
              <a:gd name="connsiteX104" fmla="*/ 5453307 w 12192000"/>
              <a:gd name="connsiteY104" fmla="*/ 1815450 h 2237474"/>
              <a:gd name="connsiteX105" fmla="*/ 5364192 w 12192000"/>
              <a:gd name="connsiteY105" fmla="*/ 1826074 h 2237474"/>
              <a:gd name="connsiteX106" fmla="*/ 5350380 w 12192000"/>
              <a:gd name="connsiteY106" fmla="*/ 1830891 h 2237474"/>
              <a:gd name="connsiteX107" fmla="*/ 5259633 w 12192000"/>
              <a:gd name="connsiteY107" fmla="*/ 1837160 h 2237474"/>
              <a:gd name="connsiteX108" fmla="*/ 5197513 w 12192000"/>
              <a:gd name="connsiteY108" fmla="*/ 1844718 h 2237474"/>
              <a:gd name="connsiteX109" fmla="*/ 5168852 w 12192000"/>
              <a:gd name="connsiteY109" fmla="*/ 1844846 h 2237474"/>
              <a:gd name="connsiteX110" fmla="*/ 5114927 w 12192000"/>
              <a:gd name="connsiteY110" fmla="*/ 1847827 h 2237474"/>
              <a:gd name="connsiteX111" fmla="*/ 5108970 w 12192000"/>
              <a:gd name="connsiteY111" fmla="*/ 1847935 h 2237474"/>
              <a:gd name="connsiteX112" fmla="*/ 5067961 w 12192000"/>
              <a:gd name="connsiteY112" fmla="*/ 1845917 h 2237474"/>
              <a:gd name="connsiteX113" fmla="*/ 5007075 w 12192000"/>
              <a:gd name="connsiteY113" fmla="*/ 1838626 h 2237474"/>
              <a:gd name="connsiteX114" fmla="*/ 4944087 w 12192000"/>
              <a:gd name="connsiteY114" fmla="*/ 1823332 h 2237474"/>
              <a:gd name="connsiteX115" fmla="*/ 4907662 w 12192000"/>
              <a:gd name="connsiteY115" fmla="*/ 1816900 h 2237474"/>
              <a:gd name="connsiteX116" fmla="*/ 4882386 w 12192000"/>
              <a:gd name="connsiteY116" fmla="*/ 1809844 h 2237474"/>
              <a:gd name="connsiteX117" fmla="*/ 4811440 w 12192000"/>
              <a:gd name="connsiteY117" fmla="*/ 1804655 h 2237474"/>
              <a:gd name="connsiteX118" fmla="*/ 4691075 w 12192000"/>
              <a:gd name="connsiteY118" fmla="*/ 1801389 h 2237474"/>
              <a:gd name="connsiteX119" fmla="*/ 4611738 w 12192000"/>
              <a:gd name="connsiteY119" fmla="*/ 1776964 h 2237474"/>
              <a:gd name="connsiteX120" fmla="*/ 4560070 w 12192000"/>
              <a:gd name="connsiteY120" fmla="*/ 1785640 h 2237474"/>
              <a:gd name="connsiteX121" fmla="*/ 4536503 w 12192000"/>
              <a:gd name="connsiteY121" fmla="*/ 1785334 h 2237474"/>
              <a:gd name="connsiteX122" fmla="*/ 4513724 w 12192000"/>
              <a:gd name="connsiteY122" fmla="*/ 1791996 h 2237474"/>
              <a:gd name="connsiteX123" fmla="*/ 4459810 w 12192000"/>
              <a:gd name="connsiteY123" fmla="*/ 1797886 h 2237474"/>
              <a:gd name="connsiteX124" fmla="*/ 4379064 w 12192000"/>
              <a:gd name="connsiteY124" fmla="*/ 1817177 h 2237474"/>
              <a:gd name="connsiteX125" fmla="*/ 4319209 w 12192000"/>
              <a:gd name="connsiteY125" fmla="*/ 1834833 h 2237474"/>
              <a:gd name="connsiteX126" fmla="*/ 4290981 w 12192000"/>
              <a:gd name="connsiteY126" fmla="*/ 1839677 h 2237474"/>
              <a:gd name="connsiteX127" fmla="*/ 4285792 w 12192000"/>
              <a:gd name="connsiteY127" fmla="*/ 1836231 h 2237474"/>
              <a:gd name="connsiteX128" fmla="*/ 4238372 w 12192000"/>
              <a:gd name="connsiteY128" fmla="*/ 1851480 h 2237474"/>
              <a:gd name="connsiteX129" fmla="*/ 4232517 w 12192000"/>
              <a:gd name="connsiteY129" fmla="*/ 1852567 h 2237474"/>
              <a:gd name="connsiteX130" fmla="*/ 4191732 w 12192000"/>
              <a:gd name="connsiteY130" fmla="*/ 1857328 h 2237474"/>
              <a:gd name="connsiteX131" fmla="*/ 4065532 w 12192000"/>
              <a:gd name="connsiteY131" fmla="*/ 1855477 h 2237474"/>
              <a:gd name="connsiteX132" fmla="*/ 4028460 w 12192000"/>
              <a:gd name="connsiteY132" fmla="*/ 1855137 h 2237474"/>
              <a:gd name="connsiteX133" fmla="*/ 4002267 w 12192000"/>
              <a:gd name="connsiteY133" fmla="*/ 1852352 h 2237474"/>
              <a:gd name="connsiteX134" fmla="*/ 3931396 w 12192000"/>
              <a:gd name="connsiteY134" fmla="*/ 1858915 h 2237474"/>
              <a:gd name="connsiteX135" fmla="*/ 3812162 w 12192000"/>
              <a:gd name="connsiteY135" fmla="*/ 1875501 h 2237474"/>
              <a:gd name="connsiteX136" fmla="*/ 3729530 w 12192000"/>
              <a:gd name="connsiteY136" fmla="*/ 1864513 h 2237474"/>
              <a:gd name="connsiteX137" fmla="*/ 3680177 w 12192000"/>
              <a:gd name="connsiteY137" fmla="*/ 1881552 h 2237474"/>
              <a:gd name="connsiteX138" fmla="*/ 3567259 w 12192000"/>
              <a:gd name="connsiteY138" fmla="*/ 1893482 h 2237474"/>
              <a:gd name="connsiteX139" fmla="*/ 3405770 w 12192000"/>
              <a:gd name="connsiteY139" fmla="*/ 1904591 h 2237474"/>
              <a:gd name="connsiteX140" fmla="*/ 3280097 w 12192000"/>
              <a:gd name="connsiteY140" fmla="*/ 1919610 h 2237474"/>
              <a:gd name="connsiteX141" fmla="*/ 3123424 w 12192000"/>
              <a:gd name="connsiteY141" fmla="*/ 1952930 h 2237474"/>
              <a:gd name="connsiteX142" fmla="*/ 3009910 w 12192000"/>
              <a:gd name="connsiteY142" fmla="*/ 1957866 h 2237474"/>
              <a:gd name="connsiteX143" fmla="*/ 2995934 w 12192000"/>
              <a:gd name="connsiteY143" fmla="*/ 1967085 h 2237474"/>
              <a:gd name="connsiteX144" fmla="*/ 2980071 w 12192000"/>
              <a:gd name="connsiteY144" fmla="*/ 1972988 h 2237474"/>
              <a:gd name="connsiteX145" fmla="*/ 2978094 w 12192000"/>
              <a:gd name="connsiteY145" fmla="*/ 1972369 h 2237474"/>
              <a:gd name="connsiteX146" fmla="*/ 2942858 w 12192000"/>
              <a:gd name="connsiteY146" fmla="*/ 1981367 h 2237474"/>
              <a:gd name="connsiteX147" fmla="*/ 2875436 w 12192000"/>
              <a:gd name="connsiteY147" fmla="*/ 1996977 h 2237474"/>
              <a:gd name="connsiteX148" fmla="*/ 2874892 w 12192000"/>
              <a:gd name="connsiteY148" fmla="*/ 1996085 h 2237474"/>
              <a:gd name="connsiteX149" fmla="*/ 2864145 w 12192000"/>
              <a:gd name="connsiteY149" fmla="*/ 1994061 h 2237474"/>
              <a:gd name="connsiteX150" fmla="*/ 2843662 w 12192000"/>
              <a:gd name="connsiteY150" fmla="*/ 1992498 h 2237474"/>
              <a:gd name="connsiteX151" fmla="*/ 2796128 w 12192000"/>
              <a:gd name="connsiteY151" fmla="*/ 1976403 h 2237474"/>
              <a:gd name="connsiteX152" fmla="*/ 2756784 w 12192000"/>
              <a:gd name="connsiteY152" fmla="*/ 1985116 h 2237474"/>
              <a:gd name="connsiteX153" fmla="*/ 2748833 w 12192000"/>
              <a:gd name="connsiteY153" fmla="*/ 1986323 h 2237474"/>
              <a:gd name="connsiteX154" fmla="*/ 2748661 w 12192000"/>
              <a:gd name="connsiteY154" fmla="*/ 1986122 h 2237474"/>
              <a:gd name="connsiteX155" fmla="*/ 2740251 w 12192000"/>
              <a:gd name="connsiteY155" fmla="*/ 1986946 h 2237474"/>
              <a:gd name="connsiteX156" fmla="*/ 2718916 w 12192000"/>
              <a:gd name="connsiteY156" fmla="*/ 1990867 h 2237474"/>
              <a:gd name="connsiteX157" fmla="*/ 2713522 w 12192000"/>
              <a:gd name="connsiteY157" fmla="*/ 1990173 h 2237474"/>
              <a:gd name="connsiteX158" fmla="*/ 2680597 w 12192000"/>
              <a:gd name="connsiteY158" fmla="*/ 1984996 h 2237474"/>
              <a:gd name="connsiteX159" fmla="*/ 2578178 w 12192000"/>
              <a:gd name="connsiteY159" fmla="*/ 1990531 h 2237474"/>
              <a:gd name="connsiteX160" fmla="*/ 2476147 w 12192000"/>
              <a:gd name="connsiteY160" fmla="*/ 1998305 h 2237474"/>
              <a:gd name="connsiteX161" fmla="*/ 2373568 w 12192000"/>
              <a:gd name="connsiteY161" fmla="*/ 2003219 h 2237474"/>
              <a:gd name="connsiteX162" fmla="*/ 2321399 w 12192000"/>
              <a:gd name="connsiteY162" fmla="*/ 1989467 h 2237474"/>
              <a:gd name="connsiteX163" fmla="*/ 2315525 w 12192000"/>
              <a:gd name="connsiteY163" fmla="*/ 1989708 h 2237474"/>
              <a:gd name="connsiteX164" fmla="*/ 2300792 w 12192000"/>
              <a:gd name="connsiteY164" fmla="*/ 1994290 h 2237474"/>
              <a:gd name="connsiteX165" fmla="*/ 2295469 w 12192000"/>
              <a:gd name="connsiteY165" fmla="*/ 1996659 h 2237474"/>
              <a:gd name="connsiteX166" fmla="*/ 2287219 w 12192000"/>
              <a:gd name="connsiteY166" fmla="*/ 1998750 h 2237474"/>
              <a:gd name="connsiteX167" fmla="*/ 2286948 w 12192000"/>
              <a:gd name="connsiteY167" fmla="*/ 1998596 h 2237474"/>
              <a:gd name="connsiteX168" fmla="*/ 2243069 w 12192000"/>
              <a:gd name="connsiteY168" fmla="*/ 2015111 h 2237474"/>
              <a:gd name="connsiteX169" fmla="*/ 2186609 w 12192000"/>
              <a:gd name="connsiteY169" fmla="*/ 2008263 h 2237474"/>
              <a:gd name="connsiteX170" fmla="*/ 2164831 w 12192000"/>
              <a:gd name="connsiteY170" fmla="*/ 2010143 h 2237474"/>
              <a:gd name="connsiteX171" fmla="*/ 2152836 w 12192000"/>
              <a:gd name="connsiteY171" fmla="*/ 2010048 h 2237474"/>
              <a:gd name="connsiteX172" fmla="*/ 2117102 w 12192000"/>
              <a:gd name="connsiteY172" fmla="*/ 2023004 h 2237474"/>
              <a:gd name="connsiteX173" fmla="*/ 2111935 w 12192000"/>
              <a:gd name="connsiteY173" fmla="*/ 2023163 h 2237474"/>
              <a:gd name="connsiteX174" fmla="*/ 2089991 w 12192000"/>
              <a:gd name="connsiteY174" fmla="*/ 2034193 h 2237474"/>
              <a:gd name="connsiteX175" fmla="*/ 2058061 w 12192000"/>
              <a:gd name="connsiteY175" fmla="*/ 2047942 h 2237474"/>
              <a:gd name="connsiteX176" fmla="*/ 2055737 w 12192000"/>
              <a:gd name="connsiteY176" fmla="*/ 2047704 h 2237474"/>
              <a:gd name="connsiteX177" fmla="*/ 2042244 w 12192000"/>
              <a:gd name="connsiteY177" fmla="*/ 2055560 h 2237474"/>
              <a:gd name="connsiteX178" fmla="*/ 1976224 w 12192000"/>
              <a:gd name="connsiteY178" fmla="*/ 2074257 h 2237474"/>
              <a:gd name="connsiteX179" fmla="*/ 1877728 w 12192000"/>
              <a:gd name="connsiteY179" fmla="*/ 2101004 h 2237474"/>
              <a:gd name="connsiteX180" fmla="*/ 1759056 w 12192000"/>
              <a:gd name="connsiteY180" fmla="*/ 2125608 h 2237474"/>
              <a:gd name="connsiteX181" fmla="*/ 1637948 w 12192000"/>
              <a:gd name="connsiteY181" fmla="*/ 2172597 h 2237474"/>
              <a:gd name="connsiteX182" fmla="*/ 1434549 w 12192000"/>
              <a:gd name="connsiteY182" fmla="*/ 2234522 h 2237474"/>
              <a:gd name="connsiteX183" fmla="*/ 1398481 w 12192000"/>
              <a:gd name="connsiteY183" fmla="*/ 2237074 h 2237474"/>
              <a:gd name="connsiteX184" fmla="*/ 1398407 w 12192000"/>
              <a:gd name="connsiteY184" fmla="*/ 2237095 h 2237474"/>
              <a:gd name="connsiteX185" fmla="*/ 1370962 w 12192000"/>
              <a:gd name="connsiteY185" fmla="*/ 2237474 h 2237474"/>
              <a:gd name="connsiteX186" fmla="*/ 1356367 w 12192000"/>
              <a:gd name="connsiteY186" fmla="*/ 2235089 h 2237474"/>
              <a:gd name="connsiteX187" fmla="*/ 1324828 w 12192000"/>
              <a:gd name="connsiteY187" fmla="*/ 2231968 h 2237474"/>
              <a:gd name="connsiteX188" fmla="*/ 1297744 w 12192000"/>
              <a:gd name="connsiteY188" fmla="*/ 2235849 h 2237474"/>
              <a:gd name="connsiteX189" fmla="*/ 1286236 w 12192000"/>
              <a:gd name="connsiteY189" fmla="*/ 2233135 h 2237474"/>
              <a:gd name="connsiteX190" fmla="*/ 1283504 w 12192000"/>
              <a:gd name="connsiteY190" fmla="*/ 2233797 h 2237474"/>
              <a:gd name="connsiteX191" fmla="*/ 1279765 w 12192000"/>
              <a:gd name="connsiteY191" fmla="*/ 2229639 h 2237474"/>
              <a:gd name="connsiteX192" fmla="*/ 1195347 w 12192000"/>
              <a:gd name="connsiteY192" fmla="*/ 2212354 h 2237474"/>
              <a:gd name="connsiteX193" fmla="*/ 970251 w 12192000"/>
              <a:gd name="connsiteY193" fmla="*/ 2221029 h 2237474"/>
              <a:gd name="connsiteX194" fmla="*/ 812914 w 12192000"/>
              <a:gd name="connsiteY194" fmla="*/ 2202752 h 2237474"/>
              <a:gd name="connsiteX195" fmla="*/ 800195 w 12192000"/>
              <a:gd name="connsiteY195" fmla="*/ 2209407 h 2237474"/>
              <a:gd name="connsiteX196" fmla="*/ 784978 w 12192000"/>
              <a:gd name="connsiteY196" fmla="*/ 2212360 h 2237474"/>
              <a:gd name="connsiteX197" fmla="*/ 681987 w 12192000"/>
              <a:gd name="connsiteY197" fmla="*/ 2216757 h 2237474"/>
              <a:gd name="connsiteX198" fmla="*/ 669923 w 12192000"/>
              <a:gd name="connsiteY198" fmla="*/ 2211682 h 2237474"/>
              <a:gd name="connsiteX199" fmla="*/ 648680 w 12192000"/>
              <a:gd name="connsiteY199" fmla="*/ 2206229 h 2237474"/>
              <a:gd name="connsiteX200" fmla="*/ 597225 w 12192000"/>
              <a:gd name="connsiteY200" fmla="*/ 2180999 h 2237474"/>
              <a:gd name="connsiteX201" fmla="*/ 558449 w 12192000"/>
              <a:gd name="connsiteY201" fmla="*/ 2182346 h 2237474"/>
              <a:gd name="connsiteX202" fmla="*/ 550517 w 12192000"/>
              <a:gd name="connsiteY202" fmla="*/ 2182060 h 2237474"/>
              <a:gd name="connsiteX203" fmla="*/ 550309 w 12192000"/>
              <a:gd name="connsiteY203" fmla="*/ 2181825 h 2237474"/>
              <a:gd name="connsiteX204" fmla="*/ 541836 w 12192000"/>
              <a:gd name="connsiteY204" fmla="*/ 2181063 h 2237474"/>
              <a:gd name="connsiteX205" fmla="*/ 536057 w 12192000"/>
              <a:gd name="connsiteY205" fmla="*/ 2181537 h 2237474"/>
              <a:gd name="connsiteX206" fmla="*/ 520671 w 12192000"/>
              <a:gd name="connsiteY206" fmla="*/ 2180980 h 2237474"/>
              <a:gd name="connsiteX207" fmla="*/ 515024 w 12192000"/>
              <a:gd name="connsiteY207" fmla="*/ 2179258 h 2237474"/>
              <a:gd name="connsiteX208" fmla="*/ 512278 w 12192000"/>
              <a:gd name="connsiteY208" fmla="*/ 2176369 h 2237474"/>
              <a:gd name="connsiteX209" fmla="*/ 480419 w 12192000"/>
              <a:gd name="connsiteY209" fmla="*/ 2167807 h 2237474"/>
              <a:gd name="connsiteX210" fmla="*/ 413835 w 12192000"/>
              <a:gd name="connsiteY210" fmla="*/ 2156783 h 2237474"/>
              <a:gd name="connsiteX211" fmla="*/ 376513 w 12192000"/>
              <a:gd name="connsiteY211" fmla="*/ 2154014 h 2237474"/>
              <a:gd name="connsiteX212" fmla="*/ 273386 w 12192000"/>
              <a:gd name="connsiteY212" fmla="*/ 2142551 h 2237474"/>
              <a:gd name="connsiteX213" fmla="*/ 169207 w 12192000"/>
              <a:gd name="connsiteY213" fmla="*/ 2128100 h 2237474"/>
              <a:gd name="connsiteX214" fmla="*/ 93149 w 12192000"/>
              <a:gd name="connsiteY214" fmla="*/ 2105324 h 2237474"/>
              <a:gd name="connsiteX215" fmla="*/ 88109 w 12192000"/>
              <a:gd name="connsiteY215" fmla="*/ 2106704 h 2237474"/>
              <a:gd name="connsiteX216" fmla="*/ 80022 w 12192000"/>
              <a:gd name="connsiteY216" fmla="*/ 2107254 h 2237474"/>
              <a:gd name="connsiteX217" fmla="*/ 79717 w 12192000"/>
              <a:gd name="connsiteY217" fmla="*/ 2107046 h 2237474"/>
              <a:gd name="connsiteX218" fmla="*/ 72352 w 12192000"/>
              <a:gd name="connsiteY218" fmla="*/ 2107991 h 2237474"/>
              <a:gd name="connsiteX219" fmla="*/ 37645 w 12192000"/>
              <a:gd name="connsiteY219" fmla="*/ 2115401 h 2237474"/>
              <a:gd name="connsiteX220" fmla="*/ 4572 w 12192000"/>
              <a:gd name="connsiteY220" fmla="*/ 2111091 h 2237474"/>
              <a:gd name="connsiteX221" fmla="*/ 0 w 12192000"/>
              <a:gd name="connsiteY221" fmla="*/ 2110468 h 2237474"/>
              <a:gd name="connsiteX222" fmla="*/ 0 w 12192000"/>
              <a:gd name="connsiteY22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02328 w 12192000"/>
              <a:gd name="connsiteY66" fmla="*/ 1345865 h 2237474"/>
              <a:gd name="connsiteX67" fmla="*/ 7875879 w 12192000"/>
              <a:gd name="connsiteY67" fmla="*/ 1345646 h 2237474"/>
              <a:gd name="connsiteX68" fmla="*/ 7840612 w 12192000"/>
              <a:gd name="connsiteY68" fmla="*/ 1369373 h 2237474"/>
              <a:gd name="connsiteX69" fmla="*/ 7786819 w 12192000"/>
              <a:gd name="connsiteY69" fmla="*/ 1378970 h 2237474"/>
              <a:gd name="connsiteX70" fmla="*/ 7548172 w 12192000"/>
              <a:gd name="connsiteY70" fmla="*/ 1417460 h 2237474"/>
              <a:gd name="connsiteX71" fmla="*/ 7483437 w 12192000"/>
              <a:gd name="connsiteY71" fmla="*/ 1478152 h 2237474"/>
              <a:gd name="connsiteX72" fmla="*/ 7377870 w 12192000"/>
              <a:gd name="connsiteY72" fmla="*/ 1523319 h 2237474"/>
              <a:gd name="connsiteX73" fmla="*/ 7230737 w 12192000"/>
              <a:gd name="connsiteY73" fmla="*/ 1562633 h 2237474"/>
              <a:gd name="connsiteX74" fmla="*/ 7224458 w 12192000"/>
              <a:gd name="connsiteY74" fmla="*/ 1573008 h 2237474"/>
              <a:gd name="connsiteX75" fmla="*/ 7213486 w 12192000"/>
              <a:gd name="connsiteY75" fmla="*/ 1580987 h 2237474"/>
              <a:gd name="connsiteX76" fmla="*/ 7183121 w 12192000"/>
              <a:gd name="connsiteY76" fmla="*/ 1595162 h 2237474"/>
              <a:gd name="connsiteX77" fmla="*/ 7164601 w 12192000"/>
              <a:gd name="connsiteY77" fmla="*/ 1606490 h 2237474"/>
              <a:gd name="connsiteX78" fmla="*/ 7114651 w 12192000"/>
              <a:gd name="connsiteY78" fmla="*/ 1620959 h 2237474"/>
              <a:gd name="connsiteX79" fmla="*/ 7092727 w 12192000"/>
              <a:gd name="connsiteY79" fmla="*/ 1623628 h 2237474"/>
              <a:gd name="connsiteX80" fmla="*/ 7031309 w 12192000"/>
              <a:gd name="connsiteY80" fmla="*/ 1619451 h 2237474"/>
              <a:gd name="connsiteX81" fmla="*/ 6999084 w 12192000"/>
              <a:gd name="connsiteY81" fmla="*/ 1634317 h 2237474"/>
              <a:gd name="connsiteX82" fmla="*/ 6992107 w 12192000"/>
              <a:gd name="connsiteY82" fmla="*/ 1636860 h 2237474"/>
              <a:gd name="connsiteX83" fmla="*/ 6991765 w 12192000"/>
              <a:gd name="connsiteY83" fmla="*/ 1636725 h 2237474"/>
              <a:gd name="connsiteX84" fmla="*/ 6900177 w 12192000"/>
              <a:gd name="connsiteY84" fmla="*/ 1636016 h 2237474"/>
              <a:gd name="connsiteX85" fmla="*/ 6795372 w 12192000"/>
              <a:gd name="connsiteY85" fmla="*/ 1644845 h 2237474"/>
              <a:gd name="connsiteX86" fmla="*/ 6692251 w 12192000"/>
              <a:gd name="connsiteY86" fmla="*/ 1656357 h 2237474"/>
              <a:gd name="connsiteX87" fmla="*/ 6655235 w 12192000"/>
              <a:gd name="connsiteY87" fmla="*/ 1661869 h 2237474"/>
              <a:gd name="connsiteX88" fmla="*/ 6587857 w 12192000"/>
              <a:gd name="connsiteY88" fmla="*/ 1665769 h 2237474"/>
              <a:gd name="connsiteX89" fmla="*/ 6554894 w 12192000"/>
              <a:gd name="connsiteY89" fmla="*/ 1664428 h 2237474"/>
              <a:gd name="connsiteX90" fmla="*/ 6516595 w 12192000"/>
              <a:gd name="connsiteY90" fmla="*/ 1667475 h 2237474"/>
              <a:gd name="connsiteX91" fmla="*/ 6508541 w 12192000"/>
              <a:gd name="connsiteY91" fmla="*/ 1668757 h 2237474"/>
              <a:gd name="connsiteX92" fmla="*/ 6471012 w 12192000"/>
              <a:gd name="connsiteY92" fmla="*/ 1678604 h 2237474"/>
              <a:gd name="connsiteX93" fmla="*/ 6415265 w 12192000"/>
              <a:gd name="connsiteY93" fmla="*/ 1665317 h 2237474"/>
              <a:gd name="connsiteX94" fmla="*/ 6364035 w 12192000"/>
              <a:gd name="connsiteY94" fmla="*/ 1667683 h 2237474"/>
              <a:gd name="connsiteX95" fmla="*/ 6280959 w 12192000"/>
              <a:gd name="connsiteY95" fmla="*/ 1689329 h 2237474"/>
              <a:gd name="connsiteX96" fmla="*/ 6243319 w 12192000"/>
              <a:gd name="connsiteY96" fmla="*/ 1695560 h 2237474"/>
              <a:gd name="connsiteX97" fmla="*/ 6098321 w 12192000"/>
              <a:gd name="connsiteY97" fmla="*/ 1721646 h 2237474"/>
              <a:gd name="connsiteX98" fmla="*/ 5880652 w 12192000"/>
              <a:gd name="connsiteY98" fmla="*/ 1779643 h 2237474"/>
              <a:gd name="connsiteX99" fmla="*/ 5785959 w 12192000"/>
              <a:gd name="connsiteY99" fmla="*/ 1775307 h 2237474"/>
              <a:gd name="connsiteX100" fmla="*/ 5643534 w 12192000"/>
              <a:gd name="connsiteY100" fmla="*/ 1802919 h 2237474"/>
              <a:gd name="connsiteX101" fmla="*/ 5518799 w 12192000"/>
              <a:gd name="connsiteY101" fmla="*/ 1818312 h 2237474"/>
              <a:gd name="connsiteX102" fmla="*/ 5505014 w 12192000"/>
              <a:gd name="connsiteY102" fmla="*/ 1819259 h 2237474"/>
              <a:gd name="connsiteX103" fmla="*/ 5453307 w 12192000"/>
              <a:gd name="connsiteY103" fmla="*/ 1815450 h 2237474"/>
              <a:gd name="connsiteX104" fmla="*/ 5364192 w 12192000"/>
              <a:gd name="connsiteY104" fmla="*/ 1826074 h 2237474"/>
              <a:gd name="connsiteX105" fmla="*/ 5350380 w 12192000"/>
              <a:gd name="connsiteY105" fmla="*/ 1830891 h 2237474"/>
              <a:gd name="connsiteX106" fmla="*/ 5259633 w 12192000"/>
              <a:gd name="connsiteY106" fmla="*/ 1837160 h 2237474"/>
              <a:gd name="connsiteX107" fmla="*/ 5197513 w 12192000"/>
              <a:gd name="connsiteY107" fmla="*/ 1844718 h 2237474"/>
              <a:gd name="connsiteX108" fmla="*/ 5168852 w 12192000"/>
              <a:gd name="connsiteY108" fmla="*/ 1844846 h 2237474"/>
              <a:gd name="connsiteX109" fmla="*/ 5114927 w 12192000"/>
              <a:gd name="connsiteY109" fmla="*/ 1847827 h 2237474"/>
              <a:gd name="connsiteX110" fmla="*/ 5108970 w 12192000"/>
              <a:gd name="connsiteY110" fmla="*/ 1847935 h 2237474"/>
              <a:gd name="connsiteX111" fmla="*/ 5067961 w 12192000"/>
              <a:gd name="connsiteY111" fmla="*/ 1845917 h 2237474"/>
              <a:gd name="connsiteX112" fmla="*/ 5007075 w 12192000"/>
              <a:gd name="connsiteY112" fmla="*/ 1838626 h 2237474"/>
              <a:gd name="connsiteX113" fmla="*/ 4944087 w 12192000"/>
              <a:gd name="connsiteY113" fmla="*/ 1823332 h 2237474"/>
              <a:gd name="connsiteX114" fmla="*/ 4907662 w 12192000"/>
              <a:gd name="connsiteY114" fmla="*/ 1816900 h 2237474"/>
              <a:gd name="connsiteX115" fmla="*/ 4882386 w 12192000"/>
              <a:gd name="connsiteY115" fmla="*/ 1809844 h 2237474"/>
              <a:gd name="connsiteX116" fmla="*/ 4811440 w 12192000"/>
              <a:gd name="connsiteY116" fmla="*/ 1804655 h 2237474"/>
              <a:gd name="connsiteX117" fmla="*/ 4691075 w 12192000"/>
              <a:gd name="connsiteY117" fmla="*/ 1801389 h 2237474"/>
              <a:gd name="connsiteX118" fmla="*/ 4611738 w 12192000"/>
              <a:gd name="connsiteY118" fmla="*/ 1776964 h 2237474"/>
              <a:gd name="connsiteX119" fmla="*/ 4560070 w 12192000"/>
              <a:gd name="connsiteY119" fmla="*/ 1785640 h 2237474"/>
              <a:gd name="connsiteX120" fmla="*/ 4536503 w 12192000"/>
              <a:gd name="connsiteY120" fmla="*/ 1785334 h 2237474"/>
              <a:gd name="connsiteX121" fmla="*/ 4513724 w 12192000"/>
              <a:gd name="connsiteY121" fmla="*/ 1791996 h 2237474"/>
              <a:gd name="connsiteX122" fmla="*/ 4459810 w 12192000"/>
              <a:gd name="connsiteY122" fmla="*/ 1797886 h 2237474"/>
              <a:gd name="connsiteX123" fmla="*/ 4379064 w 12192000"/>
              <a:gd name="connsiteY123" fmla="*/ 1817177 h 2237474"/>
              <a:gd name="connsiteX124" fmla="*/ 4319209 w 12192000"/>
              <a:gd name="connsiteY124" fmla="*/ 1834833 h 2237474"/>
              <a:gd name="connsiteX125" fmla="*/ 4290981 w 12192000"/>
              <a:gd name="connsiteY125" fmla="*/ 1839677 h 2237474"/>
              <a:gd name="connsiteX126" fmla="*/ 4285792 w 12192000"/>
              <a:gd name="connsiteY126" fmla="*/ 1836231 h 2237474"/>
              <a:gd name="connsiteX127" fmla="*/ 4238372 w 12192000"/>
              <a:gd name="connsiteY127" fmla="*/ 1851480 h 2237474"/>
              <a:gd name="connsiteX128" fmla="*/ 4232517 w 12192000"/>
              <a:gd name="connsiteY128" fmla="*/ 1852567 h 2237474"/>
              <a:gd name="connsiteX129" fmla="*/ 4191732 w 12192000"/>
              <a:gd name="connsiteY129" fmla="*/ 1857328 h 2237474"/>
              <a:gd name="connsiteX130" fmla="*/ 4065532 w 12192000"/>
              <a:gd name="connsiteY130" fmla="*/ 1855477 h 2237474"/>
              <a:gd name="connsiteX131" fmla="*/ 4028460 w 12192000"/>
              <a:gd name="connsiteY131" fmla="*/ 1855137 h 2237474"/>
              <a:gd name="connsiteX132" fmla="*/ 4002267 w 12192000"/>
              <a:gd name="connsiteY132" fmla="*/ 1852352 h 2237474"/>
              <a:gd name="connsiteX133" fmla="*/ 3931396 w 12192000"/>
              <a:gd name="connsiteY133" fmla="*/ 1858915 h 2237474"/>
              <a:gd name="connsiteX134" fmla="*/ 3812162 w 12192000"/>
              <a:gd name="connsiteY134" fmla="*/ 1875501 h 2237474"/>
              <a:gd name="connsiteX135" fmla="*/ 3729530 w 12192000"/>
              <a:gd name="connsiteY135" fmla="*/ 1864513 h 2237474"/>
              <a:gd name="connsiteX136" fmla="*/ 3680177 w 12192000"/>
              <a:gd name="connsiteY136" fmla="*/ 1881552 h 2237474"/>
              <a:gd name="connsiteX137" fmla="*/ 3567259 w 12192000"/>
              <a:gd name="connsiteY137" fmla="*/ 1893482 h 2237474"/>
              <a:gd name="connsiteX138" fmla="*/ 3405770 w 12192000"/>
              <a:gd name="connsiteY138" fmla="*/ 1904591 h 2237474"/>
              <a:gd name="connsiteX139" fmla="*/ 3280097 w 12192000"/>
              <a:gd name="connsiteY139" fmla="*/ 1919610 h 2237474"/>
              <a:gd name="connsiteX140" fmla="*/ 3123424 w 12192000"/>
              <a:gd name="connsiteY140" fmla="*/ 1952930 h 2237474"/>
              <a:gd name="connsiteX141" fmla="*/ 3009910 w 12192000"/>
              <a:gd name="connsiteY141" fmla="*/ 1957866 h 2237474"/>
              <a:gd name="connsiteX142" fmla="*/ 2995934 w 12192000"/>
              <a:gd name="connsiteY142" fmla="*/ 1967085 h 2237474"/>
              <a:gd name="connsiteX143" fmla="*/ 2980071 w 12192000"/>
              <a:gd name="connsiteY143" fmla="*/ 1972988 h 2237474"/>
              <a:gd name="connsiteX144" fmla="*/ 2978094 w 12192000"/>
              <a:gd name="connsiteY144" fmla="*/ 1972369 h 2237474"/>
              <a:gd name="connsiteX145" fmla="*/ 2942858 w 12192000"/>
              <a:gd name="connsiteY145" fmla="*/ 1981367 h 2237474"/>
              <a:gd name="connsiteX146" fmla="*/ 2875436 w 12192000"/>
              <a:gd name="connsiteY146" fmla="*/ 1996977 h 2237474"/>
              <a:gd name="connsiteX147" fmla="*/ 2874892 w 12192000"/>
              <a:gd name="connsiteY147" fmla="*/ 1996085 h 2237474"/>
              <a:gd name="connsiteX148" fmla="*/ 2864145 w 12192000"/>
              <a:gd name="connsiteY148" fmla="*/ 1994061 h 2237474"/>
              <a:gd name="connsiteX149" fmla="*/ 2843662 w 12192000"/>
              <a:gd name="connsiteY149" fmla="*/ 1992498 h 2237474"/>
              <a:gd name="connsiteX150" fmla="*/ 2796128 w 12192000"/>
              <a:gd name="connsiteY150" fmla="*/ 1976403 h 2237474"/>
              <a:gd name="connsiteX151" fmla="*/ 2756784 w 12192000"/>
              <a:gd name="connsiteY151" fmla="*/ 1985116 h 2237474"/>
              <a:gd name="connsiteX152" fmla="*/ 2748833 w 12192000"/>
              <a:gd name="connsiteY152" fmla="*/ 1986323 h 2237474"/>
              <a:gd name="connsiteX153" fmla="*/ 2748661 w 12192000"/>
              <a:gd name="connsiteY153" fmla="*/ 1986122 h 2237474"/>
              <a:gd name="connsiteX154" fmla="*/ 2740251 w 12192000"/>
              <a:gd name="connsiteY154" fmla="*/ 1986946 h 2237474"/>
              <a:gd name="connsiteX155" fmla="*/ 2718916 w 12192000"/>
              <a:gd name="connsiteY155" fmla="*/ 1990867 h 2237474"/>
              <a:gd name="connsiteX156" fmla="*/ 2713522 w 12192000"/>
              <a:gd name="connsiteY156" fmla="*/ 1990173 h 2237474"/>
              <a:gd name="connsiteX157" fmla="*/ 2680597 w 12192000"/>
              <a:gd name="connsiteY157" fmla="*/ 1984996 h 2237474"/>
              <a:gd name="connsiteX158" fmla="*/ 2578178 w 12192000"/>
              <a:gd name="connsiteY158" fmla="*/ 1990531 h 2237474"/>
              <a:gd name="connsiteX159" fmla="*/ 2476147 w 12192000"/>
              <a:gd name="connsiteY159" fmla="*/ 1998305 h 2237474"/>
              <a:gd name="connsiteX160" fmla="*/ 2373568 w 12192000"/>
              <a:gd name="connsiteY160" fmla="*/ 2003219 h 2237474"/>
              <a:gd name="connsiteX161" fmla="*/ 2321399 w 12192000"/>
              <a:gd name="connsiteY161" fmla="*/ 1989467 h 2237474"/>
              <a:gd name="connsiteX162" fmla="*/ 2315525 w 12192000"/>
              <a:gd name="connsiteY162" fmla="*/ 1989708 h 2237474"/>
              <a:gd name="connsiteX163" fmla="*/ 2300792 w 12192000"/>
              <a:gd name="connsiteY163" fmla="*/ 1994290 h 2237474"/>
              <a:gd name="connsiteX164" fmla="*/ 2295469 w 12192000"/>
              <a:gd name="connsiteY164" fmla="*/ 1996659 h 2237474"/>
              <a:gd name="connsiteX165" fmla="*/ 2287219 w 12192000"/>
              <a:gd name="connsiteY165" fmla="*/ 1998750 h 2237474"/>
              <a:gd name="connsiteX166" fmla="*/ 2286948 w 12192000"/>
              <a:gd name="connsiteY166" fmla="*/ 1998596 h 2237474"/>
              <a:gd name="connsiteX167" fmla="*/ 2243069 w 12192000"/>
              <a:gd name="connsiteY167" fmla="*/ 2015111 h 2237474"/>
              <a:gd name="connsiteX168" fmla="*/ 2186609 w 12192000"/>
              <a:gd name="connsiteY168" fmla="*/ 2008263 h 2237474"/>
              <a:gd name="connsiteX169" fmla="*/ 2164831 w 12192000"/>
              <a:gd name="connsiteY169" fmla="*/ 2010143 h 2237474"/>
              <a:gd name="connsiteX170" fmla="*/ 2152836 w 12192000"/>
              <a:gd name="connsiteY170" fmla="*/ 2010048 h 2237474"/>
              <a:gd name="connsiteX171" fmla="*/ 2117102 w 12192000"/>
              <a:gd name="connsiteY171" fmla="*/ 2023004 h 2237474"/>
              <a:gd name="connsiteX172" fmla="*/ 2111935 w 12192000"/>
              <a:gd name="connsiteY172" fmla="*/ 2023163 h 2237474"/>
              <a:gd name="connsiteX173" fmla="*/ 2089991 w 12192000"/>
              <a:gd name="connsiteY173" fmla="*/ 2034193 h 2237474"/>
              <a:gd name="connsiteX174" fmla="*/ 2058061 w 12192000"/>
              <a:gd name="connsiteY174" fmla="*/ 2047942 h 2237474"/>
              <a:gd name="connsiteX175" fmla="*/ 2055737 w 12192000"/>
              <a:gd name="connsiteY175" fmla="*/ 2047704 h 2237474"/>
              <a:gd name="connsiteX176" fmla="*/ 2042244 w 12192000"/>
              <a:gd name="connsiteY176" fmla="*/ 2055560 h 2237474"/>
              <a:gd name="connsiteX177" fmla="*/ 1976224 w 12192000"/>
              <a:gd name="connsiteY177" fmla="*/ 2074257 h 2237474"/>
              <a:gd name="connsiteX178" fmla="*/ 1877728 w 12192000"/>
              <a:gd name="connsiteY178" fmla="*/ 2101004 h 2237474"/>
              <a:gd name="connsiteX179" fmla="*/ 1759056 w 12192000"/>
              <a:gd name="connsiteY179" fmla="*/ 2125608 h 2237474"/>
              <a:gd name="connsiteX180" fmla="*/ 1637948 w 12192000"/>
              <a:gd name="connsiteY180" fmla="*/ 2172597 h 2237474"/>
              <a:gd name="connsiteX181" fmla="*/ 1434549 w 12192000"/>
              <a:gd name="connsiteY181" fmla="*/ 2234522 h 2237474"/>
              <a:gd name="connsiteX182" fmla="*/ 1398481 w 12192000"/>
              <a:gd name="connsiteY182" fmla="*/ 2237074 h 2237474"/>
              <a:gd name="connsiteX183" fmla="*/ 1398407 w 12192000"/>
              <a:gd name="connsiteY183" fmla="*/ 2237095 h 2237474"/>
              <a:gd name="connsiteX184" fmla="*/ 1370962 w 12192000"/>
              <a:gd name="connsiteY184" fmla="*/ 2237474 h 2237474"/>
              <a:gd name="connsiteX185" fmla="*/ 1356367 w 12192000"/>
              <a:gd name="connsiteY185" fmla="*/ 2235089 h 2237474"/>
              <a:gd name="connsiteX186" fmla="*/ 1324828 w 12192000"/>
              <a:gd name="connsiteY186" fmla="*/ 2231968 h 2237474"/>
              <a:gd name="connsiteX187" fmla="*/ 1297744 w 12192000"/>
              <a:gd name="connsiteY187" fmla="*/ 2235849 h 2237474"/>
              <a:gd name="connsiteX188" fmla="*/ 1286236 w 12192000"/>
              <a:gd name="connsiteY188" fmla="*/ 2233135 h 2237474"/>
              <a:gd name="connsiteX189" fmla="*/ 1283504 w 12192000"/>
              <a:gd name="connsiteY189" fmla="*/ 2233797 h 2237474"/>
              <a:gd name="connsiteX190" fmla="*/ 1279765 w 12192000"/>
              <a:gd name="connsiteY190" fmla="*/ 2229639 h 2237474"/>
              <a:gd name="connsiteX191" fmla="*/ 1195347 w 12192000"/>
              <a:gd name="connsiteY191" fmla="*/ 2212354 h 2237474"/>
              <a:gd name="connsiteX192" fmla="*/ 970251 w 12192000"/>
              <a:gd name="connsiteY192" fmla="*/ 2221029 h 2237474"/>
              <a:gd name="connsiteX193" fmla="*/ 812914 w 12192000"/>
              <a:gd name="connsiteY193" fmla="*/ 2202752 h 2237474"/>
              <a:gd name="connsiteX194" fmla="*/ 800195 w 12192000"/>
              <a:gd name="connsiteY194" fmla="*/ 2209407 h 2237474"/>
              <a:gd name="connsiteX195" fmla="*/ 784978 w 12192000"/>
              <a:gd name="connsiteY195" fmla="*/ 2212360 h 2237474"/>
              <a:gd name="connsiteX196" fmla="*/ 681987 w 12192000"/>
              <a:gd name="connsiteY196" fmla="*/ 2216757 h 2237474"/>
              <a:gd name="connsiteX197" fmla="*/ 669923 w 12192000"/>
              <a:gd name="connsiteY197" fmla="*/ 2211682 h 2237474"/>
              <a:gd name="connsiteX198" fmla="*/ 648680 w 12192000"/>
              <a:gd name="connsiteY198" fmla="*/ 2206229 h 2237474"/>
              <a:gd name="connsiteX199" fmla="*/ 597225 w 12192000"/>
              <a:gd name="connsiteY199" fmla="*/ 2180999 h 2237474"/>
              <a:gd name="connsiteX200" fmla="*/ 558449 w 12192000"/>
              <a:gd name="connsiteY200" fmla="*/ 2182346 h 2237474"/>
              <a:gd name="connsiteX201" fmla="*/ 550517 w 12192000"/>
              <a:gd name="connsiteY201" fmla="*/ 2182060 h 2237474"/>
              <a:gd name="connsiteX202" fmla="*/ 550309 w 12192000"/>
              <a:gd name="connsiteY202" fmla="*/ 2181825 h 2237474"/>
              <a:gd name="connsiteX203" fmla="*/ 541836 w 12192000"/>
              <a:gd name="connsiteY203" fmla="*/ 2181063 h 2237474"/>
              <a:gd name="connsiteX204" fmla="*/ 536057 w 12192000"/>
              <a:gd name="connsiteY204" fmla="*/ 2181537 h 2237474"/>
              <a:gd name="connsiteX205" fmla="*/ 520671 w 12192000"/>
              <a:gd name="connsiteY205" fmla="*/ 2180980 h 2237474"/>
              <a:gd name="connsiteX206" fmla="*/ 515024 w 12192000"/>
              <a:gd name="connsiteY206" fmla="*/ 2179258 h 2237474"/>
              <a:gd name="connsiteX207" fmla="*/ 512278 w 12192000"/>
              <a:gd name="connsiteY207" fmla="*/ 2176369 h 2237474"/>
              <a:gd name="connsiteX208" fmla="*/ 480419 w 12192000"/>
              <a:gd name="connsiteY208" fmla="*/ 2167807 h 2237474"/>
              <a:gd name="connsiteX209" fmla="*/ 413835 w 12192000"/>
              <a:gd name="connsiteY209" fmla="*/ 2156783 h 2237474"/>
              <a:gd name="connsiteX210" fmla="*/ 376513 w 12192000"/>
              <a:gd name="connsiteY210" fmla="*/ 2154014 h 2237474"/>
              <a:gd name="connsiteX211" fmla="*/ 273386 w 12192000"/>
              <a:gd name="connsiteY211" fmla="*/ 2142551 h 2237474"/>
              <a:gd name="connsiteX212" fmla="*/ 169207 w 12192000"/>
              <a:gd name="connsiteY212" fmla="*/ 2128100 h 2237474"/>
              <a:gd name="connsiteX213" fmla="*/ 93149 w 12192000"/>
              <a:gd name="connsiteY213" fmla="*/ 2105324 h 2237474"/>
              <a:gd name="connsiteX214" fmla="*/ 88109 w 12192000"/>
              <a:gd name="connsiteY214" fmla="*/ 2106704 h 2237474"/>
              <a:gd name="connsiteX215" fmla="*/ 80022 w 12192000"/>
              <a:gd name="connsiteY215" fmla="*/ 2107254 h 2237474"/>
              <a:gd name="connsiteX216" fmla="*/ 79717 w 12192000"/>
              <a:gd name="connsiteY216" fmla="*/ 2107046 h 2237474"/>
              <a:gd name="connsiteX217" fmla="*/ 72352 w 12192000"/>
              <a:gd name="connsiteY217" fmla="*/ 2107991 h 2237474"/>
              <a:gd name="connsiteX218" fmla="*/ 37645 w 12192000"/>
              <a:gd name="connsiteY218" fmla="*/ 2115401 h 2237474"/>
              <a:gd name="connsiteX219" fmla="*/ 4572 w 12192000"/>
              <a:gd name="connsiteY219" fmla="*/ 2111091 h 2237474"/>
              <a:gd name="connsiteX220" fmla="*/ 0 w 12192000"/>
              <a:gd name="connsiteY220" fmla="*/ 2110468 h 2237474"/>
              <a:gd name="connsiteX221" fmla="*/ 0 w 12192000"/>
              <a:gd name="connsiteY221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278619 w 12192000"/>
              <a:gd name="connsiteY39" fmla="*/ 1011878 h 2237474"/>
              <a:gd name="connsiteX40" fmla="*/ 9268019 w 12192000"/>
              <a:gd name="connsiteY40" fmla="*/ 1007442 h 2237474"/>
              <a:gd name="connsiteX41" fmla="*/ 9234662 w 12192000"/>
              <a:gd name="connsiteY41" fmla="*/ 1023056 h 2237474"/>
              <a:gd name="connsiteX42" fmla="*/ 9181033 w 12192000"/>
              <a:gd name="connsiteY42" fmla="*/ 1037921 h 2237474"/>
              <a:gd name="connsiteX43" fmla="*/ 9155969 w 12192000"/>
              <a:gd name="connsiteY43" fmla="*/ 1046804 h 2237474"/>
              <a:gd name="connsiteX44" fmla="*/ 9133985 w 12192000"/>
              <a:gd name="connsiteY44" fmla="*/ 1046450 h 2237474"/>
              <a:gd name="connsiteX45" fmla="*/ 9012987 w 12192000"/>
              <a:gd name="connsiteY45" fmla="*/ 1061986 h 2237474"/>
              <a:gd name="connsiteX46" fmla="*/ 8968445 w 12192000"/>
              <a:gd name="connsiteY46" fmla="*/ 1052169 h 2237474"/>
              <a:gd name="connsiteX47" fmla="*/ 8958984 w 12192000"/>
              <a:gd name="connsiteY47" fmla="*/ 1057212 h 2237474"/>
              <a:gd name="connsiteX48" fmla="*/ 8886001 w 12192000"/>
              <a:gd name="connsiteY48" fmla="*/ 1067468 h 2237474"/>
              <a:gd name="connsiteX49" fmla="*/ 8838610 w 12192000"/>
              <a:gd name="connsiteY49" fmla="*/ 1075091 h 2237474"/>
              <a:gd name="connsiteX50" fmla="*/ 8750383 w 12192000"/>
              <a:gd name="connsiteY50" fmla="*/ 1097387 h 2237474"/>
              <a:gd name="connsiteX51" fmla="*/ 8697365 w 12192000"/>
              <a:gd name="connsiteY51" fmla="*/ 1105869 h 2237474"/>
              <a:gd name="connsiteX52" fmla="*/ 8665605 w 12192000"/>
              <a:gd name="connsiteY52" fmla="*/ 1110791 h 2237474"/>
              <a:gd name="connsiteX53" fmla="*/ 8584946 w 12192000"/>
              <a:gd name="connsiteY53" fmla="*/ 1135226 h 2237474"/>
              <a:gd name="connsiteX54" fmla="*/ 8460755 w 12192000"/>
              <a:gd name="connsiteY54" fmla="*/ 1203427 h 2237474"/>
              <a:gd name="connsiteX55" fmla="*/ 8419755 w 12192000"/>
              <a:gd name="connsiteY55" fmla="*/ 1216260 h 2237474"/>
              <a:gd name="connsiteX56" fmla="*/ 8411626 w 12192000"/>
              <a:gd name="connsiteY56" fmla="*/ 1214397 h 2237474"/>
              <a:gd name="connsiteX57" fmla="*/ 8363469 w 12192000"/>
              <a:gd name="connsiteY57" fmla="*/ 1246658 h 2237474"/>
              <a:gd name="connsiteX58" fmla="*/ 8275497 w 12192000"/>
              <a:gd name="connsiteY58" fmla="*/ 1264396 h 2237474"/>
              <a:gd name="connsiteX59" fmla="*/ 8206287 w 12192000"/>
              <a:gd name="connsiteY59" fmla="*/ 1273060 h 2237474"/>
              <a:gd name="connsiteX60" fmla="*/ 8168705 w 12192000"/>
              <a:gd name="connsiteY60" fmla="*/ 1279956 h 2237474"/>
              <a:gd name="connsiteX61" fmla="*/ 8139997 w 12192000"/>
              <a:gd name="connsiteY61" fmla="*/ 1282713 h 2237474"/>
              <a:gd name="connsiteX62" fmla="*/ 8074238 w 12192000"/>
              <a:gd name="connsiteY62" fmla="*/ 1301895 h 2237474"/>
              <a:gd name="connsiteX63" fmla="*/ 7968292 w 12192000"/>
              <a:gd name="connsiteY63" fmla="*/ 1338779 h 2237474"/>
              <a:gd name="connsiteX64" fmla="*/ 7945122 w 12192000"/>
              <a:gd name="connsiteY64" fmla="*/ 1345477 h 2237474"/>
              <a:gd name="connsiteX65" fmla="*/ 7902328 w 12192000"/>
              <a:gd name="connsiteY65" fmla="*/ 1345865 h 2237474"/>
              <a:gd name="connsiteX66" fmla="*/ 7875879 w 12192000"/>
              <a:gd name="connsiteY66" fmla="*/ 1345646 h 2237474"/>
              <a:gd name="connsiteX67" fmla="*/ 7840612 w 12192000"/>
              <a:gd name="connsiteY67" fmla="*/ 1369373 h 2237474"/>
              <a:gd name="connsiteX68" fmla="*/ 7786819 w 12192000"/>
              <a:gd name="connsiteY68" fmla="*/ 1378970 h 2237474"/>
              <a:gd name="connsiteX69" fmla="*/ 7548172 w 12192000"/>
              <a:gd name="connsiteY69" fmla="*/ 1417460 h 2237474"/>
              <a:gd name="connsiteX70" fmla="*/ 7483437 w 12192000"/>
              <a:gd name="connsiteY70" fmla="*/ 1478152 h 2237474"/>
              <a:gd name="connsiteX71" fmla="*/ 7377870 w 12192000"/>
              <a:gd name="connsiteY71" fmla="*/ 1523319 h 2237474"/>
              <a:gd name="connsiteX72" fmla="*/ 7230737 w 12192000"/>
              <a:gd name="connsiteY72" fmla="*/ 1562633 h 2237474"/>
              <a:gd name="connsiteX73" fmla="*/ 7224458 w 12192000"/>
              <a:gd name="connsiteY73" fmla="*/ 1573008 h 2237474"/>
              <a:gd name="connsiteX74" fmla="*/ 7213486 w 12192000"/>
              <a:gd name="connsiteY74" fmla="*/ 1580987 h 2237474"/>
              <a:gd name="connsiteX75" fmla="*/ 7183121 w 12192000"/>
              <a:gd name="connsiteY75" fmla="*/ 1595162 h 2237474"/>
              <a:gd name="connsiteX76" fmla="*/ 7164601 w 12192000"/>
              <a:gd name="connsiteY76" fmla="*/ 1606490 h 2237474"/>
              <a:gd name="connsiteX77" fmla="*/ 7114651 w 12192000"/>
              <a:gd name="connsiteY77" fmla="*/ 1620959 h 2237474"/>
              <a:gd name="connsiteX78" fmla="*/ 7092727 w 12192000"/>
              <a:gd name="connsiteY78" fmla="*/ 1623628 h 2237474"/>
              <a:gd name="connsiteX79" fmla="*/ 7031309 w 12192000"/>
              <a:gd name="connsiteY79" fmla="*/ 1619451 h 2237474"/>
              <a:gd name="connsiteX80" fmla="*/ 6999084 w 12192000"/>
              <a:gd name="connsiteY80" fmla="*/ 1634317 h 2237474"/>
              <a:gd name="connsiteX81" fmla="*/ 6992107 w 12192000"/>
              <a:gd name="connsiteY81" fmla="*/ 1636860 h 2237474"/>
              <a:gd name="connsiteX82" fmla="*/ 6991765 w 12192000"/>
              <a:gd name="connsiteY82" fmla="*/ 1636725 h 2237474"/>
              <a:gd name="connsiteX83" fmla="*/ 6900177 w 12192000"/>
              <a:gd name="connsiteY83" fmla="*/ 1636016 h 2237474"/>
              <a:gd name="connsiteX84" fmla="*/ 6795372 w 12192000"/>
              <a:gd name="connsiteY84" fmla="*/ 1644845 h 2237474"/>
              <a:gd name="connsiteX85" fmla="*/ 6692251 w 12192000"/>
              <a:gd name="connsiteY85" fmla="*/ 1656357 h 2237474"/>
              <a:gd name="connsiteX86" fmla="*/ 6655235 w 12192000"/>
              <a:gd name="connsiteY86" fmla="*/ 1661869 h 2237474"/>
              <a:gd name="connsiteX87" fmla="*/ 6587857 w 12192000"/>
              <a:gd name="connsiteY87" fmla="*/ 1665769 h 2237474"/>
              <a:gd name="connsiteX88" fmla="*/ 6554894 w 12192000"/>
              <a:gd name="connsiteY88" fmla="*/ 1664428 h 2237474"/>
              <a:gd name="connsiteX89" fmla="*/ 6516595 w 12192000"/>
              <a:gd name="connsiteY89" fmla="*/ 1667475 h 2237474"/>
              <a:gd name="connsiteX90" fmla="*/ 6508541 w 12192000"/>
              <a:gd name="connsiteY90" fmla="*/ 1668757 h 2237474"/>
              <a:gd name="connsiteX91" fmla="*/ 6471012 w 12192000"/>
              <a:gd name="connsiteY91" fmla="*/ 1678604 h 2237474"/>
              <a:gd name="connsiteX92" fmla="*/ 6415265 w 12192000"/>
              <a:gd name="connsiteY92" fmla="*/ 1665317 h 2237474"/>
              <a:gd name="connsiteX93" fmla="*/ 6364035 w 12192000"/>
              <a:gd name="connsiteY93" fmla="*/ 1667683 h 2237474"/>
              <a:gd name="connsiteX94" fmla="*/ 6280959 w 12192000"/>
              <a:gd name="connsiteY94" fmla="*/ 1689329 h 2237474"/>
              <a:gd name="connsiteX95" fmla="*/ 6243319 w 12192000"/>
              <a:gd name="connsiteY95" fmla="*/ 1695560 h 2237474"/>
              <a:gd name="connsiteX96" fmla="*/ 6098321 w 12192000"/>
              <a:gd name="connsiteY96" fmla="*/ 1721646 h 2237474"/>
              <a:gd name="connsiteX97" fmla="*/ 5880652 w 12192000"/>
              <a:gd name="connsiteY97" fmla="*/ 1779643 h 2237474"/>
              <a:gd name="connsiteX98" fmla="*/ 5785959 w 12192000"/>
              <a:gd name="connsiteY98" fmla="*/ 1775307 h 2237474"/>
              <a:gd name="connsiteX99" fmla="*/ 5643534 w 12192000"/>
              <a:gd name="connsiteY99" fmla="*/ 1802919 h 2237474"/>
              <a:gd name="connsiteX100" fmla="*/ 5518799 w 12192000"/>
              <a:gd name="connsiteY100" fmla="*/ 1818312 h 2237474"/>
              <a:gd name="connsiteX101" fmla="*/ 5505014 w 12192000"/>
              <a:gd name="connsiteY101" fmla="*/ 1819259 h 2237474"/>
              <a:gd name="connsiteX102" fmla="*/ 5453307 w 12192000"/>
              <a:gd name="connsiteY102" fmla="*/ 1815450 h 2237474"/>
              <a:gd name="connsiteX103" fmla="*/ 5364192 w 12192000"/>
              <a:gd name="connsiteY103" fmla="*/ 1826074 h 2237474"/>
              <a:gd name="connsiteX104" fmla="*/ 5350380 w 12192000"/>
              <a:gd name="connsiteY104" fmla="*/ 1830891 h 2237474"/>
              <a:gd name="connsiteX105" fmla="*/ 5259633 w 12192000"/>
              <a:gd name="connsiteY105" fmla="*/ 1837160 h 2237474"/>
              <a:gd name="connsiteX106" fmla="*/ 5197513 w 12192000"/>
              <a:gd name="connsiteY106" fmla="*/ 1844718 h 2237474"/>
              <a:gd name="connsiteX107" fmla="*/ 5168852 w 12192000"/>
              <a:gd name="connsiteY107" fmla="*/ 1844846 h 2237474"/>
              <a:gd name="connsiteX108" fmla="*/ 5114927 w 12192000"/>
              <a:gd name="connsiteY108" fmla="*/ 1847827 h 2237474"/>
              <a:gd name="connsiteX109" fmla="*/ 5108970 w 12192000"/>
              <a:gd name="connsiteY109" fmla="*/ 1847935 h 2237474"/>
              <a:gd name="connsiteX110" fmla="*/ 5067961 w 12192000"/>
              <a:gd name="connsiteY110" fmla="*/ 1845917 h 2237474"/>
              <a:gd name="connsiteX111" fmla="*/ 5007075 w 12192000"/>
              <a:gd name="connsiteY111" fmla="*/ 1838626 h 2237474"/>
              <a:gd name="connsiteX112" fmla="*/ 4944087 w 12192000"/>
              <a:gd name="connsiteY112" fmla="*/ 1823332 h 2237474"/>
              <a:gd name="connsiteX113" fmla="*/ 4907662 w 12192000"/>
              <a:gd name="connsiteY113" fmla="*/ 1816900 h 2237474"/>
              <a:gd name="connsiteX114" fmla="*/ 4882386 w 12192000"/>
              <a:gd name="connsiteY114" fmla="*/ 1809844 h 2237474"/>
              <a:gd name="connsiteX115" fmla="*/ 4811440 w 12192000"/>
              <a:gd name="connsiteY115" fmla="*/ 1804655 h 2237474"/>
              <a:gd name="connsiteX116" fmla="*/ 4691075 w 12192000"/>
              <a:gd name="connsiteY116" fmla="*/ 1801389 h 2237474"/>
              <a:gd name="connsiteX117" fmla="*/ 4611738 w 12192000"/>
              <a:gd name="connsiteY117" fmla="*/ 1776964 h 2237474"/>
              <a:gd name="connsiteX118" fmla="*/ 4560070 w 12192000"/>
              <a:gd name="connsiteY118" fmla="*/ 1785640 h 2237474"/>
              <a:gd name="connsiteX119" fmla="*/ 4536503 w 12192000"/>
              <a:gd name="connsiteY119" fmla="*/ 1785334 h 2237474"/>
              <a:gd name="connsiteX120" fmla="*/ 4513724 w 12192000"/>
              <a:gd name="connsiteY120" fmla="*/ 1791996 h 2237474"/>
              <a:gd name="connsiteX121" fmla="*/ 4459810 w 12192000"/>
              <a:gd name="connsiteY121" fmla="*/ 1797886 h 2237474"/>
              <a:gd name="connsiteX122" fmla="*/ 4379064 w 12192000"/>
              <a:gd name="connsiteY122" fmla="*/ 1817177 h 2237474"/>
              <a:gd name="connsiteX123" fmla="*/ 4319209 w 12192000"/>
              <a:gd name="connsiteY123" fmla="*/ 1834833 h 2237474"/>
              <a:gd name="connsiteX124" fmla="*/ 4290981 w 12192000"/>
              <a:gd name="connsiteY124" fmla="*/ 1839677 h 2237474"/>
              <a:gd name="connsiteX125" fmla="*/ 4285792 w 12192000"/>
              <a:gd name="connsiteY125" fmla="*/ 1836231 h 2237474"/>
              <a:gd name="connsiteX126" fmla="*/ 4238372 w 12192000"/>
              <a:gd name="connsiteY126" fmla="*/ 1851480 h 2237474"/>
              <a:gd name="connsiteX127" fmla="*/ 4232517 w 12192000"/>
              <a:gd name="connsiteY127" fmla="*/ 1852567 h 2237474"/>
              <a:gd name="connsiteX128" fmla="*/ 4191732 w 12192000"/>
              <a:gd name="connsiteY128" fmla="*/ 1857328 h 2237474"/>
              <a:gd name="connsiteX129" fmla="*/ 4065532 w 12192000"/>
              <a:gd name="connsiteY129" fmla="*/ 1855477 h 2237474"/>
              <a:gd name="connsiteX130" fmla="*/ 4028460 w 12192000"/>
              <a:gd name="connsiteY130" fmla="*/ 1855137 h 2237474"/>
              <a:gd name="connsiteX131" fmla="*/ 4002267 w 12192000"/>
              <a:gd name="connsiteY131" fmla="*/ 1852352 h 2237474"/>
              <a:gd name="connsiteX132" fmla="*/ 3931396 w 12192000"/>
              <a:gd name="connsiteY132" fmla="*/ 1858915 h 2237474"/>
              <a:gd name="connsiteX133" fmla="*/ 3812162 w 12192000"/>
              <a:gd name="connsiteY133" fmla="*/ 1875501 h 2237474"/>
              <a:gd name="connsiteX134" fmla="*/ 3729530 w 12192000"/>
              <a:gd name="connsiteY134" fmla="*/ 1864513 h 2237474"/>
              <a:gd name="connsiteX135" fmla="*/ 3680177 w 12192000"/>
              <a:gd name="connsiteY135" fmla="*/ 1881552 h 2237474"/>
              <a:gd name="connsiteX136" fmla="*/ 3567259 w 12192000"/>
              <a:gd name="connsiteY136" fmla="*/ 1893482 h 2237474"/>
              <a:gd name="connsiteX137" fmla="*/ 3405770 w 12192000"/>
              <a:gd name="connsiteY137" fmla="*/ 1904591 h 2237474"/>
              <a:gd name="connsiteX138" fmla="*/ 3280097 w 12192000"/>
              <a:gd name="connsiteY138" fmla="*/ 1919610 h 2237474"/>
              <a:gd name="connsiteX139" fmla="*/ 3123424 w 12192000"/>
              <a:gd name="connsiteY139" fmla="*/ 1952930 h 2237474"/>
              <a:gd name="connsiteX140" fmla="*/ 3009910 w 12192000"/>
              <a:gd name="connsiteY140" fmla="*/ 1957866 h 2237474"/>
              <a:gd name="connsiteX141" fmla="*/ 2995934 w 12192000"/>
              <a:gd name="connsiteY141" fmla="*/ 1967085 h 2237474"/>
              <a:gd name="connsiteX142" fmla="*/ 2980071 w 12192000"/>
              <a:gd name="connsiteY142" fmla="*/ 1972988 h 2237474"/>
              <a:gd name="connsiteX143" fmla="*/ 2978094 w 12192000"/>
              <a:gd name="connsiteY143" fmla="*/ 1972369 h 2237474"/>
              <a:gd name="connsiteX144" fmla="*/ 2942858 w 12192000"/>
              <a:gd name="connsiteY144" fmla="*/ 1981367 h 2237474"/>
              <a:gd name="connsiteX145" fmla="*/ 2875436 w 12192000"/>
              <a:gd name="connsiteY145" fmla="*/ 1996977 h 2237474"/>
              <a:gd name="connsiteX146" fmla="*/ 2874892 w 12192000"/>
              <a:gd name="connsiteY146" fmla="*/ 1996085 h 2237474"/>
              <a:gd name="connsiteX147" fmla="*/ 2864145 w 12192000"/>
              <a:gd name="connsiteY147" fmla="*/ 1994061 h 2237474"/>
              <a:gd name="connsiteX148" fmla="*/ 2843662 w 12192000"/>
              <a:gd name="connsiteY148" fmla="*/ 1992498 h 2237474"/>
              <a:gd name="connsiteX149" fmla="*/ 2796128 w 12192000"/>
              <a:gd name="connsiteY149" fmla="*/ 1976403 h 2237474"/>
              <a:gd name="connsiteX150" fmla="*/ 2756784 w 12192000"/>
              <a:gd name="connsiteY150" fmla="*/ 1985116 h 2237474"/>
              <a:gd name="connsiteX151" fmla="*/ 2748833 w 12192000"/>
              <a:gd name="connsiteY151" fmla="*/ 1986323 h 2237474"/>
              <a:gd name="connsiteX152" fmla="*/ 2748661 w 12192000"/>
              <a:gd name="connsiteY152" fmla="*/ 1986122 h 2237474"/>
              <a:gd name="connsiteX153" fmla="*/ 2740251 w 12192000"/>
              <a:gd name="connsiteY153" fmla="*/ 1986946 h 2237474"/>
              <a:gd name="connsiteX154" fmla="*/ 2718916 w 12192000"/>
              <a:gd name="connsiteY154" fmla="*/ 1990867 h 2237474"/>
              <a:gd name="connsiteX155" fmla="*/ 2713522 w 12192000"/>
              <a:gd name="connsiteY155" fmla="*/ 1990173 h 2237474"/>
              <a:gd name="connsiteX156" fmla="*/ 2680597 w 12192000"/>
              <a:gd name="connsiteY156" fmla="*/ 1984996 h 2237474"/>
              <a:gd name="connsiteX157" fmla="*/ 2578178 w 12192000"/>
              <a:gd name="connsiteY157" fmla="*/ 1990531 h 2237474"/>
              <a:gd name="connsiteX158" fmla="*/ 2476147 w 12192000"/>
              <a:gd name="connsiteY158" fmla="*/ 1998305 h 2237474"/>
              <a:gd name="connsiteX159" fmla="*/ 2373568 w 12192000"/>
              <a:gd name="connsiteY159" fmla="*/ 2003219 h 2237474"/>
              <a:gd name="connsiteX160" fmla="*/ 2321399 w 12192000"/>
              <a:gd name="connsiteY160" fmla="*/ 1989467 h 2237474"/>
              <a:gd name="connsiteX161" fmla="*/ 2315525 w 12192000"/>
              <a:gd name="connsiteY161" fmla="*/ 1989708 h 2237474"/>
              <a:gd name="connsiteX162" fmla="*/ 2300792 w 12192000"/>
              <a:gd name="connsiteY162" fmla="*/ 1994290 h 2237474"/>
              <a:gd name="connsiteX163" fmla="*/ 2295469 w 12192000"/>
              <a:gd name="connsiteY163" fmla="*/ 1996659 h 2237474"/>
              <a:gd name="connsiteX164" fmla="*/ 2287219 w 12192000"/>
              <a:gd name="connsiteY164" fmla="*/ 1998750 h 2237474"/>
              <a:gd name="connsiteX165" fmla="*/ 2286948 w 12192000"/>
              <a:gd name="connsiteY165" fmla="*/ 1998596 h 2237474"/>
              <a:gd name="connsiteX166" fmla="*/ 2243069 w 12192000"/>
              <a:gd name="connsiteY166" fmla="*/ 2015111 h 2237474"/>
              <a:gd name="connsiteX167" fmla="*/ 2186609 w 12192000"/>
              <a:gd name="connsiteY167" fmla="*/ 2008263 h 2237474"/>
              <a:gd name="connsiteX168" fmla="*/ 2164831 w 12192000"/>
              <a:gd name="connsiteY168" fmla="*/ 2010143 h 2237474"/>
              <a:gd name="connsiteX169" fmla="*/ 2152836 w 12192000"/>
              <a:gd name="connsiteY169" fmla="*/ 2010048 h 2237474"/>
              <a:gd name="connsiteX170" fmla="*/ 2117102 w 12192000"/>
              <a:gd name="connsiteY170" fmla="*/ 2023004 h 2237474"/>
              <a:gd name="connsiteX171" fmla="*/ 2111935 w 12192000"/>
              <a:gd name="connsiteY171" fmla="*/ 2023163 h 2237474"/>
              <a:gd name="connsiteX172" fmla="*/ 2089991 w 12192000"/>
              <a:gd name="connsiteY172" fmla="*/ 2034193 h 2237474"/>
              <a:gd name="connsiteX173" fmla="*/ 2058061 w 12192000"/>
              <a:gd name="connsiteY173" fmla="*/ 2047942 h 2237474"/>
              <a:gd name="connsiteX174" fmla="*/ 2055737 w 12192000"/>
              <a:gd name="connsiteY174" fmla="*/ 2047704 h 2237474"/>
              <a:gd name="connsiteX175" fmla="*/ 2042244 w 12192000"/>
              <a:gd name="connsiteY175" fmla="*/ 2055560 h 2237474"/>
              <a:gd name="connsiteX176" fmla="*/ 1976224 w 12192000"/>
              <a:gd name="connsiteY176" fmla="*/ 2074257 h 2237474"/>
              <a:gd name="connsiteX177" fmla="*/ 1877728 w 12192000"/>
              <a:gd name="connsiteY177" fmla="*/ 2101004 h 2237474"/>
              <a:gd name="connsiteX178" fmla="*/ 1759056 w 12192000"/>
              <a:gd name="connsiteY178" fmla="*/ 2125608 h 2237474"/>
              <a:gd name="connsiteX179" fmla="*/ 1637948 w 12192000"/>
              <a:gd name="connsiteY179" fmla="*/ 2172597 h 2237474"/>
              <a:gd name="connsiteX180" fmla="*/ 1434549 w 12192000"/>
              <a:gd name="connsiteY180" fmla="*/ 2234522 h 2237474"/>
              <a:gd name="connsiteX181" fmla="*/ 1398481 w 12192000"/>
              <a:gd name="connsiteY181" fmla="*/ 2237074 h 2237474"/>
              <a:gd name="connsiteX182" fmla="*/ 1398407 w 12192000"/>
              <a:gd name="connsiteY182" fmla="*/ 2237095 h 2237474"/>
              <a:gd name="connsiteX183" fmla="*/ 1370962 w 12192000"/>
              <a:gd name="connsiteY183" fmla="*/ 2237474 h 2237474"/>
              <a:gd name="connsiteX184" fmla="*/ 1356367 w 12192000"/>
              <a:gd name="connsiteY184" fmla="*/ 2235089 h 2237474"/>
              <a:gd name="connsiteX185" fmla="*/ 1324828 w 12192000"/>
              <a:gd name="connsiteY185" fmla="*/ 2231968 h 2237474"/>
              <a:gd name="connsiteX186" fmla="*/ 1297744 w 12192000"/>
              <a:gd name="connsiteY186" fmla="*/ 2235849 h 2237474"/>
              <a:gd name="connsiteX187" fmla="*/ 1286236 w 12192000"/>
              <a:gd name="connsiteY187" fmla="*/ 2233135 h 2237474"/>
              <a:gd name="connsiteX188" fmla="*/ 1283504 w 12192000"/>
              <a:gd name="connsiteY188" fmla="*/ 2233797 h 2237474"/>
              <a:gd name="connsiteX189" fmla="*/ 1279765 w 12192000"/>
              <a:gd name="connsiteY189" fmla="*/ 2229639 h 2237474"/>
              <a:gd name="connsiteX190" fmla="*/ 1195347 w 12192000"/>
              <a:gd name="connsiteY190" fmla="*/ 2212354 h 2237474"/>
              <a:gd name="connsiteX191" fmla="*/ 970251 w 12192000"/>
              <a:gd name="connsiteY191" fmla="*/ 2221029 h 2237474"/>
              <a:gd name="connsiteX192" fmla="*/ 812914 w 12192000"/>
              <a:gd name="connsiteY192" fmla="*/ 2202752 h 2237474"/>
              <a:gd name="connsiteX193" fmla="*/ 800195 w 12192000"/>
              <a:gd name="connsiteY193" fmla="*/ 2209407 h 2237474"/>
              <a:gd name="connsiteX194" fmla="*/ 784978 w 12192000"/>
              <a:gd name="connsiteY194" fmla="*/ 2212360 h 2237474"/>
              <a:gd name="connsiteX195" fmla="*/ 681987 w 12192000"/>
              <a:gd name="connsiteY195" fmla="*/ 2216757 h 2237474"/>
              <a:gd name="connsiteX196" fmla="*/ 669923 w 12192000"/>
              <a:gd name="connsiteY196" fmla="*/ 2211682 h 2237474"/>
              <a:gd name="connsiteX197" fmla="*/ 648680 w 12192000"/>
              <a:gd name="connsiteY197" fmla="*/ 2206229 h 2237474"/>
              <a:gd name="connsiteX198" fmla="*/ 597225 w 12192000"/>
              <a:gd name="connsiteY198" fmla="*/ 2180999 h 2237474"/>
              <a:gd name="connsiteX199" fmla="*/ 558449 w 12192000"/>
              <a:gd name="connsiteY199" fmla="*/ 2182346 h 2237474"/>
              <a:gd name="connsiteX200" fmla="*/ 550517 w 12192000"/>
              <a:gd name="connsiteY200" fmla="*/ 2182060 h 2237474"/>
              <a:gd name="connsiteX201" fmla="*/ 550309 w 12192000"/>
              <a:gd name="connsiteY201" fmla="*/ 2181825 h 2237474"/>
              <a:gd name="connsiteX202" fmla="*/ 541836 w 12192000"/>
              <a:gd name="connsiteY202" fmla="*/ 2181063 h 2237474"/>
              <a:gd name="connsiteX203" fmla="*/ 536057 w 12192000"/>
              <a:gd name="connsiteY203" fmla="*/ 2181537 h 2237474"/>
              <a:gd name="connsiteX204" fmla="*/ 520671 w 12192000"/>
              <a:gd name="connsiteY204" fmla="*/ 2180980 h 2237474"/>
              <a:gd name="connsiteX205" fmla="*/ 515024 w 12192000"/>
              <a:gd name="connsiteY205" fmla="*/ 2179258 h 2237474"/>
              <a:gd name="connsiteX206" fmla="*/ 512278 w 12192000"/>
              <a:gd name="connsiteY206" fmla="*/ 2176369 h 2237474"/>
              <a:gd name="connsiteX207" fmla="*/ 480419 w 12192000"/>
              <a:gd name="connsiteY207" fmla="*/ 2167807 h 2237474"/>
              <a:gd name="connsiteX208" fmla="*/ 413835 w 12192000"/>
              <a:gd name="connsiteY208" fmla="*/ 2156783 h 2237474"/>
              <a:gd name="connsiteX209" fmla="*/ 376513 w 12192000"/>
              <a:gd name="connsiteY209" fmla="*/ 2154014 h 2237474"/>
              <a:gd name="connsiteX210" fmla="*/ 273386 w 12192000"/>
              <a:gd name="connsiteY210" fmla="*/ 2142551 h 2237474"/>
              <a:gd name="connsiteX211" fmla="*/ 169207 w 12192000"/>
              <a:gd name="connsiteY211" fmla="*/ 2128100 h 2237474"/>
              <a:gd name="connsiteX212" fmla="*/ 93149 w 12192000"/>
              <a:gd name="connsiteY212" fmla="*/ 2105324 h 2237474"/>
              <a:gd name="connsiteX213" fmla="*/ 88109 w 12192000"/>
              <a:gd name="connsiteY213" fmla="*/ 2106704 h 2237474"/>
              <a:gd name="connsiteX214" fmla="*/ 80022 w 12192000"/>
              <a:gd name="connsiteY214" fmla="*/ 2107254 h 2237474"/>
              <a:gd name="connsiteX215" fmla="*/ 79717 w 12192000"/>
              <a:gd name="connsiteY215" fmla="*/ 2107046 h 2237474"/>
              <a:gd name="connsiteX216" fmla="*/ 72352 w 12192000"/>
              <a:gd name="connsiteY216" fmla="*/ 2107991 h 2237474"/>
              <a:gd name="connsiteX217" fmla="*/ 37645 w 12192000"/>
              <a:gd name="connsiteY217" fmla="*/ 2115401 h 2237474"/>
              <a:gd name="connsiteX218" fmla="*/ 4572 w 12192000"/>
              <a:gd name="connsiteY218" fmla="*/ 2111091 h 2237474"/>
              <a:gd name="connsiteX219" fmla="*/ 0 w 12192000"/>
              <a:gd name="connsiteY219" fmla="*/ 2110468 h 2237474"/>
              <a:gd name="connsiteX220" fmla="*/ 0 w 12192000"/>
              <a:gd name="connsiteY220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00499 w 12192000"/>
              <a:gd name="connsiteY34" fmla="*/ 954680 h 2237474"/>
              <a:gd name="connsiteX35" fmla="*/ 9428195 w 12192000"/>
              <a:gd name="connsiteY35" fmla="*/ 986225 h 2237474"/>
              <a:gd name="connsiteX36" fmla="*/ 9410017 w 12192000"/>
              <a:gd name="connsiteY36" fmla="*/ 993931 h 2237474"/>
              <a:gd name="connsiteX37" fmla="*/ 9392919 w 12192000"/>
              <a:gd name="connsiteY37" fmla="*/ 994656 h 2237474"/>
              <a:gd name="connsiteX38" fmla="*/ 9278619 w 12192000"/>
              <a:gd name="connsiteY38" fmla="*/ 1011878 h 2237474"/>
              <a:gd name="connsiteX39" fmla="*/ 9268019 w 12192000"/>
              <a:gd name="connsiteY39" fmla="*/ 1007442 h 2237474"/>
              <a:gd name="connsiteX40" fmla="*/ 9234662 w 12192000"/>
              <a:gd name="connsiteY40" fmla="*/ 1023056 h 2237474"/>
              <a:gd name="connsiteX41" fmla="*/ 9181033 w 12192000"/>
              <a:gd name="connsiteY41" fmla="*/ 1037921 h 2237474"/>
              <a:gd name="connsiteX42" fmla="*/ 9155969 w 12192000"/>
              <a:gd name="connsiteY42" fmla="*/ 1046804 h 2237474"/>
              <a:gd name="connsiteX43" fmla="*/ 9133985 w 12192000"/>
              <a:gd name="connsiteY43" fmla="*/ 1046450 h 2237474"/>
              <a:gd name="connsiteX44" fmla="*/ 9012987 w 12192000"/>
              <a:gd name="connsiteY44" fmla="*/ 1061986 h 2237474"/>
              <a:gd name="connsiteX45" fmla="*/ 8968445 w 12192000"/>
              <a:gd name="connsiteY45" fmla="*/ 1052169 h 2237474"/>
              <a:gd name="connsiteX46" fmla="*/ 8958984 w 12192000"/>
              <a:gd name="connsiteY46" fmla="*/ 1057212 h 2237474"/>
              <a:gd name="connsiteX47" fmla="*/ 8886001 w 12192000"/>
              <a:gd name="connsiteY47" fmla="*/ 1067468 h 2237474"/>
              <a:gd name="connsiteX48" fmla="*/ 8838610 w 12192000"/>
              <a:gd name="connsiteY48" fmla="*/ 1075091 h 2237474"/>
              <a:gd name="connsiteX49" fmla="*/ 8750383 w 12192000"/>
              <a:gd name="connsiteY49" fmla="*/ 1097387 h 2237474"/>
              <a:gd name="connsiteX50" fmla="*/ 8697365 w 12192000"/>
              <a:gd name="connsiteY50" fmla="*/ 1105869 h 2237474"/>
              <a:gd name="connsiteX51" fmla="*/ 8665605 w 12192000"/>
              <a:gd name="connsiteY51" fmla="*/ 1110791 h 2237474"/>
              <a:gd name="connsiteX52" fmla="*/ 8584946 w 12192000"/>
              <a:gd name="connsiteY52" fmla="*/ 1135226 h 2237474"/>
              <a:gd name="connsiteX53" fmla="*/ 8460755 w 12192000"/>
              <a:gd name="connsiteY53" fmla="*/ 1203427 h 2237474"/>
              <a:gd name="connsiteX54" fmla="*/ 8419755 w 12192000"/>
              <a:gd name="connsiteY54" fmla="*/ 1216260 h 2237474"/>
              <a:gd name="connsiteX55" fmla="*/ 8411626 w 12192000"/>
              <a:gd name="connsiteY55" fmla="*/ 1214397 h 2237474"/>
              <a:gd name="connsiteX56" fmla="*/ 8363469 w 12192000"/>
              <a:gd name="connsiteY56" fmla="*/ 1246658 h 2237474"/>
              <a:gd name="connsiteX57" fmla="*/ 8275497 w 12192000"/>
              <a:gd name="connsiteY57" fmla="*/ 1264396 h 2237474"/>
              <a:gd name="connsiteX58" fmla="*/ 8206287 w 12192000"/>
              <a:gd name="connsiteY58" fmla="*/ 1273060 h 2237474"/>
              <a:gd name="connsiteX59" fmla="*/ 8168705 w 12192000"/>
              <a:gd name="connsiteY59" fmla="*/ 1279956 h 2237474"/>
              <a:gd name="connsiteX60" fmla="*/ 8139997 w 12192000"/>
              <a:gd name="connsiteY60" fmla="*/ 1282713 h 2237474"/>
              <a:gd name="connsiteX61" fmla="*/ 8074238 w 12192000"/>
              <a:gd name="connsiteY61" fmla="*/ 1301895 h 2237474"/>
              <a:gd name="connsiteX62" fmla="*/ 7968292 w 12192000"/>
              <a:gd name="connsiteY62" fmla="*/ 1338779 h 2237474"/>
              <a:gd name="connsiteX63" fmla="*/ 7945122 w 12192000"/>
              <a:gd name="connsiteY63" fmla="*/ 1345477 h 2237474"/>
              <a:gd name="connsiteX64" fmla="*/ 7902328 w 12192000"/>
              <a:gd name="connsiteY64" fmla="*/ 1345865 h 2237474"/>
              <a:gd name="connsiteX65" fmla="*/ 7875879 w 12192000"/>
              <a:gd name="connsiteY65" fmla="*/ 1345646 h 2237474"/>
              <a:gd name="connsiteX66" fmla="*/ 7840612 w 12192000"/>
              <a:gd name="connsiteY66" fmla="*/ 1369373 h 2237474"/>
              <a:gd name="connsiteX67" fmla="*/ 7786819 w 12192000"/>
              <a:gd name="connsiteY67" fmla="*/ 1378970 h 2237474"/>
              <a:gd name="connsiteX68" fmla="*/ 7548172 w 12192000"/>
              <a:gd name="connsiteY68" fmla="*/ 1417460 h 2237474"/>
              <a:gd name="connsiteX69" fmla="*/ 7483437 w 12192000"/>
              <a:gd name="connsiteY69" fmla="*/ 1478152 h 2237474"/>
              <a:gd name="connsiteX70" fmla="*/ 7377870 w 12192000"/>
              <a:gd name="connsiteY70" fmla="*/ 1523319 h 2237474"/>
              <a:gd name="connsiteX71" fmla="*/ 7230737 w 12192000"/>
              <a:gd name="connsiteY71" fmla="*/ 1562633 h 2237474"/>
              <a:gd name="connsiteX72" fmla="*/ 7224458 w 12192000"/>
              <a:gd name="connsiteY72" fmla="*/ 1573008 h 2237474"/>
              <a:gd name="connsiteX73" fmla="*/ 7213486 w 12192000"/>
              <a:gd name="connsiteY73" fmla="*/ 1580987 h 2237474"/>
              <a:gd name="connsiteX74" fmla="*/ 7183121 w 12192000"/>
              <a:gd name="connsiteY74" fmla="*/ 1595162 h 2237474"/>
              <a:gd name="connsiteX75" fmla="*/ 7164601 w 12192000"/>
              <a:gd name="connsiteY75" fmla="*/ 1606490 h 2237474"/>
              <a:gd name="connsiteX76" fmla="*/ 7114651 w 12192000"/>
              <a:gd name="connsiteY76" fmla="*/ 1620959 h 2237474"/>
              <a:gd name="connsiteX77" fmla="*/ 7092727 w 12192000"/>
              <a:gd name="connsiteY77" fmla="*/ 1623628 h 2237474"/>
              <a:gd name="connsiteX78" fmla="*/ 7031309 w 12192000"/>
              <a:gd name="connsiteY78" fmla="*/ 1619451 h 2237474"/>
              <a:gd name="connsiteX79" fmla="*/ 6999084 w 12192000"/>
              <a:gd name="connsiteY79" fmla="*/ 1634317 h 2237474"/>
              <a:gd name="connsiteX80" fmla="*/ 6992107 w 12192000"/>
              <a:gd name="connsiteY80" fmla="*/ 1636860 h 2237474"/>
              <a:gd name="connsiteX81" fmla="*/ 6991765 w 12192000"/>
              <a:gd name="connsiteY81" fmla="*/ 1636725 h 2237474"/>
              <a:gd name="connsiteX82" fmla="*/ 6900177 w 12192000"/>
              <a:gd name="connsiteY82" fmla="*/ 1636016 h 2237474"/>
              <a:gd name="connsiteX83" fmla="*/ 6795372 w 12192000"/>
              <a:gd name="connsiteY83" fmla="*/ 1644845 h 2237474"/>
              <a:gd name="connsiteX84" fmla="*/ 6692251 w 12192000"/>
              <a:gd name="connsiteY84" fmla="*/ 1656357 h 2237474"/>
              <a:gd name="connsiteX85" fmla="*/ 6655235 w 12192000"/>
              <a:gd name="connsiteY85" fmla="*/ 1661869 h 2237474"/>
              <a:gd name="connsiteX86" fmla="*/ 6587857 w 12192000"/>
              <a:gd name="connsiteY86" fmla="*/ 1665769 h 2237474"/>
              <a:gd name="connsiteX87" fmla="*/ 6554894 w 12192000"/>
              <a:gd name="connsiteY87" fmla="*/ 1664428 h 2237474"/>
              <a:gd name="connsiteX88" fmla="*/ 6516595 w 12192000"/>
              <a:gd name="connsiteY88" fmla="*/ 1667475 h 2237474"/>
              <a:gd name="connsiteX89" fmla="*/ 6508541 w 12192000"/>
              <a:gd name="connsiteY89" fmla="*/ 1668757 h 2237474"/>
              <a:gd name="connsiteX90" fmla="*/ 6471012 w 12192000"/>
              <a:gd name="connsiteY90" fmla="*/ 1678604 h 2237474"/>
              <a:gd name="connsiteX91" fmla="*/ 6415265 w 12192000"/>
              <a:gd name="connsiteY91" fmla="*/ 1665317 h 2237474"/>
              <a:gd name="connsiteX92" fmla="*/ 6364035 w 12192000"/>
              <a:gd name="connsiteY92" fmla="*/ 1667683 h 2237474"/>
              <a:gd name="connsiteX93" fmla="*/ 6280959 w 12192000"/>
              <a:gd name="connsiteY93" fmla="*/ 1689329 h 2237474"/>
              <a:gd name="connsiteX94" fmla="*/ 6243319 w 12192000"/>
              <a:gd name="connsiteY94" fmla="*/ 1695560 h 2237474"/>
              <a:gd name="connsiteX95" fmla="*/ 6098321 w 12192000"/>
              <a:gd name="connsiteY95" fmla="*/ 1721646 h 2237474"/>
              <a:gd name="connsiteX96" fmla="*/ 5880652 w 12192000"/>
              <a:gd name="connsiteY96" fmla="*/ 1779643 h 2237474"/>
              <a:gd name="connsiteX97" fmla="*/ 5785959 w 12192000"/>
              <a:gd name="connsiteY97" fmla="*/ 1775307 h 2237474"/>
              <a:gd name="connsiteX98" fmla="*/ 5643534 w 12192000"/>
              <a:gd name="connsiteY98" fmla="*/ 1802919 h 2237474"/>
              <a:gd name="connsiteX99" fmla="*/ 5518799 w 12192000"/>
              <a:gd name="connsiteY99" fmla="*/ 1818312 h 2237474"/>
              <a:gd name="connsiteX100" fmla="*/ 5505014 w 12192000"/>
              <a:gd name="connsiteY100" fmla="*/ 1819259 h 2237474"/>
              <a:gd name="connsiteX101" fmla="*/ 5453307 w 12192000"/>
              <a:gd name="connsiteY101" fmla="*/ 1815450 h 2237474"/>
              <a:gd name="connsiteX102" fmla="*/ 5364192 w 12192000"/>
              <a:gd name="connsiteY102" fmla="*/ 1826074 h 2237474"/>
              <a:gd name="connsiteX103" fmla="*/ 5350380 w 12192000"/>
              <a:gd name="connsiteY103" fmla="*/ 1830891 h 2237474"/>
              <a:gd name="connsiteX104" fmla="*/ 5259633 w 12192000"/>
              <a:gd name="connsiteY104" fmla="*/ 1837160 h 2237474"/>
              <a:gd name="connsiteX105" fmla="*/ 5197513 w 12192000"/>
              <a:gd name="connsiteY105" fmla="*/ 1844718 h 2237474"/>
              <a:gd name="connsiteX106" fmla="*/ 5168852 w 12192000"/>
              <a:gd name="connsiteY106" fmla="*/ 1844846 h 2237474"/>
              <a:gd name="connsiteX107" fmla="*/ 5114927 w 12192000"/>
              <a:gd name="connsiteY107" fmla="*/ 1847827 h 2237474"/>
              <a:gd name="connsiteX108" fmla="*/ 5108970 w 12192000"/>
              <a:gd name="connsiteY108" fmla="*/ 1847935 h 2237474"/>
              <a:gd name="connsiteX109" fmla="*/ 5067961 w 12192000"/>
              <a:gd name="connsiteY109" fmla="*/ 1845917 h 2237474"/>
              <a:gd name="connsiteX110" fmla="*/ 5007075 w 12192000"/>
              <a:gd name="connsiteY110" fmla="*/ 1838626 h 2237474"/>
              <a:gd name="connsiteX111" fmla="*/ 4944087 w 12192000"/>
              <a:gd name="connsiteY111" fmla="*/ 1823332 h 2237474"/>
              <a:gd name="connsiteX112" fmla="*/ 4907662 w 12192000"/>
              <a:gd name="connsiteY112" fmla="*/ 1816900 h 2237474"/>
              <a:gd name="connsiteX113" fmla="*/ 4882386 w 12192000"/>
              <a:gd name="connsiteY113" fmla="*/ 1809844 h 2237474"/>
              <a:gd name="connsiteX114" fmla="*/ 4811440 w 12192000"/>
              <a:gd name="connsiteY114" fmla="*/ 1804655 h 2237474"/>
              <a:gd name="connsiteX115" fmla="*/ 4691075 w 12192000"/>
              <a:gd name="connsiteY115" fmla="*/ 1801389 h 2237474"/>
              <a:gd name="connsiteX116" fmla="*/ 4611738 w 12192000"/>
              <a:gd name="connsiteY116" fmla="*/ 1776964 h 2237474"/>
              <a:gd name="connsiteX117" fmla="*/ 4560070 w 12192000"/>
              <a:gd name="connsiteY117" fmla="*/ 1785640 h 2237474"/>
              <a:gd name="connsiteX118" fmla="*/ 4536503 w 12192000"/>
              <a:gd name="connsiteY118" fmla="*/ 1785334 h 2237474"/>
              <a:gd name="connsiteX119" fmla="*/ 4513724 w 12192000"/>
              <a:gd name="connsiteY119" fmla="*/ 1791996 h 2237474"/>
              <a:gd name="connsiteX120" fmla="*/ 4459810 w 12192000"/>
              <a:gd name="connsiteY120" fmla="*/ 1797886 h 2237474"/>
              <a:gd name="connsiteX121" fmla="*/ 4379064 w 12192000"/>
              <a:gd name="connsiteY121" fmla="*/ 1817177 h 2237474"/>
              <a:gd name="connsiteX122" fmla="*/ 4319209 w 12192000"/>
              <a:gd name="connsiteY122" fmla="*/ 1834833 h 2237474"/>
              <a:gd name="connsiteX123" fmla="*/ 4290981 w 12192000"/>
              <a:gd name="connsiteY123" fmla="*/ 1839677 h 2237474"/>
              <a:gd name="connsiteX124" fmla="*/ 4285792 w 12192000"/>
              <a:gd name="connsiteY124" fmla="*/ 1836231 h 2237474"/>
              <a:gd name="connsiteX125" fmla="*/ 4238372 w 12192000"/>
              <a:gd name="connsiteY125" fmla="*/ 1851480 h 2237474"/>
              <a:gd name="connsiteX126" fmla="*/ 4232517 w 12192000"/>
              <a:gd name="connsiteY126" fmla="*/ 1852567 h 2237474"/>
              <a:gd name="connsiteX127" fmla="*/ 4191732 w 12192000"/>
              <a:gd name="connsiteY127" fmla="*/ 1857328 h 2237474"/>
              <a:gd name="connsiteX128" fmla="*/ 4065532 w 12192000"/>
              <a:gd name="connsiteY128" fmla="*/ 1855477 h 2237474"/>
              <a:gd name="connsiteX129" fmla="*/ 4028460 w 12192000"/>
              <a:gd name="connsiteY129" fmla="*/ 1855137 h 2237474"/>
              <a:gd name="connsiteX130" fmla="*/ 4002267 w 12192000"/>
              <a:gd name="connsiteY130" fmla="*/ 1852352 h 2237474"/>
              <a:gd name="connsiteX131" fmla="*/ 3931396 w 12192000"/>
              <a:gd name="connsiteY131" fmla="*/ 1858915 h 2237474"/>
              <a:gd name="connsiteX132" fmla="*/ 3812162 w 12192000"/>
              <a:gd name="connsiteY132" fmla="*/ 1875501 h 2237474"/>
              <a:gd name="connsiteX133" fmla="*/ 3729530 w 12192000"/>
              <a:gd name="connsiteY133" fmla="*/ 1864513 h 2237474"/>
              <a:gd name="connsiteX134" fmla="*/ 3680177 w 12192000"/>
              <a:gd name="connsiteY134" fmla="*/ 1881552 h 2237474"/>
              <a:gd name="connsiteX135" fmla="*/ 3567259 w 12192000"/>
              <a:gd name="connsiteY135" fmla="*/ 1893482 h 2237474"/>
              <a:gd name="connsiteX136" fmla="*/ 3405770 w 12192000"/>
              <a:gd name="connsiteY136" fmla="*/ 1904591 h 2237474"/>
              <a:gd name="connsiteX137" fmla="*/ 3280097 w 12192000"/>
              <a:gd name="connsiteY137" fmla="*/ 1919610 h 2237474"/>
              <a:gd name="connsiteX138" fmla="*/ 3123424 w 12192000"/>
              <a:gd name="connsiteY138" fmla="*/ 1952930 h 2237474"/>
              <a:gd name="connsiteX139" fmla="*/ 3009910 w 12192000"/>
              <a:gd name="connsiteY139" fmla="*/ 1957866 h 2237474"/>
              <a:gd name="connsiteX140" fmla="*/ 2995934 w 12192000"/>
              <a:gd name="connsiteY140" fmla="*/ 1967085 h 2237474"/>
              <a:gd name="connsiteX141" fmla="*/ 2980071 w 12192000"/>
              <a:gd name="connsiteY141" fmla="*/ 1972988 h 2237474"/>
              <a:gd name="connsiteX142" fmla="*/ 2978094 w 12192000"/>
              <a:gd name="connsiteY142" fmla="*/ 1972369 h 2237474"/>
              <a:gd name="connsiteX143" fmla="*/ 2942858 w 12192000"/>
              <a:gd name="connsiteY143" fmla="*/ 1981367 h 2237474"/>
              <a:gd name="connsiteX144" fmla="*/ 2875436 w 12192000"/>
              <a:gd name="connsiteY144" fmla="*/ 1996977 h 2237474"/>
              <a:gd name="connsiteX145" fmla="*/ 2874892 w 12192000"/>
              <a:gd name="connsiteY145" fmla="*/ 1996085 h 2237474"/>
              <a:gd name="connsiteX146" fmla="*/ 2864145 w 12192000"/>
              <a:gd name="connsiteY146" fmla="*/ 1994061 h 2237474"/>
              <a:gd name="connsiteX147" fmla="*/ 2843662 w 12192000"/>
              <a:gd name="connsiteY147" fmla="*/ 1992498 h 2237474"/>
              <a:gd name="connsiteX148" fmla="*/ 2796128 w 12192000"/>
              <a:gd name="connsiteY148" fmla="*/ 1976403 h 2237474"/>
              <a:gd name="connsiteX149" fmla="*/ 2756784 w 12192000"/>
              <a:gd name="connsiteY149" fmla="*/ 1985116 h 2237474"/>
              <a:gd name="connsiteX150" fmla="*/ 2748833 w 12192000"/>
              <a:gd name="connsiteY150" fmla="*/ 1986323 h 2237474"/>
              <a:gd name="connsiteX151" fmla="*/ 2748661 w 12192000"/>
              <a:gd name="connsiteY151" fmla="*/ 1986122 h 2237474"/>
              <a:gd name="connsiteX152" fmla="*/ 2740251 w 12192000"/>
              <a:gd name="connsiteY152" fmla="*/ 1986946 h 2237474"/>
              <a:gd name="connsiteX153" fmla="*/ 2718916 w 12192000"/>
              <a:gd name="connsiteY153" fmla="*/ 1990867 h 2237474"/>
              <a:gd name="connsiteX154" fmla="*/ 2713522 w 12192000"/>
              <a:gd name="connsiteY154" fmla="*/ 1990173 h 2237474"/>
              <a:gd name="connsiteX155" fmla="*/ 2680597 w 12192000"/>
              <a:gd name="connsiteY155" fmla="*/ 1984996 h 2237474"/>
              <a:gd name="connsiteX156" fmla="*/ 2578178 w 12192000"/>
              <a:gd name="connsiteY156" fmla="*/ 1990531 h 2237474"/>
              <a:gd name="connsiteX157" fmla="*/ 2476147 w 12192000"/>
              <a:gd name="connsiteY157" fmla="*/ 1998305 h 2237474"/>
              <a:gd name="connsiteX158" fmla="*/ 2373568 w 12192000"/>
              <a:gd name="connsiteY158" fmla="*/ 2003219 h 2237474"/>
              <a:gd name="connsiteX159" fmla="*/ 2321399 w 12192000"/>
              <a:gd name="connsiteY159" fmla="*/ 1989467 h 2237474"/>
              <a:gd name="connsiteX160" fmla="*/ 2315525 w 12192000"/>
              <a:gd name="connsiteY160" fmla="*/ 1989708 h 2237474"/>
              <a:gd name="connsiteX161" fmla="*/ 2300792 w 12192000"/>
              <a:gd name="connsiteY161" fmla="*/ 1994290 h 2237474"/>
              <a:gd name="connsiteX162" fmla="*/ 2295469 w 12192000"/>
              <a:gd name="connsiteY162" fmla="*/ 1996659 h 2237474"/>
              <a:gd name="connsiteX163" fmla="*/ 2287219 w 12192000"/>
              <a:gd name="connsiteY163" fmla="*/ 1998750 h 2237474"/>
              <a:gd name="connsiteX164" fmla="*/ 2286948 w 12192000"/>
              <a:gd name="connsiteY164" fmla="*/ 1998596 h 2237474"/>
              <a:gd name="connsiteX165" fmla="*/ 2243069 w 12192000"/>
              <a:gd name="connsiteY165" fmla="*/ 2015111 h 2237474"/>
              <a:gd name="connsiteX166" fmla="*/ 2186609 w 12192000"/>
              <a:gd name="connsiteY166" fmla="*/ 2008263 h 2237474"/>
              <a:gd name="connsiteX167" fmla="*/ 2164831 w 12192000"/>
              <a:gd name="connsiteY167" fmla="*/ 2010143 h 2237474"/>
              <a:gd name="connsiteX168" fmla="*/ 2152836 w 12192000"/>
              <a:gd name="connsiteY168" fmla="*/ 2010048 h 2237474"/>
              <a:gd name="connsiteX169" fmla="*/ 2117102 w 12192000"/>
              <a:gd name="connsiteY169" fmla="*/ 2023004 h 2237474"/>
              <a:gd name="connsiteX170" fmla="*/ 2111935 w 12192000"/>
              <a:gd name="connsiteY170" fmla="*/ 2023163 h 2237474"/>
              <a:gd name="connsiteX171" fmla="*/ 2089991 w 12192000"/>
              <a:gd name="connsiteY171" fmla="*/ 2034193 h 2237474"/>
              <a:gd name="connsiteX172" fmla="*/ 2058061 w 12192000"/>
              <a:gd name="connsiteY172" fmla="*/ 2047942 h 2237474"/>
              <a:gd name="connsiteX173" fmla="*/ 2055737 w 12192000"/>
              <a:gd name="connsiteY173" fmla="*/ 2047704 h 2237474"/>
              <a:gd name="connsiteX174" fmla="*/ 2042244 w 12192000"/>
              <a:gd name="connsiteY174" fmla="*/ 2055560 h 2237474"/>
              <a:gd name="connsiteX175" fmla="*/ 1976224 w 12192000"/>
              <a:gd name="connsiteY175" fmla="*/ 2074257 h 2237474"/>
              <a:gd name="connsiteX176" fmla="*/ 1877728 w 12192000"/>
              <a:gd name="connsiteY176" fmla="*/ 2101004 h 2237474"/>
              <a:gd name="connsiteX177" fmla="*/ 1759056 w 12192000"/>
              <a:gd name="connsiteY177" fmla="*/ 2125608 h 2237474"/>
              <a:gd name="connsiteX178" fmla="*/ 1637948 w 12192000"/>
              <a:gd name="connsiteY178" fmla="*/ 2172597 h 2237474"/>
              <a:gd name="connsiteX179" fmla="*/ 1434549 w 12192000"/>
              <a:gd name="connsiteY179" fmla="*/ 2234522 h 2237474"/>
              <a:gd name="connsiteX180" fmla="*/ 1398481 w 12192000"/>
              <a:gd name="connsiteY180" fmla="*/ 2237074 h 2237474"/>
              <a:gd name="connsiteX181" fmla="*/ 1398407 w 12192000"/>
              <a:gd name="connsiteY181" fmla="*/ 2237095 h 2237474"/>
              <a:gd name="connsiteX182" fmla="*/ 1370962 w 12192000"/>
              <a:gd name="connsiteY182" fmla="*/ 2237474 h 2237474"/>
              <a:gd name="connsiteX183" fmla="*/ 1356367 w 12192000"/>
              <a:gd name="connsiteY183" fmla="*/ 2235089 h 2237474"/>
              <a:gd name="connsiteX184" fmla="*/ 1324828 w 12192000"/>
              <a:gd name="connsiteY184" fmla="*/ 2231968 h 2237474"/>
              <a:gd name="connsiteX185" fmla="*/ 1297744 w 12192000"/>
              <a:gd name="connsiteY185" fmla="*/ 2235849 h 2237474"/>
              <a:gd name="connsiteX186" fmla="*/ 1286236 w 12192000"/>
              <a:gd name="connsiteY186" fmla="*/ 2233135 h 2237474"/>
              <a:gd name="connsiteX187" fmla="*/ 1283504 w 12192000"/>
              <a:gd name="connsiteY187" fmla="*/ 2233797 h 2237474"/>
              <a:gd name="connsiteX188" fmla="*/ 1279765 w 12192000"/>
              <a:gd name="connsiteY188" fmla="*/ 2229639 h 2237474"/>
              <a:gd name="connsiteX189" fmla="*/ 1195347 w 12192000"/>
              <a:gd name="connsiteY189" fmla="*/ 2212354 h 2237474"/>
              <a:gd name="connsiteX190" fmla="*/ 970251 w 12192000"/>
              <a:gd name="connsiteY190" fmla="*/ 2221029 h 2237474"/>
              <a:gd name="connsiteX191" fmla="*/ 812914 w 12192000"/>
              <a:gd name="connsiteY191" fmla="*/ 2202752 h 2237474"/>
              <a:gd name="connsiteX192" fmla="*/ 800195 w 12192000"/>
              <a:gd name="connsiteY192" fmla="*/ 2209407 h 2237474"/>
              <a:gd name="connsiteX193" fmla="*/ 784978 w 12192000"/>
              <a:gd name="connsiteY193" fmla="*/ 2212360 h 2237474"/>
              <a:gd name="connsiteX194" fmla="*/ 681987 w 12192000"/>
              <a:gd name="connsiteY194" fmla="*/ 2216757 h 2237474"/>
              <a:gd name="connsiteX195" fmla="*/ 669923 w 12192000"/>
              <a:gd name="connsiteY195" fmla="*/ 2211682 h 2237474"/>
              <a:gd name="connsiteX196" fmla="*/ 648680 w 12192000"/>
              <a:gd name="connsiteY196" fmla="*/ 2206229 h 2237474"/>
              <a:gd name="connsiteX197" fmla="*/ 597225 w 12192000"/>
              <a:gd name="connsiteY197" fmla="*/ 2180999 h 2237474"/>
              <a:gd name="connsiteX198" fmla="*/ 558449 w 12192000"/>
              <a:gd name="connsiteY198" fmla="*/ 2182346 h 2237474"/>
              <a:gd name="connsiteX199" fmla="*/ 550517 w 12192000"/>
              <a:gd name="connsiteY199" fmla="*/ 2182060 h 2237474"/>
              <a:gd name="connsiteX200" fmla="*/ 550309 w 12192000"/>
              <a:gd name="connsiteY200" fmla="*/ 2181825 h 2237474"/>
              <a:gd name="connsiteX201" fmla="*/ 541836 w 12192000"/>
              <a:gd name="connsiteY201" fmla="*/ 2181063 h 2237474"/>
              <a:gd name="connsiteX202" fmla="*/ 536057 w 12192000"/>
              <a:gd name="connsiteY202" fmla="*/ 2181537 h 2237474"/>
              <a:gd name="connsiteX203" fmla="*/ 520671 w 12192000"/>
              <a:gd name="connsiteY203" fmla="*/ 2180980 h 2237474"/>
              <a:gd name="connsiteX204" fmla="*/ 515024 w 12192000"/>
              <a:gd name="connsiteY204" fmla="*/ 2179258 h 2237474"/>
              <a:gd name="connsiteX205" fmla="*/ 512278 w 12192000"/>
              <a:gd name="connsiteY205" fmla="*/ 2176369 h 2237474"/>
              <a:gd name="connsiteX206" fmla="*/ 480419 w 12192000"/>
              <a:gd name="connsiteY206" fmla="*/ 2167807 h 2237474"/>
              <a:gd name="connsiteX207" fmla="*/ 413835 w 12192000"/>
              <a:gd name="connsiteY207" fmla="*/ 2156783 h 2237474"/>
              <a:gd name="connsiteX208" fmla="*/ 376513 w 12192000"/>
              <a:gd name="connsiteY208" fmla="*/ 2154014 h 2237474"/>
              <a:gd name="connsiteX209" fmla="*/ 273386 w 12192000"/>
              <a:gd name="connsiteY209" fmla="*/ 2142551 h 2237474"/>
              <a:gd name="connsiteX210" fmla="*/ 169207 w 12192000"/>
              <a:gd name="connsiteY210" fmla="*/ 2128100 h 2237474"/>
              <a:gd name="connsiteX211" fmla="*/ 93149 w 12192000"/>
              <a:gd name="connsiteY211" fmla="*/ 2105324 h 2237474"/>
              <a:gd name="connsiteX212" fmla="*/ 88109 w 12192000"/>
              <a:gd name="connsiteY212" fmla="*/ 2106704 h 2237474"/>
              <a:gd name="connsiteX213" fmla="*/ 80022 w 12192000"/>
              <a:gd name="connsiteY213" fmla="*/ 2107254 h 2237474"/>
              <a:gd name="connsiteX214" fmla="*/ 79717 w 12192000"/>
              <a:gd name="connsiteY214" fmla="*/ 2107046 h 2237474"/>
              <a:gd name="connsiteX215" fmla="*/ 72352 w 12192000"/>
              <a:gd name="connsiteY215" fmla="*/ 2107991 h 2237474"/>
              <a:gd name="connsiteX216" fmla="*/ 37645 w 12192000"/>
              <a:gd name="connsiteY216" fmla="*/ 2115401 h 2237474"/>
              <a:gd name="connsiteX217" fmla="*/ 4572 w 12192000"/>
              <a:gd name="connsiteY217" fmla="*/ 2111091 h 2237474"/>
              <a:gd name="connsiteX218" fmla="*/ 0 w 12192000"/>
              <a:gd name="connsiteY218" fmla="*/ 2110468 h 2237474"/>
              <a:gd name="connsiteX219" fmla="*/ 0 w 12192000"/>
              <a:gd name="connsiteY219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61459 w 12192000"/>
              <a:gd name="connsiteY27" fmla="*/ 862394 h 2237474"/>
              <a:gd name="connsiteX28" fmla="*/ 9705768 w 12192000"/>
              <a:gd name="connsiteY28" fmla="*/ 894610 h 2237474"/>
              <a:gd name="connsiteX29" fmla="*/ 9683005 w 12192000"/>
              <a:gd name="connsiteY29" fmla="*/ 894128 h 2237474"/>
              <a:gd name="connsiteX30" fmla="*/ 9594438 w 12192000"/>
              <a:gd name="connsiteY30" fmla="*/ 919051 h 2237474"/>
              <a:gd name="connsiteX31" fmla="*/ 9577033 w 12192000"/>
              <a:gd name="connsiteY31" fmla="*/ 922857 h 2237474"/>
              <a:gd name="connsiteX32" fmla="*/ 9544189 w 12192000"/>
              <a:gd name="connsiteY32" fmla="*/ 938966 h 2237474"/>
              <a:gd name="connsiteX33" fmla="*/ 9500499 w 12192000"/>
              <a:gd name="connsiteY33" fmla="*/ 954680 h 2237474"/>
              <a:gd name="connsiteX34" fmla="*/ 9428195 w 12192000"/>
              <a:gd name="connsiteY34" fmla="*/ 986225 h 2237474"/>
              <a:gd name="connsiteX35" fmla="*/ 9410017 w 12192000"/>
              <a:gd name="connsiteY35" fmla="*/ 993931 h 2237474"/>
              <a:gd name="connsiteX36" fmla="*/ 9392919 w 12192000"/>
              <a:gd name="connsiteY36" fmla="*/ 994656 h 2237474"/>
              <a:gd name="connsiteX37" fmla="*/ 9278619 w 12192000"/>
              <a:gd name="connsiteY37" fmla="*/ 1011878 h 2237474"/>
              <a:gd name="connsiteX38" fmla="*/ 9268019 w 12192000"/>
              <a:gd name="connsiteY38" fmla="*/ 1007442 h 2237474"/>
              <a:gd name="connsiteX39" fmla="*/ 9234662 w 12192000"/>
              <a:gd name="connsiteY39" fmla="*/ 1023056 h 2237474"/>
              <a:gd name="connsiteX40" fmla="*/ 9181033 w 12192000"/>
              <a:gd name="connsiteY40" fmla="*/ 1037921 h 2237474"/>
              <a:gd name="connsiteX41" fmla="*/ 9155969 w 12192000"/>
              <a:gd name="connsiteY41" fmla="*/ 1046804 h 2237474"/>
              <a:gd name="connsiteX42" fmla="*/ 9133985 w 12192000"/>
              <a:gd name="connsiteY42" fmla="*/ 1046450 h 2237474"/>
              <a:gd name="connsiteX43" fmla="*/ 9012987 w 12192000"/>
              <a:gd name="connsiteY43" fmla="*/ 1061986 h 2237474"/>
              <a:gd name="connsiteX44" fmla="*/ 8968445 w 12192000"/>
              <a:gd name="connsiteY44" fmla="*/ 1052169 h 2237474"/>
              <a:gd name="connsiteX45" fmla="*/ 8958984 w 12192000"/>
              <a:gd name="connsiteY45" fmla="*/ 1057212 h 2237474"/>
              <a:gd name="connsiteX46" fmla="*/ 8886001 w 12192000"/>
              <a:gd name="connsiteY46" fmla="*/ 1067468 h 2237474"/>
              <a:gd name="connsiteX47" fmla="*/ 8838610 w 12192000"/>
              <a:gd name="connsiteY47" fmla="*/ 1075091 h 2237474"/>
              <a:gd name="connsiteX48" fmla="*/ 8750383 w 12192000"/>
              <a:gd name="connsiteY48" fmla="*/ 1097387 h 2237474"/>
              <a:gd name="connsiteX49" fmla="*/ 8697365 w 12192000"/>
              <a:gd name="connsiteY49" fmla="*/ 1105869 h 2237474"/>
              <a:gd name="connsiteX50" fmla="*/ 8665605 w 12192000"/>
              <a:gd name="connsiteY50" fmla="*/ 1110791 h 2237474"/>
              <a:gd name="connsiteX51" fmla="*/ 8584946 w 12192000"/>
              <a:gd name="connsiteY51" fmla="*/ 1135226 h 2237474"/>
              <a:gd name="connsiteX52" fmla="*/ 8460755 w 12192000"/>
              <a:gd name="connsiteY52" fmla="*/ 1203427 h 2237474"/>
              <a:gd name="connsiteX53" fmla="*/ 8419755 w 12192000"/>
              <a:gd name="connsiteY53" fmla="*/ 1216260 h 2237474"/>
              <a:gd name="connsiteX54" fmla="*/ 8411626 w 12192000"/>
              <a:gd name="connsiteY54" fmla="*/ 1214397 h 2237474"/>
              <a:gd name="connsiteX55" fmla="*/ 8363469 w 12192000"/>
              <a:gd name="connsiteY55" fmla="*/ 1246658 h 2237474"/>
              <a:gd name="connsiteX56" fmla="*/ 8275497 w 12192000"/>
              <a:gd name="connsiteY56" fmla="*/ 1264396 h 2237474"/>
              <a:gd name="connsiteX57" fmla="*/ 8206287 w 12192000"/>
              <a:gd name="connsiteY57" fmla="*/ 1273060 h 2237474"/>
              <a:gd name="connsiteX58" fmla="*/ 8168705 w 12192000"/>
              <a:gd name="connsiteY58" fmla="*/ 1279956 h 2237474"/>
              <a:gd name="connsiteX59" fmla="*/ 8139997 w 12192000"/>
              <a:gd name="connsiteY59" fmla="*/ 1282713 h 2237474"/>
              <a:gd name="connsiteX60" fmla="*/ 8074238 w 12192000"/>
              <a:gd name="connsiteY60" fmla="*/ 1301895 h 2237474"/>
              <a:gd name="connsiteX61" fmla="*/ 7968292 w 12192000"/>
              <a:gd name="connsiteY61" fmla="*/ 1338779 h 2237474"/>
              <a:gd name="connsiteX62" fmla="*/ 7945122 w 12192000"/>
              <a:gd name="connsiteY62" fmla="*/ 1345477 h 2237474"/>
              <a:gd name="connsiteX63" fmla="*/ 7902328 w 12192000"/>
              <a:gd name="connsiteY63" fmla="*/ 1345865 h 2237474"/>
              <a:gd name="connsiteX64" fmla="*/ 7875879 w 12192000"/>
              <a:gd name="connsiteY64" fmla="*/ 1345646 h 2237474"/>
              <a:gd name="connsiteX65" fmla="*/ 7840612 w 12192000"/>
              <a:gd name="connsiteY65" fmla="*/ 1369373 h 2237474"/>
              <a:gd name="connsiteX66" fmla="*/ 7786819 w 12192000"/>
              <a:gd name="connsiteY66" fmla="*/ 1378970 h 2237474"/>
              <a:gd name="connsiteX67" fmla="*/ 7548172 w 12192000"/>
              <a:gd name="connsiteY67" fmla="*/ 1417460 h 2237474"/>
              <a:gd name="connsiteX68" fmla="*/ 7483437 w 12192000"/>
              <a:gd name="connsiteY68" fmla="*/ 1478152 h 2237474"/>
              <a:gd name="connsiteX69" fmla="*/ 7377870 w 12192000"/>
              <a:gd name="connsiteY69" fmla="*/ 1523319 h 2237474"/>
              <a:gd name="connsiteX70" fmla="*/ 7230737 w 12192000"/>
              <a:gd name="connsiteY70" fmla="*/ 1562633 h 2237474"/>
              <a:gd name="connsiteX71" fmla="*/ 7224458 w 12192000"/>
              <a:gd name="connsiteY71" fmla="*/ 1573008 h 2237474"/>
              <a:gd name="connsiteX72" fmla="*/ 7213486 w 12192000"/>
              <a:gd name="connsiteY72" fmla="*/ 1580987 h 2237474"/>
              <a:gd name="connsiteX73" fmla="*/ 7183121 w 12192000"/>
              <a:gd name="connsiteY73" fmla="*/ 1595162 h 2237474"/>
              <a:gd name="connsiteX74" fmla="*/ 7164601 w 12192000"/>
              <a:gd name="connsiteY74" fmla="*/ 1606490 h 2237474"/>
              <a:gd name="connsiteX75" fmla="*/ 7114651 w 12192000"/>
              <a:gd name="connsiteY75" fmla="*/ 1620959 h 2237474"/>
              <a:gd name="connsiteX76" fmla="*/ 7092727 w 12192000"/>
              <a:gd name="connsiteY76" fmla="*/ 1623628 h 2237474"/>
              <a:gd name="connsiteX77" fmla="*/ 7031309 w 12192000"/>
              <a:gd name="connsiteY77" fmla="*/ 1619451 h 2237474"/>
              <a:gd name="connsiteX78" fmla="*/ 6999084 w 12192000"/>
              <a:gd name="connsiteY78" fmla="*/ 1634317 h 2237474"/>
              <a:gd name="connsiteX79" fmla="*/ 6992107 w 12192000"/>
              <a:gd name="connsiteY79" fmla="*/ 1636860 h 2237474"/>
              <a:gd name="connsiteX80" fmla="*/ 6991765 w 12192000"/>
              <a:gd name="connsiteY80" fmla="*/ 1636725 h 2237474"/>
              <a:gd name="connsiteX81" fmla="*/ 6900177 w 12192000"/>
              <a:gd name="connsiteY81" fmla="*/ 1636016 h 2237474"/>
              <a:gd name="connsiteX82" fmla="*/ 6795372 w 12192000"/>
              <a:gd name="connsiteY82" fmla="*/ 1644845 h 2237474"/>
              <a:gd name="connsiteX83" fmla="*/ 6692251 w 12192000"/>
              <a:gd name="connsiteY83" fmla="*/ 1656357 h 2237474"/>
              <a:gd name="connsiteX84" fmla="*/ 6655235 w 12192000"/>
              <a:gd name="connsiteY84" fmla="*/ 1661869 h 2237474"/>
              <a:gd name="connsiteX85" fmla="*/ 6587857 w 12192000"/>
              <a:gd name="connsiteY85" fmla="*/ 1665769 h 2237474"/>
              <a:gd name="connsiteX86" fmla="*/ 6554894 w 12192000"/>
              <a:gd name="connsiteY86" fmla="*/ 1664428 h 2237474"/>
              <a:gd name="connsiteX87" fmla="*/ 6516595 w 12192000"/>
              <a:gd name="connsiteY87" fmla="*/ 1667475 h 2237474"/>
              <a:gd name="connsiteX88" fmla="*/ 6508541 w 12192000"/>
              <a:gd name="connsiteY88" fmla="*/ 1668757 h 2237474"/>
              <a:gd name="connsiteX89" fmla="*/ 6471012 w 12192000"/>
              <a:gd name="connsiteY89" fmla="*/ 1678604 h 2237474"/>
              <a:gd name="connsiteX90" fmla="*/ 6415265 w 12192000"/>
              <a:gd name="connsiteY90" fmla="*/ 1665317 h 2237474"/>
              <a:gd name="connsiteX91" fmla="*/ 6364035 w 12192000"/>
              <a:gd name="connsiteY91" fmla="*/ 1667683 h 2237474"/>
              <a:gd name="connsiteX92" fmla="*/ 6280959 w 12192000"/>
              <a:gd name="connsiteY92" fmla="*/ 1689329 h 2237474"/>
              <a:gd name="connsiteX93" fmla="*/ 6243319 w 12192000"/>
              <a:gd name="connsiteY93" fmla="*/ 1695560 h 2237474"/>
              <a:gd name="connsiteX94" fmla="*/ 6098321 w 12192000"/>
              <a:gd name="connsiteY94" fmla="*/ 1721646 h 2237474"/>
              <a:gd name="connsiteX95" fmla="*/ 5880652 w 12192000"/>
              <a:gd name="connsiteY95" fmla="*/ 1779643 h 2237474"/>
              <a:gd name="connsiteX96" fmla="*/ 5785959 w 12192000"/>
              <a:gd name="connsiteY96" fmla="*/ 1775307 h 2237474"/>
              <a:gd name="connsiteX97" fmla="*/ 5643534 w 12192000"/>
              <a:gd name="connsiteY97" fmla="*/ 1802919 h 2237474"/>
              <a:gd name="connsiteX98" fmla="*/ 5518799 w 12192000"/>
              <a:gd name="connsiteY98" fmla="*/ 1818312 h 2237474"/>
              <a:gd name="connsiteX99" fmla="*/ 5505014 w 12192000"/>
              <a:gd name="connsiteY99" fmla="*/ 1819259 h 2237474"/>
              <a:gd name="connsiteX100" fmla="*/ 5453307 w 12192000"/>
              <a:gd name="connsiteY100" fmla="*/ 1815450 h 2237474"/>
              <a:gd name="connsiteX101" fmla="*/ 5364192 w 12192000"/>
              <a:gd name="connsiteY101" fmla="*/ 1826074 h 2237474"/>
              <a:gd name="connsiteX102" fmla="*/ 5350380 w 12192000"/>
              <a:gd name="connsiteY102" fmla="*/ 1830891 h 2237474"/>
              <a:gd name="connsiteX103" fmla="*/ 5259633 w 12192000"/>
              <a:gd name="connsiteY103" fmla="*/ 1837160 h 2237474"/>
              <a:gd name="connsiteX104" fmla="*/ 5197513 w 12192000"/>
              <a:gd name="connsiteY104" fmla="*/ 1844718 h 2237474"/>
              <a:gd name="connsiteX105" fmla="*/ 5168852 w 12192000"/>
              <a:gd name="connsiteY105" fmla="*/ 1844846 h 2237474"/>
              <a:gd name="connsiteX106" fmla="*/ 5114927 w 12192000"/>
              <a:gd name="connsiteY106" fmla="*/ 1847827 h 2237474"/>
              <a:gd name="connsiteX107" fmla="*/ 5108970 w 12192000"/>
              <a:gd name="connsiteY107" fmla="*/ 1847935 h 2237474"/>
              <a:gd name="connsiteX108" fmla="*/ 5067961 w 12192000"/>
              <a:gd name="connsiteY108" fmla="*/ 1845917 h 2237474"/>
              <a:gd name="connsiteX109" fmla="*/ 5007075 w 12192000"/>
              <a:gd name="connsiteY109" fmla="*/ 1838626 h 2237474"/>
              <a:gd name="connsiteX110" fmla="*/ 4944087 w 12192000"/>
              <a:gd name="connsiteY110" fmla="*/ 1823332 h 2237474"/>
              <a:gd name="connsiteX111" fmla="*/ 4907662 w 12192000"/>
              <a:gd name="connsiteY111" fmla="*/ 1816900 h 2237474"/>
              <a:gd name="connsiteX112" fmla="*/ 4882386 w 12192000"/>
              <a:gd name="connsiteY112" fmla="*/ 1809844 h 2237474"/>
              <a:gd name="connsiteX113" fmla="*/ 4811440 w 12192000"/>
              <a:gd name="connsiteY113" fmla="*/ 1804655 h 2237474"/>
              <a:gd name="connsiteX114" fmla="*/ 4691075 w 12192000"/>
              <a:gd name="connsiteY114" fmla="*/ 1801389 h 2237474"/>
              <a:gd name="connsiteX115" fmla="*/ 4611738 w 12192000"/>
              <a:gd name="connsiteY115" fmla="*/ 1776964 h 2237474"/>
              <a:gd name="connsiteX116" fmla="*/ 4560070 w 12192000"/>
              <a:gd name="connsiteY116" fmla="*/ 1785640 h 2237474"/>
              <a:gd name="connsiteX117" fmla="*/ 4536503 w 12192000"/>
              <a:gd name="connsiteY117" fmla="*/ 1785334 h 2237474"/>
              <a:gd name="connsiteX118" fmla="*/ 4513724 w 12192000"/>
              <a:gd name="connsiteY118" fmla="*/ 1791996 h 2237474"/>
              <a:gd name="connsiteX119" fmla="*/ 4459810 w 12192000"/>
              <a:gd name="connsiteY119" fmla="*/ 1797886 h 2237474"/>
              <a:gd name="connsiteX120" fmla="*/ 4379064 w 12192000"/>
              <a:gd name="connsiteY120" fmla="*/ 1817177 h 2237474"/>
              <a:gd name="connsiteX121" fmla="*/ 4319209 w 12192000"/>
              <a:gd name="connsiteY121" fmla="*/ 1834833 h 2237474"/>
              <a:gd name="connsiteX122" fmla="*/ 4290981 w 12192000"/>
              <a:gd name="connsiteY122" fmla="*/ 1839677 h 2237474"/>
              <a:gd name="connsiteX123" fmla="*/ 4285792 w 12192000"/>
              <a:gd name="connsiteY123" fmla="*/ 1836231 h 2237474"/>
              <a:gd name="connsiteX124" fmla="*/ 4238372 w 12192000"/>
              <a:gd name="connsiteY124" fmla="*/ 1851480 h 2237474"/>
              <a:gd name="connsiteX125" fmla="*/ 4232517 w 12192000"/>
              <a:gd name="connsiteY125" fmla="*/ 1852567 h 2237474"/>
              <a:gd name="connsiteX126" fmla="*/ 4191732 w 12192000"/>
              <a:gd name="connsiteY126" fmla="*/ 1857328 h 2237474"/>
              <a:gd name="connsiteX127" fmla="*/ 4065532 w 12192000"/>
              <a:gd name="connsiteY127" fmla="*/ 1855477 h 2237474"/>
              <a:gd name="connsiteX128" fmla="*/ 4028460 w 12192000"/>
              <a:gd name="connsiteY128" fmla="*/ 1855137 h 2237474"/>
              <a:gd name="connsiteX129" fmla="*/ 4002267 w 12192000"/>
              <a:gd name="connsiteY129" fmla="*/ 1852352 h 2237474"/>
              <a:gd name="connsiteX130" fmla="*/ 3931396 w 12192000"/>
              <a:gd name="connsiteY130" fmla="*/ 1858915 h 2237474"/>
              <a:gd name="connsiteX131" fmla="*/ 3812162 w 12192000"/>
              <a:gd name="connsiteY131" fmla="*/ 1875501 h 2237474"/>
              <a:gd name="connsiteX132" fmla="*/ 3729530 w 12192000"/>
              <a:gd name="connsiteY132" fmla="*/ 1864513 h 2237474"/>
              <a:gd name="connsiteX133" fmla="*/ 3680177 w 12192000"/>
              <a:gd name="connsiteY133" fmla="*/ 1881552 h 2237474"/>
              <a:gd name="connsiteX134" fmla="*/ 3567259 w 12192000"/>
              <a:gd name="connsiteY134" fmla="*/ 1893482 h 2237474"/>
              <a:gd name="connsiteX135" fmla="*/ 3405770 w 12192000"/>
              <a:gd name="connsiteY135" fmla="*/ 1904591 h 2237474"/>
              <a:gd name="connsiteX136" fmla="*/ 3280097 w 12192000"/>
              <a:gd name="connsiteY136" fmla="*/ 1919610 h 2237474"/>
              <a:gd name="connsiteX137" fmla="*/ 3123424 w 12192000"/>
              <a:gd name="connsiteY137" fmla="*/ 1952930 h 2237474"/>
              <a:gd name="connsiteX138" fmla="*/ 3009910 w 12192000"/>
              <a:gd name="connsiteY138" fmla="*/ 1957866 h 2237474"/>
              <a:gd name="connsiteX139" fmla="*/ 2995934 w 12192000"/>
              <a:gd name="connsiteY139" fmla="*/ 1967085 h 2237474"/>
              <a:gd name="connsiteX140" fmla="*/ 2980071 w 12192000"/>
              <a:gd name="connsiteY140" fmla="*/ 1972988 h 2237474"/>
              <a:gd name="connsiteX141" fmla="*/ 2978094 w 12192000"/>
              <a:gd name="connsiteY141" fmla="*/ 1972369 h 2237474"/>
              <a:gd name="connsiteX142" fmla="*/ 2942858 w 12192000"/>
              <a:gd name="connsiteY142" fmla="*/ 1981367 h 2237474"/>
              <a:gd name="connsiteX143" fmla="*/ 2875436 w 12192000"/>
              <a:gd name="connsiteY143" fmla="*/ 1996977 h 2237474"/>
              <a:gd name="connsiteX144" fmla="*/ 2874892 w 12192000"/>
              <a:gd name="connsiteY144" fmla="*/ 1996085 h 2237474"/>
              <a:gd name="connsiteX145" fmla="*/ 2864145 w 12192000"/>
              <a:gd name="connsiteY145" fmla="*/ 1994061 h 2237474"/>
              <a:gd name="connsiteX146" fmla="*/ 2843662 w 12192000"/>
              <a:gd name="connsiteY146" fmla="*/ 1992498 h 2237474"/>
              <a:gd name="connsiteX147" fmla="*/ 2796128 w 12192000"/>
              <a:gd name="connsiteY147" fmla="*/ 1976403 h 2237474"/>
              <a:gd name="connsiteX148" fmla="*/ 2756784 w 12192000"/>
              <a:gd name="connsiteY148" fmla="*/ 1985116 h 2237474"/>
              <a:gd name="connsiteX149" fmla="*/ 2748833 w 12192000"/>
              <a:gd name="connsiteY149" fmla="*/ 1986323 h 2237474"/>
              <a:gd name="connsiteX150" fmla="*/ 2748661 w 12192000"/>
              <a:gd name="connsiteY150" fmla="*/ 1986122 h 2237474"/>
              <a:gd name="connsiteX151" fmla="*/ 2740251 w 12192000"/>
              <a:gd name="connsiteY151" fmla="*/ 1986946 h 2237474"/>
              <a:gd name="connsiteX152" fmla="*/ 2718916 w 12192000"/>
              <a:gd name="connsiteY152" fmla="*/ 1990867 h 2237474"/>
              <a:gd name="connsiteX153" fmla="*/ 2713522 w 12192000"/>
              <a:gd name="connsiteY153" fmla="*/ 1990173 h 2237474"/>
              <a:gd name="connsiteX154" fmla="*/ 2680597 w 12192000"/>
              <a:gd name="connsiteY154" fmla="*/ 1984996 h 2237474"/>
              <a:gd name="connsiteX155" fmla="*/ 2578178 w 12192000"/>
              <a:gd name="connsiteY155" fmla="*/ 1990531 h 2237474"/>
              <a:gd name="connsiteX156" fmla="*/ 2476147 w 12192000"/>
              <a:gd name="connsiteY156" fmla="*/ 1998305 h 2237474"/>
              <a:gd name="connsiteX157" fmla="*/ 2373568 w 12192000"/>
              <a:gd name="connsiteY157" fmla="*/ 2003219 h 2237474"/>
              <a:gd name="connsiteX158" fmla="*/ 2321399 w 12192000"/>
              <a:gd name="connsiteY158" fmla="*/ 1989467 h 2237474"/>
              <a:gd name="connsiteX159" fmla="*/ 2315525 w 12192000"/>
              <a:gd name="connsiteY159" fmla="*/ 1989708 h 2237474"/>
              <a:gd name="connsiteX160" fmla="*/ 2300792 w 12192000"/>
              <a:gd name="connsiteY160" fmla="*/ 1994290 h 2237474"/>
              <a:gd name="connsiteX161" fmla="*/ 2295469 w 12192000"/>
              <a:gd name="connsiteY161" fmla="*/ 1996659 h 2237474"/>
              <a:gd name="connsiteX162" fmla="*/ 2287219 w 12192000"/>
              <a:gd name="connsiteY162" fmla="*/ 1998750 h 2237474"/>
              <a:gd name="connsiteX163" fmla="*/ 2286948 w 12192000"/>
              <a:gd name="connsiteY163" fmla="*/ 1998596 h 2237474"/>
              <a:gd name="connsiteX164" fmla="*/ 2243069 w 12192000"/>
              <a:gd name="connsiteY164" fmla="*/ 2015111 h 2237474"/>
              <a:gd name="connsiteX165" fmla="*/ 2186609 w 12192000"/>
              <a:gd name="connsiteY165" fmla="*/ 2008263 h 2237474"/>
              <a:gd name="connsiteX166" fmla="*/ 2164831 w 12192000"/>
              <a:gd name="connsiteY166" fmla="*/ 2010143 h 2237474"/>
              <a:gd name="connsiteX167" fmla="*/ 2152836 w 12192000"/>
              <a:gd name="connsiteY167" fmla="*/ 2010048 h 2237474"/>
              <a:gd name="connsiteX168" fmla="*/ 2117102 w 12192000"/>
              <a:gd name="connsiteY168" fmla="*/ 2023004 h 2237474"/>
              <a:gd name="connsiteX169" fmla="*/ 2111935 w 12192000"/>
              <a:gd name="connsiteY169" fmla="*/ 2023163 h 2237474"/>
              <a:gd name="connsiteX170" fmla="*/ 2089991 w 12192000"/>
              <a:gd name="connsiteY170" fmla="*/ 2034193 h 2237474"/>
              <a:gd name="connsiteX171" fmla="*/ 2058061 w 12192000"/>
              <a:gd name="connsiteY171" fmla="*/ 2047942 h 2237474"/>
              <a:gd name="connsiteX172" fmla="*/ 2055737 w 12192000"/>
              <a:gd name="connsiteY172" fmla="*/ 2047704 h 2237474"/>
              <a:gd name="connsiteX173" fmla="*/ 2042244 w 12192000"/>
              <a:gd name="connsiteY173" fmla="*/ 2055560 h 2237474"/>
              <a:gd name="connsiteX174" fmla="*/ 1976224 w 12192000"/>
              <a:gd name="connsiteY174" fmla="*/ 2074257 h 2237474"/>
              <a:gd name="connsiteX175" fmla="*/ 1877728 w 12192000"/>
              <a:gd name="connsiteY175" fmla="*/ 2101004 h 2237474"/>
              <a:gd name="connsiteX176" fmla="*/ 1759056 w 12192000"/>
              <a:gd name="connsiteY176" fmla="*/ 2125608 h 2237474"/>
              <a:gd name="connsiteX177" fmla="*/ 1637948 w 12192000"/>
              <a:gd name="connsiteY177" fmla="*/ 2172597 h 2237474"/>
              <a:gd name="connsiteX178" fmla="*/ 1434549 w 12192000"/>
              <a:gd name="connsiteY178" fmla="*/ 2234522 h 2237474"/>
              <a:gd name="connsiteX179" fmla="*/ 1398481 w 12192000"/>
              <a:gd name="connsiteY179" fmla="*/ 2237074 h 2237474"/>
              <a:gd name="connsiteX180" fmla="*/ 1398407 w 12192000"/>
              <a:gd name="connsiteY180" fmla="*/ 2237095 h 2237474"/>
              <a:gd name="connsiteX181" fmla="*/ 1370962 w 12192000"/>
              <a:gd name="connsiteY181" fmla="*/ 2237474 h 2237474"/>
              <a:gd name="connsiteX182" fmla="*/ 1356367 w 12192000"/>
              <a:gd name="connsiteY182" fmla="*/ 2235089 h 2237474"/>
              <a:gd name="connsiteX183" fmla="*/ 1324828 w 12192000"/>
              <a:gd name="connsiteY183" fmla="*/ 2231968 h 2237474"/>
              <a:gd name="connsiteX184" fmla="*/ 1297744 w 12192000"/>
              <a:gd name="connsiteY184" fmla="*/ 2235849 h 2237474"/>
              <a:gd name="connsiteX185" fmla="*/ 1286236 w 12192000"/>
              <a:gd name="connsiteY185" fmla="*/ 2233135 h 2237474"/>
              <a:gd name="connsiteX186" fmla="*/ 1283504 w 12192000"/>
              <a:gd name="connsiteY186" fmla="*/ 2233797 h 2237474"/>
              <a:gd name="connsiteX187" fmla="*/ 1279765 w 12192000"/>
              <a:gd name="connsiteY187" fmla="*/ 2229639 h 2237474"/>
              <a:gd name="connsiteX188" fmla="*/ 1195347 w 12192000"/>
              <a:gd name="connsiteY188" fmla="*/ 2212354 h 2237474"/>
              <a:gd name="connsiteX189" fmla="*/ 970251 w 12192000"/>
              <a:gd name="connsiteY189" fmla="*/ 2221029 h 2237474"/>
              <a:gd name="connsiteX190" fmla="*/ 812914 w 12192000"/>
              <a:gd name="connsiteY190" fmla="*/ 2202752 h 2237474"/>
              <a:gd name="connsiteX191" fmla="*/ 800195 w 12192000"/>
              <a:gd name="connsiteY191" fmla="*/ 2209407 h 2237474"/>
              <a:gd name="connsiteX192" fmla="*/ 784978 w 12192000"/>
              <a:gd name="connsiteY192" fmla="*/ 2212360 h 2237474"/>
              <a:gd name="connsiteX193" fmla="*/ 681987 w 12192000"/>
              <a:gd name="connsiteY193" fmla="*/ 2216757 h 2237474"/>
              <a:gd name="connsiteX194" fmla="*/ 669923 w 12192000"/>
              <a:gd name="connsiteY194" fmla="*/ 2211682 h 2237474"/>
              <a:gd name="connsiteX195" fmla="*/ 648680 w 12192000"/>
              <a:gd name="connsiteY195" fmla="*/ 2206229 h 2237474"/>
              <a:gd name="connsiteX196" fmla="*/ 597225 w 12192000"/>
              <a:gd name="connsiteY196" fmla="*/ 2180999 h 2237474"/>
              <a:gd name="connsiteX197" fmla="*/ 558449 w 12192000"/>
              <a:gd name="connsiteY197" fmla="*/ 2182346 h 2237474"/>
              <a:gd name="connsiteX198" fmla="*/ 550517 w 12192000"/>
              <a:gd name="connsiteY198" fmla="*/ 2182060 h 2237474"/>
              <a:gd name="connsiteX199" fmla="*/ 550309 w 12192000"/>
              <a:gd name="connsiteY199" fmla="*/ 2181825 h 2237474"/>
              <a:gd name="connsiteX200" fmla="*/ 541836 w 12192000"/>
              <a:gd name="connsiteY200" fmla="*/ 2181063 h 2237474"/>
              <a:gd name="connsiteX201" fmla="*/ 536057 w 12192000"/>
              <a:gd name="connsiteY201" fmla="*/ 2181537 h 2237474"/>
              <a:gd name="connsiteX202" fmla="*/ 520671 w 12192000"/>
              <a:gd name="connsiteY202" fmla="*/ 2180980 h 2237474"/>
              <a:gd name="connsiteX203" fmla="*/ 515024 w 12192000"/>
              <a:gd name="connsiteY203" fmla="*/ 2179258 h 2237474"/>
              <a:gd name="connsiteX204" fmla="*/ 512278 w 12192000"/>
              <a:gd name="connsiteY204" fmla="*/ 2176369 h 2237474"/>
              <a:gd name="connsiteX205" fmla="*/ 480419 w 12192000"/>
              <a:gd name="connsiteY205" fmla="*/ 2167807 h 2237474"/>
              <a:gd name="connsiteX206" fmla="*/ 413835 w 12192000"/>
              <a:gd name="connsiteY206" fmla="*/ 2156783 h 2237474"/>
              <a:gd name="connsiteX207" fmla="*/ 376513 w 12192000"/>
              <a:gd name="connsiteY207" fmla="*/ 2154014 h 2237474"/>
              <a:gd name="connsiteX208" fmla="*/ 273386 w 12192000"/>
              <a:gd name="connsiteY208" fmla="*/ 2142551 h 2237474"/>
              <a:gd name="connsiteX209" fmla="*/ 169207 w 12192000"/>
              <a:gd name="connsiteY209" fmla="*/ 2128100 h 2237474"/>
              <a:gd name="connsiteX210" fmla="*/ 93149 w 12192000"/>
              <a:gd name="connsiteY210" fmla="*/ 2105324 h 2237474"/>
              <a:gd name="connsiteX211" fmla="*/ 88109 w 12192000"/>
              <a:gd name="connsiteY211" fmla="*/ 2106704 h 2237474"/>
              <a:gd name="connsiteX212" fmla="*/ 80022 w 12192000"/>
              <a:gd name="connsiteY212" fmla="*/ 2107254 h 2237474"/>
              <a:gd name="connsiteX213" fmla="*/ 79717 w 12192000"/>
              <a:gd name="connsiteY213" fmla="*/ 2107046 h 2237474"/>
              <a:gd name="connsiteX214" fmla="*/ 72352 w 12192000"/>
              <a:gd name="connsiteY214" fmla="*/ 2107991 h 2237474"/>
              <a:gd name="connsiteX215" fmla="*/ 37645 w 12192000"/>
              <a:gd name="connsiteY215" fmla="*/ 2115401 h 2237474"/>
              <a:gd name="connsiteX216" fmla="*/ 4572 w 12192000"/>
              <a:gd name="connsiteY216" fmla="*/ 2111091 h 2237474"/>
              <a:gd name="connsiteX217" fmla="*/ 0 w 12192000"/>
              <a:gd name="connsiteY217" fmla="*/ 2110468 h 2237474"/>
              <a:gd name="connsiteX218" fmla="*/ 0 w 12192000"/>
              <a:gd name="connsiteY218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78288 w 12192000"/>
              <a:gd name="connsiteY25" fmla="*/ 854362 h 2237474"/>
              <a:gd name="connsiteX26" fmla="*/ 9761459 w 12192000"/>
              <a:gd name="connsiteY26" fmla="*/ 862394 h 2237474"/>
              <a:gd name="connsiteX27" fmla="*/ 9705768 w 12192000"/>
              <a:gd name="connsiteY27" fmla="*/ 894610 h 2237474"/>
              <a:gd name="connsiteX28" fmla="*/ 9683005 w 12192000"/>
              <a:gd name="connsiteY28" fmla="*/ 894128 h 2237474"/>
              <a:gd name="connsiteX29" fmla="*/ 9594438 w 12192000"/>
              <a:gd name="connsiteY29" fmla="*/ 919051 h 2237474"/>
              <a:gd name="connsiteX30" fmla="*/ 9577033 w 12192000"/>
              <a:gd name="connsiteY30" fmla="*/ 922857 h 2237474"/>
              <a:gd name="connsiteX31" fmla="*/ 9544189 w 12192000"/>
              <a:gd name="connsiteY31" fmla="*/ 938966 h 2237474"/>
              <a:gd name="connsiteX32" fmla="*/ 9500499 w 12192000"/>
              <a:gd name="connsiteY32" fmla="*/ 954680 h 2237474"/>
              <a:gd name="connsiteX33" fmla="*/ 9428195 w 12192000"/>
              <a:gd name="connsiteY33" fmla="*/ 986225 h 2237474"/>
              <a:gd name="connsiteX34" fmla="*/ 9410017 w 12192000"/>
              <a:gd name="connsiteY34" fmla="*/ 993931 h 2237474"/>
              <a:gd name="connsiteX35" fmla="*/ 9392919 w 12192000"/>
              <a:gd name="connsiteY35" fmla="*/ 994656 h 2237474"/>
              <a:gd name="connsiteX36" fmla="*/ 9278619 w 12192000"/>
              <a:gd name="connsiteY36" fmla="*/ 1011878 h 2237474"/>
              <a:gd name="connsiteX37" fmla="*/ 9268019 w 12192000"/>
              <a:gd name="connsiteY37" fmla="*/ 1007442 h 2237474"/>
              <a:gd name="connsiteX38" fmla="*/ 9234662 w 12192000"/>
              <a:gd name="connsiteY38" fmla="*/ 1023056 h 2237474"/>
              <a:gd name="connsiteX39" fmla="*/ 9181033 w 12192000"/>
              <a:gd name="connsiteY39" fmla="*/ 1037921 h 2237474"/>
              <a:gd name="connsiteX40" fmla="*/ 9155969 w 12192000"/>
              <a:gd name="connsiteY40" fmla="*/ 1046804 h 2237474"/>
              <a:gd name="connsiteX41" fmla="*/ 9133985 w 12192000"/>
              <a:gd name="connsiteY41" fmla="*/ 1046450 h 2237474"/>
              <a:gd name="connsiteX42" fmla="*/ 9012987 w 12192000"/>
              <a:gd name="connsiteY42" fmla="*/ 1061986 h 2237474"/>
              <a:gd name="connsiteX43" fmla="*/ 8968445 w 12192000"/>
              <a:gd name="connsiteY43" fmla="*/ 1052169 h 2237474"/>
              <a:gd name="connsiteX44" fmla="*/ 8958984 w 12192000"/>
              <a:gd name="connsiteY44" fmla="*/ 1057212 h 2237474"/>
              <a:gd name="connsiteX45" fmla="*/ 8886001 w 12192000"/>
              <a:gd name="connsiteY45" fmla="*/ 1067468 h 2237474"/>
              <a:gd name="connsiteX46" fmla="*/ 8838610 w 12192000"/>
              <a:gd name="connsiteY46" fmla="*/ 1075091 h 2237474"/>
              <a:gd name="connsiteX47" fmla="*/ 8750383 w 12192000"/>
              <a:gd name="connsiteY47" fmla="*/ 1097387 h 2237474"/>
              <a:gd name="connsiteX48" fmla="*/ 8697365 w 12192000"/>
              <a:gd name="connsiteY48" fmla="*/ 1105869 h 2237474"/>
              <a:gd name="connsiteX49" fmla="*/ 8665605 w 12192000"/>
              <a:gd name="connsiteY49" fmla="*/ 1110791 h 2237474"/>
              <a:gd name="connsiteX50" fmla="*/ 8584946 w 12192000"/>
              <a:gd name="connsiteY50" fmla="*/ 1135226 h 2237474"/>
              <a:gd name="connsiteX51" fmla="*/ 8460755 w 12192000"/>
              <a:gd name="connsiteY51" fmla="*/ 1203427 h 2237474"/>
              <a:gd name="connsiteX52" fmla="*/ 8419755 w 12192000"/>
              <a:gd name="connsiteY52" fmla="*/ 1216260 h 2237474"/>
              <a:gd name="connsiteX53" fmla="*/ 8411626 w 12192000"/>
              <a:gd name="connsiteY53" fmla="*/ 1214397 h 2237474"/>
              <a:gd name="connsiteX54" fmla="*/ 8363469 w 12192000"/>
              <a:gd name="connsiteY54" fmla="*/ 1246658 h 2237474"/>
              <a:gd name="connsiteX55" fmla="*/ 8275497 w 12192000"/>
              <a:gd name="connsiteY55" fmla="*/ 1264396 h 2237474"/>
              <a:gd name="connsiteX56" fmla="*/ 8206287 w 12192000"/>
              <a:gd name="connsiteY56" fmla="*/ 1273060 h 2237474"/>
              <a:gd name="connsiteX57" fmla="*/ 8168705 w 12192000"/>
              <a:gd name="connsiteY57" fmla="*/ 1279956 h 2237474"/>
              <a:gd name="connsiteX58" fmla="*/ 8139997 w 12192000"/>
              <a:gd name="connsiteY58" fmla="*/ 1282713 h 2237474"/>
              <a:gd name="connsiteX59" fmla="*/ 8074238 w 12192000"/>
              <a:gd name="connsiteY59" fmla="*/ 1301895 h 2237474"/>
              <a:gd name="connsiteX60" fmla="*/ 7968292 w 12192000"/>
              <a:gd name="connsiteY60" fmla="*/ 1338779 h 2237474"/>
              <a:gd name="connsiteX61" fmla="*/ 7945122 w 12192000"/>
              <a:gd name="connsiteY61" fmla="*/ 1345477 h 2237474"/>
              <a:gd name="connsiteX62" fmla="*/ 7902328 w 12192000"/>
              <a:gd name="connsiteY62" fmla="*/ 1345865 h 2237474"/>
              <a:gd name="connsiteX63" fmla="*/ 7875879 w 12192000"/>
              <a:gd name="connsiteY63" fmla="*/ 1345646 h 2237474"/>
              <a:gd name="connsiteX64" fmla="*/ 7840612 w 12192000"/>
              <a:gd name="connsiteY64" fmla="*/ 1369373 h 2237474"/>
              <a:gd name="connsiteX65" fmla="*/ 7786819 w 12192000"/>
              <a:gd name="connsiteY65" fmla="*/ 1378970 h 2237474"/>
              <a:gd name="connsiteX66" fmla="*/ 7548172 w 12192000"/>
              <a:gd name="connsiteY66" fmla="*/ 1417460 h 2237474"/>
              <a:gd name="connsiteX67" fmla="*/ 7483437 w 12192000"/>
              <a:gd name="connsiteY67" fmla="*/ 1478152 h 2237474"/>
              <a:gd name="connsiteX68" fmla="*/ 7377870 w 12192000"/>
              <a:gd name="connsiteY68" fmla="*/ 1523319 h 2237474"/>
              <a:gd name="connsiteX69" fmla="*/ 7230737 w 12192000"/>
              <a:gd name="connsiteY69" fmla="*/ 1562633 h 2237474"/>
              <a:gd name="connsiteX70" fmla="*/ 7224458 w 12192000"/>
              <a:gd name="connsiteY70" fmla="*/ 1573008 h 2237474"/>
              <a:gd name="connsiteX71" fmla="*/ 7213486 w 12192000"/>
              <a:gd name="connsiteY71" fmla="*/ 1580987 h 2237474"/>
              <a:gd name="connsiteX72" fmla="*/ 7183121 w 12192000"/>
              <a:gd name="connsiteY72" fmla="*/ 1595162 h 2237474"/>
              <a:gd name="connsiteX73" fmla="*/ 7164601 w 12192000"/>
              <a:gd name="connsiteY73" fmla="*/ 1606490 h 2237474"/>
              <a:gd name="connsiteX74" fmla="*/ 7114651 w 12192000"/>
              <a:gd name="connsiteY74" fmla="*/ 1620959 h 2237474"/>
              <a:gd name="connsiteX75" fmla="*/ 7092727 w 12192000"/>
              <a:gd name="connsiteY75" fmla="*/ 1623628 h 2237474"/>
              <a:gd name="connsiteX76" fmla="*/ 7031309 w 12192000"/>
              <a:gd name="connsiteY76" fmla="*/ 1619451 h 2237474"/>
              <a:gd name="connsiteX77" fmla="*/ 6999084 w 12192000"/>
              <a:gd name="connsiteY77" fmla="*/ 1634317 h 2237474"/>
              <a:gd name="connsiteX78" fmla="*/ 6992107 w 12192000"/>
              <a:gd name="connsiteY78" fmla="*/ 1636860 h 2237474"/>
              <a:gd name="connsiteX79" fmla="*/ 6991765 w 12192000"/>
              <a:gd name="connsiteY79" fmla="*/ 1636725 h 2237474"/>
              <a:gd name="connsiteX80" fmla="*/ 6900177 w 12192000"/>
              <a:gd name="connsiteY80" fmla="*/ 1636016 h 2237474"/>
              <a:gd name="connsiteX81" fmla="*/ 6795372 w 12192000"/>
              <a:gd name="connsiteY81" fmla="*/ 1644845 h 2237474"/>
              <a:gd name="connsiteX82" fmla="*/ 6692251 w 12192000"/>
              <a:gd name="connsiteY82" fmla="*/ 1656357 h 2237474"/>
              <a:gd name="connsiteX83" fmla="*/ 6655235 w 12192000"/>
              <a:gd name="connsiteY83" fmla="*/ 1661869 h 2237474"/>
              <a:gd name="connsiteX84" fmla="*/ 6587857 w 12192000"/>
              <a:gd name="connsiteY84" fmla="*/ 1665769 h 2237474"/>
              <a:gd name="connsiteX85" fmla="*/ 6554894 w 12192000"/>
              <a:gd name="connsiteY85" fmla="*/ 1664428 h 2237474"/>
              <a:gd name="connsiteX86" fmla="*/ 6516595 w 12192000"/>
              <a:gd name="connsiteY86" fmla="*/ 1667475 h 2237474"/>
              <a:gd name="connsiteX87" fmla="*/ 6508541 w 12192000"/>
              <a:gd name="connsiteY87" fmla="*/ 1668757 h 2237474"/>
              <a:gd name="connsiteX88" fmla="*/ 6471012 w 12192000"/>
              <a:gd name="connsiteY88" fmla="*/ 1678604 h 2237474"/>
              <a:gd name="connsiteX89" fmla="*/ 6415265 w 12192000"/>
              <a:gd name="connsiteY89" fmla="*/ 1665317 h 2237474"/>
              <a:gd name="connsiteX90" fmla="*/ 6364035 w 12192000"/>
              <a:gd name="connsiteY90" fmla="*/ 1667683 h 2237474"/>
              <a:gd name="connsiteX91" fmla="*/ 6280959 w 12192000"/>
              <a:gd name="connsiteY91" fmla="*/ 1689329 h 2237474"/>
              <a:gd name="connsiteX92" fmla="*/ 6243319 w 12192000"/>
              <a:gd name="connsiteY92" fmla="*/ 1695560 h 2237474"/>
              <a:gd name="connsiteX93" fmla="*/ 6098321 w 12192000"/>
              <a:gd name="connsiteY93" fmla="*/ 1721646 h 2237474"/>
              <a:gd name="connsiteX94" fmla="*/ 5880652 w 12192000"/>
              <a:gd name="connsiteY94" fmla="*/ 1779643 h 2237474"/>
              <a:gd name="connsiteX95" fmla="*/ 5785959 w 12192000"/>
              <a:gd name="connsiteY95" fmla="*/ 1775307 h 2237474"/>
              <a:gd name="connsiteX96" fmla="*/ 5643534 w 12192000"/>
              <a:gd name="connsiteY96" fmla="*/ 1802919 h 2237474"/>
              <a:gd name="connsiteX97" fmla="*/ 5518799 w 12192000"/>
              <a:gd name="connsiteY97" fmla="*/ 1818312 h 2237474"/>
              <a:gd name="connsiteX98" fmla="*/ 5505014 w 12192000"/>
              <a:gd name="connsiteY98" fmla="*/ 1819259 h 2237474"/>
              <a:gd name="connsiteX99" fmla="*/ 5453307 w 12192000"/>
              <a:gd name="connsiteY99" fmla="*/ 1815450 h 2237474"/>
              <a:gd name="connsiteX100" fmla="*/ 5364192 w 12192000"/>
              <a:gd name="connsiteY100" fmla="*/ 1826074 h 2237474"/>
              <a:gd name="connsiteX101" fmla="*/ 5350380 w 12192000"/>
              <a:gd name="connsiteY101" fmla="*/ 1830891 h 2237474"/>
              <a:gd name="connsiteX102" fmla="*/ 5259633 w 12192000"/>
              <a:gd name="connsiteY102" fmla="*/ 1837160 h 2237474"/>
              <a:gd name="connsiteX103" fmla="*/ 5197513 w 12192000"/>
              <a:gd name="connsiteY103" fmla="*/ 1844718 h 2237474"/>
              <a:gd name="connsiteX104" fmla="*/ 5168852 w 12192000"/>
              <a:gd name="connsiteY104" fmla="*/ 1844846 h 2237474"/>
              <a:gd name="connsiteX105" fmla="*/ 5114927 w 12192000"/>
              <a:gd name="connsiteY105" fmla="*/ 1847827 h 2237474"/>
              <a:gd name="connsiteX106" fmla="*/ 5108970 w 12192000"/>
              <a:gd name="connsiteY106" fmla="*/ 1847935 h 2237474"/>
              <a:gd name="connsiteX107" fmla="*/ 5067961 w 12192000"/>
              <a:gd name="connsiteY107" fmla="*/ 1845917 h 2237474"/>
              <a:gd name="connsiteX108" fmla="*/ 5007075 w 12192000"/>
              <a:gd name="connsiteY108" fmla="*/ 1838626 h 2237474"/>
              <a:gd name="connsiteX109" fmla="*/ 4944087 w 12192000"/>
              <a:gd name="connsiteY109" fmla="*/ 1823332 h 2237474"/>
              <a:gd name="connsiteX110" fmla="*/ 4907662 w 12192000"/>
              <a:gd name="connsiteY110" fmla="*/ 1816900 h 2237474"/>
              <a:gd name="connsiteX111" fmla="*/ 4882386 w 12192000"/>
              <a:gd name="connsiteY111" fmla="*/ 1809844 h 2237474"/>
              <a:gd name="connsiteX112" fmla="*/ 4811440 w 12192000"/>
              <a:gd name="connsiteY112" fmla="*/ 1804655 h 2237474"/>
              <a:gd name="connsiteX113" fmla="*/ 4691075 w 12192000"/>
              <a:gd name="connsiteY113" fmla="*/ 1801389 h 2237474"/>
              <a:gd name="connsiteX114" fmla="*/ 4611738 w 12192000"/>
              <a:gd name="connsiteY114" fmla="*/ 1776964 h 2237474"/>
              <a:gd name="connsiteX115" fmla="*/ 4560070 w 12192000"/>
              <a:gd name="connsiteY115" fmla="*/ 1785640 h 2237474"/>
              <a:gd name="connsiteX116" fmla="*/ 4536503 w 12192000"/>
              <a:gd name="connsiteY116" fmla="*/ 1785334 h 2237474"/>
              <a:gd name="connsiteX117" fmla="*/ 4513724 w 12192000"/>
              <a:gd name="connsiteY117" fmla="*/ 1791996 h 2237474"/>
              <a:gd name="connsiteX118" fmla="*/ 4459810 w 12192000"/>
              <a:gd name="connsiteY118" fmla="*/ 1797886 h 2237474"/>
              <a:gd name="connsiteX119" fmla="*/ 4379064 w 12192000"/>
              <a:gd name="connsiteY119" fmla="*/ 1817177 h 2237474"/>
              <a:gd name="connsiteX120" fmla="*/ 4319209 w 12192000"/>
              <a:gd name="connsiteY120" fmla="*/ 1834833 h 2237474"/>
              <a:gd name="connsiteX121" fmla="*/ 4290981 w 12192000"/>
              <a:gd name="connsiteY121" fmla="*/ 1839677 h 2237474"/>
              <a:gd name="connsiteX122" fmla="*/ 4285792 w 12192000"/>
              <a:gd name="connsiteY122" fmla="*/ 1836231 h 2237474"/>
              <a:gd name="connsiteX123" fmla="*/ 4238372 w 12192000"/>
              <a:gd name="connsiteY123" fmla="*/ 1851480 h 2237474"/>
              <a:gd name="connsiteX124" fmla="*/ 4232517 w 12192000"/>
              <a:gd name="connsiteY124" fmla="*/ 1852567 h 2237474"/>
              <a:gd name="connsiteX125" fmla="*/ 4191732 w 12192000"/>
              <a:gd name="connsiteY125" fmla="*/ 1857328 h 2237474"/>
              <a:gd name="connsiteX126" fmla="*/ 4065532 w 12192000"/>
              <a:gd name="connsiteY126" fmla="*/ 1855477 h 2237474"/>
              <a:gd name="connsiteX127" fmla="*/ 4028460 w 12192000"/>
              <a:gd name="connsiteY127" fmla="*/ 1855137 h 2237474"/>
              <a:gd name="connsiteX128" fmla="*/ 4002267 w 12192000"/>
              <a:gd name="connsiteY128" fmla="*/ 1852352 h 2237474"/>
              <a:gd name="connsiteX129" fmla="*/ 3931396 w 12192000"/>
              <a:gd name="connsiteY129" fmla="*/ 1858915 h 2237474"/>
              <a:gd name="connsiteX130" fmla="*/ 3812162 w 12192000"/>
              <a:gd name="connsiteY130" fmla="*/ 1875501 h 2237474"/>
              <a:gd name="connsiteX131" fmla="*/ 3729530 w 12192000"/>
              <a:gd name="connsiteY131" fmla="*/ 1864513 h 2237474"/>
              <a:gd name="connsiteX132" fmla="*/ 3680177 w 12192000"/>
              <a:gd name="connsiteY132" fmla="*/ 1881552 h 2237474"/>
              <a:gd name="connsiteX133" fmla="*/ 3567259 w 12192000"/>
              <a:gd name="connsiteY133" fmla="*/ 1893482 h 2237474"/>
              <a:gd name="connsiteX134" fmla="*/ 3405770 w 12192000"/>
              <a:gd name="connsiteY134" fmla="*/ 1904591 h 2237474"/>
              <a:gd name="connsiteX135" fmla="*/ 3280097 w 12192000"/>
              <a:gd name="connsiteY135" fmla="*/ 1919610 h 2237474"/>
              <a:gd name="connsiteX136" fmla="*/ 3123424 w 12192000"/>
              <a:gd name="connsiteY136" fmla="*/ 1952930 h 2237474"/>
              <a:gd name="connsiteX137" fmla="*/ 3009910 w 12192000"/>
              <a:gd name="connsiteY137" fmla="*/ 1957866 h 2237474"/>
              <a:gd name="connsiteX138" fmla="*/ 2995934 w 12192000"/>
              <a:gd name="connsiteY138" fmla="*/ 1967085 h 2237474"/>
              <a:gd name="connsiteX139" fmla="*/ 2980071 w 12192000"/>
              <a:gd name="connsiteY139" fmla="*/ 1972988 h 2237474"/>
              <a:gd name="connsiteX140" fmla="*/ 2978094 w 12192000"/>
              <a:gd name="connsiteY140" fmla="*/ 1972369 h 2237474"/>
              <a:gd name="connsiteX141" fmla="*/ 2942858 w 12192000"/>
              <a:gd name="connsiteY141" fmla="*/ 1981367 h 2237474"/>
              <a:gd name="connsiteX142" fmla="*/ 2875436 w 12192000"/>
              <a:gd name="connsiteY142" fmla="*/ 1996977 h 2237474"/>
              <a:gd name="connsiteX143" fmla="*/ 2874892 w 12192000"/>
              <a:gd name="connsiteY143" fmla="*/ 1996085 h 2237474"/>
              <a:gd name="connsiteX144" fmla="*/ 2864145 w 12192000"/>
              <a:gd name="connsiteY144" fmla="*/ 1994061 h 2237474"/>
              <a:gd name="connsiteX145" fmla="*/ 2843662 w 12192000"/>
              <a:gd name="connsiteY145" fmla="*/ 1992498 h 2237474"/>
              <a:gd name="connsiteX146" fmla="*/ 2796128 w 12192000"/>
              <a:gd name="connsiteY146" fmla="*/ 1976403 h 2237474"/>
              <a:gd name="connsiteX147" fmla="*/ 2756784 w 12192000"/>
              <a:gd name="connsiteY147" fmla="*/ 1985116 h 2237474"/>
              <a:gd name="connsiteX148" fmla="*/ 2748833 w 12192000"/>
              <a:gd name="connsiteY148" fmla="*/ 1986323 h 2237474"/>
              <a:gd name="connsiteX149" fmla="*/ 2748661 w 12192000"/>
              <a:gd name="connsiteY149" fmla="*/ 1986122 h 2237474"/>
              <a:gd name="connsiteX150" fmla="*/ 2740251 w 12192000"/>
              <a:gd name="connsiteY150" fmla="*/ 1986946 h 2237474"/>
              <a:gd name="connsiteX151" fmla="*/ 2718916 w 12192000"/>
              <a:gd name="connsiteY151" fmla="*/ 1990867 h 2237474"/>
              <a:gd name="connsiteX152" fmla="*/ 2713522 w 12192000"/>
              <a:gd name="connsiteY152" fmla="*/ 1990173 h 2237474"/>
              <a:gd name="connsiteX153" fmla="*/ 2680597 w 12192000"/>
              <a:gd name="connsiteY153" fmla="*/ 1984996 h 2237474"/>
              <a:gd name="connsiteX154" fmla="*/ 2578178 w 12192000"/>
              <a:gd name="connsiteY154" fmla="*/ 1990531 h 2237474"/>
              <a:gd name="connsiteX155" fmla="*/ 2476147 w 12192000"/>
              <a:gd name="connsiteY155" fmla="*/ 1998305 h 2237474"/>
              <a:gd name="connsiteX156" fmla="*/ 2373568 w 12192000"/>
              <a:gd name="connsiteY156" fmla="*/ 2003219 h 2237474"/>
              <a:gd name="connsiteX157" fmla="*/ 2321399 w 12192000"/>
              <a:gd name="connsiteY157" fmla="*/ 1989467 h 2237474"/>
              <a:gd name="connsiteX158" fmla="*/ 2315525 w 12192000"/>
              <a:gd name="connsiteY158" fmla="*/ 1989708 h 2237474"/>
              <a:gd name="connsiteX159" fmla="*/ 2300792 w 12192000"/>
              <a:gd name="connsiteY159" fmla="*/ 1994290 h 2237474"/>
              <a:gd name="connsiteX160" fmla="*/ 2295469 w 12192000"/>
              <a:gd name="connsiteY160" fmla="*/ 1996659 h 2237474"/>
              <a:gd name="connsiteX161" fmla="*/ 2287219 w 12192000"/>
              <a:gd name="connsiteY161" fmla="*/ 1998750 h 2237474"/>
              <a:gd name="connsiteX162" fmla="*/ 2286948 w 12192000"/>
              <a:gd name="connsiteY162" fmla="*/ 1998596 h 2237474"/>
              <a:gd name="connsiteX163" fmla="*/ 2243069 w 12192000"/>
              <a:gd name="connsiteY163" fmla="*/ 2015111 h 2237474"/>
              <a:gd name="connsiteX164" fmla="*/ 2186609 w 12192000"/>
              <a:gd name="connsiteY164" fmla="*/ 2008263 h 2237474"/>
              <a:gd name="connsiteX165" fmla="*/ 2164831 w 12192000"/>
              <a:gd name="connsiteY165" fmla="*/ 2010143 h 2237474"/>
              <a:gd name="connsiteX166" fmla="*/ 2152836 w 12192000"/>
              <a:gd name="connsiteY166" fmla="*/ 2010048 h 2237474"/>
              <a:gd name="connsiteX167" fmla="*/ 2117102 w 12192000"/>
              <a:gd name="connsiteY167" fmla="*/ 2023004 h 2237474"/>
              <a:gd name="connsiteX168" fmla="*/ 2111935 w 12192000"/>
              <a:gd name="connsiteY168" fmla="*/ 2023163 h 2237474"/>
              <a:gd name="connsiteX169" fmla="*/ 2089991 w 12192000"/>
              <a:gd name="connsiteY169" fmla="*/ 2034193 h 2237474"/>
              <a:gd name="connsiteX170" fmla="*/ 2058061 w 12192000"/>
              <a:gd name="connsiteY170" fmla="*/ 2047942 h 2237474"/>
              <a:gd name="connsiteX171" fmla="*/ 2055737 w 12192000"/>
              <a:gd name="connsiteY171" fmla="*/ 2047704 h 2237474"/>
              <a:gd name="connsiteX172" fmla="*/ 2042244 w 12192000"/>
              <a:gd name="connsiteY172" fmla="*/ 2055560 h 2237474"/>
              <a:gd name="connsiteX173" fmla="*/ 1976224 w 12192000"/>
              <a:gd name="connsiteY173" fmla="*/ 2074257 h 2237474"/>
              <a:gd name="connsiteX174" fmla="*/ 1877728 w 12192000"/>
              <a:gd name="connsiteY174" fmla="*/ 2101004 h 2237474"/>
              <a:gd name="connsiteX175" fmla="*/ 1759056 w 12192000"/>
              <a:gd name="connsiteY175" fmla="*/ 2125608 h 2237474"/>
              <a:gd name="connsiteX176" fmla="*/ 1637948 w 12192000"/>
              <a:gd name="connsiteY176" fmla="*/ 2172597 h 2237474"/>
              <a:gd name="connsiteX177" fmla="*/ 1434549 w 12192000"/>
              <a:gd name="connsiteY177" fmla="*/ 2234522 h 2237474"/>
              <a:gd name="connsiteX178" fmla="*/ 1398481 w 12192000"/>
              <a:gd name="connsiteY178" fmla="*/ 2237074 h 2237474"/>
              <a:gd name="connsiteX179" fmla="*/ 1398407 w 12192000"/>
              <a:gd name="connsiteY179" fmla="*/ 2237095 h 2237474"/>
              <a:gd name="connsiteX180" fmla="*/ 1370962 w 12192000"/>
              <a:gd name="connsiteY180" fmla="*/ 2237474 h 2237474"/>
              <a:gd name="connsiteX181" fmla="*/ 1356367 w 12192000"/>
              <a:gd name="connsiteY181" fmla="*/ 2235089 h 2237474"/>
              <a:gd name="connsiteX182" fmla="*/ 1324828 w 12192000"/>
              <a:gd name="connsiteY182" fmla="*/ 2231968 h 2237474"/>
              <a:gd name="connsiteX183" fmla="*/ 1297744 w 12192000"/>
              <a:gd name="connsiteY183" fmla="*/ 2235849 h 2237474"/>
              <a:gd name="connsiteX184" fmla="*/ 1286236 w 12192000"/>
              <a:gd name="connsiteY184" fmla="*/ 2233135 h 2237474"/>
              <a:gd name="connsiteX185" fmla="*/ 1283504 w 12192000"/>
              <a:gd name="connsiteY185" fmla="*/ 2233797 h 2237474"/>
              <a:gd name="connsiteX186" fmla="*/ 1279765 w 12192000"/>
              <a:gd name="connsiteY186" fmla="*/ 2229639 h 2237474"/>
              <a:gd name="connsiteX187" fmla="*/ 1195347 w 12192000"/>
              <a:gd name="connsiteY187" fmla="*/ 2212354 h 2237474"/>
              <a:gd name="connsiteX188" fmla="*/ 970251 w 12192000"/>
              <a:gd name="connsiteY188" fmla="*/ 2221029 h 2237474"/>
              <a:gd name="connsiteX189" fmla="*/ 812914 w 12192000"/>
              <a:gd name="connsiteY189" fmla="*/ 2202752 h 2237474"/>
              <a:gd name="connsiteX190" fmla="*/ 800195 w 12192000"/>
              <a:gd name="connsiteY190" fmla="*/ 2209407 h 2237474"/>
              <a:gd name="connsiteX191" fmla="*/ 784978 w 12192000"/>
              <a:gd name="connsiteY191" fmla="*/ 2212360 h 2237474"/>
              <a:gd name="connsiteX192" fmla="*/ 681987 w 12192000"/>
              <a:gd name="connsiteY192" fmla="*/ 2216757 h 2237474"/>
              <a:gd name="connsiteX193" fmla="*/ 669923 w 12192000"/>
              <a:gd name="connsiteY193" fmla="*/ 2211682 h 2237474"/>
              <a:gd name="connsiteX194" fmla="*/ 648680 w 12192000"/>
              <a:gd name="connsiteY194" fmla="*/ 2206229 h 2237474"/>
              <a:gd name="connsiteX195" fmla="*/ 597225 w 12192000"/>
              <a:gd name="connsiteY195" fmla="*/ 2180999 h 2237474"/>
              <a:gd name="connsiteX196" fmla="*/ 558449 w 12192000"/>
              <a:gd name="connsiteY196" fmla="*/ 2182346 h 2237474"/>
              <a:gd name="connsiteX197" fmla="*/ 550517 w 12192000"/>
              <a:gd name="connsiteY197" fmla="*/ 2182060 h 2237474"/>
              <a:gd name="connsiteX198" fmla="*/ 550309 w 12192000"/>
              <a:gd name="connsiteY198" fmla="*/ 2181825 h 2237474"/>
              <a:gd name="connsiteX199" fmla="*/ 541836 w 12192000"/>
              <a:gd name="connsiteY199" fmla="*/ 2181063 h 2237474"/>
              <a:gd name="connsiteX200" fmla="*/ 536057 w 12192000"/>
              <a:gd name="connsiteY200" fmla="*/ 2181537 h 2237474"/>
              <a:gd name="connsiteX201" fmla="*/ 520671 w 12192000"/>
              <a:gd name="connsiteY201" fmla="*/ 2180980 h 2237474"/>
              <a:gd name="connsiteX202" fmla="*/ 515024 w 12192000"/>
              <a:gd name="connsiteY202" fmla="*/ 2179258 h 2237474"/>
              <a:gd name="connsiteX203" fmla="*/ 512278 w 12192000"/>
              <a:gd name="connsiteY203" fmla="*/ 2176369 h 2237474"/>
              <a:gd name="connsiteX204" fmla="*/ 480419 w 12192000"/>
              <a:gd name="connsiteY204" fmla="*/ 2167807 h 2237474"/>
              <a:gd name="connsiteX205" fmla="*/ 413835 w 12192000"/>
              <a:gd name="connsiteY205" fmla="*/ 2156783 h 2237474"/>
              <a:gd name="connsiteX206" fmla="*/ 376513 w 12192000"/>
              <a:gd name="connsiteY206" fmla="*/ 2154014 h 2237474"/>
              <a:gd name="connsiteX207" fmla="*/ 273386 w 12192000"/>
              <a:gd name="connsiteY207" fmla="*/ 2142551 h 2237474"/>
              <a:gd name="connsiteX208" fmla="*/ 169207 w 12192000"/>
              <a:gd name="connsiteY208" fmla="*/ 2128100 h 2237474"/>
              <a:gd name="connsiteX209" fmla="*/ 93149 w 12192000"/>
              <a:gd name="connsiteY209" fmla="*/ 2105324 h 2237474"/>
              <a:gd name="connsiteX210" fmla="*/ 88109 w 12192000"/>
              <a:gd name="connsiteY210" fmla="*/ 2106704 h 2237474"/>
              <a:gd name="connsiteX211" fmla="*/ 80022 w 12192000"/>
              <a:gd name="connsiteY211" fmla="*/ 2107254 h 2237474"/>
              <a:gd name="connsiteX212" fmla="*/ 79717 w 12192000"/>
              <a:gd name="connsiteY212" fmla="*/ 2107046 h 2237474"/>
              <a:gd name="connsiteX213" fmla="*/ 72352 w 12192000"/>
              <a:gd name="connsiteY213" fmla="*/ 2107991 h 2237474"/>
              <a:gd name="connsiteX214" fmla="*/ 37645 w 12192000"/>
              <a:gd name="connsiteY214" fmla="*/ 2115401 h 2237474"/>
              <a:gd name="connsiteX215" fmla="*/ 4572 w 12192000"/>
              <a:gd name="connsiteY215" fmla="*/ 2111091 h 2237474"/>
              <a:gd name="connsiteX216" fmla="*/ 0 w 12192000"/>
              <a:gd name="connsiteY216" fmla="*/ 2110468 h 2237474"/>
              <a:gd name="connsiteX217" fmla="*/ 0 w 12192000"/>
              <a:gd name="connsiteY217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61459 w 12192000"/>
              <a:gd name="connsiteY25" fmla="*/ 862394 h 2237474"/>
              <a:gd name="connsiteX26" fmla="*/ 9705768 w 12192000"/>
              <a:gd name="connsiteY26" fmla="*/ 894610 h 2237474"/>
              <a:gd name="connsiteX27" fmla="*/ 9683005 w 12192000"/>
              <a:gd name="connsiteY27" fmla="*/ 894128 h 2237474"/>
              <a:gd name="connsiteX28" fmla="*/ 9594438 w 12192000"/>
              <a:gd name="connsiteY28" fmla="*/ 919051 h 2237474"/>
              <a:gd name="connsiteX29" fmla="*/ 9577033 w 12192000"/>
              <a:gd name="connsiteY29" fmla="*/ 922857 h 2237474"/>
              <a:gd name="connsiteX30" fmla="*/ 9544189 w 12192000"/>
              <a:gd name="connsiteY30" fmla="*/ 938966 h 2237474"/>
              <a:gd name="connsiteX31" fmla="*/ 9500499 w 12192000"/>
              <a:gd name="connsiteY31" fmla="*/ 954680 h 2237474"/>
              <a:gd name="connsiteX32" fmla="*/ 9428195 w 12192000"/>
              <a:gd name="connsiteY32" fmla="*/ 986225 h 2237474"/>
              <a:gd name="connsiteX33" fmla="*/ 9410017 w 12192000"/>
              <a:gd name="connsiteY33" fmla="*/ 993931 h 2237474"/>
              <a:gd name="connsiteX34" fmla="*/ 9392919 w 12192000"/>
              <a:gd name="connsiteY34" fmla="*/ 994656 h 2237474"/>
              <a:gd name="connsiteX35" fmla="*/ 9278619 w 12192000"/>
              <a:gd name="connsiteY35" fmla="*/ 1011878 h 2237474"/>
              <a:gd name="connsiteX36" fmla="*/ 9268019 w 12192000"/>
              <a:gd name="connsiteY36" fmla="*/ 1007442 h 2237474"/>
              <a:gd name="connsiteX37" fmla="*/ 9234662 w 12192000"/>
              <a:gd name="connsiteY37" fmla="*/ 1023056 h 2237474"/>
              <a:gd name="connsiteX38" fmla="*/ 9181033 w 12192000"/>
              <a:gd name="connsiteY38" fmla="*/ 1037921 h 2237474"/>
              <a:gd name="connsiteX39" fmla="*/ 9155969 w 12192000"/>
              <a:gd name="connsiteY39" fmla="*/ 1046804 h 2237474"/>
              <a:gd name="connsiteX40" fmla="*/ 9133985 w 12192000"/>
              <a:gd name="connsiteY40" fmla="*/ 1046450 h 2237474"/>
              <a:gd name="connsiteX41" fmla="*/ 9012987 w 12192000"/>
              <a:gd name="connsiteY41" fmla="*/ 1061986 h 2237474"/>
              <a:gd name="connsiteX42" fmla="*/ 8968445 w 12192000"/>
              <a:gd name="connsiteY42" fmla="*/ 1052169 h 2237474"/>
              <a:gd name="connsiteX43" fmla="*/ 8958984 w 12192000"/>
              <a:gd name="connsiteY43" fmla="*/ 1057212 h 2237474"/>
              <a:gd name="connsiteX44" fmla="*/ 8886001 w 12192000"/>
              <a:gd name="connsiteY44" fmla="*/ 1067468 h 2237474"/>
              <a:gd name="connsiteX45" fmla="*/ 8838610 w 12192000"/>
              <a:gd name="connsiteY45" fmla="*/ 1075091 h 2237474"/>
              <a:gd name="connsiteX46" fmla="*/ 8750383 w 12192000"/>
              <a:gd name="connsiteY46" fmla="*/ 1097387 h 2237474"/>
              <a:gd name="connsiteX47" fmla="*/ 8697365 w 12192000"/>
              <a:gd name="connsiteY47" fmla="*/ 1105869 h 2237474"/>
              <a:gd name="connsiteX48" fmla="*/ 8665605 w 12192000"/>
              <a:gd name="connsiteY48" fmla="*/ 1110791 h 2237474"/>
              <a:gd name="connsiteX49" fmla="*/ 8584946 w 12192000"/>
              <a:gd name="connsiteY49" fmla="*/ 1135226 h 2237474"/>
              <a:gd name="connsiteX50" fmla="*/ 8460755 w 12192000"/>
              <a:gd name="connsiteY50" fmla="*/ 1203427 h 2237474"/>
              <a:gd name="connsiteX51" fmla="*/ 8419755 w 12192000"/>
              <a:gd name="connsiteY51" fmla="*/ 1216260 h 2237474"/>
              <a:gd name="connsiteX52" fmla="*/ 8411626 w 12192000"/>
              <a:gd name="connsiteY52" fmla="*/ 1214397 h 2237474"/>
              <a:gd name="connsiteX53" fmla="*/ 8363469 w 12192000"/>
              <a:gd name="connsiteY53" fmla="*/ 1246658 h 2237474"/>
              <a:gd name="connsiteX54" fmla="*/ 8275497 w 12192000"/>
              <a:gd name="connsiteY54" fmla="*/ 1264396 h 2237474"/>
              <a:gd name="connsiteX55" fmla="*/ 8206287 w 12192000"/>
              <a:gd name="connsiteY55" fmla="*/ 1273060 h 2237474"/>
              <a:gd name="connsiteX56" fmla="*/ 8168705 w 12192000"/>
              <a:gd name="connsiteY56" fmla="*/ 1279956 h 2237474"/>
              <a:gd name="connsiteX57" fmla="*/ 8139997 w 12192000"/>
              <a:gd name="connsiteY57" fmla="*/ 1282713 h 2237474"/>
              <a:gd name="connsiteX58" fmla="*/ 8074238 w 12192000"/>
              <a:gd name="connsiteY58" fmla="*/ 1301895 h 2237474"/>
              <a:gd name="connsiteX59" fmla="*/ 7968292 w 12192000"/>
              <a:gd name="connsiteY59" fmla="*/ 1338779 h 2237474"/>
              <a:gd name="connsiteX60" fmla="*/ 7945122 w 12192000"/>
              <a:gd name="connsiteY60" fmla="*/ 1345477 h 2237474"/>
              <a:gd name="connsiteX61" fmla="*/ 7902328 w 12192000"/>
              <a:gd name="connsiteY61" fmla="*/ 1345865 h 2237474"/>
              <a:gd name="connsiteX62" fmla="*/ 7875879 w 12192000"/>
              <a:gd name="connsiteY62" fmla="*/ 1345646 h 2237474"/>
              <a:gd name="connsiteX63" fmla="*/ 7840612 w 12192000"/>
              <a:gd name="connsiteY63" fmla="*/ 1369373 h 2237474"/>
              <a:gd name="connsiteX64" fmla="*/ 7786819 w 12192000"/>
              <a:gd name="connsiteY64" fmla="*/ 1378970 h 2237474"/>
              <a:gd name="connsiteX65" fmla="*/ 7548172 w 12192000"/>
              <a:gd name="connsiteY65" fmla="*/ 1417460 h 2237474"/>
              <a:gd name="connsiteX66" fmla="*/ 7483437 w 12192000"/>
              <a:gd name="connsiteY66" fmla="*/ 1478152 h 2237474"/>
              <a:gd name="connsiteX67" fmla="*/ 7377870 w 12192000"/>
              <a:gd name="connsiteY67" fmla="*/ 1523319 h 2237474"/>
              <a:gd name="connsiteX68" fmla="*/ 7230737 w 12192000"/>
              <a:gd name="connsiteY68" fmla="*/ 1562633 h 2237474"/>
              <a:gd name="connsiteX69" fmla="*/ 7224458 w 12192000"/>
              <a:gd name="connsiteY69" fmla="*/ 1573008 h 2237474"/>
              <a:gd name="connsiteX70" fmla="*/ 7213486 w 12192000"/>
              <a:gd name="connsiteY70" fmla="*/ 1580987 h 2237474"/>
              <a:gd name="connsiteX71" fmla="*/ 7183121 w 12192000"/>
              <a:gd name="connsiteY71" fmla="*/ 1595162 h 2237474"/>
              <a:gd name="connsiteX72" fmla="*/ 7164601 w 12192000"/>
              <a:gd name="connsiteY72" fmla="*/ 1606490 h 2237474"/>
              <a:gd name="connsiteX73" fmla="*/ 7114651 w 12192000"/>
              <a:gd name="connsiteY73" fmla="*/ 1620959 h 2237474"/>
              <a:gd name="connsiteX74" fmla="*/ 7092727 w 12192000"/>
              <a:gd name="connsiteY74" fmla="*/ 1623628 h 2237474"/>
              <a:gd name="connsiteX75" fmla="*/ 7031309 w 12192000"/>
              <a:gd name="connsiteY75" fmla="*/ 1619451 h 2237474"/>
              <a:gd name="connsiteX76" fmla="*/ 6999084 w 12192000"/>
              <a:gd name="connsiteY76" fmla="*/ 1634317 h 2237474"/>
              <a:gd name="connsiteX77" fmla="*/ 6992107 w 12192000"/>
              <a:gd name="connsiteY77" fmla="*/ 1636860 h 2237474"/>
              <a:gd name="connsiteX78" fmla="*/ 6991765 w 12192000"/>
              <a:gd name="connsiteY78" fmla="*/ 1636725 h 2237474"/>
              <a:gd name="connsiteX79" fmla="*/ 6900177 w 12192000"/>
              <a:gd name="connsiteY79" fmla="*/ 1636016 h 2237474"/>
              <a:gd name="connsiteX80" fmla="*/ 6795372 w 12192000"/>
              <a:gd name="connsiteY80" fmla="*/ 1644845 h 2237474"/>
              <a:gd name="connsiteX81" fmla="*/ 6692251 w 12192000"/>
              <a:gd name="connsiteY81" fmla="*/ 1656357 h 2237474"/>
              <a:gd name="connsiteX82" fmla="*/ 6655235 w 12192000"/>
              <a:gd name="connsiteY82" fmla="*/ 1661869 h 2237474"/>
              <a:gd name="connsiteX83" fmla="*/ 6587857 w 12192000"/>
              <a:gd name="connsiteY83" fmla="*/ 1665769 h 2237474"/>
              <a:gd name="connsiteX84" fmla="*/ 6554894 w 12192000"/>
              <a:gd name="connsiteY84" fmla="*/ 1664428 h 2237474"/>
              <a:gd name="connsiteX85" fmla="*/ 6516595 w 12192000"/>
              <a:gd name="connsiteY85" fmla="*/ 1667475 h 2237474"/>
              <a:gd name="connsiteX86" fmla="*/ 6508541 w 12192000"/>
              <a:gd name="connsiteY86" fmla="*/ 1668757 h 2237474"/>
              <a:gd name="connsiteX87" fmla="*/ 6471012 w 12192000"/>
              <a:gd name="connsiteY87" fmla="*/ 1678604 h 2237474"/>
              <a:gd name="connsiteX88" fmla="*/ 6415265 w 12192000"/>
              <a:gd name="connsiteY88" fmla="*/ 1665317 h 2237474"/>
              <a:gd name="connsiteX89" fmla="*/ 6364035 w 12192000"/>
              <a:gd name="connsiteY89" fmla="*/ 1667683 h 2237474"/>
              <a:gd name="connsiteX90" fmla="*/ 6280959 w 12192000"/>
              <a:gd name="connsiteY90" fmla="*/ 1689329 h 2237474"/>
              <a:gd name="connsiteX91" fmla="*/ 6243319 w 12192000"/>
              <a:gd name="connsiteY91" fmla="*/ 1695560 h 2237474"/>
              <a:gd name="connsiteX92" fmla="*/ 6098321 w 12192000"/>
              <a:gd name="connsiteY92" fmla="*/ 1721646 h 2237474"/>
              <a:gd name="connsiteX93" fmla="*/ 5880652 w 12192000"/>
              <a:gd name="connsiteY93" fmla="*/ 1779643 h 2237474"/>
              <a:gd name="connsiteX94" fmla="*/ 5785959 w 12192000"/>
              <a:gd name="connsiteY94" fmla="*/ 1775307 h 2237474"/>
              <a:gd name="connsiteX95" fmla="*/ 5643534 w 12192000"/>
              <a:gd name="connsiteY95" fmla="*/ 1802919 h 2237474"/>
              <a:gd name="connsiteX96" fmla="*/ 5518799 w 12192000"/>
              <a:gd name="connsiteY96" fmla="*/ 1818312 h 2237474"/>
              <a:gd name="connsiteX97" fmla="*/ 5505014 w 12192000"/>
              <a:gd name="connsiteY97" fmla="*/ 1819259 h 2237474"/>
              <a:gd name="connsiteX98" fmla="*/ 5453307 w 12192000"/>
              <a:gd name="connsiteY98" fmla="*/ 1815450 h 2237474"/>
              <a:gd name="connsiteX99" fmla="*/ 5364192 w 12192000"/>
              <a:gd name="connsiteY99" fmla="*/ 1826074 h 2237474"/>
              <a:gd name="connsiteX100" fmla="*/ 5350380 w 12192000"/>
              <a:gd name="connsiteY100" fmla="*/ 1830891 h 2237474"/>
              <a:gd name="connsiteX101" fmla="*/ 5259633 w 12192000"/>
              <a:gd name="connsiteY101" fmla="*/ 1837160 h 2237474"/>
              <a:gd name="connsiteX102" fmla="*/ 5197513 w 12192000"/>
              <a:gd name="connsiteY102" fmla="*/ 1844718 h 2237474"/>
              <a:gd name="connsiteX103" fmla="*/ 5168852 w 12192000"/>
              <a:gd name="connsiteY103" fmla="*/ 1844846 h 2237474"/>
              <a:gd name="connsiteX104" fmla="*/ 5114927 w 12192000"/>
              <a:gd name="connsiteY104" fmla="*/ 1847827 h 2237474"/>
              <a:gd name="connsiteX105" fmla="*/ 5108970 w 12192000"/>
              <a:gd name="connsiteY105" fmla="*/ 1847935 h 2237474"/>
              <a:gd name="connsiteX106" fmla="*/ 5067961 w 12192000"/>
              <a:gd name="connsiteY106" fmla="*/ 1845917 h 2237474"/>
              <a:gd name="connsiteX107" fmla="*/ 5007075 w 12192000"/>
              <a:gd name="connsiteY107" fmla="*/ 1838626 h 2237474"/>
              <a:gd name="connsiteX108" fmla="*/ 4944087 w 12192000"/>
              <a:gd name="connsiteY108" fmla="*/ 1823332 h 2237474"/>
              <a:gd name="connsiteX109" fmla="*/ 4907662 w 12192000"/>
              <a:gd name="connsiteY109" fmla="*/ 1816900 h 2237474"/>
              <a:gd name="connsiteX110" fmla="*/ 4882386 w 12192000"/>
              <a:gd name="connsiteY110" fmla="*/ 1809844 h 2237474"/>
              <a:gd name="connsiteX111" fmla="*/ 4811440 w 12192000"/>
              <a:gd name="connsiteY111" fmla="*/ 1804655 h 2237474"/>
              <a:gd name="connsiteX112" fmla="*/ 4691075 w 12192000"/>
              <a:gd name="connsiteY112" fmla="*/ 1801389 h 2237474"/>
              <a:gd name="connsiteX113" fmla="*/ 4611738 w 12192000"/>
              <a:gd name="connsiteY113" fmla="*/ 1776964 h 2237474"/>
              <a:gd name="connsiteX114" fmla="*/ 4560070 w 12192000"/>
              <a:gd name="connsiteY114" fmla="*/ 1785640 h 2237474"/>
              <a:gd name="connsiteX115" fmla="*/ 4536503 w 12192000"/>
              <a:gd name="connsiteY115" fmla="*/ 1785334 h 2237474"/>
              <a:gd name="connsiteX116" fmla="*/ 4513724 w 12192000"/>
              <a:gd name="connsiteY116" fmla="*/ 1791996 h 2237474"/>
              <a:gd name="connsiteX117" fmla="*/ 4459810 w 12192000"/>
              <a:gd name="connsiteY117" fmla="*/ 1797886 h 2237474"/>
              <a:gd name="connsiteX118" fmla="*/ 4379064 w 12192000"/>
              <a:gd name="connsiteY118" fmla="*/ 1817177 h 2237474"/>
              <a:gd name="connsiteX119" fmla="*/ 4319209 w 12192000"/>
              <a:gd name="connsiteY119" fmla="*/ 1834833 h 2237474"/>
              <a:gd name="connsiteX120" fmla="*/ 4290981 w 12192000"/>
              <a:gd name="connsiteY120" fmla="*/ 1839677 h 2237474"/>
              <a:gd name="connsiteX121" fmla="*/ 4285792 w 12192000"/>
              <a:gd name="connsiteY121" fmla="*/ 1836231 h 2237474"/>
              <a:gd name="connsiteX122" fmla="*/ 4238372 w 12192000"/>
              <a:gd name="connsiteY122" fmla="*/ 1851480 h 2237474"/>
              <a:gd name="connsiteX123" fmla="*/ 4232517 w 12192000"/>
              <a:gd name="connsiteY123" fmla="*/ 1852567 h 2237474"/>
              <a:gd name="connsiteX124" fmla="*/ 4191732 w 12192000"/>
              <a:gd name="connsiteY124" fmla="*/ 1857328 h 2237474"/>
              <a:gd name="connsiteX125" fmla="*/ 4065532 w 12192000"/>
              <a:gd name="connsiteY125" fmla="*/ 1855477 h 2237474"/>
              <a:gd name="connsiteX126" fmla="*/ 4028460 w 12192000"/>
              <a:gd name="connsiteY126" fmla="*/ 1855137 h 2237474"/>
              <a:gd name="connsiteX127" fmla="*/ 4002267 w 12192000"/>
              <a:gd name="connsiteY127" fmla="*/ 1852352 h 2237474"/>
              <a:gd name="connsiteX128" fmla="*/ 3931396 w 12192000"/>
              <a:gd name="connsiteY128" fmla="*/ 1858915 h 2237474"/>
              <a:gd name="connsiteX129" fmla="*/ 3812162 w 12192000"/>
              <a:gd name="connsiteY129" fmla="*/ 1875501 h 2237474"/>
              <a:gd name="connsiteX130" fmla="*/ 3729530 w 12192000"/>
              <a:gd name="connsiteY130" fmla="*/ 1864513 h 2237474"/>
              <a:gd name="connsiteX131" fmla="*/ 3680177 w 12192000"/>
              <a:gd name="connsiteY131" fmla="*/ 1881552 h 2237474"/>
              <a:gd name="connsiteX132" fmla="*/ 3567259 w 12192000"/>
              <a:gd name="connsiteY132" fmla="*/ 1893482 h 2237474"/>
              <a:gd name="connsiteX133" fmla="*/ 3405770 w 12192000"/>
              <a:gd name="connsiteY133" fmla="*/ 1904591 h 2237474"/>
              <a:gd name="connsiteX134" fmla="*/ 3280097 w 12192000"/>
              <a:gd name="connsiteY134" fmla="*/ 1919610 h 2237474"/>
              <a:gd name="connsiteX135" fmla="*/ 3123424 w 12192000"/>
              <a:gd name="connsiteY135" fmla="*/ 1952930 h 2237474"/>
              <a:gd name="connsiteX136" fmla="*/ 3009910 w 12192000"/>
              <a:gd name="connsiteY136" fmla="*/ 1957866 h 2237474"/>
              <a:gd name="connsiteX137" fmla="*/ 2995934 w 12192000"/>
              <a:gd name="connsiteY137" fmla="*/ 1967085 h 2237474"/>
              <a:gd name="connsiteX138" fmla="*/ 2980071 w 12192000"/>
              <a:gd name="connsiteY138" fmla="*/ 1972988 h 2237474"/>
              <a:gd name="connsiteX139" fmla="*/ 2978094 w 12192000"/>
              <a:gd name="connsiteY139" fmla="*/ 1972369 h 2237474"/>
              <a:gd name="connsiteX140" fmla="*/ 2942858 w 12192000"/>
              <a:gd name="connsiteY140" fmla="*/ 1981367 h 2237474"/>
              <a:gd name="connsiteX141" fmla="*/ 2875436 w 12192000"/>
              <a:gd name="connsiteY141" fmla="*/ 1996977 h 2237474"/>
              <a:gd name="connsiteX142" fmla="*/ 2874892 w 12192000"/>
              <a:gd name="connsiteY142" fmla="*/ 1996085 h 2237474"/>
              <a:gd name="connsiteX143" fmla="*/ 2864145 w 12192000"/>
              <a:gd name="connsiteY143" fmla="*/ 1994061 h 2237474"/>
              <a:gd name="connsiteX144" fmla="*/ 2843662 w 12192000"/>
              <a:gd name="connsiteY144" fmla="*/ 1992498 h 2237474"/>
              <a:gd name="connsiteX145" fmla="*/ 2796128 w 12192000"/>
              <a:gd name="connsiteY145" fmla="*/ 1976403 h 2237474"/>
              <a:gd name="connsiteX146" fmla="*/ 2756784 w 12192000"/>
              <a:gd name="connsiteY146" fmla="*/ 1985116 h 2237474"/>
              <a:gd name="connsiteX147" fmla="*/ 2748833 w 12192000"/>
              <a:gd name="connsiteY147" fmla="*/ 1986323 h 2237474"/>
              <a:gd name="connsiteX148" fmla="*/ 2748661 w 12192000"/>
              <a:gd name="connsiteY148" fmla="*/ 1986122 h 2237474"/>
              <a:gd name="connsiteX149" fmla="*/ 2740251 w 12192000"/>
              <a:gd name="connsiteY149" fmla="*/ 1986946 h 2237474"/>
              <a:gd name="connsiteX150" fmla="*/ 2718916 w 12192000"/>
              <a:gd name="connsiteY150" fmla="*/ 1990867 h 2237474"/>
              <a:gd name="connsiteX151" fmla="*/ 2713522 w 12192000"/>
              <a:gd name="connsiteY151" fmla="*/ 1990173 h 2237474"/>
              <a:gd name="connsiteX152" fmla="*/ 2680597 w 12192000"/>
              <a:gd name="connsiteY152" fmla="*/ 1984996 h 2237474"/>
              <a:gd name="connsiteX153" fmla="*/ 2578178 w 12192000"/>
              <a:gd name="connsiteY153" fmla="*/ 1990531 h 2237474"/>
              <a:gd name="connsiteX154" fmla="*/ 2476147 w 12192000"/>
              <a:gd name="connsiteY154" fmla="*/ 1998305 h 2237474"/>
              <a:gd name="connsiteX155" fmla="*/ 2373568 w 12192000"/>
              <a:gd name="connsiteY155" fmla="*/ 2003219 h 2237474"/>
              <a:gd name="connsiteX156" fmla="*/ 2321399 w 12192000"/>
              <a:gd name="connsiteY156" fmla="*/ 1989467 h 2237474"/>
              <a:gd name="connsiteX157" fmla="*/ 2315525 w 12192000"/>
              <a:gd name="connsiteY157" fmla="*/ 1989708 h 2237474"/>
              <a:gd name="connsiteX158" fmla="*/ 2300792 w 12192000"/>
              <a:gd name="connsiteY158" fmla="*/ 1994290 h 2237474"/>
              <a:gd name="connsiteX159" fmla="*/ 2295469 w 12192000"/>
              <a:gd name="connsiteY159" fmla="*/ 1996659 h 2237474"/>
              <a:gd name="connsiteX160" fmla="*/ 2287219 w 12192000"/>
              <a:gd name="connsiteY160" fmla="*/ 1998750 h 2237474"/>
              <a:gd name="connsiteX161" fmla="*/ 2286948 w 12192000"/>
              <a:gd name="connsiteY161" fmla="*/ 1998596 h 2237474"/>
              <a:gd name="connsiteX162" fmla="*/ 2243069 w 12192000"/>
              <a:gd name="connsiteY162" fmla="*/ 2015111 h 2237474"/>
              <a:gd name="connsiteX163" fmla="*/ 2186609 w 12192000"/>
              <a:gd name="connsiteY163" fmla="*/ 2008263 h 2237474"/>
              <a:gd name="connsiteX164" fmla="*/ 2164831 w 12192000"/>
              <a:gd name="connsiteY164" fmla="*/ 2010143 h 2237474"/>
              <a:gd name="connsiteX165" fmla="*/ 2152836 w 12192000"/>
              <a:gd name="connsiteY165" fmla="*/ 2010048 h 2237474"/>
              <a:gd name="connsiteX166" fmla="*/ 2117102 w 12192000"/>
              <a:gd name="connsiteY166" fmla="*/ 2023004 h 2237474"/>
              <a:gd name="connsiteX167" fmla="*/ 2111935 w 12192000"/>
              <a:gd name="connsiteY167" fmla="*/ 2023163 h 2237474"/>
              <a:gd name="connsiteX168" fmla="*/ 2089991 w 12192000"/>
              <a:gd name="connsiteY168" fmla="*/ 2034193 h 2237474"/>
              <a:gd name="connsiteX169" fmla="*/ 2058061 w 12192000"/>
              <a:gd name="connsiteY169" fmla="*/ 2047942 h 2237474"/>
              <a:gd name="connsiteX170" fmla="*/ 2055737 w 12192000"/>
              <a:gd name="connsiteY170" fmla="*/ 2047704 h 2237474"/>
              <a:gd name="connsiteX171" fmla="*/ 2042244 w 12192000"/>
              <a:gd name="connsiteY171" fmla="*/ 2055560 h 2237474"/>
              <a:gd name="connsiteX172" fmla="*/ 1976224 w 12192000"/>
              <a:gd name="connsiteY172" fmla="*/ 2074257 h 2237474"/>
              <a:gd name="connsiteX173" fmla="*/ 1877728 w 12192000"/>
              <a:gd name="connsiteY173" fmla="*/ 2101004 h 2237474"/>
              <a:gd name="connsiteX174" fmla="*/ 1759056 w 12192000"/>
              <a:gd name="connsiteY174" fmla="*/ 2125608 h 2237474"/>
              <a:gd name="connsiteX175" fmla="*/ 1637948 w 12192000"/>
              <a:gd name="connsiteY175" fmla="*/ 2172597 h 2237474"/>
              <a:gd name="connsiteX176" fmla="*/ 1434549 w 12192000"/>
              <a:gd name="connsiteY176" fmla="*/ 2234522 h 2237474"/>
              <a:gd name="connsiteX177" fmla="*/ 1398481 w 12192000"/>
              <a:gd name="connsiteY177" fmla="*/ 2237074 h 2237474"/>
              <a:gd name="connsiteX178" fmla="*/ 1398407 w 12192000"/>
              <a:gd name="connsiteY178" fmla="*/ 2237095 h 2237474"/>
              <a:gd name="connsiteX179" fmla="*/ 1370962 w 12192000"/>
              <a:gd name="connsiteY179" fmla="*/ 2237474 h 2237474"/>
              <a:gd name="connsiteX180" fmla="*/ 1356367 w 12192000"/>
              <a:gd name="connsiteY180" fmla="*/ 2235089 h 2237474"/>
              <a:gd name="connsiteX181" fmla="*/ 1324828 w 12192000"/>
              <a:gd name="connsiteY181" fmla="*/ 2231968 h 2237474"/>
              <a:gd name="connsiteX182" fmla="*/ 1297744 w 12192000"/>
              <a:gd name="connsiteY182" fmla="*/ 2235849 h 2237474"/>
              <a:gd name="connsiteX183" fmla="*/ 1286236 w 12192000"/>
              <a:gd name="connsiteY183" fmla="*/ 2233135 h 2237474"/>
              <a:gd name="connsiteX184" fmla="*/ 1283504 w 12192000"/>
              <a:gd name="connsiteY184" fmla="*/ 2233797 h 2237474"/>
              <a:gd name="connsiteX185" fmla="*/ 1279765 w 12192000"/>
              <a:gd name="connsiteY185" fmla="*/ 2229639 h 2237474"/>
              <a:gd name="connsiteX186" fmla="*/ 1195347 w 12192000"/>
              <a:gd name="connsiteY186" fmla="*/ 2212354 h 2237474"/>
              <a:gd name="connsiteX187" fmla="*/ 970251 w 12192000"/>
              <a:gd name="connsiteY187" fmla="*/ 2221029 h 2237474"/>
              <a:gd name="connsiteX188" fmla="*/ 812914 w 12192000"/>
              <a:gd name="connsiteY188" fmla="*/ 2202752 h 2237474"/>
              <a:gd name="connsiteX189" fmla="*/ 800195 w 12192000"/>
              <a:gd name="connsiteY189" fmla="*/ 2209407 h 2237474"/>
              <a:gd name="connsiteX190" fmla="*/ 784978 w 12192000"/>
              <a:gd name="connsiteY190" fmla="*/ 2212360 h 2237474"/>
              <a:gd name="connsiteX191" fmla="*/ 681987 w 12192000"/>
              <a:gd name="connsiteY191" fmla="*/ 2216757 h 2237474"/>
              <a:gd name="connsiteX192" fmla="*/ 669923 w 12192000"/>
              <a:gd name="connsiteY192" fmla="*/ 2211682 h 2237474"/>
              <a:gd name="connsiteX193" fmla="*/ 648680 w 12192000"/>
              <a:gd name="connsiteY193" fmla="*/ 2206229 h 2237474"/>
              <a:gd name="connsiteX194" fmla="*/ 597225 w 12192000"/>
              <a:gd name="connsiteY194" fmla="*/ 2180999 h 2237474"/>
              <a:gd name="connsiteX195" fmla="*/ 558449 w 12192000"/>
              <a:gd name="connsiteY195" fmla="*/ 2182346 h 2237474"/>
              <a:gd name="connsiteX196" fmla="*/ 550517 w 12192000"/>
              <a:gd name="connsiteY196" fmla="*/ 2182060 h 2237474"/>
              <a:gd name="connsiteX197" fmla="*/ 550309 w 12192000"/>
              <a:gd name="connsiteY197" fmla="*/ 2181825 h 2237474"/>
              <a:gd name="connsiteX198" fmla="*/ 541836 w 12192000"/>
              <a:gd name="connsiteY198" fmla="*/ 2181063 h 2237474"/>
              <a:gd name="connsiteX199" fmla="*/ 536057 w 12192000"/>
              <a:gd name="connsiteY199" fmla="*/ 2181537 h 2237474"/>
              <a:gd name="connsiteX200" fmla="*/ 520671 w 12192000"/>
              <a:gd name="connsiteY200" fmla="*/ 2180980 h 2237474"/>
              <a:gd name="connsiteX201" fmla="*/ 515024 w 12192000"/>
              <a:gd name="connsiteY201" fmla="*/ 2179258 h 2237474"/>
              <a:gd name="connsiteX202" fmla="*/ 512278 w 12192000"/>
              <a:gd name="connsiteY202" fmla="*/ 2176369 h 2237474"/>
              <a:gd name="connsiteX203" fmla="*/ 480419 w 12192000"/>
              <a:gd name="connsiteY203" fmla="*/ 2167807 h 2237474"/>
              <a:gd name="connsiteX204" fmla="*/ 413835 w 12192000"/>
              <a:gd name="connsiteY204" fmla="*/ 2156783 h 2237474"/>
              <a:gd name="connsiteX205" fmla="*/ 376513 w 12192000"/>
              <a:gd name="connsiteY205" fmla="*/ 2154014 h 2237474"/>
              <a:gd name="connsiteX206" fmla="*/ 273386 w 12192000"/>
              <a:gd name="connsiteY206" fmla="*/ 2142551 h 2237474"/>
              <a:gd name="connsiteX207" fmla="*/ 169207 w 12192000"/>
              <a:gd name="connsiteY207" fmla="*/ 2128100 h 2237474"/>
              <a:gd name="connsiteX208" fmla="*/ 93149 w 12192000"/>
              <a:gd name="connsiteY208" fmla="*/ 2105324 h 2237474"/>
              <a:gd name="connsiteX209" fmla="*/ 88109 w 12192000"/>
              <a:gd name="connsiteY209" fmla="*/ 2106704 h 2237474"/>
              <a:gd name="connsiteX210" fmla="*/ 80022 w 12192000"/>
              <a:gd name="connsiteY210" fmla="*/ 2107254 h 2237474"/>
              <a:gd name="connsiteX211" fmla="*/ 79717 w 12192000"/>
              <a:gd name="connsiteY211" fmla="*/ 2107046 h 2237474"/>
              <a:gd name="connsiteX212" fmla="*/ 72352 w 12192000"/>
              <a:gd name="connsiteY212" fmla="*/ 2107991 h 2237474"/>
              <a:gd name="connsiteX213" fmla="*/ 37645 w 12192000"/>
              <a:gd name="connsiteY213" fmla="*/ 2115401 h 2237474"/>
              <a:gd name="connsiteX214" fmla="*/ 4572 w 12192000"/>
              <a:gd name="connsiteY214" fmla="*/ 2111091 h 2237474"/>
              <a:gd name="connsiteX215" fmla="*/ 0 w 12192000"/>
              <a:gd name="connsiteY215" fmla="*/ 2110468 h 2237474"/>
              <a:gd name="connsiteX216" fmla="*/ 0 w 12192000"/>
              <a:gd name="connsiteY216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61459 w 12192000"/>
              <a:gd name="connsiteY25" fmla="*/ 862394 h 2237474"/>
              <a:gd name="connsiteX26" fmla="*/ 9705768 w 12192000"/>
              <a:gd name="connsiteY26" fmla="*/ 894610 h 2237474"/>
              <a:gd name="connsiteX27" fmla="*/ 9683005 w 12192000"/>
              <a:gd name="connsiteY27" fmla="*/ 894128 h 2237474"/>
              <a:gd name="connsiteX28" fmla="*/ 9594438 w 12192000"/>
              <a:gd name="connsiteY28" fmla="*/ 919051 h 2237474"/>
              <a:gd name="connsiteX29" fmla="*/ 9577033 w 12192000"/>
              <a:gd name="connsiteY29" fmla="*/ 922857 h 2237474"/>
              <a:gd name="connsiteX30" fmla="*/ 9544189 w 12192000"/>
              <a:gd name="connsiteY30" fmla="*/ 938966 h 2237474"/>
              <a:gd name="connsiteX31" fmla="*/ 9500499 w 12192000"/>
              <a:gd name="connsiteY31" fmla="*/ 954680 h 2237474"/>
              <a:gd name="connsiteX32" fmla="*/ 9428195 w 12192000"/>
              <a:gd name="connsiteY32" fmla="*/ 986225 h 2237474"/>
              <a:gd name="connsiteX33" fmla="*/ 9410017 w 12192000"/>
              <a:gd name="connsiteY33" fmla="*/ 993931 h 2237474"/>
              <a:gd name="connsiteX34" fmla="*/ 9392919 w 12192000"/>
              <a:gd name="connsiteY34" fmla="*/ 994656 h 2237474"/>
              <a:gd name="connsiteX35" fmla="*/ 9278619 w 12192000"/>
              <a:gd name="connsiteY35" fmla="*/ 1011878 h 2237474"/>
              <a:gd name="connsiteX36" fmla="*/ 9268019 w 12192000"/>
              <a:gd name="connsiteY36" fmla="*/ 1007442 h 2237474"/>
              <a:gd name="connsiteX37" fmla="*/ 9234662 w 12192000"/>
              <a:gd name="connsiteY37" fmla="*/ 1023056 h 2237474"/>
              <a:gd name="connsiteX38" fmla="*/ 9181033 w 12192000"/>
              <a:gd name="connsiteY38" fmla="*/ 1037921 h 2237474"/>
              <a:gd name="connsiteX39" fmla="*/ 9155969 w 12192000"/>
              <a:gd name="connsiteY39" fmla="*/ 1046804 h 2237474"/>
              <a:gd name="connsiteX40" fmla="*/ 9133985 w 12192000"/>
              <a:gd name="connsiteY40" fmla="*/ 1046450 h 2237474"/>
              <a:gd name="connsiteX41" fmla="*/ 9012987 w 12192000"/>
              <a:gd name="connsiteY41" fmla="*/ 1061986 h 2237474"/>
              <a:gd name="connsiteX42" fmla="*/ 8968445 w 12192000"/>
              <a:gd name="connsiteY42" fmla="*/ 1052169 h 2237474"/>
              <a:gd name="connsiteX43" fmla="*/ 8958984 w 12192000"/>
              <a:gd name="connsiteY43" fmla="*/ 1057212 h 2237474"/>
              <a:gd name="connsiteX44" fmla="*/ 8886001 w 12192000"/>
              <a:gd name="connsiteY44" fmla="*/ 1067468 h 2237474"/>
              <a:gd name="connsiteX45" fmla="*/ 8838610 w 12192000"/>
              <a:gd name="connsiteY45" fmla="*/ 1075091 h 2237474"/>
              <a:gd name="connsiteX46" fmla="*/ 8750383 w 12192000"/>
              <a:gd name="connsiteY46" fmla="*/ 1097387 h 2237474"/>
              <a:gd name="connsiteX47" fmla="*/ 8697365 w 12192000"/>
              <a:gd name="connsiteY47" fmla="*/ 1105869 h 2237474"/>
              <a:gd name="connsiteX48" fmla="*/ 8665605 w 12192000"/>
              <a:gd name="connsiteY48" fmla="*/ 1110791 h 2237474"/>
              <a:gd name="connsiteX49" fmla="*/ 8584946 w 12192000"/>
              <a:gd name="connsiteY49" fmla="*/ 1135226 h 2237474"/>
              <a:gd name="connsiteX50" fmla="*/ 8460755 w 12192000"/>
              <a:gd name="connsiteY50" fmla="*/ 1203427 h 2237474"/>
              <a:gd name="connsiteX51" fmla="*/ 8419755 w 12192000"/>
              <a:gd name="connsiteY51" fmla="*/ 1216260 h 2237474"/>
              <a:gd name="connsiteX52" fmla="*/ 8411626 w 12192000"/>
              <a:gd name="connsiteY52" fmla="*/ 1214397 h 2237474"/>
              <a:gd name="connsiteX53" fmla="*/ 8363469 w 12192000"/>
              <a:gd name="connsiteY53" fmla="*/ 1246658 h 2237474"/>
              <a:gd name="connsiteX54" fmla="*/ 8275497 w 12192000"/>
              <a:gd name="connsiteY54" fmla="*/ 1264396 h 2237474"/>
              <a:gd name="connsiteX55" fmla="*/ 8206287 w 12192000"/>
              <a:gd name="connsiteY55" fmla="*/ 1273060 h 2237474"/>
              <a:gd name="connsiteX56" fmla="*/ 8168705 w 12192000"/>
              <a:gd name="connsiteY56" fmla="*/ 1279956 h 2237474"/>
              <a:gd name="connsiteX57" fmla="*/ 8139997 w 12192000"/>
              <a:gd name="connsiteY57" fmla="*/ 1282713 h 2237474"/>
              <a:gd name="connsiteX58" fmla="*/ 8074238 w 12192000"/>
              <a:gd name="connsiteY58" fmla="*/ 1301895 h 2237474"/>
              <a:gd name="connsiteX59" fmla="*/ 7968292 w 12192000"/>
              <a:gd name="connsiteY59" fmla="*/ 1338779 h 2237474"/>
              <a:gd name="connsiteX60" fmla="*/ 7945122 w 12192000"/>
              <a:gd name="connsiteY60" fmla="*/ 1345477 h 2237474"/>
              <a:gd name="connsiteX61" fmla="*/ 7902328 w 12192000"/>
              <a:gd name="connsiteY61" fmla="*/ 1345865 h 2237474"/>
              <a:gd name="connsiteX62" fmla="*/ 7875879 w 12192000"/>
              <a:gd name="connsiteY62" fmla="*/ 1345646 h 2237474"/>
              <a:gd name="connsiteX63" fmla="*/ 7840612 w 12192000"/>
              <a:gd name="connsiteY63" fmla="*/ 1369373 h 2237474"/>
              <a:gd name="connsiteX64" fmla="*/ 7786819 w 12192000"/>
              <a:gd name="connsiteY64" fmla="*/ 1378970 h 2237474"/>
              <a:gd name="connsiteX65" fmla="*/ 7548172 w 12192000"/>
              <a:gd name="connsiteY65" fmla="*/ 1417460 h 2237474"/>
              <a:gd name="connsiteX66" fmla="*/ 7483437 w 12192000"/>
              <a:gd name="connsiteY66" fmla="*/ 1478152 h 2237474"/>
              <a:gd name="connsiteX67" fmla="*/ 7377870 w 12192000"/>
              <a:gd name="connsiteY67" fmla="*/ 1523319 h 2237474"/>
              <a:gd name="connsiteX68" fmla="*/ 7230737 w 12192000"/>
              <a:gd name="connsiteY68" fmla="*/ 1562633 h 2237474"/>
              <a:gd name="connsiteX69" fmla="*/ 7224458 w 12192000"/>
              <a:gd name="connsiteY69" fmla="*/ 1573008 h 2237474"/>
              <a:gd name="connsiteX70" fmla="*/ 7213486 w 12192000"/>
              <a:gd name="connsiteY70" fmla="*/ 1580987 h 2237474"/>
              <a:gd name="connsiteX71" fmla="*/ 7183121 w 12192000"/>
              <a:gd name="connsiteY71" fmla="*/ 1595162 h 2237474"/>
              <a:gd name="connsiteX72" fmla="*/ 7164601 w 12192000"/>
              <a:gd name="connsiteY72" fmla="*/ 1606490 h 2237474"/>
              <a:gd name="connsiteX73" fmla="*/ 7114651 w 12192000"/>
              <a:gd name="connsiteY73" fmla="*/ 1620959 h 2237474"/>
              <a:gd name="connsiteX74" fmla="*/ 7092727 w 12192000"/>
              <a:gd name="connsiteY74" fmla="*/ 1623628 h 2237474"/>
              <a:gd name="connsiteX75" fmla="*/ 7031309 w 12192000"/>
              <a:gd name="connsiteY75" fmla="*/ 1619451 h 2237474"/>
              <a:gd name="connsiteX76" fmla="*/ 6999084 w 12192000"/>
              <a:gd name="connsiteY76" fmla="*/ 1634317 h 2237474"/>
              <a:gd name="connsiteX77" fmla="*/ 6992107 w 12192000"/>
              <a:gd name="connsiteY77" fmla="*/ 1636860 h 2237474"/>
              <a:gd name="connsiteX78" fmla="*/ 6991765 w 12192000"/>
              <a:gd name="connsiteY78" fmla="*/ 1636725 h 2237474"/>
              <a:gd name="connsiteX79" fmla="*/ 6900177 w 12192000"/>
              <a:gd name="connsiteY79" fmla="*/ 1636016 h 2237474"/>
              <a:gd name="connsiteX80" fmla="*/ 6795372 w 12192000"/>
              <a:gd name="connsiteY80" fmla="*/ 1644845 h 2237474"/>
              <a:gd name="connsiteX81" fmla="*/ 6692251 w 12192000"/>
              <a:gd name="connsiteY81" fmla="*/ 1656357 h 2237474"/>
              <a:gd name="connsiteX82" fmla="*/ 6655235 w 12192000"/>
              <a:gd name="connsiteY82" fmla="*/ 1661869 h 2237474"/>
              <a:gd name="connsiteX83" fmla="*/ 6587857 w 12192000"/>
              <a:gd name="connsiteY83" fmla="*/ 1665769 h 2237474"/>
              <a:gd name="connsiteX84" fmla="*/ 6554894 w 12192000"/>
              <a:gd name="connsiteY84" fmla="*/ 1664428 h 2237474"/>
              <a:gd name="connsiteX85" fmla="*/ 6516595 w 12192000"/>
              <a:gd name="connsiteY85" fmla="*/ 1667475 h 2237474"/>
              <a:gd name="connsiteX86" fmla="*/ 6508541 w 12192000"/>
              <a:gd name="connsiteY86" fmla="*/ 1668757 h 2237474"/>
              <a:gd name="connsiteX87" fmla="*/ 6471012 w 12192000"/>
              <a:gd name="connsiteY87" fmla="*/ 1678604 h 2237474"/>
              <a:gd name="connsiteX88" fmla="*/ 6415265 w 12192000"/>
              <a:gd name="connsiteY88" fmla="*/ 1665317 h 2237474"/>
              <a:gd name="connsiteX89" fmla="*/ 6364035 w 12192000"/>
              <a:gd name="connsiteY89" fmla="*/ 1667683 h 2237474"/>
              <a:gd name="connsiteX90" fmla="*/ 6280959 w 12192000"/>
              <a:gd name="connsiteY90" fmla="*/ 1689329 h 2237474"/>
              <a:gd name="connsiteX91" fmla="*/ 6243319 w 12192000"/>
              <a:gd name="connsiteY91" fmla="*/ 1695560 h 2237474"/>
              <a:gd name="connsiteX92" fmla="*/ 6098321 w 12192000"/>
              <a:gd name="connsiteY92" fmla="*/ 1721646 h 2237474"/>
              <a:gd name="connsiteX93" fmla="*/ 5880652 w 12192000"/>
              <a:gd name="connsiteY93" fmla="*/ 1779643 h 2237474"/>
              <a:gd name="connsiteX94" fmla="*/ 5785959 w 12192000"/>
              <a:gd name="connsiteY94" fmla="*/ 1775307 h 2237474"/>
              <a:gd name="connsiteX95" fmla="*/ 5643534 w 12192000"/>
              <a:gd name="connsiteY95" fmla="*/ 1802919 h 2237474"/>
              <a:gd name="connsiteX96" fmla="*/ 5518799 w 12192000"/>
              <a:gd name="connsiteY96" fmla="*/ 1818312 h 2237474"/>
              <a:gd name="connsiteX97" fmla="*/ 5505014 w 12192000"/>
              <a:gd name="connsiteY97" fmla="*/ 1819259 h 2237474"/>
              <a:gd name="connsiteX98" fmla="*/ 5453307 w 12192000"/>
              <a:gd name="connsiteY98" fmla="*/ 1815450 h 2237474"/>
              <a:gd name="connsiteX99" fmla="*/ 5364192 w 12192000"/>
              <a:gd name="connsiteY99" fmla="*/ 1826074 h 2237474"/>
              <a:gd name="connsiteX100" fmla="*/ 5350380 w 12192000"/>
              <a:gd name="connsiteY100" fmla="*/ 1830891 h 2237474"/>
              <a:gd name="connsiteX101" fmla="*/ 5259633 w 12192000"/>
              <a:gd name="connsiteY101" fmla="*/ 1837160 h 2237474"/>
              <a:gd name="connsiteX102" fmla="*/ 5197513 w 12192000"/>
              <a:gd name="connsiteY102" fmla="*/ 1844718 h 2237474"/>
              <a:gd name="connsiteX103" fmla="*/ 5168852 w 12192000"/>
              <a:gd name="connsiteY103" fmla="*/ 1844846 h 2237474"/>
              <a:gd name="connsiteX104" fmla="*/ 5114927 w 12192000"/>
              <a:gd name="connsiteY104" fmla="*/ 1847827 h 2237474"/>
              <a:gd name="connsiteX105" fmla="*/ 5108970 w 12192000"/>
              <a:gd name="connsiteY105" fmla="*/ 1847935 h 2237474"/>
              <a:gd name="connsiteX106" fmla="*/ 5067961 w 12192000"/>
              <a:gd name="connsiteY106" fmla="*/ 1845917 h 2237474"/>
              <a:gd name="connsiteX107" fmla="*/ 5007075 w 12192000"/>
              <a:gd name="connsiteY107" fmla="*/ 1838626 h 2237474"/>
              <a:gd name="connsiteX108" fmla="*/ 4944087 w 12192000"/>
              <a:gd name="connsiteY108" fmla="*/ 1823332 h 2237474"/>
              <a:gd name="connsiteX109" fmla="*/ 4907662 w 12192000"/>
              <a:gd name="connsiteY109" fmla="*/ 1816900 h 2237474"/>
              <a:gd name="connsiteX110" fmla="*/ 4882386 w 12192000"/>
              <a:gd name="connsiteY110" fmla="*/ 1809844 h 2237474"/>
              <a:gd name="connsiteX111" fmla="*/ 4811440 w 12192000"/>
              <a:gd name="connsiteY111" fmla="*/ 1804655 h 2237474"/>
              <a:gd name="connsiteX112" fmla="*/ 4691075 w 12192000"/>
              <a:gd name="connsiteY112" fmla="*/ 1801389 h 2237474"/>
              <a:gd name="connsiteX113" fmla="*/ 4611738 w 12192000"/>
              <a:gd name="connsiteY113" fmla="*/ 1776964 h 2237474"/>
              <a:gd name="connsiteX114" fmla="*/ 4560070 w 12192000"/>
              <a:gd name="connsiteY114" fmla="*/ 1785640 h 2237474"/>
              <a:gd name="connsiteX115" fmla="*/ 4536503 w 12192000"/>
              <a:gd name="connsiteY115" fmla="*/ 1785334 h 2237474"/>
              <a:gd name="connsiteX116" fmla="*/ 4513724 w 12192000"/>
              <a:gd name="connsiteY116" fmla="*/ 1791996 h 2237474"/>
              <a:gd name="connsiteX117" fmla="*/ 4459810 w 12192000"/>
              <a:gd name="connsiteY117" fmla="*/ 1797886 h 2237474"/>
              <a:gd name="connsiteX118" fmla="*/ 4379064 w 12192000"/>
              <a:gd name="connsiteY118" fmla="*/ 1817177 h 2237474"/>
              <a:gd name="connsiteX119" fmla="*/ 4319209 w 12192000"/>
              <a:gd name="connsiteY119" fmla="*/ 1834833 h 2237474"/>
              <a:gd name="connsiteX120" fmla="*/ 4290981 w 12192000"/>
              <a:gd name="connsiteY120" fmla="*/ 1839677 h 2237474"/>
              <a:gd name="connsiteX121" fmla="*/ 4285792 w 12192000"/>
              <a:gd name="connsiteY121" fmla="*/ 1836231 h 2237474"/>
              <a:gd name="connsiteX122" fmla="*/ 4238372 w 12192000"/>
              <a:gd name="connsiteY122" fmla="*/ 1851480 h 2237474"/>
              <a:gd name="connsiteX123" fmla="*/ 4232517 w 12192000"/>
              <a:gd name="connsiteY123" fmla="*/ 1852567 h 2237474"/>
              <a:gd name="connsiteX124" fmla="*/ 4191732 w 12192000"/>
              <a:gd name="connsiteY124" fmla="*/ 1857328 h 2237474"/>
              <a:gd name="connsiteX125" fmla="*/ 4065532 w 12192000"/>
              <a:gd name="connsiteY125" fmla="*/ 1855477 h 2237474"/>
              <a:gd name="connsiteX126" fmla="*/ 4028460 w 12192000"/>
              <a:gd name="connsiteY126" fmla="*/ 1855137 h 2237474"/>
              <a:gd name="connsiteX127" fmla="*/ 4002267 w 12192000"/>
              <a:gd name="connsiteY127" fmla="*/ 1852352 h 2237474"/>
              <a:gd name="connsiteX128" fmla="*/ 3931396 w 12192000"/>
              <a:gd name="connsiteY128" fmla="*/ 1858915 h 2237474"/>
              <a:gd name="connsiteX129" fmla="*/ 3812162 w 12192000"/>
              <a:gd name="connsiteY129" fmla="*/ 1875501 h 2237474"/>
              <a:gd name="connsiteX130" fmla="*/ 3729530 w 12192000"/>
              <a:gd name="connsiteY130" fmla="*/ 1864513 h 2237474"/>
              <a:gd name="connsiteX131" fmla="*/ 3680177 w 12192000"/>
              <a:gd name="connsiteY131" fmla="*/ 1881552 h 2237474"/>
              <a:gd name="connsiteX132" fmla="*/ 3567259 w 12192000"/>
              <a:gd name="connsiteY132" fmla="*/ 1893482 h 2237474"/>
              <a:gd name="connsiteX133" fmla="*/ 3405770 w 12192000"/>
              <a:gd name="connsiteY133" fmla="*/ 1904591 h 2237474"/>
              <a:gd name="connsiteX134" fmla="*/ 3280097 w 12192000"/>
              <a:gd name="connsiteY134" fmla="*/ 1919610 h 2237474"/>
              <a:gd name="connsiteX135" fmla="*/ 3123424 w 12192000"/>
              <a:gd name="connsiteY135" fmla="*/ 1952930 h 2237474"/>
              <a:gd name="connsiteX136" fmla="*/ 3009910 w 12192000"/>
              <a:gd name="connsiteY136" fmla="*/ 1957866 h 2237474"/>
              <a:gd name="connsiteX137" fmla="*/ 2995934 w 12192000"/>
              <a:gd name="connsiteY137" fmla="*/ 1967085 h 2237474"/>
              <a:gd name="connsiteX138" fmla="*/ 2980071 w 12192000"/>
              <a:gd name="connsiteY138" fmla="*/ 1972988 h 2237474"/>
              <a:gd name="connsiteX139" fmla="*/ 2978094 w 12192000"/>
              <a:gd name="connsiteY139" fmla="*/ 1972369 h 2237474"/>
              <a:gd name="connsiteX140" fmla="*/ 2942858 w 12192000"/>
              <a:gd name="connsiteY140" fmla="*/ 1981367 h 2237474"/>
              <a:gd name="connsiteX141" fmla="*/ 2875436 w 12192000"/>
              <a:gd name="connsiteY141" fmla="*/ 1996977 h 2237474"/>
              <a:gd name="connsiteX142" fmla="*/ 2874892 w 12192000"/>
              <a:gd name="connsiteY142" fmla="*/ 1996085 h 2237474"/>
              <a:gd name="connsiteX143" fmla="*/ 2864145 w 12192000"/>
              <a:gd name="connsiteY143" fmla="*/ 1994061 h 2237474"/>
              <a:gd name="connsiteX144" fmla="*/ 2843662 w 12192000"/>
              <a:gd name="connsiteY144" fmla="*/ 1992498 h 2237474"/>
              <a:gd name="connsiteX145" fmla="*/ 2796128 w 12192000"/>
              <a:gd name="connsiteY145" fmla="*/ 1976403 h 2237474"/>
              <a:gd name="connsiteX146" fmla="*/ 2756784 w 12192000"/>
              <a:gd name="connsiteY146" fmla="*/ 1985116 h 2237474"/>
              <a:gd name="connsiteX147" fmla="*/ 2748833 w 12192000"/>
              <a:gd name="connsiteY147" fmla="*/ 1986323 h 2237474"/>
              <a:gd name="connsiteX148" fmla="*/ 2748661 w 12192000"/>
              <a:gd name="connsiteY148" fmla="*/ 1986122 h 2237474"/>
              <a:gd name="connsiteX149" fmla="*/ 2740251 w 12192000"/>
              <a:gd name="connsiteY149" fmla="*/ 1986946 h 2237474"/>
              <a:gd name="connsiteX150" fmla="*/ 2718916 w 12192000"/>
              <a:gd name="connsiteY150" fmla="*/ 1990867 h 2237474"/>
              <a:gd name="connsiteX151" fmla="*/ 2713522 w 12192000"/>
              <a:gd name="connsiteY151" fmla="*/ 1990173 h 2237474"/>
              <a:gd name="connsiteX152" fmla="*/ 2680597 w 12192000"/>
              <a:gd name="connsiteY152" fmla="*/ 1984996 h 2237474"/>
              <a:gd name="connsiteX153" fmla="*/ 2578178 w 12192000"/>
              <a:gd name="connsiteY153" fmla="*/ 1990531 h 2237474"/>
              <a:gd name="connsiteX154" fmla="*/ 2476147 w 12192000"/>
              <a:gd name="connsiteY154" fmla="*/ 1998305 h 2237474"/>
              <a:gd name="connsiteX155" fmla="*/ 2373568 w 12192000"/>
              <a:gd name="connsiteY155" fmla="*/ 2003219 h 2237474"/>
              <a:gd name="connsiteX156" fmla="*/ 2321399 w 12192000"/>
              <a:gd name="connsiteY156" fmla="*/ 1989467 h 2237474"/>
              <a:gd name="connsiteX157" fmla="*/ 2315525 w 12192000"/>
              <a:gd name="connsiteY157" fmla="*/ 1989708 h 2237474"/>
              <a:gd name="connsiteX158" fmla="*/ 2300792 w 12192000"/>
              <a:gd name="connsiteY158" fmla="*/ 1994290 h 2237474"/>
              <a:gd name="connsiteX159" fmla="*/ 2295469 w 12192000"/>
              <a:gd name="connsiteY159" fmla="*/ 1996659 h 2237474"/>
              <a:gd name="connsiteX160" fmla="*/ 2287219 w 12192000"/>
              <a:gd name="connsiteY160" fmla="*/ 1998750 h 2237474"/>
              <a:gd name="connsiteX161" fmla="*/ 2286948 w 12192000"/>
              <a:gd name="connsiteY161" fmla="*/ 1998596 h 2237474"/>
              <a:gd name="connsiteX162" fmla="*/ 2243069 w 12192000"/>
              <a:gd name="connsiteY162" fmla="*/ 2015111 h 2237474"/>
              <a:gd name="connsiteX163" fmla="*/ 2186609 w 12192000"/>
              <a:gd name="connsiteY163" fmla="*/ 2008263 h 2237474"/>
              <a:gd name="connsiteX164" fmla="*/ 2164831 w 12192000"/>
              <a:gd name="connsiteY164" fmla="*/ 2010143 h 2237474"/>
              <a:gd name="connsiteX165" fmla="*/ 2152836 w 12192000"/>
              <a:gd name="connsiteY165" fmla="*/ 2010048 h 2237474"/>
              <a:gd name="connsiteX166" fmla="*/ 2117102 w 12192000"/>
              <a:gd name="connsiteY166" fmla="*/ 2023004 h 2237474"/>
              <a:gd name="connsiteX167" fmla="*/ 2111935 w 12192000"/>
              <a:gd name="connsiteY167" fmla="*/ 2023163 h 2237474"/>
              <a:gd name="connsiteX168" fmla="*/ 2089991 w 12192000"/>
              <a:gd name="connsiteY168" fmla="*/ 2034193 h 2237474"/>
              <a:gd name="connsiteX169" fmla="*/ 2058061 w 12192000"/>
              <a:gd name="connsiteY169" fmla="*/ 2047942 h 2237474"/>
              <a:gd name="connsiteX170" fmla="*/ 2055737 w 12192000"/>
              <a:gd name="connsiteY170" fmla="*/ 2047704 h 2237474"/>
              <a:gd name="connsiteX171" fmla="*/ 2042244 w 12192000"/>
              <a:gd name="connsiteY171" fmla="*/ 2055560 h 2237474"/>
              <a:gd name="connsiteX172" fmla="*/ 1976224 w 12192000"/>
              <a:gd name="connsiteY172" fmla="*/ 2074257 h 2237474"/>
              <a:gd name="connsiteX173" fmla="*/ 1877728 w 12192000"/>
              <a:gd name="connsiteY173" fmla="*/ 2101004 h 2237474"/>
              <a:gd name="connsiteX174" fmla="*/ 1759056 w 12192000"/>
              <a:gd name="connsiteY174" fmla="*/ 2125608 h 2237474"/>
              <a:gd name="connsiteX175" fmla="*/ 1637948 w 12192000"/>
              <a:gd name="connsiteY175" fmla="*/ 2172597 h 2237474"/>
              <a:gd name="connsiteX176" fmla="*/ 1434549 w 12192000"/>
              <a:gd name="connsiteY176" fmla="*/ 2234522 h 2237474"/>
              <a:gd name="connsiteX177" fmla="*/ 1398481 w 12192000"/>
              <a:gd name="connsiteY177" fmla="*/ 2237074 h 2237474"/>
              <a:gd name="connsiteX178" fmla="*/ 1398407 w 12192000"/>
              <a:gd name="connsiteY178" fmla="*/ 2237095 h 2237474"/>
              <a:gd name="connsiteX179" fmla="*/ 1370962 w 12192000"/>
              <a:gd name="connsiteY179" fmla="*/ 2237474 h 2237474"/>
              <a:gd name="connsiteX180" fmla="*/ 1356367 w 12192000"/>
              <a:gd name="connsiteY180" fmla="*/ 2235089 h 2237474"/>
              <a:gd name="connsiteX181" fmla="*/ 1324828 w 12192000"/>
              <a:gd name="connsiteY181" fmla="*/ 2231968 h 2237474"/>
              <a:gd name="connsiteX182" fmla="*/ 1297744 w 12192000"/>
              <a:gd name="connsiteY182" fmla="*/ 2235849 h 2237474"/>
              <a:gd name="connsiteX183" fmla="*/ 1286236 w 12192000"/>
              <a:gd name="connsiteY183" fmla="*/ 2233135 h 2237474"/>
              <a:gd name="connsiteX184" fmla="*/ 1283504 w 12192000"/>
              <a:gd name="connsiteY184" fmla="*/ 2233797 h 2237474"/>
              <a:gd name="connsiteX185" fmla="*/ 1279765 w 12192000"/>
              <a:gd name="connsiteY185" fmla="*/ 2229639 h 2237474"/>
              <a:gd name="connsiteX186" fmla="*/ 1195347 w 12192000"/>
              <a:gd name="connsiteY186" fmla="*/ 2212354 h 2237474"/>
              <a:gd name="connsiteX187" fmla="*/ 970251 w 12192000"/>
              <a:gd name="connsiteY187" fmla="*/ 2221029 h 2237474"/>
              <a:gd name="connsiteX188" fmla="*/ 812914 w 12192000"/>
              <a:gd name="connsiteY188" fmla="*/ 2202752 h 2237474"/>
              <a:gd name="connsiteX189" fmla="*/ 800195 w 12192000"/>
              <a:gd name="connsiteY189" fmla="*/ 2209407 h 2237474"/>
              <a:gd name="connsiteX190" fmla="*/ 784978 w 12192000"/>
              <a:gd name="connsiteY190" fmla="*/ 2212360 h 2237474"/>
              <a:gd name="connsiteX191" fmla="*/ 681987 w 12192000"/>
              <a:gd name="connsiteY191" fmla="*/ 2216757 h 2237474"/>
              <a:gd name="connsiteX192" fmla="*/ 669923 w 12192000"/>
              <a:gd name="connsiteY192" fmla="*/ 2211682 h 2237474"/>
              <a:gd name="connsiteX193" fmla="*/ 648680 w 12192000"/>
              <a:gd name="connsiteY193" fmla="*/ 2206229 h 2237474"/>
              <a:gd name="connsiteX194" fmla="*/ 597225 w 12192000"/>
              <a:gd name="connsiteY194" fmla="*/ 2180999 h 2237474"/>
              <a:gd name="connsiteX195" fmla="*/ 558449 w 12192000"/>
              <a:gd name="connsiteY195" fmla="*/ 2182346 h 2237474"/>
              <a:gd name="connsiteX196" fmla="*/ 550517 w 12192000"/>
              <a:gd name="connsiteY196" fmla="*/ 2182060 h 2237474"/>
              <a:gd name="connsiteX197" fmla="*/ 550309 w 12192000"/>
              <a:gd name="connsiteY197" fmla="*/ 2181825 h 2237474"/>
              <a:gd name="connsiteX198" fmla="*/ 541836 w 12192000"/>
              <a:gd name="connsiteY198" fmla="*/ 2181063 h 2237474"/>
              <a:gd name="connsiteX199" fmla="*/ 536057 w 12192000"/>
              <a:gd name="connsiteY199" fmla="*/ 2181537 h 2237474"/>
              <a:gd name="connsiteX200" fmla="*/ 520671 w 12192000"/>
              <a:gd name="connsiteY200" fmla="*/ 2180980 h 2237474"/>
              <a:gd name="connsiteX201" fmla="*/ 515024 w 12192000"/>
              <a:gd name="connsiteY201" fmla="*/ 2179258 h 2237474"/>
              <a:gd name="connsiteX202" fmla="*/ 512278 w 12192000"/>
              <a:gd name="connsiteY202" fmla="*/ 2176369 h 2237474"/>
              <a:gd name="connsiteX203" fmla="*/ 480419 w 12192000"/>
              <a:gd name="connsiteY203" fmla="*/ 2167807 h 2237474"/>
              <a:gd name="connsiteX204" fmla="*/ 413835 w 12192000"/>
              <a:gd name="connsiteY204" fmla="*/ 2156783 h 2237474"/>
              <a:gd name="connsiteX205" fmla="*/ 376513 w 12192000"/>
              <a:gd name="connsiteY205" fmla="*/ 2154014 h 2237474"/>
              <a:gd name="connsiteX206" fmla="*/ 273386 w 12192000"/>
              <a:gd name="connsiteY206" fmla="*/ 2142551 h 2237474"/>
              <a:gd name="connsiteX207" fmla="*/ 169207 w 12192000"/>
              <a:gd name="connsiteY207" fmla="*/ 2128100 h 2237474"/>
              <a:gd name="connsiteX208" fmla="*/ 93149 w 12192000"/>
              <a:gd name="connsiteY208" fmla="*/ 2105324 h 2237474"/>
              <a:gd name="connsiteX209" fmla="*/ 88109 w 12192000"/>
              <a:gd name="connsiteY209" fmla="*/ 2106704 h 2237474"/>
              <a:gd name="connsiteX210" fmla="*/ 80022 w 12192000"/>
              <a:gd name="connsiteY210" fmla="*/ 2107254 h 2237474"/>
              <a:gd name="connsiteX211" fmla="*/ 79717 w 12192000"/>
              <a:gd name="connsiteY211" fmla="*/ 2107046 h 2237474"/>
              <a:gd name="connsiteX212" fmla="*/ 72352 w 12192000"/>
              <a:gd name="connsiteY212" fmla="*/ 2107991 h 2237474"/>
              <a:gd name="connsiteX213" fmla="*/ 37645 w 12192000"/>
              <a:gd name="connsiteY213" fmla="*/ 2115401 h 2237474"/>
              <a:gd name="connsiteX214" fmla="*/ 4572 w 12192000"/>
              <a:gd name="connsiteY214" fmla="*/ 2111091 h 2237474"/>
              <a:gd name="connsiteX215" fmla="*/ 0 w 12192000"/>
              <a:gd name="connsiteY215" fmla="*/ 2110468 h 2237474"/>
              <a:gd name="connsiteX216" fmla="*/ 0 w 12192000"/>
              <a:gd name="connsiteY216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761459 w 12192000"/>
              <a:gd name="connsiteY24" fmla="*/ 862394 h 2237474"/>
              <a:gd name="connsiteX25" fmla="*/ 9705768 w 12192000"/>
              <a:gd name="connsiteY25" fmla="*/ 894610 h 2237474"/>
              <a:gd name="connsiteX26" fmla="*/ 9683005 w 12192000"/>
              <a:gd name="connsiteY26" fmla="*/ 894128 h 2237474"/>
              <a:gd name="connsiteX27" fmla="*/ 9594438 w 12192000"/>
              <a:gd name="connsiteY27" fmla="*/ 919051 h 2237474"/>
              <a:gd name="connsiteX28" fmla="*/ 9577033 w 12192000"/>
              <a:gd name="connsiteY28" fmla="*/ 922857 h 2237474"/>
              <a:gd name="connsiteX29" fmla="*/ 9544189 w 12192000"/>
              <a:gd name="connsiteY29" fmla="*/ 938966 h 2237474"/>
              <a:gd name="connsiteX30" fmla="*/ 9500499 w 12192000"/>
              <a:gd name="connsiteY30" fmla="*/ 954680 h 2237474"/>
              <a:gd name="connsiteX31" fmla="*/ 9428195 w 12192000"/>
              <a:gd name="connsiteY31" fmla="*/ 986225 h 2237474"/>
              <a:gd name="connsiteX32" fmla="*/ 9410017 w 12192000"/>
              <a:gd name="connsiteY32" fmla="*/ 993931 h 2237474"/>
              <a:gd name="connsiteX33" fmla="*/ 9392919 w 12192000"/>
              <a:gd name="connsiteY33" fmla="*/ 994656 h 2237474"/>
              <a:gd name="connsiteX34" fmla="*/ 9278619 w 12192000"/>
              <a:gd name="connsiteY34" fmla="*/ 1011878 h 2237474"/>
              <a:gd name="connsiteX35" fmla="*/ 9268019 w 12192000"/>
              <a:gd name="connsiteY35" fmla="*/ 1007442 h 2237474"/>
              <a:gd name="connsiteX36" fmla="*/ 9234662 w 12192000"/>
              <a:gd name="connsiteY36" fmla="*/ 1023056 h 2237474"/>
              <a:gd name="connsiteX37" fmla="*/ 9181033 w 12192000"/>
              <a:gd name="connsiteY37" fmla="*/ 1037921 h 2237474"/>
              <a:gd name="connsiteX38" fmla="*/ 9155969 w 12192000"/>
              <a:gd name="connsiteY38" fmla="*/ 1046804 h 2237474"/>
              <a:gd name="connsiteX39" fmla="*/ 9133985 w 12192000"/>
              <a:gd name="connsiteY39" fmla="*/ 1046450 h 2237474"/>
              <a:gd name="connsiteX40" fmla="*/ 9012987 w 12192000"/>
              <a:gd name="connsiteY40" fmla="*/ 1061986 h 2237474"/>
              <a:gd name="connsiteX41" fmla="*/ 8968445 w 12192000"/>
              <a:gd name="connsiteY41" fmla="*/ 1052169 h 2237474"/>
              <a:gd name="connsiteX42" fmla="*/ 8958984 w 12192000"/>
              <a:gd name="connsiteY42" fmla="*/ 1057212 h 2237474"/>
              <a:gd name="connsiteX43" fmla="*/ 8886001 w 12192000"/>
              <a:gd name="connsiteY43" fmla="*/ 1067468 h 2237474"/>
              <a:gd name="connsiteX44" fmla="*/ 8838610 w 12192000"/>
              <a:gd name="connsiteY44" fmla="*/ 1075091 h 2237474"/>
              <a:gd name="connsiteX45" fmla="*/ 8750383 w 12192000"/>
              <a:gd name="connsiteY45" fmla="*/ 1097387 h 2237474"/>
              <a:gd name="connsiteX46" fmla="*/ 8697365 w 12192000"/>
              <a:gd name="connsiteY46" fmla="*/ 1105869 h 2237474"/>
              <a:gd name="connsiteX47" fmla="*/ 8665605 w 12192000"/>
              <a:gd name="connsiteY47" fmla="*/ 1110791 h 2237474"/>
              <a:gd name="connsiteX48" fmla="*/ 8584946 w 12192000"/>
              <a:gd name="connsiteY48" fmla="*/ 1135226 h 2237474"/>
              <a:gd name="connsiteX49" fmla="*/ 8460755 w 12192000"/>
              <a:gd name="connsiteY49" fmla="*/ 1203427 h 2237474"/>
              <a:gd name="connsiteX50" fmla="*/ 8419755 w 12192000"/>
              <a:gd name="connsiteY50" fmla="*/ 1216260 h 2237474"/>
              <a:gd name="connsiteX51" fmla="*/ 8411626 w 12192000"/>
              <a:gd name="connsiteY51" fmla="*/ 1214397 h 2237474"/>
              <a:gd name="connsiteX52" fmla="*/ 8363469 w 12192000"/>
              <a:gd name="connsiteY52" fmla="*/ 1246658 h 2237474"/>
              <a:gd name="connsiteX53" fmla="*/ 8275497 w 12192000"/>
              <a:gd name="connsiteY53" fmla="*/ 1264396 h 2237474"/>
              <a:gd name="connsiteX54" fmla="*/ 8206287 w 12192000"/>
              <a:gd name="connsiteY54" fmla="*/ 1273060 h 2237474"/>
              <a:gd name="connsiteX55" fmla="*/ 8168705 w 12192000"/>
              <a:gd name="connsiteY55" fmla="*/ 1279956 h 2237474"/>
              <a:gd name="connsiteX56" fmla="*/ 8139997 w 12192000"/>
              <a:gd name="connsiteY56" fmla="*/ 1282713 h 2237474"/>
              <a:gd name="connsiteX57" fmla="*/ 8074238 w 12192000"/>
              <a:gd name="connsiteY57" fmla="*/ 1301895 h 2237474"/>
              <a:gd name="connsiteX58" fmla="*/ 7968292 w 12192000"/>
              <a:gd name="connsiteY58" fmla="*/ 1338779 h 2237474"/>
              <a:gd name="connsiteX59" fmla="*/ 7945122 w 12192000"/>
              <a:gd name="connsiteY59" fmla="*/ 1345477 h 2237474"/>
              <a:gd name="connsiteX60" fmla="*/ 7902328 w 12192000"/>
              <a:gd name="connsiteY60" fmla="*/ 1345865 h 2237474"/>
              <a:gd name="connsiteX61" fmla="*/ 7875879 w 12192000"/>
              <a:gd name="connsiteY61" fmla="*/ 1345646 h 2237474"/>
              <a:gd name="connsiteX62" fmla="*/ 7840612 w 12192000"/>
              <a:gd name="connsiteY62" fmla="*/ 1369373 h 2237474"/>
              <a:gd name="connsiteX63" fmla="*/ 7786819 w 12192000"/>
              <a:gd name="connsiteY63" fmla="*/ 1378970 h 2237474"/>
              <a:gd name="connsiteX64" fmla="*/ 7548172 w 12192000"/>
              <a:gd name="connsiteY64" fmla="*/ 1417460 h 2237474"/>
              <a:gd name="connsiteX65" fmla="*/ 7483437 w 12192000"/>
              <a:gd name="connsiteY65" fmla="*/ 1478152 h 2237474"/>
              <a:gd name="connsiteX66" fmla="*/ 7377870 w 12192000"/>
              <a:gd name="connsiteY66" fmla="*/ 1523319 h 2237474"/>
              <a:gd name="connsiteX67" fmla="*/ 7230737 w 12192000"/>
              <a:gd name="connsiteY67" fmla="*/ 1562633 h 2237474"/>
              <a:gd name="connsiteX68" fmla="*/ 7224458 w 12192000"/>
              <a:gd name="connsiteY68" fmla="*/ 1573008 h 2237474"/>
              <a:gd name="connsiteX69" fmla="*/ 7213486 w 12192000"/>
              <a:gd name="connsiteY69" fmla="*/ 1580987 h 2237474"/>
              <a:gd name="connsiteX70" fmla="*/ 7183121 w 12192000"/>
              <a:gd name="connsiteY70" fmla="*/ 1595162 h 2237474"/>
              <a:gd name="connsiteX71" fmla="*/ 7164601 w 12192000"/>
              <a:gd name="connsiteY71" fmla="*/ 1606490 h 2237474"/>
              <a:gd name="connsiteX72" fmla="*/ 7114651 w 12192000"/>
              <a:gd name="connsiteY72" fmla="*/ 1620959 h 2237474"/>
              <a:gd name="connsiteX73" fmla="*/ 7092727 w 12192000"/>
              <a:gd name="connsiteY73" fmla="*/ 1623628 h 2237474"/>
              <a:gd name="connsiteX74" fmla="*/ 7031309 w 12192000"/>
              <a:gd name="connsiteY74" fmla="*/ 1619451 h 2237474"/>
              <a:gd name="connsiteX75" fmla="*/ 6999084 w 12192000"/>
              <a:gd name="connsiteY75" fmla="*/ 1634317 h 2237474"/>
              <a:gd name="connsiteX76" fmla="*/ 6992107 w 12192000"/>
              <a:gd name="connsiteY76" fmla="*/ 1636860 h 2237474"/>
              <a:gd name="connsiteX77" fmla="*/ 6991765 w 12192000"/>
              <a:gd name="connsiteY77" fmla="*/ 1636725 h 2237474"/>
              <a:gd name="connsiteX78" fmla="*/ 6900177 w 12192000"/>
              <a:gd name="connsiteY78" fmla="*/ 1636016 h 2237474"/>
              <a:gd name="connsiteX79" fmla="*/ 6795372 w 12192000"/>
              <a:gd name="connsiteY79" fmla="*/ 1644845 h 2237474"/>
              <a:gd name="connsiteX80" fmla="*/ 6692251 w 12192000"/>
              <a:gd name="connsiteY80" fmla="*/ 1656357 h 2237474"/>
              <a:gd name="connsiteX81" fmla="*/ 6655235 w 12192000"/>
              <a:gd name="connsiteY81" fmla="*/ 1661869 h 2237474"/>
              <a:gd name="connsiteX82" fmla="*/ 6587857 w 12192000"/>
              <a:gd name="connsiteY82" fmla="*/ 1665769 h 2237474"/>
              <a:gd name="connsiteX83" fmla="*/ 6554894 w 12192000"/>
              <a:gd name="connsiteY83" fmla="*/ 1664428 h 2237474"/>
              <a:gd name="connsiteX84" fmla="*/ 6516595 w 12192000"/>
              <a:gd name="connsiteY84" fmla="*/ 1667475 h 2237474"/>
              <a:gd name="connsiteX85" fmla="*/ 6508541 w 12192000"/>
              <a:gd name="connsiteY85" fmla="*/ 1668757 h 2237474"/>
              <a:gd name="connsiteX86" fmla="*/ 6471012 w 12192000"/>
              <a:gd name="connsiteY86" fmla="*/ 1678604 h 2237474"/>
              <a:gd name="connsiteX87" fmla="*/ 6415265 w 12192000"/>
              <a:gd name="connsiteY87" fmla="*/ 1665317 h 2237474"/>
              <a:gd name="connsiteX88" fmla="*/ 6364035 w 12192000"/>
              <a:gd name="connsiteY88" fmla="*/ 1667683 h 2237474"/>
              <a:gd name="connsiteX89" fmla="*/ 6280959 w 12192000"/>
              <a:gd name="connsiteY89" fmla="*/ 1689329 h 2237474"/>
              <a:gd name="connsiteX90" fmla="*/ 6243319 w 12192000"/>
              <a:gd name="connsiteY90" fmla="*/ 1695560 h 2237474"/>
              <a:gd name="connsiteX91" fmla="*/ 6098321 w 12192000"/>
              <a:gd name="connsiteY91" fmla="*/ 1721646 h 2237474"/>
              <a:gd name="connsiteX92" fmla="*/ 5880652 w 12192000"/>
              <a:gd name="connsiteY92" fmla="*/ 1779643 h 2237474"/>
              <a:gd name="connsiteX93" fmla="*/ 5785959 w 12192000"/>
              <a:gd name="connsiteY93" fmla="*/ 1775307 h 2237474"/>
              <a:gd name="connsiteX94" fmla="*/ 5643534 w 12192000"/>
              <a:gd name="connsiteY94" fmla="*/ 1802919 h 2237474"/>
              <a:gd name="connsiteX95" fmla="*/ 5518799 w 12192000"/>
              <a:gd name="connsiteY95" fmla="*/ 1818312 h 2237474"/>
              <a:gd name="connsiteX96" fmla="*/ 5505014 w 12192000"/>
              <a:gd name="connsiteY96" fmla="*/ 1819259 h 2237474"/>
              <a:gd name="connsiteX97" fmla="*/ 5453307 w 12192000"/>
              <a:gd name="connsiteY97" fmla="*/ 1815450 h 2237474"/>
              <a:gd name="connsiteX98" fmla="*/ 5364192 w 12192000"/>
              <a:gd name="connsiteY98" fmla="*/ 1826074 h 2237474"/>
              <a:gd name="connsiteX99" fmla="*/ 5350380 w 12192000"/>
              <a:gd name="connsiteY99" fmla="*/ 1830891 h 2237474"/>
              <a:gd name="connsiteX100" fmla="*/ 5259633 w 12192000"/>
              <a:gd name="connsiteY100" fmla="*/ 1837160 h 2237474"/>
              <a:gd name="connsiteX101" fmla="*/ 5197513 w 12192000"/>
              <a:gd name="connsiteY101" fmla="*/ 1844718 h 2237474"/>
              <a:gd name="connsiteX102" fmla="*/ 5168852 w 12192000"/>
              <a:gd name="connsiteY102" fmla="*/ 1844846 h 2237474"/>
              <a:gd name="connsiteX103" fmla="*/ 5114927 w 12192000"/>
              <a:gd name="connsiteY103" fmla="*/ 1847827 h 2237474"/>
              <a:gd name="connsiteX104" fmla="*/ 5108970 w 12192000"/>
              <a:gd name="connsiteY104" fmla="*/ 1847935 h 2237474"/>
              <a:gd name="connsiteX105" fmla="*/ 5067961 w 12192000"/>
              <a:gd name="connsiteY105" fmla="*/ 1845917 h 2237474"/>
              <a:gd name="connsiteX106" fmla="*/ 5007075 w 12192000"/>
              <a:gd name="connsiteY106" fmla="*/ 1838626 h 2237474"/>
              <a:gd name="connsiteX107" fmla="*/ 4944087 w 12192000"/>
              <a:gd name="connsiteY107" fmla="*/ 1823332 h 2237474"/>
              <a:gd name="connsiteX108" fmla="*/ 4907662 w 12192000"/>
              <a:gd name="connsiteY108" fmla="*/ 1816900 h 2237474"/>
              <a:gd name="connsiteX109" fmla="*/ 4882386 w 12192000"/>
              <a:gd name="connsiteY109" fmla="*/ 1809844 h 2237474"/>
              <a:gd name="connsiteX110" fmla="*/ 4811440 w 12192000"/>
              <a:gd name="connsiteY110" fmla="*/ 1804655 h 2237474"/>
              <a:gd name="connsiteX111" fmla="*/ 4691075 w 12192000"/>
              <a:gd name="connsiteY111" fmla="*/ 1801389 h 2237474"/>
              <a:gd name="connsiteX112" fmla="*/ 4611738 w 12192000"/>
              <a:gd name="connsiteY112" fmla="*/ 1776964 h 2237474"/>
              <a:gd name="connsiteX113" fmla="*/ 4560070 w 12192000"/>
              <a:gd name="connsiteY113" fmla="*/ 1785640 h 2237474"/>
              <a:gd name="connsiteX114" fmla="*/ 4536503 w 12192000"/>
              <a:gd name="connsiteY114" fmla="*/ 1785334 h 2237474"/>
              <a:gd name="connsiteX115" fmla="*/ 4513724 w 12192000"/>
              <a:gd name="connsiteY115" fmla="*/ 1791996 h 2237474"/>
              <a:gd name="connsiteX116" fmla="*/ 4459810 w 12192000"/>
              <a:gd name="connsiteY116" fmla="*/ 1797886 h 2237474"/>
              <a:gd name="connsiteX117" fmla="*/ 4379064 w 12192000"/>
              <a:gd name="connsiteY117" fmla="*/ 1817177 h 2237474"/>
              <a:gd name="connsiteX118" fmla="*/ 4319209 w 12192000"/>
              <a:gd name="connsiteY118" fmla="*/ 1834833 h 2237474"/>
              <a:gd name="connsiteX119" fmla="*/ 4290981 w 12192000"/>
              <a:gd name="connsiteY119" fmla="*/ 1839677 h 2237474"/>
              <a:gd name="connsiteX120" fmla="*/ 4285792 w 12192000"/>
              <a:gd name="connsiteY120" fmla="*/ 1836231 h 2237474"/>
              <a:gd name="connsiteX121" fmla="*/ 4238372 w 12192000"/>
              <a:gd name="connsiteY121" fmla="*/ 1851480 h 2237474"/>
              <a:gd name="connsiteX122" fmla="*/ 4232517 w 12192000"/>
              <a:gd name="connsiteY122" fmla="*/ 1852567 h 2237474"/>
              <a:gd name="connsiteX123" fmla="*/ 4191732 w 12192000"/>
              <a:gd name="connsiteY123" fmla="*/ 1857328 h 2237474"/>
              <a:gd name="connsiteX124" fmla="*/ 4065532 w 12192000"/>
              <a:gd name="connsiteY124" fmla="*/ 1855477 h 2237474"/>
              <a:gd name="connsiteX125" fmla="*/ 4028460 w 12192000"/>
              <a:gd name="connsiteY125" fmla="*/ 1855137 h 2237474"/>
              <a:gd name="connsiteX126" fmla="*/ 4002267 w 12192000"/>
              <a:gd name="connsiteY126" fmla="*/ 1852352 h 2237474"/>
              <a:gd name="connsiteX127" fmla="*/ 3931396 w 12192000"/>
              <a:gd name="connsiteY127" fmla="*/ 1858915 h 2237474"/>
              <a:gd name="connsiteX128" fmla="*/ 3812162 w 12192000"/>
              <a:gd name="connsiteY128" fmla="*/ 1875501 h 2237474"/>
              <a:gd name="connsiteX129" fmla="*/ 3729530 w 12192000"/>
              <a:gd name="connsiteY129" fmla="*/ 1864513 h 2237474"/>
              <a:gd name="connsiteX130" fmla="*/ 3680177 w 12192000"/>
              <a:gd name="connsiteY130" fmla="*/ 1881552 h 2237474"/>
              <a:gd name="connsiteX131" fmla="*/ 3567259 w 12192000"/>
              <a:gd name="connsiteY131" fmla="*/ 1893482 h 2237474"/>
              <a:gd name="connsiteX132" fmla="*/ 3405770 w 12192000"/>
              <a:gd name="connsiteY132" fmla="*/ 1904591 h 2237474"/>
              <a:gd name="connsiteX133" fmla="*/ 3280097 w 12192000"/>
              <a:gd name="connsiteY133" fmla="*/ 1919610 h 2237474"/>
              <a:gd name="connsiteX134" fmla="*/ 3123424 w 12192000"/>
              <a:gd name="connsiteY134" fmla="*/ 1952930 h 2237474"/>
              <a:gd name="connsiteX135" fmla="*/ 3009910 w 12192000"/>
              <a:gd name="connsiteY135" fmla="*/ 1957866 h 2237474"/>
              <a:gd name="connsiteX136" fmla="*/ 2995934 w 12192000"/>
              <a:gd name="connsiteY136" fmla="*/ 1967085 h 2237474"/>
              <a:gd name="connsiteX137" fmla="*/ 2980071 w 12192000"/>
              <a:gd name="connsiteY137" fmla="*/ 1972988 h 2237474"/>
              <a:gd name="connsiteX138" fmla="*/ 2978094 w 12192000"/>
              <a:gd name="connsiteY138" fmla="*/ 1972369 h 2237474"/>
              <a:gd name="connsiteX139" fmla="*/ 2942858 w 12192000"/>
              <a:gd name="connsiteY139" fmla="*/ 1981367 h 2237474"/>
              <a:gd name="connsiteX140" fmla="*/ 2875436 w 12192000"/>
              <a:gd name="connsiteY140" fmla="*/ 1996977 h 2237474"/>
              <a:gd name="connsiteX141" fmla="*/ 2874892 w 12192000"/>
              <a:gd name="connsiteY141" fmla="*/ 1996085 h 2237474"/>
              <a:gd name="connsiteX142" fmla="*/ 2864145 w 12192000"/>
              <a:gd name="connsiteY142" fmla="*/ 1994061 h 2237474"/>
              <a:gd name="connsiteX143" fmla="*/ 2843662 w 12192000"/>
              <a:gd name="connsiteY143" fmla="*/ 1992498 h 2237474"/>
              <a:gd name="connsiteX144" fmla="*/ 2796128 w 12192000"/>
              <a:gd name="connsiteY144" fmla="*/ 1976403 h 2237474"/>
              <a:gd name="connsiteX145" fmla="*/ 2756784 w 12192000"/>
              <a:gd name="connsiteY145" fmla="*/ 1985116 h 2237474"/>
              <a:gd name="connsiteX146" fmla="*/ 2748833 w 12192000"/>
              <a:gd name="connsiteY146" fmla="*/ 1986323 h 2237474"/>
              <a:gd name="connsiteX147" fmla="*/ 2748661 w 12192000"/>
              <a:gd name="connsiteY147" fmla="*/ 1986122 h 2237474"/>
              <a:gd name="connsiteX148" fmla="*/ 2740251 w 12192000"/>
              <a:gd name="connsiteY148" fmla="*/ 1986946 h 2237474"/>
              <a:gd name="connsiteX149" fmla="*/ 2718916 w 12192000"/>
              <a:gd name="connsiteY149" fmla="*/ 1990867 h 2237474"/>
              <a:gd name="connsiteX150" fmla="*/ 2713522 w 12192000"/>
              <a:gd name="connsiteY150" fmla="*/ 1990173 h 2237474"/>
              <a:gd name="connsiteX151" fmla="*/ 2680597 w 12192000"/>
              <a:gd name="connsiteY151" fmla="*/ 1984996 h 2237474"/>
              <a:gd name="connsiteX152" fmla="*/ 2578178 w 12192000"/>
              <a:gd name="connsiteY152" fmla="*/ 1990531 h 2237474"/>
              <a:gd name="connsiteX153" fmla="*/ 2476147 w 12192000"/>
              <a:gd name="connsiteY153" fmla="*/ 1998305 h 2237474"/>
              <a:gd name="connsiteX154" fmla="*/ 2373568 w 12192000"/>
              <a:gd name="connsiteY154" fmla="*/ 2003219 h 2237474"/>
              <a:gd name="connsiteX155" fmla="*/ 2321399 w 12192000"/>
              <a:gd name="connsiteY155" fmla="*/ 1989467 h 2237474"/>
              <a:gd name="connsiteX156" fmla="*/ 2315525 w 12192000"/>
              <a:gd name="connsiteY156" fmla="*/ 1989708 h 2237474"/>
              <a:gd name="connsiteX157" fmla="*/ 2300792 w 12192000"/>
              <a:gd name="connsiteY157" fmla="*/ 1994290 h 2237474"/>
              <a:gd name="connsiteX158" fmla="*/ 2295469 w 12192000"/>
              <a:gd name="connsiteY158" fmla="*/ 1996659 h 2237474"/>
              <a:gd name="connsiteX159" fmla="*/ 2287219 w 12192000"/>
              <a:gd name="connsiteY159" fmla="*/ 1998750 h 2237474"/>
              <a:gd name="connsiteX160" fmla="*/ 2286948 w 12192000"/>
              <a:gd name="connsiteY160" fmla="*/ 1998596 h 2237474"/>
              <a:gd name="connsiteX161" fmla="*/ 2243069 w 12192000"/>
              <a:gd name="connsiteY161" fmla="*/ 2015111 h 2237474"/>
              <a:gd name="connsiteX162" fmla="*/ 2186609 w 12192000"/>
              <a:gd name="connsiteY162" fmla="*/ 2008263 h 2237474"/>
              <a:gd name="connsiteX163" fmla="*/ 2164831 w 12192000"/>
              <a:gd name="connsiteY163" fmla="*/ 2010143 h 2237474"/>
              <a:gd name="connsiteX164" fmla="*/ 2152836 w 12192000"/>
              <a:gd name="connsiteY164" fmla="*/ 2010048 h 2237474"/>
              <a:gd name="connsiteX165" fmla="*/ 2117102 w 12192000"/>
              <a:gd name="connsiteY165" fmla="*/ 2023004 h 2237474"/>
              <a:gd name="connsiteX166" fmla="*/ 2111935 w 12192000"/>
              <a:gd name="connsiteY166" fmla="*/ 2023163 h 2237474"/>
              <a:gd name="connsiteX167" fmla="*/ 2089991 w 12192000"/>
              <a:gd name="connsiteY167" fmla="*/ 2034193 h 2237474"/>
              <a:gd name="connsiteX168" fmla="*/ 2058061 w 12192000"/>
              <a:gd name="connsiteY168" fmla="*/ 2047942 h 2237474"/>
              <a:gd name="connsiteX169" fmla="*/ 2055737 w 12192000"/>
              <a:gd name="connsiteY169" fmla="*/ 2047704 h 2237474"/>
              <a:gd name="connsiteX170" fmla="*/ 2042244 w 12192000"/>
              <a:gd name="connsiteY170" fmla="*/ 2055560 h 2237474"/>
              <a:gd name="connsiteX171" fmla="*/ 1976224 w 12192000"/>
              <a:gd name="connsiteY171" fmla="*/ 2074257 h 2237474"/>
              <a:gd name="connsiteX172" fmla="*/ 1877728 w 12192000"/>
              <a:gd name="connsiteY172" fmla="*/ 2101004 h 2237474"/>
              <a:gd name="connsiteX173" fmla="*/ 1759056 w 12192000"/>
              <a:gd name="connsiteY173" fmla="*/ 2125608 h 2237474"/>
              <a:gd name="connsiteX174" fmla="*/ 1637948 w 12192000"/>
              <a:gd name="connsiteY174" fmla="*/ 2172597 h 2237474"/>
              <a:gd name="connsiteX175" fmla="*/ 1434549 w 12192000"/>
              <a:gd name="connsiteY175" fmla="*/ 2234522 h 2237474"/>
              <a:gd name="connsiteX176" fmla="*/ 1398481 w 12192000"/>
              <a:gd name="connsiteY176" fmla="*/ 2237074 h 2237474"/>
              <a:gd name="connsiteX177" fmla="*/ 1398407 w 12192000"/>
              <a:gd name="connsiteY177" fmla="*/ 2237095 h 2237474"/>
              <a:gd name="connsiteX178" fmla="*/ 1370962 w 12192000"/>
              <a:gd name="connsiteY178" fmla="*/ 2237474 h 2237474"/>
              <a:gd name="connsiteX179" fmla="*/ 1356367 w 12192000"/>
              <a:gd name="connsiteY179" fmla="*/ 2235089 h 2237474"/>
              <a:gd name="connsiteX180" fmla="*/ 1324828 w 12192000"/>
              <a:gd name="connsiteY180" fmla="*/ 2231968 h 2237474"/>
              <a:gd name="connsiteX181" fmla="*/ 1297744 w 12192000"/>
              <a:gd name="connsiteY181" fmla="*/ 2235849 h 2237474"/>
              <a:gd name="connsiteX182" fmla="*/ 1286236 w 12192000"/>
              <a:gd name="connsiteY182" fmla="*/ 2233135 h 2237474"/>
              <a:gd name="connsiteX183" fmla="*/ 1283504 w 12192000"/>
              <a:gd name="connsiteY183" fmla="*/ 2233797 h 2237474"/>
              <a:gd name="connsiteX184" fmla="*/ 1279765 w 12192000"/>
              <a:gd name="connsiteY184" fmla="*/ 2229639 h 2237474"/>
              <a:gd name="connsiteX185" fmla="*/ 1195347 w 12192000"/>
              <a:gd name="connsiteY185" fmla="*/ 2212354 h 2237474"/>
              <a:gd name="connsiteX186" fmla="*/ 970251 w 12192000"/>
              <a:gd name="connsiteY186" fmla="*/ 2221029 h 2237474"/>
              <a:gd name="connsiteX187" fmla="*/ 812914 w 12192000"/>
              <a:gd name="connsiteY187" fmla="*/ 2202752 h 2237474"/>
              <a:gd name="connsiteX188" fmla="*/ 800195 w 12192000"/>
              <a:gd name="connsiteY188" fmla="*/ 2209407 h 2237474"/>
              <a:gd name="connsiteX189" fmla="*/ 784978 w 12192000"/>
              <a:gd name="connsiteY189" fmla="*/ 2212360 h 2237474"/>
              <a:gd name="connsiteX190" fmla="*/ 681987 w 12192000"/>
              <a:gd name="connsiteY190" fmla="*/ 2216757 h 2237474"/>
              <a:gd name="connsiteX191" fmla="*/ 669923 w 12192000"/>
              <a:gd name="connsiteY191" fmla="*/ 2211682 h 2237474"/>
              <a:gd name="connsiteX192" fmla="*/ 648680 w 12192000"/>
              <a:gd name="connsiteY192" fmla="*/ 2206229 h 2237474"/>
              <a:gd name="connsiteX193" fmla="*/ 597225 w 12192000"/>
              <a:gd name="connsiteY193" fmla="*/ 2180999 h 2237474"/>
              <a:gd name="connsiteX194" fmla="*/ 558449 w 12192000"/>
              <a:gd name="connsiteY194" fmla="*/ 2182346 h 2237474"/>
              <a:gd name="connsiteX195" fmla="*/ 550517 w 12192000"/>
              <a:gd name="connsiteY195" fmla="*/ 2182060 h 2237474"/>
              <a:gd name="connsiteX196" fmla="*/ 550309 w 12192000"/>
              <a:gd name="connsiteY196" fmla="*/ 2181825 h 2237474"/>
              <a:gd name="connsiteX197" fmla="*/ 541836 w 12192000"/>
              <a:gd name="connsiteY197" fmla="*/ 2181063 h 2237474"/>
              <a:gd name="connsiteX198" fmla="*/ 536057 w 12192000"/>
              <a:gd name="connsiteY198" fmla="*/ 2181537 h 2237474"/>
              <a:gd name="connsiteX199" fmla="*/ 520671 w 12192000"/>
              <a:gd name="connsiteY199" fmla="*/ 2180980 h 2237474"/>
              <a:gd name="connsiteX200" fmla="*/ 515024 w 12192000"/>
              <a:gd name="connsiteY200" fmla="*/ 2179258 h 2237474"/>
              <a:gd name="connsiteX201" fmla="*/ 512278 w 12192000"/>
              <a:gd name="connsiteY201" fmla="*/ 2176369 h 2237474"/>
              <a:gd name="connsiteX202" fmla="*/ 480419 w 12192000"/>
              <a:gd name="connsiteY202" fmla="*/ 2167807 h 2237474"/>
              <a:gd name="connsiteX203" fmla="*/ 413835 w 12192000"/>
              <a:gd name="connsiteY203" fmla="*/ 2156783 h 2237474"/>
              <a:gd name="connsiteX204" fmla="*/ 376513 w 12192000"/>
              <a:gd name="connsiteY204" fmla="*/ 2154014 h 2237474"/>
              <a:gd name="connsiteX205" fmla="*/ 273386 w 12192000"/>
              <a:gd name="connsiteY205" fmla="*/ 2142551 h 2237474"/>
              <a:gd name="connsiteX206" fmla="*/ 169207 w 12192000"/>
              <a:gd name="connsiteY206" fmla="*/ 2128100 h 2237474"/>
              <a:gd name="connsiteX207" fmla="*/ 93149 w 12192000"/>
              <a:gd name="connsiteY207" fmla="*/ 2105324 h 2237474"/>
              <a:gd name="connsiteX208" fmla="*/ 88109 w 12192000"/>
              <a:gd name="connsiteY208" fmla="*/ 2106704 h 2237474"/>
              <a:gd name="connsiteX209" fmla="*/ 80022 w 12192000"/>
              <a:gd name="connsiteY209" fmla="*/ 2107254 h 2237474"/>
              <a:gd name="connsiteX210" fmla="*/ 79717 w 12192000"/>
              <a:gd name="connsiteY210" fmla="*/ 2107046 h 2237474"/>
              <a:gd name="connsiteX211" fmla="*/ 72352 w 12192000"/>
              <a:gd name="connsiteY211" fmla="*/ 2107991 h 2237474"/>
              <a:gd name="connsiteX212" fmla="*/ 37645 w 12192000"/>
              <a:gd name="connsiteY212" fmla="*/ 2115401 h 2237474"/>
              <a:gd name="connsiteX213" fmla="*/ 4572 w 12192000"/>
              <a:gd name="connsiteY213" fmla="*/ 2111091 h 2237474"/>
              <a:gd name="connsiteX214" fmla="*/ 0 w 12192000"/>
              <a:gd name="connsiteY214" fmla="*/ 2110468 h 2237474"/>
              <a:gd name="connsiteX215" fmla="*/ 0 w 12192000"/>
              <a:gd name="connsiteY21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798048 w 12192000"/>
              <a:gd name="connsiteY23" fmla="*/ 863207 h 2237474"/>
              <a:gd name="connsiteX24" fmla="*/ 9761459 w 12192000"/>
              <a:gd name="connsiteY24" fmla="*/ 862394 h 2237474"/>
              <a:gd name="connsiteX25" fmla="*/ 9705768 w 12192000"/>
              <a:gd name="connsiteY25" fmla="*/ 894610 h 2237474"/>
              <a:gd name="connsiteX26" fmla="*/ 9683005 w 12192000"/>
              <a:gd name="connsiteY26" fmla="*/ 894128 h 2237474"/>
              <a:gd name="connsiteX27" fmla="*/ 9594438 w 12192000"/>
              <a:gd name="connsiteY27" fmla="*/ 919051 h 2237474"/>
              <a:gd name="connsiteX28" fmla="*/ 9577033 w 12192000"/>
              <a:gd name="connsiteY28" fmla="*/ 922857 h 2237474"/>
              <a:gd name="connsiteX29" fmla="*/ 9544189 w 12192000"/>
              <a:gd name="connsiteY29" fmla="*/ 938966 h 2237474"/>
              <a:gd name="connsiteX30" fmla="*/ 9500499 w 12192000"/>
              <a:gd name="connsiteY30" fmla="*/ 954680 h 2237474"/>
              <a:gd name="connsiteX31" fmla="*/ 9428195 w 12192000"/>
              <a:gd name="connsiteY31" fmla="*/ 986225 h 2237474"/>
              <a:gd name="connsiteX32" fmla="*/ 9410017 w 12192000"/>
              <a:gd name="connsiteY32" fmla="*/ 993931 h 2237474"/>
              <a:gd name="connsiteX33" fmla="*/ 9392919 w 12192000"/>
              <a:gd name="connsiteY33" fmla="*/ 994656 h 2237474"/>
              <a:gd name="connsiteX34" fmla="*/ 9278619 w 12192000"/>
              <a:gd name="connsiteY34" fmla="*/ 1011878 h 2237474"/>
              <a:gd name="connsiteX35" fmla="*/ 9268019 w 12192000"/>
              <a:gd name="connsiteY35" fmla="*/ 1007442 h 2237474"/>
              <a:gd name="connsiteX36" fmla="*/ 9234662 w 12192000"/>
              <a:gd name="connsiteY36" fmla="*/ 1023056 h 2237474"/>
              <a:gd name="connsiteX37" fmla="*/ 9181033 w 12192000"/>
              <a:gd name="connsiteY37" fmla="*/ 1037921 h 2237474"/>
              <a:gd name="connsiteX38" fmla="*/ 9155969 w 12192000"/>
              <a:gd name="connsiteY38" fmla="*/ 1046804 h 2237474"/>
              <a:gd name="connsiteX39" fmla="*/ 9133985 w 12192000"/>
              <a:gd name="connsiteY39" fmla="*/ 1046450 h 2237474"/>
              <a:gd name="connsiteX40" fmla="*/ 9012987 w 12192000"/>
              <a:gd name="connsiteY40" fmla="*/ 1061986 h 2237474"/>
              <a:gd name="connsiteX41" fmla="*/ 8968445 w 12192000"/>
              <a:gd name="connsiteY41" fmla="*/ 1052169 h 2237474"/>
              <a:gd name="connsiteX42" fmla="*/ 8958984 w 12192000"/>
              <a:gd name="connsiteY42" fmla="*/ 1057212 h 2237474"/>
              <a:gd name="connsiteX43" fmla="*/ 8886001 w 12192000"/>
              <a:gd name="connsiteY43" fmla="*/ 1067468 h 2237474"/>
              <a:gd name="connsiteX44" fmla="*/ 8838610 w 12192000"/>
              <a:gd name="connsiteY44" fmla="*/ 1075091 h 2237474"/>
              <a:gd name="connsiteX45" fmla="*/ 8750383 w 12192000"/>
              <a:gd name="connsiteY45" fmla="*/ 1097387 h 2237474"/>
              <a:gd name="connsiteX46" fmla="*/ 8697365 w 12192000"/>
              <a:gd name="connsiteY46" fmla="*/ 1105869 h 2237474"/>
              <a:gd name="connsiteX47" fmla="*/ 8665605 w 12192000"/>
              <a:gd name="connsiteY47" fmla="*/ 1110791 h 2237474"/>
              <a:gd name="connsiteX48" fmla="*/ 8584946 w 12192000"/>
              <a:gd name="connsiteY48" fmla="*/ 1135226 h 2237474"/>
              <a:gd name="connsiteX49" fmla="*/ 8460755 w 12192000"/>
              <a:gd name="connsiteY49" fmla="*/ 1203427 h 2237474"/>
              <a:gd name="connsiteX50" fmla="*/ 8419755 w 12192000"/>
              <a:gd name="connsiteY50" fmla="*/ 1216260 h 2237474"/>
              <a:gd name="connsiteX51" fmla="*/ 8411626 w 12192000"/>
              <a:gd name="connsiteY51" fmla="*/ 1214397 h 2237474"/>
              <a:gd name="connsiteX52" fmla="*/ 8363469 w 12192000"/>
              <a:gd name="connsiteY52" fmla="*/ 1246658 h 2237474"/>
              <a:gd name="connsiteX53" fmla="*/ 8275497 w 12192000"/>
              <a:gd name="connsiteY53" fmla="*/ 1264396 h 2237474"/>
              <a:gd name="connsiteX54" fmla="*/ 8206287 w 12192000"/>
              <a:gd name="connsiteY54" fmla="*/ 1273060 h 2237474"/>
              <a:gd name="connsiteX55" fmla="*/ 8168705 w 12192000"/>
              <a:gd name="connsiteY55" fmla="*/ 1279956 h 2237474"/>
              <a:gd name="connsiteX56" fmla="*/ 8139997 w 12192000"/>
              <a:gd name="connsiteY56" fmla="*/ 1282713 h 2237474"/>
              <a:gd name="connsiteX57" fmla="*/ 8074238 w 12192000"/>
              <a:gd name="connsiteY57" fmla="*/ 1301895 h 2237474"/>
              <a:gd name="connsiteX58" fmla="*/ 7968292 w 12192000"/>
              <a:gd name="connsiteY58" fmla="*/ 1338779 h 2237474"/>
              <a:gd name="connsiteX59" fmla="*/ 7945122 w 12192000"/>
              <a:gd name="connsiteY59" fmla="*/ 1345477 h 2237474"/>
              <a:gd name="connsiteX60" fmla="*/ 7902328 w 12192000"/>
              <a:gd name="connsiteY60" fmla="*/ 1345865 h 2237474"/>
              <a:gd name="connsiteX61" fmla="*/ 7875879 w 12192000"/>
              <a:gd name="connsiteY61" fmla="*/ 1345646 h 2237474"/>
              <a:gd name="connsiteX62" fmla="*/ 7840612 w 12192000"/>
              <a:gd name="connsiteY62" fmla="*/ 1369373 h 2237474"/>
              <a:gd name="connsiteX63" fmla="*/ 7786819 w 12192000"/>
              <a:gd name="connsiteY63" fmla="*/ 1378970 h 2237474"/>
              <a:gd name="connsiteX64" fmla="*/ 7548172 w 12192000"/>
              <a:gd name="connsiteY64" fmla="*/ 1417460 h 2237474"/>
              <a:gd name="connsiteX65" fmla="*/ 7483437 w 12192000"/>
              <a:gd name="connsiteY65" fmla="*/ 1478152 h 2237474"/>
              <a:gd name="connsiteX66" fmla="*/ 7377870 w 12192000"/>
              <a:gd name="connsiteY66" fmla="*/ 1523319 h 2237474"/>
              <a:gd name="connsiteX67" fmla="*/ 7230737 w 12192000"/>
              <a:gd name="connsiteY67" fmla="*/ 1562633 h 2237474"/>
              <a:gd name="connsiteX68" fmla="*/ 7224458 w 12192000"/>
              <a:gd name="connsiteY68" fmla="*/ 1573008 h 2237474"/>
              <a:gd name="connsiteX69" fmla="*/ 7213486 w 12192000"/>
              <a:gd name="connsiteY69" fmla="*/ 1580987 h 2237474"/>
              <a:gd name="connsiteX70" fmla="*/ 7183121 w 12192000"/>
              <a:gd name="connsiteY70" fmla="*/ 1595162 h 2237474"/>
              <a:gd name="connsiteX71" fmla="*/ 7164601 w 12192000"/>
              <a:gd name="connsiteY71" fmla="*/ 1606490 h 2237474"/>
              <a:gd name="connsiteX72" fmla="*/ 7114651 w 12192000"/>
              <a:gd name="connsiteY72" fmla="*/ 1620959 h 2237474"/>
              <a:gd name="connsiteX73" fmla="*/ 7092727 w 12192000"/>
              <a:gd name="connsiteY73" fmla="*/ 1623628 h 2237474"/>
              <a:gd name="connsiteX74" fmla="*/ 7031309 w 12192000"/>
              <a:gd name="connsiteY74" fmla="*/ 1619451 h 2237474"/>
              <a:gd name="connsiteX75" fmla="*/ 6999084 w 12192000"/>
              <a:gd name="connsiteY75" fmla="*/ 1634317 h 2237474"/>
              <a:gd name="connsiteX76" fmla="*/ 6992107 w 12192000"/>
              <a:gd name="connsiteY76" fmla="*/ 1636860 h 2237474"/>
              <a:gd name="connsiteX77" fmla="*/ 6991765 w 12192000"/>
              <a:gd name="connsiteY77" fmla="*/ 1636725 h 2237474"/>
              <a:gd name="connsiteX78" fmla="*/ 6900177 w 12192000"/>
              <a:gd name="connsiteY78" fmla="*/ 1636016 h 2237474"/>
              <a:gd name="connsiteX79" fmla="*/ 6795372 w 12192000"/>
              <a:gd name="connsiteY79" fmla="*/ 1644845 h 2237474"/>
              <a:gd name="connsiteX80" fmla="*/ 6692251 w 12192000"/>
              <a:gd name="connsiteY80" fmla="*/ 1656357 h 2237474"/>
              <a:gd name="connsiteX81" fmla="*/ 6655235 w 12192000"/>
              <a:gd name="connsiteY81" fmla="*/ 1661869 h 2237474"/>
              <a:gd name="connsiteX82" fmla="*/ 6587857 w 12192000"/>
              <a:gd name="connsiteY82" fmla="*/ 1665769 h 2237474"/>
              <a:gd name="connsiteX83" fmla="*/ 6554894 w 12192000"/>
              <a:gd name="connsiteY83" fmla="*/ 1664428 h 2237474"/>
              <a:gd name="connsiteX84" fmla="*/ 6516595 w 12192000"/>
              <a:gd name="connsiteY84" fmla="*/ 1667475 h 2237474"/>
              <a:gd name="connsiteX85" fmla="*/ 6508541 w 12192000"/>
              <a:gd name="connsiteY85" fmla="*/ 1668757 h 2237474"/>
              <a:gd name="connsiteX86" fmla="*/ 6471012 w 12192000"/>
              <a:gd name="connsiteY86" fmla="*/ 1678604 h 2237474"/>
              <a:gd name="connsiteX87" fmla="*/ 6415265 w 12192000"/>
              <a:gd name="connsiteY87" fmla="*/ 1665317 h 2237474"/>
              <a:gd name="connsiteX88" fmla="*/ 6364035 w 12192000"/>
              <a:gd name="connsiteY88" fmla="*/ 1667683 h 2237474"/>
              <a:gd name="connsiteX89" fmla="*/ 6280959 w 12192000"/>
              <a:gd name="connsiteY89" fmla="*/ 1689329 h 2237474"/>
              <a:gd name="connsiteX90" fmla="*/ 6243319 w 12192000"/>
              <a:gd name="connsiteY90" fmla="*/ 1695560 h 2237474"/>
              <a:gd name="connsiteX91" fmla="*/ 6098321 w 12192000"/>
              <a:gd name="connsiteY91" fmla="*/ 1721646 h 2237474"/>
              <a:gd name="connsiteX92" fmla="*/ 5880652 w 12192000"/>
              <a:gd name="connsiteY92" fmla="*/ 1779643 h 2237474"/>
              <a:gd name="connsiteX93" fmla="*/ 5785959 w 12192000"/>
              <a:gd name="connsiteY93" fmla="*/ 1775307 h 2237474"/>
              <a:gd name="connsiteX94" fmla="*/ 5643534 w 12192000"/>
              <a:gd name="connsiteY94" fmla="*/ 1802919 h 2237474"/>
              <a:gd name="connsiteX95" fmla="*/ 5518799 w 12192000"/>
              <a:gd name="connsiteY95" fmla="*/ 1818312 h 2237474"/>
              <a:gd name="connsiteX96" fmla="*/ 5505014 w 12192000"/>
              <a:gd name="connsiteY96" fmla="*/ 1819259 h 2237474"/>
              <a:gd name="connsiteX97" fmla="*/ 5453307 w 12192000"/>
              <a:gd name="connsiteY97" fmla="*/ 1815450 h 2237474"/>
              <a:gd name="connsiteX98" fmla="*/ 5364192 w 12192000"/>
              <a:gd name="connsiteY98" fmla="*/ 1826074 h 2237474"/>
              <a:gd name="connsiteX99" fmla="*/ 5350380 w 12192000"/>
              <a:gd name="connsiteY99" fmla="*/ 1830891 h 2237474"/>
              <a:gd name="connsiteX100" fmla="*/ 5259633 w 12192000"/>
              <a:gd name="connsiteY100" fmla="*/ 1837160 h 2237474"/>
              <a:gd name="connsiteX101" fmla="*/ 5197513 w 12192000"/>
              <a:gd name="connsiteY101" fmla="*/ 1844718 h 2237474"/>
              <a:gd name="connsiteX102" fmla="*/ 5168852 w 12192000"/>
              <a:gd name="connsiteY102" fmla="*/ 1844846 h 2237474"/>
              <a:gd name="connsiteX103" fmla="*/ 5114927 w 12192000"/>
              <a:gd name="connsiteY103" fmla="*/ 1847827 h 2237474"/>
              <a:gd name="connsiteX104" fmla="*/ 5108970 w 12192000"/>
              <a:gd name="connsiteY104" fmla="*/ 1847935 h 2237474"/>
              <a:gd name="connsiteX105" fmla="*/ 5067961 w 12192000"/>
              <a:gd name="connsiteY105" fmla="*/ 1845917 h 2237474"/>
              <a:gd name="connsiteX106" fmla="*/ 5007075 w 12192000"/>
              <a:gd name="connsiteY106" fmla="*/ 1838626 h 2237474"/>
              <a:gd name="connsiteX107" fmla="*/ 4944087 w 12192000"/>
              <a:gd name="connsiteY107" fmla="*/ 1823332 h 2237474"/>
              <a:gd name="connsiteX108" fmla="*/ 4907662 w 12192000"/>
              <a:gd name="connsiteY108" fmla="*/ 1816900 h 2237474"/>
              <a:gd name="connsiteX109" fmla="*/ 4882386 w 12192000"/>
              <a:gd name="connsiteY109" fmla="*/ 1809844 h 2237474"/>
              <a:gd name="connsiteX110" fmla="*/ 4811440 w 12192000"/>
              <a:gd name="connsiteY110" fmla="*/ 1804655 h 2237474"/>
              <a:gd name="connsiteX111" fmla="*/ 4691075 w 12192000"/>
              <a:gd name="connsiteY111" fmla="*/ 1801389 h 2237474"/>
              <a:gd name="connsiteX112" fmla="*/ 4611738 w 12192000"/>
              <a:gd name="connsiteY112" fmla="*/ 1776964 h 2237474"/>
              <a:gd name="connsiteX113" fmla="*/ 4560070 w 12192000"/>
              <a:gd name="connsiteY113" fmla="*/ 1785640 h 2237474"/>
              <a:gd name="connsiteX114" fmla="*/ 4536503 w 12192000"/>
              <a:gd name="connsiteY114" fmla="*/ 1785334 h 2237474"/>
              <a:gd name="connsiteX115" fmla="*/ 4513724 w 12192000"/>
              <a:gd name="connsiteY115" fmla="*/ 1791996 h 2237474"/>
              <a:gd name="connsiteX116" fmla="*/ 4459810 w 12192000"/>
              <a:gd name="connsiteY116" fmla="*/ 1797886 h 2237474"/>
              <a:gd name="connsiteX117" fmla="*/ 4379064 w 12192000"/>
              <a:gd name="connsiteY117" fmla="*/ 1817177 h 2237474"/>
              <a:gd name="connsiteX118" fmla="*/ 4319209 w 12192000"/>
              <a:gd name="connsiteY118" fmla="*/ 1834833 h 2237474"/>
              <a:gd name="connsiteX119" fmla="*/ 4290981 w 12192000"/>
              <a:gd name="connsiteY119" fmla="*/ 1839677 h 2237474"/>
              <a:gd name="connsiteX120" fmla="*/ 4285792 w 12192000"/>
              <a:gd name="connsiteY120" fmla="*/ 1836231 h 2237474"/>
              <a:gd name="connsiteX121" fmla="*/ 4238372 w 12192000"/>
              <a:gd name="connsiteY121" fmla="*/ 1851480 h 2237474"/>
              <a:gd name="connsiteX122" fmla="*/ 4232517 w 12192000"/>
              <a:gd name="connsiteY122" fmla="*/ 1852567 h 2237474"/>
              <a:gd name="connsiteX123" fmla="*/ 4191732 w 12192000"/>
              <a:gd name="connsiteY123" fmla="*/ 1857328 h 2237474"/>
              <a:gd name="connsiteX124" fmla="*/ 4065532 w 12192000"/>
              <a:gd name="connsiteY124" fmla="*/ 1855477 h 2237474"/>
              <a:gd name="connsiteX125" fmla="*/ 4028460 w 12192000"/>
              <a:gd name="connsiteY125" fmla="*/ 1855137 h 2237474"/>
              <a:gd name="connsiteX126" fmla="*/ 4002267 w 12192000"/>
              <a:gd name="connsiteY126" fmla="*/ 1852352 h 2237474"/>
              <a:gd name="connsiteX127" fmla="*/ 3931396 w 12192000"/>
              <a:gd name="connsiteY127" fmla="*/ 1858915 h 2237474"/>
              <a:gd name="connsiteX128" fmla="*/ 3812162 w 12192000"/>
              <a:gd name="connsiteY128" fmla="*/ 1875501 h 2237474"/>
              <a:gd name="connsiteX129" fmla="*/ 3729530 w 12192000"/>
              <a:gd name="connsiteY129" fmla="*/ 1864513 h 2237474"/>
              <a:gd name="connsiteX130" fmla="*/ 3680177 w 12192000"/>
              <a:gd name="connsiteY130" fmla="*/ 1881552 h 2237474"/>
              <a:gd name="connsiteX131" fmla="*/ 3567259 w 12192000"/>
              <a:gd name="connsiteY131" fmla="*/ 1893482 h 2237474"/>
              <a:gd name="connsiteX132" fmla="*/ 3405770 w 12192000"/>
              <a:gd name="connsiteY132" fmla="*/ 1904591 h 2237474"/>
              <a:gd name="connsiteX133" fmla="*/ 3280097 w 12192000"/>
              <a:gd name="connsiteY133" fmla="*/ 1919610 h 2237474"/>
              <a:gd name="connsiteX134" fmla="*/ 3123424 w 12192000"/>
              <a:gd name="connsiteY134" fmla="*/ 1952930 h 2237474"/>
              <a:gd name="connsiteX135" fmla="*/ 3009910 w 12192000"/>
              <a:gd name="connsiteY135" fmla="*/ 1957866 h 2237474"/>
              <a:gd name="connsiteX136" fmla="*/ 2995934 w 12192000"/>
              <a:gd name="connsiteY136" fmla="*/ 1967085 h 2237474"/>
              <a:gd name="connsiteX137" fmla="*/ 2980071 w 12192000"/>
              <a:gd name="connsiteY137" fmla="*/ 1972988 h 2237474"/>
              <a:gd name="connsiteX138" fmla="*/ 2978094 w 12192000"/>
              <a:gd name="connsiteY138" fmla="*/ 1972369 h 2237474"/>
              <a:gd name="connsiteX139" fmla="*/ 2942858 w 12192000"/>
              <a:gd name="connsiteY139" fmla="*/ 1981367 h 2237474"/>
              <a:gd name="connsiteX140" fmla="*/ 2875436 w 12192000"/>
              <a:gd name="connsiteY140" fmla="*/ 1996977 h 2237474"/>
              <a:gd name="connsiteX141" fmla="*/ 2874892 w 12192000"/>
              <a:gd name="connsiteY141" fmla="*/ 1996085 h 2237474"/>
              <a:gd name="connsiteX142" fmla="*/ 2864145 w 12192000"/>
              <a:gd name="connsiteY142" fmla="*/ 1994061 h 2237474"/>
              <a:gd name="connsiteX143" fmla="*/ 2843662 w 12192000"/>
              <a:gd name="connsiteY143" fmla="*/ 1992498 h 2237474"/>
              <a:gd name="connsiteX144" fmla="*/ 2796128 w 12192000"/>
              <a:gd name="connsiteY144" fmla="*/ 1976403 h 2237474"/>
              <a:gd name="connsiteX145" fmla="*/ 2756784 w 12192000"/>
              <a:gd name="connsiteY145" fmla="*/ 1985116 h 2237474"/>
              <a:gd name="connsiteX146" fmla="*/ 2748833 w 12192000"/>
              <a:gd name="connsiteY146" fmla="*/ 1986323 h 2237474"/>
              <a:gd name="connsiteX147" fmla="*/ 2748661 w 12192000"/>
              <a:gd name="connsiteY147" fmla="*/ 1986122 h 2237474"/>
              <a:gd name="connsiteX148" fmla="*/ 2740251 w 12192000"/>
              <a:gd name="connsiteY148" fmla="*/ 1986946 h 2237474"/>
              <a:gd name="connsiteX149" fmla="*/ 2718916 w 12192000"/>
              <a:gd name="connsiteY149" fmla="*/ 1990867 h 2237474"/>
              <a:gd name="connsiteX150" fmla="*/ 2713522 w 12192000"/>
              <a:gd name="connsiteY150" fmla="*/ 1990173 h 2237474"/>
              <a:gd name="connsiteX151" fmla="*/ 2680597 w 12192000"/>
              <a:gd name="connsiteY151" fmla="*/ 1984996 h 2237474"/>
              <a:gd name="connsiteX152" fmla="*/ 2578178 w 12192000"/>
              <a:gd name="connsiteY152" fmla="*/ 1990531 h 2237474"/>
              <a:gd name="connsiteX153" fmla="*/ 2476147 w 12192000"/>
              <a:gd name="connsiteY153" fmla="*/ 1998305 h 2237474"/>
              <a:gd name="connsiteX154" fmla="*/ 2373568 w 12192000"/>
              <a:gd name="connsiteY154" fmla="*/ 2003219 h 2237474"/>
              <a:gd name="connsiteX155" fmla="*/ 2321399 w 12192000"/>
              <a:gd name="connsiteY155" fmla="*/ 1989467 h 2237474"/>
              <a:gd name="connsiteX156" fmla="*/ 2315525 w 12192000"/>
              <a:gd name="connsiteY156" fmla="*/ 1989708 h 2237474"/>
              <a:gd name="connsiteX157" fmla="*/ 2300792 w 12192000"/>
              <a:gd name="connsiteY157" fmla="*/ 1994290 h 2237474"/>
              <a:gd name="connsiteX158" fmla="*/ 2295469 w 12192000"/>
              <a:gd name="connsiteY158" fmla="*/ 1996659 h 2237474"/>
              <a:gd name="connsiteX159" fmla="*/ 2287219 w 12192000"/>
              <a:gd name="connsiteY159" fmla="*/ 1998750 h 2237474"/>
              <a:gd name="connsiteX160" fmla="*/ 2286948 w 12192000"/>
              <a:gd name="connsiteY160" fmla="*/ 1998596 h 2237474"/>
              <a:gd name="connsiteX161" fmla="*/ 2243069 w 12192000"/>
              <a:gd name="connsiteY161" fmla="*/ 2015111 h 2237474"/>
              <a:gd name="connsiteX162" fmla="*/ 2186609 w 12192000"/>
              <a:gd name="connsiteY162" fmla="*/ 2008263 h 2237474"/>
              <a:gd name="connsiteX163" fmla="*/ 2164831 w 12192000"/>
              <a:gd name="connsiteY163" fmla="*/ 2010143 h 2237474"/>
              <a:gd name="connsiteX164" fmla="*/ 2152836 w 12192000"/>
              <a:gd name="connsiteY164" fmla="*/ 2010048 h 2237474"/>
              <a:gd name="connsiteX165" fmla="*/ 2117102 w 12192000"/>
              <a:gd name="connsiteY165" fmla="*/ 2023004 h 2237474"/>
              <a:gd name="connsiteX166" fmla="*/ 2111935 w 12192000"/>
              <a:gd name="connsiteY166" fmla="*/ 2023163 h 2237474"/>
              <a:gd name="connsiteX167" fmla="*/ 2089991 w 12192000"/>
              <a:gd name="connsiteY167" fmla="*/ 2034193 h 2237474"/>
              <a:gd name="connsiteX168" fmla="*/ 2058061 w 12192000"/>
              <a:gd name="connsiteY168" fmla="*/ 2047942 h 2237474"/>
              <a:gd name="connsiteX169" fmla="*/ 2055737 w 12192000"/>
              <a:gd name="connsiteY169" fmla="*/ 2047704 h 2237474"/>
              <a:gd name="connsiteX170" fmla="*/ 2042244 w 12192000"/>
              <a:gd name="connsiteY170" fmla="*/ 2055560 h 2237474"/>
              <a:gd name="connsiteX171" fmla="*/ 1976224 w 12192000"/>
              <a:gd name="connsiteY171" fmla="*/ 2074257 h 2237474"/>
              <a:gd name="connsiteX172" fmla="*/ 1877728 w 12192000"/>
              <a:gd name="connsiteY172" fmla="*/ 2101004 h 2237474"/>
              <a:gd name="connsiteX173" fmla="*/ 1759056 w 12192000"/>
              <a:gd name="connsiteY173" fmla="*/ 2125608 h 2237474"/>
              <a:gd name="connsiteX174" fmla="*/ 1637948 w 12192000"/>
              <a:gd name="connsiteY174" fmla="*/ 2172597 h 2237474"/>
              <a:gd name="connsiteX175" fmla="*/ 1434549 w 12192000"/>
              <a:gd name="connsiteY175" fmla="*/ 2234522 h 2237474"/>
              <a:gd name="connsiteX176" fmla="*/ 1398481 w 12192000"/>
              <a:gd name="connsiteY176" fmla="*/ 2237074 h 2237474"/>
              <a:gd name="connsiteX177" fmla="*/ 1398407 w 12192000"/>
              <a:gd name="connsiteY177" fmla="*/ 2237095 h 2237474"/>
              <a:gd name="connsiteX178" fmla="*/ 1370962 w 12192000"/>
              <a:gd name="connsiteY178" fmla="*/ 2237474 h 2237474"/>
              <a:gd name="connsiteX179" fmla="*/ 1356367 w 12192000"/>
              <a:gd name="connsiteY179" fmla="*/ 2235089 h 2237474"/>
              <a:gd name="connsiteX180" fmla="*/ 1324828 w 12192000"/>
              <a:gd name="connsiteY180" fmla="*/ 2231968 h 2237474"/>
              <a:gd name="connsiteX181" fmla="*/ 1297744 w 12192000"/>
              <a:gd name="connsiteY181" fmla="*/ 2235849 h 2237474"/>
              <a:gd name="connsiteX182" fmla="*/ 1286236 w 12192000"/>
              <a:gd name="connsiteY182" fmla="*/ 2233135 h 2237474"/>
              <a:gd name="connsiteX183" fmla="*/ 1283504 w 12192000"/>
              <a:gd name="connsiteY183" fmla="*/ 2233797 h 2237474"/>
              <a:gd name="connsiteX184" fmla="*/ 1279765 w 12192000"/>
              <a:gd name="connsiteY184" fmla="*/ 2229639 h 2237474"/>
              <a:gd name="connsiteX185" fmla="*/ 1195347 w 12192000"/>
              <a:gd name="connsiteY185" fmla="*/ 2212354 h 2237474"/>
              <a:gd name="connsiteX186" fmla="*/ 970251 w 12192000"/>
              <a:gd name="connsiteY186" fmla="*/ 2221029 h 2237474"/>
              <a:gd name="connsiteX187" fmla="*/ 812914 w 12192000"/>
              <a:gd name="connsiteY187" fmla="*/ 2202752 h 2237474"/>
              <a:gd name="connsiteX188" fmla="*/ 800195 w 12192000"/>
              <a:gd name="connsiteY188" fmla="*/ 2209407 h 2237474"/>
              <a:gd name="connsiteX189" fmla="*/ 784978 w 12192000"/>
              <a:gd name="connsiteY189" fmla="*/ 2212360 h 2237474"/>
              <a:gd name="connsiteX190" fmla="*/ 681987 w 12192000"/>
              <a:gd name="connsiteY190" fmla="*/ 2216757 h 2237474"/>
              <a:gd name="connsiteX191" fmla="*/ 669923 w 12192000"/>
              <a:gd name="connsiteY191" fmla="*/ 2211682 h 2237474"/>
              <a:gd name="connsiteX192" fmla="*/ 648680 w 12192000"/>
              <a:gd name="connsiteY192" fmla="*/ 2206229 h 2237474"/>
              <a:gd name="connsiteX193" fmla="*/ 597225 w 12192000"/>
              <a:gd name="connsiteY193" fmla="*/ 2180999 h 2237474"/>
              <a:gd name="connsiteX194" fmla="*/ 558449 w 12192000"/>
              <a:gd name="connsiteY194" fmla="*/ 2182346 h 2237474"/>
              <a:gd name="connsiteX195" fmla="*/ 550517 w 12192000"/>
              <a:gd name="connsiteY195" fmla="*/ 2182060 h 2237474"/>
              <a:gd name="connsiteX196" fmla="*/ 550309 w 12192000"/>
              <a:gd name="connsiteY196" fmla="*/ 2181825 h 2237474"/>
              <a:gd name="connsiteX197" fmla="*/ 541836 w 12192000"/>
              <a:gd name="connsiteY197" fmla="*/ 2181063 h 2237474"/>
              <a:gd name="connsiteX198" fmla="*/ 536057 w 12192000"/>
              <a:gd name="connsiteY198" fmla="*/ 2181537 h 2237474"/>
              <a:gd name="connsiteX199" fmla="*/ 520671 w 12192000"/>
              <a:gd name="connsiteY199" fmla="*/ 2180980 h 2237474"/>
              <a:gd name="connsiteX200" fmla="*/ 515024 w 12192000"/>
              <a:gd name="connsiteY200" fmla="*/ 2179258 h 2237474"/>
              <a:gd name="connsiteX201" fmla="*/ 512278 w 12192000"/>
              <a:gd name="connsiteY201" fmla="*/ 2176369 h 2237474"/>
              <a:gd name="connsiteX202" fmla="*/ 480419 w 12192000"/>
              <a:gd name="connsiteY202" fmla="*/ 2167807 h 2237474"/>
              <a:gd name="connsiteX203" fmla="*/ 413835 w 12192000"/>
              <a:gd name="connsiteY203" fmla="*/ 2156783 h 2237474"/>
              <a:gd name="connsiteX204" fmla="*/ 376513 w 12192000"/>
              <a:gd name="connsiteY204" fmla="*/ 2154014 h 2237474"/>
              <a:gd name="connsiteX205" fmla="*/ 273386 w 12192000"/>
              <a:gd name="connsiteY205" fmla="*/ 2142551 h 2237474"/>
              <a:gd name="connsiteX206" fmla="*/ 169207 w 12192000"/>
              <a:gd name="connsiteY206" fmla="*/ 2128100 h 2237474"/>
              <a:gd name="connsiteX207" fmla="*/ 93149 w 12192000"/>
              <a:gd name="connsiteY207" fmla="*/ 2105324 h 2237474"/>
              <a:gd name="connsiteX208" fmla="*/ 88109 w 12192000"/>
              <a:gd name="connsiteY208" fmla="*/ 2106704 h 2237474"/>
              <a:gd name="connsiteX209" fmla="*/ 80022 w 12192000"/>
              <a:gd name="connsiteY209" fmla="*/ 2107254 h 2237474"/>
              <a:gd name="connsiteX210" fmla="*/ 79717 w 12192000"/>
              <a:gd name="connsiteY210" fmla="*/ 2107046 h 2237474"/>
              <a:gd name="connsiteX211" fmla="*/ 72352 w 12192000"/>
              <a:gd name="connsiteY211" fmla="*/ 2107991 h 2237474"/>
              <a:gd name="connsiteX212" fmla="*/ 37645 w 12192000"/>
              <a:gd name="connsiteY212" fmla="*/ 2115401 h 2237474"/>
              <a:gd name="connsiteX213" fmla="*/ 4572 w 12192000"/>
              <a:gd name="connsiteY213" fmla="*/ 2111091 h 2237474"/>
              <a:gd name="connsiteX214" fmla="*/ 0 w 12192000"/>
              <a:gd name="connsiteY214" fmla="*/ 2110468 h 2237474"/>
              <a:gd name="connsiteX215" fmla="*/ 0 w 12192000"/>
              <a:gd name="connsiteY21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798048 w 12192000"/>
              <a:gd name="connsiteY23" fmla="*/ 863207 h 2237474"/>
              <a:gd name="connsiteX24" fmla="*/ 9761459 w 12192000"/>
              <a:gd name="connsiteY24" fmla="*/ 862394 h 2237474"/>
              <a:gd name="connsiteX25" fmla="*/ 9705768 w 12192000"/>
              <a:gd name="connsiteY25" fmla="*/ 894610 h 2237474"/>
              <a:gd name="connsiteX26" fmla="*/ 9683005 w 12192000"/>
              <a:gd name="connsiteY26" fmla="*/ 894128 h 2237474"/>
              <a:gd name="connsiteX27" fmla="*/ 9594438 w 12192000"/>
              <a:gd name="connsiteY27" fmla="*/ 919051 h 2237474"/>
              <a:gd name="connsiteX28" fmla="*/ 9577033 w 12192000"/>
              <a:gd name="connsiteY28" fmla="*/ 922857 h 2237474"/>
              <a:gd name="connsiteX29" fmla="*/ 9544189 w 12192000"/>
              <a:gd name="connsiteY29" fmla="*/ 938966 h 2237474"/>
              <a:gd name="connsiteX30" fmla="*/ 9500499 w 12192000"/>
              <a:gd name="connsiteY30" fmla="*/ 954680 h 2237474"/>
              <a:gd name="connsiteX31" fmla="*/ 9428195 w 12192000"/>
              <a:gd name="connsiteY31" fmla="*/ 986225 h 2237474"/>
              <a:gd name="connsiteX32" fmla="*/ 9410017 w 12192000"/>
              <a:gd name="connsiteY32" fmla="*/ 993931 h 2237474"/>
              <a:gd name="connsiteX33" fmla="*/ 9392919 w 12192000"/>
              <a:gd name="connsiteY33" fmla="*/ 994656 h 2237474"/>
              <a:gd name="connsiteX34" fmla="*/ 9278619 w 12192000"/>
              <a:gd name="connsiteY34" fmla="*/ 1011878 h 2237474"/>
              <a:gd name="connsiteX35" fmla="*/ 9268019 w 12192000"/>
              <a:gd name="connsiteY35" fmla="*/ 1007442 h 2237474"/>
              <a:gd name="connsiteX36" fmla="*/ 9234662 w 12192000"/>
              <a:gd name="connsiteY36" fmla="*/ 1023056 h 2237474"/>
              <a:gd name="connsiteX37" fmla="*/ 9181033 w 12192000"/>
              <a:gd name="connsiteY37" fmla="*/ 1037921 h 2237474"/>
              <a:gd name="connsiteX38" fmla="*/ 9155969 w 12192000"/>
              <a:gd name="connsiteY38" fmla="*/ 1046804 h 2237474"/>
              <a:gd name="connsiteX39" fmla="*/ 9133985 w 12192000"/>
              <a:gd name="connsiteY39" fmla="*/ 1046450 h 2237474"/>
              <a:gd name="connsiteX40" fmla="*/ 9012987 w 12192000"/>
              <a:gd name="connsiteY40" fmla="*/ 1061986 h 2237474"/>
              <a:gd name="connsiteX41" fmla="*/ 8968445 w 12192000"/>
              <a:gd name="connsiteY41" fmla="*/ 1052169 h 2237474"/>
              <a:gd name="connsiteX42" fmla="*/ 8958984 w 12192000"/>
              <a:gd name="connsiteY42" fmla="*/ 1057212 h 2237474"/>
              <a:gd name="connsiteX43" fmla="*/ 8886001 w 12192000"/>
              <a:gd name="connsiteY43" fmla="*/ 1067468 h 2237474"/>
              <a:gd name="connsiteX44" fmla="*/ 8838610 w 12192000"/>
              <a:gd name="connsiteY44" fmla="*/ 1075091 h 2237474"/>
              <a:gd name="connsiteX45" fmla="*/ 8750383 w 12192000"/>
              <a:gd name="connsiteY45" fmla="*/ 1097387 h 2237474"/>
              <a:gd name="connsiteX46" fmla="*/ 8697365 w 12192000"/>
              <a:gd name="connsiteY46" fmla="*/ 1105869 h 2237474"/>
              <a:gd name="connsiteX47" fmla="*/ 8665605 w 12192000"/>
              <a:gd name="connsiteY47" fmla="*/ 1110791 h 2237474"/>
              <a:gd name="connsiteX48" fmla="*/ 8584946 w 12192000"/>
              <a:gd name="connsiteY48" fmla="*/ 1135226 h 2237474"/>
              <a:gd name="connsiteX49" fmla="*/ 8460755 w 12192000"/>
              <a:gd name="connsiteY49" fmla="*/ 1203427 h 2237474"/>
              <a:gd name="connsiteX50" fmla="*/ 8419755 w 12192000"/>
              <a:gd name="connsiteY50" fmla="*/ 1216260 h 2237474"/>
              <a:gd name="connsiteX51" fmla="*/ 8411626 w 12192000"/>
              <a:gd name="connsiteY51" fmla="*/ 1214397 h 2237474"/>
              <a:gd name="connsiteX52" fmla="*/ 8363469 w 12192000"/>
              <a:gd name="connsiteY52" fmla="*/ 1246658 h 2237474"/>
              <a:gd name="connsiteX53" fmla="*/ 8275497 w 12192000"/>
              <a:gd name="connsiteY53" fmla="*/ 1264396 h 2237474"/>
              <a:gd name="connsiteX54" fmla="*/ 8206287 w 12192000"/>
              <a:gd name="connsiteY54" fmla="*/ 1273060 h 2237474"/>
              <a:gd name="connsiteX55" fmla="*/ 8168705 w 12192000"/>
              <a:gd name="connsiteY55" fmla="*/ 1279956 h 2237474"/>
              <a:gd name="connsiteX56" fmla="*/ 8139997 w 12192000"/>
              <a:gd name="connsiteY56" fmla="*/ 1282713 h 2237474"/>
              <a:gd name="connsiteX57" fmla="*/ 8074238 w 12192000"/>
              <a:gd name="connsiteY57" fmla="*/ 1301895 h 2237474"/>
              <a:gd name="connsiteX58" fmla="*/ 7968292 w 12192000"/>
              <a:gd name="connsiteY58" fmla="*/ 1338779 h 2237474"/>
              <a:gd name="connsiteX59" fmla="*/ 7945122 w 12192000"/>
              <a:gd name="connsiteY59" fmla="*/ 1345477 h 2237474"/>
              <a:gd name="connsiteX60" fmla="*/ 7902328 w 12192000"/>
              <a:gd name="connsiteY60" fmla="*/ 1345865 h 2237474"/>
              <a:gd name="connsiteX61" fmla="*/ 7875879 w 12192000"/>
              <a:gd name="connsiteY61" fmla="*/ 1345646 h 2237474"/>
              <a:gd name="connsiteX62" fmla="*/ 7840612 w 12192000"/>
              <a:gd name="connsiteY62" fmla="*/ 1369373 h 2237474"/>
              <a:gd name="connsiteX63" fmla="*/ 7786819 w 12192000"/>
              <a:gd name="connsiteY63" fmla="*/ 1378970 h 2237474"/>
              <a:gd name="connsiteX64" fmla="*/ 7548172 w 12192000"/>
              <a:gd name="connsiteY64" fmla="*/ 1417460 h 2237474"/>
              <a:gd name="connsiteX65" fmla="*/ 7483437 w 12192000"/>
              <a:gd name="connsiteY65" fmla="*/ 1478152 h 2237474"/>
              <a:gd name="connsiteX66" fmla="*/ 7377870 w 12192000"/>
              <a:gd name="connsiteY66" fmla="*/ 1523319 h 2237474"/>
              <a:gd name="connsiteX67" fmla="*/ 7230737 w 12192000"/>
              <a:gd name="connsiteY67" fmla="*/ 1562633 h 2237474"/>
              <a:gd name="connsiteX68" fmla="*/ 7224458 w 12192000"/>
              <a:gd name="connsiteY68" fmla="*/ 1573008 h 2237474"/>
              <a:gd name="connsiteX69" fmla="*/ 7213486 w 12192000"/>
              <a:gd name="connsiteY69" fmla="*/ 1580987 h 2237474"/>
              <a:gd name="connsiteX70" fmla="*/ 7183121 w 12192000"/>
              <a:gd name="connsiteY70" fmla="*/ 1595162 h 2237474"/>
              <a:gd name="connsiteX71" fmla="*/ 7164601 w 12192000"/>
              <a:gd name="connsiteY71" fmla="*/ 1606490 h 2237474"/>
              <a:gd name="connsiteX72" fmla="*/ 7114651 w 12192000"/>
              <a:gd name="connsiteY72" fmla="*/ 1620959 h 2237474"/>
              <a:gd name="connsiteX73" fmla="*/ 7092727 w 12192000"/>
              <a:gd name="connsiteY73" fmla="*/ 1623628 h 2237474"/>
              <a:gd name="connsiteX74" fmla="*/ 7031309 w 12192000"/>
              <a:gd name="connsiteY74" fmla="*/ 1619451 h 2237474"/>
              <a:gd name="connsiteX75" fmla="*/ 6999084 w 12192000"/>
              <a:gd name="connsiteY75" fmla="*/ 1634317 h 2237474"/>
              <a:gd name="connsiteX76" fmla="*/ 6992107 w 12192000"/>
              <a:gd name="connsiteY76" fmla="*/ 1636860 h 2237474"/>
              <a:gd name="connsiteX77" fmla="*/ 6991765 w 12192000"/>
              <a:gd name="connsiteY77" fmla="*/ 1636725 h 2237474"/>
              <a:gd name="connsiteX78" fmla="*/ 6900177 w 12192000"/>
              <a:gd name="connsiteY78" fmla="*/ 1636016 h 2237474"/>
              <a:gd name="connsiteX79" fmla="*/ 6795372 w 12192000"/>
              <a:gd name="connsiteY79" fmla="*/ 1644845 h 2237474"/>
              <a:gd name="connsiteX80" fmla="*/ 6692251 w 12192000"/>
              <a:gd name="connsiteY80" fmla="*/ 1656357 h 2237474"/>
              <a:gd name="connsiteX81" fmla="*/ 6655235 w 12192000"/>
              <a:gd name="connsiteY81" fmla="*/ 1661869 h 2237474"/>
              <a:gd name="connsiteX82" fmla="*/ 6587857 w 12192000"/>
              <a:gd name="connsiteY82" fmla="*/ 1665769 h 2237474"/>
              <a:gd name="connsiteX83" fmla="*/ 6554894 w 12192000"/>
              <a:gd name="connsiteY83" fmla="*/ 1664428 h 2237474"/>
              <a:gd name="connsiteX84" fmla="*/ 6516595 w 12192000"/>
              <a:gd name="connsiteY84" fmla="*/ 1667475 h 2237474"/>
              <a:gd name="connsiteX85" fmla="*/ 6508541 w 12192000"/>
              <a:gd name="connsiteY85" fmla="*/ 1668757 h 2237474"/>
              <a:gd name="connsiteX86" fmla="*/ 6471012 w 12192000"/>
              <a:gd name="connsiteY86" fmla="*/ 1678604 h 2237474"/>
              <a:gd name="connsiteX87" fmla="*/ 6415265 w 12192000"/>
              <a:gd name="connsiteY87" fmla="*/ 1665317 h 2237474"/>
              <a:gd name="connsiteX88" fmla="*/ 6364035 w 12192000"/>
              <a:gd name="connsiteY88" fmla="*/ 1667683 h 2237474"/>
              <a:gd name="connsiteX89" fmla="*/ 6280959 w 12192000"/>
              <a:gd name="connsiteY89" fmla="*/ 1689329 h 2237474"/>
              <a:gd name="connsiteX90" fmla="*/ 6243319 w 12192000"/>
              <a:gd name="connsiteY90" fmla="*/ 1695560 h 2237474"/>
              <a:gd name="connsiteX91" fmla="*/ 6098321 w 12192000"/>
              <a:gd name="connsiteY91" fmla="*/ 1721646 h 2237474"/>
              <a:gd name="connsiteX92" fmla="*/ 5880652 w 12192000"/>
              <a:gd name="connsiteY92" fmla="*/ 1779643 h 2237474"/>
              <a:gd name="connsiteX93" fmla="*/ 5785959 w 12192000"/>
              <a:gd name="connsiteY93" fmla="*/ 1775307 h 2237474"/>
              <a:gd name="connsiteX94" fmla="*/ 5643534 w 12192000"/>
              <a:gd name="connsiteY94" fmla="*/ 1802919 h 2237474"/>
              <a:gd name="connsiteX95" fmla="*/ 5518799 w 12192000"/>
              <a:gd name="connsiteY95" fmla="*/ 1818312 h 2237474"/>
              <a:gd name="connsiteX96" fmla="*/ 5505014 w 12192000"/>
              <a:gd name="connsiteY96" fmla="*/ 1819259 h 2237474"/>
              <a:gd name="connsiteX97" fmla="*/ 5453307 w 12192000"/>
              <a:gd name="connsiteY97" fmla="*/ 1815450 h 2237474"/>
              <a:gd name="connsiteX98" fmla="*/ 5364192 w 12192000"/>
              <a:gd name="connsiteY98" fmla="*/ 1826074 h 2237474"/>
              <a:gd name="connsiteX99" fmla="*/ 5350380 w 12192000"/>
              <a:gd name="connsiteY99" fmla="*/ 1830891 h 2237474"/>
              <a:gd name="connsiteX100" fmla="*/ 5259633 w 12192000"/>
              <a:gd name="connsiteY100" fmla="*/ 1837160 h 2237474"/>
              <a:gd name="connsiteX101" fmla="*/ 5197513 w 12192000"/>
              <a:gd name="connsiteY101" fmla="*/ 1844718 h 2237474"/>
              <a:gd name="connsiteX102" fmla="*/ 5168852 w 12192000"/>
              <a:gd name="connsiteY102" fmla="*/ 1844846 h 2237474"/>
              <a:gd name="connsiteX103" fmla="*/ 5114927 w 12192000"/>
              <a:gd name="connsiteY103" fmla="*/ 1847827 h 2237474"/>
              <a:gd name="connsiteX104" fmla="*/ 5108970 w 12192000"/>
              <a:gd name="connsiteY104" fmla="*/ 1847935 h 2237474"/>
              <a:gd name="connsiteX105" fmla="*/ 5067961 w 12192000"/>
              <a:gd name="connsiteY105" fmla="*/ 1845917 h 2237474"/>
              <a:gd name="connsiteX106" fmla="*/ 5007075 w 12192000"/>
              <a:gd name="connsiteY106" fmla="*/ 1838626 h 2237474"/>
              <a:gd name="connsiteX107" fmla="*/ 4944087 w 12192000"/>
              <a:gd name="connsiteY107" fmla="*/ 1823332 h 2237474"/>
              <a:gd name="connsiteX108" fmla="*/ 4907662 w 12192000"/>
              <a:gd name="connsiteY108" fmla="*/ 1816900 h 2237474"/>
              <a:gd name="connsiteX109" fmla="*/ 4882386 w 12192000"/>
              <a:gd name="connsiteY109" fmla="*/ 1809844 h 2237474"/>
              <a:gd name="connsiteX110" fmla="*/ 4811440 w 12192000"/>
              <a:gd name="connsiteY110" fmla="*/ 1804655 h 2237474"/>
              <a:gd name="connsiteX111" fmla="*/ 4691075 w 12192000"/>
              <a:gd name="connsiteY111" fmla="*/ 1801389 h 2237474"/>
              <a:gd name="connsiteX112" fmla="*/ 4611738 w 12192000"/>
              <a:gd name="connsiteY112" fmla="*/ 1776964 h 2237474"/>
              <a:gd name="connsiteX113" fmla="*/ 4560070 w 12192000"/>
              <a:gd name="connsiteY113" fmla="*/ 1785640 h 2237474"/>
              <a:gd name="connsiteX114" fmla="*/ 4536503 w 12192000"/>
              <a:gd name="connsiteY114" fmla="*/ 1785334 h 2237474"/>
              <a:gd name="connsiteX115" fmla="*/ 4513724 w 12192000"/>
              <a:gd name="connsiteY115" fmla="*/ 1791996 h 2237474"/>
              <a:gd name="connsiteX116" fmla="*/ 4459810 w 12192000"/>
              <a:gd name="connsiteY116" fmla="*/ 1797886 h 2237474"/>
              <a:gd name="connsiteX117" fmla="*/ 4379064 w 12192000"/>
              <a:gd name="connsiteY117" fmla="*/ 1817177 h 2237474"/>
              <a:gd name="connsiteX118" fmla="*/ 4319209 w 12192000"/>
              <a:gd name="connsiteY118" fmla="*/ 1834833 h 2237474"/>
              <a:gd name="connsiteX119" fmla="*/ 4290981 w 12192000"/>
              <a:gd name="connsiteY119" fmla="*/ 1839677 h 2237474"/>
              <a:gd name="connsiteX120" fmla="*/ 4285792 w 12192000"/>
              <a:gd name="connsiteY120" fmla="*/ 1836231 h 2237474"/>
              <a:gd name="connsiteX121" fmla="*/ 4238372 w 12192000"/>
              <a:gd name="connsiteY121" fmla="*/ 1851480 h 2237474"/>
              <a:gd name="connsiteX122" fmla="*/ 4232517 w 12192000"/>
              <a:gd name="connsiteY122" fmla="*/ 1852567 h 2237474"/>
              <a:gd name="connsiteX123" fmla="*/ 4191732 w 12192000"/>
              <a:gd name="connsiteY123" fmla="*/ 1857328 h 2237474"/>
              <a:gd name="connsiteX124" fmla="*/ 4065532 w 12192000"/>
              <a:gd name="connsiteY124" fmla="*/ 1855477 h 2237474"/>
              <a:gd name="connsiteX125" fmla="*/ 4028460 w 12192000"/>
              <a:gd name="connsiteY125" fmla="*/ 1855137 h 2237474"/>
              <a:gd name="connsiteX126" fmla="*/ 4002267 w 12192000"/>
              <a:gd name="connsiteY126" fmla="*/ 1852352 h 2237474"/>
              <a:gd name="connsiteX127" fmla="*/ 3931396 w 12192000"/>
              <a:gd name="connsiteY127" fmla="*/ 1858915 h 2237474"/>
              <a:gd name="connsiteX128" fmla="*/ 3812162 w 12192000"/>
              <a:gd name="connsiteY128" fmla="*/ 1875501 h 2237474"/>
              <a:gd name="connsiteX129" fmla="*/ 3729530 w 12192000"/>
              <a:gd name="connsiteY129" fmla="*/ 1864513 h 2237474"/>
              <a:gd name="connsiteX130" fmla="*/ 3680177 w 12192000"/>
              <a:gd name="connsiteY130" fmla="*/ 1881552 h 2237474"/>
              <a:gd name="connsiteX131" fmla="*/ 3567259 w 12192000"/>
              <a:gd name="connsiteY131" fmla="*/ 1893482 h 2237474"/>
              <a:gd name="connsiteX132" fmla="*/ 3405770 w 12192000"/>
              <a:gd name="connsiteY132" fmla="*/ 1904591 h 2237474"/>
              <a:gd name="connsiteX133" fmla="*/ 3280097 w 12192000"/>
              <a:gd name="connsiteY133" fmla="*/ 1919610 h 2237474"/>
              <a:gd name="connsiteX134" fmla="*/ 3123424 w 12192000"/>
              <a:gd name="connsiteY134" fmla="*/ 1952930 h 2237474"/>
              <a:gd name="connsiteX135" fmla="*/ 3009910 w 12192000"/>
              <a:gd name="connsiteY135" fmla="*/ 1957866 h 2237474"/>
              <a:gd name="connsiteX136" fmla="*/ 2995934 w 12192000"/>
              <a:gd name="connsiteY136" fmla="*/ 1967085 h 2237474"/>
              <a:gd name="connsiteX137" fmla="*/ 2980071 w 12192000"/>
              <a:gd name="connsiteY137" fmla="*/ 1972988 h 2237474"/>
              <a:gd name="connsiteX138" fmla="*/ 2978094 w 12192000"/>
              <a:gd name="connsiteY138" fmla="*/ 1972369 h 2237474"/>
              <a:gd name="connsiteX139" fmla="*/ 2942858 w 12192000"/>
              <a:gd name="connsiteY139" fmla="*/ 1981367 h 2237474"/>
              <a:gd name="connsiteX140" fmla="*/ 2875436 w 12192000"/>
              <a:gd name="connsiteY140" fmla="*/ 1996977 h 2237474"/>
              <a:gd name="connsiteX141" fmla="*/ 2874892 w 12192000"/>
              <a:gd name="connsiteY141" fmla="*/ 1996085 h 2237474"/>
              <a:gd name="connsiteX142" fmla="*/ 2864145 w 12192000"/>
              <a:gd name="connsiteY142" fmla="*/ 1994061 h 2237474"/>
              <a:gd name="connsiteX143" fmla="*/ 2843662 w 12192000"/>
              <a:gd name="connsiteY143" fmla="*/ 1992498 h 2237474"/>
              <a:gd name="connsiteX144" fmla="*/ 2796128 w 12192000"/>
              <a:gd name="connsiteY144" fmla="*/ 1976403 h 2237474"/>
              <a:gd name="connsiteX145" fmla="*/ 2756784 w 12192000"/>
              <a:gd name="connsiteY145" fmla="*/ 1985116 h 2237474"/>
              <a:gd name="connsiteX146" fmla="*/ 2748833 w 12192000"/>
              <a:gd name="connsiteY146" fmla="*/ 1986323 h 2237474"/>
              <a:gd name="connsiteX147" fmla="*/ 2748661 w 12192000"/>
              <a:gd name="connsiteY147" fmla="*/ 1986122 h 2237474"/>
              <a:gd name="connsiteX148" fmla="*/ 2740251 w 12192000"/>
              <a:gd name="connsiteY148" fmla="*/ 1986946 h 2237474"/>
              <a:gd name="connsiteX149" fmla="*/ 2718916 w 12192000"/>
              <a:gd name="connsiteY149" fmla="*/ 1990867 h 2237474"/>
              <a:gd name="connsiteX150" fmla="*/ 2713522 w 12192000"/>
              <a:gd name="connsiteY150" fmla="*/ 1990173 h 2237474"/>
              <a:gd name="connsiteX151" fmla="*/ 2680597 w 12192000"/>
              <a:gd name="connsiteY151" fmla="*/ 1984996 h 2237474"/>
              <a:gd name="connsiteX152" fmla="*/ 2578178 w 12192000"/>
              <a:gd name="connsiteY152" fmla="*/ 1990531 h 2237474"/>
              <a:gd name="connsiteX153" fmla="*/ 2476147 w 12192000"/>
              <a:gd name="connsiteY153" fmla="*/ 1998305 h 2237474"/>
              <a:gd name="connsiteX154" fmla="*/ 2373568 w 12192000"/>
              <a:gd name="connsiteY154" fmla="*/ 2003219 h 2237474"/>
              <a:gd name="connsiteX155" fmla="*/ 2321399 w 12192000"/>
              <a:gd name="connsiteY155" fmla="*/ 1989467 h 2237474"/>
              <a:gd name="connsiteX156" fmla="*/ 2315525 w 12192000"/>
              <a:gd name="connsiteY156" fmla="*/ 1989708 h 2237474"/>
              <a:gd name="connsiteX157" fmla="*/ 2300792 w 12192000"/>
              <a:gd name="connsiteY157" fmla="*/ 1994290 h 2237474"/>
              <a:gd name="connsiteX158" fmla="*/ 2295469 w 12192000"/>
              <a:gd name="connsiteY158" fmla="*/ 1996659 h 2237474"/>
              <a:gd name="connsiteX159" fmla="*/ 2287219 w 12192000"/>
              <a:gd name="connsiteY159" fmla="*/ 1998750 h 2237474"/>
              <a:gd name="connsiteX160" fmla="*/ 2286948 w 12192000"/>
              <a:gd name="connsiteY160" fmla="*/ 1998596 h 2237474"/>
              <a:gd name="connsiteX161" fmla="*/ 2243069 w 12192000"/>
              <a:gd name="connsiteY161" fmla="*/ 2015111 h 2237474"/>
              <a:gd name="connsiteX162" fmla="*/ 2186609 w 12192000"/>
              <a:gd name="connsiteY162" fmla="*/ 2008263 h 2237474"/>
              <a:gd name="connsiteX163" fmla="*/ 2164831 w 12192000"/>
              <a:gd name="connsiteY163" fmla="*/ 2010143 h 2237474"/>
              <a:gd name="connsiteX164" fmla="*/ 2152836 w 12192000"/>
              <a:gd name="connsiteY164" fmla="*/ 2010048 h 2237474"/>
              <a:gd name="connsiteX165" fmla="*/ 2117102 w 12192000"/>
              <a:gd name="connsiteY165" fmla="*/ 2023004 h 2237474"/>
              <a:gd name="connsiteX166" fmla="*/ 2111935 w 12192000"/>
              <a:gd name="connsiteY166" fmla="*/ 2023163 h 2237474"/>
              <a:gd name="connsiteX167" fmla="*/ 2089991 w 12192000"/>
              <a:gd name="connsiteY167" fmla="*/ 2034193 h 2237474"/>
              <a:gd name="connsiteX168" fmla="*/ 2058061 w 12192000"/>
              <a:gd name="connsiteY168" fmla="*/ 2047942 h 2237474"/>
              <a:gd name="connsiteX169" fmla="*/ 2055737 w 12192000"/>
              <a:gd name="connsiteY169" fmla="*/ 2047704 h 2237474"/>
              <a:gd name="connsiteX170" fmla="*/ 2042244 w 12192000"/>
              <a:gd name="connsiteY170" fmla="*/ 2055560 h 2237474"/>
              <a:gd name="connsiteX171" fmla="*/ 1976224 w 12192000"/>
              <a:gd name="connsiteY171" fmla="*/ 2074257 h 2237474"/>
              <a:gd name="connsiteX172" fmla="*/ 1877728 w 12192000"/>
              <a:gd name="connsiteY172" fmla="*/ 2101004 h 2237474"/>
              <a:gd name="connsiteX173" fmla="*/ 1759056 w 12192000"/>
              <a:gd name="connsiteY173" fmla="*/ 2125608 h 2237474"/>
              <a:gd name="connsiteX174" fmla="*/ 1637948 w 12192000"/>
              <a:gd name="connsiteY174" fmla="*/ 2172597 h 2237474"/>
              <a:gd name="connsiteX175" fmla="*/ 1434549 w 12192000"/>
              <a:gd name="connsiteY175" fmla="*/ 2234522 h 2237474"/>
              <a:gd name="connsiteX176" fmla="*/ 1398481 w 12192000"/>
              <a:gd name="connsiteY176" fmla="*/ 2237074 h 2237474"/>
              <a:gd name="connsiteX177" fmla="*/ 1398407 w 12192000"/>
              <a:gd name="connsiteY177" fmla="*/ 2237095 h 2237474"/>
              <a:gd name="connsiteX178" fmla="*/ 1370962 w 12192000"/>
              <a:gd name="connsiteY178" fmla="*/ 2237474 h 2237474"/>
              <a:gd name="connsiteX179" fmla="*/ 1356367 w 12192000"/>
              <a:gd name="connsiteY179" fmla="*/ 2235089 h 2237474"/>
              <a:gd name="connsiteX180" fmla="*/ 1324828 w 12192000"/>
              <a:gd name="connsiteY180" fmla="*/ 2231968 h 2237474"/>
              <a:gd name="connsiteX181" fmla="*/ 1297744 w 12192000"/>
              <a:gd name="connsiteY181" fmla="*/ 2235849 h 2237474"/>
              <a:gd name="connsiteX182" fmla="*/ 1286236 w 12192000"/>
              <a:gd name="connsiteY182" fmla="*/ 2233135 h 2237474"/>
              <a:gd name="connsiteX183" fmla="*/ 1283504 w 12192000"/>
              <a:gd name="connsiteY183" fmla="*/ 2233797 h 2237474"/>
              <a:gd name="connsiteX184" fmla="*/ 1279765 w 12192000"/>
              <a:gd name="connsiteY184" fmla="*/ 2229639 h 2237474"/>
              <a:gd name="connsiteX185" fmla="*/ 1195347 w 12192000"/>
              <a:gd name="connsiteY185" fmla="*/ 2212354 h 2237474"/>
              <a:gd name="connsiteX186" fmla="*/ 970251 w 12192000"/>
              <a:gd name="connsiteY186" fmla="*/ 2221029 h 2237474"/>
              <a:gd name="connsiteX187" fmla="*/ 812914 w 12192000"/>
              <a:gd name="connsiteY187" fmla="*/ 2202752 h 2237474"/>
              <a:gd name="connsiteX188" fmla="*/ 800195 w 12192000"/>
              <a:gd name="connsiteY188" fmla="*/ 2209407 h 2237474"/>
              <a:gd name="connsiteX189" fmla="*/ 784978 w 12192000"/>
              <a:gd name="connsiteY189" fmla="*/ 2212360 h 2237474"/>
              <a:gd name="connsiteX190" fmla="*/ 681987 w 12192000"/>
              <a:gd name="connsiteY190" fmla="*/ 2216757 h 2237474"/>
              <a:gd name="connsiteX191" fmla="*/ 669923 w 12192000"/>
              <a:gd name="connsiteY191" fmla="*/ 2211682 h 2237474"/>
              <a:gd name="connsiteX192" fmla="*/ 648680 w 12192000"/>
              <a:gd name="connsiteY192" fmla="*/ 2206229 h 2237474"/>
              <a:gd name="connsiteX193" fmla="*/ 597225 w 12192000"/>
              <a:gd name="connsiteY193" fmla="*/ 2180999 h 2237474"/>
              <a:gd name="connsiteX194" fmla="*/ 558449 w 12192000"/>
              <a:gd name="connsiteY194" fmla="*/ 2182346 h 2237474"/>
              <a:gd name="connsiteX195" fmla="*/ 550517 w 12192000"/>
              <a:gd name="connsiteY195" fmla="*/ 2182060 h 2237474"/>
              <a:gd name="connsiteX196" fmla="*/ 550309 w 12192000"/>
              <a:gd name="connsiteY196" fmla="*/ 2181825 h 2237474"/>
              <a:gd name="connsiteX197" fmla="*/ 541836 w 12192000"/>
              <a:gd name="connsiteY197" fmla="*/ 2181063 h 2237474"/>
              <a:gd name="connsiteX198" fmla="*/ 536057 w 12192000"/>
              <a:gd name="connsiteY198" fmla="*/ 2181537 h 2237474"/>
              <a:gd name="connsiteX199" fmla="*/ 520671 w 12192000"/>
              <a:gd name="connsiteY199" fmla="*/ 2180980 h 2237474"/>
              <a:gd name="connsiteX200" fmla="*/ 515024 w 12192000"/>
              <a:gd name="connsiteY200" fmla="*/ 2179258 h 2237474"/>
              <a:gd name="connsiteX201" fmla="*/ 512278 w 12192000"/>
              <a:gd name="connsiteY201" fmla="*/ 2176369 h 2237474"/>
              <a:gd name="connsiteX202" fmla="*/ 480419 w 12192000"/>
              <a:gd name="connsiteY202" fmla="*/ 2167807 h 2237474"/>
              <a:gd name="connsiteX203" fmla="*/ 413835 w 12192000"/>
              <a:gd name="connsiteY203" fmla="*/ 2156783 h 2237474"/>
              <a:gd name="connsiteX204" fmla="*/ 376513 w 12192000"/>
              <a:gd name="connsiteY204" fmla="*/ 2154014 h 2237474"/>
              <a:gd name="connsiteX205" fmla="*/ 273386 w 12192000"/>
              <a:gd name="connsiteY205" fmla="*/ 2142551 h 2237474"/>
              <a:gd name="connsiteX206" fmla="*/ 169207 w 12192000"/>
              <a:gd name="connsiteY206" fmla="*/ 2128100 h 2237474"/>
              <a:gd name="connsiteX207" fmla="*/ 93149 w 12192000"/>
              <a:gd name="connsiteY207" fmla="*/ 2105324 h 2237474"/>
              <a:gd name="connsiteX208" fmla="*/ 88109 w 12192000"/>
              <a:gd name="connsiteY208" fmla="*/ 2106704 h 2237474"/>
              <a:gd name="connsiteX209" fmla="*/ 80022 w 12192000"/>
              <a:gd name="connsiteY209" fmla="*/ 2107254 h 2237474"/>
              <a:gd name="connsiteX210" fmla="*/ 79717 w 12192000"/>
              <a:gd name="connsiteY210" fmla="*/ 2107046 h 2237474"/>
              <a:gd name="connsiteX211" fmla="*/ 72352 w 12192000"/>
              <a:gd name="connsiteY211" fmla="*/ 2107991 h 2237474"/>
              <a:gd name="connsiteX212" fmla="*/ 37645 w 12192000"/>
              <a:gd name="connsiteY212" fmla="*/ 2115401 h 2237474"/>
              <a:gd name="connsiteX213" fmla="*/ 4572 w 12192000"/>
              <a:gd name="connsiteY213" fmla="*/ 2111091 h 2237474"/>
              <a:gd name="connsiteX214" fmla="*/ 0 w 12192000"/>
              <a:gd name="connsiteY214" fmla="*/ 2110468 h 2237474"/>
              <a:gd name="connsiteX215" fmla="*/ 0 w 12192000"/>
              <a:gd name="connsiteY21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11200 w 12192000"/>
              <a:gd name="connsiteY18" fmla="*/ 767513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798048 w 12192000"/>
              <a:gd name="connsiteY23" fmla="*/ 863207 h 2237474"/>
              <a:gd name="connsiteX24" fmla="*/ 9761459 w 12192000"/>
              <a:gd name="connsiteY24" fmla="*/ 862394 h 2237474"/>
              <a:gd name="connsiteX25" fmla="*/ 9705768 w 12192000"/>
              <a:gd name="connsiteY25" fmla="*/ 894610 h 2237474"/>
              <a:gd name="connsiteX26" fmla="*/ 9683005 w 12192000"/>
              <a:gd name="connsiteY26" fmla="*/ 894128 h 2237474"/>
              <a:gd name="connsiteX27" fmla="*/ 9594438 w 12192000"/>
              <a:gd name="connsiteY27" fmla="*/ 919051 h 2237474"/>
              <a:gd name="connsiteX28" fmla="*/ 9577033 w 12192000"/>
              <a:gd name="connsiteY28" fmla="*/ 922857 h 2237474"/>
              <a:gd name="connsiteX29" fmla="*/ 9544189 w 12192000"/>
              <a:gd name="connsiteY29" fmla="*/ 938966 h 2237474"/>
              <a:gd name="connsiteX30" fmla="*/ 9500499 w 12192000"/>
              <a:gd name="connsiteY30" fmla="*/ 954680 h 2237474"/>
              <a:gd name="connsiteX31" fmla="*/ 9428195 w 12192000"/>
              <a:gd name="connsiteY31" fmla="*/ 986225 h 2237474"/>
              <a:gd name="connsiteX32" fmla="*/ 9410017 w 12192000"/>
              <a:gd name="connsiteY32" fmla="*/ 993931 h 2237474"/>
              <a:gd name="connsiteX33" fmla="*/ 9392919 w 12192000"/>
              <a:gd name="connsiteY33" fmla="*/ 994656 h 2237474"/>
              <a:gd name="connsiteX34" fmla="*/ 9278619 w 12192000"/>
              <a:gd name="connsiteY34" fmla="*/ 1011878 h 2237474"/>
              <a:gd name="connsiteX35" fmla="*/ 9268019 w 12192000"/>
              <a:gd name="connsiteY35" fmla="*/ 1007442 h 2237474"/>
              <a:gd name="connsiteX36" fmla="*/ 9234662 w 12192000"/>
              <a:gd name="connsiteY36" fmla="*/ 1023056 h 2237474"/>
              <a:gd name="connsiteX37" fmla="*/ 9181033 w 12192000"/>
              <a:gd name="connsiteY37" fmla="*/ 1037921 h 2237474"/>
              <a:gd name="connsiteX38" fmla="*/ 9155969 w 12192000"/>
              <a:gd name="connsiteY38" fmla="*/ 1046804 h 2237474"/>
              <a:gd name="connsiteX39" fmla="*/ 9133985 w 12192000"/>
              <a:gd name="connsiteY39" fmla="*/ 1046450 h 2237474"/>
              <a:gd name="connsiteX40" fmla="*/ 9012987 w 12192000"/>
              <a:gd name="connsiteY40" fmla="*/ 1061986 h 2237474"/>
              <a:gd name="connsiteX41" fmla="*/ 8968445 w 12192000"/>
              <a:gd name="connsiteY41" fmla="*/ 1052169 h 2237474"/>
              <a:gd name="connsiteX42" fmla="*/ 8958984 w 12192000"/>
              <a:gd name="connsiteY42" fmla="*/ 1057212 h 2237474"/>
              <a:gd name="connsiteX43" fmla="*/ 8886001 w 12192000"/>
              <a:gd name="connsiteY43" fmla="*/ 1067468 h 2237474"/>
              <a:gd name="connsiteX44" fmla="*/ 8838610 w 12192000"/>
              <a:gd name="connsiteY44" fmla="*/ 1075091 h 2237474"/>
              <a:gd name="connsiteX45" fmla="*/ 8750383 w 12192000"/>
              <a:gd name="connsiteY45" fmla="*/ 1097387 h 2237474"/>
              <a:gd name="connsiteX46" fmla="*/ 8697365 w 12192000"/>
              <a:gd name="connsiteY46" fmla="*/ 1105869 h 2237474"/>
              <a:gd name="connsiteX47" fmla="*/ 8665605 w 12192000"/>
              <a:gd name="connsiteY47" fmla="*/ 1110791 h 2237474"/>
              <a:gd name="connsiteX48" fmla="*/ 8584946 w 12192000"/>
              <a:gd name="connsiteY48" fmla="*/ 1135226 h 2237474"/>
              <a:gd name="connsiteX49" fmla="*/ 8460755 w 12192000"/>
              <a:gd name="connsiteY49" fmla="*/ 1203427 h 2237474"/>
              <a:gd name="connsiteX50" fmla="*/ 8419755 w 12192000"/>
              <a:gd name="connsiteY50" fmla="*/ 1216260 h 2237474"/>
              <a:gd name="connsiteX51" fmla="*/ 8411626 w 12192000"/>
              <a:gd name="connsiteY51" fmla="*/ 1214397 h 2237474"/>
              <a:gd name="connsiteX52" fmla="*/ 8363469 w 12192000"/>
              <a:gd name="connsiteY52" fmla="*/ 1246658 h 2237474"/>
              <a:gd name="connsiteX53" fmla="*/ 8275497 w 12192000"/>
              <a:gd name="connsiteY53" fmla="*/ 1264396 h 2237474"/>
              <a:gd name="connsiteX54" fmla="*/ 8206287 w 12192000"/>
              <a:gd name="connsiteY54" fmla="*/ 1273060 h 2237474"/>
              <a:gd name="connsiteX55" fmla="*/ 8168705 w 12192000"/>
              <a:gd name="connsiteY55" fmla="*/ 1279956 h 2237474"/>
              <a:gd name="connsiteX56" fmla="*/ 8139997 w 12192000"/>
              <a:gd name="connsiteY56" fmla="*/ 1282713 h 2237474"/>
              <a:gd name="connsiteX57" fmla="*/ 8074238 w 12192000"/>
              <a:gd name="connsiteY57" fmla="*/ 1301895 h 2237474"/>
              <a:gd name="connsiteX58" fmla="*/ 7968292 w 12192000"/>
              <a:gd name="connsiteY58" fmla="*/ 1338779 h 2237474"/>
              <a:gd name="connsiteX59" fmla="*/ 7945122 w 12192000"/>
              <a:gd name="connsiteY59" fmla="*/ 1345477 h 2237474"/>
              <a:gd name="connsiteX60" fmla="*/ 7902328 w 12192000"/>
              <a:gd name="connsiteY60" fmla="*/ 1345865 h 2237474"/>
              <a:gd name="connsiteX61" fmla="*/ 7875879 w 12192000"/>
              <a:gd name="connsiteY61" fmla="*/ 1345646 h 2237474"/>
              <a:gd name="connsiteX62" fmla="*/ 7840612 w 12192000"/>
              <a:gd name="connsiteY62" fmla="*/ 1369373 h 2237474"/>
              <a:gd name="connsiteX63" fmla="*/ 7786819 w 12192000"/>
              <a:gd name="connsiteY63" fmla="*/ 1378970 h 2237474"/>
              <a:gd name="connsiteX64" fmla="*/ 7548172 w 12192000"/>
              <a:gd name="connsiteY64" fmla="*/ 1417460 h 2237474"/>
              <a:gd name="connsiteX65" fmla="*/ 7483437 w 12192000"/>
              <a:gd name="connsiteY65" fmla="*/ 1478152 h 2237474"/>
              <a:gd name="connsiteX66" fmla="*/ 7377870 w 12192000"/>
              <a:gd name="connsiteY66" fmla="*/ 1523319 h 2237474"/>
              <a:gd name="connsiteX67" fmla="*/ 7230737 w 12192000"/>
              <a:gd name="connsiteY67" fmla="*/ 1562633 h 2237474"/>
              <a:gd name="connsiteX68" fmla="*/ 7224458 w 12192000"/>
              <a:gd name="connsiteY68" fmla="*/ 1573008 h 2237474"/>
              <a:gd name="connsiteX69" fmla="*/ 7213486 w 12192000"/>
              <a:gd name="connsiteY69" fmla="*/ 1580987 h 2237474"/>
              <a:gd name="connsiteX70" fmla="*/ 7183121 w 12192000"/>
              <a:gd name="connsiteY70" fmla="*/ 1595162 h 2237474"/>
              <a:gd name="connsiteX71" fmla="*/ 7164601 w 12192000"/>
              <a:gd name="connsiteY71" fmla="*/ 1606490 h 2237474"/>
              <a:gd name="connsiteX72" fmla="*/ 7114651 w 12192000"/>
              <a:gd name="connsiteY72" fmla="*/ 1620959 h 2237474"/>
              <a:gd name="connsiteX73" fmla="*/ 7092727 w 12192000"/>
              <a:gd name="connsiteY73" fmla="*/ 1623628 h 2237474"/>
              <a:gd name="connsiteX74" fmla="*/ 7031309 w 12192000"/>
              <a:gd name="connsiteY74" fmla="*/ 1619451 h 2237474"/>
              <a:gd name="connsiteX75" fmla="*/ 6999084 w 12192000"/>
              <a:gd name="connsiteY75" fmla="*/ 1634317 h 2237474"/>
              <a:gd name="connsiteX76" fmla="*/ 6992107 w 12192000"/>
              <a:gd name="connsiteY76" fmla="*/ 1636860 h 2237474"/>
              <a:gd name="connsiteX77" fmla="*/ 6991765 w 12192000"/>
              <a:gd name="connsiteY77" fmla="*/ 1636725 h 2237474"/>
              <a:gd name="connsiteX78" fmla="*/ 6900177 w 12192000"/>
              <a:gd name="connsiteY78" fmla="*/ 1636016 h 2237474"/>
              <a:gd name="connsiteX79" fmla="*/ 6795372 w 12192000"/>
              <a:gd name="connsiteY79" fmla="*/ 1644845 h 2237474"/>
              <a:gd name="connsiteX80" fmla="*/ 6692251 w 12192000"/>
              <a:gd name="connsiteY80" fmla="*/ 1656357 h 2237474"/>
              <a:gd name="connsiteX81" fmla="*/ 6655235 w 12192000"/>
              <a:gd name="connsiteY81" fmla="*/ 1661869 h 2237474"/>
              <a:gd name="connsiteX82" fmla="*/ 6587857 w 12192000"/>
              <a:gd name="connsiteY82" fmla="*/ 1665769 h 2237474"/>
              <a:gd name="connsiteX83" fmla="*/ 6554894 w 12192000"/>
              <a:gd name="connsiteY83" fmla="*/ 1664428 h 2237474"/>
              <a:gd name="connsiteX84" fmla="*/ 6516595 w 12192000"/>
              <a:gd name="connsiteY84" fmla="*/ 1667475 h 2237474"/>
              <a:gd name="connsiteX85" fmla="*/ 6508541 w 12192000"/>
              <a:gd name="connsiteY85" fmla="*/ 1668757 h 2237474"/>
              <a:gd name="connsiteX86" fmla="*/ 6471012 w 12192000"/>
              <a:gd name="connsiteY86" fmla="*/ 1678604 h 2237474"/>
              <a:gd name="connsiteX87" fmla="*/ 6415265 w 12192000"/>
              <a:gd name="connsiteY87" fmla="*/ 1665317 h 2237474"/>
              <a:gd name="connsiteX88" fmla="*/ 6364035 w 12192000"/>
              <a:gd name="connsiteY88" fmla="*/ 1667683 h 2237474"/>
              <a:gd name="connsiteX89" fmla="*/ 6280959 w 12192000"/>
              <a:gd name="connsiteY89" fmla="*/ 1689329 h 2237474"/>
              <a:gd name="connsiteX90" fmla="*/ 6243319 w 12192000"/>
              <a:gd name="connsiteY90" fmla="*/ 1695560 h 2237474"/>
              <a:gd name="connsiteX91" fmla="*/ 6098321 w 12192000"/>
              <a:gd name="connsiteY91" fmla="*/ 1721646 h 2237474"/>
              <a:gd name="connsiteX92" fmla="*/ 5880652 w 12192000"/>
              <a:gd name="connsiteY92" fmla="*/ 1779643 h 2237474"/>
              <a:gd name="connsiteX93" fmla="*/ 5785959 w 12192000"/>
              <a:gd name="connsiteY93" fmla="*/ 1775307 h 2237474"/>
              <a:gd name="connsiteX94" fmla="*/ 5643534 w 12192000"/>
              <a:gd name="connsiteY94" fmla="*/ 1802919 h 2237474"/>
              <a:gd name="connsiteX95" fmla="*/ 5518799 w 12192000"/>
              <a:gd name="connsiteY95" fmla="*/ 1818312 h 2237474"/>
              <a:gd name="connsiteX96" fmla="*/ 5505014 w 12192000"/>
              <a:gd name="connsiteY96" fmla="*/ 1819259 h 2237474"/>
              <a:gd name="connsiteX97" fmla="*/ 5453307 w 12192000"/>
              <a:gd name="connsiteY97" fmla="*/ 1815450 h 2237474"/>
              <a:gd name="connsiteX98" fmla="*/ 5364192 w 12192000"/>
              <a:gd name="connsiteY98" fmla="*/ 1826074 h 2237474"/>
              <a:gd name="connsiteX99" fmla="*/ 5350380 w 12192000"/>
              <a:gd name="connsiteY99" fmla="*/ 1830891 h 2237474"/>
              <a:gd name="connsiteX100" fmla="*/ 5259633 w 12192000"/>
              <a:gd name="connsiteY100" fmla="*/ 1837160 h 2237474"/>
              <a:gd name="connsiteX101" fmla="*/ 5197513 w 12192000"/>
              <a:gd name="connsiteY101" fmla="*/ 1844718 h 2237474"/>
              <a:gd name="connsiteX102" fmla="*/ 5168852 w 12192000"/>
              <a:gd name="connsiteY102" fmla="*/ 1844846 h 2237474"/>
              <a:gd name="connsiteX103" fmla="*/ 5114927 w 12192000"/>
              <a:gd name="connsiteY103" fmla="*/ 1847827 h 2237474"/>
              <a:gd name="connsiteX104" fmla="*/ 5108970 w 12192000"/>
              <a:gd name="connsiteY104" fmla="*/ 1847935 h 2237474"/>
              <a:gd name="connsiteX105" fmla="*/ 5067961 w 12192000"/>
              <a:gd name="connsiteY105" fmla="*/ 1845917 h 2237474"/>
              <a:gd name="connsiteX106" fmla="*/ 5007075 w 12192000"/>
              <a:gd name="connsiteY106" fmla="*/ 1838626 h 2237474"/>
              <a:gd name="connsiteX107" fmla="*/ 4944087 w 12192000"/>
              <a:gd name="connsiteY107" fmla="*/ 1823332 h 2237474"/>
              <a:gd name="connsiteX108" fmla="*/ 4907662 w 12192000"/>
              <a:gd name="connsiteY108" fmla="*/ 1816900 h 2237474"/>
              <a:gd name="connsiteX109" fmla="*/ 4882386 w 12192000"/>
              <a:gd name="connsiteY109" fmla="*/ 1809844 h 2237474"/>
              <a:gd name="connsiteX110" fmla="*/ 4811440 w 12192000"/>
              <a:gd name="connsiteY110" fmla="*/ 1804655 h 2237474"/>
              <a:gd name="connsiteX111" fmla="*/ 4691075 w 12192000"/>
              <a:gd name="connsiteY111" fmla="*/ 1801389 h 2237474"/>
              <a:gd name="connsiteX112" fmla="*/ 4611738 w 12192000"/>
              <a:gd name="connsiteY112" fmla="*/ 1776964 h 2237474"/>
              <a:gd name="connsiteX113" fmla="*/ 4560070 w 12192000"/>
              <a:gd name="connsiteY113" fmla="*/ 1785640 h 2237474"/>
              <a:gd name="connsiteX114" fmla="*/ 4536503 w 12192000"/>
              <a:gd name="connsiteY114" fmla="*/ 1785334 h 2237474"/>
              <a:gd name="connsiteX115" fmla="*/ 4513724 w 12192000"/>
              <a:gd name="connsiteY115" fmla="*/ 1791996 h 2237474"/>
              <a:gd name="connsiteX116" fmla="*/ 4459810 w 12192000"/>
              <a:gd name="connsiteY116" fmla="*/ 1797886 h 2237474"/>
              <a:gd name="connsiteX117" fmla="*/ 4379064 w 12192000"/>
              <a:gd name="connsiteY117" fmla="*/ 1817177 h 2237474"/>
              <a:gd name="connsiteX118" fmla="*/ 4319209 w 12192000"/>
              <a:gd name="connsiteY118" fmla="*/ 1834833 h 2237474"/>
              <a:gd name="connsiteX119" fmla="*/ 4290981 w 12192000"/>
              <a:gd name="connsiteY119" fmla="*/ 1839677 h 2237474"/>
              <a:gd name="connsiteX120" fmla="*/ 4285792 w 12192000"/>
              <a:gd name="connsiteY120" fmla="*/ 1836231 h 2237474"/>
              <a:gd name="connsiteX121" fmla="*/ 4238372 w 12192000"/>
              <a:gd name="connsiteY121" fmla="*/ 1851480 h 2237474"/>
              <a:gd name="connsiteX122" fmla="*/ 4232517 w 12192000"/>
              <a:gd name="connsiteY122" fmla="*/ 1852567 h 2237474"/>
              <a:gd name="connsiteX123" fmla="*/ 4191732 w 12192000"/>
              <a:gd name="connsiteY123" fmla="*/ 1857328 h 2237474"/>
              <a:gd name="connsiteX124" fmla="*/ 4065532 w 12192000"/>
              <a:gd name="connsiteY124" fmla="*/ 1855477 h 2237474"/>
              <a:gd name="connsiteX125" fmla="*/ 4028460 w 12192000"/>
              <a:gd name="connsiteY125" fmla="*/ 1855137 h 2237474"/>
              <a:gd name="connsiteX126" fmla="*/ 4002267 w 12192000"/>
              <a:gd name="connsiteY126" fmla="*/ 1852352 h 2237474"/>
              <a:gd name="connsiteX127" fmla="*/ 3931396 w 12192000"/>
              <a:gd name="connsiteY127" fmla="*/ 1858915 h 2237474"/>
              <a:gd name="connsiteX128" fmla="*/ 3812162 w 12192000"/>
              <a:gd name="connsiteY128" fmla="*/ 1875501 h 2237474"/>
              <a:gd name="connsiteX129" fmla="*/ 3729530 w 12192000"/>
              <a:gd name="connsiteY129" fmla="*/ 1864513 h 2237474"/>
              <a:gd name="connsiteX130" fmla="*/ 3680177 w 12192000"/>
              <a:gd name="connsiteY130" fmla="*/ 1881552 h 2237474"/>
              <a:gd name="connsiteX131" fmla="*/ 3567259 w 12192000"/>
              <a:gd name="connsiteY131" fmla="*/ 1893482 h 2237474"/>
              <a:gd name="connsiteX132" fmla="*/ 3405770 w 12192000"/>
              <a:gd name="connsiteY132" fmla="*/ 1904591 h 2237474"/>
              <a:gd name="connsiteX133" fmla="*/ 3280097 w 12192000"/>
              <a:gd name="connsiteY133" fmla="*/ 1919610 h 2237474"/>
              <a:gd name="connsiteX134" fmla="*/ 3123424 w 12192000"/>
              <a:gd name="connsiteY134" fmla="*/ 1952930 h 2237474"/>
              <a:gd name="connsiteX135" fmla="*/ 3009910 w 12192000"/>
              <a:gd name="connsiteY135" fmla="*/ 1957866 h 2237474"/>
              <a:gd name="connsiteX136" fmla="*/ 2995934 w 12192000"/>
              <a:gd name="connsiteY136" fmla="*/ 1967085 h 2237474"/>
              <a:gd name="connsiteX137" fmla="*/ 2980071 w 12192000"/>
              <a:gd name="connsiteY137" fmla="*/ 1972988 h 2237474"/>
              <a:gd name="connsiteX138" fmla="*/ 2978094 w 12192000"/>
              <a:gd name="connsiteY138" fmla="*/ 1972369 h 2237474"/>
              <a:gd name="connsiteX139" fmla="*/ 2942858 w 12192000"/>
              <a:gd name="connsiteY139" fmla="*/ 1981367 h 2237474"/>
              <a:gd name="connsiteX140" fmla="*/ 2875436 w 12192000"/>
              <a:gd name="connsiteY140" fmla="*/ 1996977 h 2237474"/>
              <a:gd name="connsiteX141" fmla="*/ 2874892 w 12192000"/>
              <a:gd name="connsiteY141" fmla="*/ 1996085 h 2237474"/>
              <a:gd name="connsiteX142" fmla="*/ 2864145 w 12192000"/>
              <a:gd name="connsiteY142" fmla="*/ 1994061 h 2237474"/>
              <a:gd name="connsiteX143" fmla="*/ 2843662 w 12192000"/>
              <a:gd name="connsiteY143" fmla="*/ 1992498 h 2237474"/>
              <a:gd name="connsiteX144" fmla="*/ 2796128 w 12192000"/>
              <a:gd name="connsiteY144" fmla="*/ 1976403 h 2237474"/>
              <a:gd name="connsiteX145" fmla="*/ 2756784 w 12192000"/>
              <a:gd name="connsiteY145" fmla="*/ 1985116 h 2237474"/>
              <a:gd name="connsiteX146" fmla="*/ 2748833 w 12192000"/>
              <a:gd name="connsiteY146" fmla="*/ 1986323 h 2237474"/>
              <a:gd name="connsiteX147" fmla="*/ 2748661 w 12192000"/>
              <a:gd name="connsiteY147" fmla="*/ 1986122 h 2237474"/>
              <a:gd name="connsiteX148" fmla="*/ 2740251 w 12192000"/>
              <a:gd name="connsiteY148" fmla="*/ 1986946 h 2237474"/>
              <a:gd name="connsiteX149" fmla="*/ 2718916 w 12192000"/>
              <a:gd name="connsiteY149" fmla="*/ 1990867 h 2237474"/>
              <a:gd name="connsiteX150" fmla="*/ 2713522 w 12192000"/>
              <a:gd name="connsiteY150" fmla="*/ 1990173 h 2237474"/>
              <a:gd name="connsiteX151" fmla="*/ 2680597 w 12192000"/>
              <a:gd name="connsiteY151" fmla="*/ 1984996 h 2237474"/>
              <a:gd name="connsiteX152" fmla="*/ 2578178 w 12192000"/>
              <a:gd name="connsiteY152" fmla="*/ 1990531 h 2237474"/>
              <a:gd name="connsiteX153" fmla="*/ 2476147 w 12192000"/>
              <a:gd name="connsiteY153" fmla="*/ 1998305 h 2237474"/>
              <a:gd name="connsiteX154" fmla="*/ 2373568 w 12192000"/>
              <a:gd name="connsiteY154" fmla="*/ 2003219 h 2237474"/>
              <a:gd name="connsiteX155" fmla="*/ 2321399 w 12192000"/>
              <a:gd name="connsiteY155" fmla="*/ 1989467 h 2237474"/>
              <a:gd name="connsiteX156" fmla="*/ 2315525 w 12192000"/>
              <a:gd name="connsiteY156" fmla="*/ 1989708 h 2237474"/>
              <a:gd name="connsiteX157" fmla="*/ 2300792 w 12192000"/>
              <a:gd name="connsiteY157" fmla="*/ 1994290 h 2237474"/>
              <a:gd name="connsiteX158" fmla="*/ 2295469 w 12192000"/>
              <a:gd name="connsiteY158" fmla="*/ 1996659 h 2237474"/>
              <a:gd name="connsiteX159" fmla="*/ 2287219 w 12192000"/>
              <a:gd name="connsiteY159" fmla="*/ 1998750 h 2237474"/>
              <a:gd name="connsiteX160" fmla="*/ 2286948 w 12192000"/>
              <a:gd name="connsiteY160" fmla="*/ 1998596 h 2237474"/>
              <a:gd name="connsiteX161" fmla="*/ 2243069 w 12192000"/>
              <a:gd name="connsiteY161" fmla="*/ 2015111 h 2237474"/>
              <a:gd name="connsiteX162" fmla="*/ 2186609 w 12192000"/>
              <a:gd name="connsiteY162" fmla="*/ 2008263 h 2237474"/>
              <a:gd name="connsiteX163" fmla="*/ 2164831 w 12192000"/>
              <a:gd name="connsiteY163" fmla="*/ 2010143 h 2237474"/>
              <a:gd name="connsiteX164" fmla="*/ 2152836 w 12192000"/>
              <a:gd name="connsiteY164" fmla="*/ 2010048 h 2237474"/>
              <a:gd name="connsiteX165" fmla="*/ 2117102 w 12192000"/>
              <a:gd name="connsiteY165" fmla="*/ 2023004 h 2237474"/>
              <a:gd name="connsiteX166" fmla="*/ 2111935 w 12192000"/>
              <a:gd name="connsiteY166" fmla="*/ 2023163 h 2237474"/>
              <a:gd name="connsiteX167" fmla="*/ 2089991 w 12192000"/>
              <a:gd name="connsiteY167" fmla="*/ 2034193 h 2237474"/>
              <a:gd name="connsiteX168" fmla="*/ 2058061 w 12192000"/>
              <a:gd name="connsiteY168" fmla="*/ 2047942 h 2237474"/>
              <a:gd name="connsiteX169" fmla="*/ 2055737 w 12192000"/>
              <a:gd name="connsiteY169" fmla="*/ 2047704 h 2237474"/>
              <a:gd name="connsiteX170" fmla="*/ 2042244 w 12192000"/>
              <a:gd name="connsiteY170" fmla="*/ 2055560 h 2237474"/>
              <a:gd name="connsiteX171" fmla="*/ 1976224 w 12192000"/>
              <a:gd name="connsiteY171" fmla="*/ 2074257 h 2237474"/>
              <a:gd name="connsiteX172" fmla="*/ 1877728 w 12192000"/>
              <a:gd name="connsiteY172" fmla="*/ 2101004 h 2237474"/>
              <a:gd name="connsiteX173" fmla="*/ 1759056 w 12192000"/>
              <a:gd name="connsiteY173" fmla="*/ 2125608 h 2237474"/>
              <a:gd name="connsiteX174" fmla="*/ 1637948 w 12192000"/>
              <a:gd name="connsiteY174" fmla="*/ 2172597 h 2237474"/>
              <a:gd name="connsiteX175" fmla="*/ 1434549 w 12192000"/>
              <a:gd name="connsiteY175" fmla="*/ 2234522 h 2237474"/>
              <a:gd name="connsiteX176" fmla="*/ 1398481 w 12192000"/>
              <a:gd name="connsiteY176" fmla="*/ 2237074 h 2237474"/>
              <a:gd name="connsiteX177" fmla="*/ 1398407 w 12192000"/>
              <a:gd name="connsiteY177" fmla="*/ 2237095 h 2237474"/>
              <a:gd name="connsiteX178" fmla="*/ 1370962 w 12192000"/>
              <a:gd name="connsiteY178" fmla="*/ 2237474 h 2237474"/>
              <a:gd name="connsiteX179" fmla="*/ 1356367 w 12192000"/>
              <a:gd name="connsiteY179" fmla="*/ 2235089 h 2237474"/>
              <a:gd name="connsiteX180" fmla="*/ 1324828 w 12192000"/>
              <a:gd name="connsiteY180" fmla="*/ 2231968 h 2237474"/>
              <a:gd name="connsiteX181" fmla="*/ 1297744 w 12192000"/>
              <a:gd name="connsiteY181" fmla="*/ 2235849 h 2237474"/>
              <a:gd name="connsiteX182" fmla="*/ 1286236 w 12192000"/>
              <a:gd name="connsiteY182" fmla="*/ 2233135 h 2237474"/>
              <a:gd name="connsiteX183" fmla="*/ 1283504 w 12192000"/>
              <a:gd name="connsiteY183" fmla="*/ 2233797 h 2237474"/>
              <a:gd name="connsiteX184" fmla="*/ 1279765 w 12192000"/>
              <a:gd name="connsiteY184" fmla="*/ 2229639 h 2237474"/>
              <a:gd name="connsiteX185" fmla="*/ 1195347 w 12192000"/>
              <a:gd name="connsiteY185" fmla="*/ 2212354 h 2237474"/>
              <a:gd name="connsiteX186" fmla="*/ 970251 w 12192000"/>
              <a:gd name="connsiteY186" fmla="*/ 2221029 h 2237474"/>
              <a:gd name="connsiteX187" fmla="*/ 812914 w 12192000"/>
              <a:gd name="connsiteY187" fmla="*/ 2202752 h 2237474"/>
              <a:gd name="connsiteX188" fmla="*/ 800195 w 12192000"/>
              <a:gd name="connsiteY188" fmla="*/ 2209407 h 2237474"/>
              <a:gd name="connsiteX189" fmla="*/ 784978 w 12192000"/>
              <a:gd name="connsiteY189" fmla="*/ 2212360 h 2237474"/>
              <a:gd name="connsiteX190" fmla="*/ 681987 w 12192000"/>
              <a:gd name="connsiteY190" fmla="*/ 2216757 h 2237474"/>
              <a:gd name="connsiteX191" fmla="*/ 669923 w 12192000"/>
              <a:gd name="connsiteY191" fmla="*/ 2211682 h 2237474"/>
              <a:gd name="connsiteX192" fmla="*/ 648680 w 12192000"/>
              <a:gd name="connsiteY192" fmla="*/ 2206229 h 2237474"/>
              <a:gd name="connsiteX193" fmla="*/ 597225 w 12192000"/>
              <a:gd name="connsiteY193" fmla="*/ 2180999 h 2237474"/>
              <a:gd name="connsiteX194" fmla="*/ 558449 w 12192000"/>
              <a:gd name="connsiteY194" fmla="*/ 2182346 h 2237474"/>
              <a:gd name="connsiteX195" fmla="*/ 550517 w 12192000"/>
              <a:gd name="connsiteY195" fmla="*/ 2182060 h 2237474"/>
              <a:gd name="connsiteX196" fmla="*/ 550309 w 12192000"/>
              <a:gd name="connsiteY196" fmla="*/ 2181825 h 2237474"/>
              <a:gd name="connsiteX197" fmla="*/ 541836 w 12192000"/>
              <a:gd name="connsiteY197" fmla="*/ 2181063 h 2237474"/>
              <a:gd name="connsiteX198" fmla="*/ 536057 w 12192000"/>
              <a:gd name="connsiteY198" fmla="*/ 2181537 h 2237474"/>
              <a:gd name="connsiteX199" fmla="*/ 520671 w 12192000"/>
              <a:gd name="connsiteY199" fmla="*/ 2180980 h 2237474"/>
              <a:gd name="connsiteX200" fmla="*/ 515024 w 12192000"/>
              <a:gd name="connsiteY200" fmla="*/ 2179258 h 2237474"/>
              <a:gd name="connsiteX201" fmla="*/ 512278 w 12192000"/>
              <a:gd name="connsiteY201" fmla="*/ 2176369 h 2237474"/>
              <a:gd name="connsiteX202" fmla="*/ 480419 w 12192000"/>
              <a:gd name="connsiteY202" fmla="*/ 2167807 h 2237474"/>
              <a:gd name="connsiteX203" fmla="*/ 413835 w 12192000"/>
              <a:gd name="connsiteY203" fmla="*/ 2156783 h 2237474"/>
              <a:gd name="connsiteX204" fmla="*/ 376513 w 12192000"/>
              <a:gd name="connsiteY204" fmla="*/ 2154014 h 2237474"/>
              <a:gd name="connsiteX205" fmla="*/ 273386 w 12192000"/>
              <a:gd name="connsiteY205" fmla="*/ 2142551 h 2237474"/>
              <a:gd name="connsiteX206" fmla="*/ 169207 w 12192000"/>
              <a:gd name="connsiteY206" fmla="*/ 2128100 h 2237474"/>
              <a:gd name="connsiteX207" fmla="*/ 93149 w 12192000"/>
              <a:gd name="connsiteY207" fmla="*/ 2105324 h 2237474"/>
              <a:gd name="connsiteX208" fmla="*/ 88109 w 12192000"/>
              <a:gd name="connsiteY208" fmla="*/ 2106704 h 2237474"/>
              <a:gd name="connsiteX209" fmla="*/ 80022 w 12192000"/>
              <a:gd name="connsiteY209" fmla="*/ 2107254 h 2237474"/>
              <a:gd name="connsiteX210" fmla="*/ 79717 w 12192000"/>
              <a:gd name="connsiteY210" fmla="*/ 2107046 h 2237474"/>
              <a:gd name="connsiteX211" fmla="*/ 72352 w 12192000"/>
              <a:gd name="connsiteY211" fmla="*/ 2107991 h 2237474"/>
              <a:gd name="connsiteX212" fmla="*/ 37645 w 12192000"/>
              <a:gd name="connsiteY212" fmla="*/ 2115401 h 2237474"/>
              <a:gd name="connsiteX213" fmla="*/ 4572 w 12192000"/>
              <a:gd name="connsiteY213" fmla="*/ 2111091 h 2237474"/>
              <a:gd name="connsiteX214" fmla="*/ 0 w 12192000"/>
              <a:gd name="connsiteY214" fmla="*/ 2110468 h 2237474"/>
              <a:gd name="connsiteX215" fmla="*/ 0 w 12192000"/>
              <a:gd name="connsiteY21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11200 w 12192000"/>
              <a:gd name="connsiteY18" fmla="*/ 767513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798048 w 12192000"/>
              <a:gd name="connsiteY23" fmla="*/ 863207 h 2237474"/>
              <a:gd name="connsiteX24" fmla="*/ 9761459 w 12192000"/>
              <a:gd name="connsiteY24" fmla="*/ 862394 h 2237474"/>
              <a:gd name="connsiteX25" fmla="*/ 9705768 w 12192000"/>
              <a:gd name="connsiteY25" fmla="*/ 894610 h 2237474"/>
              <a:gd name="connsiteX26" fmla="*/ 9683005 w 12192000"/>
              <a:gd name="connsiteY26" fmla="*/ 894128 h 2237474"/>
              <a:gd name="connsiteX27" fmla="*/ 9594438 w 12192000"/>
              <a:gd name="connsiteY27" fmla="*/ 919051 h 2237474"/>
              <a:gd name="connsiteX28" fmla="*/ 9577033 w 12192000"/>
              <a:gd name="connsiteY28" fmla="*/ 922857 h 2237474"/>
              <a:gd name="connsiteX29" fmla="*/ 9544189 w 12192000"/>
              <a:gd name="connsiteY29" fmla="*/ 938966 h 2237474"/>
              <a:gd name="connsiteX30" fmla="*/ 9500499 w 12192000"/>
              <a:gd name="connsiteY30" fmla="*/ 954680 h 2237474"/>
              <a:gd name="connsiteX31" fmla="*/ 9428195 w 12192000"/>
              <a:gd name="connsiteY31" fmla="*/ 986225 h 2237474"/>
              <a:gd name="connsiteX32" fmla="*/ 9410017 w 12192000"/>
              <a:gd name="connsiteY32" fmla="*/ 993931 h 2237474"/>
              <a:gd name="connsiteX33" fmla="*/ 9392919 w 12192000"/>
              <a:gd name="connsiteY33" fmla="*/ 994656 h 2237474"/>
              <a:gd name="connsiteX34" fmla="*/ 9278619 w 12192000"/>
              <a:gd name="connsiteY34" fmla="*/ 1011878 h 2237474"/>
              <a:gd name="connsiteX35" fmla="*/ 9268019 w 12192000"/>
              <a:gd name="connsiteY35" fmla="*/ 1007442 h 2237474"/>
              <a:gd name="connsiteX36" fmla="*/ 9234662 w 12192000"/>
              <a:gd name="connsiteY36" fmla="*/ 1023056 h 2237474"/>
              <a:gd name="connsiteX37" fmla="*/ 9181033 w 12192000"/>
              <a:gd name="connsiteY37" fmla="*/ 1037921 h 2237474"/>
              <a:gd name="connsiteX38" fmla="*/ 9155969 w 12192000"/>
              <a:gd name="connsiteY38" fmla="*/ 1046804 h 2237474"/>
              <a:gd name="connsiteX39" fmla="*/ 9133985 w 12192000"/>
              <a:gd name="connsiteY39" fmla="*/ 1046450 h 2237474"/>
              <a:gd name="connsiteX40" fmla="*/ 9012987 w 12192000"/>
              <a:gd name="connsiteY40" fmla="*/ 1061986 h 2237474"/>
              <a:gd name="connsiteX41" fmla="*/ 8968445 w 12192000"/>
              <a:gd name="connsiteY41" fmla="*/ 1052169 h 2237474"/>
              <a:gd name="connsiteX42" fmla="*/ 8958984 w 12192000"/>
              <a:gd name="connsiteY42" fmla="*/ 1057212 h 2237474"/>
              <a:gd name="connsiteX43" fmla="*/ 8886001 w 12192000"/>
              <a:gd name="connsiteY43" fmla="*/ 1067468 h 2237474"/>
              <a:gd name="connsiteX44" fmla="*/ 8838610 w 12192000"/>
              <a:gd name="connsiteY44" fmla="*/ 1075091 h 2237474"/>
              <a:gd name="connsiteX45" fmla="*/ 8750383 w 12192000"/>
              <a:gd name="connsiteY45" fmla="*/ 1097387 h 2237474"/>
              <a:gd name="connsiteX46" fmla="*/ 8697365 w 12192000"/>
              <a:gd name="connsiteY46" fmla="*/ 1105869 h 2237474"/>
              <a:gd name="connsiteX47" fmla="*/ 8665605 w 12192000"/>
              <a:gd name="connsiteY47" fmla="*/ 1110791 h 2237474"/>
              <a:gd name="connsiteX48" fmla="*/ 8584946 w 12192000"/>
              <a:gd name="connsiteY48" fmla="*/ 1135226 h 2237474"/>
              <a:gd name="connsiteX49" fmla="*/ 8460755 w 12192000"/>
              <a:gd name="connsiteY49" fmla="*/ 1203427 h 2237474"/>
              <a:gd name="connsiteX50" fmla="*/ 8419755 w 12192000"/>
              <a:gd name="connsiteY50" fmla="*/ 1216260 h 2237474"/>
              <a:gd name="connsiteX51" fmla="*/ 8411626 w 12192000"/>
              <a:gd name="connsiteY51" fmla="*/ 1214397 h 2237474"/>
              <a:gd name="connsiteX52" fmla="*/ 8363469 w 12192000"/>
              <a:gd name="connsiteY52" fmla="*/ 1246658 h 2237474"/>
              <a:gd name="connsiteX53" fmla="*/ 8275497 w 12192000"/>
              <a:gd name="connsiteY53" fmla="*/ 1264396 h 2237474"/>
              <a:gd name="connsiteX54" fmla="*/ 8206287 w 12192000"/>
              <a:gd name="connsiteY54" fmla="*/ 1273060 h 2237474"/>
              <a:gd name="connsiteX55" fmla="*/ 8168705 w 12192000"/>
              <a:gd name="connsiteY55" fmla="*/ 1279956 h 2237474"/>
              <a:gd name="connsiteX56" fmla="*/ 8139997 w 12192000"/>
              <a:gd name="connsiteY56" fmla="*/ 1282713 h 2237474"/>
              <a:gd name="connsiteX57" fmla="*/ 8074238 w 12192000"/>
              <a:gd name="connsiteY57" fmla="*/ 1301895 h 2237474"/>
              <a:gd name="connsiteX58" fmla="*/ 7968292 w 12192000"/>
              <a:gd name="connsiteY58" fmla="*/ 1338779 h 2237474"/>
              <a:gd name="connsiteX59" fmla="*/ 7945122 w 12192000"/>
              <a:gd name="connsiteY59" fmla="*/ 1345477 h 2237474"/>
              <a:gd name="connsiteX60" fmla="*/ 7902328 w 12192000"/>
              <a:gd name="connsiteY60" fmla="*/ 1345865 h 2237474"/>
              <a:gd name="connsiteX61" fmla="*/ 7875879 w 12192000"/>
              <a:gd name="connsiteY61" fmla="*/ 1345646 h 2237474"/>
              <a:gd name="connsiteX62" fmla="*/ 7840612 w 12192000"/>
              <a:gd name="connsiteY62" fmla="*/ 1369373 h 2237474"/>
              <a:gd name="connsiteX63" fmla="*/ 7786819 w 12192000"/>
              <a:gd name="connsiteY63" fmla="*/ 1378970 h 2237474"/>
              <a:gd name="connsiteX64" fmla="*/ 7548172 w 12192000"/>
              <a:gd name="connsiteY64" fmla="*/ 1417460 h 2237474"/>
              <a:gd name="connsiteX65" fmla="*/ 7483437 w 12192000"/>
              <a:gd name="connsiteY65" fmla="*/ 1478152 h 2237474"/>
              <a:gd name="connsiteX66" fmla="*/ 7377870 w 12192000"/>
              <a:gd name="connsiteY66" fmla="*/ 1523319 h 2237474"/>
              <a:gd name="connsiteX67" fmla="*/ 7230737 w 12192000"/>
              <a:gd name="connsiteY67" fmla="*/ 1562633 h 2237474"/>
              <a:gd name="connsiteX68" fmla="*/ 7224458 w 12192000"/>
              <a:gd name="connsiteY68" fmla="*/ 1573008 h 2237474"/>
              <a:gd name="connsiteX69" fmla="*/ 7213486 w 12192000"/>
              <a:gd name="connsiteY69" fmla="*/ 1580987 h 2237474"/>
              <a:gd name="connsiteX70" fmla="*/ 7183121 w 12192000"/>
              <a:gd name="connsiteY70" fmla="*/ 1595162 h 2237474"/>
              <a:gd name="connsiteX71" fmla="*/ 7164601 w 12192000"/>
              <a:gd name="connsiteY71" fmla="*/ 1606490 h 2237474"/>
              <a:gd name="connsiteX72" fmla="*/ 7092727 w 12192000"/>
              <a:gd name="connsiteY72" fmla="*/ 1623628 h 2237474"/>
              <a:gd name="connsiteX73" fmla="*/ 7031309 w 12192000"/>
              <a:gd name="connsiteY73" fmla="*/ 1619451 h 2237474"/>
              <a:gd name="connsiteX74" fmla="*/ 6999084 w 12192000"/>
              <a:gd name="connsiteY74" fmla="*/ 1634317 h 2237474"/>
              <a:gd name="connsiteX75" fmla="*/ 6992107 w 12192000"/>
              <a:gd name="connsiteY75" fmla="*/ 1636860 h 2237474"/>
              <a:gd name="connsiteX76" fmla="*/ 6991765 w 12192000"/>
              <a:gd name="connsiteY76" fmla="*/ 1636725 h 2237474"/>
              <a:gd name="connsiteX77" fmla="*/ 6900177 w 12192000"/>
              <a:gd name="connsiteY77" fmla="*/ 1636016 h 2237474"/>
              <a:gd name="connsiteX78" fmla="*/ 6795372 w 12192000"/>
              <a:gd name="connsiteY78" fmla="*/ 1644845 h 2237474"/>
              <a:gd name="connsiteX79" fmla="*/ 6692251 w 12192000"/>
              <a:gd name="connsiteY79" fmla="*/ 1656357 h 2237474"/>
              <a:gd name="connsiteX80" fmla="*/ 6655235 w 12192000"/>
              <a:gd name="connsiteY80" fmla="*/ 1661869 h 2237474"/>
              <a:gd name="connsiteX81" fmla="*/ 6587857 w 12192000"/>
              <a:gd name="connsiteY81" fmla="*/ 1665769 h 2237474"/>
              <a:gd name="connsiteX82" fmla="*/ 6554894 w 12192000"/>
              <a:gd name="connsiteY82" fmla="*/ 1664428 h 2237474"/>
              <a:gd name="connsiteX83" fmla="*/ 6516595 w 12192000"/>
              <a:gd name="connsiteY83" fmla="*/ 1667475 h 2237474"/>
              <a:gd name="connsiteX84" fmla="*/ 6508541 w 12192000"/>
              <a:gd name="connsiteY84" fmla="*/ 1668757 h 2237474"/>
              <a:gd name="connsiteX85" fmla="*/ 6471012 w 12192000"/>
              <a:gd name="connsiteY85" fmla="*/ 1678604 h 2237474"/>
              <a:gd name="connsiteX86" fmla="*/ 6415265 w 12192000"/>
              <a:gd name="connsiteY86" fmla="*/ 1665317 h 2237474"/>
              <a:gd name="connsiteX87" fmla="*/ 6364035 w 12192000"/>
              <a:gd name="connsiteY87" fmla="*/ 1667683 h 2237474"/>
              <a:gd name="connsiteX88" fmla="*/ 6280959 w 12192000"/>
              <a:gd name="connsiteY88" fmla="*/ 1689329 h 2237474"/>
              <a:gd name="connsiteX89" fmla="*/ 6243319 w 12192000"/>
              <a:gd name="connsiteY89" fmla="*/ 1695560 h 2237474"/>
              <a:gd name="connsiteX90" fmla="*/ 6098321 w 12192000"/>
              <a:gd name="connsiteY90" fmla="*/ 1721646 h 2237474"/>
              <a:gd name="connsiteX91" fmla="*/ 5880652 w 12192000"/>
              <a:gd name="connsiteY91" fmla="*/ 1779643 h 2237474"/>
              <a:gd name="connsiteX92" fmla="*/ 5785959 w 12192000"/>
              <a:gd name="connsiteY92" fmla="*/ 1775307 h 2237474"/>
              <a:gd name="connsiteX93" fmla="*/ 5643534 w 12192000"/>
              <a:gd name="connsiteY93" fmla="*/ 1802919 h 2237474"/>
              <a:gd name="connsiteX94" fmla="*/ 5518799 w 12192000"/>
              <a:gd name="connsiteY94" fmla="*/ 1818312 h 2237474"/>
              <a:gd name="connsiteX95" fmla="*/ 5505014 w 12192000"/>
              <a:gd name="connsiteY95" fmla="*/ 1819259 h 2237474"/>
              <a:gd name="connsiteX96" fmla="*/ 5453307 w 12192000"/>
              <a:gd name="connsiteY96" fmla="*/ 1815450 h 2237474"/>
              <a:gd name="connsiteX97" fmla="*/ 5364192 w 12192000"/>
              <a:gd name="connsiteY97" fmla="*/ 1826074 h 2237474"/>
              <a:gd name="connsiteX98" fmla="*/ 5350380 w 12192000"/>
              <a:gd name="connsiteY98" fmla="*/ 1830891 h 2237474"/>
              <a:gd name="connsiteX99" fmla="*/ 5259633 w 12192000"/>
              <a:gd name="connsiteY99" fmla="*/ 1837160 h 2237474"/>
              <a:gd name="connsiteX100" fmla="*/ 5197513 w 12192000"/>
              <a:gd name="connsiteY100" fmla="*/ 1844718 h 2237474"/>
              <a:gd name="connsiteX101" fmla="*/ 5168852 w 12192000"/>
              <a:gd name="connsiteY101" fmla="*/ 1844846 h 2237474"/>
              <a:gd name="connsiteX102" fmla="*/ 5114927 w 12192000"/>
              <a:gd name="connsiteY102" fmla="*/ 1847827 h 2237474"/>
              <a:gd name="connsiteX103" fmla="*/ 5108970 w 12192000"/>
              <a:gd name="connsiteY103" fmla="*/ 1847935 h 2237474"/>
              <a:gd name="connsiteX104" fmla="*/ 5067961 w 12192000"/>
              <a:gd name="connsiteY104" fmla="*/ 1845917 h 2237474"/>
              <a:gd name="connsiteX105" fmla="*/ 5007075 w 12192000"/>
              <a:gd name="connsiteY105" fmla="*/ 1838626 h 2237474"/>
              <a:gd name="connsiteX106" fmla="*/ 4944087 w 12192000"/>
              <a:gd name="connsiteY106" fmla="*/ 1823332 h 2237474"/>
              <a:gd name="connsiteX107" fmla="*/ 4907662 w 12192000"/>
              <a:gd name="connsiteY107" fmla="*/ 1816900 h 2237474"/>
              <a:gd name="connsiteX108" fmla="*/ 4882386 w 12192000"/>
              <a:gd name="connsiteY108" fmla="*/ 1809844 h 2237474"/>
              <a:gd name="connsiteX109" fmla="*/ 4811440 w 12192000"/>
              <a:gd name="connsiteY109" fmla="*/ 1804655 h 2237474"/>
              <a:gd name="connsiteX110" fmla="*/ 4691075 w 12192000"/>
              <a:gd name="connsiteY110" fmla="*/ 1801389 h 2237474"/>
              <a:gd name="connsiteX111" fmla="*/ 4611738 w 12192000"/>
              <a:gd name="connsiteY111" fmla="*/ 1776964 h 2237474"/>
              <a:gd name="connsiteX112" fmla="*/ 4560070 w 12192000"/>
              <a:gd name="connsiteY112" fmla="*/ 1785640 h 2237474"/>
              <a:gd name="connsiteX113" fmla="*/ 4536503 w 12192000"/>
              <a:gd name="connsiteY113" fmla="*/ 1785334 h 2237474"/>
              <a:gd name="connsiteX114" fmla="*/ 4513724 w 12192000"/>
              <a:gd name="connsiteY114" fmla="*/ 1791996 h 2237474"/>
              <a:gd name="connsiteX115" fmla="*/ 4459810 w 12192000"/>
              <a:gd name="connsiteY115" fmla="*/ 1797886 h 2237474"/>
              <a:gd name="connsiteX116" fmla="*/ 4379064 w 12192000"/>
              <a:gd name="connsiteY116" fmla="*/ 1817177 h 2237474"/>
              <a:gd name="connsiteX117" fmla="*/ 4319209 w 12192000"/>
              <a:gd name="connsiteY117" fmla="*/ 1834833 h 2237474"/>
              <a:gd name="connsiteX118" fmla="*/ 4290981 w 12192000"/>
              <a:gd name="connsiteY118" fmla="*/ 1839677 h 2237474"/>
              <a:gd name="connsiteX119" fmla="*/ 4285792 w 12192000"/>
              <a:gd name="connsiteY119" fmla="*/ 1836231 h 2237474"/>
              <a:gd name="connsiteX120" fmla="*/ 4238372 w 12192000"/>
              <a:gd name="connsiteY120" fmla="*/ 1851480 h 2237474"/>
              <a:gd name="connsiteX121" fmla="*/ 4232517 w 12192000"/>
              <a:gd name="connsiteY121" fmla="*/ 1852567 h 2237474"/>
              <a:gd name="connsiteX122" fmla="*/ 4191732 w 12192000"/>
              <a:gd name="connsiteY122" fmla="*/ 1857328 h 2237474"/>
              <a:gd name="connsiteX123" fmla="*/ 4065532 w 12192000"/>
              <a:gd name="connsiteY123" fmla="*/ 1855477 h 2237474"/>
              <a:gd name="connsiteX124" fmla="*/ 4028460 w 12192000"/>
              <a:gd name="connsiteY124" fmla="*/ 1855137 h 2237474"/>
              <a:gd name="connsiteX125" fmla="*/ 4002267 w 12192000"/>
              <a:gd name="connsiteY125" fmla="*/ 1852352 h 2237474"/>
              <a:gd name="connsiteX126" fmla="*/ 3931396 w 12192000"/>
              <a:gd name="connsiteY126" fmla="*/ 1858915 h 2237474"/>
              <a:gd name="connsiteX127" fmla="*/ 3812162 w 12192000"/>
              <a:gd name="connsiteY127" fmla="*/ 1875501 h 2237474"/>
              <a:gd name="connsiteX128" fmla="*/ 3729530 w 12192000"/>
              <a:gd name="connsiteY128" fmla="*/ 1864513 h 2237474"/>
              <a:gd name="connsiteX129" fmla="*/ 3680177 w 12192000"/>
              <a:gd name="connsiteY129" fmla="*/ 1881552 h 2237474"/>
              <a:gd name="connsiteX130" fmla="*/ 3567259 w 12192000"/>
              <a:gd name="connsiteY130" fmla="*/ 1893482 h 2237474"/>
              <a:gd name="connsiteX131" fmla="*/ 3405770 w 12192000"/>
              <a:gd name="connsiteY131" fmla="*/ 1904591 h 2237474"/>
              <a:gd name="connsiteX132" fmla="*/ 3280097 w 12192000"/>
              <a:gd name="connsiteY132" fmla="*/ 1919610 h 2237474"/>
              <a:gd name="connsiteX133" fmla="*/ 3123424 w 12192000"/>
              <a:gd name="connsiteY133" fmla="*/ 1952930 h 2237474"/>
              <a:gd name="connsiteX134" fmla="*/ 3009910 w 12192000"/>
              <a:gd name="connsiteY134" fmla="*/ 1957866 h 2237474"/>
              <a:gd name="connsiteX135" fmla="*/ 2995934 w 12192000"/>
              <a:gd name="connsiteY135" fmla="*/ 1967085 h 2237474"/>
              <a:gd name="connsiteX136" fmla="*/ 2980071 w 12192000"/>
              <a:gd name="connsiteY136" fmla="*/ 1972988 h 2237474"/>
              <a:gd name="connsiteX137" fmla="*/ 2978094 w 12192000"/>
              <a:gd name="connsiteY137" fmla="*/ 1972369 h 2237474"/>
              <a:gd name="connsiteX138" fmla="*/ 2942858 w 12192000"/>
              <a:gd name="connsiteY138" fmla="*/ 1981367 h 2237474"/>
              <a:gd name="connsiteX139" fmla="*/ 2875436 w 12192000"/>
              <a:gd name="connsiteY139" fmla="*/ 1996977 h 2237474"/>
              <a:gd name="connsiteX140" fmla="*/ 2874892 w 12192000"/>
              <a:gd name="connsiteY140" fmla="*/ 1996085 h 2237474"/>
              <a:gd name="connsiteX141" fmla="*/ 2864145 w 12192000"/>
              <a:gd name="connsiteY141" fmla="*/ 1994061 h 2237474"/>
              <a:gd name="connsiteX142" fmla="*/ 2843662 w 12192000"/>
              <a:gd name="connsiteY142" fmla="*/ 1992498 h 2237474"/>
              <a:gd name="connsiteX143" fmla="*/ 2796128 w 12192000"/>
              <a:gd name="connsiteY143" fmla="*/ 1976403 h 2237474"/>
              <a:gd name="connsiteX144" fmla="*/ 2756784 w 12192000"/>
              <a:gd name="connsiteY144" fmla="*/ 1985116 h 2237474"/>
              <a:gd name="connsiteX145" fmla="*/ 2748833 w 12192000"/>
              <a:gd name="connsiteY145" fmla="*/ 1986323 h 2237474"/>
              <a:gd name="connsiteX146" fmla="*/ 2748661 w 12192000"/>
              <a:gd name="connsiteY146" fmla="*/ 1986122 h 2237474"/>
              <a:gd name="connsiteX147" fmla="*/ 2740251 w 12192000"/>
              <a:gd name="connsiteY147" fmla="*/ 1986946 h 2237474"/>
              <a:gd name="connsiteX148" fmla="*/ 2718916 w 12192000"/>
              <a:gd name="connsiteY148" fmla="*/ 1990867 h 2237474"/>
              <a:gd name="connsiteX149" fmla="*/ 2713522 w 12192000"/>
              <a:gd name="connsiteY149" fmla="*/ 1990173 h 2237474"/>
              <a:gd name="connsiteX150" fmla="*/ 2680597 w 12192000"/>
              <a:gd name="connsiteY150" fmla="*/ 1984996 h 2237474"/>
              <a:gd name="connsiteX151" fmla="*/ 2578178 w 12192000"/>
              <a:gd name="connsiteY151" fmla="*/ 1990531 h 2237474"/>
              <a:gd name="connsiteX152" fmla="*/ 2476147 w 12192000"/>
              <a:gd name="connsiteY152" fmla="*/ 1998305 h 2237474"/>
              <a:gd name="connsiteX153" fmla="*/ 2373568 w 12192000"/>
              <a:gd name="connsiteY153" fmla="*/ 2003219 h 2237474"/>
              <a:gd name="connsiteX154" fmla="*/ 2321399 w 12192000"/>
              <a:gd name="connsiteY154" fmla="*/ 1989467 h 2237474"/>
              <a:gd name="connsiteX155" fmla="*/ 2315525 w 12192000"/>
              <a:gd name="connsiteY155" fmla="*/ 1989708 h 2237474"/>
              <a:gd name="connsiteX156" fmla="*/ 2300792 w 12192000"/>
              <a:gd name="connsiteY156" fmla="*/ 1994290 h 2237474"/>
              <a:gd name="connsiteX157" fmla="*/ 2295469 w 12192000"/>
              <a:gd name="connsiteY157" fmla="*/ 1996659 h 2237474"/>
              <a:gd name="connsiteX158" fmla="*/ 2287219 w 12192000"/>
              <a:gd name="connsiteY158" fmla="*/ 1998750 h 2237474"/>
              <a:gd name="connsiteX159" fmla="*/ 2286948 w 12192000"/>
              <a:gd name="connsiteY159" fmla="*/ 1998596 h 2237474"/>
              <a:gd name="connsiteX160" fmla="*/ 2243069 w 12192000"/>
              <a:gd name="connsiteY160" fmla="*/ 2015111 h 2237474"/>
              <a:gd name="connsiteX161" fmla="*/ 2186609 w 12192000"/>
              <a:gd name="connsiteY161" fmla="*/ 2008263 h 2237474"/>
              <a:gd name="connsiteX162" fmla="*/ 2164831 w 12192000"/>
              <a:gd name="connsiteY162" fmla="*/ 2010143 h 2237474"/>
              <a:gd name="connsiteX163" fmla="*/ 2152836 w 12192000"/>
              <a:gd name="connsiteY163" fmla="*/ 2010048 h 2237474"/>
              <a:gd name="connsiteX164" fmla="*/ 2117102 w 12192000"/>
              <a:gd name="connsiteY164" fmla="*/ 2023004 h 2237474"/>
              <a:gd name="connsiteX165" fmla="*/ 2111935 w 12192000"/>
              <a:gd name="connsiteY165" fmla="*/ 2023163 h 2237474"/>
              <a:gd name="connsiteX166" fmla="*/ 2089991 w 12192000"/>
              <a:gd name="connsiteY166" fmla="*/ 2034193 h 2237474"/>
              <a:gd name="connsiteX167" fmla="*/ 2058061 w 12192000"/>
              <a:gd name="connsiteY167" fmla="*/ 2047942 h 2237474"/>
              <a:gd name="connsiteX168" fmla="*/ 2055737 w 12192000"/>
              <a:gd name="connsiteY168" fmla="*/ 2047704 h 2237474"/>
              <a:gd name="connsiteX169" fmla="*/ 2042244 w 12192000"/>
              <a:gd name="connsiteY169" fmla="*/ 2055560 h 2237474"/>
              <a:gd name="connsiteX170" fmla="*/ 1976224 w 12192000"/>
              <a:gd name="connsiteY170" fmla="*/ 2074257 h 2237474"/>
              <a:gd name="connsiteX171" fmla="*/ 1877728 w 12192000"/>
              <a:gd name="connsiteY171" fmla="*/ 2101004 h 2237474"/>
              <a:gd name="connsiteX172" fmla="*/ 1759056 w 12192000"/>
              <a:gd name="connsiteY172" fmla="*/ 2125608 h 2237474"/>
              <a:gd name="connsiteX173" fmla="*/ 1637948 w 12192000"/>
              <a:gd name="connsiteY173" fmla="*/ 2172597 h 2237474"/>
              <a:gd name="connsiteX174" fmla="*/ 1434549 w 12192000"/>
              <a:gd name="connsiteY174" fmla="*/ 2234522 h 2237474"/>
              <a:gd name="connsiteX175" fmla="*/ 1398481 w 12192000"/>
              <a:gd name="connsiteY175" fmla="*/ 2237074 h 2237474"/>
              <a:gd name="connsiteX176" fmla="*/ 1398407 w 12192000"/>
              <a:gd name="connsiteY176" fmla="*/ 2237095 h 2237474"/>
              <a:gd name="connsiteX177" fmla="*/ 1370962 w 12192000"/>
              <a:gd name="connsiteY177" fmla="*/ 2237474 h 2237474"/>
              <a:gd name="connsiteX178" fmla="*/ 1356367 w 12192000"/>
              <a:gd name="connsiteY178" fmla="*/ 2235089 h 2237474"/>
              <a:gd name="connsiteX179" fmla="*/ 1324828 w 12192000"/>
              <a:gd name="connsiteY179" fmla="*/ 2231968 h 2237474"/>
              <a:gd name="connsiteX180" fmla="*/ 1297744 w 12192000"/>
              <a:gd name="connsiteY180" fmla="*/ 2235849 h 2237474"/>
              <a:gd name="connsiteX181" fmla="*/ 1286236 w 12192000"/>
              <a:gd name="connsiteY181" fmla="*/ 2233135 h 2237474"/>
              <a:gd name="connsiteX182" fmla="*/ 1283504 w 12192000"/>
              <a:gd name="connsiteY182" fmla="*/ 2233797 h 2237474"/>
              <a:gd name="connsiteX183" fmla="*/ 1279765 w 12192000"/>
              <a:gd name="connsiteY183" fmla="*/ 2229639 h 2237474"/>
              <a:gd name="connsiteX184" fmla="*/ 1195347 w 12192000"/>
              <a:gd name="connsiteY184" fmla="*/ 2212354 h 2237474"/>
              <a:gd name="connsiteX185" fmla="*/ 970251 w 12192000"/>
              <a:gd name="connsiteY185" fmla="*/ 2221029 h 2237474"/>
              <a:gd name="connsiteX186" fmla="*/ 812914 w 12192000"/>
              <a:gd name="connsiteY186" fmla="*/ 2202752 h 2237474"/>
              <a:gd name="connsiteX187" fmla="*/ 800195 w 12192000"/>
              <a:gd name="connsiteY187" fmla="*/ 2209407 h 2237474"/>
              <a:gd name="connsiteX188" fmla="*/ 784978 w 12192000"/>
              <a:gd name="connsiteY188" fmla="*/ 2212360 h 2237474"/>
              <a:gd name="connsiteX189" fmla="*/ 681987 w 12192000"/>
              <a:gd name="connsiteY189" fmla="*/ 2216757 h 2237474"/>
              <a:gd name="connsiteX190" fmla="*/ 669923 w 12192000"/>
              <a:gd name="connsiteY190" fmla="*/ 2211682 h 2237474"/>
              <a:gd name="connsiteX191" fmla="*/ 648680 w 12192000"/>
              <a:gd name="connsiteY191" fmla="*/ 2206229 h 2237474"/>
              <a:gd name="connsiteX192" fmla="*/ 597225 w 12192000"/>
              <a:gd name="connsiteY192" fmla="*/ 2180999 h 2237474"/>
              <a:gd name="connsiteX193" fmla="*/ 558449 w 12192000"/>
              <a:gd name="connsiteY193" fmla="*/ 2182346 h 2237474"/>
              <a:gd name="connsiteX194" fmla="*/ 550517 w 12192000"/>
              <a:gd name="connsiteY194" fmla="*/ 2182060 h 2237474"/>
              <a:gd name="connsiteX195" fmla="*/ 550309 w 12192000"/>
              <a:gd name="connsiteY195" fmla="*/ 2181825 h 2237474"/>
              <a:gd name="connsiteX196" fmla="*/ 541836 w 12192000"/>
              <a:gd name="connsiteY196" fmla="*/ 2181063 h 2237474"/>
              <a:gd name="connsiteX197" fmla="*/ 536057 w 12192000"/>
              <a:gd name="connsiteY197" fmla="*/ 2181537 h 2237474"/>
              <a:gd name="connsiteX198" fmla="*/ 520671 w 12192000"/>
              <a:gd name="connsiteY198" fmla="*/ 2180980 h 2237474"/>
              <a:gd name="connsiteX199" fmla="*/ 515024 w 12192000"/>
              <a:gd name="connsiteY199" fmla="*/ 2179258 h 2237474"/>
              <a:gd name="connsiteX200" fmla="*/ 512278 w 12192000"/>
              <a:gd name="connsiteY200" fmla="*/ 2176369 h 2237474"/>
              <a:gd name="connsiteX201" fmla="*/ 480419 w 12192000"/>
              <a:gd name="connsiteY201" fmla="*/ 2167807 h 2237474"/>
              <a:gd name="connsiteX202" fmla="*/ 413835 w 12192000"/>
              <a:gd name="connsiteY202" fmla="*/ 2156783 h 2237474"/>
              <a:gd name="connsiteX203" fmla="*/ 376513 w 12192000"/>
              <a:gd name="connsiteY203" fmla="*/ 2154014 h 2237474"/>
              <a:gd name="connsiteX204" fmla="*/ 273386 w 12192000"/>
              <a:gd name="connsiteY204" fmla="*/ 2142551 h 2237474"/>
              <a:gd name="connsiteX205" fmla="*/ 169207 w 12192000"/>
              <a:gd name="connsiteY205" fmla="*/ 2128100 h 2237474"/>
              <a:gd name="connsiteX206" fmla="*/ 93149 w 12192000"/>
              <a:gd name="connsiteY206" fmla="*/ 2105324 h 2237474"/>
              <a:gd name="connsiteX207" fmla="*/ 88109 w 12192000"/>
              <a:gd name="connsiteY207" fmla="*/ 2106704 h 2237474"/>
              <a:gd name="connsiteX208" fmla="*/ 80022 w 12192000"/>
              <a:gd name="connsiteY208" fmla="*/ 2107254 h 2237474"/>
              <a:gd name="connsiteX209" fmla="*/ 79717 w 12192000"/>
              <a:gd name="connsiteY209" fmla="*/ 2107046 h 2237474"/>
              <a:gd name="connsiteX210" fmla="*/ 72352 w 12192000"/>
              <a:gd name="connsiteY210" fmla="*/ 2107991 h 2237474"/>
              <a:gd name="connsiteX211" fmla="*/ 37645 w 12192000"/>
              <a:gd name="connsiteY211" fmla="*/ 2115401 h 2237474"/>
              <a:gd name="connsiteX212" fmla="*/ 4572 w 12192000"/>
              <a:gd name="connsiteY212" fmla="*/ 2111091 h 2237474"/>
              <a:gd name="connsiteX213" fmla="*/ 0 w 12192000"/>
              <a:gd name="connsiteY213" fmla="*/ 2110468 h 2237474"/>
              <a:gd name="connsiteX214" fmla="*/ 0 w 12192000"/>
              <a:gd name="connsiteY214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11200 w 12192000"/>
              <a:gd name="connsiteY18" fmla="*/ 767513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798048 w 12192000"/>
              <a:gd name="connsiteY23" fmla="*/ 863207 h 2237474"/>
              <a:gd name="connsiteX24" fmla="*/ 9761459 w 12192000"/>
              <a:gd name="connsiteY24" fmla="*/ 862394 h 2237474"/>
              <a:gd name="connsiteX25" fmla="*/ 9705768 w 12192000"/>
              <a:gd name="connsiteY25" fmla="*/ 894610 h 2237474"/>
              <a:gd name="connsiteX26" fmla="*/ 9683005 w 12192000"/>
              <a:gd name="connsiteY26" fmla="*/ 894128 h 2237474"/>
              <a:gd name="connsiteX27" fmla="*/ 9594438 w 12192000"/>
              <a:gd name="connsiteY27" fmla="*/ 919051 h 2237474"/>
              <a:gd name="connsiteX28" fmla="*/ 9577033 w 12192000"/>
              <a:gd name="connsiteY28" fmla="*/ 922857 h 2237474"/>
              <a:gd name="connsiteX29" fmla="*/ 9544189 w 12192000"/>
              <a:gd name="connsiteY29" fmla="*/ 938966 h 2237474"/>
              <a:gd name="connsiteX30" fmla="*/ 9500499 w 12192000"/>
              <a:gd name="connsiteY30" fmla="*/ 954680 h 2237474"/>
              <a:gd name="connsiteX31" fmla="*/ 9428195 w 12192000"/>
              <a:gd name="connsiteY31" fmla="*/ 986225 h 2237474"/>
              <a:gd name="connsiteX32" fmla="*/ 9410017 w 12192000"/>
              <a:gd name="connsiteY32" fmla="*/ 993931 h 2237474"/>
              <a:gd name="connsiteX33" fmla="*/ 9392919 w 12192000"/>
              <a:gd name="connsiteY33" fmla="*/ 994656 h 2237474"/>
              <a:gd name="connsiteX34" fmla="*/ 9278619 w 12192000"/>
              <a:gd name="connsiteY34" fmla="*/ 1011878 h 2237474"/>
              <a:gd name="connsiteX35" fmla="*/ 9268019 w 12192000"/>
              <a:gd name="connsiteY35" fmla="*/ 1007442 h 2237474"/>
              <a:gd name="connsiteX36" fmla="*/ 9234662 w 12192000"/>
              <a:gd name="connsiteY36" fmla="*/ 1023056 h 2237474"/>
              <a:gd name="connsiteX37" fmla="*/ 9181033 w 12192000"/>
              <a:gd name="connsiteY37" fmla="*/ 1037921 h 2237474"/>
              <a:gd name="connsiteX38" fmla="*/ 9155969 w 12192000"/>
              <a:gd name="connsiteY38" fmla="*/ 1046804 h 2237474"/>
              <a:gd name="connsiteX39" fmla="*/ 9133985 w 12192000"/>
              <a:gd name="connsiteY39" fmla="*/ 1046450 h 2237474"/>
              <a:gd name="connsiteX40" fmla="*/ 9012987 w 12192000"/>
              <a:gd name="connsiteY40" fmla="*/ 1061986 h 2237474"/>
              <a:gd name="connsiteX41" fmla="*/ 8968445 w 12192000"/>
              <a:gd name="connsiteY41" fmla="*/ 1052169 h 2237474"/>
              <a:gd name="connsiteX42" fmla="*/ 8958984 w 12192000"/>
              <a:gd name="connsiteY42" fmla="*/ 1057212 h 2237474"/>
              <a:gd name="connsiteX43" fmla="*/ 8886001 w 12192000"/>
              <a:gd name="connsiteY43" fmla="*/ 1067468 h 2237474"/>
              <a:gd name="connsiteX44" fmla="*/ 8838610 w 12192000"/>
              <a:gd name="connsiteY44" fmla="*/ 1075091 h 2237474"/>
              <a:gd name="connsiteX45" fmla="*/ 8750383 w 12192000"/>
              <a:gd name="connsiteY45" fmla="*/ 1097387 h 2237474"/>
              <a:gd name="connsiteX46" fmla="*/ 8697365 w 12192000"/>
              <a:gd name="connsiteY46" fmla="*/ 1105869 h 2237474"/>
              <a:gd name="connsiteX47" fmla="*/ 8665605 w 12192000"/>
              <a:gd name="connsiteY47" fmla="*/ 1110791 h 2237474"/>
              <a:gd name="connsiteX48" fmla="*/ 8584946 w 12192000"/>
              <a:gd name="connsiteY48" fmla="*/ 1135226 h 2237474"/>
              <a:gd name="connsiteX49" fmla="*/ 8460755 w 12192000"/>
              <a:gd name="connsiteY49" fmla="*/ 1203427 h 2237474"/>
              <a:gd name="connsiteX50" fmla="*/ 8419755 w 12192000"/>
              <a:gd name="connsiteY50" fmla="*/ 1216260 h 2237474"/>
              <a:gd name="connsiteX51" fmla="*/ 8411626 w 12192000"/>
              <a:gd name="connsiteY51" fmla="*/ 1214397 h 2237474"/>
              <a:gd name="connsiteX52" fmla="*/ 8363469 w 12192000"/>
              <a:gd name="connsiteY52" fmla="*/ 1246658 h 2237474"/>
              <a:gd name="connsiteX53" fmla="*/ 8275497 w 12192000"/>
              <a:gd name="connsiteY53" fmla="*/ 1264396 h 2237474"/>
              <a:gd name="connsiteX54" fmla="*/ 8206287 w 12192000"/>
              <a:gd name="connsiteY54" fmla="*/ 1273060 h 2237474"/>
              <a:gd name="connsiteX55" fmla="*/ 8168705 w 12192000"/>
              <a:gd name="connsiteY55" fmla="*/ 1279956 h 2237474"/>
              <a:gd name="connsiteX56" fmla="*/ 8139997 w 12192000"/>
              <a:gd name="connsiteY56" fmla="*/ 1282713 h 2237474"/>
              <a:gd name="connsiteX57" fmla="*/ 8074238 w 12192000"/>
              <a:gd name="connsiteY57" fmla="*/ 1301895 h 2237474"/>
              <a:gd name="connsiteX58" fmla="*/ 7968292 w 12192000"/>
              <a:gd name="connsiteY58" fmla="*/ 1338779 h 2237474"/>
              <a:gd name="connsiteX59" fmla="*/ 7945122 w 12192000"/>
              <a:gd name="connsiteY59" fmla="*/ 1345477 h 2237474"/>
              <a:gd name="connsiteX60" fmla="*/ 7902328 w 12192000"/>
              <a:gd name="connsiteY60" fmla="*/ 1345865 h 2237474"/>
              <a:gd name="connsiteX61" fmla="*/ 7875879 w 12192000"/>
              <a:gd name="connsiteY61" fmla="*/ 1345646 h 2237474"/>
              <a:gd name="connsiteX62" fmla="*/ 7840612 w 12192000"/>
              <a:gd name="connsiteY62" fmla="*/ 1369373 h 2237474"/>
              <a:gd name="connsiteX63" fmla="*/ 7786819 w 12192000"/>
              <a:gd name="connsiteY63" fmla="*/ 1378970 h 2237474"/>
              <a:gd name="connsiteX64" fmla="*/ 7548172 w 12192000"/>
              <a:gd name="connsiteY64" fmla="*/ 1417460 h 2237474"/>
              <a:gd name="connsiteX65" fmla="*/ 7483437 w 12192000"/>
              <a:gd name="connsiteY65" fmla="*/ 1478152 h 2237474"/>
              <a:gd name="connsiteX66" fmla="*/ 7377870 w 12192000"/>
              <a:gd name="connsiteY66" fmla="*/ 1523319 h 2237474"/>
              <a:gd name="connsiteX67" fmla="*/ 7230737 w 12192000"/>
              <a:gd name="connsiteY67" fmla="*/ 1562633 h 2237474"/>
              <a:gd name="connsiteX68" fmla="*/ 7224458 w 12192000"/>
              <a:gd name="connsiteY68" fmla="*/ 1573008 h 2237474"/>
              <a:gd name="connsiteX69" fmla="*/ 7183121 w 12192000"/>
              <a:gd name="connsiteY69" fmla="*/ 1595162 h 2237474"/>
              <a:gd name="connsiteX70" fmla="*/ 7164601 w 12192000"/>
              <a:gd name="connsiteY70" fmla="*/ 1606490 h 2237474"/>
              <a:gd name="connsiteX71" fmla="*/ 7092727 w 12192000"/>
              <a:gd name="connsiteY71" fmla="*/ 1623628 h 2237474"/>
              <a:gd name="connsiteX72" fmla="*/ 7031309 w 12192000"/>
              <a:gd name="connsiteY72" fmla="*/ 1619451 h 2237474"/>
              <a:gd name="connsiteX73" fmla="*/ 6999084 w 12192000"/>
              <a:gd name="connsiteY73" fmla="*/ 1634317 h 2237474"/>
              <a:gd name="connsiteX74" fmla="*/ 6992107 w 12192000"/>
              <a:gd name="connsiteY74" fmla="*/ 1636860 h 2237474"/>
              <a:gd name="connsiteX75" fmla="*/ 6991765 w 12192000"/>
              <a:gd name="connsiteY75" fmla="*/ 1636725 h 2237474"/>
              <a:gd name="connsiteX76" fmla="*/ 6900177 w 12192000"/>
              <a:gd name="connsiteY76" fmla="*/ 1636016 h 2237474"/>
              <a:gd name="connsiteX77" fmla="*/ 6795372 w 12192000"/>
              <a:gd name="connsiteY77" fmla="*/ 1644845 h 2237474"/>
              <a:gd name="connsiteX78" fmla="*/ 6692251 w 12192000"/>
              <a:gd name="connsiteY78" fmla="*/ 1656357 h 2237474"/>
              <a:gd name="connsiteX79" fmla="*/ 6655235 w 12192000"/>
              <a:gd name="connsiteY79" fmla="*/ 1661869 h 2237474"/>
              <a:gd name="connsiteX80" fmla="*/ 6587857 w 12192000"/>
              <a:gd name="connsiteY80" fmla="*/ 1665769 h 2237474"/>
              <a:gd name="connsiteX81" fmla="*/ 6554894 w 12192000"/>
              <a:gd name="connsiteY81" fmla="*/ 1664428 h 2237474"/>
              <a:gd name="connsiteX82" fmla="*/ 6516595 w 12192000"/>
              <a:gd name="connsiteY82" fmla="*/ 1667475 h 2237474"/>
              <a:gd name="connsiteX83" fmla="*/ 6508541 w 12192000"/>
              <a:gd name="connsiteY83" fmla="*/ 1668757 h 2237474"/>
              <a:gd name="connsiteX84" fmla="*/ 6471012 w 12192000"/>
              <a:gd name="connsiteY84" fmla="*/ 1678604 h 2237474"/>
              <a:gd name="connsiteX85" fmla="*/ 6415265 w 12192000"/>
              <a:gd name="connsiteY85" fmla="*/ 1665317 h 2237474"/>
              <a:gd name="connsiteX86" fmla="*/ 6364035 w 12192000"/>
              <a:gd name="connsiteY86" fmla="*/ 1667683 h 2237474"/>
              <a:gd name="connsiteX87" fmla="*/ 6280959 w 12192000"/>
              <a:gd name="connsiteY87" fmla="*/ 1689329 h 2237474"/>
              <a:gd name="connsiteX88" fmla="*/ 6243319 w 12192000"/>
              <a:gd name="connsiteY88" fmla="*/ 1695560 h 2237474"/>
              <a:gd name="connsiteX89" fmla="*/ 6098321 w 12192000"/>
              <a:gd name="connsiteY89" fmla="*/ 1721646 h 2237474"/>
              <a:gd name="connsiteX90" fmla="*/ 5880652 w 12192000"/>
              <a:gd name="connsiteY90" fmla="*/ 1779643 h 2237474"/>
              <a:gd name="connsiteX91" fmla="*/ 5785959 w 12192000"/>
              <a:gd name="connsiteY91" fmla="*/ 1775307 h 2237474"/>
              <a:gd name="connsiteX92" fmla="*/ 5643534 w 12192000"/>
              <a:gd name="connsiteY92" fmla="*/ 1802919 h 2237474"/>
              <a:gd name="connsiteX93" fmla="*/ 5518799 w 12192000"/>
              <a:gd name="connsiteY93" fmla="*/ 1818312 h 2237474"/>
              <a:gd name="connsiteX94" fmla="*/ 5505014 w 12192000"/>
              <a:gd name="connsiteY94" fmla="*/ 1819259 h 2237474"/>
              <a:gd name="connsiteX95" fmla="*/ 5453307 w 12192000"/>
              <a:gd name="connsiteY95" fmla="*/ 1815450 h 2237474"/>
              <a:gd name="connsiteX96" fmla="*/ 5364192 w 12192000"/>
              <a:gd name="connsiteY96" fmla="*/ 1826074 h 2237474"/>
              <a:gd name="connsiteX97" fmla="*/ 5350380 w 12192000"/>
              <a:gd name="connsiteY97" fmla="*/ 1830891 h 2237474"/>
              <a:gd name="connsiteX98" fmla="*/ 5259633 w 12192000"/>
              <a:gd name="connsiteY98" fmla="*/ 1837160 h 2237474"/>
              <a:gd name="connsiteX99" fmla="*/ 5197513 w 12192000"/>
              <a:gd name="connsiteY99" fmla="*/ 1844718 h 2237474"/>
              <a:gd name="connsiteX100" fmla="*/ 5168852 w 12192000"/>
              <a:gd name="connsiteY100" fmla="*/ 1844846 h 2237474"/>
              <a:gd name="connsiteX101" fmla="*/ 5114927 w 12192000"/>
              <a:gd name="connsiteY101" fmla="*/ 1847827 h 2237474"/>
              <a:gd name="connsiteX102" fmla="*/ 5108970 w 12192000"/>
              <a:gd name="connsiteY102" fmla="*/ 1847935 h 2237474"/>
              <a:gd name="connsiteX103" fmla="*/ 5067961 w 12192000"/>
              <a:gd name="connsiteY103" fmla="*/ 1845917 h 2237474"/>
              <a:gd name="connsiteX104" fmla="*/ 5007075 w 12192000"/>
              <a:gd name="connsiteY104" fmla="*/ 1838626 h 2237474"/>
              <a:gd name="connsiteX105" fmla="*/ 4944087 w 12192000"/>
              <a:gd name="connsiteY105" fmla="*/ 1823332 h 2237474"/>
              <a:gd name="connsiteX106" fmla="*/ 4907662 w 12192000"/>
              <a:gd name="connsiteY106" fmla="*/ 1816900 h 2237474"/>
              <a:gd name="connsiteX107" fmla="*/ 4882386 w 12192000"/>
              <a:gd name="connsiteY107" fmla="*/ 1809844 h 2237474"/>
              <a:gd name="connsiteX108" fmla="*/ 4811440 w 12192000"/>
              <a:gd name="connsiteY108" fmla="*/ 1804655 h 2237474"/>
              <a:gd name="connsiteX109" fmla="*/ 4691075 w 12192000"/>
              <a:gd name="connsiteY109" fmla="*/ 1801389 h 2237474"/>
              <a:gd name="connsiteX110" fmla="*/ 4611738 w 12192000"/>
              <a:gd name="connsiteY110" fmla="*/ 1776964 h 2237474"/>
              <a:gd name="connsiteX111" fmla="*/ 4560070 w 12192000"/>
              <a:gd name="connsiteY111" fmla="*/ 1785640 h 2237474"/>
              <a:gd name="connsiteX112" fmla="*/ 4536503 w 12192000"/>
              <a:gd name="connsiteY112" fmla="*/ 1785334 h 2237474"/>
              <a:gd name="connsiteX113" fmla="*/ 4513724 w 12192000"/>
              <a:gd name="connsiteY113" fmla="*/ 1791996 h 2237474"/>
              <a:gd name="connsiteX114" fmla="*/ 4459810 w 12192000"/>
              <a:gd name="connsiteY114" fmla="*/ 1797886 h 2237474"/>
              <a:gd name="connsiteX115" fmla="*/ 4379064 w 12192000"/>
              <a:gd name="connsiteY115" fmla="*/ 1817177 h 2237474"/>
              <a:gd name="connsiteX116" fmla="*/ 4319209 w 12192000"/>
              <a:gd name="connsiteY116" fmla="*/ 1834833 h 2237474"/>
              <a:gd name="connsiteX117" fmla="*/ 4290981 w 12192000"/>
              <a:gd name="connsiteY117" fmla="*/ 1839677 h 2237474"/>
              <a:gd name="connsiteX118" fmla="*/ 4285792 w 12192000"/>
              <a:gd name="connsiteY118" fmla="*/ 1836231 h 2237474"/>
              <a:gd name="connsiteX119" fmla="*/ 4238372 w 12192000"/>
              <a:gd name="connsiteY119" fmla="*/ 1851480 h 2237474"/>
              <a:gd name="connsiteX120" fmla="*/ 4232517 w 12192000"/>
              <a:gd name="connsiteY120" fmla="*/ 1852567 h 2237474"/>
              <a:gd name="connsiteX121" fmla="*/ 4191732 w 12192000"/>
              <a:gd name="connsiteY121" fmla="*/ 1857328 h 2237474"/>
              <a:gd name="connsiteX122" fmla="*/ 4065532 w 12192000"/>
              <a:gd name="connsiteY122" fmla="*/ 1855477 h 2237474"/>
              <a:gd name="connsiteX123" fmla="*/ 4028460 w 12192000"/>
              <a:gd name="connsiteY123" fmla="*/ 1855137 h 2237474"/>
              <a:gd name="connsiteX124" fmla="*/ 4002267 w 12192000"/>
              <a:gd name="connsiteY124" fmla="*/ 1852352 h 2237474"/>
              <a:gd name="connsiteX125" fmla="*/ 3931396 w 12192000"/>
              <a:gd name="connsiteY125" fmla="*/ 1858915 h 2237474"/>
              <a:gd name="connsiteX126" fmla="*/ 3812162 w 12192000"/>
              <a:gd name="connsiteY126" fmla="*/ 1875501 h 2237474"/>
              <a:gd name="connsiteX127" fmla="*/ 3729530 w 12192000"/>
              <a:gd name="connsiteY127" fmla="*/ 1864513 h 2237474"/>
              <a:gd name="connsiteX128" fmla="*/ 3680177 w 12192000"/>
              <a:gd name="connsiteY128" fmla="*/ 1881552 h 2237474"/>
              <a:gd name="connsiteX129" fmla="*/ 3567259 w 12192000"/>
              <a:gd name="connsiteY129" fmla="*/ 1893482 h 2237474"/>
              <a:gd name="connsiteX130" fmla="*/ 3405770 w 12192000"/>
              <a:gd name="connsiteY130" fmla="*/ 1904591 h 2237474"/>
              <a:gd name="connsiteX131" fmla="*/ 3280097 w 12192000"/>
              <a:gd name="connsiteY131" fmla="*/ 1919610 h 2237474"/>
              <a:gd name="connsiteX132" fmla="*/ 3123424 w 12192000"/>
              <a:gd name="connsiteY132" fmla="*/ 1952930 h 2237474"/>
              <a:gd name="connsiteX133" fmla="*/ 3009910 w 12192000"/>
              <a:gd name="connsiteY133" fmla="*/ 1957866 h 2237474"/>
              <a:gd name="connsiteX134" fmla="*/ 2995934 w 12192000"/>
              <a:gd name="connsiteY134" fmla="*/ 1967085 h 2237474"/>
              <a:gd name="connsiteX135" fmla="*/ 2980071 w 12192000"/>
              <a:gd name="connsiteY135" fmla="*/ 1972988 h 2237474"/>
              <a:gd name="connsiteX136" fmla="*/ 2978094 w 12192000"/>
              <a:gd name="connsiteY136" fmla="*/ 1972369 h 2237474"/>
              <a:gd name="connsiteX137" fmla="*/ 2942858 w 12192000"/>
              <a:gd name="connsiteY137" fmla="*/ 1981367 h 2237474"/>
              <a:gd name="connsiteX138" fmla="*/ 2875436 w 12192000"/>
              <a:gd name="connsiteY138" fmla="*/ 1996977 h 2237474"/>
              <a:gd name="connsiteX139" fmla="*/ 2874892 w 12192000"/>
              <a:gd name="connsiteY139" fmla="*/ 1996085 h 2237474"/>
              <a:gd name="connsiteX140" fmla="*/ 2864145 w 12192000"/>
              <a:gd name="connsiteY140" fmla="*/ 1994061 h 2237474"/>
              <a:gd name="connsiteX141" fmla="*/ 2843662 w 12192000"/>
              <a:gd name="connsiteY141" fmla="*/ 1992498 h 2237474"/>
              <a:gd name="connsiteX142" fmla="*/ 2796128 w 12192000"/>
              <a:gd name="connsiteY142" fmla="*/ 1976403 h 2237474"/>
              <a:gd name="connsiteX143" fmla="*/ 2756784 w 12192000"/>
              <a:gd name="connsiteY143" fmla="*/ 1985116 h 2237474"/>
              <a:gd name="connsiteX144" fmla="*/ 2748833 w 12192000"/>
              <a:gd name="connsiteY144" fmla="*/ 1986323 h 2237474"/>
              <a:gd name="connsiteX145" fmla="*/ 2748661 w 12192000"/>
              <a:gd name="connsiteY145" fmla="*/ 1986122 h 2237474"/>
              <a:gd name="connsiteX146" fmla="*/ 2740251 w 12192000"/>
              <a:gd name="connsiteY146" fmla="*/ 1986946 h 2237474"/>
              <a:gd name="connsiteX147" fmla="*/ 2718916 w 12192000"/>
              <a:gd name="connsiteY147" fmla="*/ 1990867 h 2237474"/>
              <a:gd name="connsiteX148" fmla="*/ 2713522 w 12192000"/>
              <a:gd name="connsiteY148" fmla="*/ 1990173 h 2237474"/>
              <a:gd name="connsiteX149" fmla="*/ 2680597 w 12192000"/>
              <a:gd name="connsiteY149" fmla="*/ 1984996 h 2237474"/>
              <a:gd name="connsiteX150" fmla="*/ 2578178 w 12192000"/>
              <a:gd name="connsiteY150" fmla="*/ 1990531 h 2237474"/>
              <a:gd name="connsiteX151" fmla="*/ 2476147 w 12192000"/>
              <a:gd name="connsiteY151" fmla="*/ 1998305 h 2237474"/>
              <a:gd name="connsiteX152" fmla="*/ 2373568 w 12192000"/>
              <a:gd name="connsiteY152" fmla="*/ 2003219 h 2237474"/>
              <a:gd name="connsiteX153" fmla="*/ 2321399 w 12192000"/>
              <a:gd name="connsiteY153" fmla="*/ 1989467 h 2237474"/>
              <a:gd name="connsiteX154" fmla="*/ 2315525 w 12192000"/>
              <a:gd name="connsiteY154" fmla="*/ 1989708 h 2237474"/>
              <a:gd name="connsiteX155" fmla="*/ 2300792 w 12192000"/>
              <a:gd name="connsiteY155" fmla="*/ 1994290 h 2237474"/>
              <a:gd name="connsiteX156" fmla="*/ 2295469 w 12192000"/>
              <a:gd name="connsiteY156" fmla="*/ 1996659 h 2237474"/>
              <a:gd name="connsiteX157" fmla="*/ 2287219 w 12192000"/>
              <a:gd name="connsiteY157" fmla="*/ 1998750 h 2237474"/>
              <a:gd name="connsiteX158" fmla="*/ 2286948 w 12192000"/>
              <a:gd name="connsiteY158" fmla="*/ 1998596 h 2237474"/>
              <a:gd name="connsiteX159" fmla="*/ 2243069 w 12192000"/>
              <a:gd name="connsiteY159" fmla="*/ 2015111 h 2237474"/>
              <a:gd name="connsiteX160" fmla="*/ 2186609 w 12192000"/>
              <a:gd name="connsiteY160" fmla="*/ 2008263 h 2237474"/>
              <a:gd name="connsiteX161" fmla="*/ 2164831 w 12192000"/>
              <a:gd name="connsiteY161" fmla="*/ 2010143 h 2237474"/>
              <a:gd name="connsiteX162" fmla="*/ 2152836 w 12192000"/>
              <a:gd name="connsiteY162" fmla="*/ 2010048 h 2237474"/>
              <a:gd name="connsiteX163" fmla="*/ 2117102 w 12192000"/>
              <a:gd name="connsiteY163" fmla="*/ 2023004 h 2237474"/>
              <a:gd name="connsiteX164" fmla="*/ 2111935 w 12192000"/>
              <a:gd name="connsiteY164" fmla="*/ 2023163 h 2237474"/>
              <a:gd name="connsiteX165" fmla="*/ 2089991 w 12192000"/>
              <a:gd name="connsiteY165" fmla="*/ 2034193 h 2237474"/>
              <a:gd name="connsiteX166" fmla="*/ 2058061 w 12192000"/>
              <a:gd name="connsiteY166" fmla="*/ 2047942 h 2237474"/>
              <a:gd name="connsiteX167" fmla="*/ 2055737 w 12192000"/>
              <a:gd name="connsiteY167" fmla="*/ 2047704 h 2237474"/>
              <a:gd name="connsiteX168" fmla="*/ 2042244 w 12192000"/>
              <a:gd name="connsiteY168" fmla="*/ 2055560 h 2237474"/>
              <a:gd name="connsiteX169" fmla="*/ 1976224 w 12192000"/>
              <a:gd name="connsiteY169" fmla="*/ 2074257 h 2237474"/>
              <a:gd name="connsiteX170" fmla="*/ 1877728 w 12192000"/>
              <a:gd name="connsiteY170" fmla="*/ 2101004 h 2237474"/>
              <a:gd name="connsiteX171" fmla="*/ 1759056 w 12192000"/>
              <a:gd name="connsiteY171" fmla="*/ 2125608 h 2237474"/>
              <a:gd name="connsiteX172" fmla="*/ 1637948 w 12192000"/>
              <a:gd name="connsiteY172" fmla="*/ 2172597 h 2237474"/>
              <a:gd name="connsiteX173" fmla="*/ 1434549 w 12192000"/>
              <a:gd name="connsiteY173" fmla="*/ 2234522 h 2237474"/>
              <a:gd name="connsiteX174" fmla="*/ 1398481 w 12192000"/>
              <a:gd name="connsiteY174" fmla="*/ 2237074 h 2237474"/>
              <a:gd name="connsiteX175" fmla="*/ 1398407 w 12192000"/>
              <a:gd name="connsiteY175" fmla="*/ 2237095 h 2237474"/>
              <a:gd name="connsiteX176" fmla="*/ 1370962 w 12192000"/>
              <a:gd name="connsiteY176" fmla="*/ 2237474 h 2237474"/>
              <a:gd name="connsiteX177" fmla="*/ 1356367 w 12192000"/>
              <a:gd name="connsiteY177" fmla="*/ 2235089 h 2237474"/>
              <a:gd name="connsiteX178" fmla="*/ 1324828 w 12192000"/>
              <a:gd name="connsiteY178" fmla="*/ 2231968 h 2237474"/>
              <a:gd name="connsiteX179" fmla="*/ 1297744 w 12192000"/>
              <a:gd name="connsiteY179" fmla="*/ 2235849 h 2237474"/>
              <a:gd name="connsiteX180" fmla="*/ 1286236 w 12192000"/>
              <a:gd name="connsiteY180" fmla="*/ 2233135 h 2237474"/>
              <a:gd name="connsiteX181" fmla="*/ 1283504 w 12192000"/>
              <a:gd name="connsiteY181" fmla="*/ 2233797 h 2237474"/>
              <a:gd name="connsiteX182" fmla="*/ 1279765 w 12192000"/>
              <a:gd name="connsiteY182" fmla="*/ 2229639 h 2237474"/>
              <a:gd name="connsiteX183" fmla="*/ 1195347 w 12192000"/>
              <a:gd name="connsiteY183" fmla="*/ 2212354 h 2237474"/>
              <a:gd name="connsiteX184" fmla="*/ 970251 w 12192000"/>
              <a:gd name="connsiteY184" fmla="*/ 2221029 h 2237474"/>
              <a:gd name="connsiteX185" fmla="*/ 812914 w 12192000"/>
              <a:gd name="connsiteY185" fmla="*/ 2202752 h 2237474"/>
              <a:gd name="connsiteX186" fmla="*/ 800195 w 12192000"/>
              <a:gd name="connsiteY186" fmla="*/ 2209407 h 2237474"/>
              <a:gd name="connsiteX187" fmla="*/ 784978 w 12192000"/>
              <a:gd name="connsiteY187" fmla="*/ 2212360 h 2237474"/>
              <a:gd name="connsiteX188" fmla="*/ 681987 w 12192000"/>
              <a:gd name="connsiteY188" fmla="*/ 2216757 h 2237474"/>
              <a:gd name="connsiteX189" fmla="*/ 669923 w 12192000"/>
              <a:gd name="connsiteY189" fmla="*/ 2211682 h 2237474"/>
              <a:gd name="connsiteX190" fmla="*/ 648680 w 12192000"/>
              <a:gd name="connsiteY190" fmla="*/ 2206229 h 2237474"/>
              <a:gd name="connsiteX191" fmla="*/ 597225 w 12192000"/>
              <a:gd name="connsiteY191" fmla="*/ 2180999 h 2237474"/>
              <a:gd name="connsiteX192" fmla="*/ 558449 w 12192000"/>
              <a:gd name="connsiteY192" fmla="*/ 2182346 h 2237474"/>
              <a:gd name="connsiteX193" fmla="*/ 550517 w 12192000"/>
              <a:gd name="connsiteY193" fmla="*/ 2182060 h 2237474"/>
              <a:gd name="connsiteX194" fmla="*/ 550309 w 12192000"/>
              <a:gd name="connsiteY194" fmla="*/ 2181825 h 2237474"/>
              <a:gd name="connsiteX195" fmla="*/ 541836 w 12192000"/>
              <a:gd name="connsiteY195" fmla="*/ 2181063 h 2237474"/>
              <a:gd name="connsiteX196" fmla="*/ 536057 w 12192000"/>
              <a:gd name="connsiteY196" fmla="*/ 2181537 h 2237474"/>
              <a:gd name="connsiteX197" fmla="*/ 520671 w 12192000"/>
              <a:gd name="connsiteY197" fmla="*/ 2180980 h 2237474"/>
              <a:gd name="connsiteX198" fmla="*/ 515024 w 12192000"/>
              <a:gd name="connsiteY198" fmla="*/ 2179258 h 2237474"/>
              <a:gd name="connsiteX199" fmla="*/ 512278 w 12192000"/>
              <a:gd name="connsiteY199" fmla="*/ 2176369 h 2237474"/>
              <a:gd name="connsiteX200" fmla="*/ 480419 w 12192000"/>
              <a:gd name="connsiteY200" fmla="*/ 2167807 h 2237474"/>
              <a:gd name="connsiteX201" fmla="*/ 413835 w 12192000"/>
              <a:gd name="connsiteY201" fmla="*/ 2156783 h 2237474"/>
              <a:gd name="connsiteX202" fmla="*/ 376513 w 12192000"/>
              <a:gd name="connsiteY202" fmla="*/ 2154014 h 2237474"/>
              <a:gd name="connsiteX203" fmla="*/ 273386 w 12192000"/>
              <a:gd name="connsiteY203" fmla="*/ 2142551 h 2237474"/>
              <a:gd name="connsiteX204" fmla="*/ 169207 w 12192000"/>
              <a:gd name="connsiteY204" fmla="*/ 2128100 h 2237474"/>
              <a:gd name="connsiteX205" fmla="*/ 93149 w 12192000"/>
              <a:gd name="connsiteY205" fmla="*/ 2105324 h 2237474"/>
              <a:gd name="connsiteX206" fmla="*/ 88109 w 12192000"/>
              <a:gd name="connsiteY206" fmla="*/ 2106704 h 2237474"/>
              <a:gd name="connsiteX207" fmla="*/ 80022 w 12192000"/>
              <a:gd name="connsiteY207" fmla="*/ 2107254 h 2237474"/>
              <a:gd name="connsiteX208" fmla="*/ 79717 w 12192000"/>
              <a:gd name="connsiteY208" fmla="*/ 2107046 h 2237474"/>
              <a:gd name="connsiteX209" fmla="*/ 72352 w 12192000"/>
              <a:gd name="connsiteY209" fmla="*/ 2107991 h 2237474"/>
              <a:gd name="connsiteX210" fmla="*/ 37645 w 12192000"/>
              <a:gd name="connsiteY210" fmla="*/ 2115401 h 2237474"/>
              <a:gd name="connsiteX211" fmla="*/ 4572 w 12192000"/>
              <a:gd name="connsiteY211" fmla="*/ 2111091 h 2237474"/>
              <a:gd name="connsiteX212" fmla="*/ 0 w 12192000"/>
              <a:gd name="connsiteY212" fmla="*/ 2110468 h 2237474"/>
              <a:gd name="connsiteX213" fmla="*/ 0 w 12192000"/>
              <a:gd name="connsiteY213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11200 w 12192000"/>
              <a:gd name="connsiteY18" fmla="*/ 767513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798048 w 12192000"/>
              <a:gd name="connsiteY23" fmla="*/ 863207 h 2237474"/>
              <a:gd name="connsiteX24" fmla="*/ 9761459 w 12192000"/>
              <a:gd name="connsiteY24" fmla="*/ 862394 h 2237474"/>
              <a:gd name="connsiteX25" fmla="*/ 9705768 w 12192000"/>
              <a:gd name="connsiteY25" fmla="*/ 894610 h 2237474"/>
              <a:gd name="connsiteX26" fmla="*/ 9683005 w 12192000"/>
              <a:gd name="connsiteY26" fmla="*/ 894128 h 2237474"/>
              <a:gd name="connsiteX27" fmla="*/ 9594438 w 12192000"/>
              <a:gd name="connsiteY27" fmla="*/ 919051 h 2237474"/>
              <a:gd name="connsiteX28" fmla="*/ 9577033 w 12192000"/>
              <a:gd name="connsiteY28" fmla="*/ 922857 h 2237474"/>
              <a:gd name="connsiteX29" fmla="*/ 9544189 w 12192000"/>
              <a:gd name="connsiteY29" fmla="*/ 938966 h 2237474"/>
              <a:gd name="connsiteX30" fmla="*/ 9500499 w 12192000"/>
              <a:gd name="connsiteY30" fmla="*/ 954680 h 2237474"/>
              <a:gd name="connsiteX31" fmla="*/ 9428195 w 12192000"/>
              <a:gd name="connsiteY31" fmla="*/ 986225 h 2237474"/>
              <a:gd name="connsiteX32" fmla="*/ 9410017 w 12192000"/>
              <a:gd name="connsiteY32" fmla="*/ 993931 h 2237474"/>
              <a:gd name="connsiteX33" fmla="*/ 9392919 w 12192000"/>
              <a:gd name="connsiteY33" fmla="*/ 994656 h 2237474"/>
              <a:gd name="connsiteX34" fmla="*/ 9278619 w 12192000"/>
              <a:gd name="connsiteY34" fmla="*/ 1011878 h 2237474"/>
              <a:gd name="connsiteX35" fmla="*/ 9268019 w 12192000"/>
              <a:gd name="connsiteY35" fmla="*/ 1007442 h 2237474"/>
              <a:gd name="connsiteX36" fmla="*/ 9234662 w 12192000"/>
              <a:gd name="connsiteY36" fmla="*/ 1023056 h 2237474"/>
              <a:gd name="connsiteX37" fmla="*/ 9181033 w 12192000"/>
              <a:gd name="connsiteY37" fmla="*/ 1037921 h 2237474"/>
              <a:gd name="connsiteX38" fmla="*/ 9155969 w 12192000"/>
              <a:gd name="connsiteY38" fmla="*/ 1046804 h 2237474"/>
              <a:gd name="connsiteX39" fmla="*/ 9133985 w 12192000"/>
              <a:gd name="connsiteY39" fmla="*/ 1046450 h 2237474"/>
              <a:gd name="connsiteX40" fmla="*/ 9012987 w 12192000"/>
              <a:gd name="connsiteY40" fmla="*/ 1061986 h 2237474"/>
              <a:gd name="connsiteX41" fmla="*/ 8968445 w 12192000"/>
              <a:gd name="connsiteY41" fmla="*/ 1052169 h 2237474"/>
              <a:gd name="connsiteX42" fmla="*/ 8958984 w 12192000"/>
              <a:gd name="connsiteY42" fmla="*/ 1057212 h 2237474"/>
              <a:gd name="connsiteX43" fmla="*/ 8886001 w 12192000"/>
              <a:gd name="connsiteY43" fmla="*/ 1067468 h 2237474"/>
              <a:gd name="connsiteX44" fmla="*/ 8838610 w 12192000"/>
              <a:gd name="connsiteY44" fmla="*/ 1075091 h 2237474"/>
              <a:gd name="connsiteX45" fmla="*/ 8750383 w 12192000"/>
              <a:gd name="connsiteY45" fmla="*/ 1097387 h 2237474"/>
              <a:gd name="connsiteX46" fmla="*/ 8697365 w 12192000"/>
              <a:gd name="connsiteY46" fmla="*/ 1105869 h 2237474"/>
              <a:gd name="connsiteX47" fmla="*/ 8665605 w 12192000"/>
              <a:gd name="connsiteY47" fmla="*/ 1110791 h 2237474"/>
              <a:gd name="connsiteX48" fmla="*/ 8584946 w 12192000"/>
              <a:gd name="connsiteY48" fmla="*/ 1135226 h 2237474"/>
              <a:gd name="connsiteX49" fmla="*/ 8460755 w 12192000"/>
              <a:gd name="connsiteY49" fmla="*/ 1203427 h 2237474"/>
              <a:gd name="connsiteX50" fmla="*/ 8419755 w 12192000"/>
              <a:gd name="connsiteY50" fmla="*/ 1216260 h 2237474"/>
              <a:gd name="connsiteX51" fmla="*/ 8411626 w 12192000"/>
              <a:gd name="connsiteY51" fmla="*/ 1214397 h 2237474"/>
              <a:gd name="connsiteX52" fmla="*/ 8363469 w 12192000"/>
              <a:gd name="connsiteY52" fmla="*/ 1246658 h 2237474"/>
              <a:gd name="connsiteX53" fmla="*/ 8275497 w 12192000"/>
              <a:gd name="connsiteY53" fmla="*/ 1264396 h 2237474"/>
              <a:gd name="connsiteX54" fmla="*/ 8206287 w 12192000"/>
              <a:gd name="connsiteY54" fmla="*/ 1273060 h 2237474"/>
              <a:gd name="connsiteX55" fmla="*/ 8168705 w 12192000"/>
              <a:gd name="connsiteY55" fmla="*/ 1279956 h 2237474"/>
              <a:gd name="connsiteX56" fmla="*/ 8139997 w 12192000"/>
              <a:gd name="connsiteY56" fmla="*/ 1282713 h 2237474"/>
              <a:gd name="connsiteX57" fmla="*/ 8074238 w 12192000"/>
              <a:gd name="connsiteY57" fmla="*/ 1301895 h 2237474"/>
              <a:gd name="connsiteX58" fmla="*/ 7968292 w 12192000"/>
              <a:gd name="connsiteY58" fmla="*/ 1338779 h 2237474"/>
              <a:gd name="connsiteX59" fmla="*/ 7945122 w 12192000"/>
              <a:gd name="connsiteY59" fmla="*/ 1345477 h 2237474"/>
              <a:gd name="connsiteX60" fmla="*/ 7902328 w 12192000"/>
              <a:gd name="connsiteY60" fmla="*/ 1345865 h 2237474"/>
              <a:gd name="connsiteX61" fmla="*/ 7875879 w 12192000"/>
              <a:gd name="connsiteY61" fmla="*/ 1345646 h 2237474"/>
              <a:gd name="connsiteX62" fmla="*/ 7840612 w 12192000"/>
              <a:gd name="connsiteY62" fmla="*/ 1369373 h 2237474"/>
              <a:gd name="connsiteX63" fmla="*/ 7786819 w 12192000"/>
              <a:gd name="connsiteY63" fmla="*/ 1378970 h 2237474"/>
              <a:gd name="connsiteX64" fmla="*/ 7548172 w 12192000"/>
              <a:gd name="connsiteY64" fmla="*/ 1417460 h 2237474"/>
              <a:gd name="connsiteX65" fmla="*/ 7483437 w 12192000"/>
              <a:gd name="connsiteY65" fmla="*/ 1478152 h 2237474"/>
              <a:gd name="connsiteX66" fmla="*/ 7377870 w 12192000"/>
              <a:gd name="connsiteY66" fmla="*/ 1523319 h 2237474"/>
              <a:gd name="connsiteX67" fmla="*/ 7230737 w 12192000"/>
              <a:gd name="connsiteY67" fmla="*/ 1562633 h 2237474"/>
              <a:gd name="connsiteX68" fmla="*/ 7224458 w 12192000"/>
              <a:gd name="connsiteY68" fmla="*/ 1573008 h 2237474"/>
              <a:gd name="connsiteX69" fmla="*/ 7183121 w 12192000"/>
              <a:gd name="connsiteY69" fmla="*/ 1595162 h 2237474"/>
              <a:gd name="connsiteX70" fmla="*/ 7164601 w 12192000"/>
              <a:gd name="connsiteY70" fmla="*/ 1606490 h 2237474"/>
              <a:gd name="connsiteX71" fmla="*/ 7092727 w 12192000"/>
              <a:gd name="connsiteY71" fmla="*/ 1623628 h 2237474"/>
              <a:gd name="connsiteX72" fmla="*/ 7031309 w 12192000"/>
              <a:gd name="connsiteY72" fmla="*/ 1619451 h 2237474"/>
              <a:gd name="connsiteX73" fmla="*/ 6999084 w 12192000"/>
              <a:gd name="connsiteY73" fmla="*/ 1634317 h 2237474"/>
              <a:gd name="connsiteX74" fmla="*/ 6992107 w 12192000"/>
              <a:gd name="connsiteY74" fmla="*/ 1636860 h 2237474"/>
              <a:gd name="connsiteX75" fmla="*/ 6991765 w 12192000"/>
              <a:gd name="connsiteY75" fmla="*/ 1636725 h 2237474"/>
              <a:gd name="connsiteX76" fmla="*/ 6900177 w 12192000"/>
              <a:gd name="connsiteY76" fmla="*/ 1636016 h 2237474"/>
              <a:gd name="connsiteX77" fmla="*/ 6795372 w 12192000"/>
              <a:gd name="connsiteY77" fmla="*/ 1644845 h 2237474"/>
              <a:gd name="connsiteX78" fmla="*/ 6692251 w 12192000"/>
              <a:gd name="connsiteY78" fmla="*/ 1656357 h 2237474"/>
              <a:gd name="connsiteX79" fmla="*/ 6655235 w 12192000"/>
              <a:gd name="connsiteY79" fmla="*/ 1661869 h 2237474"/>
              <a:gd name="connsiteX80" fmla="*/ 6554894 w 12192000"/>
              <a:gd name="connsiteY80" fmla="*/ 1664428 h 2237474"/>
              <a:gd name="connsiteX81" fmla="*/ 6516595 w 12192000"/>
              <a:gd name="connsiteY81" fmla="*/ 1667475 h 2237474"/>
              <a:gd name="connsiteX82" fmla="*/ 6508541 w 12192000"/>
              <a:gd name="connsiteY82" fmla="*/ 1668757 h 2237474"/>
              <a:gd name="connsiteX83" fmla="*/ 6471012 w 12192000"/>
              <a:gd name="connsiteY83" fmla="*/ 1678604 h 2237474"/>
              <a:gd name="connsiteX84" fmla="*/ 6415265 w 12192000"/>
              <a:gd name="connsiteY84" fmla="*/ 1665317 h 2237474"/>
              <a:gd name="connsiteX85" fmla="*/ 6364035 w 12192000"/>
              <a:gd name="connsiteY85" fmla="*/ 1667683 h 2237474"/>
              <a:gd name="connsiteX86" fmla="*/ 6280959 w 12192000"/>
              <a:gd name="connsiteY86" fmla="*/ 1689329 h 2237474"/>
              <a:gd name="connsiteX87" fmla="*/ 6243319 w 12192000"/>
              <a:gd name="connsiteY87" fmla="*/ 1695560 h 2237474"/>
              <a:gd name="connsiteX88" fmla="*/ 6098321 w 12192000"/>
              <a:gd name="connsiteY88" fmla="*/ 1721646 h 2237474"/>
              <a:gd name="connsiteX89" fmla="*/ 5880652 w 12192000"/>
              <a:gd name="connsiteY89" fmla="*/ 1779643 h 2237474"/>
              <a:gd name="connsiteX90" fmla="*/ 5785959 w 12192000"/>
              <a:gd name="connsiteY90" fmla="*/ 1775307 h 2237474"/>
              <a:gd name="connsiteX91" fmla="*/ 5643534 w 12192000"/>
              <a:gd name="connsiteY91" fmla="*/ 1802919 h 2237474"/>
              <a:gd name="connsiteX92" fmla="*/ 5518799 w 12192000"/>
              <a:gd name="connsiteY92" fmla="*/ 1818312 h 2237474"/>
              <a:gd name="connsiteX93" fmla="*/ 5505014 w 12192000"/>
              <a:gd name="connsiteY93" fmla="*/ 1819259 h 2237474"/>
              <a:gd name="connsiteX94" fmla="*/ 5453307 w 12192000"/>
              <a:gd name="connsiteY94" fmla="*/ 1815450 h 2237474"/>
              <a:gd name="connsiteX95" fmla="*/ 5364192 w 12192000"/>
              <a:gd name="connsiteY95" fmla="*/ 1826074 h 2237474"/>
              <a:gd name="connsiteX96" fmla="*/ 5350380 w 12192000"/>
              <a:gd name="connsiteY96" fmla="*/ 1830891 h 2237474"/>
              <a:gd name="connsiteX97" fmla="*/ 5259633 w 12192000"/>
              <a:gd name="connsiteY97" fmla="*/ 1837160 h 2237474"/>
              <a:gd name="connsiteX98" fmla="*/ 5197513 w 12192000"/>
              <a:gd name="connsiteY98" fmla="*/ 1844718 h 2237474"/>
              <a:gd name="connsiteX99" fmla="*/ 5168852 w 12192000"/>
              <a:gd name="connsiteY99" fmla="*/ 1844846 h 2237474"/>
              <a:gd name="connsiteX100" fmla="*/ 5114927 w 12192000"/>
              <a:gd name="connsiteY100" fmla="*/ 1847827 h 2237474"/>
              <a:gd name="connsiteX101" fmla="*/ 5108970 w 12192000"/>
              <a:gd name="connsiteY101" fmla="*/ 1847935 h 2237474"/>
              <a:gd name="connsiteX102" fmla="*/ 5067961 w 12192000"/>
              <a:gd name="connsiteY102" fmla="*/ 1845917 h 2237474"/>
              <a:gd name="connsiteX103" fmla="*/ 5007075 w 12192000"/>
              <a:gd name="connsiteY103" fmla="*/ 1838626 h 2237474"/>
              <a:gd name="connsiteX104" fmla="*/ 4944087 w 12192000"/>
              <a:gd name="connsiteY104" fmla="*/ 1823332 h 2237474"/>
              <a:gd name="connsiteX105" fmla="*/ 4907662 w 12192000"/>
              <a:gd name="connsiteY105" fmla="*/ 1816900 h 2237474"/>
              <a:gd name="connsiteX106" fmla="*/ 4882386 w 12192000"/>
              <a:gd name="connsiteY106" fmla="*/ 1809844 h 2237474"/>
              <a:gd name="connsiteX107" fmla="*/ 4811440 w 12192000"/>
              <a:gd name="connsiteY107" fmla="*/ 1804655 h 2237474"/>
              <a:gd name="connsiteX108" fmla="*/ 4691075 w 12192000"/>
              <a:gd name="connsiteY108" fmla="*/ 1801389 h 2237474"/>
              <a:gd name="connsiteX109" fmla="*/ 4611738 w 12192000"/>
              <a:gd name="connsiteY109" fmla="*/ 1776964 h 2237474"/>
              <a:gd name="connsiteX110" fmla="*/ 4560070 w 12192000"/>
              <a:gd name="connsiteY110" fmla="*/ 1785640 h 2237474"/>
              <a:gd name="connsiteX111" fmla="*/ 4536503 w 12192000"/>
              <a:gd name="connsiteY111" fmla="*/ 1785334 h 2237474"/>
              <a:gd name="connsiteX112" fmla="*/ 4513724 w 12192000"/>
              <a:gd name="connsiteY112" fmla="*/ 1791996 h 2237474"/>
              <a:gd name="connsiteX113" fmla="*/ 4459810 w 12192000"/>
              <a:gd name="connsiteY113" fmla="*/ 1797886 h 2237474"/>
              <a:gd name="connsiteX114" fmla="*/ 4379064 w 12192000"/>
              <a:gd name="connsiteY114" fmla="*/ 1817177 h 2237474"/>
              <a:gd name="connsiteX115" fmla="*/ 4319209 w 12192000"/>
              <a:gd name="connsiteY115" fmla="*/ 1834833 h 2237474"/>
              <a:gd name="connsiteX116" fmla="*/ 4290981 w 12192000"/>
              <a:gd name="connsiteY116" fmla="*/ 1839677 h 2237474"/>
              <a:gd name="connsiteX117" fmla="*/ 4285792 w 12192000"/>
              <a:gd name="connsiteY117" fmla="*/ 1836231 h 2237474"/>
              <a:gd name="connsiteX118" fmla="*/ 4238372 w 12192000"/>
              <a:gd name="connsiteY118" fmla="*/ 1851480 h 2237474"/>
              <a:gd name="connsiteX119" fmla="*/ 4232517 w 12192000"/>
              <a:gd name="connsiteY119" fmla="*/ 1852567 h 2237474"/>
              <a:gd name="connsiteX120" fmla="*/ 4191732 w 12192000"/>
              <a:gd name="connsiteY120" fmla="*/ 1857328 h 2237474"/>
              <a:gd name="connsiteX121" fmla="*/ 4065532 w 12192000"/>
              <a:gd name="connsiteY121" fmla="*/ 1855477 h 2237474"/>
              <a:gd name="connsiteX122" fmla="*/ 4028460 w 12192000"/>
              <a:gd name="connsiteY122" fmla="*/ 1855137 h 2237474"/>
              <a:gd name="connsiteX123" fmla="*/ 4002267 w 12192000"/>
              <a:gd name="connsiteY123" fmla="*/ 1852352 h 2237474"/>
              <a:gd name="connsiteX124" fmla="*/ 3931396 w 12192000"/>
              <a:gd name="connsiteY124" fmla="*/ 1858915 h 2237474"/>
              <a:gd name="connsiteX125" fmla="*/ 3812162 w 12192000"/>
              <a:gd name="connsiteY125" fmla="*/ 1875501 h 2237474"/>
              <a:gd name="connsiteX126" fmla="*/ 3729530 w 12192000"/>
              <a:gd name="connsiteY126" fmla="*/ 1864513 h 2237474"/>
              <a:gd name="connsiteX127" fmla="*/ 3680177 w 12192000"/>
              <a:gd name="connsiteY127" fmla="*/ 1881552 h 2237474"/>
              <a:gd name="connsiteX128" fmla="*/ 3567259 w 12192000"/>
              <a:gd name="connsiteY128" fmla="*/ 1893482 h 2237474"/>
              <a:gd name="connsiteX129" fmla="*/ 3405770 w 12192000"/>
              <a:gd name="connsiteY129" fmla="*/ 1904591 h 2237474"/>
              <a:gd name="connsiteX130" fmla="*/ 3280097 w 12192000"/>
              <a:gd name="connsiteY130" fmla="*/ 1919610 h 2237474"/>
              <a:gd name="connsiteX131" fmla="*/ 3123424 w 12192000"/>
              <a:gd name="connsiteY131" fmla="*/ 1952930 h 2237474"/>
              <a:gd name="connsiteX132" fmla="*/ 3009910 w 12192000"/>
              <a:gd name="connsiteY132" fmla="*/ 1957866 h 2237474"/>
              <a:gd name="connsiteX133" fmla="*/ 2995934 w 12192000"/>
              <a:gd name="connsiteY133" fmla="*/ 1967085 h 2237474"/>
              <a:gd name="connsiteX134" fmla="*/ 2980071 w 12192000"/>
              <a:gd name="connsiteY134" fmla="*/ 1972988 h 2237474"/>
              <a:gd name="connsiteX135" fmla="*/ 2978094 w 12192000"/>
              <a:gd name="connsiteY135" fmla="*/ 1972369 h 2237474"/>
              <a:gd name="connsiteX136" fmla="*/ 2942858 w 12192000"/>
              <a:gd name="connsiteY136" fmla="*/ 1981367 h 2237474"/>
              <a:gd name="connsiteX137" fmla="*/ 2875436 w 12192000"/>
              <a:gd name="connsiteY137" fmla="*/ 1996977 h 2237474"/>
              <a:gd name="connsiteX138" fmla="*/ 2874892 w 12192000"/>
              <a:gd name="connsiteY138" fmla="*/ 1996085 h 2237474"/>
              <a:gd name="connsiteX139" fmla="*/ 2864145 w 12192000"/>
              <a:gd name="connsiteY139" fmla="*/ 1994061 h 2237474"/>
              <a:gd name="connsiteX140" fmla="*/ 2843662 w 12192000"/>
              <a:gd name="connsiteY140" fmla="*/ 1992498 h 2237474"/>
              <a:gd name="connsiteX141" fmla="*/ 2796128 w 12192000"/>
              <a:gd name="connsiteY141" fmla="*/ 1976403 h 2237474"/>
              <a:gd name="connsiteX142" fmla="*/ 2756784 w 12192000"/>
              <a:gd name="connsiteY142" fmla="*/ 1985116 h 2237474"/>
              <a:gd name="connsiteX143" fmla="*/ 2748833 w 12192000"/>
              <a:gd name="connsiteY143" fmla="*/ 1986323 h 2237474"/>
              <a:gd name="connsiteX144" fmla="*/ 2748661 w 12192000"/>
              <a:gd name="connsiteY144" fmla="*/ 1986122 h 2237474"/>
              <a:gd name="connsiteX145" fmla="*/ 2740251 w 12192000"/>
              <a:gd name="connsiteY145" fmla="*/ 1986946 h 2237474"/>
              <a:gd name="connsiteX146" fmla="*/ 2718916 w 12192000"/>
              <a:gd name="connsiteY146" fmla="*/ 1990867 h 2237474"/>
              <a:gd name="connsiteX147" fmla="*/ 2713522 w 12192000"/>
              <a:gd name="connsiteY147" fmla="*/ 1990173 h 2237474"/>
              <a:gd name="connsiteX148" fmla="*/ 2680597 w 12192000"/>
              <a:gd name="connsiteY148" fmla="*/ 1984996 h 2237474"/>
              <a:gd name="connsiteX149" fmla="*/ 2578178 w 12192000"/>
              <a:gd name="connsiteY149" fmla="*/ 1990531 h 2237474"/>
              <a:gd name="connsiteX150" fmla="*/ 2476147 w 12192000"/>
              <a:gd name="connsiteY150" fmla="*/ 1998305 h 2237474"/>
              <a:gd name="connsiteX151" fmla="*/ 2373568 w 12192000"/>
              <a:gd name="connsiteY151" fmla="*/ 2003219 h 2237474"/>
              <a:gd name="connsiteX152" fmla="*/ 2321399 w 12192000"/>
              <a:gd name="connsiteY152" fmla="*/ 1989467 h 2237474"/>
              <a:gd name="connsiteX153" fmla="*/ 2315525 w 12192000"/>
              <a:gd name="connsiteY153" fmla="*/ 1989708 h 2237474"/>
              <a:gd name="connsiteX154" fmla="*/ 2300792 w 12192000"/>
              <a:gd name="connsiteY154" fmla="*/ 1994290 h 2237474"/>
              <a:gd name="connsiteX155" fmla="*/ 2295469 w 12192000"/>
              <a:gd name="connsiteY155" fmla="*/ 1996659 h 2237474"/>
              <a:gd name="connsiteX156" fmla="*/ 2287219 w 12192000"/>
              <a:gd name="connsiteY156" fmla="*/ 1998750 h 2237474"/>
              <a:gd name="connsiteX157" fmla="*/ 2286948 w 12192000"/>
              <a:gd name="connsiteY157" fmla="*/ 1998596 h 2237474"/>
              <a:gd name="connsiteX158" fmla="*/ 2243069 w 12192000"/>
              <a:gd name="connsiteY158" fmla="*/ 2015111 h 2237474"/>
              <a:gd name="connsiteX159" fmla="*/ 2186609 w 12192000"/>
              <a:gd name="connsiteY159" fmla="*/ 2008263 h 2237474"/>
              <a:gd name="connsiteX160" fmla="*/ 2164831 w 12192000"/>
              <a:gd name="connsiteY160" fmla="*/ 2010143 h 2237474"/>
              <a:gd name="connsiteX161" fmla="*/ 2152836 w 12192000"/>
              <a:gd name="connsiteY161" fmla="*/ 2010048 h 2237474"/>
              <a:gd name="connsiteX162" fmla="*/ 2117102 w 12192000"/>
              <a:gd name="connsiteY162" fmla="*/ 2023004 h 2237474"/>
              <a:gd name="connsiteX163" fmla="*/ 2111935 w 12192000"/>
              <a:gd name="connsiteY163" fmla="*/ 2023163 h 2237474"/>
              <a:gd name="connsiteX164" fmla="*/ 2089991 w 12192000"/>
              <a:gd name="connsiteY164" fmla="*/ 2034193 h 2237474"/>
              <a:gd name="connsiteX165" fmla="*/ 2058061 w 12192000"/>
              <a:gd name="connsiteY165" fmla="*/ 2047942 h 2237474"/>
              <a:gd name="connsiteX166" fmla="*/ 2055737 w 12192000"/>
              <a:gd name="connsiteY166" fmla="*/ 2047704 h 2237474"/>
              <a:gd name="connsiteX167" fmla="*/ 2042244 w 12192000"/>
              <a:gd name="connsiteY167" fmla="*/ 2055560 h 2237474"/>
              <a:gd name="connsiteX168" fmla="*/ 1976224 w 12192000"/>
              <a:gd name="connsiteY168" fmla="*/ 2074257 h 2237474"/>
              <a:gd name="connsiteX169" fmla="*/ 1877728 w 12192000"/>
              <a:gd name="connsiteY169" fmla="*/ 2101004 h 2237474"/>
              <a:gd name="connsiteX170" fmla="*/ 1759056 w 12192000"/>
              <a:gd name="connsiteY170" fmla="*/ 2125608 h 2237474"/>
              <a:gd name="connsiteX171" fmla="*/ 1637948 w 12192000"/>
              <a:gd name="connsiteY171" fmla="*/ 2172597 h 2237474"/>
              <a:gd name="connsiteX172" fmla="*/ 1434549 w 12192000"/>
              <a:gd name="connsiteY172" fmla="*/ 2234522 h 2237474"/>
              <a:gd name="connsiteX173" fmla="*/ 1398481 w 12192000"/>
              <a:gd name="connsiteY173" fmla="*/ 2237074 h 2237474"/>
              <a:gd name="connsiteX174" fmla="*/ 1398407 w 12192000"/>
              <a:gd name="connsiteY174" fmla="*/ 2237095 h 2237474"/>
              <a:gd name="connsiteX175" fmla="*/ 1370962 w 12192000"/>
              <a:gd name="connsiteY175" fmla="*/ 2237474 h 2237474"/>
              <a:gd name="connsiteX176" fmla="*/ 1356367 w 12192000"/>
              <a:gd name="connsiteY176" fmla="*/ 2235089 h 2237474"/>
              <a:gd name="connsiteX177" fmla="*/ 1324828 w 12192000"/>
              <a:gd name="connsiteY177" fmla="*/ 2231968 h 2237474"/>
              <a:gd name="connsiteX178" fmla="*/ 1297744 w 12192000"/>
              <a:gd name="connsiteY178" fmla="*/ 2235849 h 2237474"/>
              <a:gd name="connsiteX179" fmla="*/ 1286236 w 12192000"/>
              <a:gd name="connsiteY179" fmla="*/ 2233135 h 2237474"/>
              <a:gd name="connsiteX180" fmla="*/ 1283504 w 12192000"/>
              <a:gd name="connsiteY180" fmla="*/ 2233797 h 2237474"/>
              <a:gd name="connsiteX181" fmla="*/ 1279765 w 12192000"/>
              <a:gd name="connsiteY181" fmla="*/ 2229639 h 2237474"/>
              <a:gd name="connsiteX182" fmla="*/ 1195347 w 12192000"/>
              <a:gd name="connsiteY182" fmla="*/ 2212354 h 2237474"/>
              <a:gd name="connsiteX183" fmla="*/ 970251 w 12192000"/>
              <a:gd name="connsiteY183" fmla="*/ 2221029 h 2237474"/>
              <a:gd name="connsiteX184" fmla="*/ 812914 w 12192000"/>
              <a:gd name="connsiteY184" fmla="*/ 2202752 h 2237474"/>
              <a:gd name="connsiteX185" fmla="*/ 800195 w 12192000"/>
              <a:gd name="connsiteY185" fmla="*/ 2209407 h 2237474"/>
              <a:gd name="connsiteX186" fmla="*/ 784978 w 12192000"/>
              <a:gd name="connsiteY186" fmla="*/ 2212360 h 2237474"/>
              <a:gd name="connsiteX187" fmla="*/ 681987 w 12192000"/>
              <a:gd name="connsiteY187" fmla="*/ 2216757 h 2237474"/>
              <a:gd name="connsiteX188" fmla="*/ 669923 w 12192000"/>
              <a:gd name="connsiteY188" fmla="*/ 2211682 h 2237474"/>
              <a:gd name="connsiteX189" fmla="*/ 648680 w 12192000"/>
              <a:gd name="connsiteY189" fmla="*/ 2206229 h 2237474"/>
              <a:gd name="connsiteX190" fmla="*/ 597225 w 12192000"/>
              <a:gd name="connsiteY190" fmla="*/ 2180999 h 2237474"/>
              <a:gd name="connsiteX191" fmla="*/ 558449 w 12192000"/>
              <a:gd name="connsiteY191" fmla="*/ 2182346 h 2237474"/>
              <a:gd name="connsiteX192" fmla="*/ 550517 w 12192000"/>
              <a:gd name="connsiteY192" fmla="*/ 2182060 h 2237474"/>
              <a:gd name="connsiteX193" fmla="*/ 550309 w 12192000"/>
              <a:gd name="connsiteY193" fmla="*/ 2181825 h 2237474"/>
              <a:gd name="connsiteX194" fmla="*/ 541836 w 12192000"/>
              <a:gd name="connsiteY194" fmla="*/ 2181063 h 2237474"/>
              <a:gd name="connsiteX195" fmla="*/ 536057 w 12192000"/>
              <a:gd name="connsiteY195" fmla="*/ 2181537 h 2237474"/>
              <a:gd name="connsiteX196" fmla="*/ 520671 w 12192000"/>
              <a:gd name="connsiteY196" fmla="*/ 2180980 h 2237474"/>
              <a:gd name="connsiteX197" fmla="*/ 515024 w 12192000"/>
              <a:gd name="connsiteY197" fmla="*/ 2179258 h 2237474"/>
              <a:gd name="connsiteX198" fmla="*/ 512278 w 12192000"/>
              <a:gd name="connsiteY198" fmla="*/ 2176369 h 2237474"/>
              <a:gd name="connsiteX199" fmla="*/ 480419 w 12192000"/>
              <a:gd name="connsiteY199" fmla="*/ 2167807 h 2237474"/>
              <a:gd name="connsiteX200" fmla="*/ 413835 w 12192000"/>
              <a:gd name="connsiteY200" fmla="*/ 2156783 h 2237474"/>
              <a:gd name="connsiteX201" fmla="*/ 376513 w 12192000"/>
              <a:gd name="connsiteY201" fmla="*/ 2154014 h 2237474"/>
              <a:gd name="connsiteX202" fmla="*/ 273386 w 12192000"/>
              <a:gd name="connsiteY202" fmla="*/ 2142551 h 2237474"/>
              <a:gd name="connsiteX203" fmla="*/ 169207 w 12192000"/>
              <a:gd name="connsiteY203" fmla="*/ 2128100 h 2237474"/>
              <a:gd name="connsiteX204" fmla="*/ 93149 w 12192000"/>
              <a:gd name="connsiteY204" fmla="*/ 2105324 h 2237474"/>
              <a:gd name="connsiteX205" fmla="*/ 88109 w 12192000"/>
              <a:gd name="connsiteY205" fmla="*/ 2106704 h 2237474"/>
              <a:gd name="connsiteX206" fmla="*/ 80022 w 12192000"/>
              <a:gd name="connsiteY206" fmla="*/ 2107254 h 2237474"/>
              <a:gd name="connsiteX207" fmla="*/ 79717 w 12192000"/>
              <a:gd name="connsiteY207" fmla="*/ 2107046 h 2237474"/>
              <a:gd name="connsiteX208" fmla="*/ 72352 w 12192000"/>
              <a:gd name="connsiteY208" fmla="*/ 2107991 h 2237474"/>
              <a:gd name="connsiteX209" fmla="*/ 37645 w 12192000"/>
              <a:gd name="connsiteY209" fmla="*/ 2115401 h 2237474"/>
              <a:gd name="connsiteX210" fmla="*/ 4572 w 12192000"/>
              <a:gd name="connsiteY210" fmla="*/ 2111091 h 2237474"/>
              <a:gd name="connsiteX211" fmla="*/ 0 w 12192000"/>
              <a:gd name="connsiteY211" fmla="*/ 2110468 h 2237474"/>
              <a:gd name="connsiteX212" fmla="*/ 0 w 12192000"/>
              <a:gd name="connsiteY21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11200 w 12192000"/>
              <a:gd name="connsiteY18" fmla="*/ 767513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798048 w 12192000"/>
              <a:gd name="connsiteY23" fmla="*/ 863207 h 2237474"/>
              <a:gd name="connsiteX24" fmla="*/ 9761459 w 12192000"/>
              <a:gd name="connsiteY24" fmla="*/ 862394 h 2237474"/>
              <a:gd name="connsiteX25" fmla="*/ 9705768 w 12192000"/>
              <a:gd name="connsiteY25" fmla="*/ 894610 h 2237474"/>
              <a:gd name="connsiteX26" fmla="*/ 9683005 w 12192000"/>
              <a:gd name="connsiteY26" fmla="*/ 894128 h 2237474"/>
              <a:gd name="connsiteX27" fmla="*/ 9594438 w 12192000"/>
              <a:gd name="connsiteY27" fmla="*/ 919051 h 2237474"/>
              <a:gd name="connsiteX28" fmla="*/ 9577033 w 12192000"/>
              <a:gd name="connsiteY28" fmla="*/ 922857 h 2237474"/>
              <a:gd name="connsiteX29" fmla="*/ 9544189 w 12192000"/>
              <a:gd name="connsiteY29" fmla="*/ 938966 h 2237474"/>
              <a:gd name="connsiteX30" fmla="*/ 9500499 w 12192000"/>
              <a:gd name="connsiteY30" fmla="*/ 954680 h 2237474"/>
              <a:gd name="connsiteX31" fmla="*/ 9428195 w 12192000"/>
              <a:gd name="connsiteY31" fmla="*/ 986225 h 2237474"/>
              <a:gd name="connsiteX32" fmla="*/ 9410017 w 12192000"/>
              <a:gd name="connsiteY32" fmla="*/ 993931 h 2237474"/>
              <a:gd name="connsiteX33" fmla="*/ 9392919 w 12192000"/>
              <a:gd name="connsiteY33" fmla="*/ 994656 h 2237474"/>
              <a:gd name="connsiteX34" fmla="*/ 9278619 w 12192000"/>
              <a:gd name="connsiteY34" fmla="*/ 1011878 h 2237474"/>
              <a:gd name="connsiteX35" fmla="*/ 9268019 w 12192000"/>
              <a:gd name="connsiteY35" fmla="*/ 1007442 h 2237474"/>
              <a:gd name="connsiteX36" fmla="*/ 9234662 w 12192000"/>
              <a:gd name="connsiteY36" fmla="*/ 1023056 h 2237474"/>
              <a:gd name="connsiteX37" fmla="*/ 9181033 w 12192000"/>
              <a:gd name="connsiteY37" fmla="*/ 1037921 h 2237474"/>
              <a:gd name="connsiteX38" fmla="*/ 9155969 w 12192000"/>
              <a:gd name="connsiteY38" fmla="*/ 1046804 h 2237474"/>
              <a:gd name="connsiteX39" fmla="*/ 9133985 w 12192000"/>
              <a:gd name="connsiteY39" fmla="*/ 1046450 h 2237474"/>
              <a:gd name="connsiteX40" fmla="*/ 9012987 w 12192000"/>
              <a:gd name="connsiteY40" fmla="*/ 1061986 h 2237474"/>
              <a:gd name="connsiteX41" fmla="*/ 8968445 w 12192000"/>
              <a:gd name="connsiteY41" fmla="*/ 1052169 h 2237474"/>
              <a:gd name="connsiteX42" fmla="*/ 8958984 w 12192000"/>
              <a:gd name="connsiteY42" fmla="*/ 1057212 h 2237474"/>
              <a:gd name="connsiteX43" fmla="*/ 8886001 w 12192000"/>
              <a:gd name="connsiteY43" fmla="*/ 1067468 h 2237474"/>
              <a:gd name="connsiteX44" fmla="*/ 8838610 w 12192000"/>
              <a:gd name="connsiteY44" fmla="*/ 1075091 h 2237474"/>
              <a:gd name="connsiteX45" fmla="*/ 8750383 w 12192000"/>
              <a:gd name="connsiteY45" fmla="*/ 1097387 h 2237474"/>
              <a:gd name="connsiteX46" fmla="*/ 8697365 w 12192000"/>
              <a:gd name="connsiteY46" fmla="*/ 1105869 h 2237474"/>
              <a:gd name="connsiteX47" fmla="*/ 8665605 w 12192000"/>
              <a:gd name="connsiteY47" fmla="*/ 1110791 h 2237474"/>
              <a:gd name="connsiteX48" fmla="*/ 8584946 w 12192000"/>
              <a:gd name="connsiteY48" fmla="*/ 1135226 h 2237474"/>
              <a:gd name="connsiteX49" fmla="*/ 8460755 w 12192000"/>
              <a:gd name="connsiteY49" fmla="*/ 1203427 h 2237474"/>
              <a:gd name="connsiteX50" fmla="*/ 8419755 w 12192000"/>
              <a:gd name="connsiteY50" fmla="*/ 1216260 h 2237474"/>
              <a:gd name="connsiteX51" fmla="*/ 8411626 w 12192000"/>
              <a:gd name="connsiteY51" fmla="*/ 1214397 h 2237474"/>
              <a:gd name="connsiteX52" fmla="*/ 8363469 w 12192000"/>
              <a:gd name="connsiteY52" fmla="*/ 1246658 h 2237474"/>
              <a:gd name="connsiteX53" fmla="*/ 8275497 w 12192000"/>
              <a:gd name="connsiteY53" fmla="*/ 1264396 h 2237474"/>
              <a:gd name="connsiteX54" fmla="*/ 8206287 w 12192000"/>
              <a:gd name="connsiteY54" fmla="*/ 1273060 h 2237474"/>
              <a:gd name="connsiteX55" fmla="*/ 8168705 w 12192000"/>
              <a:gd name="connsiteY55" fmla="*/ 1279956 h 2237474"/>
              <a:gd name="connsiteX56" fmla="*/ 8139997 w 12192000"/>
              <a:gd name="connsiteY56" fmla="*/ 1282713 h 2237474"/>
              <a:gd name="connsiteX57" fmla="*/ 8074238 w 12192000"/>
              <a:gd name="connsiteY57" fmla="*/ 1301895 h 2237474"/>
              <a:gd name="connsiteX58" fmla="*/ 7968292 w 12192000"/>
              <a:gd name="connsiteY58" fmla="*/ 1338779 h 2237474"/>
              <a:gd name="connsiteX59" fmla="*/ 7945122 w 12192000"/>
              <a:gd name="connsiteY59" fmla="*/ 1345477 h 2237474"/>
              <a:gd name="connsiteX60" fmla="*/ 7902328 w 12192000"/>
              <a:gd name="connsiteY60" fmla="*/ 1345865 h 2237474"/>
              <a:gd name="connsiteX61" fmla="*/ 7875879 w 12192000"/>
              <a:gd name="connsiteY61" fmla="*/ 1345646 h 2237474"/>
              <a:gd name="connsiteX62" fmla="*/ 7840612 w 12192000"/>
              <a:gd name="connsiteY62" fmla="*/ 1369373 h 2237474"/>
              <a:gd name="connsiteX63" fmla="*/ 7786819 w 12192000"/>
              <a:gd name="connsiteY63" fmla="*/ 1378970 h 2237474"/>
              <a:gd name="connsiteX64" fmla="*/ 7548172 w 12192000"/>
              <a:gd name="connsiteY64" fmla="*/ 1417460 h 2237474"/>
              <a:gd name="connsiteX65" fmla="*/ 7483437 w 12192000"/>
              <a:gd name="connsiteY65" fmla="*/ 1478152 h 2237474"/>
              <a:gd name="connsiteX66" fmla="*/ 7377870 w 12192000"/>
              <a:gd name="connsiteY66" fmla="*/ 1523319 h 2237474"/>
              <a:gd name="connsiteX67" fmla="*/ 7230737 w 12192000"/>
              <a:gd name="connsiteY67" fmla="*/ 1562633 h 2237474"/>
              <a:gd name="connsiteX68" fmla="*/ 7224458 w 12192000"/>
              <a:gd name="connsiteY68" fmla="*/ 1573008 h 2237474"/>
              <a:gd name="connsiteX69" fmla="*/ 7183121 w 12192000"/>
              <a:gd name="connsiteY69" fmla="*/ 1595162 h 2237474"/>
              <a:gd name="connsiteX70" fmla="*/ 7164601 w 12192000"/>
              <a:gd name="connsiteY70" fmla="*/ 1606490 h 2237474"/>
              <a:gd name="connsiteX71" fmla="*/ 7092727 w 12192000"/>
              <a:gd name="connsiteY71" fmla="*/ 1623628 h 2237474"/>
              <a:gd name="connsiteX72" fmla="*/ 7031309 w 12192000"/>
              <a:gd name="connsiteY72" fmla="*/ 1619451 h 2237474"/>
              <a:gd name="connsiteX73" fmla="*/ 6999084 w 12192000"/>
              <a:gd name="connsiteY73" fmla="*/ 1634317 h 2237474"/>
              <a:gd name="connsiteX74" fmla="*/ 6992107 w 12192000"/>
              <a:gd name="connsiteY74" fmla="*/ 1636860 h 2237474"/>
              <a:gd name="connsiteX75" fmla="*/ 6900177 w 12192000"/>
              <a:gd name="connsiteY75" fmla="*/ 1636016 h 2237474"/>
              <a:gd name="connsiteX76" fmla="*/ 6795372 w 12192000"/>
              <a:gd name="connsiteY76" fmla="*/ 1644845 h 2237474"/>
              <a:gd name="connsiteX77" fmla="*/ 6692251 w 12192000"/>
              <a:gd name="connsiteY77" fmla="*/ 1656357 h 2237474"/>
              <a:gd name="connsiteX78" fmla="*/ 6655235 w 12192000"/>
              <a:gd name="connsiteY78" fmla="*/ 1661869 h 2237474"/>
              <a:gd name="connsiteX79" fmla="*/ 6554894 w 12192000"/>
              <a:gd name="connsiteY79" fmla="*/ 1664428 h 2237474"/>
              <a:gd name="connsiteX80" fmla="*/ 6516595 w 12192000"/>
              <a:gd name="connsiteY80" fmla="*/ 1667475 h 2237474"/>
              <a:gd name="connsiteX81" fmla="*/ 6508541 w 12192000"/>
              <a:gd name="connsiteY81" fmla="*/ 1668757 h 2237474"/>
              <a:gd name="connsiteX82" fmla="*/ 6471012 w 12192000"/>
              <a:gd name="connsiteY82" fmla="*/ 1678604 h 2237474"/>
              <a:gd name="connsiteX83" fmla="*/ 6415265 w 12192000"/>
              <a:gd name="connsiteY83" fmla="*/ 1665317 h 2237474"/>
              <a:gd name="connsiteX84" fmla="*/ 6364035 w 12192000"/>
              <a:gd name="connsiteY84" fmla="*/ 1667683 h 2237474"/>
              <a:gd name="connsiteX85" fmla="*/ 6280959 w 12192000"/>
              <a:gd name="connsiteY85" fmla="*/ 1689329 h 2237474"/>
              <a:gd name="connsiteX86" fmla="*/ 6243319 w 12192000"/>
              <a:gd name="connsiteY86" fmla="*/ 1695560 h 2237474"/>
              <a:gd name="connsiteX87" fmla="*/ 6098321 w 12192000"/>
              <a:gd name="connsiteY87" fmla="*/ 1721646 h 2237474"/>
              <a:gd name="connsiteX88" fmla="*/ 5880652 w 12192000"/>
              <a:gd name="connsiteY88" fmla="*/ 1779643 h 2237474"/>
              <a:gd name="connsiteX89" fmla="*/ 5785959 w 12192000"/>
              <a:gd name="connsiteY89" fmla="*/ 1775307 h 2237474"/>
              <a:gd name="connsiteX90" fmla="*/ 5643534 w 12192000"/>
              <a:gd name="connsiteY90" fmla="*/ 1802919 h 2237474"/>
              <a:gd name="connsiteX91" fmla="*/ 5518799 w 12192000"/>
              <a:gd name="connsiteY91" fmla="*/ 1818312 h 2237474"/>
              <a:gd name="connsiteX92" fmla="*/ 5505014 w 12192000"/>
              <a:gd name="connsiteY92" fmla="*/ 1819259 h 2237474"/>
              <a:gd name="connsiteX93" fmla="*/ 5453307 w 12192000"/>
              <a:gd name="connsiteY93" fmla="*/ 1815450 h 2237474"/>
              <a:gd name="connsiteX94" fmla="*/ 5364192 w 12192000"/>
              <a:gd name="connsiteY94" fmla="*/ 1826074 h 2237474"/>
              <a:gd name="connsiteX95" fmla="*/ 5350380 w 12192000"/>
              <a:gd name="connsiteY95" fmla="*/ 1830891 h 2237474"/>
              <a:gd name="connsiteX96" fmla="*/ 5259633 w 12192000"/>
              <a:gd name="connsiteY96" fmla="*/ 1837160 h 2237474"/>
              <a:gd name="connsiteX97" fmla="*/ 5197513 w 12192000"/>
              <a:gd name="connsiteY97" fmla="*/ 1844718 h 2237474"/>
              <a:gd name="connsiteX98" fmla="*/ 5168852 w 12192000"/>
              <a:gd name="connsiteY98" fmla="*/ 1844846 h 2237474"/>
              <a:gd name="connsiteX99" fmla="*/ 5114927 w 12192000"/>
              <a:gd name="connsiteY99" fmla="*/ 1847827 h 2237474"/>
              <a:gd name="connsiteX100" fmla="*/ 5108970 w 12192000"/>
              <a:gd name="connsiteY100" fmla="*/ 1847935 h 2237474"/>
              <a:gd name="connsiteX101" fmla="*/ 5067961 w 12192000"/>
              <a:gd name="connsiteY101" fmla="*/ 1845917 h 2237474"/>
              <a:gd name="connsiteX102" fmla="*/ 5007075 w 12192000"/>
              <a:gd name="connsiteY102" fmla="*/ 1838626 h 2237474"/>
              <a:gd name="connsiteX103" fmla="*/ 4944087 w 12192000"/>
              <a:gd name="connsiteY103" fmla="*/ 1823332 h 2237474"/>
              <a:gd name="connsiteX104" fmla="*/ 4907662 w 12192000"/>
              <a:gd name="connsiteY104" fmla="*/ 1816900 h 2237474"/>
              <a:gd name="connsiteX105" fmla="*/ 4882386 w 12192000"/>
              <a:gd name="connsiteY105" fmla="*/ 1809844 h 2237474"/>
              <a:gd name="connsiteX106" fmla="*/ 4811440 w 12192000"/>
              <a:gd name="connsiteY106" fmla="*/ 1804655 h 2237474"/>
              <a:gd name="connsiteX107" fmla="*/ 4691075 w 12192000"/>
              <a:gd name="connsiteY107" fmla="*/ 1801389 h 2237474"/>
              <a:gd name="connsiteX108" fmla="*/ 4611738 w 12192000"/>
              <a:gd name="connsiteY108" fmla="*/ 1776964 h 2237474"/>
              <a:gd name="connsiteX109" fmla="*/ 4560070 w 12192000"/>
              <a:gd name="connsiteY109" fmla="*/ 1785640 h 2237474"/>
              <a:gd name="connsiteX110" fmla="*/ 4536503 w 12192000"/>
              <a:gd name="connsiteY110" fmla="*/ 1785334 h 2237474"/>
              <a:gd name="connsiteX111" fmla="*/ 4513724 w 12192000"/>
              <a:gd name="connsiteY111" fmla="*/ 1791996 h 2237474"/>
              <a:gd name="connsiteX112" fmla="*/ 4459810 w 12192000"/>
              <a:gd name="connsiteY112" fmla="*/ 1797886 h 2237474"/>
              <a:gd name="connsiteX113" fmla="*/ 4379064 w 12192000"/>
              <a:gd name="connsiteY113" fmla="*/ 1817177 h 2237474"/>
              <a:gd name="connsiteX114" fmla="*/ 4319209 w 12192000"/>
              <a:gd name="connsiteY114" fmla="*/ 1834833 h 2237474"/>
              <a:gd name="connsiteX115" fmla="*/ 4290981 w 12192000"/>
              <a:gd name="connsiteY115" fmla="*/ 1839677 h 2237474"/>
              <a:gd name="connsiteX116" fmla="*/ 4285792 w 12192000"/>
              <a:gd name="connsiteY116" fmla="*/ 1836231 h 2237474"/>
              <a:gd name="connsiteX117" fmla="*/ 4238372 w 12192000"/>
              <a:gd name="connsiteY117" fmla="*/ 1851480 h 2237474"/>
              <a:gd name="connsiteX118" fmla="*/ 4232517 w 12192000"/>
              <a:gd name="connsiteY118" fmla="*/ 1852567 h 2237474"/>
              <a:gd name="connsiteX119" fmla="*/ 4191732 w 12192000"/>
              <a:gd name="connsiteY119" fmla="*/ 1857328 h 2237474"/>
              <a:gd name="connsiteX120" fmla="*/ 4065532 w 12192000"/>
              <a:gd name="connsiteY120" fmla="*/ 1855477 h 2237474"/>
              <a:gd name="connsiteX121" fmla="*/ 4028460 w 12192000"/>
              <a:gd name="connsiteY121" fmla="*/ 1855137 h 2237474"/>
              <a:gd name="connsiteX122" fmla="*/ 4002267 w 12192000"/>
              <a:gd name="connsiteY122" fmla="*/ 1852352 h 2237474"/>
              <a:gd name="connsiteX123" fmla="*/ 3931396 w 12192000"/>
              <a:gd name="connsiteY123" fmla="*/ 1858915 h 2237474"/>
              <a:gd name="connsiteX124" fmla="*/ 3812162 w 12192000"/>
              <a:gd name="connsiteY124" fmla="*/ 1875501 h 2237474"/>
              <a:gd name="connsiteX125" fmla="*/ 3729530 w 12192000"/>
              <a:gd name="connsiteY125" fmla="*/ 1864513 h 2237474"/>
              <a:gd name="connsiteX126" fmla="*/ 3680177 w 12192000"/>
              <a:gd name="connsiteY126" fmla="*/ 1881552 h 2237474"/>
              <a:gd name="connsiteX127" fmla="*/ 3567259 w 12192000"/>
              <a:gd name="connsiteY127" fmla="*/ 1893482 h 2237474"/>
              <a:gd name="connsiteX128" fmla="*/ 3405770 w 12192000"/>
              <a:gd name="connsiteY128" fmla="*/ 1904591 h 2237474"/>
              <a:gd name="connsiteX129" fmla="*/ 3280097 w 12192000"/>
              <a:gd name="connsiteY129" fmla="*/ 1919610 h 2237474"/>
              <a:gd name="connsiteX130" fmla="*/ 3123424 w 12192000"/>
              <a:gd name="connsiteY130" fmla="*/ 1952930 h 2237474"/>
              <a:gd name="connsiteX131" fmla="*/ 3009910 w 12192000"/>
              <a:gd name="connsiteY131" fmla="*/ 1957866 h 2237474"/>
              <a:gd name="connsiteX132" fmla="*/ 2995934 w 12192000"/>
              <a:gd name="connsiteY132" fmla="*/ 1967085 h 2237474"/>
              <a:gd name="connsiteX133" fmla="*/ 2980071 w 12192000"/>
              <a:gd name="connsiteY133" fmla="*/ 1972988 h 2237474"/>
              <a:gd name="connsiteX134" fmla="*/ 2978094 w 12192000"/>
              <a:gd name="connsiteY134" fmla="*/ 1972369 h 2237474"/>
              <a:gd name="connsiteX135" fmla="*/ 2942858 w 12192000"/>
              <a:gd name="connsiteY135" fmla="*/ 1981367 h 2237474"/>
              <a:gd name="connsiteX136" fmla="*/ 2875436 w 12192000"/>
              <a:gd name="connsiteY136" fmla="*/ 1996977 h 2237474"/>
              <a:gd name="connsiteX137" fmla="*/ 2874892 w 12192000"/>
              <a:gd name="connsiteY137" fmla="*/ 1996085 h 2237474"/>
              <a:gd name="connsiteX138" fmla="*/ 2864145 w 12192000"/>
              <a:gd name="connsiteY138" fmla="*/ 1994061 h 2237474"/>
              <a:gd name="connsiteX139" fmla="*/ 2843662 w 12192000"/>
              <a:gd name="connsiteY139" fmla="*/ 1992498 h 2237474"/>
              <a:gd name="connsiteX140" fmla="*/ 2796128 w 12192000"/>
              <a:gd name="connsiteY140" fmla="*/ 1976403 h 2237474"/>
              <a:gd name="connsiteX141" fmla="*/ 2756784 w 12192000"/>
              <a:gd name="connsiteY141" fmla="*/ 1985116 h 2237474"/>
              <a:gd name="connsiteX142" fmla="*/ 2748833 w 12192000"/>
              <a:gd name="connsiteY142" fmla="*/ 1986323 h 2237474"/>
              <a:gd name="connsiteX143" fmla="*/ 2748661 w 12192000"/>
              <a:gd name="connsiteY143" fmla="*/ 1986122 h 2237474"/>
              <a:gd name="connsiteX144" fmla="*/ 2740251 w 12192000"/>
              <a:gd name="connsiteY144" fmla="*/ 1986946 h 2237474"/>
              <a:gd name="connsiteX145" fmla="*/ 2718916 w 12192000"/>
              <a:gd name="connsiteY145" fmla="*/ 1990867 h 2237474"/>
              <a:gd name="connsiteX146" fmla="*/ 2713522 w 12192000"/>
              <a:gd name="connsiteY146" fmla="*/ 1990173 h 2237474"/>
              <a:gd name="connsiteX147" fmla="*/ 2680597 w 12192000"/>
              <a:gd name="connsiteY147" fmla="*/ 1984996 h 2237474"/>
              <a:gd name="connsiteX148" fmla="*/ 2578178 w 12192000"/>
              <a:gd name="connsiteY148" fmla="*/ 1990531 h 2237474"/>
              <a:gd name="connsiteX149" fmla="*/ 2476147 w 12192000"/>
              <a:gd name="connsiteY149" fmla="*/ 1998305 h 2237474"/>
              <a:gd name="connsiteX150" fmla="*/ 2373568 w 12192000"/>
              <a:gd name="connsiteY150" fmla="*/ 2003219 h 2237474"/>
              <a:gd name="connsiteX151" fmla="*/ 2321399 w 12192000"/>
              <a:gd name="connsiteY151" fmla="*/ 1989467 h 2237474"/>
              <a:gd name="connsiteX152" fmla="*/ 2315525 w 12192000"/>
              <a:gd name="connsiteY152" fmla="*/ 1989708 h 2237474"/>
              <a:gd name="connsiteX153" fmla="*/ 2300792 w 12192000"/>
              <a:gd name="connsiteY153" fmla="*/ 1994290 h 2237474"/>
              <a:gd name="connsiteX154" fmla="*/ 2295469 w 12192000"/>
              <a:gd name="connsiteY154" fmla="*/ 1996659 h 2237474"/>
              <a:gd name="connsiteX155" fmla="*/ 2287219 w 12192000"/>
              <a:gd name="connsiteY155" fmla="*/ 1998750 h 2237474"/>
              <a:gd name="connsiteX156" fmla="*/ 2286948 w 12192000"/>
              <a:gd name="connsiteY156" fmla="*/ 1998596 h 2237474"/>
              <a:gd name="connsiteX157" fmla="*/ 2243069 w 12192000"/>
              <a:gd name="connsiteY157" fmla="*/ 2015111 h 2237474"/>
              <a:gd name="connsiteX158" fmla="*/ 2186609 w 12192000"/>
              <a:gd name="connsiteY158" fmla="*/ 2008263 h 2237474"/>
              <a:gd name="connsiteX159" fmla="*/ 2164831 w 12192000"/>
              <a:gd name="connsiteY159" fmla="*/ 2010143 h 2237474"/>
              <a:gd name="connsiteX160" fmla="*/ 2152836 w 12192000"/>
              <a:gd name="connsiteY160" fmla="*/ 2010048 h 2237474"/>
              <a:gd name="connsiteX161" fmla="*/ 2117102 w 12192000"/>
              <a:gd name="connsiteY161" fmla="*/ 2023004 h 2237474"/>
              <a:gd name="connsiteX162" fmla="*/ 2111935 w 12192000"/>
              <a:gd name="connsiteY162" fmla="*/ 2023163 h 2237474"/>
              <a:gd name="connsiteX163" fmla="*/ 2089991 w 12192000"/>
              <a:gd name="connsiteY163" fmla="*/ 2034193 h 2237474"/>
              <a:gd name="connsiteX164" fmla="*/ 2058061 w 12192000"/>
              <a:gd name="connsiteY164" fmla="*/ 2047942 h 2237474"/>
              <a:gd name="connsiteX165" fmla="*/ 2055737 w 12192000"/>
              <a:gd name="connsiteY165" fmla="*/ 2047704 h 2237474"/>
              <a:gd name="connsiteX166" fmla="*/ 2042244 w 12192000"/>
              <a:gd name="connsiteY166" fmla="*/ 2055560 h 2237474"/>
              <a:gd name="connsiteX167" fmla="*/ 1976224 w 12192000"/>
              <a:gd name="connsiteY167" fmla="*/ 2074257 h 2237474"/>
              <a:gd name="connsiteX168" fmla="*/ 1877728 w 12192000"/>
              <a:gd name="connsiteY168" fmla="*/ 2101004 h 2237474"/>
              <a:gd name="connsiteX169" fmla="*/ 1759056 w 12192000"/>
              <a:gd name="connsiteY169" fmla="*/ 2125608 h 2237474"/>
              <a:gd name="connsiteX170" fmla="*/ 1637948 w 12192000"/>
              <a:gd name="connsiteY170" fmla="*/ 2172597 h 2237474"/>
              <a:gd name="connsiteX171" fmla="*/ 1434549 w 12192000"/>
              <a:gd name="connsiteY171" fmla="*/ 2234522 h 2237474"/>
              <a:gd name="connsiteX172" fmla="*/ 1398481 w 12192000"/>
              <a:gd name="connsiteY172" fmla="*/ 2237074 h 2237474"/>
              <a:gd name="connsiteX173" fmla="*/ 1398407 w 12192000"/>
              <a:gd name="connsiteY173" fmla="*/ 2237095 h 2237474"/>
              <a:gd name="connsiteX174" fmla="*/ 1370962 w 12192000"/>
              <a:gd name="connsiteY174" fmla="*/ 2237474 h 2237474"/>
              <a:gd name="connsiteX175" fmla="*/ 1356367 w 12192000"/>
              <a:gd name="connsiteY175" fmla="*/ 2235089 h 2237474"/>
              <a:gd name="connsiteX176" fmla="*/ 1324828 w 12192000"/>
              <a:gd name="connsiteY176" fmla="*/ 2231968 h 2237474"/>
              <a:gd name="connsiteX177" fmla="*/ 1297744 w 12192000"/>
              <a:gd name="connsiteY177" fmla="*/ 2235849 h 2237474"/>
              <a:gd name="connsiteX178" fmla="*/ 1286236 w 12192000"/>
              <a:gd name="connsiteY178" fmla="*/ 2233135 h 2237474"/>
              <a:gd name="connsiteX179" fmla="*/ 1283504 w 12192000"/>
              <a:gd name="connsiteY179" fmla="*/ 2233797 h 2237474"/>
              <a:gd name="connsiteX180" fmla="*/ 1279765 w 12192000"/>
              <a:gd name="connsiteY180" fmla="*/ 2229639 h 2237474"/>
              <a:gd name="connsiteX181" fmla="*/ 1195347 w 12192000"/>
              <a:gd name="connsiteY181" fmla="*/ 2212354 h 2237474"/>
              <a:gd name="connsiteX182" fmla="*/ 970251 w 12192000"/>
              <a:gd name="connsiteY182" fmla="*/ 2221029 h 2237474"/>
              <a:gd name="connsiteX183" fmla="*/ 812914 w 12192000"/>
              <a:gd name="connsiteY183" fmla="*/ 2202752 h 2237474"/>
              <a:gd name="connsiteX184" fmla="*/ 800195 w 12192000"/>
              <a:gd name="connsiteY184" fmla="*/ 2209407 h 2237474"/>
              <a:gd name="connsiteX185" fmla="*/ 784978 w 12192000"/>
              <a:gd name="connsiteY185" fmla="*/ 2212360 h 2237474"/>
              <a:gd name="connsiteX186" fmla="*/ 681987 w 12192000"/>
              <a:gd name="connsiteY186" fmla="*/ 2216757 h 2237474"/>
              <a:gd name="connsiteX187" fmla="*/ 669923 w 12192000"/>
              <a:gd name="connsiteY187" fmla="*/ 2211682 h 2237474"/>
              <a:gd name="connsiteX188" fmla="*/ 648680 w 12192000"/>
              <a:gd name="connsiteY188" fmla="*/ 2206229 h 2237474"/>
              <a:gd name="connsiteX189" fmla="*/ 597225 w 12192000"/>
              <a:gd name="connsiteY189" fmla="*/ 2180999 h 2237474"/>
              <a:gd name="connsiteX190" fmla="*/ 558449 w 12192000"/>
              <a:gd name="connsiteY190" fmla="*/ 2182346 h 2237474"/>
              <a:gd name="connsiteX191" fmla="*/ 550517 w 12192000"/>
              <a:gd name="connsiteY191" fmla="*/ 2182060 h 2237474"/>
              <a:gd name="connsiteX192" fmla="*/ 550309 w 12192000"/>
              <a:gd name="connsiteY192" fmla="*/ 2181825 h 2237474"/>
              <a:gd name="connsiteX193" fmla="*/ 541836 w 12192000"/>
              <a:gd name="connsiteY193" fmla="*/ 2181063 h 2237474"/>
              <a:gd name="connsiteX194" fmla="*/ 536057 w 12192000"/>
              <a:gd name="connsiteY194" fmla="*/ 2181537 h 2237474"/>
              <a:gd name="connsiteX195" fmla="*/ 520671 w 12192000"/>
              <a:gd name="connsiteY195" fmla="*/ 2180980 h 2237474"/>
              <a:gd name="connsiteX196" fmla="*/ 515024 w 12192000"/>
              <a:gd name="connsiteY196" fmla="*/ 2179258 h 2237474"/>
              <a:gd name="connsiteX197" fmla="*/ 512278 w 12192000"/>
              <a:gd name="connsiteY197" fmla="*/ 2176369 h 2237474"/>
              <a:gd name="connsiteX198" fmla="*/ 480419 w 12192000"/>
              <a:gd name="connsiteY198" fmla="*/ 2167807 h 2237474"/>
              <a:gd name="connsiteX199" fmla="*/ 413835 w 12192000"/>
              <a:gd name="connsiteY199" fmla="*/ 2156783 h 2237474"/>
              <a:gd name="connsiteX200" fmla="*/ 376513 w 12192000"/>
              <a:gd name="connsiteY200" fmla="*/ 2154014 h 2237474"/>
              <a:gd name="connsiteX201" fmla="*/ 273386 w 12192000"/>
              <a:gd name="connsiteY201" fmla="*/ 2142551 h 2237474"/>
              <a:gd name="connsiteX202" fmla="*/ 169207 w 12192000"/>
              <a:gd name="connsiteY202" fmla="*/ 2128100 h 2237474"/>
              <a:gd name="connsiteX203" fmla="*/ 93149 w 12192000"/>
              <a:gd name="connsiteY203" fmla="*/ 2105324 h 2237474"/>
              <a:gd name="connsiteX204" fmla="*/ 88109 w 12192000"/>
              <a:gd name="connsiteY204" fmla="*/ 2106704 h 2237474"/>
              <a:gd name="connsiteX205" fmla="*/ 80022 w 12192000"/>
              <a:gd name="connsiteY205" fmla="*/ 2107254 h 2237474"/>
              <a:gd name="connsiteX206" fmla="*/ 79717 w 12192000"/>
              <a:gd name="connsiteY206" fmla="*/ 2107046 h 2237474"/>
              <a:gd name="connsiteX207" fmla="*/ 72352 w 12192000"/>
              <a:gd name="connsiteY207" fmla="*/ 2107991 h 2237474"/>
              <a:gd name="connsiteX208" fmla="*/ 37645 w 12192000"/>
              <a:gd name="connsiteY208" fmla="*/ 2115401 h 2237474"/>
              <a:gd name="connsiteX209" fmla="*/ 4572 w 12192000"/>
              <a:gd name="connsiteY209" fmla="*/ 2111091 h 2237474"/>
              <a:gd name="connsiteX210" fmla="*/ 0 w 12192000"/>
              <a:gd name="connsiteY210" fmla="*/ 2110468 h 2237474"/>
              <a:gd name="connsiteX211" fmla="*/ 0 w 12192000"/>
              <a:gd name="connsiteY211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11200 w 12192000"/>
              <a:gd name="connsiteY18" fmla="*/ 767513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798048 w 12192000"/>
              <a:gd name="connsiteY23" fmla="*/ 863207 h 2237474"/>
              <a:gd name="connsiteX24" fmla="*/ 9761459 w 12192000"/>
              <a:gd name="connsiteY24" fmla="*/ 862394 h 2237474"/>
              <a:gd name="connsiteX25" fmla="*/ 9705768 w 12192000"/>
              <a:gd name="connsiteY25" fmla="*/ 894610 h 2237474"/>
              <a:gd name="connsiteX26" fmla="*/ 9683005 w 12192000"/>
              <a:gd name="connsiteY26" fmla="*/ 894128 h 2237474"/>
              <a:gd name="connsiteX27" fmla="*/ 9594438 w 12192000"/>
              <a:gd name="connsiteY27" fmla="*/ 919051 h 2237474"/>
              <a:gd name="connsiteX28" fmla="*/ 9577033 w 12192000"/>
              <a:gd name="connsiteY28" fmla="*/ 922857 h 2237474"/>
              <a:gd name="connsiteX29" fmla="*/ 9544189 w 12192000"/>
              <a:gd name="connsiteY29" fmla="*/ 938966 h 2237474"/>
              <a:gd name="connsiteX30" fmla="*/ 9500499 w 12192000"/>
              <a:gd name="connsiteY30" fmla="*/ 954680 h 2237474"/>
              <a:gd name="connsiteX31" fmla="*/ 9428195 w 12192000"/>
              <a:gd name="connsiteY31" fmla="*/ 986225 h 2237474"/>
              <a:gd name="connsiteX32" fmla="*/ 9410017 w 12192000"/>
              <a:gd name="connsiteY32" fmla="*/ 993931 h 2237474"/>
              <a:gd name="connsiteX33" fmla="*/ 9392919 w 12192000"/>
              <a:gd name="connsiteY33" fmla="*/ 994656 h 2237474"/>
              <a:gd name="connsiteX34" fmla="*/ 9278619 w 12192000"/>
              <a:gd name="connsiteY34" fmla="*/ 1011878 h 2237474"/>
              <a:gd name="connsiteX35" fmla="*/ 9268019 w 12192000"/>
              <a:gd name="connsiteY35" fmla="*/ 1007442 h 2237474"/>
              <a:gd name="connsiteX36" fmla="*/ 9234662 w 12192000"/>
              <a:gd name="connsiteY36" fmla="*/ 1023056 h 2237474"/>
              <a:gd name="connsiteX37" fmla="*/ 9181033 w 12192000"/>
              <a:gd name="connsiteY37" fmla="*/ 1037921 h 2237474"/>
              <a:gd name="connsiteX38" fmla="*/ 9155969 w 12192000"/>
              <a:gd name="connsiteY38" fmla="*/ 1046804 h 2237474"/>
              <a:gd name="connsiteX39" fmla="*/ 9133985 w 12192000"/>
              <a:gd name="connsiteY39" fmla="*/ 1046450 h 2237474"/>
              <a:gd name="connsiteX40" fmla="*/ 9012987 w 12192000"/>
              <a:gd name="connsiteY40" fmla="*/ 1061986 h 2237474"/>
              <a:gd name="connsiteX41" fmla="*/ 8968445 w 12192000"/>
              <a:gd name="connsiteY41" fmla="*/ 1052169 h 2237474"/>
              <a:gd name="connsiteX42" fmla="*/ 8958984 w 12192000"/>
              <a:gd name="connsiteY42" fmla="*/ 1057212 h 2237474"/>
              <a:gd name="connsiteX43" fmla="*/ 8886001 w 12192000"/>
              <a:gd name="connsiteY43" fmla="*/ 1067468 h 2237474"/>
              <a:gd name="connsiteX44" fmla="*/ 8838610 w 12192000"/>
              <a:gd name="connsiteY44" fmla="*/ 1075091 h 2237474"/>
              <a:gd name="connsiteX45" fmla="*/ 8750383 w 12192000"/>
              <a:gd name="connsiteY45" fmla="*/ 1097387 h 2237474"/>
              <a:gd name="connsiteX46" fmla="*/ 8697365 w 12192000"/>
              <a:gd name="connsiteY46" fmla="*/ 1105869 h 2237474"/>
              <a:gd name="connsiteX47" fmla="*/ 8665605 w 12192000"/>
              <a:gd name="connsiteY47" fmla="*/ 1110791 h 2237474"/>
              <a:gd name="connsiteX48" fmla="*/ 8584946 w 12192000"/>
              <a:gd name="connsiteY48" fmla="*/ 1135226 h 2237474"/>
              <a:gd name="connsiteX49" fmla="*/ 8460755 w 12192000"/>
              <a:gd name="connsiteY49" fmla="*/ 1203427 h 2237474"/>
              <a:gd name="connsiteX50" fmla="*/ 8419755 w 12192000"/>
              <a:gd name="connsiteY50" fmla="*/ 1216260 h 2237474"/>
              <a:gd name="connsiteX51" fmla="*/ 8411626 w 12192000"/>
              <a:gd name="connsiteY51" fmla="*/ 1214397 h 2237474"/>
              <a:gd name="connsiteX52" fmla="*/ 8363469 w 12192000"/>
              <a:gd name="connsiteY52" fmla="*/ 1246658 h 2237474"/>
              <a:gd name="connsiteX53" fmla="*/ 8275497 w 12192000"/>
              <a:gd name="connsiteY53" fmla="*/ 1264396 h 2237474"/>
              <a:gd name="connsiteX54" fmla="*/ 8206287 w 12192000"/>
              <a:gd name="connsiteY54" fmla="*/ 1273060 h 2237474"/>
              <a:gd name="connsiteX55" fmla="*/ 8168705 w 12192000"/>
              <a:gd name="connsiteY55" fmla="*/ 1279956 h 2237474"/>
              <a:gd name="connsiteX56" fmla="*/ 8139997 w 12192000"/>
              <a:gd name="connsiteY56" fmla="*/ 1282713 h 2237474"/>
              <a:gd name="connsiteX57" fmla="*/ 8074238 w 12192000"/>
              <a:gd name="connsiteY57" fmla="*/ 1301895 h 2237474"/>
              <a:gd name="connsiteX58" fmla="*/ 7968292 w 12192000"/>
              <a:gd name="connsiteY58" fmla="*/ 1338779 h 2237474"/>
              <a:gd name="connsiteX59" fmla="*/ 7945122 w 12192000"/>
              <a:gd name="connsiteY59" fmla="*/ 1345477 h 2237474"/>
              <a:gd name="connsiteX60" fmla="*/ 7902328 w 12192000"/>
              <a:gd name="connsiteY60" fmla="*/ 1345865 h 2237474"/>
              <a:gd name="connsiteX61" fmla="*/ 7875879 w 12192000"/>
              <a:gd name="connsiteY61" fmla="*/ 1345646 h 2237474"/>
              <a:gd name="connsiteX62" fmla="*/ 7840612 w 12192000"/>
              <a:gd name="connsiteY62" fmla="*/ 1369373 h 2237474"/>
              <a:gd name="connsiteX63" fmla="*/ 7786819 w 12192000"/>
              <a:gd name="connsiteY63" fmla="*/ 1378970 h 2237474"/>
              <a:gd name="connsiteX64" fmla="*/ 7548172 w 12192000"/>
              <a:gd name="connsiteY64" fmla="*/ 1417460 h 2237474"/>
              <a:gd name="connsiteX65" fmla="*/ 7483437 w 12192000"/>
              <a:gd name="connsiteY65" fmla="*/ 1478152 h 2237474"/>
              <a:gd name="connsiteX66" fmla="*/ 7377870 w 12192000"/>
              <a:gd name="connsiteY66" fmla="*/ 1523319 h 2237474"/>
              <a:gd name="connsiteX67" fmla="*/ 7230737 w 12192000"/>
              <a:gd name="connsiteY67" fmla="*/ 1562633 h 2237474"/>
              <a:gd name="connsiteX68" fmla="*/ 7224458 w 12192000"/>
              <a:gd name="connsiteY68" fmla="*/ 1573008 h 2237474"/>
              <a:gd name="connsiteX69" fmla="*/ 7183121 w 12192000"/>
              <a:gd name="connsiteY69" fmla="*/ 1595162 h 2237474"/>
              <a:gd name="connsiteX70" fmla="*/ 7164601 w 12192000"/>
              <a:gd name="connsiteY70" fmla="*/ 1606490 h 2237474"/>
              <a:gd name="connsiteX71" fmla="*/ 7092727 w 12192000"/>
              <a:gd name="connsiteY71" fmla="*/ 1623628 h 2237474"/>
              <a:gd name="connsiteX72" fmla="*/ 7031309 w 12192000"/>
              <a:gd name="connsiteY72" fmla="*/ 1619451 h 2237474"/>
              <a:gd name="connsiteX73" fmla="*/ 6999084 w 12192000"/>
              <a:gd name="connsiteY73" fmla="*/ 1634317 h 2237474"/>
              <a:gd name="connsiteX74" fmla="*/ 6992107 w 12192000"/>
              <a:gd name="connsiteY74" fmla="*/ 1636860 h 2237474"/>
              <a:gd name="connsiteX75" fmla="*/ 6900177 w 12192000"/>
              <a:gd name="connsiteY75" fmla="*/ 1636016 h 2237474"/>
              <a:gd name="connsiteX76" fmla="*/ 6795372 w 12192000"/>
              <a:gd name="connsiteY76" fmla="*/ 1644845 h 2237474"/>
              <a:gd name="connsiteX77" fmla="*/ 6692251 w 12192000"/>
              <a:gd name="connsiteY77" fmla="*/ 1656357 h 2237474"/>
              <a:gd name="connsiteX78" fmla="*/ 6655235 w 12192000"/>
              <a:gd name="connsiteY78" fmla="*/ 1661869 h 2237474"/>
              <a:gd name="connsiteX79" fmla="*/ 6554894 w 12192000"/>
              <a:gd name="connsiteY79" fmla="*/ 1664428 h 2237474"/>
              <a:gd name="connsiteX80" fmla="*/ 6516595 w 12192000"/>
              <a:gd name="connsiteY80" fmla="*/ 1667475 h 2237474"/>
              <a:gd name="connsiteX81" fmla="*/ 6508541 w 12192000"/>
              <a:gd name="connsiteY81" fmla="*/ 1668757 h 2237474"/>
              <a:gd name="connsiteX82" fmla="*/ 6471012 w 12192000"/>
              <a:gd name="connsiteY82" fmla="*/ 1678604 h 2237474"/>
              <a:gd name="connsiteX83" fmla="*/ 6364035 w 12192000"/>
              <a:gd name="connsiteY83" fmla="*/ 1667683 h 2237474"/>
              <a:gd name="connsiteX84" fmla="*/ 6280959 w 12192000"/>
              <a:gd name="connsiteY84" fmla="*/ 1689329 h 2237474"/>
              <a:gd name="connsiteX85" fmla="*/ 6243319 w 12192000"/>
              <a:gd name="connsiteY85" fmla="*/ 1695560 h 2237474"/>
              <a:gd name="connsiteX86" fmla="*/ 6098321 w 12192000"/>
              <a:gd name="connsiteY86" fmla="*/ 1721646 h 2237474"/>
              <a:gd name="connsiteX87" fmla="*/ 5880652 w 12192000"/>
              <a:gd name="connsiteY87" fmla="*/ 1779643 h 2237474"/>
              <a:gd name="connsiteX88" fmla="*/ 5785959 w 12192000"/>
              <a:gd name="connsiteY88" fmla="*/ 1775307 h 2237474"/>
              <a:gd name="connsiteX89" fmla="*/ 5643534 w 12192000"/>
              <a:gd name="connsiteY89" fmla="*/ 1802919 h 2237474"/>
              <a:gd name="connsiteX90" fmla="*/ 5518799 w 12192000"/>
              <a:gd name="connsiteY90" fmla="*/ 1818312 h 2237474"/>
              <a:gd name="connsiteX91" fmla="*/ 5505014 w 12192000"/>
              <a:gd name="connsiteY91" fmla="*/ 1819259 h 2237474"/>
              <a:gd name="connsiteX92" fmla="*/ 5453307 w 12192000"/>
              <a:gd name="connsiteY92" fmla="*/ 1815450 h 2237474"/>
              <a:gd name="connsiteX93" fmla="*/ 5364192 w 12192000"/>
              <a:gd name="connsiteY93" fmla="*/ 1826074 h 2237474"/>
              <a:gd name="connsiteX94" fmla="*/ 5350380 w 12192000"/>
              <a:gd name="connsiteY94" fmla="*/ 1830891 h 2237474"/>
              <a:gd name="connsiteX95" fmla="*/ 5259633 w 12192000"/>
              <a:gd name="connsiteY95" fmla="*/ 1837160 h 2237474"/>
              <a:gd name="connsiteX96" fmla="*/ 5197513 w 12192000"/>
              <a:gd name="connsiteY96" fmla="*/ 1844718 h 2237474"/>
              <a:gd name="connsiteX97" fmla="*/ 5168852 w 12192000"/>
              <a:gd name="connsiteY97" fmla="*/ 1844846 h 2237474"/>
              <a:gd name="connsiteX98" fmla="*/ 5114927 w 12192000"/>
              <a:gd name="connsiteY98" fmla="*/ 1847827 h 2237474"/>
              <a:gd name="connsiteX99" fmla="*/ 5108970 w 12192000"/>
              <a:gd name="connsiteY99" fmla="*/ 1847935 h 2237474"/>
              <a:gd name="connsiteX100" fmla="*/ 5067961 w 12192000"/>
              <a:gd name="connsiteY100" fmla="*/ 1845917 h 2237474"/>
              <a:gd name="connsiteX101" fmla="*/ 5007075 w 12192000"/>
              <a:gd name="connsiteY101" fmla="*/ 1838626 h 2237474"/>
              <a:gd name="connsiteX102" fmla="*/ 4944087 w 12192000"/>
              <a:gd name="connsiteY102" fmla="*/ 1823332 h 2237474"/>
              <a:gd name="connsiteX103" fmla="*/ 4907662 w 12192000"/>
              <a:gd name="connsiteY103" fmla="*/ 1816900 h 2237474"/>
              <a:gd name="connsiteX104" fmla="*/ 4882386 w 12192000"/>
              <a:gd name="connsiteY104" fmla="*/ 1809844 h 2237474"/>
              <a:gd name="connsiteX105" fmla="*/ 4811440 w 12192000"/>
              <a:gd name="connsiteY105" fmla="*/ 1804655 h 2237474"/>
              <a:gd name="connsiteX106" fmla="*/ 4691075 w 12192000"/>
              <a:gd name="connsiteY106" fmla="*/ 1801389 h 2237474"/>
              <a:gd name="connsiteX107" fmla="*/ 4611738 w 12192000"/>
              <a:gd name="connsiteY107" fmla="*/ 1776964 h 2237474"/>
              <a:gd name="connsiteX108" fmla="*/ 4560070 w 12192000"/>
              <a:gd name="connsiteY108" fmla="*/ 1785640 h 2237474"/>
              <a:gd name="connsiteX109" fmla="*/ 4536503 w 12192000"/>
              <a:gd name="connsiteY109" fmla="*/ 1785334 h 2237474"/>
              <a:gd name="connsiteX110" fmla="*/ 4513724 w 12192000"/>
              <a:gd name="connsiteY110" fmla="*/ 1791996 h 2237474"/>
              <a:gd name="connsiteX111" fmla="*/ 4459810 w 12192000"/>
              <a:gd name="connsiteY111" fmla="*/ 1797886 h 2237474"/>
              <a:gd name="connsiteX112" fmla="*/ 4379064 w 12192000"/>
              <a:gd name="connsiteY112" fmla="*/ 1817177 h 2237474"/>
              <a:gd name="connsiteX113" fmla="*/ 4319209 w 12192000"/>
              <a:gd name="connsiteY113" fmla="*/ 1834833 h 2237474"/>
              <a:gd name="connsiteX114" fmla="*/ 4290981 w 12192000"/>
              <a:gd name="connsiteY114" fmla="*/ 1839677 h 2237474"/>
              <a:gd name="connsiteX115" fmla="*/ 4285792 w 12192000"/>
              <a:gd name="connsiteY115" fmla="*/ 1836231 h 2237474"/>
              <a:gd name="connsiteX116" fmla="*/ 4238372 w 12192000"/>
              <a:gd name="connsiteY116" fmla="*/ 1851480 h 2237474"/>
              <a:gd name="connsiteX117" fmla="*/ 4232517 w 12192000"/>
              <a:gd name="connsiteY117" fmla="*/ 1852567 h 2237474"/>
              <a:gd name="connsiteX118" fmla="*/ 4191732 w 12192000"/>
              <a:gd name="connsiteY118" fmla="*/ 1857328 h 2237474"/>
              <a:gd name="connsiteX119" fmla="*/ 4065532 w 12192000"/>
              <a:gd name="connsiteY119" fmla="*/ 1855477 h 2237474"/>
              <a:gd name="connsiteX120" fmla="*/ 4028460 w 12192000"/>
              <a:gd name="connsiteY120" fmla="*/ 1855137 h 2237474"/>
              <a:gd name="connsiteX121" fmla="*/ 4002267 w 12192000"/>
              <a:gd name="connsiteY121" fmla="*/ 1852352 h 2237474"/>
              <a:gd name="connsiteX122" fmla="*/ 3931396 w 12192000"/>
              <a:gd name="connsiteY122" fmla="*/ 1858915 h 2237474"/>
              <a:gd name="connsiteX123" fmla="*/ 3812162 w 12192000"/>
              <a:gd name="connsiteY123" fmla="*/ 1875501 h 2237474"/>
              <a:gd name="connsiteX124" fmla="*/ 3729530 w 12192000"/>
              <a:gd name="connsiteY124" fmla="*/ 1864513 h 2237474"/>
              <a:gd name="connsiteX125" fmla="*/ 3680177 w 12192000"/>
              <a:gd name="connsiteY125" fmla="*/ 1881552 h 2237474"/>
              <a:gd name="connsiteX126" fmla="*/ 3567259 w 12192000"/>
              <a:gd name="connsiteY126" fmla="*/ 1893482 h 2237474"/>
              <a:gd name="connsiteX127" fmla="*/ 3405770 w 12192000"/>
              <a:gd name="connsiteY127" fmla="*/ 1904591 h 2237474"/>
              <a:gd name="connsiteX128" fmla="*/ 3280097 w 12192000"/>
              <a:gd name="connsiteY128" fmla="*/ 1919610 h 2237474"/>
              <a:gd name="connsiteX129" fmla="*/ 3123424 w 12192000"/>
              <a:gd name="connsiteY129" fmla="*/ 1952930 h 2237474"/>
              <a:gd name="connsiteX130" fmla="*/ 3009910 w 12192000"/>
              <a:gd name="connsiteY130" fmla="*/ 1957866 h 2237474"/>
              <a:gd name="connsiteX131" fmla="*/ 2995934 w 12192000"/>
              <a:gd name="connsiteY131" fmla="*/ 1967085 h 2237474"/>
              <a:gd name="connsiteX132" fmla="*/ 2980071 w 12192000"/>
              <a:gd name="connsiteY132" fmla="*/ 1972988 h 2237474"/>
              <a:gd name="connsiteX133" fmla="*/ 2978094 w 12192000"/>
              <a:gd name="connsiteY133" fmla="*/ 1972369 h 2237474"/>
              <a:gd name="connsiteX134" fmla="*/ 2942858 w 12192000"/>
              <a:gd name="connsiteY134" fmla="*/ 1981367 h 2237474"/>
              <a:gd name="connsiteX135" fmla="*/ 2875436 w 12192000"/>
              <a:gd name="connsiteY135" fmla="*/ 1996977 h 2237474"/>
              <a:gd name="connsiteX136" fmla="*/ 2874892 w 12192000"/>
              <a:gd name="connsiteY136" fmla="*/ 1996085 h 2237474"/>
              <a:gd name="connsiteX137" fmla="*/ 2864145 w 12192000"/>
              <a:gd name="connsiteY137" fmla="*/ 1994061 h 2237474"/>
              <a:gd name="connsiteX138" fmla="*/ 2843662 w 12192000"/>
              <a:gd name="connsiteY138" fmla="*/ 1992498 h 2237474"/>
              <a:gd name="connsiteX139" fmla="*/ 2796128 w 12192000"/>
              <a:gd name="connsiteY139" fmla="*/ 1976403 h 2237474"/>
              <a:gd name="connsiteX140" fmla="*/ 2756784 w 12192000"/>
              <a:gd name="connsiteY140" fmla="*/ 1985116 h 2237474"/>
              <a:gd name="connsiteX141" fmla="*/ 2748833 w 12192000"/>
              <a:gd name="connsiteY141" fmla="*/ 1986323 h 2237474"/>
              <a:gd name="connsiteX142" fmla="*/ 2748661 w 12192000"/>
              <a:gd name="connsiteY142" fmla="*/ 1986122 h 2237474"/>
              <a:gd name="connsiteX143" fmla="*/ 2740251 w 12192000"/>
              <a:gd name="connsiteY143" fmla="*/ 1986946 h 2237474"/>
              <a:gd name="connsiteX144" fmla="*/ 2718916 w 12192000"/>
              <a:gd name="connsiteY144" fmla="*/ 1990867 h 2237474"/>
              <a:gd name="connsiteX145" fmla="*/ 2713522 w 12192000"/>
              <a:gd name="connsiteY145" fmla="*/ 1990173 h 2237474"/>
              <a:gd name="connsiteX146" fmla="*/ 2680597 w 12192000"/>
              <a:gd name="connsiteY146" fmla="*/ 1984996 h 2237474"/>
              <a:gd name="connsiteX147" fmla="*/ 2578178 w 12192000"/>
              <a:gd name="connsiteY147" fmla="*/ 1990531 h 2237474"/>
              <a:gd name="connsiteX148" fmla="*/ 2476147 w 12192000"/>
              <a:gd name="connsiteY148" fmla="*/ 1998305 h 2237474"/>
              <a:gd name="connsiteX149" fmla="*/ 2373568 w 12192000"/>
              <a:gd name="connsiteY149" fmla="*/ 2003219 h 2237474"/>
              <a:gd name="connsiteX150" fmla="*/ 2321399 w 12192000"/>
              <a:gd name="connsiteY150" fmla="*/ 1989467 h 2237474"/>
              <a:gd name="connsiteX151" fmla="*/ 2315525 w 12192000"/>
              <a:gd name="connsiteY151" fmla="*/ 1989708 h 2237474"/>
              <a:gd name="connsiteX152" fmla="*/ 2300792 w 12192000"/>
              <a:gd name="connsiteY152" fmla="*/ 1994290 h 2237474"/>
              <a:gd name="connsiteX153" fmla="*/ 2295469 w 12192000"/>
              <a:gd name="connsiteY153" fmla="*/ 1996659 h 2237474"/>
              <a:gd name="connsiteX154" fmla="*/ 2287219 w 12192000"/>
              <a:gd name="connsiteY154" fmla="*/ 1998750 h 2237474"/>
              <a:gd name="connsiteX155" fmla="*/ 2286948 w 12192000"/>
              <a:gd name="connsiteY155" fmla="*/ 1998596 h 2237474"/>
              <a:gd name="connsiteX156" fmla="*/ 2243069 w 12192000"/>
              <a:gd name="connsiteY156" fmla="*/ 2015111 h 2237474"/>
              <a:gd name="connsiteX157" fmla="*/ 2186609 w 12192000"/>
              <a:gd name="connsiteY157" fmla="*/ 2008263 h 2237474"/>
              <a:gd name="connsiteX158" fmla="*/ 2164831 w 12192000"/>
              <a:gd name="connsiteY158" fmla="*/ 2010143 h 2237474"/>
              <a:gd name="connsiteX159" fmla="*/ 2152836 w 12192000"/>
              <a:gd name="connsiteY159" fmla="*/ 2010048 h 2237474"/>
              <a:gd name="connsiteX160" fmla="*/ 2117102 w 12192000"/>
              <a:gd name="connsiteY160" fmla="*/ 2023004 h 2237474"/>
              <a:gd name="connsiteX161" fmla="*/ 2111935 w 12192000"/>
              <a:gd name="connsiteY161" fmla="*/ 2023163 h 2237474"/>
              <a:gd name="connsiteX162" fmla="*/ 2089991 w 12192000"/>
              <a:gd name="connsiteY162" fmla="*/ 2034193 h 2237474"/>
              <a:gd name="connsiteX163" fmla="*/ 2058061 w 12192000"/>
              <a:gd name="connsiteY163" fmla="*/ 2047942 h 2237474"/>
              <a:gd name="connsiteX164" fmla="*/ 2055737 w 12192000"/>
              <a:gd name="connsiteY164" fmla="*/ 2047704 h 2237474"/>
              <a:gd name="connsiteX165" fmla="*/ 2042244 w 12192000"/>
              <a:gd name="connsiteY165" fmla="*/ 2055560 h 2237474"/>
              <a:gd name="connsiteX166" fmla="*/ 1976224 w 12192000"/>
              <a:gd name="connsiteY166" fmla="*/ 2074257 h 2237474"/>
              <a:gd name="connsiteX167" fmla="*/ 1877728 w 12192000"/>
              <a:gd name="connsiteY167" fmla="*/ 2101004 h 2237474"/>
              <a:gd name="connsiteX168" fmla="*/ 1759056 w 12192000"/>
              <a:gd name="connsiteY168" fmla="*/ 2125608 h 2237474"/>
              <a:gd name="connsiteX169" fmla="*/ 1637948 w 12192000"/>
              <a:gd name="connsiteY169" fmla="*/ 2172597 h 2237474"/>
              <a:gd name="connsiteX170" fmla="*/ 1434549 w 12192000"/>
              <a:gd name="connsiteY170" fmla="*/ 2234522 h 2237474"/>
              <a:gd name="connsiteX171" fmla="*/ 1398481 w 12192000"/>
              <a:gd name="connsiteY171" fmla="*/ 2237074 h 2237474"/>
              <a:gd name="connsiteX172" fmla="*/ 1398407 w 12192000"/>
              <a:gd name="connsiteY172" fmla="*/ 2237095 h 2237474"/>
              <a:gd name="connsiteX173" fmla="*/ 1370962 w 12192000"/>
              <a:gd name="connsiteY173" fmla="*/ 2237474 h 2237474"/>
              <a:gd name="connsiteX174" fmla="*/ 1356367 w 12192000"/>
              <a:gd name="connsiteY174" fmla="*/ 2235089 h 2237474"/>
              <a:gd name="connsiteX175" fmla="*/ 1324828 w 12192000"/>
              <a:gd name="connsiteY175" fmla="*/ 2231968 h 2237474"/>
              <a:gd name="connsiteX176" fmla="*/ 1297744 w 12192000"/>
              <a:gd name="connsiteY176" fmla="*/ 2235849 h 2237474"/>
              <a:gd name="connsiteX177" fmla="*/ 1286236 w 12192000"/>
              <a:gd name="connsiteY177" fmla="*/ 2233135 h 2237474"/>
              <a:gd name="connsiteX178" fmla="*/ 1283504 w 12192000"/>
              <a:gd name="connsiteY178" fmla="*/ 2233797 h 2237474"/>
              <a:gd name="connsiteX179" fmla="*/ 1279765 w 12192000"/>
              <a:gd name="connsiteY179" fmla="*/ 2229639 h 2237474"/>
              <a:gd name="connsiteX180" fmla="*/ 1195347 w 12192000"/>
              <a:gd name="connsiteY180" fmla="*/ 2212354 h 2237474"/>
              <a:gd name="connsiteX181" fmla="*/ 970251 w 12192000"/>
              <a:gd name="connsiteY181" fmla="*/ 2221029 h 2237474"/>
              <a:gd name="connsiteX182" fmla="*/ 812914 w 12192000"/>
              <a:gd name="connsiteY182" fmla="*/ 2202752 h 2237474"/>
              <a:gd name="connsiteX183" fmla="*/ 800195 w 12192000"/>
              <a:gd name="connsiteY183" fmla="*/ 2209407 h 2237474"/>
              <a:gd name="connsiteX184" fmla="*/ 784978 w 12192000"/>
              <a:gd name="connsiteY184" fmla="*/ 2212360 h 2237474"/>
              <a:gd name="connsiteX185" fmla="*/ 681987 w 12192000"/>
              <a:gd name="connsiteY185" fmla="*/ 2216757 h 2237474"/>
              <a:gd name="connsiteX186" fmla="*/ 669923 w 12192000"/>
              <a:gd name="connsiteY186" fmla="*/ 2211682 h 2237474"/>
              <a:gd name="connsiteX187" fmla="*/ 648680 w 12192000"/>
              <a:gd name="connsiteY187" fmla="*/ 2206229 h 2237474"/>
              <a:gd name="connsiteX188" fmla="*/ 597225 w 12192000"/>
              <a:gd name="connsiteY188" fmla="*/ 2180999 h 2237474"/>
              <a:gd name="connsiteX189" fmla="*/ 558449 w 12192000"/>
              <a:gd name="connsiteY189" fmla="*/ 2182346 h 2237474"/>
              <a:gd name="connsiteX190" fmla="*/ 550517 w 12192000"/>
              <a:gd name="connsiteY190" fmla="*/ 2182060 h 2237474"/>
              <a:gd name="connsiteX191" fmla="*/ 550309 w 12192000"/>
              <a:gd name="connsiteY191" fmla="*/ 2181825 h 2237474"/>
              <a:gd name="connsiteX192" fmla="*/ 541836 w 12192000"/>
              <a:gd name="connsiteY192" fmla="*/ 2181063 h 2237474"/>
              <a:gd name="connsiteX193" fmla="*/ 536057 w 12192000"/>
              <a:gd name="connsiteY193" fmla="*/ 2181537 h 2237474"/>
              <a:gd name="connsiteX194" fmla="*/ 520671 w 12192000"/>
              <a:gd name="connsiteY194" fmla="*/ 2180980 h 2237474"/>
              <a:gd name="connsiteX195" fmla="*/ 515024 w 12192000"/>
              <a:gd name="connsiteY195" fmla="*/ 2179258 h 2237474"/>
              <a:gd name="connsiteX196" fmla="*/ 512278 w 12192000"/>
              <a:gd name="connsiteY196" fmla="*/ 2176369 h 2237474"/>
              <a:gd name="connsiteX197" fmla="*/ 480419 w 12192000"/>
              <a:gd name="connsiteY197" fmla="*/ 2167807 h 2237474"/>
              <a:gd name="connsiteX198" fmla="*/ 413835 w 12192000"/>
              <a:gd name="connsiteY198" fmla="*/ 2156783 h 2237474"/>
              <a:gd name="connsiteX199" fmla="*/ 376513 w 12192000"/>
              <a:gd name="connsiteY199" fmla="*/ 2154014 h 2237474"/>
              <a:gd name="connsiteX200" fmla="*/ 273386 w 12192000"/>
              <a:gd name="connsiteY200" fmla="*/ 2142551 h 2237474"/>
              <a:gd name="connsiteX201" fmla="*/ 169207 w 12192000"/>
              <a:gd name="connsiteY201" fmla="*/ 2128100 h 2237474"/>
              <a:gd name="connsiteX202" fmla="*/ 93149 w 12192000"/>
              <a:gd name="connsiteY202" fmla="*/ 2105324 h 2237474"/>
              <a:gd name="connsiteX203" fmla="*/ 88109 w 12192000"/>
              <a:gd name="connsiteY203" fmla="*/ 2106704 h 2237474"/>
              <a:gd name="connsiteX204" fmla="*/ 80022 w 12192000"/>
              <a:gd name="connsiteY204" fmla="*/ 2107254 h 2237474"/>
              <a:gd name="connsiteX205" fmla="*/ 79717 w 12192000"/>
              <a:gd name="connsiteY205" fmla="*/ 2107046 h 2237474"/>
              <a:gd name="connsiteX206" fmla="*/ 72352 w 12192000"/>
              <a:gd name="connsiteY206" fmla="*/ 2107991 h 2237474"/>
              <a:gd name="connsiteX207" fmla="*/ 37645 w 12192000"/>
              <a:gd name="connsiteY207" fmla="*/ 2115401 h 2237474"/>
              <a:gd name="connsiteX208" fmla="*/ 4572 w 12192000"/>
              <a:gd name="connsiteY208" fmla="*/ 2111091 h 2237474"/>
              <a:gd name="connsiteX209" fmla="*/ 0 w 12192000"/>
              <a:gd name="connsiteY209" fmla="*/ 2110468 h 2237474"/>
              <a:gd name="connsiteX210" fmla="*/ 0 w 12192000"/>
              <a:gd name="connsiteY210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11200 w 12192000"/>
              <a:gd name="connsiteY18" fmla="*/ 767513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798048 w 12192000"/>
              <a:gd name="connsiteY23" fmla="*/ 863207 h 2237474"/>
              <a:gd name="connsiteX24" fmla="*/ 9761459 w 12192000"/>
              <a:gd name="connsiteY24" fmla="*/ 862394 h 2237474"/>
              <a:gd name="connsiteX25" fmla="*/ 9705768 w 12192000"/>
              <a:gd name="connsiteY25" fmla="*/ 894610 h 2237474"/>
              <a:gd name="connsiteX26" fmla="*/ 9683005 w 12192000"/>
              <a:gd name="connsiteY26" fmla="*/ 894128 h 2237474"/>
              <a:gd name="connsiteX27" fmla="*/ 9594438 w 12192000"/>
              <a:gd name="connsiteY27" fmla="*/ 919051 h 2237474"/>
              <a:gd name="connsiteX28" fmla="*/ 9577033 w 12192000"/>
              <a:gd name="connsiteY28" fmla="*/ 922857 h 2237474"/>
              <a:gd name="connsiteX29" fmla="*/ 9544189 w 12192000"/>
              <a:gd name="connsiteY29" fmla="*/ 938966 h 2237474"/>
              <a:gd name="connsiteX30" fmla="*/ 9500499 w 12192000"/>
              <a:gd name="connsiteY30" fmla="*/ 954680 h 2237474"/>
              <a:gd name="connsiteX31" fmla="*/ 9428195 w 12192000"/>
              <a:gd name="connsiteY31" fmla="*/ 986225 h 2237474"/>
              <a:gd name="connsiteX32" fmla="*/ 9410017 w 12192000"/>
              <a:gd name="connsiteY32" fmla="*/ 993931 h 2237474"/>
              <a:gd name="connsiteX33" fmla="*/ 9392919 w 12192000"/>
              <a:gd name="connsiteY33" fmla="*/ 994656 h 2237474"/>
              <a:gd name="connsiteX34" fmla="*/ 9278619 w 12192000"/>
              <a:gd name="connsiteY34" fmla="*/ 1011878 h 2237474"/>
              <a:gd name="connsiteX35" fmla="*/ 9268019 w 12192000"/>
              <a:gd name="connsiteY35" fmla="*/ 1007442 h 2237474"/>
              <a:gd name="connsiteX36" fmla="*/ 9234662 w 12192000"/>
              <a:gd name="connsiteY36" fmla="*/ 1023056 h 2237474"/>
              <a:gd name="connsiteX37" fmla="*/ 9181033 w 12192000"/>
              <a:gd name="connsiteY37" fmla="*/ 1037921 h 2237474"/>
              <a:gd name="connsiteX38" fmla="*/ 9155969 w 12192000"/>
              <a:gd name="connsiteY38" fmla="*/ 1046804 h 2237474"/>
              <a:gd name="connsiteX39" fmla="*/ 9133985 w 12192000"/>
              <a:gd name="connsiteY39" fmla="*/ 1046450 h 2237474"/>
              <a:gd name="connsiteX40" fmla="*/ 9012987 w 12192000"/>
              <a:gd name="connsiteY40" fmla="*/ 1061986 h 2237474"/>
              <a:gd name="connsiteX41" fmla="*/ 8968445 w 12192000"/>
              <a:gd name="connsiteY41" fmla="*/ 1052169 h 2237474"/>
              <a:gd name="connsiteX42" fmla="*/ 8958984 w 12192000"/>
              <a:gd name="connsiteY42" fmla="*/ 1057212 h 2237474"/>
              <a:gd name="connsiteX43" fmla="*/ 8886001 w 12192000"/>
              <a:gd name="connsiteY43" fmla="*/ 1067468 h 2237474"/>
              <a:gd name="connsiteX44" fmla="*/ 8838610 w 12192000"/>
              <a:gd name="connsiteY44" fmla="*/ 1075091 h 2237474"/>
              <a:gd name="connsiteX45" fmla="*/ 8750383 w 12192000"/>
              <a:gd name="connsiteY45" fmla="*/ 1097387 h 2237474"/>
              <a:gd name="connsiteX46" fmla="*/ 8665605 w 12192000"/>
              <a:gd name="connsiteY46" fmla="*/ 1110791 h 2237474"/>
              <a:gd name="connsiteX47" fmla="*/ 8584946 w 12192000"/>
              <a:gd name="connsiteY47" fmla="*/ 1135226 h 2237474"/>
              <a:gd name="connsiteX48" fmla="*/ 8460755 w 12192000"/>
              <a:gd name="connsiteY48" fmla="*/ 1203427 h 2237474"/>
              <a:gd name="connsiteX49" fmla="*/ 8419755 w 12192000"/>
              <a:gd name="connsiteY49" fmla="*/ 1216260 h 2237474"/>
              <a:gd name="connsiteX50" fmla="*/ 8411626 w 12192000"/>
              <a:gd name="connsiteY50" fmla="*/ 1214397 h 2237474"/>
              <a:gd name="connsiteX51" fmla="*/ 8363469 w 12192000"/>
              <a:gd name="connsiteY51" fmla="*/ 1246658 h 2237474"/>
              <a:gd name="connsiteX52" fmla="*/ 8275497 w 12192000"/>
              <a:gd name="connsiteY52" fmla="*/ 1264396 h 2237474"/>
              <a:gd name="connsiteX53" fmla="*/ 8206287 w 12192000"/>
              <a:gd name="connsiteY53" fmla="*/ 1273060 h 2237474"/>
              <a:gd name="connsiteX54" fmla="*/ 8168705 w 12192000"/>
              <a:gd name="connsiteY54" fmla="*/ 1279956 h 2237474"/>
              <a:gd name="connsiteX55" fmla="*/ 8139997 w 12192000"/>
              <a:gd name="connsiteY55" fmla="*/ 1282713 h 2237474"/>
              <a:gd name="connsiteX56" fmla="*/ 8074238 w 12192000"/>
              <a:gd name="connsiteY56" fmla="*/ 1301895 h 2237474"/>
              <a:gd name="connsiteX57" fmla="*/ 7968292 w 12192000"/>
              <a:gd name="connsiteY57" fmla="*/ 1338779 h 2237474"/>
              <a:gd name="connsiteX58" fmla="*/ 7945122 w 12192000"/>
              <a:gd name="connsiteY58" fmla="*/ 1345477 h 2237474"/>
              <a:gd name="connsiteX59" fmla="*/ 7902328 w 12192000"/>
              <a:gd name="connsiteY59" fmla="*/ 1345865 h 2237474"/>
              <a:gd name="connsiteX60" fmla="*/ 7875879 w 12192000"/>
              <a:gd name="connsiteY60" fmla="*/ 1345646 h 2237474"/>
              <a:gd name="connsiteX61" fmla="*/ 7840612 w 12192000"/>
              <a:gd name="connsiteY61" fmla="*/ 1369373 h 2237474"/>
              <a:gd name="connsiteX62" fmla="*/ 7786819 w 12192000"/>
              <a:gd name="connsiteY62" fmla="*/ 1378970 h 2237474"/>
              <a:gd name="connsiteX63" fmla="*/ 7548172 w 12192000"/>
              <a:gd name="connsiteY63" fmla="*/ 1417460 h 2237474"/>
              <a:gd name="connsiteX64" fmla="*/ 7483437 w 12192000"/>
              <a:gd name="connsiteY64" fmla="*/ 1478152 h 2237474"/>
              <a:gd name="connsiteX65" fmla="*/ 7377870 w 12192000"/>
              <a:gd name="connsiteY65" fmla="*/ 1523319 h 2237474"/>
              <a:gd name="connsiteX66" fmla="*/ 7230737 w 12192000"/>
              <a:gd name="connsiteY66" fmla="*/ 1562633 h 2237474"/>
              <a:gd name="connsiteX67" fmla="*/ 7224458 w 12192000"/>
              <a:gd name="connsiteY67" fmla="*/ 1573008 h 2237474"/>
              <a:gd name="connsiteX68" fmla="*/ 7183121 w 12192000"/>
              <a:gd name="connsiteY68" fmla="*/ 1595162 h 2237474"/>
              <a:gd name="connsiteX69" fmla="*/ 7164601 w 12192000"/>
              <a:gd name="connsiteY69" fmla="*/ 1606490 h 2237474"/>
              <a:gd name="connsiteX70" fmla="*/ 7092727 w 12192000"/>
              <a:gd name="connsiteY70" fmla="*/ 1623628 h 2237474"/>
              <a:gd name="connsiteX71" fmla="*/ 7031309 w 12192000"/>
              <a:gd name="connsiteY71" fmla="*/ 1619451 h 2237474"/>
              <a:gd name="connsiteX72" fmla="*/ 6999084 w 12192000"/>
              <a:gd name="connsiteY72" fmla="*/ 1634317 h 2237474"/>
              <a:gd name="connsiteX73" fmla="*/ 6992107 w 12192000"/>
              <a:gd name="connsiteY73" fmla="*/ 1636860 h 2237474"/>
              <a:gd name="connsiteX74" fmla="*/ 6900177 w 12192000"/>
              <a:gd name="connsiteY74" fmla="*/ 1636016 h 2237474"/>
              <a:gd name="connsiteX75" fmla="*/ 6795372 w 12192000"/>
              <a:gd name="connsiteY75" fmla="*/ 1644845 h 2237474"/>
              <a:gd name="connsiteX76" fmla="*/ 6692251 w 12192000"/>
              <a:gd name="connsiteY76" fmla="*/ 1656357 h 2237474"/>
              <a:gd name="connsiteX77" fmla="*/ 6655235 w 12192000"/>
              <a:gd name="connsiteY77" fmla="*/ 1661869 h 2237474"/>
              <a:gd name="connsiteX78" fmla="*/ 6554894 w 12192000"/>
              <a:gd name="connsiteY78" fmla="*/ 1664428 h 2237474"/>
              <a:gd name="connsiteX79" fmla="*/ 6516595 w 12192000"/>
              <a:gd name="connsiteY79" fmla="*/ 1667475 h 2237474"/>
              <a:gd name="connsiteX80" fmla="*/ 6508541 w 12192000"/>
              <a:gd name="connsiteY80" fmla="*/ 1668757 h 2237474"/>
              <a:gd name="connsiteX81" fmla="*/ 6471012 w 12192000"/>
              <a:gd name="connsiteY81" fmla="*/ 1678604 h 2237474"/>
              <a:gd name="connsiteX82" fmla="*/ 6364035 w 12192000"/>
              <a:gd name="connsiteY82" fmla="*/ 1667683 h 2237474"/>
              <a:gd name="connsiteX83" fmla="*/ 6280959 w 12192000"/>
              <a:gd name="connsiteY83" fmla="*/ 1689329 h 2237474"/>
              <a:gd name="connsiteX84" fmla="*/ 6243319 w 12192000"/>
              <a:gd name="connsiteY84" fmla="*/ 1695560 h 2237474"/>
              <a:gd name="connsiteX85" fmla="*/ 6098321 w 12192000"/>
              <a:gd name="connsiteY85" fmla="*/ 1721646 h 2237474"/>
              <a:gd name="connsiteX86" fmla="*/ 5880652 w 12192000"/>
              <a:gd name="connsiteY86" fmla="*/ 1779643 h 2237474"/>
              <a:gd name="connsiteX87" fmla="*/ 5785959 w 12192000"/>
              <a:gd name="connsiteY87" fmla="*/ 1775307 h 2237474"/>
              <a:gd name="connsiteX88" fmla="*/ 5643534 w 12192000"/>
              <a:gd name="connsiteY88" fmla="*/ 1802919 h 2237474"/>
              <a:gd name="connsiteX89" fmla="*/ 5518799 w 12192000"/>
              <a:gd name="connsiteY89" fmla="*/ 1818312 h 2237474"/>
              <a:gd name="connsiteX90" fmla="*/ 5505014 w 12192000"/>
              <a:gd name="connsiteY90" fmla="*/ 1819259 h 2237474"/>
              <a:gd name="connsiteX91" fmla="*/ 5453307 w 12192000"/>
              <a:gd name="connsiteY91" fmla="*/ 1815450 h 2237474"/>
              <a:gd name="connsiteX92" fmla="*/ 5364192 w 12192000"/>
              <a:gd name="connsiteY92" fmla="*/ 1826074 h 2237474"/>
              <a:gd name="connsiteX93" fmla="*/ 5350380 w 12192000"/>
              <a:gd name="connsiteY93" fmla="*/ 1830891 h 2237474"/>
              <a:gd name="connsiteX94" fmla="*/ 5259633 w 12192000"/>
              <a:gd name="connsiteY94" fmla="*/ 1837160 h 2237474"/>
              <a:gd name="connsiteX95" fmla="*/ 5197513 w 12192000"/>
              <a:gd name="connsiteY95" fmla="*/ 1844718 h 2237474"/>
              <a:gd name="connsiteX96" fmla="*/ 5168852 w 12192000"/>
              <a:gd name="connsiteY96" fmla="*/ 1844846 h 2237474"/>
              <a:gd name="connsiteX97" fmla="*/ 5114927 w 12192000"/>
              <a:gd name="connsiteY97" fmla="*/ 1847827 h 2237474"/>
              <a:gd name="connsiteX98" fmla="*/ 5108970 w 12192000"/>
              <a:gd name="connsiteY98" fmla="*/ 1847935 h 2237474"/>
              <a:gd name="connsiteX99" fmla="*/ 5067961 w 12192000"/>
              <a:gd name="connsiteY99" fmla="*/ 1845917 h 2237474"/>
              <a:gd name="connsiteX100" fmla="*/ 5007075 w 12192000"/>
              <a:gd name="connsiteY100" fmla="*/ 1838626 h 2237474"/>
              <a:gd name="connsiteX101" fmla="*/ 4944087 w 12192000"/>
              <a:gd name="connsiteY101" fmla="*/ 1823332 h 2237474"/>
              <a:gd name="connsiteX102" fmla="*/ 4907662 w 12192000"/>
              <a:gd name="connsiteY102" fmla="*/ 1816900 h 2237474"/>
              <a:gd name="connsiteX103" fmla="*/ 4882386 w 12192000"/>
              <a:gd name="connsiteY103" fmla="*/ 1809844 h 2237474"/>
              <a:gd name="connsiteX104" fmla="*/ 4811440 w 12192000"/>
              <a:gd name="connsiteY104" fmla="*/ 1804655 h 2237474"/>
              <a:gd name="connsiteX105" fmla="*/ 4691075 w 12192000"/>
              <a:gd name="connsiteY105" fmla="*/ 1801389 h 2237474"/>
              <a:gd name="connsiteX106" fmla="*/ 4611738 w 12192000"/>
              <a:gd name="connsiteY106" fmla="*/ 1776964 h 2237474"/>
              <a:gd name="connsiteX107" fmla="*/ 4560070 w 12192000"/>
              <a:gd name="connsiteY107" fmla="*/ 1785640 h 2237474"/>
              <a:gd name="connsiteX108" fmla="*/ 4536503 w 12192000"/>
              <a:gd name="connsiteY108" fmla="*/ 1785334 h 2237474"/>
              <a:gd name="connsiteX109" fmla="*/ 4513724 w 12192000"/>
              <a:gd name="connsiteY109" fmla="*/ 1791996 h 2237474"/>
              <a:gd name="connsiteX110" fmla="*/ 4459810 w 12192000"/>
              <a:gd name="connsiteY110" fmla="*/ 1797886 h 2237474"/>
              <a:gd name="connsiteX111" fmla="*/ 4379064 w 12192000"/>
              <a:gd name="connsiteY111" fmla="*/ 1817177 h 2237474"/>
              <a:gd name="connsiteX112" fmla="*/ 4319209 w 12192000"/>
              <a:gd name="connsiteY112" fmla="*/ 1834833 h 2237474"/>
              <a:gd name="connsiteX113" fmla="*/ 4290981 w 12192000"/>
              <a:gd name="connsiteY113" fmla="*/ 1839677 h 2237474"/>
              <a:gd name="connsiteX114" fmla="*/ 4285792 w 12192000"/>
              <a:gd name="connsiteY114" fmla="*/ 1836231 h 2237474"/>
              <a:gd name="connsiteX115" fmla="*/ 4238372 w 12192000"/>
              <a:gd name="connsiteY115" fmla="*/ 1851480 h 2237474"/>
              <a:gd name="connsiteX116" fmla="*/ 4232517 w 12192000"/>
              <a:gd name="connsiteY116" fmla="*/ 1852567 h 2237474"/>
              <a:gd name="connsiteX117" fmla="*/ 4191732 w 12192000"/>
              <a:gd name="connsiteY117" fmla="*/ 1857328 h 2237474"/>
              <a:gd name="connsiteX118" fmla="*/ 4065532 w 12192000"/>
              <a:gd name="connsiteY118" fmla="*/ 1855477 h 2237474"/>
              <a:gd name="connsiteX119" fmla="*/ 4028460 w 12192000"/>
              <a:gd name="connsiteY119" fmla="*/ 1855137 h 2237474"/>
              <a:gd name="connsiteX120" fmla="*/ 4002267 w 12192000"/>
              <a:gd name="connsiteY120" fmla="*/ 1852352 h 2237474"/>
              <a:gd name="connsiteX121" fmla="*/ 3931396 w 12192000"/>
              <a:gd name="connsiteY121" fmla="*/ 1858915 h 2237474"/>
              <a:gd name="connsiteX122" fmla="*/ 3812162 w 12192000"/>
              <a:gd name="connsiteY122" fmla="*/ 1875501 h 2237474"/>
              <a:gd name="connsiteX123" fmla="*/ 3729530 w 12192000"/>
              <a:gd name="connsiteY123" fmla="*/ 1864513 h 2237474"/>
              <a:gd name="connsiteX124" fmla="*/ 3680177 w 12192000"/>
              <a:gd name="connsiteY124" fmla="*/ 1881552 h 2237474"/>
              <a:gd name="connsiteX125" fmla="*/ 3567259 w 12192000"/>
              <a:gd name="connsiteY125" fmla="*/ 1893482 h 2237474"/>
              <a:gd name="connsiteX126" fmla="*/ 3405770 w 12192000"/>
              <a:gd name="connsiteY126" fmla="*/ 1904591 h 2237474"/>
              <a:gd name="connsiteX127" fmla="*/ 3280097 w 12192000"/>
              <a:gd name="connsiteY127" fmla="*/ 1919610 h 2237474"/>
              <a:gd name="connsiteX128" fmla="*/ 3123424 w 12192000"/>
              <a:gd name="connsiteY128" fmla="*/ 1952930 h 2237474"/>
              <a:gd name="connsiteX129" fmla="*/ 3009910 w 12192000"/>
              <a:gd name="connsiteY129" fmla="*/ 1957866 h 2237474"/>
              <a:gd name="connsiteX130" fmla="*/ 2995934 w 12192000"/>
              <a:gd name="connsiteY130" fmla="*/ 1967085 h 2237474"/>
              <a:gd name="connsiteX131" fmla="*/ 2980071 w 12192000"/>
              <a:gd name="connsiteY131" fmla="*/ 1972988 h 2237474"/>
              <a:gd name="connsiteX132" fmla="*/ 2978094 w 12192000"/>
              <a:gd name="connsiteY132" fmla="*/ 1972369 h 2237474"/>
              <a:gd name="connsiteX133" fmla="*/ 2942858 w 12192000"/>
              <a:gd name="connsiteY133" fmla="*/ 1981367 h 2237474"/>
              <a:gd name="connsiteX134" fmla="*/ 2875436 w 12192000"/>
              <a:gd name="connsiteY134" fmla="*/ 1996977 h 2237474"/>
              <a:gd name="connsiteX135" fmla="*/ 2874892 w 12192000"/>
              <a:gd name="connsiteY135" fmla="*/ 1996085 h 2237474"/>
              <a:gd name="connsiteX136" fmla="*/ 2864145 w 12192000"/>
              <a:gd name="connsiteY136" fmla="*/ 1994061 h 2237474"/>
              <a:gd name="connsiteX137" fmla="*/ 2843662 w 12192000"/>
              <a:gd name="connsiteY137" fmla="*/ 1992498 h 2237474"/>
              <a:gd name="connsiteX138" fmla="*/ 2796128 w 12192000"/>
              <a:gd name="connsiteY138" fmla="*/ 1976403 h 2237474"/>
              <a:gd name="connsiteX139" fmla="*/ 2756784 w 12192000"/>
              <a:gd name="connsiteY139" fmla="*/ 1985116 h 2237474"/>
              <a:gd name="connsiteX140" fmla="*/ 2748833 w 12192000"/>
              <a:gd name="connsiteY140" fmla="*/ 1986323 h 2237474"/>
              <a:gd name="connsiteX141" fmla="*/ 2748661 w 12192000"/>
              <a:gd name="connsiteY141" fmla="*/ 1986122 h 2237474"/>
              <a:gd name="connsiteX142" fmla="*/ 2740251 w 12192000"/>
              <a:gd name="connsiteY142" fmla="*/ 1986946 h 2237474"/>
              <a:gd name="connsiteX143" fmla="*/ 2718916 w 12192000"/>
              <a:gd name="connsiteY143" fmla="*/ 1990867 h 2237474"/>
              <a:gd name="connsiteX144" fmla="*/ 2713522 w 12192000"/>
              <a:gd name="connsiteY144" fmla="*/ 1990173 h 2237474"/>
              <a:gd name="connsiteX145" fmla="*/ 2680597 w 12192000"/>
              <a:gd name="connsiteY145" fmla="*/ 1984996 h 2237474"/>
              <a:gd name="connsiteX146" fmla="*/ 2578178 w 12192000"/>
              <a:gd name="connsiteY146" fmla="*/ 1990531 h 2237474"/>
              <a:gd name="connsiteX147" fmla="*/ 2476147 w 12192000"/>
              <a:gd name="connsiteY147" fmla="*/ 1998305 h 2237474"/>
              <a:gd name="connsiteX148" fmla="*/ 2373568 w 12192000"/>
              <a:gd name="connsiteY148" fmla="*/ 2003219 h 2237474"/>
              <a:gd name="connsiteX149" fmla="*/ 2321399 w 12192000"/>
              <a:gd name="connsiteY149" fmla="*/ 1989467 h 2237474"/>
              <a:gd name="connsiteX150" fmla="*/ 2315525 w 12192000"/>
              <a:gd name="connsiteY150" fmla="*/ 1989708 h 2237474"/>
              <a:gd name="connsiteX151" fmla="*/ 2300792 w 12192000"/>
              <a:gd name="connsiteY151" fmla="*/ 1994290 h 2237474"/>
              <a:gd name="connsiteX152" fmla="*/ 2295469 w 12192000"/>
              <a:gd name="connsiteY152" fmla="*/ 1996659 h 2237474"/>
              <a:gd name="connsiteX153" fmla="*/ 2287219 w 12192000"/>
              <a:gd name="connsiteY153" fmla="*/ 1998750 h 2237474"/>
              <a:gd name="connsiteX154" fmla="*/ 2286948 w 12192000"/>
              <a:gd name="connsiteY154" fmla="*/ 1998596 h 2237474"/>
              <a:gd name="connsiteX155" fmla="*/ 2243069 w 12192000"/>
              <a:gd name="connsiteY155" fmla="*/ 2015111 h 2237474"/>
              <a:gd name="connsiteX156" fmla="*/ 2186609 w 12192000"/>
              <a:gd name="connsiteY156" fmla="*/ 2008263 h 2237474"/>
              <a:gd name="connsiteX157" fmla="*/ 2164831 w 12192000"/>
              <a:gd name="connsiteY157" fmla="*/ 2010143 h 2237474"/>
              <a:gd name="connsiteX158" fmla="*/ 2152836 w 12192000"/>
              <a:gd name="connsiteY158" fmla="*/ 2010048 h 2237474"/>
              <a:gd name="connsiteX159" fmla="*/ 2117102 w 12192000"/>
              <a:gd name="connsiteY159" fmla="*/ 2023004 h 2237474"/>
              <a:gd name="connsiteX160" fmla="*/ 2111935 w 12192000"/>
              <a:gd name="connsiteY160" fmla="*/ 2023163 h 2237474"/>
              <a:gd name="connsiteX161" fmla="*/ 2089991 w 12192000"/>
              <a:gd name="connsiteY161" fmla="*/ 2034193 h 2237474"/>
              <a:gd name="connsiteX162" fmla="*/ 2058061 w 12192000"/>
              <a:gd name="connsiteY162" fmla="*/ 2047942 h 2237474"/>
              <a:gd name="connsiteX163" fmla="*/ 2055737 w 12192000"/>
              <a:gd name="connsiteY163" fmla="*/ 2047704 h 2237474"/>
              <a:gd name="connsiteX164" fmla="*/ 2042244 w 12192000"/>
              <a:gd name="connsiteY164" fmla="*/ 2055560 h 2237474"/>
              <a:gd name="connsiteX165" fmla="*/ 1976224 w 12192000"/>
              <a:gd name="connsiteY165" fmla="*/ 2074257 h 2237474"/>
              <a:gd name="connsiteX166" fmla="*/ 1877728 w 12192000"/>
              <a:gd name="connsiteY166" fmla="*/ 2101004 h 2237474"/>
              <a:gd name="connsiteX167" fmla="*/ 1759056 w 12192000"/>
              <a:gd name="connsiteY167" fmla="*/ 2125608 h 2237474"/>
              <a:gd name="connsiteX168" fmla="*/ 1637948 w 12192000"/>
              <a:gd name="connsiteY168" fmla="*/ 2172597 h 2237474"/>
              <a:gd name="connsiteX169" fmla="*/ 1434549 w 12192000"/>
              <a:gd name="connsiteY169" fmla="*/ 2234522 h 2237474"/>
              <a:gd name="connsiteX170" fmla="*/ 1398481 w 12192000"/>
              <a:gd name="connsiteY170" fmla="*/ 2237074 h 2237474"/>
              <a:gd name="connsiteX171" fmla="*/ 1398407 w 12192000"/>
              <a:gd name="connsiteY171" fmla="*/ 2237095 h 2237474"/>
              <a:gd name="connsiteX172" fmla="*/ 1370962 w 12192000"/>
              <a:gd name="connsiteY172" fmla="*/ 2237474 h 2237474"/>
              <a:gd name="connsiteX173" fmla="*/ 1356367 w 12192000"/>
              <a:gd name="connsiteY173" fmla="*/ 2235089 h 2237474"/>
              <a:gd name="connsiteX174" fmla="*/ 1324828 w 12192000"/>
              <a:gd name="connsiteY174" fmla="*/ 2231968 h 2237474"/>
              <a:gd name="connsiteX175" fmla="*/ 1297744 w 12192000"/>
              <a:gd name="connsiteY175" fmla="*/ 2235849 h 2237474"/>
              <a:gd name="connsiteX176" fmla="*/ 1286236 w 12192000"/>
              <a:gd name="connsiteY176" fmla="*/ 2233135 h 2237474"/>
              <a:gd name="connsiteX177" fmla="*/ 1283504 w 12192000"/>
              <a:gd name="connsiteY177" fmla="*/ 2233797 h 2237474"/>
              <a:gd name="connsiteX178" fmla="*/ 1279765 w 12192000"/>
              <a:gd name="connsiteY178" fmla="*/ 2229639 h 2237474"/>
              <a:gd name="connsiteX179" fmla="*/ 1195347 w 12192000"/>
              <a:gd name="connsiteY179" fmla="*/ 2212354 h 2237474"/>
              <a:gd name="connsiteX180" fmla="*/ 970251 w 12192000"/>
              <a:gd name="connsiteY180" fmla="*/ 2221029 h 2237474"/>
              <a:gd name="connsiteX181" fmla="*/ 812914 w 12192000"/>
              <a:gd name="connsiteY181" fmla="*/ 2202752 h 2237474"/>
              <a:gd name="connsiteX182" fmla="*/ 800195 w 12192000"/>
              <a:gd name="connsiteY182" fmla="*/ 2209407 h 2237474"/>
              <a:gd name="connsiteX183" fmla="*/ 784978 w 12192000"/>
              <a:gd name="connsiteY183" fmla="*/ 2212360 h 2237474"/>
              <a:gd name="connsiteX184" fmla="*/ 681987 w 12192000"/>
              <a:gd name="connsiteY184" fmla="*/ 2216757 h 2237474"/>
              <a:gd name="connsiteX185" fmla="*/ 669923 w 12192000"/>
              <a:gd name="connsiteY185" fmla="*/ 2211682 h 2237474"/>
              <a:gd name="connsiteX186" fmla="*/ 648680 w 12192000"/>
              <a:gd name="connsiteY186" fmla="*/ 2206229 h 2237474"/>
              <a:gd name="connsiteX187" fmla="*/ 597225 w 12192000"/>
              <a:gd name="connsiteY187" fmla="*/ 2180999 h 2237474"/>
              <a:gd name="connsiteX188" fmla="*/ 558449 w 12192000"/>
              <a:gd name="connsiteY188" fmla="*/ 2182346 h 2237474"/>
              <a:gd name="connsiteX189" fmla="*/ 550517 w 12192000"/>
              <a:gd name="connsiteY189" fmla="*/ 2182060 h 2237474"/>
              <a:gd name="connsiteX190" fmla="*/ 550309 w 12192000"/>
              <a:gd name="connsiteY190" fmla="*/ 2181825 h 2237474"/>
              <a:gd name="connsiteX191" fmla="*/ 541836 w 12192000"/>
              <a:gd name="connsiteY191" fmla="*/ 2181063 h 2237474"/>
              <a:gd name="connsiteX192" fmla="*/ 536057 w 12192000"/>
              <a:gd name="connsiteY192" fmla="*/ 2181537 h 2237474"/>
              <a:gd name="connsiteX193" fmla="*/ 520671 w 12192000"/>
              <a:gd name="connsiteY193" fmla="*/ 2180980 h 2237474"/>
              <a:gd name="connsiteX194" fmla="*/ 515024 w 12192000"/>
              <a:gd name="connsiteY194" fmla="*/ 2179258 h 2237474"/>
              <a:gd name="connsiteX195" fmla="*/ 512278 w 12192000"/>
              <a:gd name="connsiteY195" fmla="*/ 2176369 h 2237474"/>
              <a:gd name="connsiteX196" fmla="*/ 480419 w 12192000"/>
              <a:gd name="connsiteY196" fmla="*/ 2167807 h 2237474"/>
              <a:gd name="connsiteX197" fmla="*/ 413835 w 12192000"/>
              <a:gd name="connsiteY197" fmla="*/ 2156783 h 2237474"/>
              <a:gd name="connsiteX198" fmla="*/ 376513 w 12192000"/>
              <a:gd name="connsiteY198" fmla="*/ 2154014 h 2237474"/>
              <a:gd name="connsiteX199" fmla="*/ 273386 w 12192000"/>
              <a:gd name="connsiteY199" fmla="*/ 2142551 h 2237474"/>
              <a:gd name="connsiteX200" fmla="*/ 169207 w 12192000"/>
              <a:gd name="connsiteY200" fmla="*/ 2128100 h 2237474"/>
              <a:gd name="connsiteX201" fmla="*/ 93149 w 12192000"/>
              <a:gd name="connsiteY201" fmla="*/ 2105324 h 2237474"/>
              <a:gd name="connsiteX202" fmla="*/ 88109 w 12192000"/>
              <a:gd name="connsiteY202" fmla="*/ 2106704 h 2237474"/>
              <a:gd name="connsiteX203" fmla="*/ 80022 w 12192000"/>
              <a:gd name="connsiteY203" fmla="*/ 2107254 h 2237474"/>
              <a:gd name="connsiteX204" fmla="*/ 79717 w 12192000"/>
              <a:gd name="connsiteY204" fmla="*/ 2107046 h 2237474"/>
              <a:gd name="connsiteX205" fmla="*/ 72352 w 12192000"/>
              <a:gd name="connsiteY205" fmla="*/ 2107991 h 2237474"/>
              <a:gd name="connsiteX206" fmla="*/ 37645 w 12192000"/>
              <a:gd name="connsiteY206" fmla="*/ 2115401 h 2237474"/>
              <a:gd name="connsiteX207" fmla="*/ 4572 w 12192000"/>
              <a:gd name="connsiteY207" fmla="*/ 2111091 h 2237474"/>
              <a:gd name="connsiteX208" fmla="*/ 0 w 12192000"/>
              <a:gd name="connsiteY208" fmla="*/ 2110468 h 2237474"/>
              <a:gd name="connsiteX209" fmla="*/ 0 w 12192000"/>
              <a:gd name="connsiteY209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11200 w 12192000"/>
              <a:gd name="connsiteY18" fmla="*/ 767513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798048 w 12192000"/>
              <a:gd name="connsiteY23" fmla="*/ 863207 h 2237474"/>
              <a:gd name="connsiteX24" fmla="*/ 9761459 w 12192000"/>
              <a:gd name="connsiteY24" fmla="*/ 862394 h 2237474"/>
              <a:gd name="connsiteX25" fmla="*/ 9705768 w 12192000"/>
              <a:gd name="connsiteY25" fmla="*/ 894610 h 2237474"/>
              <a:gd name="connsiteX26" fmla="*/ 9683005 w 12192000"/>
              <a:gd name="connsiteY26" fmla="*/ 894128 h 2237474"/>
              <a:gd name="connsiteX27" fmla="*/ 9594438 w 12192000"/>
              <a:gd name="connsiteY27" fmla="*/ 919051 h 2237474"/>
              <a:gd name="connsiteX28" fmla="*/ 9577033 w 12192000"/>
              <a:gd name="connsiteY28" fmla="*/ 922857 h 2237474"/>
              <a:gd name="connsiteX29" fmla="*/ 9544189 w 12192000"/>
              <a:gd name="connsiteY29" fmla="*/ 938966 h 2237474"/>
              <a:gd name="connsiteX30" fmla="*/ 9500499 w 12192000"/>
              <a:gd name="connsiteY30" fmla="*/ 954680 h 2237474"/>
              <a:gd name="connsiteX31" fmla="*/ 9428195 w 12192000"/>
              <a:gd name="connsiteY31" fmla="*/ 986225 h 2237474"/>
              <a:gd name="connsiteX32" fmla="*/ 9410017 w 12192000"/>
              <a:gd name="connsiteY32" fmla="*/ 993931 h 2237474"/>
              <a:gd name="connsiteX33" fmla="*/ 9392919 w 12192000"/>
              <a:gd name="connsiteY33" fmla="*/ 994656 h 2237474"/>
              <a:gd name="connsiteX34" fmla="*/ 9278619 w 12192000"/>
              <a:gd name="connsiteY34" fmla="*/ 1011878 h 2237474"/>
              <a:gd name="connsiteX35" fmla="*/ 9268019 w 12192000"/>
              <a:gd name="connsiteY35" fmla="*/ 1007442 h 2237474"/>
              <a:gd name="connsiteX36" fmla="*/ 9234662 w 12192000"/>
              <a:gd name="connsiteY36" fmla="*/ 1023056 h 2237474"/>
              <a:gd name="connsiteX37" fmla="*/ 9181033 w 12192000"/>
              <a:gd name="connsiteY37" fmla="*/ 1037921 h 2237474"/>
              <a:gd name="connsiteX38" fmla="*/ 9155969 w 12192000"/>
              <a:gd name="connsiteY38" fmla="*/ 1046804 h 2237474"/>
              <a:gd name="connsiteX39" fmla="*/ 9133985 w 12192000"/>
              <a:gd name="connsiteY39" fmla="*/ 1046450 h 2237474"/>
              <a:gd name="connsiteX40" fmla="*/ 9012987 w 12192000"/>
              <a:gd name="connsiteY40" fmla="*/ 1061986 h 2237474"/>
              <a:gd name="connsiteX41" fmla="*/ 8968445 w 12192000"/>
              <a:gd name="connsiteY41" fmla="*/ 1052169 h 2237474"/>
              <a:gd name="connsiteX42" fmla="*/ 8958984 w 12192000"/>
              <a:gd name="connsiteY42" fmla="*/ 1057212 h 2237474"/>
              <a:gd name="connsiteX43" fmla="*/ 8886001 w 12192000"/>
              <a:gd name="connsiteY43" fmla="*/ 1067468 h 2237474"/>
              <a:gd name="connsiteX44" fmla="*/ 8838610 w 12192000"/>
              <a:gd name="connsiteY44" fmla="*/ 1075091 h 2237474"/>
              <a:gd name="connsiteX45" fmla="*/ 8750383 w 12192000"/>
              <a:gd name="connsiteY45" fmla="*/ 1097387 h 2237474"/>
              <a:gd name="connsiteX46" fmla="*/ 8665605 w 12192000"/>
              <a:gd name="connsiteY46" fmla="*/ 1110791 h 2237474"/>
              <a:gd name="connsiteX47" fmla="*/ 8584946 w 12192000"/>
              <a:gd name="connsiteY47" fmla="*/ 1135226 h 2237474"/>
              <a:gd name="connsiteX48" fmla="*/ 8460755 w 12192000"/>
              <a:gd name="connsiteY48" fmla="*/ 1203427 h 2237474"/>
              <a:gd name="connsiteX49" fmla="*/ 8419755 w 12192000"/>
              <a:gd name="connsiteY49" fmla="*/ 1216260 h 2237474"/>
              <a:gd name="connsiteX50" fmla="*/ 8411626 w 12192000"/>
              <a:gd name="connsiteY50" fmla="*/ 1214397 h 2237474"/>
              <a:gd name="connsiteX51" fmla="*/ 8363469 w 12192000"/>
              <a:gd name="connsiteY51" fmla="*/ 1246658 h 2237474"/>
              <a:gd name="connsiteX52" fmla="*/ 8275497 w 12192000"/>
              <a:gd name="connsiteY52" fmla="*/ 1264396 h 2237474"/>
              <a:gd name="connsiteX53" fmla="*/ 8206287 w 12192000"/>
              <a:gd name="connsiteY53" fmla="*/ 1273060 h 2237474"/>
              <a:gd name="connsiteX54" fmla="*/ 8168705 w 12192000"/>
              <a:gd name="connsiteY54" fmla="*/ 1279956 h 2237474"/>
              <a:gd name="connsiteX55" fmla="*/ 8139997 w 12192000"/>
              <a:gd name="connsiteY55" fmla="*/ 1282713 h 2237474"/>
              <a:gd name="connsiteX56" fmla="*/ 8074238 w 12192000"/>
              <a:gd name="connsiteY56" fmla="*/ 1301895 h 2237474"/>
              <a:gd name="connsiteX57" fmla="*/ 7968292 w 12192000"/>
              <a:gd name="connsiteY57" fmla="*/ 1338779 h 2237474"/>
              <a:gd name="connsiteX58" fmla="*/ 7902328 w 12192000"/>
              <a:gd name="connsiteY58" fmla="*/ 1345865 h 2237474"/>
              <a:gd name="connsiteX59" fmla="*/ 7875879 w 12192000"/>
              <a:gd name="connsiteY59" fmla="*/ 1345646 h 2237474"/>
              <a:gd name="connsiteX60" fmla="*/ 7840612 w 12192000"/>
              <a:gd name="connsiteY60" fmla="*/ 1369373 h 2237474"/>
              <a:gd name="connsiteX61" fmla="*/ 7786819 w 12192000"/>
              <a:gd name="connsiteY61" fmla="*/ 1378970 h 2237474"/>
              <a:gd name="connsiteX62" fmla="*/ 7548172 w 12192000"/>
              <a:gd name="connsiteY62" fmla="*/ 1417460 h 2237474"/>
              <a:gd name="connsiteX63" fmla="*/ 7483437 w 12192000"/>
              <a:gd name="connsiteY63" fmla="*/ 1478152 h 2237474"/>
              <a:gd name="connsiteX64" fmla="*/ 7377870 w 12192000"/>
              <a:gd name="connsiteY64" fmla="*/ 1523319 h 2237474"/>
              <a:gd name="connsiteX65" fmla="*/ 7230737 w 12192000"/>
              <a:gd name="connsiteY65" fmla="*/ 1562633 h 2237474"/>
              <a:gd name="connsiteX66" fmla="*/ 7224458 w 12192000"/>
              <a:gd name="connsiteY66" fmla="*/ 1573008 h 2237474"/>
              <a:gd name="connsiteX67" fmla="*/ 7183121 w 12192000"/>
              <a:gd name="connsiteY67" fmla="*/ 1595162 h 2237474"/>
              <a:gd name="connsiteX68" fmla="*/ 7164601 w 12192000"/>
              <a:gd name="connsiteY68" fmla="*/ 1606490 h 2237474"/>
              <a:gd name="connsiteX69" fmla="*/ 7092727 w 12192000"/>
              <a:gd name="connsiteY69" fmla="*/ 1623628 h 2237474"/>
              <a:gd name="connsiteX70" fmla="*/ 7031309 w 12192000"/>
              <a:gd name="connsiteY70" fmla="*/ 1619451 h 2237474"/>
              <a:gd name="connsiteX71" fmla="*/ 6999084 w 12192000"/>
              <a:gd name="connsiteY71" fmla="*/ 1634317 h 2237474"/>
              <a:gd name="connsiteX72" fmla="*/ 6992107 w 12192000"/>
              <a:gd name="connsiteY72" fmla="*/ 1636860 h 2237474"/>
              <a:gd name="connsiteX73" fmla="*/ 6900177 w 12192000"/>
              <a:gd name="connsiteY73" fmla="*/ 1636016 h 2237474"/>
              <a:gd name="connsiteX74" fmla="*/ 6795372 w 12192000"/>
              <a:gd name="connsiteY74" fmla="*/ 1644845 h 2237474"/>
              <a:gd name="connsiteX75" fmla="*/ 6692251 w 12192000"/>
              <a:gd name="connsiteY75" fmla="*/ 1656357 h 2237474"/>
              <a:gd name="connsiteX76" fmla="*/ 6655235 w 12192000"/>
              <a:gd name="connsiteY76" fmla="*/ 1661869 h 2237474"/>
              <a:gd name="connsiteX77" fmla="*/ 6554894 w 12192000"/>
              <a:gd name="connsiteY77" fmla="*/ 1664428 h 2237474"/>
              <a:gd name="connsiteX78" fmla="*/ 6516595 w 12192000"/>
              <a:gd name="connsiteY78" fmla="*/ 1667475 h 2237474"/>
              <a:gd name="connsiteX79" fmla="*/ 6508541 w 12192000"/>
              <a:gd name="connsiteY79" fmla="*/ 1668757 h 2237474"/>
              <a:gd name="connsiteX80" fmla="*/ 6471012 w 12192000"/>
              <a:gd name="connsiteY80" fmla="*/ 1678604 h 2237474"/>
              <a:gd name="connsiteX81" fmla="*/ 6364035 w 12192000"/>
              <a:gd name="connsiteY81" fmla="*/ 1667683 h 2237474"/>
              <a:gd name="connsiteX82" fmla="*/ 6280959 w 12192000"/>
              <a:gd name="connsiteY82" fmla="*/ 1689329 h 2237474"/>
              <a:gd name="connsiteX83" fmla="*/ 6243319 w 12192000"/>
              <a:gd name="connsiteY83" fmla="*/ 1695560 h 2237474"/>
              <a:gd name="connsiteX84" fmla="*/ 6098321 w 12192000"/>
              <a:gd name="connsiteY84" fmla="*/ 1721646 h 2237474"/>
              <a:gd name="connsiteX85" fmla="*/ 5880652 w 12192000"/>
              <a:gd name="connsiteY85" fmla="*/ 1779643 h 2237474"/>
              <a:gd name="connsiteX86" fmla="*/ 5785959 w 12192000"/>
              <a:gd name="connsiteY86" fmla="*/ 1775307 h 2237474"/>
              <a:gd name="connsiteX87" fmla="*/ 5643534 w 12192000"/>
              <a:gd name="connsiteY87" fmla="*/ 1802919 h 2237474"/>
              <a:gd name="connsiteX88" fmla="*/ 5518799 w 12192000"/>
              <a:gd name="connsiteY88" fmla="*/ 1818312 h 2237474"/>
              <a:gd name="connsiteX89" fmla="*/ 5505014 w 12192000"/>
              <a:gd name="connsiteY89" fmla="*/ 1819259 h 2237474"/>
              <a:gd name="connsiteX90" fmla="*/ 5453307 w 12192000"/>
              <a:gd name="connsiteY90" fmla="*/ 1815450 h 2237474"/>
              <a:gd name="connsiteX91" fmla="*/ 5364192 w 12192000"/>
              <a:gd name="connsiteY91" fmla="*/ 1826074 h 2237474"/>
              <a:gd name="connsiteX92" fmla="*/ 5350380 w 12192000"/>
              <a:gd name="connsiteY92" fmla="*/ 1830891 h 2237474"/>
              <a:gd name="connsiteX93" fmla="*/ 5259633 w 12192000"/>
              <a:gd name="connsiteY93" fmla="*/ 1837160 h 2237474"/>
              <a:gd name="connsiteX94" fmla="*/ 5197513 w 12192000"/>
              <a:gd name="connsiteY94" fmla="*/ 1844718 h 2237474"/>
              <a:gd name="connsiteX95" fmla="*/ 5168852 w 12192000"/>
              <a:gd name="connsiteY95" fmla="*/ 1844846 h 2237474"/>
              <a:gd name="connsiteX96" fmla="*/ 5114927 w 12192000"/>
              <a:gd name="connsiteY96" fmla="*/ 1847827 h 2237474"/>
              <a:gd name="connsiteX97" fmla="*/ 5108970 w 12192000"/>
              <a:gd name="connsiteY97" fmla="*/ 1847935 h 2237474"/>
              <a:gd name="connsiteX98" fmla="*/ 5067961 w 12192000"/>
              <a:gd name="connsiteY98" fmla="*/ 1845917 h 2237474"/>
              <a:gd name="connsiteX99" fmla="*/ 5007075 w 12192000"/>
              <a:gd name="connsiteY99" fmla="*/ 1838626 h 2237474"/>
              <a:gd name="connsiteX100" fmla="*/ 4944087 w 12192000"/>
              <a:gd name="connsiteY100" fmla="*/ 1823332 h 2237474"/>
              <a:gd name="connsiteX101" fmla="*/ 4907662 w 12192000"/>
              <a:gd name="connsiteY101" fmla="*/ 1816900 h 2237474"/>
              <a:gd name="connsiteX102" fmla="*/ 4882386 w 12192000"/>
              <a:gd name="connsiteY102" fmla="*/ 1809844 h 2237474"/>
              <a:gd name="connsiteX103" fmla="*/ 4811440 w 12192000"/>
              <a:gd name="connsiteY103" fmla="*/ 1804655 h 2237474"/>
              <a:gd name="connsiteX104" fmla="*/ 4691075 w 12192000"/>
              <a:gd name="connsiteY104" fmla="*/ 1801389 h 2237474"/>
              <a:gd name="connsiteX105" fmla="*/ 4611738 w 12192000"/>
              <a:gd name="connsiteY105" fmla="*/ 1776964 h 2237474"/>
              <a:gd name="connsiteX106" fmla="*/ 4560070 w 12192000"/>
              <a:gd name="connsiteY106" fmla="*/ 1785640 h 2237474"/>
              <a:gd name="connsiteX107" fmla="*/ 4536503 w 12192000"/>
              <a:gd name="connsiteY107" fmla="*/ 1785334 h 2237474"/>
              <a:gd name="connsiteX108" fmla="*/ 4513724 w 12192000"/>
              <a:gd name="connsiteY108" fmla="*/ 1791996 h 2237474"/>
              <a:gd name="connsiteX109" fmla="*/ 4459810 w 12192000"/>
              <a:gd name="connsiteY109" fmla="*/ 1797886 h 2237474"/>
              <a:gd name="connsiteX110" fmla="*/ 4379064 w 12192000"/>
              <a:gd name="connsiteY110" fmla="*/ 1817177 h 2237474"/>
              <a:gd name="connsiteX111" fmla="*/ 4319209 w 12192000"/>
              <a:gd name="connsiteY111" fmla="*/ 1834833 h 2237474"/>
              <a:gd name="connsiteX112" fmla="*/ 4290981 w 12192000"/>
              <a:gd name="connsiteY112" fmla="*/ 1839677 h 2237474"/>
              <a:gd name="connsiteX113" fmla="*/ 4285792 w 12192000"/>
              <a:gd name="connsiteY113" fmla="*/ 1836231 h 2237474"/>
              <a:gd name="connsiteX114" fmla="*/ 4238372 w 12192000"/>
              <a:gd name="connsiteY114" fmla="*/ 1851480 h 2237474"/>
              <a:gd name="connsiteX115" fmla="*/ 4232517 w 12192000"/>
              <a:gd name="connsiteY115" fmla="*/ 1852567 h 2237474"/>
              <a:gd name="connsiteX116" fmla="*/ 4191732 w 12192000"/>
              <a:gd name="connsiteY116" fmla="*/ 1857328 h 2237474"/>
              <a:gd name="connsiteX117" fmla="*/ 4065532 w 12192000"/>
              <a:gd name="connsiteY117" fmla="*/ 1855477 h 2237474"/>
              <a:gd name="connsiteX118" fmla="*/ 4028460 w 12192000"/>
              <a:gd name="connsiteY118" fmla="*/ 1855137 h 2237474"/>
              <a:gd name="connsiteX119" fmla="*/ 4002267 w 12192000"/>
              <a:gd name="connsiteY119" fmla="*/ 1852352 h 2237474"/>
              <a:gd name="connsiteX120" fmla="*/ 3931396 w 12192000"/>
              <a:gd name="connsiteY120" fmla="*/ 1858915 h 2237474"/>
              <a:gd name="connsiteX121" fmla="*/ 3812162 w 12192000"/>
              <a:gd name="connsiteY121" fmla="*/ 1875501 h 2237474"/>
              <a:gd name="connsiteX122" fmla="*/ 3729530 w 12192000"/>
              <a:gd name="connsiteY122" fmla="*/ 1864513 h 2237474"/>
              <a:gd name="connsiteX123" fmla="*/ 3680177 w 12192000"/>
              <a:gd name="connsiteY123" fmla="*/ 1881552 h 2237474"/>
              <a:gd name="connsiteX124" fmla="*/ 3567259 w 12192000"/>
              <a:gd name="connsiteY124" fmla="*/ 1893482 h 2237474"/>
              <a:gd name="connsiteX125" fmla="*/ 3405770 w 12192000"/>
              <a:gd name="connsiteY125" fmla="*/ 1904591 h 2237474"/>
              <a:gd name="connsiteX126" fmla="*/ 3280097 w 12192000"/>
              <a:gd name="connsiteY126" fmla="*/ 1919610 h 2237474"/>
              <a:gd name="connsiteX127" fmla="*/ 3123424 w 12192000"/>
              <a:gd name="connsiteY127" fmla="*/ 1952930 h 2237474"/>
              <a:gd name="connsiteX128" fmla="*/ 3009910 w 12192000"/>
              <a:gd name="connsiteY128" fmla="*/ 1957866 h 2237474"/>
              <a:gd name="connsiteX129" fmla="*/ 2995934 w 12192000"/>
              <a:gd name="connsiteY129" fmla="*/ 1967085 h 2237474"/>
              <a:gd name="connsiteX130" fmla="*/ 2980071 w 12192000"/>
              <a:gd name="connsiteY130" fmla="*/ 1972988 h 2237474"/>
              <a:gd name="connsiteX131" fmla="*/ 2978094 w 12192000"/>
              <a:gd name="connsiteY131" fmla="*/ 1972369 h 2237474"/>
              <a:gd name="connsiteX132" fmla="*/ 2942858 w 12192000"/>
              <a:gd name="connsiteY132" fmla="*/ 1981367 h 2237474"/>
              <a:gd name="connsiteX133" fmla="*/ 2875436 w 12192000"/>
              <a:gd name="connsiteY133" fmla="*/ 1996977 h 2237474"/>
              <a:gd name="connsiteX134" fmla="*/ 2874892 w 12192000"/>
              <a:gd name="connsiteY134" fmla="*/ 1996085 h 2237474"/>
              <a:gd name="connsiteX135" fmla="*/ 2864145 w 12192000"/>
              <a:gd name="connsiteY135" fmla="*/ 1994061 h 2237474"/>
              <a:gd name="connsiteX136" fmla="*/ 2843662 w 12192000"/>
              <a:gd name="connsiteY136" fmla="*/ 1992498 h 2237474"/>
              <a:gd name="connsiteX137" fmla="*/ 2796128 w 12192000"/>
              <a:gd name="connsiteY137" fmla="*/ 1976403 h 2237474"/>
              <a:gd name="connsiteX138" fmla="*/ 2756784 w 12192000"/>
              <a:gd name="connsiteY138" fmla="*/ 1985116 h 2237474"/>
              <a:gd name="connsiteX139" fmla="*/ 2748833 w 12192000"/>
              <a:gd name="connsiteY139" fmla="*/ 1986323 h 2237474"/>
              <a:gd name="connsiteX140" fmla="*/ 2748661 w 12192000"/>
              <a:gd name="connsiteY140" fmla="*/ 1986122 h 2237474"/>
              <a:gd name="connsiteX141" fmla="*/ 2740251 w 12192000"/>
              <a:gd name="connsiteY141" fmla="*/ 1986946 h 2237474"/>
              <a:gd name="connsiteX142" fmla="*/ 2718916 w 12192000"/>
              <a:gd name="connsiteY142" fmla="*/ 1990867 h 2237474"/>
              <a:gd name="connsiteX143" fmla="*/ 2713522 w 12192000"/>
              <a:gd name="connsiteY143" fmla="*/ 1990173 h 2237474"/>
              <a:gd name="connsiteX144" fmla="*/ 2680597 w 12192000"/>
              <a:gd name="connsiteY144" fmla="*/ 1984996 h 2237474"/>
              <a:gd name="connsiteX145" fmla="*/ 2578178 w 12192000"/>
              <a:gd name="connsiteY145" fmla="*/ 1990531 h 2237474"/>
              <a:gd name="connsiteX146" fmla="*/ 2476147 w 12192000"/>
              <a:gd name="connsiteY146" fmla="*/ 1998305 h 2237474"/>
              <a:gd name="connsiteX147" fmla="*/ 2373568 w 12192000"/>
              <a:gd name="connsiteY147" fmla="*/ 2003219 h 2237474"/>
              <a:gd name="connsiteX148" fmla="*/ 2321399 w 12192000"/>
              <a:gd name="connsiteY148" fmla="*/ 1989467 h 2237474"/>
              <a:gd name="connsiteX149" fmla="*/ 2315525 w 12192000"/>
              <a:gd name="connsiteY149" fmla="*/ 1989708 h 2237474"/>
              <a:gd name="connsiteX150" fmla="*/ 2300792 w 12192000"/>
              <a:gd name="connsiteY150" fmla="*/ 1994290 h 2237474"/>
              <a:gd name="connsiteX151" fmla="*/ 2295469 w 12192000"/>
              <a:gd name="connsiteY151" fmla="*/ 1996659 h 2237474"/>
              <a:gd name="connsiteX152" fmla="*/ 2287219 w 12192000"/>
              <a:gd name="connsiteY152" fmla="*/ 1998750 h 2237474"/>
              <a:gd name="connsiteX153" fmla="*/ 2286948 w 12192000"/>
              <a:gd name="connsiteY153" fmla="*/ 1998596 h 2237474"/>
              <a:gd name="connsiteX154" fmla="*/ 2243069 w 12192000"/>
              <a:gd name="connsiteY154" fmla="*/ 2015111 h 2237474"/>
              <a:gd name="connsiteX155" fmla="*/ 2186609 w 12192000"/>
              <a:gd name="connsiteY155" fmla="*/ 2008263 h 2237474"/>
              <a:gd name="connsiteX156" fmla="*/ 2164831 w 12192000"/>
              <a:gd name="connsiteY156" fmla="*/ 2010143 h 2237474"/>
              <a:gd name="connsiteX157" fmla="*/ 2152836 w 12192000"/>
              <a:gd name="connsiteY157" fmla="*/ 2010048 h 2237474"/>
              <a:gd name="connsiteX158" fmla="*/ 2117102 w 12192000"/>
              <a:gd name="connsiteY158" fmla="*/ 2023004 h 2237474"/>
              <a:gd name="connsiteX159" fmla="*/ 2111935 w 12192000"/>
              <a:gd name="connsiteY159" fmla="*/ 2023163 h 2237474"/>
              <a:gd name="connsiteX160" fmla="*/ 2089991 w 12192000"/>
              <a:gd name="connsiteY160" fmla="*/ 2034193 h 2237474"/>
              <a:gd name="connsiteX161" fmla="*/ 2058061 w 12192000"/>
              <a:gd name="connsiteY161" fmla="*/ 2047942 h 2237474"/>
              <a:gd name="connsiteX162" fmla="*/ 2055737 w 12192000"/>
              <a:gd name="connsiteY162" fmla="*/ 2047704 h 2237474"/>
              <a:gd name="connsiteX163" fmla="*/ 2042244 w 12192000"/>
              <a:gd name="connsiteY163" fmla="*/ 2055560 h 2237474"/>
              <a:gd name="connsiteX164" fmla="*/ 1976224 w 12192000"/>
              <a:gd name="connsiteY164" fmla="*/ 2074257 h 2237474"/>
              <a:gd name="connsiteX165" fmla="*/ 1877728 w 12192000"/>
              <a:gd name="connsiteY165" fmla="*/ 2101004 h 2237474"/>
              <a:gd name="connsiteX166" fmla="*/ 1759056 w 12192000"/>
              <a:gd name="connsiteY166" fmla="*/ 2125608 h 2237474"/>
              <a:gd name="connsiteX167" fmla="*/ 1637948 w 12192000"/>
              <a:gd name="connsiteY167" fmla="*/ 2172597 h 2237474"/>
              <a:gd name="connsiteX168" fmla="*/ 1434549 w 12192000"/>
              <a:gd name="connsiteY168" fmla="*/ 2234522 h 2237474"/>
              <a:gd name="connsiteX169" fmla="*/ 1398481 w 12192000"/>
              <a:gd name="connsiteY169" fmla="*/ 2237074 h 2237474"/>
              <a:gd name="connsiteX170" fmla="*/ 1398407 w 12192000"/>
              <a:gd name="connsiteY170" fmla="*/ 2237095 h 2237474"/>
              <a:gd name="connsiteX171" fmla="*/ 1370962 w 12192000"/>
              <a:gd name="connsiteY171" fmla="*/ 2237474 h 2237474"/>
              <a:gd name="connsiteX172" fmla="*/ 1356367 w 12192000"/>
              <a:gd name="connsiteY172" fmla="*/ 2235089 h 2237474"/>
              <a:gd name="connsiteX173" fmla="*/ 1324828 w 12192000"/>
              <a:gd name="connsiteY173" fmla="*/ 2231968 h 2237474"/>
              <a:gd name="connsiteX174" fmla="*/ 1297744 w 12192000"/>
              <a:gd name="connsiteY174" fmla="*/ 2235849 h 2237474"/>
              <a:gd name="connsiteX175" fmla="*/ 1286236 w 12192000"/>
              <a:gd name="connsiteY175" fmla="*/ 2233135 h 2237474"/>
              <a:gd name="connsiteX176" fmla="*/ 1283504 w 12192000"/>
              <a:gd name="connsiteY176" fmla="*/ 2233797 h 2237474"/>
              <a:gd name="connsiteX177" fmla="*/ 1279765 w 12192000"/>
              <a:gd name="connsiteY177" fmla="*/ 2229639 h 2237474"/>
              <a:gd name="connsiteX178" fmla="*/ 1195347 w 12192000"/>
              <a:gd name="connsiteY178" fmla="*/ 2212354 h 2237474"/>
              <a:gd name="connsiteX179" fmla="*/ 970251 w 12192000"/>
              <a:gd name="connsiteY179" fmla="*/ 2221029 h 2237474"/>
              <a:gd name="connsiteX180" fmla="*/ 812914 w 12192000"/>
              <a:gd name="connsiteY180" fmla="*/ 2202752 h 2237474"/>
              <a:gd name="connsiteX181" fmla="*/ 800195 w 12192000"/>
              <a:gd name="connsiteY181" fmla="*/ 2209407 h 2237474"/>
              <a:gd name="connsiteX182" fmla="*/ 784978 w 12192000"/>
              <a:gd name="connsiteY182" fmla="*/ 2212360 h 2237474"/>
              <a:gd name="connsiteX183" fmla="*/ 681987 w 12192000"/>
              <a:gd name="connsiteY183" fmla="*/ 2216757 h 2237474"/>
              <a:gd name="connsiteX184" fmla="*/ 669923 w 12192000"/>
              <a:gd name="connsiteY184" fmla="*/ 2211682 h 2237474"/>
              <a:gd name="connsiteX185" fmla="*/ 648680 w 12192000"/>
              <a:gd name="connsiteY185" fmla="*/ 2206229 h 2237474"/>
              <a:gd name="connsiteX186" fmla="*/ 597225 w 12192000"/>
              <a:gd name="connsiteY186" fmla="*/ 2180999 h 2237474"/>
              <a:gd name="connsiteX187" fmla="*/ 558449 w 12192000"/>
              <a:gd name="connsiteY187" fmla="*/ 2182346 h 2237474"/>
              <a:gd name="connsiteX188" fmla="*/ 550517 w 12192000"/>
              <a:gd name="connsiteY188" fmla="*/ 2182060 h 2237474"/>
              <a:gd name="connsiteX189" fmla="*/ 550309 w 12192000"/>
              <a:gd name="connsiteY189" fmla="*/ 2181825 h 2237474"/>
              <a:gd name="connsiteX190" fmla="*/ 541836 w 12192000"/>
              <a:gd name="connsiteY190" fmla="*/ 2181063 h 2237474"/>
              <a:gd name="connsiteX191" fmla="*/ 536057 w 12192000"/>
              <a:gd name="connsiteY191" fmla="*/ 2181537 h 2237474"/>
              <a:gd name="connsiteX192" fmla="*/ 520671 w 12192000"/>
              <a:gd name="connsiteY192" fmla="*/ 2180980 h 2237474"/>
              <a:gd name="connsiteX193" fmla="*/ 515024 w 12192000"/>
              <a:gd name="connsiteY193" fmla="*/ 2179258 h 2237474"/>
              <a:gd name="connsiteX194" fmla="*/ 512278 w 12192000"/>
              <a:gd name="connsiteY194" fmla="*/ 2176369 h 2237474"/>
              <a:gd name="connsiteX195" fmla="*/ 480419 w 12192000"/>
              <a:gd name="connsiteY195" fmla="*/ 2167807 h 2237474"/>
              <a:gd name="connsiteX196" fmla="*/ 413835 w 12192000"/>
              <a:gd name="connsiteY196" fmla="*/ 2156783 h 2237474"/>
              <a:gd name="connsiteX197" fmla="*/ 376513 w 12192000"/>
              <a:gd name="connsiteY197" fmla="*/ 2154014 h 2237474"/>
              <a:gd name="connsiteX198" fmla="*/ 273386 w 12192000"/>
              <a:gd name="connsiteY198" fmla="*/ 2142551 h 2237474"/>
              <a:gd name="connsiteX199" fmla="*/ 169207 w 12192000"/>
              <a:gd name="connsiteY199" fmla="*/ 2128100 h 2237474"/>
              <a:gd name="connsiteX200" fmla="*/ 93149 w 12192000"/>
              <a:gd name="connsiteY200" fmla="*/ 2105324 h 2237474"/>
              <a:gd name="connsiteX201" fmla="*/ 88109 w 12192000"/>
              <a:gd name="connsiteY201" fmla="*/ 2106704 h 2237474"/>
              <a:gd name="connsiteX202" fmla="*/ 80022 w 12192000"/>
              <a:gd name="connsiteY202" fmla="*/ 2107254 h 2237474"/>
              <a:gd name="connsiteX203" fmla="*/ 79717 w 12192000"/>
              <a:gd name="connsiteY203" fmla="*/ 2107046 h 2237474"/>
              <a:gd name="connsiteX204" fmla="*/ 72352 w 12192000"/>
              <a:gd name="connsiteY204" fmla="*/ 2107991 h 2237474"/>
              <a:gd name="connsiteX205" fmla="*/ 37645 w 12192000"/>
              <a:gd name="connsiteY205" fmla="*/ 2115401 h 2237474"/>
              <a:gd name="connsiteX206" fmla="*/ 4572 w 12192000"/>
              <a:gd name="connsiteY206" fmla="*/ 2111091 h 2237474"/>
              <a:gd name="connsiteX207" fmla="*/ 0 w 12192000"/>
              <a:gd name="connsiteY207" fmla="*/ 2110468 h 2237474"/>
              <a:gd name="connsiteX208" fmla="*/ 0 w 12192000"/>
              <a:gd name="connsiteY208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11200 w 12192000"/>
              <a:gd name="connsiteY18" fmla="*/ 767513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798048 w 12192000"/>
              <a:gd name="connsiteY23" fmla="*/ 863207 h 2237474"/>
              <a:gd name="connsiteX24" fmla="*/ 9705768 w 12192000"/>
              <a:gd name="connsiteY24" fmla="*/ 894610 h 2237474"/>
              <a:gd name="connsiteX25" fmla="*/ 9683005 w 12192000"/>
              <a:gd name="connsiteY25" fmla="*/ 894128 h 2237474"/>
              <a:gd name="connsiteX26" fmla="*/ 9594438 w 12192000"/>
              <a:gd name="connsiteY26" fmla="*/ 919051 h 2237474"/>
              <a:gd name="connsiteX27" fmla="*/ 9577033 w 12192000"/>
              <a:gd name="connsiteY27" fmla="*/ 922857 h 2237474"/>
              <a:gd name="connsiteX28" fmla="*/ 9544189 w 12192000"/>
              <a:gd name="connsiteY28" fmla="*/ 938966 h 2237474"/>
              <a:gd name="connsiteX29" fmla="*/ 9500499 w 12192000"/>
              <a:gd name="connsiteY29" fmla="*/ 954680 h 2237474"/>
              <a:gd name="connsiteX30" fmla="*/ 9428195 w 12192000"/>
              <a:gd name="connsiteY30" fmla="*/ 986225 h 2237474"/>
              <a:gd name="connsiteX31" fmla="*/ 9410017 w 12192000"/>
              <a:gd name="connsiteY31" fmla="*/ 993931 h 2237474"/>
              <a:gd name="connsiteX32" fmla="*/ 9392919 w 12192000"/>
              <a:gd name="connsiteY32" fmla="*/ 994656 h 2237474"/>
              <a:gd name="connsiteX33" fmla="*/ 9278619 w 12192000"/>
              <a:gd name="connsiteY33" fmla="*/ 1011878 h 2237474"/>
              <a:gd name="connsiteX34" fmla="*/ 9268019 w 12192000"/>
              <a:gd name="connsiteY34" fmla="*/ 1007442 h 2237474"/>
              <a:gd name="connsiteX35" fmla="*/ 9234662 w 12192000"/>
              <a:gd name="connsiteY35" fmla="*/ 1023056 h 2237474"/>
              <a:gd name="connsiteX36" fmla="*/ 9181033 w 12192000"/>
              <a:gd name="connsiteY36" fmla="*/ 1037921 h 2237474"/>
              <a:gd name="connsiteX37" fmla="*/ 9155969 w 12192000"/>
              <a:gd name="connsiteY37" fmla="*/ 1046804 h 2237474"/>
              <a:gd name="connsiteX38" fmla="*/ 9133985 w 12192000"/>
              <a:gd name="connsiteY38" fmla="*/ 1046450 h 2237474"/>
              <a:gd name="connsiteX39" fmla="*/ 9012987 w 12192000"/>
              <a:gd name="connsiteY39" fmla="*/ 1061986 h 2237474"/>
              <a:gd name="connsiteX40" fmla="*/ 8968445 w 12192000"/>
              <a:gd name="connsiteY40" fmla="*/ 1052169 h 2237474"/>
              <a:gd name="connsiteX41" fmla="*/ 8958984 w 12192000"/>
              <a:gd name="connsiteY41" fmla="*/ 1057212 h 2237474"/>
              <a:gd name="connsiteX42" fmla="*/ 8886001 w 12192000"/>
              <a:gd name="connsiteY42" fmla="*/ 1067468 h 2237474"/>
              <a:gd name="connsiteX43" fmla="*/ 8838610 w 12192000"/>
              <a:gd name="connsiteY43" fmla="*/ 1075091 h 2237474"/>
              <a:gd name="connsiteX44" fmla="*/ 8750383 w 12192000"/>
              <a:gd name="connsiteY44" fmla="*/ 1097387 h 2237474"/>
              <a:gd name="connsiteX45" fmla="*/ 8665605 w 12192000"/>
              <a:gd name="connsiteY45" fmla="*/ 1110791 h 2237474"/>
              <a:gd name="connsiteX46" fmla="*/ 8584946 w 12192000"/>
              <a:gd name="connsiteY46" fmla="*/ 1135226 h 2237474"/>
              <a:gd name="connsiteX47" fmla="*/ 8460755 w 12192000"/>
              <a:gd name="connsiteY47" fmla="*/ 1203427 h 2237474"/>
              <a:gd name="connsiteX48" fmla="*/ 8419755 w 12192000"/>
              <a:gd name="connsiteY48" fmla="*/ 1216260 h 2237474"/>
              <a:gd name="connsiteX49" fmla="*/ 8411626 w 12192000"/>
              <a:gd name="connsiteY49" fmla="*/ 1214397 h 2237474"/>
              <a:gd name="connsiteX50" fmla="*/ 8363469 w 12192000"/>
              <a:gd name="connsiteY50" fmla="*/ 1246658 h 2237474"/>
              <a:gd name="connsiteX51" fmla="*/ 8275497 w 12192000"/>
              <a:gd name="connsiteY51" fmla="*/ 1264396 h 2237474"/>
              <a:gd name="connsiteX52" fmla="*/ 8206287 w 12192000"/>
              <a:gd name="connsiteY52" fmla="*/ 1273060 h 2237474"/>
              <a:gd name="connsiteX53" fmla="*/ 8168705 w 12192000"/>
              <a:gd name="connsiteY53" fmla="*/ 1279956 h 2237474"/>
              <a:gd name="connsiteX54" fmla="*/ 8139997 w 12192000"/>
              <a:gd name="connsiteY54" fmla="*/ 1282713 h 2237474"/>
              <a:gd name="connsiteX55" fmla="*/ 8074238 w 12192000"/>
              <a:gd name="connsiteY55" fmla="*/ 1301895 h 2237474"/>
              <a:gd name="connsiteX56" fmla="*/ 7968292 w 12192000"/>
              <a:gd name="connsiteY56" fmla="*/ 1338779 h 2237474"/>
              <a:gd name="connsiteX57" fmla="*/ 7902328 w 12192000"/>
              <a:gd name="connsiteY57" fmla="*/ 1345865 h 2237474"/>
              <a:gd name="connsiteX58" fmla="*/ 7875879 w 12192000"/>
              <a:gd name="connsiteY58" fmla="*/ 1345646 h 2237474"/>
              <a:gd name="connsiteX59" fmla="*/ 7840612 w 12192000"/>
              <a:gd name="connsiteY59" fmla="*/ 1369373 h 2237474"/>
              <a:gd name="connsiteX60" fmla="*/ 7786819 w 12192000"/>
              <a:gd name="connsiteY60" fmla="*/ 1378970 h 2237474"/>
              <a:gd name="connsiteX61" fmla="*/ 7548172 w 12192000"/>
              <a:gd name="connsiteY61" fmla="*/ 1417460 h 2237474"/>
              <a:gd name="connsiteX62" fmla="*/ 7483437 w 12192000"/>
              <a:gd name="connsiteY62" fmla="*/ 1478152 h 2237474"/>
              <a:gd name="connsiteX63" fmla="*/ 7377870 w 12192000"/>
              <a:gd name="connsiteY63" fmla="*/ 1523319 h 2237474"/>
              <a:gd name="connsiteX64" fmla="*/ 7230737 w 12192000"/>
              <a:gd name="connsiteY64" fmla="*/ 1562633 h 2237474"/>
              <a:gd name="connsiteX65" fmla="*/ 7224458 w 12192000"/>
              <a:gd name="connsiteY65" fmla="*/ 1573008 h 2237474"/>
              <a:gd name="connsiteX66" fmla="*/ 7183121 w 12192000"/>
              <a:gd name="connsiteY66" fmla="*/ 1595162 h 2237474"/>
              <a:gd name="connsiteX67" fmla="*/ 7164601 w 12192000"/>
              <a:gd name="connsiteY67" fmla="*/ 1606490 h 2237474"/>
              <a:gd name="connsiteX68" fmla="*/ 7092727 w 12192000"/>
              <a:gd name="connsiteY68" fmla="*/ 1623628 h 2237474"/>
              <a:gd name="connsiteX69" fmla="*/ 7031309 w 12192000"/>
              <a:gd name="connsiteY69" fmla="*/ 1619451 h 2237474"/>
              <a:gd name="connsiteX70" fmla="*/ 6999084 w 12192000"/>
              <a:gd name="connsiteY70" fmla="*/ 1634317 h 2237474"/>
              <a:gd name="connsiteX71" fmla="*/ 6992107 w 12192000"/>
              <a:gd name="connsiteY71" fmla="*/ 1636860 h 2237474"/>
              <a:gd name="connsiteX72" fmla="*/ 6900177 w 12192000"/>
              <a:gd name="connsiteY72" fmla="*/ 1636016 h 2237474"/>
              <a:gd name="connsiteX73" fmla="*/ 6795372 w 12192000"/>
              <a:gd name="connsiteY73" fmla="*/ 1644845 h 2237474"/>
              <a:gd name="connsiteX74" fmla="*/ 6692251 w 12192000"/>
              <a:gd name="connsiteY74" fmla="*/ 1656357 h 2237474"/>
              <a:gd name="connsiteX75" fmla="*/ 6655235 w 12192000"/>
              <a:gd name="connsiteY75" fmla="*/ 1661869 h 2237474"/>
              <a:gd name="connsiteX76" fmla="*/ 6554894 w 12192000"/>
              <a:gd name="connsiteY76" fmla="*/ 1664428 h 2237474"/>
              <a:gd name="connsiteX77" fmla="*/ 6516595 w 12192000"/>
              <a:gd name="connsiteY77" fmla="*/ 1667475 h 2237474"/>
              <a:gd name="connsiteX78" fmla="*/ 6508541 w 12192000"/>
              <a:gd name="connsiteY78" fmla="*/ 1668757 h 2237474"/>
              <a:gd name="connsiteX79" fmla="*/ 6471012 w 12192000"/>
              <a:gd name="connsiteY79" fmla="*/ 1678604 h 2237474"/>
              <a:gd name="connsiteX80" fmla="*/ 6364035 w 12192000"/>
              <a:gd name="connsiteY80" fmla="*/ 1667683 h 2237474"/>
              <a:gd name="connsiteX81" fmla="*/ 6280959 w 12192000"/>
              <a:gd name="connsiteY81" fmla="*/ 1689329 h 2237474"/>
              <a:gd name="connsiteX82" fmla="*/ 6243319 w 12192000"/>
              <a:gd name="connsiteY82" fmla="*/ 1695560 h 2237474"/>
              <a:gd name="connsiteX83" fmla="*/ 6098321 w 12192000"/>
              <a:gd name="connsiteY83" fmla="*/ 1721646 h 2237474"/>
              <a:gd name="connsiteX84" fmla="*/ 5880652 w 12192000"/>
              <a:gd name="connsiteY84" fmla="*/ 1779643 h 2237474"/>
              <a:gd name="connsiteX85" fmla="*/ 5785959 w 12192000"/>
              <a:gd name="connsiteY85" fmla="*/ 1775307 h 2237474"/>
              <a:gd name="connsiteX86" fmla="*/ 5643534 w 12192000"/>
              <a:gd name="connsiteY86" fmla="*/ 1802919 h 2237474"/>
              <a:gd name="connsiteX87" fmla="*/ 5518799 w 12192000"/>
              <a:gd name="connsiteY87" fmla="*/ 1818312 h 2237474"/>
              <a:gd name="connsiteX88" fmla="*/ 5505014 w 12192000"/>
              <a:gd name="connsiteY88" fmla="*/ 1819259 h 2237474"/>
              <a:gd name="connsiteX89" fmla="*/ 5453307 w 12192000"/>
              <a:gd name="connsiteY89" fmla="*/ 1815450 h 2237474"/>
              <a:gd name="connsiteX90" fmla="*/ 5364192 w 12192000"/>
              <a:gd name="connsiteY90" fmla="*/ 1826074 h 2237474"/>
              <a:gd name="connsiteX91" fmla="*/ 5350380 w 12192000"/>
              <a:gd name="connsiteY91" fmla="*/ 1830891 h 2237474"/>
              <a:gd name="connsiteX92" fmla="*/ 5259633 w 12192000"/>
              <a:gd name="connsiteY92" fmla="*/ 1837160 h 2237474"/>
              <a:gd name="connsiteX93" fmla="*/ 5197513 w 12192000"/>
              <a:gd name="connsiteY93" fmla="*/ 1844718 h 2237474"/>
              <a:gd name="connsiteX94" fmla="*/ 5168852 w 12192000"/>
              <a:gd name="connsiteY94" fmla="*/ 1844846 h 2237474"/>
              <a:gd name="connsiteX95" fmla="*/ 5114927 w 12192000"/>
              <a:gd name="connsiteY95" fmla="*/ 1847827 h 2237474"/>
              <a:gd name="connsiteX96" fmla="*/ 5108970 w 12192000"/>
              <a:gd name="connsiteY96" fmla="*/ 1847935 h 2237474"/>
              <a:gd name="connsiteX97" fmla="*/ 5067961 w 12192000"/>
              <a:gd name="connsiteY97" fmla="*/ 1845917 h 2237474"/>
              <a:gd name="connsiteX98" fmla="*/ 5007075 w 12192000"/>
              <a:gd name="connsiteY98" fmla="*/ 1838626 h 2237474"/>
              <a:gd name="connsiteX99" fmla="*/ 4944087 w 12192000"/>
              <a:gd name="connsiteY99" fmla="*/ 1823332 h 2237474"/>
              <a:gd name="connsiteX100" fmla="*/ 4907662 w 12192000"/>
              <a:gd name="connsiteY100" fmla="*/ 1816900 h 2237474"/>
              <a:gd name="connsiteX101" fmla="*/ 4882386 w 12192000"/>
              <a:gd name="connsiteY101" fmla="*/ 1809844 h 2237474"/>
              <a:gd name="connsiteX102" fmla="*/ 4811440 w 12192000"/>
              <a:gd name="connsiteY102" fmla="*/ 1804655 h 2237474"/>
              <a:gd name="connsiteX103" fmla="*/ 4691075 w 12192000"/>
              <a:gd name="connsiteY103" fmla="*/ 1801389 h 2237474"/>
              <a:gd name="connsiteX104" fmla="*/ 4611738 w 12192000"/>
              <a:gd name="connsiteY104" fmla="*/ 1776964 h 2237474"/>
              <a:gd name="connsiteX105" fmla="*/ 4560070 w 12192000"/>
              <a:gd name="connsiteY105" fmla="*/ 1785640 h 2237474"/>
              <a:gd name="connsiteX106" fmla="*/ 4536503 w 12192000"/>
              <a:gd name="connsiteY106" fmla="*/ 1785334 h 2237474"/>
              <a:gd name="connsiteX107" fmla="*/ 4513724 w 12192000"/>
              <a:gd name="connsiteY107" fmla="*/ 1791996 h 2237474"/>
              <a:gd name="connsiteX108" fmla="*/ 4459810 w 12192000"/>
              <a:gd name="connsiteY108" fmla="*/ 1797886 h 2237474"/>
              <a:gd name="connsiteX109" fmla="*/ 4379064 w 12192000"/>
              <a:gd name="connsiteY109" fmla="*/ 1817177 h 2237474"/>
              <a:gd name="connsiteX110" fmla="*/ 4319209 w 12192000"/>
              <a:gd name="connsiteY110" fmla="*/ 1834833 h 2237474"/>
              <a:gd name="connsiteX111" fmla="*/ 4290981 w 12192000"/>
              <a:gd name="connsiteY111" fmla="*/ 1839677 h 2237474"/>
              <a:gd name="connsiteX112" fmla="*/ 4285792 w 12192000"/>
              <a:gd name="connsiteY112" fmla="*/ 1836231 h 2237474"/>
              <a:gd name="connsiteX113" fmla="*/ 4238372 w 12192000"/>
              <a:gd name="connsiteY113" fmla="*/ 1851480 h 2237474"/>
              <a:gd name="connsiteX114" fmla="*/ 4232517 w 12192000"/>
              <a:gd name="connsiteY114" fmla="*/ 1852567 h 2237474"/>
              <a:gd name="connsiteX115" fmla="*/ 4191732 w 12192000"/>
              <a:gd name="connsiteY115" fmla="*/ 1857328 h 2237474"/>
              <a:gd name="connsiteX116" fmla="*/ 4065532 w 12192000"/>
              <a:gd name="connsiteY116" fmla="*/ 1855477 h 2237474"/>
              <a:gd name="connsiteX117" fmla="*/ 4028460 w 12192000"/>
              <a:gd name="connsiteY117" fmla="*/ 1855137 h 2237474"/>
              <a:gd name="connsiteX118" fmla="*/ 4002267 w 12192000"/>
              <a:gd name="connsiteY118" fmla="*/ 1852352 h 2237474"/>
              <a:gd name="connsiteX119" fmla="*/ 3931396 w 12192000"/>
              <a:gd name="connsiteY119" fmla="*/ 1858915 h 2237474"/>
              <a:gd name="connsiteX120" fmla="*/ 3812162 w 12192000"/>
              <a:gd name="connsiteY120" fmla="*/ 1875501 h 2237474"/>
              <a:gd name="connsiteX121" fmla="*/ 3729530 w 12192000"/>
              <a:gd name="connsiteY121" fmla="*/ 1864513 h 2237474"/>
              <a:gd name="connsiteX122" fmla="*/ 3680177 w 12192000"/>
              <a:gd name="connsiteY122" fmla="*/ 1881552 h 2237474"/>
              <a:gd name="connsiteX123" fmla="*/ 3567259 w 12192000"/>
              <a:gd name="connsiteY123" fmla="*/ 1893482 h 2237474"/>
              <a:gd name="connsiteX124" fmla="*/ 3405770 w 12192000"/>
              <a:gd name="connsiteY124" fmla="*/ 1904591 h 2237474"/>
              <a:gd name="connsiteX125" fmla="*/ 3280097 w 12192000"/>
              <a:gd name="connsiteY125" fmla="*/ 1919610 h 2237474"/>
              <a:gd name="connsiteX126" fmla="*/ 3123424 w 12192000"/>
              <a:gd name="connsiteY126" fmla="*/ 1952930 h 2237474"/>
              <a:gd name="connsiteX127" fmla="*/ 3009910 w 12192000"/>
              <a:gd name="connsiteY127" fmla="*/ 1957866 h 2237474"/>
              <a:gd name="connsiteX128" fmla="*/ 2995934 w 12192000"/>
              <a:gd name="connsiteY128" fmla="*/ 1967085 h 2237474"/>
              <a:gd name="connsiteX129" fmla="*/ 2980071 w 12192000"/>
              <a:gd name="connsiteY129" fmla="*/ 1972988 h 2237474"/>
              <a:gd name="connsiteX130" fmla="*/ 2978094 w 12192000"/>
              <a:gd name="connsiteY130" fmla="*/ 1972369 h 2237474"/>
              <a:gd name="connsiteX131" fmla="*/ 2942858 w 12192000"/>
              <a:gd name="connsiteY131" fmla="*/ 1981367 h 2237474"/>
              <a:gd name="connsiteX132" fmla="*/ 2875436 w 12192000"/>
              <a:gd name="connsiteY132" fmla="*/ 1996977 h 2237474"/>
              <a:gd name="connsiteX133" fmla="*/ 2874892 w 12192000"/>
              <a:gd name="connsiteY133" fmla="*/ 1996085 h 2237474"/>
              <a:gd name="connsiteX134" fmla="*/ 2864145 w 12192000"/>
              <a:gd name="connsiteY134" fmla="*/ 1994061 h 2237474"/>
              <a:gd name="connsiteX135" fmla="*/ 2843662 w 12192000"/>
              <a:gd name="connsiteY135" fmla="*/ 1992498 h 2237474"/>
              <a:gd name="connsiteX136" fmla="*/ 2796128 w 12192000"/>
              <a:gd name="connsiteY136" fmla="*/ 1976403 h 2237474"/>
              <a:gd name="connsiteX137" fmla="*/ 2756784 w 12192000"/>
              <a:gd name="connsiteY137" fmla="*/ 1985116 h 2237474"/>
              <a:gd name="connsiteX138" fmla="*/ 2748833 w 12192000"/>
              <a:gd name="connsiteY138" fmla="*/ 1986323 h 2237474"/>
              <a:gd name="connsiteX139" fmla="*/ 2748661 w 12192000"/>
              <a:gd name="connsiteY139" fmla="*/ 1986122 h 2237474"/>
              <a:gd name="connsiteX140" fmla="*/ 2740251 w 12192000"/>
              <a:gd name="connsiteY140" fmla="*/ 1986946 h 2237474"/>
              <a:gd name="connsiteX141" fmla="*/ 2718916 w 12192000"/>
              <a:gd name="connsiteY141" fmla="*/ 1990867 h 2237474"/>
              <a:gd name="connsiteX142" fmla="*/ 2713522 w 12192000"/>
              <a:gd name="connsiteY142" fmla="*/ 1990173 h 2237474"/>
              <a:gd name="connsiteX143" fmla="*/ 2680597 w 12192000"/>
              <a:gd name="connsiteY143" fmla="*/ 1984996 h 2237474"/>
              <a:gd name="connsiteX144" fmla="*/ 2578178 w 12192000"/>
              <a:gd name="connsiteY144" fmla="*/ 1990531 h 2237474"/>
              <a:gd name="connsiteX145" fmla="*/ 2476147 w 12192000"/>
              <a:gd name="connsiteY145" fmla="*/ 1998305 h 2237474"/>
              <a:gd name="connsiteX146" fmla="*/ 2373568 w 12192000"/>
              <a:gd name="connsiteY146" fmla="*/ 2003219 h 2237474"/>
              <a:gd name="connsiteX147" fmla="*/ 2321399 w 12192000"/>
              <a:gd name="connsiteY147" fmla="*/ 1989467 h 2237474"/>
              <a:gd name="connsiteX148" fmla="*/ 2315525 w 12192000"/>
              <a:gd name="connsiteY148" fmla="*/ 1989708 h 2237474"/>
              <a:gd name="connsiteX149" fmla="*/ 2300792 w 12192000"/>
              <a:gd name="connsiteY149" fmla="*/ 1994290 h 2237474"/>
              <a:gd name="connsiteX150" fmla="*/ 2295469 w 12192000"/>
              <a:gd name="connsiteY150" fmla="*/ 1996659 h 2237474"/>
              <a:gd name="connsiteX151" fmla="*/ 2287219 w 12192000"/>
              <a:gd name="connsiteY151" fmla="*/ 1998750 h 2237474"/>
              <a:gd name="connsiteX152" fmla="*/ 2286948 w 12192000"/>
              <a:gd name="connsiteY152" fmla="*/ 1998596 h 2237474"/>
              <a:gd name="connsiteX153" fmla="*/ 2243069 w 12192000"/>
              <a:gd name="connsiteY153" fmla="*/ 2015111 h 2237474"/>
              <a:gd name="connsiteX154" fmla="*/ 2186609 w 12192000"/>
              <a:gd name="connsiteY154" fmla="*/ 2008263 h 2237474"/>
              <a:gd name="connsiteX155" fmla="*/ 2164831 w 12192000"/>
              <a:gd name="connsiteY155" fmla="*/ 2010143 h 2237474"/>
              <a:gd name="connsiteX156" fmla="*/ 2152836 w 12192000"/>
              <a:gd name="connsiteY156" fmla="*/ 2010048 h 2237474"/>
              <a:gd name="connsiteX157" fmla="*/ 2117102 w 12192000"/>
              <a:gd name="connsiteY157" fmla="*/ 2023004 h 2237474"/>
              <a:gd name="connsiteX158" fmla="*/ 2111935 w 12192000"/>
              <a:gd name="connsiteY158" fmla="*/ 2023163 h 2237474"/>
              <a:gd name="connsiteX159" fmla="*/ 2089991 w 12192000"/>
              <a:gd name="connsiteY159" fmla="*/ 2034193 h 2237474"/>
              <a:gd name="connsiteX160" fmla="*/ 2058061 w 12192000"/>
              <a:gd name="connsiteY160" fmla="*/ 2047942 h 2237474"/>
              <a:gd name="connsiteX161" fmla="*/ 2055737 w 12192000"/>
              <a:gd name="connsiteY161" fmla="*/ 2047704 h 2237474"/>
              <a:gd name="connsiteX162" fmla="*/ 2042244 w 12192000"/>
              <a:gd name="connsiteY162" fmla="*/ 2055560 h 2237474"/>
              <a:gd name="connsiteX163" fmla="*/ 1976224 w 12192000"/>
              <a:gd name="connsiteY163" fmla="*/ 2074257 h 2237474"/>
              <a:gd name="connsiteX164" fmla="*/ 1877728 w 12192000"/>
              <a:gd name="connsiteY164" fmla="*/ 2101004 h 2237474"/>
              <a:gd name="connsiteX165" fmla="*/ 1759056 w 12192000"/>
              <a:gd name="connsiteY165" fmla="*/ 2125608 h 2237474"/>
              <a:gd name="connsiteX166" fmla="*/ 1637948 w 12192000"/>
              <a:gd name="connsiteY166" fmla="*/ 2172597 h 2237474"/>
              <a:gd name="connsiteX167" fmla="*/ 1434549 w 12192000"/>
              <a:gd name="connsiteY167" fmla="*/ 2234522 h 2237474"/>
              <a:gd name="connsiteX168" fmla="*/ 1398481 w 12192000"/>
              <a:gd name="connsiteY168" fmla="*/ 2237074 h 2237474"/>
              <a:gd name="connsiteX169" fmla="*/ 1398407 w 12192000"/>
              <a:gd name="connsiteY169" fmla="*/ 2237095 h 2237474"/>
              <a:gd name="connsiteX170" fmla="*/ 1370962 w 12192000"/>
              <a:gd name="connsiteY170" fmla="*/ 2237474 h 2237474"/>
              <a:gd name="connsiteX171" fmla="*/ 1356367 w 12192000"/>
              <a:gd name="connsiteY171" fmla="*/ 2235089 h 2237474"/>
              <a:gd name="connsiteX172" fmla="*/ 1324828 w 12192000"/>
              <a:gd name="connsiteY172" fmla="*/ 2231968 h 2237474"/>
              <a:gd name="connsiteX173" fmla="*/ 1297744 w 12192000"/>
              <a:gd name="connsiteY173" fmla="*/ 2235849 h 2237474"/>
              <a:gd name="connsiteX174" fmla="*/ 1286236 w 12192000"/>
              <a:gd name="connsiteY174" fmla="*/ 2233135 h 2237474"/>
              <a:gd name="connsiteX175" fmla="*/ 1283504 w 12192000"/>
              <a:gd name="connsiteY175" fmla="*/ 2233797 h 2237474"/>
              <a:gd name="connsiteX176" fmla="*/ 1279765 w 12192000"/>
              <a:gd name="connsiteY176" fmla="*/ 2229639 h 2237474"/>
              <a:gd name="connsiteX177" fmla="*/ 1195347 w 12192000"/>
              <a:gd name="connsiteY177" fmla="*/ 2212354 h 2237474"/>
              <a:gd name="connsiteX178" fmla="*/ 970251 w 12192000"/>
              <a:gd name="connsiteY178" fmla="*/ 2221029 h 2237474"/>
              <a:gd name="connsiteX179" fmla="*/ 812914 w 12192000"/>
              <a:gd name="connsiteY179" fmla="*/ 2202752 h 2237474"/>
              <a:gd name="connsiteX180" fmla="*/ 800195 w 12192000"/>
              <a:gd name="connsiteY180" fmla="*/ 2209407 h 2237474"/>
              <a:gd name="connsiteX181" fmla="*/ 784978 w 12192000"/>
              <a:gd name="connsiteY181" fmla="*/ 2212360 h 2237474"/>
              <a:gd name="connsiteX182" fmla="*/ 681987 w 12192000"/>
              <a:gd name="connsiteY182" fmla="*/ 2216757 h 2237474"/>
              <a:gd name="connsiteX183" fmla="*/ 669923 w 12192000"/>
              <a:gd name="connsiteY183" fmla="*/ 2211682 h 2237474"/>
              <a:gd name="connsiteX184" fmla="*/ 648680 w 12192000"/>
              <a:gd name="connsiteY184" fmla="*/ 2206229 h 2237474"/>
              <a:gd name="connsiteX185" fmla="*/ 597225 w 12192000"/>
              <a:gd name="connsiteY185" fmla="*/ 2180999 h 2237474"/>
              <a:gd name="connsiteX186" fmla="*/ 558449 w 12192000"/>
              <a:gd name="connsiteY186" fmla="*/ 2182346 h 2237474"/>
              <a:gd name="connsiteX187" fmla="*/ 550517 w 12192000"/>
              <a:gd name="connsiteY187" fmla="*/ 2182060 h 2237474"/>
              <a:gd name="connsiteX188" fmla="*/ 550309 w 12192000"/>
              <a:gd name="connsiteY188" fmla="*/ 2181825 h 2237474"/>
              <a:gd name="connsiteX189" fmla="*/ 541836 w 12192000"/>
              <a:gd name="connsiteY189" fmla="*/ 2181063 h 2237474"/>
              <a:gd name="connsiteX190" fmla="*/ 536057 w 12192000"/>
              <a:gd name="connsiteY190" fmla="*/ 2181537 h 2237474"/>
              <a:gd name="connsiteX191" fmla="*/ 520671 w 12192000"/>
              <a:gd name="connsiteY191" fmla="*/ 2180980 h 2237474"/>
              <a:gd name="connsiteX192" fmla="*/ 515024 w 12192000"/>
              <a:gd name="connsiteY192" fmla="*/ 2179258 h 2237474"/>
              <a:gd name="connsiteX193" fmla="*/ 512278 w 12192000"/>
              <a:gd name="connsiteY193" fmla="*/ 2176369 h 2237474"/>
              <a:gd name="connsiteX194" fmla="*/ 480419 w 12192000"/>
              <a:gd name="connsiteY194" fmla="*/ 2167807 h 2237474"/>
              <a:gd name="connsiteX195" fmla="*/ 413835 w 12192000"/>
              <a:gd name="connsiteY195" fmla="*/ 2156783 h 2237474"/>
              <a:gd name="connsiteX196" fmla="*/ 376513 w 12192000"/>
              <a:gd name="connsiteY196" fmla="*/ 2154014 h 2237474"/>
              <a:gd name="connsiteX197" fmla="*/ 273386 w 12192000"/>
              <a:gd name="connsiteY197" fmla="*/ 2142551 h 2237474"/>
              <a:gd name="connsiteX198" fmla="*/ 169207 w 12192000"/>
              <a:gd name="connsiteY198" fmla="*/ 2128100 h 2237474"/>
              <a:gd name="connsiteX199" fmla="*/ 93149 w 12192000"/>
              <a:gd name="connsiteY199" fmla="*/ 2105324 h 2237474"/>
              <a:gd name="connsiteX200" fmla="*/ 88109 w 12192000"/>
              <a:gd name="connsiteY200" fmla="*/ 2106704 h 2237474"/>
              <a:gd name="connsiteX201" fmla="*/ 80022 w 12192000"/>
              <a:gd name="connsiteY201" fmla="*/ 2107254 h 2237474"/>
              <a:gd name="connsiteX202" fmla="*/ 79717 w 12192000"/>
              <a:gd name="connsiteY202" fmla="*/ 2107046 h 2237474"/>
              <a:gd name="connsiteX203" fmla="*/ 72352 w 12192000"/>
              <a:gd name="connsiteY203" fmla="*/ 2107991 h 2237474"/>
              <a:gd name="connsiteX204" fmla="*/ 37645 w 12192000"/>
              <a:gd name="connsiteY204" fmla="*/ 2115401 h 2237474"/>
              <a:gd name="connsiteX205" fmla="*/ 4572 w 12192000"/>
              <a:gd name="connsiteY205" fmla="*/ 2111091 h 2237474"/>
              <a:gd name="connsiteX206" fmla="*/ 0 w 12192000"/>
              <a:gd name="connsiteY206" fmla="*/ 2110468 h 2237474"/>
              <a:gd name="connsiteX207" fmla="*/ 0 w 12192000"/>
              <a:gd name="connsiteY207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11200 w 12192000"/>
              <a:gd name="connsiteY18" fmla="*/ 767513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798048 w 12192000"/>
              <a:gd name="connsiteY23" fmla="*/ 863207 h 2237474"/>
              <a:gd name="connsiteX24" fmla="*/ 9683005 w 12192000"/>
              <a:gd name="connsiteY24" fmla="*/ 894128 h 2237474"/>
              <a:gd name="connsiteX25" fmla="*/ 9594438 w 12192000"/>
              <a:gd name="connsiteY25" fmla="*/ 919051 h 2237474"/>
              <a:gd name="connsiteX26" fmla="*/ 9577033 w 12192000"/>
              <a:gd name="connsiteY26" fmla="*/ 922857 h 2237474"/>
              <a:gd name="connsiteX27" fmla="*/ 9544189 w 12192000"/>
              <a:gd name="connsiteY27" fmla="*/ 938966 h 2237474"/>
              <a:gd name="connsiteX28" fmla="*/ 9500499 w 12192000"/>
              <a:gd name="connsiteY28" fmla="*/ 954680 h 2237474"/>
              <a:gd name="connsiteX29" fmla="*/ 9428195 w 12192000"/>
              <a:gd name="connsiteY29" fmla="*/ 986225 h 2237474"/>
              <a:gd name="connsiteX30" fmla="*/ 9410017 w 12192000"/>
              <a:gd name="connsiteY30" fmla="*/ 993931 h 2237474"/>
              <a:gd name="connsiteX31" fmla="*/ 9392919 w 12192000"/>
              <a:gd name="connsiteY31" fmla="*/ 994656 h 2237474"/>
              <a:gd name="connsiteX32" fmla="*/ 9278619 w 12192000"/>
              <a:gd name="connsiteY32" fmla="*/ 1011878 h 2237474"/>
              <a:gd name="connsiteX33" fmla="*/ 9268019 w 12192000"/>
              <a:gd name="connsiteY33" fmla="*/ 1007442 h 2237474"/>
              <a:gd name="connsiteX34" fmla="*/ 9234662 w 12192000"/>
              <a:gd name="connsiteY34" fmla="*/ 1023056 h 2237474"/>
              <a:gd name="connsiteX35" fmla="*/ 9181033 w 12192000"/>
              <a:gd name="connsiteY35" fmla="*/ 1037921 h 2237474"/>
              <a:gd name="connsiteX36" fmla="*/ 9155969 w 12192000"/>
              <a:gd name="connsiteY36" fmla="*/ 1046804 h 2237474"/>
              <a:gd name="connsiteX37" fmla="*/ 9133985 w 12192000"/>
              <a:gd name="connsiteY37" fmla="*/ 1046450 h 2237474"/>
              <a:gd name="connsiteX38" fmla="*/ 9012987 w 12192000"/>
              <a:gd name="connsiteY38" fmla="*/ 1061986 h 2237474"/>
              <a:gd name="connsiteX39" fmla="*/ 8968445 w 12192000"/>
              <a:gd name="connsiteY39" fmla="*/ 1052169 h 2237474"/>
              <a:gd name="connsiteX40" fmla="*/ 8958984 w 12192000"/>
              <a:gd name="connsiteY40" fmla="*/ 1057212 h 2237474"/>
              <a:gd name="connsiteX41" fmla="*/ 8886001 w 12192000"/>
              <a:gd name="connsiteY41" fmla="*/ 1067468 h 2237474"/>
              <a:gd name="connsiteX42" fmla="*/ 8838610 w 12192000"/>
              <a:gd name="connsiteY42" fmla="*/ 1075091 h 2237474"/>
              <a:gd name="connsiteX43" fmla="*/ 8750383 w 12192000"/>
              <a:gd name="connsiteY43" fmla="*/ 1097387 h 2237474"/>
              <a:gd name="connsiteX44" fmla="*/ 8665605 w 12192000"/>
              <a:gd name="connsiteY44" fmla="*/ 1110791 h 2237474"/>
              <a:gd name="connsiteX45" fmla="*/ 8584946 w 12192000"/>
              <a:gd name="connsiteY45" fmla="*/ 1135226 h 2237474"/>
              <a:gd name="connsiteX46" fmla="*/ 8460755 w 12192000"/>
              <a:gd name="connsiteY46" fmla="*/ 1203427 h 2237474"/>
              <a:gd name="connsiteX47" fmla="*/ 8419755 w 12192000"/>
              <a:gd name="connsiteY47" fmla="*/ 1216260 h 2237474"/>
              <a:gd name="connsiteX48" fmla="*/ 8411626 w 12192000"/>
              <a:gd name="connsiteY48" fmla="*/ 1214397 h 2237474"/>
              <a:gd name="connsiteX49" fmla="*/ 8363469 w 12192000"/>
              <a:gd name="connsiteY49" fmla="*/ 1246658 h 2237474"/>
              <a:gd name="connsiteX50" fmla="*/ 8275497 w 12192000"/>
              <a:gd name="connsiteY50" fmla="*/ 1264396 h 2237474"/>
              <a:gd name="connsiteX51" fmla="*/ 8206287 w 12192000"/>
              <a:gd name="connsiteY51" fmla="*/ 1273060 h 2237474"/>
              <a:gd name="connsiteX52" fmla="*/ 8168705 w 12192000"/>
              <a:gd name="connsiteY52" fmla="*/ 1279956 h 2237474"/>
              <a:gd name="connsiteX53" fmla="*/ 8139997 w 12192000"/>
              <a:gd name="connsiteY53" fmla="*/ 1282713 h 2237474"/>
              <a:gd name="connsiteX54" fmla="*/ 8074238 w 12192000"/>
              <a:gd name="connsiteY54" fmla="*/ 1301895 h 2237474"/>
              <a:gd name="connsiteX55" fmla="*/ 7968292 w 12192000"/>
              <a:gd name="connsiteY55" fmla="*/ 1338779 h 2237474"/>
              <a:gd name="connsiteX56" fmla="*/ 7902328 w 12192000"/>
              <a:gd name="connsiteY56" fmla="*/ 1345865 h 2237474"/>
              <a:gd name="connsiteX57" fmla="*/ 7875879 w 12192000"/>
              <a:gd name="connsiteY57" fmla="*/ 1345646 h 2237474"/>
              <a:gd name="connsiteX58" fmla="*/ 7840612 w 12192000"/>
              <a:gd name="connsiteY58" fmla="*/ 1369373 h 2237474"/>
              <a:gd name="connsiteX59" fmla="*/ 7786819 w 12192000"/>
              <a:gd name="connsiteY59" fmla="*/ 1378970 h 2237474"/>
              <a:gd name="connsiteX60" fmla="*/ 7548172 w 12192000"/>
              <a:gd name="connsiteY60" fmla="*/ 1417460 h 2237474"/>
              <a:gd name="connsiteX61" fmla="*/ 7483437 w 12192000"/>
              <a:gd name="connsiteY61" fmla="*/ 1478152 h 2237474"/>
              <a:gd name="connsiteX62" fmla="*/ 7377870 w 12192000"/>
              <a:gd name="connsiteY62" fmla="*/ 1523319 h 2237474"/>
              <a:gd name="connsiteX63" fmla="*/ 7230737 w 12192000"/>
              <a:gd name="connsiteY63" fmla="*/ 1562633 h 2237474"/>
              <a:gd name="connsiteX64" fmla="*/ 7224458 w 12192000"/>
              <a:gd name="connsiteY64" fmla="*/ 1573008 h 2237474"/>
              <a:gd name="connsiteX65" fmla="*/ 7183121 w 12192000"/>
              <a:gd name="connsiteY65" fmla="*/ 1595162 h 2237474"/>
              <a:gd name="connsiteX66" fmla="*/ 7164601 w 12192000"/>
              <a:gd name="connsiteY66" fmla="*/ 1606490 h 2237474"/>
              <a:gd name="connsiteX67" fmla="*/ 7092727 w 12192000"/>
              <a:gd name="connsiteY67" fmla="*/ 1623628 h 2237474"/>
              <a:gd name="connsiteX68" fmla="*/ 7031309 w 12192000"/>
              <a:gd name="connsiteY68" fmla="*/ 1619451 h 2237474"/>
              <a:gd name="connsiteX69" fmla="*/ 6999084 w 12192000"/>
              <a:gd name="connsiteY69" fmla="*/ 1634317 h 2237474"/>
              <a:gd name="connsiteX70" fmla="*/ 6992107 w 12192000"/>
              <a:gd name="connsiteY70" fmla="*/ 1636860 h 2237474"/>
              <a:gd name="connsiteX71" fmla="*/ 6900177 w 12192000"/>
              <a:gd name="connsiteY71" fmla="*/ 1636016 h 2237474"/>
              <a:gd name="connsiteX72" fmla="*/ 6795372 w 12192000"/>
              <a:gd name="connsiteY72" fmla="*/ 1644845 h 2237474"/>
              <a:gd name="connsiteX73" fmla="*/ 6692251 w 12192000"/>
              <a:gd name="connsiteY73" fmla="*/ 1656357 h 2237474"/>
              <a:gd name="connsiteX74" fmla="*/ 6655235 w 12192000"/>
              <a:gd name="connsiteY74" fmla="*/ 1661869 h 2237474"/>
              <a:gd name="connsiteX75" fmla="*/ 6554894 w 12192000"/>
              <a:gd name="connsiteY75" fmla="*/ 1664428 h 2237474"/>
              <a:gd name="connsiteX76" fmla="*/ 6516595 w 12192000"/>
              <a:gd name="connsiteY76" fmla="*/ 1667475 h 2237474"/>
              <a:gd name="connsiteX77" fmla="*/ 6508541 w 12192000"/>
              <a:gd name="connsiteY77" fmla="*/ 1668757 h 2237474"/>
              <a:gd name="connsiteX78" fmla="*/ 6471012 w 12192000"/>
              <a:gd name="connsiteY78" fmla="*/ 1678604 h 2237474"/>
              <a:gd name="connsiteX79" fmla="*/ 6364035 w 12192000"/>
              <a:gd name="connsiteY79" fmla="*/ 1667683 h 2237474"/>
              <a:gd name="connsiteX80" fmla="*/ 6280959 w 12192000"/>
              <a:gd name="connsiteY80" fmla="*/ 1689329 h 2237474"/>
              <a:gd name="connsiteX81" fmla="*/ 6243319 w 12192000"/>
              <a:gd name="connsiteY81" fmla="*/ 1695560 h 2237474"/>
              <a:gd name="connsiteX82" fmla="*/ 6098321 w 12192000"/>
              <a:gd name="connsiteY82" fmla="*/ 1721646 h 2237474"/>
              <a:gd name="connsiteX83" fmla="*/ 5880652 w 12192000"/>
              <a:gd name="connsiteY83" fmla="*/ 1779643 h 2237474"/>
              <a:gd name="connsiteX84" fmla="*/ 5785959 w 12192000"/>
              <a:gd name="connsiteY84" fmla="*/ 1775307 h 2237474"/>
              <a:gd name="connsiteX85" fmla="*/ 5643534 w 12192000"/>
              <a:gd name="connsiteY85" fmla="*/ 1802919 h 2237474"/>
              <a:gd name="connsiteX86" fmla="*/ 5518799 w 12192000"/>
              <a:gd name="connsiteY86" fmla="*/ 1818312 h 2237474"/>
              <a:gd name="connsiteX87" fmla="*/ 5505014 w 12192000"/>
              <a:gd name="connsiteY87" fmla="*/ 1819259 h 2237474"/>
              <a:gd name="connsiteX88" fmla="*/ 5453307 w 12192000"/>
              <a:gd name="connsiteY88" fmla="*/ 1815450 h 2237474"/>
              <a:gd name="connsiteX89" fmla="*/ 5364192 w 12192000"/>
              <a:gd name="connsiteY89" fmla="*/ 1826074 h 2237474"/>
              <a:gd name="connsiteX90" fmla="*/ 5350380 w 12192000"/>
              <a:gd name="connsiteY90" fmla="*/ 1830891 h 2237474"/>
              <a:gd name="connsiteX91" fmla="*/ 5259633 w 12192000"/>
              <a:gd name="connsiteY91" fmla="*/ 1837160 h 2237474"/>
              <a:gd name="connsiteX92" fmla="*/ 5197513 w 12192000"/>
              <a:gd name="connsiteY92" fmla="*/ 1844718 h 2237474"/>
              <a:gd name="connsiteX93" fmla="*/ 5168852 w 12192000"/>
              <a:gd name="connsiteY93" fmla="*/ 1844846 h 2237474"/>
              <a:gd name="connsiteX94" fmla="*/ 5114927 w 12192000"/>
              <a:gd name="connsiteY94" fmla="*/ 1847827 h 2237474"/>
              <a:gd name="connsiteX95" fmla="*/ 5108970 w 12192000"/>
              <a:gd name="connsiteY95" fmla="*/ 1847935 h 2237474"/>
              <a:gd name="connsiteX96" fmla="*/ 5067961 w 12192000"/>
              <a:gd name="connsiteY96" fmla="*/ 1845917 h 2237474"/>
              <a:gd name="connsiteX97" fmla="*/ 5007075 w 12192000"/>
              <a:gd name="connsiteY97" fmla="*/ 1838626 h 2237474"/>
              <a:gd name="connsiteX98" fmla="*/ 4944087 w 12192000"/>
              <a:gd name="connsiteY98" fmla="*/ 1823332 h 2237474"/>
              <a:gd name="connsiteX99" fmla="*/ 4907662 w 12192000"/>
              <a:gd name="connsiteY99" fmla="*/ 1816900 h 2237474"/>
              <a:gd name="connsiteX100" fmla="*/ 4882386 w 12192000"/>
              <a:gd name="connsiteY100" fmla="*/ 1809844 h 2237474"/>
              <a:gd name="connsiteX101" fmla="*/ 4811440 w 12192000"/>
              <a:gd name="connsiteY101" fmla="*/ 1804655 h 2237474"/>
              <a:gd name="connsiteX102" fmla="*/ 4691075 w 12192000"/>
              <a:gd name="connsiteY102" fmla="*/ 1801389 h 2237474"/>
              <a:gd name="connsiteX103" fmla="*/ 4611738 w 12192000"/>
              <a:gd name="connsiteY103" fmla="*/ 1776964 h 2237474"/>
              <a:gd name="connsiteX104" fmla="*/ 4560070 w 12192000"/>
              <a:gd name="connsiteY104" fmla="*/ 1785640 h 2237474"/>
              <a:gd name="connsiteX105" fmla="*/ 4536503 w 12192000"/>
              <a:gd name="connsiteY105" fmla="*/ 1785334 h 2237474"/>
              <a:gd name="connsiteX106" fmla="*/ 4513724 w 12192000"/>
              <a:gd name="connsiteY106" fmla="*/ 1791996 h 2237474"/>
              <a:gd name="connsiteX107" fmla="*/ 4459810 w 12192000"/>
              <a:gd name="connsiteY107" fmla="*/ 1797886 h 2237474"/>
              <a:gd name="connsiteX108" fmla="*/ 4379064 w 12192000"/>
              <a:gd name="connsiteY108" fmla="*/ 1817177 h 2237474"/>
              <a:gd name="connsiteX109" fmla="*/ 4319209 w 12192000"/>
              <a:gd name="connsiteY109" fmla="*/ 1834833 h 2237474"/>
              <a:gd name="connsiteX110" fmla="*/ 4290981 w 12192000"/>
              <a:gd name="connsiteY110" fmla="*/ 1839677 h 2237474"/>
              <a:gd name="connsiteX111" fmla="*/ 4285792 w 12192000"/>
              <a:gd name="connsiteY111" fmla="*/ 1836231 h 2237474"/>
              <a:gd name="connsiteX112" fmla="*/ 4238372 w 12192000"/>
              <a:gd name="connsiteY112" fmla="*/ 1851480 h 2237474"/>
              <a:gd name="connsiteX113" fmla="*/ 4232517 w 12192000"/>
              <a:gd name="connsiteY113" fmla="*/ 1852567 h 2237474"/>
              <a:gd name="connsiteX114" fmla="*/ 4191732 w 12192000"/>
              <a:gd name="connsiteY114" fmla="*/ 1857328 h 2237474"/>
              <a:gd name="connsiteX115" fmla="*/ 4065532 w 12192000"/>
              <a:gd name="connsiteY115" fmla="*/ 1855477 h 2237474"/>
              <a:gd name="connsiteX116" fmla="*/ 4028460 w 12192000"/>
              <a:gd name="connsiteY116" fmla="*/ 1855137 h 2237474"/>
              <a:gd name="connsiteX117" fmla="*/ 4002267 w 12192000"/>
              <a:gd name="connsiteY117" fmla="*/ 1852352 h 2237474"/>
              <a:gd name="connsiteX118" fmla="*/ 3931396 w 12192000"/>
              <a:gd name="connsiteY118" fmla="*/ 1858915 h 2237474"/>
              <a:gd name="connsiteX119" fmla="*/ 3812162 w 12192000"/>
              <a:gd name="connsiteY119" fmla="*/ 1875501 h 2237474"/>
              <a:gd name="connsiteX120" fmla="*/ 3729530 w 12192000"/>
              <a:gd name="connsiteY120" fmla="*/ 1864513 h 2237474"/>
              <a:gd name="connsiteX121" fmla="*/ 3680177 w 12192000"/>
              <a:gd name="connsiteY121" fmla="*/ 1881552 h 2237474"/>
              <a:gd name="connsiteX122" fmla="*/ 3567259 w 12192000"/>
              <a:gd name="connsiteY122" fmla="*/ 1893482 h 2237474"/>
              <a:gd name="connsiteX123" fmla="*/ 3405770 w 12192000"/>
              <a:gd name="connsiteY123" fmla="*/ 1904591 h 2237474"/>
              <a:gd name="connsiteX124" fmla="*/ 3280097 w 12192000"/>
              <a:gd name="connsiteY124" fmla="*/ 1919610 h 2237474"/>
              <a:gd name="connsiteX125" fmla="*/ 3123424 w 12192000"/>
              <a:gd name="connsiteY125" fmla="*/ 1952930 h 2237474"/>
              <a:gd name="connsiteX126" fmla="*/ 3009910 w 12192000"/>
              <a:gd name="connsiteY126" fmla="*/ 1957866 h 2237474"/>
              <a:gd name="connsiteX127" fmla="*/ 2995934 w 12192000"/>
              <a:gd name="connsiteY127" fmla="*/ 1967085 h 2237474"/>
              <a:gd name="connsiteX128" fmla="*/ 2980071 w 12192000"/>
              <a:gd name="connsiteY128" fmla="*/ 1972988 h 2237474"/>
              <a:gd name="connsiteX129" fmla="*/ 2978094 w 12192000"/>
              <a:gd name="connsiteY129" fmla="*/ 1972369 h 2237474"/>
              <a:gd name="connsiteX130" fmla="*/ 2942858 w 12192000"/>
              <a:gd name="connsiteY130" fmla="*/ 1981367 h 2237474"/>
              <a:gd name="connsiteX131" fmla="*/ 2875436 w 12192000"/>
              <a:gd name="connsiteY131" fmla="*/ 1996977 h 2237474"/>
              <a:gd name="connsiteX132" fmla="*/ 2874892 w 12192000"/>
              <a:gd name="connsiteY132" fmla="*/ 1996085 h 2237474"/>
              <a:gd name="connsiteX133" fmla="*/ 2864145 w 12192000"/>
              <a:gd name="connsiteY133" fmla="*/ 1994061 h 2237474"/>
              <a:gd name="connsiteX134" fmla="*/ 2843662 w 12192000"/>
              <a:gd name="connsiteY134" fmla="*/ 1992498 h 2237474"/>
              <a:gd name="connsiteX135" fmla="*/ 2796128 w 12192000"/>
              <a:gd name="connsiteY135" fmla="*/ 1976403 h 2237474"/>
              <a:gd name="connsiteX136" fmla="*/ 2756784 w 12192000"/>
              <a:gd name="connsiteY136" fmla="*/ 1985116 h 2237474"/>
              <a:gd name="connsiteX137" fmla="*/ 2748833 w 12192000"/>
              <a:gd name="connsiteY137" fmla="*/ 1986323 h 2237474"/>
              <a:gd name="connsiteX138" fmla="*/ 2748661 w 12192000"/>
              <a:gd name="connsiteY138" fmla="*/ 1986122 h 2237474"/>
              <a:gd name="connsiteX139" fmla="*/ 2740251 w 12192000"/>
              <a:gd name="connsiteY139" fmla="*/ 1986946 h 2237474"/>
              <a:gd name="connsiteX140" fmla="*/ 2718916 w 12192000"/>
              <a:gd name="connsiteY140" fmla="*/ 1990867 h 2237474"/>
              <a:gd name="connsiteX141" fmla="*/ 2713522 w 12192000"/>
              <a:gd name="connsiteY141" fmla="*/ 1990173 h 2237474"/>
              <a:gd name="connsiteX142" fmla="*/ 2680597 w 12192000"/>
              <a:gd name="connsiteY142" fmla="*/ 1984996 h 2237474"/>
              <a:gd name="connsiteX143" fmla="*/ 2578178 w 12192000"/>
              <a:gd name="connsiteY143" fmla="*/ 1990531 h 2237474"/>
              <a:gd name="connsiteX144" fmla="*/ 2476147 w 12192000"/>
              <a:gd name="connsiteY144" fmla="*/ 1998305 h 2237474"/>
              <a:gd name="connsiteX145" fmla="*/ 2373568 w 12192000"/>
              <a:gd name="connsiteY145" fmla="*/ 2003219 h 2237474"/>
              <a:gd name="connsiteX146" fmla="*/ 2321399 w 12192000"/>
              <a:gd name="connsiteY146" fmla="*/ 1989467 h 2237474"/>
              <a:gd name="connsiteX147" fmla="*/ 2315525 w 12192000"/>
              <a:gd name="connsiteY147" fmla="*/ 1989708 h 2237474"/>
              <a:gd name="connsiteX148" fmla="*/ 2300792 w 12192000"/>
              <a:gd name="connsiteY148" fmla="*/ 1994290 h 2237474"/>
              <a:gd name="connsiteX149" fmla="*/ 2295469 w 12192000"/>
              <a:gd name="connsiteY149" fmla="*/ 1996659 h 2237474"/>
              <a:gd name="connsiteX150" fmla="*/ 2287219 w 12192000"/>
              <a:gd name="connsiteY150" fmla="*/ 1998750 h 2237474"/>
              <a:gd name="connsiteX151" fmla="*/ 2286948 w 12192000"/>
              <a:gd name="connsiteY151" fmla="*/ 1998596 h 2237474"/>
              <a:gd name="connsiteX152" fmla="*/ 2243069 w 12192000"/>
              <a:gd name="connsiteY152" fmla="*/ 2015111 h 2237474"/>
              <a:gd name="connsiteX153" fmla="*/ 2186609 w 12192000"/>
              <a:gd name="connsiteY153" fmla="*/ 2008263 h 2237474"/>
              <a:gd name="connsiteX154" fmla="*/ 2164831 w 12192000"/>
              <a:gd name="connsiteY154" fmla="*/ 2010143 h 2237474"/>
              <a:gd name="connsiteX155" fmla="*/ 2152836 w 12192000"/>
              <a:gd name="connsiteY155" fmla="*/ 2010048 h 2237474"/>
              <a:gd name="connsiteX156" fmla="*/ 2117102 w 12192000"/>
              <a:gd name="connsiteY156" fmla="*/ 2023004 h 2237474"/>
              <a:gd name="connsiteX157" fmla="*/ 2111935 w 12192000"/>
              <a:gd name="connsiteY157" fmla="*/ 2023163 h 2237474"/>
              <a:gd name="connsiteX158" fmla="*/ 2089991 w 12192000"/>
              <a:gd name="connsiteY158" fmla="*/ 2034193 h 2237474"/>
              <a:gd name="connsiteX159" fmla="*/ 2058061 w 12192000"/>
              <a:gd name="connsiteY159" fmla="*/ 2047942 h 2237474"/>
              <a:gd name="connsiteX160" fmla="*/ 2055737 w 12192000"/>
              <a:gd name="connsiteY160" fmla="*/ 2047704 h 2237474"/>
              <a:gd name="connsiteX161" fmla="*/ 2042244 w 12192000"/>
              <a:gd name="connsiteY161" fmla="*/ 2055560 h 2237474"/>
              <a:gd name="connsiteX162" fmla="*/ 1976224 w 12192000"/>
              <a:gd name="connsiteY162" fmla="*/ 2074257 h 2237474"/>
              <a:gd name="connsiteX163" fmla="*/ 1877728 w 12192000"/>
              <a:gd name="connsiteY163" fmla="*/ 2101004 h 2237474"/>
              <a:gd name="connsiteX164" fmla="*/ 1759056 w 12192000"/>
              <a:gd name="connsiteY164" fmla="*/ 2125608 h 2237474"/>
              <a:gd name="connsiteX165" fmla="*/ 1637948 w 12192000"/>
              <a:gd name="connsiteY165" fmla="*/ 2172597 h 2237474"/>
              <a:gd name="connsiteX166" fmla="*/ 1434549 w 12192000"/>
              <a:gd name="connsiteY166" fmla="*/ 2234522 h 2237474"/>
              <a:gd name="connsiteX167" fmla="*/ 1398481 w 12192000"/>
              <a:gd name="connsiteY167" fmla="*/ 2237074 h 2237474"/>
              <a:gd name="connsiteX168" fmla="*/ 1398407 w 12192000"/>
              <a:gd name="connsiteY168" fmla="*/ 2237095 h 2237474"/>
              <a:gd name="connsiteX169" fmla="*/ 1370962 w 12192000"/>
              <a:gd name="connsiteY169" fmla="*/ 2237474 h 2237474"/>
              <a:gd name="connsiteX170" fmla="*/ 1356367 w 12192000"/>
              <a:gd name="connsiteY170" fmla="*/ 2235089 h 2237474"/>
              <a:gd name="connsiteX171" fmla="*/ 1324828 w 12192000"/>
              <a:gd name="connsiteY171" fmla="*/ 2231968 h 2237474"/>
              <a:gd name="connsiteX172" fmla="*/ 1297744 w 12192000"/>
              <a:gd name="connsiteY172" fmla="*/ 2235849 h 2237474"/>
              <a:gd name="connsiteX173" fmla="*/ 1286236 w 12192000"/>
              <a:gd name="connsiteY173" fmla="*/ 2233135 h 2237474"/>
              <a:gd name="connsiteX174" fmla="*/ 1283504 w 12192000"/>
              <a:gd name="connsiteY174" fmla="*/ 2233797 h 2237474"/>
              <a:gd name="connsiteX175" fmla="*/ 1279765 w 12192000"/>
              <a:gd name="connsiteY175" fmla="*/ 2229639 h 2237474"/>
              <a:gd name="connsiteX176" fmla="*/ 1195347 w 12192000"/>
              <a:gd name="connsiteY176" fmla="*/ 2212354 h 2237474"/>
              <a:gd name="connsiteX177" fmla="*/ 970251 w 12192000"/>
              <a:gd name="connsiteY177" fmla="*/ 2221029 h 2237474"/>
              <a:gd name="connsiteX178" fmla="*/ 812914 w 12192000"/>
              <a:gd name="connsiteY178" fmla="*/ 2202752 h 2237474"/>
              <a:gd name="connsiteX179" fmla="*/ 800195 w 12192000"/>
              <a:gd name="connsiteY179" fmla="*/ 2209407 h 2237474"/>
              <a:gd name="connsiteX180" fmla="*/ 784978 w 12192000"/>
              <a:gd name="connsiteY180" fmla="*/ 2212360 h 2237474"/>
              <a:gd name="connsiteX181" fmla="*/ 681987 w 12192000"/>
              <a:gd name="connsiteY181" fmla="*/ 2216757 h 2237474"/>
              <a:gd name="connsiteX182" fmla="*/ 669923 w 12192000"/>
              <a:gd name="connsiteY182" fmla="*/ 2211682 h 2237474"/>
              <a:gd name="connsiteX183" fmla="*/ 648680 w 12192000"/>
              <a:gd name="connsiteY183" fmla="*/ 2206229 h 2237474"/>
              <a:gd name="connsiteX184" fmla="*/ 597225 w 12192000"/>
              <a:gd name="connsiteY184" fmla="*/ 2180999 h 2237474"/>
              <a:gd name="connsiteX185" fmla="*/ 558449 w 12192000"/>
              <a:gd name="connsiteY185" fmla="*/ 2182346 h 2237474"/>
              <a:gd name="connsiteX186" fmla="*/ 550517 w 12192000"/>
              <a:gd name="connsiteY186" fmla="*/ 2182060 h 2237474"/>
              <a:gd name="connsiteX187" fmla="*/ 550309 w 12192000"/>
              <a:gd name="connsiteY187" fmla="*/ 2181825 h 2237474"/>
              <a:gd name="connsiteX188" fmla="*/ 541836 w 12192000"/>
              <a:gd name="connsiteY188" fmla="*/ 2181063 h 2237474"/>
              <a:gd name="connsiteX189" fmla="*/ 536057 w 12192000"/>
              <a:gd name="connsiteY189" fmla="*/ 2181537 h 2237474"/>
              <a:gd name="connsiteX190" fmla="*/ 520671 w 12192000"/>
              <a:gd name="connsiteY190" fmla="*/ 2180980 h 2237474"/>
              <a:gd name="connsiteX191" fmla="*/ 515024 w 12192000"/>
              <a:gd name="connsiteY191" fmla="*/ 2179258 h 2237474"/>
              <a:gd name="connsiteX192" fmla="*/ 512278 w 12192000"/>
              <a:gd name="connsiteY192" fmla="*/ 2176369 h 2237474"/>
              <a:gd name="connsiteX193" fmla="*/ 480419 w 12192000"/>
              <a:gd name="connsiteY193" fmla="*/ 2167807 h 2237474"/>
              <a:gd name="connsiteX194" fmla="*/ 413835 w 12192000"/>
              <a:gd name="connsiteY194" fmla="*/ 2156783 h 2237474"/>
              <a:gd name="connsiteX195" fmla="*/ 376513 w 12192000"/>
              <a:gd name="connsiteY195" fmla="*/ 2154014 h 2237474"/>
              <a:gd name="connsiteX196" fmla="*/ 273386 w 12192000"/>
              <a:gd name="connsiteY196" fmla="*/ 2142551 h 2237474"/>
              <a:gd name="connsiteX197" fmla="*/ 169207 w 12192000"/>
              <a:gd name="connsiteY197" fmla="*/ 2128100 h 2237474"/>
              <a:gd name="connsiteX198" fmla="*/ 93149 w 12192000"/>
              <a:gd name="connsiteY198" fmla="*/ 2105324 h 2237474"/>
              <a:gd name="connsiteX199" fmla="*/ 88109 w 12192000"/>
              <a:gd name="connsiteY199" fmla="*/ 2106704 h 2237474"/>
              <a:gd name="connsiteX200" fmla="*/ 80022 w 12192000"/>
              <a:gd name="connsiteY200" fmla="*/ 2107254 h 2237474"/>
              <a:gd name="connsiteX201" fmla="*/ 79717 w 12192000"/>
              <a:gd name="connsiteY201" fmla="*/ 2107046 h 2237474"/>
              <a:gd name="connsiteX202" fmla="*/ 72352 w 12192000"/>
              <a:gd name="connsiteY202" fmla="*/ 2107991 h 2237474"/>
              <a:gd name="connsiteX203" fmla="*/ 37645 w 12192000"/>
              <a:gd name="connsiteY203" fmla="*/ 2115401 h 2237474"/>
              <a:gd name="connsiteX204" fmla="*/ 4572 w 12192000"/>
              <a:gd name="connsiteY204" fmla="*/ 2111091 h 2237474"/>
              <a:gd name="connsiteX205" fmla="*/ 0 w 12192000"/>
              <a:gd name="connsiteY205" fmla="*/ 2110468 h 2237474"/>
              <a:gd name="connsiteX206" fmla="*/ 0 w 12192000"/>
              <a:gd name="connsiteY206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11200 w 12192000"/>
              <a:gd name="connsiteY18" fmla="*/ 767513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798048 w 12192000"/>
              <a:gd name="connsiteY23" fmla="*/ 863207 h 2237474"/>
              <a:gd name="connsiteX24" fmla="*/ 9683005 w 12192000"/>
              <a:gd name="connsiteY24" fmla="*/ 894128 h 2237474"/>
              <a:gd name="connsiteX25" fmla="*/ 9594438 w 12192000"/>
              <a:gd name="connsiteY25" fmla="*/ 919051 h 2237474"/>
              <a:gd name="connsiteX26" fmla="*/ 9577033 w 12192000"/>
              <a:gd name="connsiteY26" fmla="*/ 922857 h 2237474"/>
              <a:gd name="connsiteX27" fmla="*/ 9544189 w 12192000"/>
              <a:gd name="connsiteY27" fmla="*/ 938966 h 2237474"/>
              <a:gd name="connsiteX28" fmla="*/ 9500499 w 12192000"/>
              <a:gd name="connsiteY28" fmla="*/ 954680 h 2237474"/>
              <a:gd name="connsiteX29" fmla="*/ 9428195 w 12192000"/>
              <a:gd name="connsiteY29" fmla="*/ 986225 h 2237474"/>
              <a:gd name="connsiteX30" fmla="*/ 9410017 w 12192000"/>
              <a:gd name="connsiteY30" fmla="*/ 993931 h 2237474"/>
              <a:gd name="connsiteX31" fmla="*/ 9392919 w 12192000"/>
              <a:gd name="connsiteY31" fmla="*/ 994656 h 2237474"/>
              <a:gd name="connsiteX32" fmla="*/ 9278619 w 12192000"/>
              <a:gd name="connsiteY32" fmla="*/ 1011878 h 2237474"/>
              <a:gd name="connsiteX33" fmla="*/ 9268019 w 12192000"/>
              <a:gd name="connsiteY33" fmla="*/ 1007442 h 2237474"/>
              <a:gd name="connsiteX34" fmla="*/ 9234662 w 12192000"/>
              <a:gd name="connsiteY34" fmla="*/ 1023056 h 2237474"/>
              <a:gd name="connsiteX35" fmla="*/ 9181033 w 12192000"/>
              <a:gd name="connsiteY35" fmla="*/ 1037921 h 2237474"/>
              <a:gd name="connsiteX36" fmla="*/ 9155969 w 12192000"/>
              <a:gd name="connsiteY36" fmla="*/ 1046804 h 2237474"/>
              <a:gd name="connsiteX37" fmla="*/ 9133985 w 12192000"/>
              <a:gd name="connsiteY37" fmla="*/ 1046450 h 2237474"/>
              <a:gd name="connsiteX38" fmla="*/ 9012987 w 12192000"/>
              <a:gd name="connsiteY38" fmla="*/ 1061986 h 2237474"/>
              <a:gd name="connsiteX39" fmla="*/ 8968445 w 12192000"/>
              <a:gd name="connsiteY39" fmla="*/ 1052169 h 2237474"/>
              <a:gd name="connsiteX40" fmla="*/ 8958984 w 12192000"/>
              <a:gd name="connsiteY40" fmla="*/ 1057212 h 2237474"/>
              <a:gd name="connsiteX41" fmla="*/ 8886001 w 12192000"/>
              <a:gd name="connsiteY41" fmla="*/ 1067468 h 2237474"/>
              <a:gd name="connsiteX42" fmla="*/ 8838610 w 12192000"/>
              <a:gd name="connsiteY42" fmla="*/ 1075091 h 2237474"/>
              <a:gd name="connsiteX43" fmla="*/ 8750383 w 12192000"/>
              <a:gd name="connsiteY43" fmla="*/ 1097387 h 2237474"/>
              <a:gd name="connsiteX44" fmla="*/ 8665605 w 12192000"/>
              <a:gd name="connsiteY44" fmla="*/ 1110791 h 2237474"/>
              <a:gd name="connsiteX45" fmla="*/ 8584946 w 12192000"/>
              <a:gd name="connsiteY45" fmla="*/ 1135226 h 2237474"/>
              <a:gd name="connsiteX46" fmla="*/ 8460755 w 12192000"/>
              <a:gd name="connsiteY46" fmla="*/ 1203427 h 2237474"/>
              <a:gd name="connsiteX47" fmla="*/ 8419755 w 12192000"/>
              <a:gd name="connsiteY47" fmla="*/ 1216260 h 2237474"/>
              <a:gd name="connsiteX48" fmla="*/ 8411626 w 12192000"/>
              <a:gd name="connsiteY48" fmla="*/ 1214397 h 2237474"/>
              <a:gd name="connsiteX49" fmla="*/ 8363469 w 12192000"/>
              <a:gd name="connsiteY49" fmla="*/ 1246658 h 2237474"/>
              <a:gd name="connsiteX50" fmla="*/ 8275497 w 12192000"/>
              <a:gd name="connsiteY50" fmla="*/ 1264396 h 2237474"/>
              <a:gd name="connsiteX51" fmla="*/ 8206287 w 12192000"/>
              <a:gd name="connsiteY51" fmla="*/ 1273060 h 2237474"/>
              <a:gd name="connsiteX52" fmla="*/ 8168705 w 12192000"/>
              <a:gd name="connsiteY52" fmla="*/ 1279956 h 2237474"/>
              <a:gd name="connsiteX53" fmla="*/ 8139997 w 12192000"/>
              <a:gd name="connsiteY53" fmla="*/ 1282713 h 2237474"/>
              <a:gd name="connsiteX54" fmla="*/ 8074238 w 12192000"/>
              <a:gd name="connsiteY54" fmla="*/ 1301895 h 2237474"/>
              <a:gd name="connsiteX55" fmla="*/ 7968292 w 12192000"/>
              <a:gd name="connsiteY55" fmla="*/ 1338779 h 2237474"/>
              <a:gd name="connsiteX56" fmla="*/ 7902328 w 12192000"/>
              <a:gd name="connsiteY56" fmla="*/ 1345865 h 2237474"/>
              <a:gd name="connsiteX57" fmla="*/ 7875879 w 12192000"/>
              <a:gd name="connsiteY57" fmla="*/ 1345646 h 2237474"/>
              <a:gd name="connsiteX58" fmla="*/ 7840612 w 12192000"/>
              <a:gd name="connsiteY58" fmla="*/ 1369373 h 2237474"/>
              <a:gd name="connsiteX59" fmla="*/ 7786819 w 12192000"/>
              <a:gd name="connsiteY59" fmla="*/ 1378970 h 2237474"/>
              <a:gd name="connsiteX60" fmla="*/ 7548172 w 12192000"/>
              <a:gd name="connsiteY60" fmla="*/ 1417460 h 2237474"/>
              <a:gd name="connsiteX61" fmla="*/ 7483437 w 12192000"/>
              <a:gd name="connsiteY61" fmla="*/ 1478152 h 2237474"/>
              <a:gd name="connsiteX62" fmla="*/ 7377870 w 12192000"/>
              <a:gd name="connsiteY62" fmla="*/ 1523319 h 2237474"/>
              <a:gd name="connsiteX63" fmla="*/ 7230737 w 12192000"/>
              <a:gd name="connsiteY63" fmla="*/ 1562633 h 2237474"/>
              <a:gd name="connsiteX64" fmla="*/ 7224458 w 12192000"/>
              <a:gd name="connsiteY64" fmla="*/ 1573008 h 2237474"/>
              <a:gd name="connsiteX65" fmla="*/ 7183121 w 12192000"/>
              <a:gd name="connsiteY65" fmla="*/ 1595162 h 2237474"/>
              <a:gd name="connsiteX66" fmla="*/ 7164601 w 12192000"/>
              <a:gd name="connsiteY66" fmla="*/ 1606490 h 2237474"/>
              <a:gd name="connsiteX67" fmla="*/ 7092727 w 12192000"/>
              <a:gd name="connsiteY67" fmla="*/ 1623628 h 2237474"/>
              <a:gd name="connsiteX68" fmla="*/ 7031309 w 12192000"/>
              <a:gd name="connsiteY68" fmla="*/ 1619451 h 2237474"/>
              <a:gd name="connsiteX69" fmla="*/ 6999084 w 12192000"/>
              <a:gd name="connsiteY69" fmla="*/ 1634317 h 2237474"/>
              <a:gd name="connsiteX70" fmla="*/ 6992107 w 12192000"/>
              <a:gd name="connsiteY70" fmla="*/ 1636860 h 2237474"/>
              <a:gd name="connsiteX71" fmla="*/ 6900177 w 12192000"/>
              <a:gd name="connsiteY71" fmla="*/ 1636016 h 2237474"/>
              <a:gd name="connsiteX72" fmla="*/ 6795372 w 12192000"/>
              <a:gd name="connsiteY72" fmla="*/ 1644845 h 2237474"/>
              <a:gd name="connsiteX73" fmla="*/ 6692251 w 12192000"/>
              <a:gd name="connsiteY73" fmla="*/ 1656357 h 2237474"/>
              <a:gd name="connsiteX74" fmla="*/ 6655235 w 12192000"/>
              <a:gd name="connsiteY74" fmla="*/ 1661869 h 2237474"/>
              <a:gd name="connsiteX75" fmla="*/ 6554894 w 12192000"/>
              <a:gd name="connsiteY75" fmla="*/ 1664428 h 2237474"/>
              <a:gd name="connsiteX76" fmla="*/ 6516595 w 12192000"/>
              <a:gd name="connsiteY76" fmla="*/ 1667475 h 2237474"/>
              <a:gd name="connsiteX77" fmla="*/ 6508541 w 12192000"/>
              <a:gd name="connsiteY77" fmla="*/ 1668757 h 2237474"/>
              <a:gd name="connsiteX78" fmla="*/ 6471012 w 12192000"/>
              <a:gd name="connsiteY78" fmla="*/ 1678604 h 2237474"/>
              <a:gd name="connsiteX79" fmla="*/ 6364035 w 12192000"/>
              <a:gd name="connsiteY79" fmla="*/ 1667683 h 2237474"/>
              <a:gd name="connsiteX80" fmla="*/ 6280959 w 12192000"/>
              <a:gd name="connsiteY80" fmla="*/ 1689329 h 2237474"/>
              <a:gd name="connsiteX81" fmla="*/ 6243319 w 12192000"/>
              <a:gd name="connsiteY81" fmla="*/ 1695560 h 2237474"/>
              <a:gd name="connsiteX82" fmla="*/ 6098321 w 12192000"/>
              <a:gd name="connsiteY82" fmla="*/ 1721646 h 2237474"/>
              <a:gd name="connsiteX83" fmla="*/ 5880652 w 12192000"/>
              <a:gd name="connsiteY83" fmla="*/ 1779643 h 2237474"/>
              <a:gd name="connsiteX84" fmla="*/ 5785959 w 12192000"/>
              <a:gd name="connsiteY84" fmla="*/ 1775307 h 2237474"/>
              <a:gd name="connsiteX85" fmla="*/ 5643534 w 12192000"/>
              <a:gd name="connsiteY85" fmla="*/ 1802919 h 2237474"/>
              <a:gd name="connsiteX86" fmla="*/ 5518799 w 12192000"/>
              <a:gd name="connsiteY86" fmla="*/ 1818312 h 2237474"/>
              <a:gd name="connsiteX87" fmla="*/ 5505014 w 12192000"/>
              <a:gd name="connsiteY87" fmla="*/ 1819259 h 2237474"/>
              <a:gd name="connsiteX88" fmla="*/ 5453307 w 12192000"/>
              <a:gd name="connsiteY88" fmla="*/ 1815450 h 2237474"/>
              <a:gd name="connsiteX89" fmla="*/ 5364192 w 12192000"/>
              <a:gd name="connsiteY89" fmla="*/ 1826074 h 2237474"/>
              <a:gd name="connsiteX90" fmla="*/ 5350380 w 12192000"/>
              <a:gd name="connsiteY90" fmla="*/ 1830891 h 2237474"/>
              <a:gd name="connsiteX91" fmla="*/ 5259633 w 12192000"/>
              <a:gd name="connsiteY91" fmla="*/ 1837160 h 2237474"/>
              <a:gd name="connsiteX92" fmla="*/ 5197513 w 12192000"/>
              <a:gd name="connsiteY92" fmla="*/ 1844718 h 2237474"/>
              <a:gd name="connsiteX93" fmla="*/ 5168852 w 12192000"/>
              <a:gd name="connsiteY93" fmla="*/ 1844846 h 2237474"/>
              <a:gd name="connsiteX94" fmla="*/ 5114927 w 12192000"/>
              <a:gd name="connsiteY94" fmla="*/ 1847827 h 2237474"/>
              <a:gd name="connsiteX95" fmla="*/ 5108970 w 12192000"/>
              <a:gd name="connsiteY95" fmla="*/ 1847935 h 2237474"/>
              <a:gd name="connsiteX96" fmla="*/ 5067961 w 12192000"/>
              <a:gd name="connsiteY96" fmla="*/ 1845917 h 2237474"/>
              <a:gd name="connsiteX97" fmla="*/ 5007075 w 12192000"/>
              <a:gd name="connsiteY97" fmla="*/ 1838626 h 2237474"/>
              <a:gd name="connsiteX98" fmla="*/ 4944087 w 12192000"/>
              <a:gd name="connsiteY98" fmla="*/ 1823332 h 2237474"/>
              <a:gd name="connsiteX99" fmla="*/ 4907662 w 12192000"/>
              <a:gd name="connsiteY99" fmla="*/ 1816900 h 2237474"/>
              <a:gd name="connsiteX100" fmla="*/ 4882386 w 12192000"/>
              <a:gd name="connsiteY100" fmla="*/ 1809844 h 2237474"/>
              <a:gd name="connsiteX101" fmla="*/ 4811440 w 12192000"/>
              <a:gd name="connsiteY101" fmla="*/ 1804655 h 2237474"/>
              <a:gd name="connsiteX102" fmla="*/ 4691075 w 12192000"/>
              <a:gd name="connsiteY102" fmla="*/ 1801389 h 2237474"/>
              <a:gd name="connsiteX103" fmla="*/ 4611738 w 12192000"/>
              <a:gd name="connsiteY103" fmla="*/ 1776964 h 2237474"/>
              <a:gd name="connsiteX104" fmla="*/ 4560070 w 12192000"/>
              <a:gd name="connsiteY104" fmla="*/ 1785640 h 2237474"/>
              <a:gd name="connsiteX105" fmla="*/ 4536503 w 12192000"/>
              <a:gd name="connsiteY105" fmla="*/ 1785334 h 2237474"/>
              <a:gd name="connsiteX106" fmla="*/ 4513724 w 12192000"/>
              <a:gd name="connsiteY106" fmla="*/ 1791996 h 2237474"/>
              <a:gd name="connsiteX107" fmla="*/ 4459810 w 12192000"/>
              <a:gd name="connsiteY107" fmla="*/ 1797886 h 2237474"/>
              <a:gd name="connsiteX108" fmla="*/ 4379064 w 12192000"/>
              <a:gd name="connsiteY108" fmla="*/ 1817177 h 2237474"/>
              <a:gd name="connsiteX109" fmla="*/ 4319209 w 12192000"/>
              <a:gd name="connsiteY109" fmla="*/ 1834833 h 2237474"/>
              <a:gd name="connsiteX110" fmla="*/ 4290981 w 12192000"/>
              <a:gd name="connsiteY110" fmla="*/ 1839677 h 2237474"/>
              <a:gd name="connsiteX111" fmla="*/ 4285792 w 12192000"/>
              <a:gd name="connsiteY111" fmla="*/ 1836231 h 2237474"/>
              <a:gd name="connsiteX112" fmla="*/ 4238372 w 12192000"/>
              <a:gd name="connsiteY112" fmla="*/ 1851480 h 2237474"/>
              <a:gd name="connsiteX113" fmla="*/ 4232517 w 12192000"/>
              <a:gd name="connsiteY113" fmla="*/ 1852567 h 2237474"/>
              <a:gd name="connsiteX114" fmla="*/ 4191732 w 12192000"/>
              <a:gd name="connsiteY114" fmla="*/ 1857328 h 2237474"/>
              <a:gd name="connsiteX115" fmla="*/ 4065532 w 12192000"/>
              <a:gd name="connsiteY115" fmla="*/ 1855477 h 2237474"/>
              <a:gd name="connsiteX116" fmla="*/ 4028460 w 12192000"/>
              <a:gd name="connsiteY116" fmla="*/ 1855137 h 2237474"/>
              <a:gd name="connsiteX117" fmla="*/ 4002267 w 12192000"/>
              <a:gd name="connsiteY117" fmla="*/ 1852352 h 2237474"/>
              <a:gd name="connsiteX118" fmla="*/ 3931396 w 12192000"/>
              <a:gd name="connsiteY118" fmla="*/ 1858915 h 2237474"/>
              <a:gd name="connsiteX119" fmla="*/ 3812162 w 12192000"/>
              <a:gd name="connsiteY119" fmla="*/ 1875501 h 2237474"/>
              <a:gd name="connsiteX120" fmla="*/ 3729530 w 12192000"/>
              <a:gd name="connsiteY120" fmla="*/ 1864513 h 2237474"/>
              <a:gd name="connsiteX121" fmla="*/ 3680177 w 12192000"/>
              <a:gd name="connsiteY121" fmla="*/ 1881552 h 2237474"/>
              <a:gd name="connsiteX122" fmla="*/ 3567259 w 12192000"/>
              <a:gd name="connsiteY122" fmla="*/ 1893482 h 2237474"/>
              <a:gd name="connsiteX123" fmla="*/ 3405770 w 12192000"/>
              <a:gd name="connsiteY123" fmla="*/ 1904591 h 2237474"/>
              <a:gd name="connsiteX124" fmla="*/ 3280097 w 12192000"/>
              <a:gd name="connsiteY124" fmla="*/ 1919610 h 2237474"/>
              <a:gd name="connsiteX125" fmla="*/ 3123424 w 12192000"/>
              <a:gd name="connsiteY125" fmla="*/ 1952930 h 2237474"/>
              <a:gd name="connsiteX126" fmla="*/ 3009910 w 12192000"/>
              <a:gd name="connsiteY126" fmla="*/ 1957866 h 2237474"/>
              <a:gd name="connsiteX127" fmla="*/ 2995934 w 12192000"/>
              <a:gd name="connsiteY127" fmla="*/ 1967085 h 2237474"/>
              <a:gd name="connsiteX128" fmla="*/ 2980071 w 12192000"/>
              <a:gd name="connsiteY128" fmla="*/ 1972988 h 2237474"/>
              <a:gd name="connsiteX129" fmla="*/ 2978094 w 12192000"/>
              <a:gd name="connsiteY129" fmla="*/ 1972369 h 2237474"/>
              <a:gd name="connsiteX130" fmla="*/ 2942858 w 12192000"/>
              <a:gd name="connsiteY130" fmla="*/ 1981367 h 2237474"/>
              <a:gd name="connsiteX131" fmla="*/ 2875436 w 12192000"/>
              <a:gd name="connsiteY131" fmla="*/ 1996977 h 2237474"/>
              <a:gd name="connsiteX132" fmla="*/ 2874892 w 12192000"/>
              <a:gd name="connsiteY132" fmla="*/ 1996085 h 2237474"/>
              <a:gd name="connsiteX133" fmla="*/ 2864145 w 12192000"/>
              <a:gd name="connsiteY133" fmla="*/ 1994061 h 2237474"/>
              <a:gd name="connsiteX134" fmla="*/ 2843662 w 12192000"/>
              <a:gd name="connsiteY134" fmla="*/ 1992498 h 2237474"/>
              <a:gd name="connsiteX135" fmla="*/ 2796128 w 12192000"/>
              <a:gd name="connsiteY135" fmla="*/ 1976403 h 2237474"/>
              <a:gd name="connsiteX136" fmla="*/ 2756784 w 12192000"/>
              <a:gd name="connsiteY136" fmla="*/ 1985116 h 2237474"/>
              <a:gd name="connsiteX137" fmla="*/ 2748833 w 12192000"/>
              <a:gd name="connsiteY137" fmla="*/ 1986323 h 2237474"/>
              <a:gd name="connsiteX138" fmla="*/ 2748661 w 12192000"/>
              <a:gd name="connsiteY138" fmla="*/ 1986122 h 2237474"/>
              <a:gd name="connsiteX139" fmla="*/ 2740251 w 12192000"/>
              <a:gd name="connsiteY139" fmla="*/ 1986946 h 2237474"/>
              <a:gd name="connsiteX140" fmla="*/ 2718916 w 12192000"/>
              <a:gd name="connsiteY140" fmla="*/ 1990867 h 2237474"/>
              <a:gd name="connsiteX141" fmla="*/ 2713522 w 12192000"/>
              <a:gd name="connsiteY141" fmla="*/ 1990173 h 2237474"/>
              <a:gd name="connsiteX142" fmla="*/ 2680597 w 12192000"/>
              <a:gd name="connsiteY142" fmla="*/ 1984996 h 2237474"/>
              <a:gd name="connsiteX143" fmla="*/ 2578178 w 12192000"/>
              <a:gd name="connsiteY143" fmla="*/ 1990531 h 2237474"/>
              <a:gd name="connsiteX144" fmla="*/ 2476147 w 12192000"/>
              <a:gd name="connsiteY144" fmla="*/ 1998305 h 2237474"/>
              <a:gd name="connsiteX145" fmla="*/ 2373568 w 12192000"/>
              <a:gd name="connsiteY145" fmla="*/ 2003219 h 2237474"/>
              <a:gd name="connsiteX146" fmla="*/ 2321399 w 12192000"/>
              <a:gd name="connsiteY146" fmla="*/ 1989467 h 2237474"/>
              <a:gd name="connsiteX147" fmla="*/ 2315525 w 12192000"/>
              <a:gd name="connsiteY147" fmla="*/ 1989708 h 2237474"/>
              <a:gd name="connsiteX148" fmla="*/ 2300792 w 12192000"/>
              <a:gd name="connsiteY148" fmla="*/ 1994290 h 2237474"/>
              <a:gd name="connsiteX149" fmla="*/ 2295469 w 12192000"/>
              <a:gd name="connsiteY149" fmla="*/ 1996659 h 2237474"/>
              <a:gd name="connsiteX150" fmla="*/ 2287219 w 12192000"/>
              <a:gd name="connsiteY150" fmla="*/ 1998750 h 2237474"/>
              <a:gd name="connsiteX151" fmla="*/ 2286948 w 12192000"/>
              <a:gd name="connsiteY151" fmla="*/ 1998596 h 2237474"/>
              <a:gd name="connsiteX152" fmla="*/ 2243069 w 12192000"/>
              <a:gd name="connsiteY152" fmla="*/ 2015111 h 2237474"/>
              <a:gd name="connsiteX153" fmla="*/ 2186609 w 12192000"/>
              <a:gd name="connsiteY153" fmla="*/ 2008263 h 2237474"/>
              <a:gd name="connsiteX154" fmla="*/ 2164831 w 12192000"/>
              <a:gd name="connsiteY154" fmla="*/ 2010143 h 2237474"/>
              <a:gd name="connsiteX155" fmla="*/ 2152836 w 12192000"/>
              <a:gd name="connsiteY155" fmla="*/ 2010048 h 2237474"/>
              <a:gd name="connsiteX156" fmla="*/ 2117102 w 12192000"/>
              <a:gd name="connsiteY156" fmla="*/ 2023004 h 2237474"/>
              <a:gd name="connsiteX157" fmla="*/ 2111935 w 12192000"/>
              <a:gd name="connsiteY157" fmla="*/ 2023163 h 2237474"/>
              <a:gd name="connsiteX158" fmla="*/ 2089991 w 12192000"/>
              <a:gd name="connsiteY158" fmla="*/ 2034193 h 2237474"/>
              <a:gd name="connsiteX159" fmla="*/ 2058061 w 12192000"/>
              <a:gd name="connsiteY159" fmla="*/ 2047942 h 2237474"/>
              <a:gd name="connsiteX160" fmla="*/ 2055737 w 12192000"/>
              <a:gd name="connsiteY160" fmla="*/ 2047704 h 2237474"/>
              <a:gd name="connsiteX161" fmla="*/ 2042244 w 12192000"/>
              <a:gd name="connsiteY161" fmla="*/ 2055560 h 2237474"/>
              <a:gd name="connsiteX162" fmla="*/ 1976224 w 12192000"/>
              <a:gd name="connsiteY162" fmla="*/ 2074257 h 2237474"/>
              <a:gd name="connsiteX163" fmla="*/ 1877728 w 12192000"/>
              <a:gd name="connsiteY163" fmla="*/ 2101004 h 2237474"/>
              <a:gd name="connsiteX164" fmla="*/ 1759056 w 12192000"/>
              <a:gd name="connsiteY164" fmla="*/ 2125608 h 2237474"/>
              <a:gd name="connsiteX165" fmla="*/ 1637948 w 12192000"/>
              <a:gd name="connsiteY165" fmla="*/ 2172597 h 2237474"/>
              <a:gd name="connsiteX166" fmla="*/ 1434549 w 12192000"/>
              <a:gd name="connsiteY166" fmla="*/ 2234522 h 2237474"/>
              <a:gd name="connsiteX167" fmla="*/ 1398481 w 12192000"/>
              <a:gd name="connsiteY167" fmla="*/ 2237074 h 2237474"/>
              <a:gd name="connsiteX168" fmla="*/ 1398407 w 12192000"/>
              <a:gd name="connsiteY168" fmla="*/ 2237095 h 2237474"/>
              <a:gd name="connsiteX169" fmla="*/ 1370962 w 12192000"/>
              <a:gd name="connsiteY169" fmla="*/ 2237474 h 2237474"/>
              <a:gd name="connsiteX170" fmla="*/ 1356367 w 12192000"/>
              <a:gd name="connsiteY170" fmla="*/ 2235089 h 2237474"/>
              <a:gd name="connsiteX171" fmla="*/ 1324828 w 12192000"/>
              <a:gd name="connsiteY171" fmla="*/ 2231968 h 2237474"/>
              <a:gd name="connsiteX172" fmla="*/ 1297744 w 12192000"/>
              <a:gd name="connsiteY172" fmla="*/ 2235849 h 2237474"/>
              <a:gd name="connsiteX173" fmla="*/ 1286236 w 12192000"/>
              <a:gd name="connsiteY173" fmla="*/ 2233135 h 2237474"/>
              <a:gd name="connsiteX174" fmla="*/ 1283504 w 12192000"/>
              <a:gd name="connsiteY174" fmla="*/ 2233797 h 2237474"/>
              <a:gd name="connsiteX175" fmla="*/ 1279765 w 12192000"/>
              <a:gd name="connsiteY175" fmla="*/ 2229639 h 2237474"/>
              <a:gd name="connsiteX176" fmla="*/ 1195347 w 12192000"/>
              <a:gd name="connsiteY176" fmla="*/ 2212354 h 2237474"/>
              <a:gd name="connsiteX177" fmla="*/ 970251 w 12192000"/>
              <a:gd name="connsiteY177" fmla="*/ 2221029 h 2237474"/>
              <a:gd name="connsiteX178" fmla="*/ 812914 w 12192000"/>
              <a:gd name="connsiteY178" fmla="*/ 2202752 h 2237474"/>
              <a:gd name="connsiteX179" fmla="*/ 800195 w 12192000"/>
              <a:gd name="connsiteY179" fmla="*/ 2209407 h 2237474"/>
              <a:gd name="connsiteX180" fmla="*/ 784978 w 12192000"/>
              <a:gd name="connsiteY180" fmla="*/ 2212360 h 2237474"/>
              <a:gd name="connsiteX181" fmla="*/ 681987 w 12192000"/>
              <a:gd name="connsiteY181" fmla="*/ 2216757 h 2237474"/>
              <a:gd name="connsiteX182" fmla="*/ 669923 w 12192000"/>
              <a:gd name="connsiteY182" fmla="*/ 2211682 h 2237474"/>
              <a:gd name="connsiteX183" fmla="*/ 648680 w 12192000"/>
              <a:gd name="connsiteY183" fmla="*/ 2206229 h 2237474"/>
              <a:gd name="connsiteX184" fmla="*/ 597225 w 12192000"/>
              <a:gd name="connsiteY184" fmla="*/ 2180999 h 2237474"/>
              <a:gd name="connsiteX185" fmla="*/ 558449 w 12192000"/>
              <a:gd name="connsiteY185" fmla="*/ 2182346 h 2237474"/>
              <a:gd name="connsiteX186" fmla="*/ 550517 w 12192000"/>
              <a:gd name="connsiteY186" fmla="*/ 2182060 h 2237474"/>
              <a:gd name="connsiteX187" fmla="*/ 550309 w 12192000"/>
              <a:gd name="connsiteY187" fmla="*/ 2181825 h 2237474"/>
              <a:gd name="connsiteX188" fmla="*/ 541836 w 12192000"/>
              <a:gd name="connsiteY188" fmla="*/ 2181063 h 2237474"/>
              <a:gd name="connsiteX189" fmla="*/ 536057 w 12192000"/>
              <a:gd name="connsiteY189" fmla="*/ 2181537 h 2237474"/>
              <a:gd name="connsiteX190" fmla="*/ 520671 w 12192000"/>
              <a:gd name="connsiteY190" fmla="*/ 2180980 h 2237474"/>
              <a:gd name="connsiteX191" fmla="*/ 515024 w 12192000"/>
              <a:gd name="connsiteY191" fmla="*/ 2179258 h 2237474"/>
              <a:gd name="connsiteX192" fmla="*/ 512278 w 12192000"/>
              <a:gd name="connsiteY192" fmla="*/ 2176369 h 2237474"/>
              <a:gd name="connsiteX193" fmla="*/ 480419 w 12192000"/>
              <a:gd name="connsiteY193" fmla="*/ 2167807 h 2237474"/>
              <a:gd name="connsiteX194" fmla="*/ 413835 w 12192000"/>
              <a:gd name="connsiteY194" fmla="*/ 2156783 h 2237474"/>
              <a:gd name="connsiteX195" fmla="*/ 376513 w 12192000"/>
              <a:gd name="connsiteY195" fmla="*/ 2154014 h 2237474"/>
              <a:gd name="connsiteX196" fmla="*/ 273386 w 12192000"/>
              <a:gd name="connsiteY196" fmla="*/ 2142551 h 2237474"/>
              <a:gd name="connsiteX197" fmla="*/ 169207 w 12192000"/>
              <a:gd name="connsiteY197" fmla="*/ 2128100 h 2237474"/>
              <a:gd name="connsiteX198" fmla="*/ 93149 w 12192000"/>
              <a:gd name="connsiteY198" fmla="*/ 2105324 h 2237474"/>
              <a:gd name="connsiteX199" fmla="*/ 88109 w 12192000"/>
              <a:gd name="connsiteY199" fmla="*/ 2106704 h 2237474"/>
              <a:gd name="connsiteX200" fmla="*/ 80022 w 12192000"/>
              <a:gd name="connsiteY200" fmla="*/ 2107254 h 2237474"/>
              <a:gd name="connsiteX201" fmla="*/ 79717 w 12192000"/>
              <a:gd name="connsiteY201" fmla="*/ 2107046 h 2237474"/>
              <a:gd name="connsiteX202" fmla="*/ 72352 w 12192000"/>
              <a:gd name="connsiteY202" fmla="*/ 2107991 h 2237474"/>
              <a:gd name="connsiteX203" fmla="*/ 37645 w 12192000"/>
              <a:gd name="connsiteY203" fmla="*/ 2115401 h 2237474"/>
              <a:gd name="connsiteX204" fmla="*/ 4572 w 12192000"/>
              <a:gd name="connsiteY204" fmla="*/ 2111091 h 2237474"/>
              <a:gd name="connsiteX205" fmla="*/ 0 w 12192000"/>
              <a:gd name="connsiteY205" fmla="*/ 2110468 h 2237474"/>
              <a:gd name="connsiteX206" fmla="*/ 0 w 12192000"/>
              <a:gd name="connsiteY206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11200 w 12192000"/>
              <a:gd name="connsiteY18" fmla="*/ 767513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767091 w 12192000"/>
              <a:gd name="connsiteY23" fmla="*/ 870550 h 2237474"/>
              <a:gd name="connsiteX24" fmla="*/ 9683005 w 12192000"/>
              <a:gd name="connsiteY24" fmla="*/ 894128 h 2237474"/>
              <a:gd name="connsiteX25" fmla="*/ 9594438 w 12192000"/>
              <a:gd name="connsiteY25" fmla="*/ 919051 h 2237474"/>
              <a:gd name="connsiteX26" fmla="*/ 9577033 w 12192000"/>
              <a:gd name="connsiteY26" fmla="*/ 922857 h 2237474"/>
              <a:gd name="connsiteX27" fmla="*/ 9544189 w 12192000"/>
              <a:gd name="connsiteY27" fmla="*/ 938966 h 2237474"/>
              <a:gd name="connsiteX28" fmla="*/ 9500499 w 12192000"/>
              <a:gd name="connsiteY28" fmla="*/ 954680 h 2237474"/>
              <a:gd name="connsiteX29" fmla="*/ 9428195 w 12192000"/>
              <a:gd name="connsiteY29" fmla="*/ 986225 h 2237474"/>
              <a:gd name="connsiteX30" fmla="*/ 9410017 w 12192000"/>
              <a:gd name="connsiteY30" fmla="*/ 993931 h 2237474"/>
              <a:gd name="connsiteX31" fmla="*/ 9392919 w 12192000"/>
              <a:gd name="connsiteY31" fmla="*/ 994656 h 2237474"/>
              <a:gd name="connsiteX32" fmla="*/ 9278619 w 12192000"/>
              <a:gd name="connsiteY32" fmla="*/ 1011878 h 2237474"/>
              <a:gd name="connsiteX33" fmla="*/ 9268019 w 12192000"/>
              <a:gd name="connsiteY33" fmla="*/ 1007442 h 2237474"/>
              <a:gd name="connsiteX34" fmla="*/ 9234662 w 12192000"/>
              <a:gd name="connsiteY34" fmla="*/ 1023056 h 2237474"/>
              <a:gd name="connsiteX35" fmla="*/ 9181033 w 12192000"/>
              <a:gd name="connsiteY35" fmla="*/ 1037921 h 2237474"/>
              <a:gd name="connsiteX36" fmla="*/ 9155969 w 12192000"/>
              <a:gd name="connsiteY36" fmla="*/ 1046804 h 2237474"/>
              <a:gd name="connsiteX37" fmla="*/ 9133985 w 12192000"/>
              <a:gd name="connsiteY37" fmla="*/ 1046450 h 2237474"/>
              <a:gd name="connsiteX38" fmla="*/ 9012987 w 12192000"/>
              <a:gd name="connsiteY38" fmla="*/ 1061986 h 2237474"/>
              <a:gd name="connsiteX39" fmla="*/ 8968445 w 12192000"/>
              <a:gd name="connsiteY39" fmla="*/ 1052169 h 2237474"/>
              <a:gd name="connsiteX40" fmla="*/ 8958984 w 12192000"/>
              <a:gd name="connsiteY40" fmla="*/ 1057212 h 2237474"/>
              <a:gd name="connsiteX41" fmla="*/ 8886001 w 12192000"/>
              <a:gd name="connsiteY41" fmla="*/ 1067468 h 2237474"/>
              <a:gd name="connsiteX42" fmla="*/ 8838610 w 12192000"/>
              <a:gd name="connsiteY42" fmla="*/ 1075091 h 2237474"/>
              <a:gd name="connsiteX43" fmla="*/ 8750383 w 12192000"/>
              <a:gd name="connsiteY43" fmla="*/ 1097387 h 2237474"/>
              <a:gd name="connsiteX44" fmla="*/ 8665605 w 12192000"/>
              <a:gd name="connsiteY44" fmla="*/ 1110791 h 2237474"/>
              <a:gd name="connsiteX45" fmla="*/ 8584946 w 12192000"/>
              <a:gd name="connsiteY45" fmla="*/ 1135226 h 2237474"/>
              <a:gd name="connsiteX46" fmla="*/ 8460755 w 12192000"/>
              <a:gd name="connsiteY46" fmla="*/ 1203427 h 2237474"/>
              <a:gd name="connsiteX47" fmla="*/ 8419755 w 12192000"/>
              <a:gd name="connsiteY47" fmla="*/ 1216260 h 2237474"/>
              <a:gd name="connsiteX48" fmla="*/ 8411626 w 12192000"/>
              <a:gd name="connsiteY48" fmla="*/ 1214397 h 2237474"/>
              <a:gd name="connsiteX49" fmla="*/ 8363469 w 12192000"/>
              <a:gd name="connsiteY49" fmla="*/ 1246658 h 2237474"/>
              <a:gd name="connsiteX50" fmla="*/ 8275497 w 12192000"/>
              <a:gd name="connsiteY50" fmla="*/ 1264396 h 2237474"/>
              <a:gd name="connsiteX51" fmla="*/ 8206287 w 12192000"/>
              <a:gd name="connsiteY51" fmla="*/ 1273060 h 2237474"/>
              <a:gd name="connsiteX52" fmla="*/ 8168705 w 12192000"/>
              <a:gd name="connsiteY52" fmla="*/ 1279956 h 2237474"/>
              <a:gd name="connsiteX53" fmla="*/ 8139997 w 12192000"/>
              <a:gd name="connsiteY53" fmla="*/ 1282713 h 2237474"/>
              <a:gd name="connsiteX54" fmla="*/ 8074238 w 12192000"/>
              <a:gd name="connsiteY54" fmla="*/ 1301895 h 2237474"/>
              <a:gd name="connsiteX55" fmla="*/ 7968292 w 12192000"/>
              <a:gd name="connsiteY55" fmla="*/ 1338779 h 2237474"/>
              <a:gd name="connsiteX56" fmla="*/ 7902328 w 12192000"/>
              <a:gd name="connsiteY56" fmla="*/ 1345865 h 2237474"/>
              <a:gd name="connsiteX57" fmla="*/ 7875879 w 12192000"/>
              <a:gd name="connsiteY57" fmla="*/ 1345646 h 2237474"/>
              <a:gd name="connsiteX58" fmla="*/ 7840612 w 12192000"/>
              <a:gd name="connsiteY58" fmla="*/ 1369373 h 2237474"/>
              <a:gd name="connsiteX59" fmla="*/ 7786819 w 12192000"/>
              <a:gd name="connsiteY59" fmla="*/ 1378970 h 2237474"/>
              <a:gd name="connsiteX60" fmla="*/ 7548172 w 12192000"/>
              <a:gd name="connsiteY60" fmla="*/ 1417460 h 2237474"/>
              <a:gd name="connsiteX61" fmla="*/ 7483437 w 12192000"/>
              <a:gd name="connsiteY61" fmla="*/ 1478152 h 2237474"/>
              <a:gd name="connsiteX62" fmla="*/ 7377870 w 12192000"/>
              <a:gd name="connsiteY62" fmla="*/ 1523319 h 2237474"/>
              <a:gd name="connsiteX63" fmla="*/ 7230737 w 12192000"/>
              <a:gd name="connsiteY63" fmla="*/ 1562633 h 2237474"/>
              <a:gd name="connsiteX64" fmla="*/ 7224458 w 12192000"/>
              <a:gd name="connsiteY64" fmla="*/ 1573008 h 2237474"/>
              <a:gd name="connsiteX65" fmla="*/ 7183121 w 12192000"/>
              <a:gd name="connsiteY65" fmla="*/ 1595162 h 2237474"/>
              <a:gd name="connsiteX66" fmla="*/ 7164601 w 12192000"/>
              <a:gd name="connsiteY66" fmla="*/ 1606490 h 2237474"/>
              <a:gd name="connsiteX67" fmla="*/ 7092727 w 12192000"/>
              <a:gd name="connsiteY67" fmla="*/ 1623628 h 2237474"/>
              <a:gd name="connsiteX68" fmla="*/ 7031309 w 12192000"/>
              <a:gd name="connsiteY68" fmla="*/ 1619451 h 2237474"/>
              <a:gd name="connsiteX69" fmla="*/ 6999084 w 12192000"/>
              <a:gd name="connsiteY69" fmla="*/ 1634317 h 2237474"/>
              <a:gd name="connsiteX70" fmla="*/ 6992107 w 12192000"/>
              <a:gd name="connsiteY70" fmla="*/ 1636860 h 2237474"/>
              <a:gd name="connsiteX71" fmla="*/ 6900177 w 12192000"/>
              <a:gd name="connsiteY71" fmla="*/ 1636016 h 2237474"/>
              <a:gd name="connsiteX72" fmla="*/ 6795372 w 12192000"/>
              <a:gd name="connsiteY72" fmla="*/ 1644845 h 2237474"/>
              <a:gd name="connsiteX73" fmla="*/ 6692251 w 12192000"/>
              <a:gd name="connsiteY73" fmla="*/ 1656357 h 2237474"/>
              <a:gd name="connsiteX74" fmla="*/ 6655235 w 12192000"/>
              <a:gd name="connsiteY74" fmla="*/ 1661869 h 2237474"/>
              <a:gd name="connsiteX75" fmla="*/ 6554894 w 12192000"/>
              <a:gd name="connsiteY75" fmla="*/ 1664428 h 2237474"/>
              <a:gd name="connsiteX76" fmla="*/ 6516595 w 12192000"/>
              <a:gd name="connsiteY76" fmla="*/ 1667475 h 2237474"/>
              <a:gd name="connsiteX77" fmla="*/ 6508541 w 12192000"/>
              <a:gd name="connsiteY77" fmla="*/ 1668757 h 2237474"/>
              <a:gd name="connsiteX78" fmla="*/ 6471012 w 12192000"/>
              <a:gd name="connsiteY78" fmla="*/ 1678604 h 2237474"/>
              <a:gd name="connsiteX79" fmla="*/ 6364035 w 12192000"/>
              <a:gd name="connsiteY79" fmla="*/ 1667683 h 2237474"/>
              <a:gd name="connsiteX80" fmla="*/ 6280959 w 12192000"/>
              <a:gd name="connsiteY80" fmla="*/ 1689329 h 2237474"/>
              <a:gd name="connsiteX81" fmla="*/ 6243319 w 12192000"/>
              <a:gd name="connsiteY81" fmla="*/ 1695560 h 2237474"/>
              <a:gd name="connsiteX82" fmla="*/ 6098321 w 12192000"/>
              <a:gd name="connsiteY82" fmla="*/ 1721646 h 2237474"/>
              <a:gd name="connsiteX83" fmla="*/ 5880652 w 12192000"/>
              <a:gd name="connsiteY83" fmla="*/ 1779643 h 2237474"/>
              <a:gd name="connsiteX84" fmla="*/ 5785959 w 12192000"/>
              <a:gd name="connsiteY84" fmla="*/ 1775307 h 2237474"/>
              <a:gd name="connsiteX85" fmla="*/ 5643534 w 12192000"/>
              <a:gd name="connsiteY85" fmla="*/ 1802919 h 2237474"/>
              <a:gd name="connsiteX86" fmla="*/ 5518799 w 12192000"/>
              <a:gd name="connsiteY86" fmla="*/ 1818312 h 2237474"/>
              <a:gd name="connsiteX87" fmla="*/ 5505014 w 12192000"/>
              <a:gd name="connsiteY87" fmla="*/ 1819259 h 2237474"/>
              <a:gd name="connsiteX88" fmla="*/ 5453307 w 12192000"/>
              <a:gd name="connsiteY88" fmla="*/ 1815450 h 2237474"/>
              <a:gd name="connsiteX89" fmla="*/ 5364192 w 12192000"/>
              <a:gd name="connsiteY89" fmla="*/ 1826074 h 2237474"/>
              <a:gd name="connsiteX90" fmla="*/ 5350380 w 12192000"/>
              <a:gd name="connsiteY90" fmla="*/ 1830891 h 2237474"/>
              <a:gd name="connsiteX91" fmla="*/ 5259633 w 12192000"/>
              <a:gd name="connsiteY91" fmla="*/ 1837160 h 2237474"/>
              <a:gd name="connsiteX92" fmla="*/ 5197513 w 12192000"/>
              <a:gd name="connsiteY92" fmla="*/ 1844718 h 2237474"/>
              <a:gd name="connsiteX93" fmla="*/ 5168852 w 12192000"/>
              <a:gd name="connsiteY93" fmla="*/ 1844846 h 2237474"/>
              <a:gd name="connsiteX94" fmla="*/ 5114927 w 12192000"/>
              <a:gd name="connsiteY94" fmla="*/ 1847827 h 2237474"/>
              <a:gd name="connsiteX95" fmla="*/ 5108970 w 12192000"/>
              <a:gd name="connsiteY95" fmla="*/ 1847935 h 2237474"/>
              <a:gd name="connsiteX96" fmla="*/ 5067961 w 12192000"/>
              <a:gd name="connsiteY96" fmla="*/ 1845917 h 2237474"/>
              <a:gd name="connsiteX97" fmla="*/ 5007075 w 12192000"/>
              <a:gd name="connsiteY97" fmla="*/ 1838626 h 2237474"/>
              <a:gd name="connsiteX98" fmla="*/ 4944087 w 12192000"/>
              <a:gd name="connsiteY98" fmla="*/ 1823332 h 2237474"/>
              <a:gd name="connsiteX99" fmla="*/ 4907662 w 12192000"/>
              <a:gd name="connsiteY99" fmla="*/ 1816900 h 2237474"/>
              <a:gd name="connsiteX100" fmla="*/ 4882386 w 12192000"/>
              <a:gd name="connsiteY100" fmla="*/ 1809844 h 2237474"/>
              <a:gd name="connsiteX101" fmla="*/ 4811440 w 12192000"/>
              <a:gd name="connsiteY101" fmla="*/ 1804655 h 2237474"/>
              <a:gd name="connsiteX102" fmla="*/ 4691075 w 12192000"/>
              <a:gd name="connsiteY102" fmla="*/ 1801389 h 2237474"/>
              <a:gd name="connsiteX103" fmla="*/ 4611738 w 12192000"/>
              <a:gd name="connsiteY103" fmla="*/ 1776964 h 2237474"/>
              <a:gd name="connsiteX104" fmla="*/ 4560070 w 12192000"/>
              <a:gd name="connsiteY104" fmla="*/ 1785640 h 2237474"/>
              <a:gd name="connsiteX105" fmla="*/ 4536503 w 12192000"/>
              <a:gd name="connsiteY105" fmla="*/ 1785334 h 2237474"/>
              <a:gd name="connsiteX106" fmla="*/ 4513724 w 12192000"/>
              <a:gd name="connsiteY106" fmla="*/ 1791996 h 2237474"/>
              <a:gd name="connsiteX107" fmla="*/ 4459810 w 12192000"/>
              <a:gd name="connsiteY107" fmla="*/ 1797886 h 2237474"/>
              <a:gd name="connsiteX108" fmla="*/ 4379064 w 12192000"/>
              <a:gd name="connsiteY108" fmla="*/ 1817177 h 2237474"/>
              <a:gd name="connsiteX109" fmla="*/ 4319209 w 12192000"/>
              <a:gd name="connsiteY109" fmla="*/ 1834833 h 2237474"/>
              <a:gd name="connsiteX110" fmla="*/ 4290981 w 12192000"/>
              <a:gd name="connsiteY110" fmla="*/ 1839677 h 2237474"/>
              <a:gd name="connsiteX111" fmla="*/ 4285792 w 12192000"/>
              <a:gd name="connsiteY111" fmla="*/ 1836231 h 2237474"/>
              <a:gd name="connsiteX112" fmla="*/ 4238372 w 12192000"/>
              <a:gd name="connsiteY112" fmla="*/ 1851480 h 2237474"/>
              <a:gd name="connsiteX113" fmla="*/ 4232517 w 12192000"/>
              <a:gd name="connsiteY113" fmla="*/ 1852567 h 2237474"/>
              <a:gd name="connsiteX114" fmla="*/ 4191732 w 12192000"/>
              <a:gd name="connsiteY114" fmla="*/ 1857328 h 2237474"/>
              <a:gd name="connsiteX115" fmla="*/ 4065532 w 12192000"/>
              <a:gd name="connsiteY115" fmla="*/ 1855477 h 2237474"/>
              <a:gd name="connsiteX116" fmla="*/ 4028460 w 12192000"/>
              <a:gd name="connsiteY116" fmla="*/ 1855137 h 2237474"/>
              <a:gd name="connsiteX117" fmla="*/ 4002267 w 12192000"/>
              <a:gd name="connsiteY117" fmla="*/ 1852352 h 2237474"/>
              <a:gd name="connsiteX118" fmla="*/ 3931396 w 12192000"/>
              <a:gd name="connsiteY118" fmla="*/ 1858915 h 2237474"/>
              <a:gd name="connsiteX119" fmla="*/ 3812162 w 12192000"/>
              <a:gd name="connsiteY119" fmla="*/ 1875501 h 2237474"/>
              <a:gd name="connsiteX120" fmla="*/ 3729530 w 12192000"/>
              <a:gd name="connsiteY120" fmla="*/ 1864513 h 2237474"/>
              <a:gd name="connsiteX121" fmla="*/ 3680177 w 12192000"/>
              <a:gd name="connsiteY121" fmla="*/ 1881552 h 2237474"/>
              <a:gd name="connsiteX122" fmla="*/ 3567259 w 12192000"/>
              <a:gd name="connsiteY122" fmla="*/ 1893482 h 2237474"/>
              <a:gd name="connsiteX123" fmla="*/ 3405770 w 12192000"/>
              <a:gd name="connsiteY123" fmla="*/ 1904591 h 2237474"/>
              <a:gd name="connsiteX124" fmla="*/ 3280097 w 12192000"/>
              <a:gd name="connsiteY124" fmla="*/ 1919610 h 2237474"/>
              <a:gd name="connsiteX125" fmla="*/ 3123424 w 12192000"/>
              <a:gd name="connsiteY125" fmla="*/ 1952930 h 2237474"/>
              <a:gd name="connsiteX126" fmla="*/ 3009910 w 12192000"/>
              <a:gd name="connsiteY126" fmla="*/ 1957866 h 2237474"/>
              <a:gd name="connsiteX127" fmla="*/ 2995934 w 12192000"/>
              <a:gd name="connsiteY127" fmla="*/ 1967085 h 2237474"/>
              <a:gd name="connsiteX128" fmla="*/ 2980071 w 12192000"/>
              <a:gd name="connsiteY128" fmla="*/ 1972988 h 2237474"/>
              <a:gd name="connsiteX129" fmla="*/ 2978094 w 12192000"/>
              <a:gd name="connsiteY129" fmla="*/ 1972369 h 2237474"/>
              <a:gd name="connsiteX130" fmla="*/ 2942858 w 12192000"/>
              <a:gd name="connsiteY130" fmla="*/ 1981367 h 2237474"/>
              <a:gd name="connsiteX131" fmla="*/ 2875436 w 12192000"/>
              <a:gd name="connsiteY131" fmla="*/ 1996977 h 2237474"/>
              <a:gd name="connsiteX132" fmla="*/ 2874892 w 12192000"/>
              <a:gd name="connsiteY132" fmla="*/ 1996085 h 2237474"/>
              <a:gd name="connsiteX133" fmla="*/ 2864145 w 12192000"/>
              <a:gd name="connsiteY133" fmla="*/ 1994061 h 2237474"/>
              <a:gd name="connsiteX134" fmla="*/ 2843662 w 12192000"/>
              <a:gd name="connsiteY134" fmla="*/ 1992498 h 2237474"/>
              <a:gd name="connsiteX135" fmla="*/ 2796128 w 12192000"/>
              <a:gd name="connsiteY135" fmla="*/ 1976403 h 2237474"/>
              <a:gd name="connsiteX136" fmla="*/ 2756784 w 12192000"/>
              <a:gd name="connsiteY136" fmla="*/ 1985116 h 2237474"/>
              <a:gd name="connsiteX137" fmla="*/ 2748833 w 12192000"/>
              <a:gd name="connsiteY137" fmla="*/ 1986323 h 2237474"/>
              <a:gd name="connsiteX138" fmla="*/ 2748661 w 12192000"/>
              <a:gd name="connsiteY138" fmla="*/ 1986122 h 2237474"/>
              <a:gd name="connsiteX139" fmla="*/ 2740251 w 12192000"/>
              <a:gd name="connsiteY139" fmla="*/ 1986946 h 2237474"/>
              <a:gd name="connsiteX140" fmla="*/ 2718916 w 12192000"/>
              <a:gd name="connsiteY140" fmla="*/ 1990867 h 2237474"/>
              <a:gd name="connsiteX141" fmla="*/ 2713522 w 12192000"/>
              <a:gd name="connsiteY141" fmla="*/ 1990173 h 2237474"/>
              <a:gd name="connsiteX142" fmla="*/ 2680597 w 12192000"/>
              <a:gd name="connsiteY142" fmla="*/ 1984996 h 2237474"/>
              <a:gd name="connsiteX143" fmla="*/ 2578178 w 12192000"/>
              <a:gd name="connsiteY143" fmla="*/ 1990531 h 2237474"/>
              <a:gd name="connsiteX144" fmla="*/ 2476147 w 12192000"/>
              <a:gd name="connsiteY144" fmla="*/ 1998305 h 2237474"/>
              <a:gd name="connsiteX145" fmla="*/ 2373568 w 12192000"/>
              <a:gd name="connsiteY145" fmla="*/ 2003219 h 2237474"/>
              <a:gd name="connsiteX146" fmla="*/ 2321399 w 12192000"/>
              <a:gd name="connsiteY146" fmla="*/ 1989467 h 2237474"/>
              <a:gd name="connsiteX147" fmla="*/ 2315525 w 12192000"/>
              <a:gd name="connsiteY147" fmla="*/ 1989708 h 2237474"/>
              <a:gd name="connsiteX148" fmla="*/ 2300792 w 12192000"/>
              <a:gd name="connsiteY148" fmla="*/ 1994290 h 2237474"/>
              <a:gd name="connsiteX149" fmla="*/ 2295469 w 12192000"/>
              <a:gd name="connsiteY149" fmla="*/ 1996659 h 2237474"/>
              <a:gd name="connsiteX150" fmla="*/ 2287219 w 12192000"/>
              <a:gd name="connsiteY150" fmla="*/ 1998750 h 2237474"/>
              <a:gd name="connsiteX151" fmla="*/ 2286948 w 12192000"/>
              <a:gd name="connsiteY151" fmla="*/ 1998596 h 2237474"/>
              <a:gd name="connsiteX152" fmla="*/ 2243069 w 12192000"/>
              <a:gd name="connsiteY152" fmla="*/ 2015111 h 2237474"/>
              <a:gd name="connsiteX153" fmla="*/ 2186609 w 12192000"/>
              <a:gd name="connsiteY153" fmla="*/ 2008263 h 2237474"/>
              <a:gd name="connsiteX154" fmla="*/ 2164831 w 12192000"/>
              <a:gd name="connsiteY154" fmla="*/ 2010143 h 2237474"/>
              <a:gd name="connsiteX155" fmla="*/ 2152836 w 12192000"/>
              <a:gd name="connsiteY155" fmla="*/ 2010048 h 2237474"/>
              <a:gd name="connsiteX156" fmla="*/ 2117102 w 12192000"/>
              <a:gd name="connsiteY156" fmla="*/ 2023004 h 2237474"/>
              <a:gd name="connsiteX157" fmla="*/ 2111935 w 12192000"/>
              <a:gd name="connsiteY157" fmla="*/ 2023163 h 2237474"/>
              <a:gd name="connsiteX158" fmla="*/ 2089991 w 12192000"/>
              <a:gd name="connsiteY158" fmla="*/ 2034193 h 2237474"/>
              <a:gd name="connsiteX159" fmla="*/ 2058061 w 12192000"/>
              <a:gd name="connsiteY159" fmla="*/ 2047942 h 2237474"/>
              <a:gd name="connsiteX160" fmla="*/ 2055737 w 12192000"/>
              <a:gd name="connsiteY160" fmla="*/ 2047704 h 2237474"/>
              <a:gd name="connsiteX161" fmla="*/ 2042244 w 12192000"/>
              <a:gd name="connsiteY161" fmla="*/ 2055560 h 2237474"/>
              <a:gd name="connsiteX162" fmla="*/ 1976224 w 12192000"/>
              <a:gd name="connsiteY162" fmla="*/ 2074257 h 2237474"/>
              <a:gd name="connsiteX163" fmla="*/ 1877728 w 12192000"/>
              <a:gd name="connsiteY163" fmla="*/ 2101004 h 2237474"/>
              <a:gd name="connsiteX164" fmla="*/ 1759056 w 12192000"/>
              <a:gd name="connsiteY164" fmla="*/ 2125608 h 2237474"/>
              <a:gd name="connsiteX165" fmla="*/ 1637948 w 12192000"/>
              <a:gd name="connsiteY165" fmla="*/ 2172597 h 2237474"/>
              <a:gd name="connsiteX166" fmla="*/ 1434549 w 12192000"/>
              <a:gd name="connsiteY166" fmla="*/ 2234522 h 2237474"/>
              <a:gd name="connsiteX167" fmla="*/ 1398481 w 12192000"/>
              <a:gd name="connsiteY167" fmla="*/ 2237074 h 2237474"/>
              <a:gd name="connsiteX168" fmla="*/ 1398407 w 12192000"/>
              <a:gd name="connsiteY168" fmla="*/ 2237095 h 2237474"/>
              <a:gd name="connsiteX169" fmla="*/ 1370962 w 12192000"/>
              <a:gd name="connsiteY169" fmla="*/ 2237474 h 2237474"/>
              <a:gd name="connsiteX170" fmla="*/ 1356367 w 12192000"/>
              <a:gd name="connsiteY170" fmla="*/ 2235089 h 2237474"/>
              <a:gd name="connsiteX171" fmla="*/ 1324828 w 12192000"/>
              <a:gd name="connsiteY171" fmla="*/ 2231968 h 2237474"/>
              <a:gd name="connsiteX172" fmla="*/ 1297744 w 12192000"/>
              <a:gd name="connsiteY172" fmla="*/ 2235849 h 2237474"/>
              <a:gd name="connsiteX173" fmla="*/ 1286236 w 12192000"/>
              <a:gd name="connsiteY173" fmla="*/ 2233135 h 2237474"/>
              <a:gd name="connsiteX174" fmla="*/ 1283504 w 12192000"/>
              <a:gd name="connsiteY174" fmla="*/ 2233797 h 2237474"/>
              <a:gd name="connsiteX175" fmla="*/ 1279765 w 12192000"/>
              <a:gd name="connsiteY175" fmla="*/ 2229639 h 2237474"/>
              <a:gd name="connsiteX176" fmla="*/ 1195347 w 12192000"/>
              <a:gd name="connsiteY176" fmla="*/ 2212354 h 2237474"/>
              <a:gd name="connsiteX177" fmla="*/ 970251 w 12192000"/>
              <a:gd name="connsiteY177" fmla="*/ 2221029 h 2237474"/>
              <a:gd name="connsiteX178" fmla="*/ 812914 w 12192000"/>
              <a:gd name="connsiteY178" fmla="*/ 2202752 h 2237474"/>
              <a:gd name="connsiteX179" fmla="*/ 800195 w 12192000"/>
              <a:gd name="connsiteY179" fmla="*/ 2209407 h 2237474"/>
              <a:gd name="connsiteX180" fmla="*/ 784978 w 12192000"/>
              <a:gd name="connsiteY180" fmla="*/ 2212360 h 2237474"/>
              <a:gd name="connsiteX181" fmla="*/ 681987 w 12192000"/>
              <a:gd name="connsiteY181" fmla="*/ 2216757 h 2237474"/>
              <a:gd name="connsiteX182" fmla="*/ 669923 w 12192000"/>
              <a:gd name="connsiteY182" fmla="*/ 2211682 h 2237474"/>
              <a:gd name="connsiteX183" fmla="*/ 648680 w 12192000"/>
              <a:gd name="connsiteY183" fmla="*/ 2206229 h 2237474"/>
              <a:gd name="connsiteX184" fmla="*/ 597225 w 12192000"/>
              <a:gd name="connsiteY184" fmla="*/ 2180999 h 2237474"/>
              <a:gd name="connsiteX185" fmla="*/ 558449 w 12192000"/>
              <a:gd name="connsiteY185" fmla="*/ 2182346 h 2237474"/>
              <a:gd name="connsiteX186" fmla="*/ 550517 w 12192000"/>
              <a:gd name="connsiteY186" fmla="*/ 2182060 h 2237474"/>
              <a:gd name="connsiteX187" fmla="*/ 550309 w 12192000"/>
              <a:gd name="connsiteY187" fmla="*/ 2181825 h 2237474"/>
              <a:gd name="connsiteX188" fmla="*/ 541836 w 12192000"/>
              <a:gd name="connsiteY188" fmla="*/ 2181063 h 2237474"/>
              <a:gd name="connsiteX189" fmla="*/ 536057 w 12192000"/>
              <a:gd name="connsiteY189" fmla="*/ 2181537 h 2237474"/>
              <a:gd name="connsiteX190" fmla="*/ 520671 w 12192000"/>
              <a:gd name="connsiteY190" fmla="*/ 2180980 h 2237474"/>
              <a:gd name="connsiteX191" fmla="*/ 515024 w 12192000"/>
              <a:gd name="connsiteY191" fmla="*/ 2179258 h 2237474"/>
              <a:gd name="connsiteX192" fmla="*/ 512278 w 12192000"/>
              <a:gd name="connsiteY192" fmla="*/ 2176369 h 2237474"/>
              <a:gd name="connsiteX193" fmla="*/ 480419 w 12192000"/>
              <a:gd name="connsiteY193" fmla="*/ 2167807 h 2237474"/>
              <a:gd name="connsiteX194" fmla="*/ 413835 w 12192000"/>
              <a:gd name="connsiteY194" fmla="*/ 2156783 h 2237474"/>
              <a:gd name="connsiteX195" fmla="*/ 376513 w 12192000"/>
              <a:gd name="connsiteY195" fmla="*/ 2154014 h 2237474"/>
              <a:gd name="connsiteX196" fmla="*/ 273386 w 12192000"/>
              <a:gd name="connsiteY196" fmla="*/ 2142551 h 2237474"/>
              <a:gd name="connsiteX197" fmla="*/ 169207 w 12192000"/>
              <a:gd name="connsiteY197" fmla="*/ 2128100 h 2237474"/>
              <a:gd name="connsiteX198" fmla="*/ 93149 w 12192000"/>
              <a:gd name="connsiteY198" fmla="*/ 2105324 h 2237474"/>
              <a:gd name="connsiteX199" fmla="*/ 88109 w 12192000"/>
              <a:gd name="connsiteY199" fmla="*/ 2106704 h 2237474"/>
              <a:gd name="connsiteX200" fmla="*/ 80022 w 12192000"/>
              <a:gd name="connsiteY200" fmla="*/ 2107254 h 2237474"/>
              <a:gd name="connsiteX201" fmla="*/ 79717 w 12192000"/>
              <a:gd name="connsiteY201" fmla="*/ 2107046 h 2237474"/>
              <a:gd name="connsiteX202" fmla="*/ 72352 w 12192000"/>
              <a:gd name="connsiteY202" fmla="*/ 2107991 h 2237474"/>
              <a:gd name="connsiteX203" fmla="*/ 37645 w 12192000"/>
              <a:gd name="connsiteY203" fmla="*/ 2115401 h 2237474"/>
              <a:gd name="connsiteX204" fmla="*/ 4572 w 12192000"/>
              <a:gd name="connsiteY204" fmla="*/ 2111091 h 2237474"/>
              <a:gd name="connsiteX205" fmla="*/ 0 w 12192000"/>
              <a:gd name="connsiteY205" fmla="*/ 2110468 h 2237474"/>
              <a:gd name="connsiteX206" fmla="*/ 0 w 12192000"/>
              <a:gd name="connsiteY206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34688 w 12192000"/>
              <a:gd name="connsiteY13" fmla="*/ 757726 h 2237474"/>
              <a:gd name="connsiteX14" fmla="*/ 10805004 w 12192000"/>
              <a:gd name="connsiteY14" fmla="*/ 757573 h 2237474"/>
              <a:gd name="connsiteX15" fmla="*/ 10739478 w 12192000"/>
              <a:gd name="connsiteY15" fmla="*/ 776841 h 2237474"/>
              <a:gd name="connsiteX16" fmla="*/ 10458762 w 12192000"/>
              <a:gd name="connsiteY16" fmla="*/ 755400 h 2237474"/>
              <a:gd name="connsiteX17" fmla="*/ 10211200 w 12192000"/>
              <a:gd name="connsiteY17" fmla="*/ 767513 h 2237474"/>
              <a:gd name="connsiteX18" fmla="*/ 10167995 w 12192000"/>
              <a:gd name="connsiteY18" fmla="*/ 760843 h 2237474"/>
              <a:gd name="connsiteX19" fmla="*/ 9997044 w 12192000"/>
              <a:gd name="connsiteY19" fmla="*/ 780129 h 2237474"/>
              <a:gd name="connsiteX20" fmla="*/ 9943887 w 12192000"/>
              <a:gd name="connsiteY20" fmla="*/ 804141 h 2237474"/>
              <a:gd name="connsiteX21" fmla="*/ 9918248 w 12192000"/>
              <a:gd name="connsiteY21" fmla="*/ 816628 h 2237474"/>
              <a:gd name="connsiteX22" fmla="*/ 9767091 w 12192000"/>
              <a:gd name="connsiteY22" fmla="*/ 870550 h 2237474"/>
              <a:gd name="connsiteX23" fmla="*/ 9683005 w 12192000"/>
              <a:gd name="connsiteY23" fmla="*/ 894128 h 2237474"/>
              <a:gd name="connsiteX24" fmla="*/ 9594438 w 12192000"/>
              <a:gd name="connsiteY24" fmla="*/ 919051 h 2237474"/>
              <a:gd name="connsiteX25" fmla="*/ 9577033 w 12192000"/>
              <a:gd name="connsiteY25" fmla="*/ 922857 h 2237474"/>
              <a:gd name="connsiteX26" fmla="*/ 9544189 w 12192000"/>
              <a:gd name="connsiteY26" fmla="*/ 938966 h 2237474"/>
              <a:gd name="connsiteX27" fmla="*/ 9500499 w 12192000"/>
              <a:gd name="connsiteY27" fmla="*/ 954680 h 2237474"/>
              <a:gd name="connsiteX28" fmla="*/ 9428195 w 12192000"/>
              <a:gd name="connsiteY28" fmla="*/ 986225 h 2237474"/>
              <a:gd name="connsiteX29" fmla="*/ 9410017 w 12192000"/>
              <a:gd name="connsiteY29" fmla="*/ 993931 h 2237474"/>
              <a:gd name="connsiteX30" fmla="*/ 9392919 w 12192000"/>
              <a:gd name="connsiteY30" fmla="*/ 994656 h 2237474"/>
              <a:gd name="connsiteX31" fmla="*/ 9278619 w 12192000"/>
              <a:gd name="connsiteY31" fmla="*/ 1011878 h 2237474"/>
              <a:gd name="connsiteX32" fmla="*/ 9268019 w 12192000"/>
              <a:gd name="connsiteY32" fmla="*/ 1007442 h 2237474"/>
              <a:gd name="connsiteX33" fmla="*/ 9234662 w 12192000"/>
              <a:gd name="connsiteY33" fmla="*/ 1023056 h 2237474"/>
              <a:gd name="connsiteX34" fmla="*/ 9181033 w 12192000"/>
              <a:gd name="connsiteY34" fmla="*/ 1037921 h 2237474"/>
              <a:gd name="connsiteX35" fmla="*/ 9155969 w 12192000"/>
              <a:gd name="connsiteY35" fmla="*/ 1046804 h 2237474"/>
              <a:gd name="connsiteX36" fmla="*/ 9133985 w 12192000"/>
              <a:gd name="connsiteY36" fmla="*/ 1046450 h 2237474"/>
              <a:gd name="connsiteX37" fmla="*/ 9012987 w 12192000"/>
              <a:gd name="connsiteY37" fmla="*/ 1061986 h 2237474"/>
              <a:gd name="connsiteX38" fmla="*/ 8968445 w 12192000"/>
              <a:gd name="connsiteY38" fmla="*/ 1052169 h 2237474"/>
              <a:gd name="connsiteX39" fmla="*/ 8958984 w 12192000"/>
              <a:gd name="connsiteY39" fmla="*/ 1057212 h 2237474"/>
              <a:gd name="connsiteX40" fmla="*/ 8886001 w 12192000"/>
              <a:gd name="connsiteY40" fmla="*/ 1067468 h 2237474"/>
              <a:gd name="connsiteX41" fmla="*/ 8838610 w 12192000"/>
              <a:gd name="connsiteY41" fmla="*/ 1075091 h 2237474"/>
              <a:gd name="connsiteX42" fmla="*/ 8750383 w 12192000"/>
              <a:gd name="connsiteY42" fmla="*/ 1097387 h 2237474"/>
              <a:gd name="connsiteX43" fmla="*/ 8665605 w 12192000"/>
              <a:gd name="connsiteY43" fmla="*/ 1110791 h 2237474"/>
              <a:gd name="connsiteX44" fmla="*/ 8584946 w 12192000"/>
              <a:gd name="connsiteY44" fmla="*/ 1135226 h 2237474"/>
              <a:gd name="connsiteX45" fmla="*/ 8460755 w 12192000"/>
              <a:gd name="connsiteY45" fmla="*/ 1203427 h 2237474"/>
              <a:gd name="connsiteX46" fmla="*/ 8419755 w 12192000"/>
              <a:gd name="connsiteY46" fmla="*/ 1216260 h 2237474"/>
              <a:gd name="connsiteX47" fmla="*/ 8411626 w 12192000"/>
              <a:gd name="connsiteY47" fmla="*/ 1214397 h 2237474"/>
              <a:gd name="connsiteX48" fmla="*/ 8363469 w 12192000"/>
              <a:gd name="connsiteY48" fmla="*/ 1246658 h 2237474"/>
              <a:gd name="connsiteX49" fmla="*/ 8275497 w 12192000"/>
              <a:gd name="connsiteY49" fmla="*/ 1264396 h 2237474"/>
              <a:gd name="connsiteX50" fmla="*/ 8206287 w 12192000"/>
              <a:gd name="connsiteY50" fmla="*/ 1273060 h 2237474"/>
              <a:gd name="connsiteX51" fmla="*/ 8168705 w 12192000"/>
              <a:gd name="connsiteY51" fmla="*/ 1279956 h 2237474"/>
              <a:gd name="connsiteX52" fmla="*/ 8139997 w 12192000"/>
              <a:gd name="connsiteY52" fmla="*/ 1282713 h 2237474"/>
              <a:gd name="connsiteX53" fmla="*/ 8074238 w 12192000"/>
              <a:gd name="connsiteY53" fmla="*/ 1301895 h 2237474"/>
              <a:gd name="connsiteX54" fmla="*/ 7968292 w 12192000"/>
              <a:gd name="connsiteY54" fmla="*/ 1338779 h 2237474"/>
              <a:gd name="connsiteX55" fmla="*/ 7902328 w 12192000"/>
              <a:gd name="connsiteY55" fmla="*/ 1345865 h 2237474"/>
              <a:gd name="connsiteX56" fmla="*/ 7875879 w 12192000"/>
              <a:gd name="connsiteY56" fmla="*/ 1345646 h 2237474"/>
              <a:gd name="connsiteX57" fmla="*/ 7840612 w 12192000"/>
              <a:gd name="connsiteY57" fmla="*/ 1369373 h 2237474"/>
              <a:gd name="connsiteX58" fmla="*/ 7786819 w 12192000"/>
              <a:gd name="connsiteY58" fmla="*/ 1378970 h 2237474"/>
              <a:gd name="connsiteX59" fmla="*/ 7548172 w 12192000"/>
              <a:gd name="connsiteY59" fmla="*/ 1417460 h 2237474"/>
              <a:gd name="connsiteX60" fmla="*/ 7483437 w 12192000"/>
              <a:gd name="connsiteY60" fmla="*/ 1478152 h 2237474"/>
              <a:gd name="connsiteX61" fmla="*/ 7377870 w 12192000"/>
              <a:gd name="connsiteY61" fmla="*/ 1523319 h 2237474"/>
              <a:gd name="connsiteX62" fmla="*/ 7230737 w 12192000"/>
              <a:gd name="connsiteY62" fmla="*/ 1562633 h 2237474"/>
              <a:gd name="connsiteX63" fmla="*/ 7224458 w 12192000"/>
              <a:gd name="connsiteY63" fmla="*/ 1573008 h 2237474"/>
              <a:gd name="connsiteX64" fmla="*/ 7183121 w 12192000"/>
              <a:gd name="connsiteY64" fmla="*/ 1595162 h 2237474"/>
              <a:gd name="connsiteX65" fmla="*/ 7164601 w 12192000"/>
              <a:gd name="connsiteY65" fmla="*/ 1606490 h 2237474"/>
              <a:gd name="connsiteX66" fmla="*/ 7092727 w 12192000"/>
              <a:gd name="connsiteY66" fmla="*/ 1623628 h 2237474"/>
              <a:gd name="connsiteX67" fmla="*/ 7031309 w 12192000"/>
              <a:gd name="connsiteY67" fmla="*/ 1619451 h 2237474"/>
              <a:gd name="connsiteX68" fmla="*/ 6999084 w 12192000"/>
              <a:gd name="connsiteY68" fmla="*/ 1634317 h 2237474"/>
              <a:gd name="connsiteX69" fmla="*/ 6992107 w 12192000"/>
              <a:gd name="connsiteY69" fmla="*/ 1636860 h 2237474"/>
              <a:gd name="connsiteX70" fmla="*/ 6900177 w 12192000"/>
              <a:gd name="connsiteY70" fmla="*/ 1636016 h 2237474"/>
              <a:gd name="connsiteX71" fmla="*/ 6795372 w 12192000"/>
              <a:gd name="connsiteY71" fmla="*/ 1644845 h 2237474"/>
              <a:gd name="connsiteX72" fmla="*/ 6692251 w 12192000"/>
              <a:gd name="connsiteY72" fmla="*/ 1656357 h 2237474"/>
              <a:gd name="connsiteX73" fmla="*/ 6655235 w 12192000"/>
              <a:gd name="connsiteY73" fmla="*/ 1661869 h 2237474"/>
              <a:gd name="connsiteX74" fmla="*/ 6554894 w 12192000"/>
              <a:gd name="connsiteY74" fmla="*/ 1664428 h 2237474"/>
              <a:gd name="connsiteX75" fmla="*/ 6516595 w 12192000"/>
              <a:gd name="connsiteY75" fmla="*/ 1667475 h 2237474"/>
              <a:gd name="connsiteX76" fmla="*/ 6508541 w 12192000"/>
              <a:gd name="connsiteY76" fmla="*/ 1668757 h 2237474"/>
              <a:gd name="connsiteX77" fmla="*/ 6471012 w 12192000"/>
              <a:gd name="connsiteY77" fmla="*/ 1678604 h 2237474"/>
              <a:gd name="connsiteX78" fmla="*/ 6364035 w 12192000"/>
              <a:gd name="connsiteY78" fmla="*/ 1667683 h 2237474"/>
              <a:gd name="connsiteX79" fmla="*/ 6280959 w 12192000"/>
              <a:gd name="connsiteY79" fmla="*/ 1689329 h 2237474"/>
              <a:gd name="connsiteX80" fmla="*/ 6243319 w 12192000"/>
              <a:gd name="connsiteY80" fmla="*/ 1695560 h 2237474"/>
              <a:gd name="connsiteX81" fmla="*/ 6098321 w 12192000"/>
              <a:gd name="connsiteY81" fmla="*/ 1721646 h 2237474"/>
              <a:gd name="connsiteX82" fmla="*/ 5880652 w 12192000"/>
              <a:gd name="connsiteY82" fmla="*/ 1779643 h 2237474"/>
              <a:gd name="connsiteX83" fmla="*/ 5785959 w 12192000"/>
              <a:gd name="connsiteY83" fmla="*/ 1775307 h 2237474"/>
              <a:gd name="connsiteX84" fmla="*/ 5643534 w 12192000"/>
              <a:gd name="connsiteY84" fmla="*/ 1802919 h 2237474"/>
              <a:gd name="connsiteX85" fmla="*/ 5518799 w 12192000"/>
              <a:gd name="connsiteY85" fmla="*/ 1818312 h 2237474"/>
              <a:gd name="connsiteX86" fmla="*/ 5505014 w 12192000"/>
              <a:gd name="connsiteY86" fmla="*/ 1819259 h 2237474"/>
              <a:gd name="connsiteX87" fmla="*/ 5453307 w 12192000"/>
              <a:gd name="connsiteY87" fmla="*/ 1815450 h 2237474"/>
              <a:gd name="connsiteX88" fmla="*/ 5364192 w 12192000"/>
              <a:gd name="connsiteY88" fmla="*/ 1826074 h 2237474"/>
              <a:gd name="connsiteX89" fmla="*/ 5350380 w 12192000"/>
              <a:gd name="connsiteY89" fmla="*/ 1830891 h 2237474"/>
              <a:gd name="connsiteX90" fmla="*/ 5259633 w 12192000"/>
              <a:gd name="connsiteY90" fmla="*/ 1837160 h 2237474"/>
              <a:gd name="connsiteX91" fmla="*/ 5197513 w 12192000"/>
              <a:gd name="connsiteY91" fmla="*/ 1844718 h 2237474"/>
              <a:gd name="connsiteX92" fmla="*/ 5168852 w 12192000"/>
              <a:gd name="connsiteY92" fmla="*/ 1844846 h 2237474"/>
              <a:gd name="connsiteX93" fmla="*/ 5114927 w 12192000"/>
              <a:gd name="connsiteY93" fmla="*/ 1847827 h 2237474"/>
              <a:gd name="connsiteX94" fmla="*/ 5108970 w 12192000"/>
              <a:gd name="connsiteY94" fmla="*/ 1847935 h 2237474"/>
              <a:gd name="connsiteX95" fmla="*/ 5067961 w 12192000"/>
              <a:gd name="connsiteY95" fmla="*/ 1845917 h 2237474"/>
              <a:gd name="connsiteX96" fmla="*/ 5007075 w 12192000"/>
              <a:gd name="connsiteY96" fmla="*/ 1838626 h 2237474"/>
              <a:gd name="connsiteX97" fmla="*/ 4944087 w 12192000"/>
              <a:gd name="connsiteY97" fmla="*/ 1823332 h 2237474"/>
              <a:gd name="connsiteX98" fmla="*/ 4907662 w 12192000"/>
              <a:gd name="connsiteY98" fmla="*/ 1816900 h 2237474"/>
              <a:gd name="connsiteX99" fmla="*/ 4882386 w 12192000"/>
              <a:gd name="connsiteY99" fmla="*/ 1809844 h 2237474"/>
              <a:gd name="connsiteX100" fmla="*/ 4811440 w 12192000"/>
              <a:gd name="connsiteY100" fmla="*/ 1804655 h 2237474"/>
              <a:gd name="connsiteX101" fmla="*/ 4691075 w 12192000"/>
              <a:gd name="connsiteY101" fmla="*/ 1801389 h 2237474"/>
              <a:gd name="connsiteX102" fmla="*/ 4611738 w 12192000"/>
              <a:gd name="connsiteY102" fmla="*/ 1776964 h 2237474"/>
              <a:gd name="connsiteX103" fmla="*/ 4560070 w 12192000"/>
              <a:gd name="connsiteY103" fmla="*/ 1785640 h 2237474"/>
              <a:gd name="connsiteX104" fmla="*/ 4536503 w 12192000"/>
              <a:gd name="connsiteY104" fmla="*/ 1785334 h 2237474"/>
              <a:gd name="connsiteX105" fmla="*/ 4513724 w 12192000"/>
              <a:gd name="connsiteY105" fmla="*/ 1791996 h 2237474"/>
              <a:gd name="connsiteX106" fmla="*/ 4459810 w 12192000"/>
              <a:gd name="connsiteY106" fmla="*/ 1797886 h 2237474"/>
              <a:gd name="connsiteX107" fmla="*/ 4379064 w 12192000"/>
              <a:gd name="connsiteY107" fmla="*/ 1817177 h 2237474"/>
              <a:gd name="connsiteX108" fmla="*/ 4319209 w 12192000"/>
              <a:gd name="connsiteY108" fmla="*/ 1834833 h 2237474"/>
              <a:gd name="connsiteX109" fmla="*/ 4290981 w 12192000"/>
              <a:gd name="connsiteY109" fmla="*/ 1839677 h 2237474"/>
              <a:gd name="connsiteX110" fmla="*/ 4285792 w 12192000"/>
              <a:gd name="connsiteY110" fmla="*/ 1836231 h 2237474"/>
              <a:gd name="connsiteX111" fmla="*/ 4238372 w 12192000"/>
              <a:gd name="connsiteY111" fmla="*/ 1851480 h 2237474"/>
              <a:gd name="connsiteX112" fmla="*/ 4232517 w 12192000"/>
              <a:gd name="connsiteY112" fmla="*/ 1852567 h 2237474"/>
              <a:gd name="connsiteX113" fmla="*/ 4191732 w 12192000"/>
              <a:gd name="connsiteY113" fmla="*/ 1857328 h 2237474"/>
              <a:gd name="connsiteX114" fmla="*/ 4065532 w 12192000"/>
              <a:gd name="connsiteY114" fmla="*/ 1855477 h 2237474"/>
              <a:gd name="connsiteX115" fmla="*/ 4028460 w 12192000"/>
              <a:gd name="connsiteY115" fmla="*/ 1855137 h 2237474"/>
              <a:gd name="connsiteX116" fmla="*/ 4002267 w 12192000"/>
              <a:gd name="connsiteY116" fmla="*/ 1852352 h 2237474"/>
              <a:gd name="connsiteX117" fmla="*/ 3931396 w 12192000"/>
              <a:gd name="connsiteY117" fmla="*/ 1858915 h 2237474"/>
              <a:gd name="connsiteX118" fmla="*/ 3812162 w 12192000"/>
              <a:gd name="connsiteY118" fmla="*/ 1875501 h 2237474"/>
              <a:gd name="connsiteX119" fmla="*/ 3729530 w 12192000"/>
              <a:gd name="connsiteY119" fmla="*/ 1864513 h 2237474"/>
              <a:gd name="connsiteX120" fmla="*/ 3680177 w 12192000"/>
              <a:gd name="connsiteY120" fmla="*/ 1881552 h 2237474"/>
              <a:gd name="connsiteX121" fmla="*/ 3567259 w 12192000"/>
              <a:gd name="connsiteY121" fmla="*/ 1893482 h 2237474"/>
              <a:gd name="connsiteX122" fmla="*/ 3405770 w 12192000"/>
              <a:gd name="connsiteY122" fmla="*/ 1904591 h 2237474"/>
              <a:gd name="connsiteX123" fmla="*/ 3280097 w 12192000"/>
              <a:gd name="connsiteY123" fmla="*/ 1919610 h 2237474"/>
              <a:gd name="connsiteX124" fmla="*/ 3123424 w 12192000"/>
              <a:gd name="connsiteY124" fmla="*/ 1952930 h 2237474"/>
              <a:gd name="connsiteX125" fmla="*/ 3009910 w 12192000"/>
              <a:gd name="connsiteY125" fmla="*/ 1957866 h 2237474"/>
              <a:gd name="connsiteX126" fmla="*/ 2995934 w 12192000"/>
              <a:gd name="connsiteY126" fmla="*/ 1967085 h 2237474"/>
              <a:gd name="connsiteX127" fmla="*/ 2980071 w 12192000"/>
              <a:gd name="connsiteY127" fmla="*/ 1972988 h 2237474"/>
              <a:gd name="connsiteX128" fmla="*/ 2978094 w 12192000"/>
              <a:gd name="connsiteY128" fmla="*/ 1972369 h 2237474"/>
              <a:gd name="connsiteX129" fmla="*/ 2942858 w 12192000"/>
              <a:gd name="connsiteY129" fmla="*/ 1981367 h 2237474"/>
              <a:gd name="connsiteX130" fmla="*/ 2875436 w 12192000"/>
              <a:gd name="connsiteY130" fmla="*/ 1996977 h 2237474"/>
              <a:gd name="connsiteX131" fmla="*/ 2874892 w 12192000"/>
              <a:gd name="connsiteY131" fmla="*/ 1996085 h 2237474"/>
              <a:gd name="connsiteX132" fmla="*/ 2864145 w 12192000"/>
              <a:gd name="connsiteY132" fmla="*/ 1994061 h 2237474"/>
              <a:gd name="connsiteX133" fmla="*/ 2843662 w 12192000"/>
              <a:gd name="connsiteY133" fmla="*/ 1992498 h 2237474"/>
              <a:gd name="connsiteX134" fmla="*/ 2796128 w 12192000"/>
              <a:gd name="connsiteY134" fmla="*/ 1976403 h 2237474"/>
              <a:gd name="connsiteX135" fmla="*/ 2756784 w 12192000"/>
              <a:gd name="connsiteY135" fmla="*/ 1985116 h 2237474"/>
              <a:gd name="connsiteX136" fmla="*/ 2748833 w 12192000"/>
              <a:gd name="connsiteY136" fmla="*/ 1986323 h 2237474"/>
              <a:gd name="connsiteX137" fmla="*/ 2748661 w 12192000"/>
              <a:gd name="connsiteY137" fmla="*/ 1986122 h 2237474"/>
              <a:gd name="connsiteX138" fmla="*/ 2740251 w 12192000"/>
              <a:gd name="connsiteY138" fmla="*/ 1986946 h 2237474"/>
              <a:gd name="connsiteX139" fmla="*/ 2718916 w 12192000"/>
              <a:gd name="connsiteY139" fmla="*/ 1990867 h 2237474"/>
              <a:gd name="connsiteX140" fmla="*/ 2713522 w 12192000"/>
              <a:gd name="connsiteY140" fmla="*/ 1990173 h 2237474"/>
              <a:gd name="connsiteX141" fmla="*/ 2680597 w 12192000"/>
              <a:gd name="connsiteY141" fmla="*/ 1984996 h 2237474"/>
              <a:gd name="connsiteX142" fmla="*/ 2578178 w 12192000"/>
              <a:gd name="connsiteY142" fmla="*/ 1990531 h 2237474"/>
              <a:gd name="connsiteX143" fmla="*/ 2476147 w 12192000"/>
              <a:gd name="connsiteY143" fmla="*/ 1998305 h 2237474"/>
              <a:gd name="connsiteX144" fmla="*/ 2373568 w 12192000"/>
              <a:gd name="connsiteY144" fmla="*/ 2003219 h 2237474"/>
              <a:gd name="connsiteX145" fmla="*/ 2321399 w 12192000"/>
              <a:gd name="connsiteY145" fmla="*/ 1989467 h 2237474"/>
              <a:gd name="connsiteX146" fmla="*/ 2315525 w 12192000"/>
              <a:gd name="connsiteY146" fmla="*/ 1989708 h 2237474"/>
              <a:gd name="connsiteX147" fmla="*/ 2300792 w 12192000"/>
              <a:gd name="connsiteY147" fmla="*/ 1994290 h 2237474"/>
              <a:gd name="connsiteX148" fmla="*/ 2295469 w 12192000"/>
              <a:gd name="connsiteY148" fmla="*/ 1996659 h 2237474"/>
              <a:gd name="connsiteX149" fmla="*/ 2287219 w 12192000"/>
              <a:gd name="connsiteY149" fmla="*/ 1998750 h 2237474"/>
              <a:gd name="connsiteX150" fmla="*/ 2286948 w 12192000"/>
              <a:gd name="connsiteY150" fmla="*/ 1998596 h 2237474"/>
              <a:gd name="connsiteX151" fmla="*/ 2243069 w 12192000"/>
              <a:gd name="connsiteY151" fmla="*/ 2015111 h 2237474"/>
              <a:gd name="connsiteX152" fmla="*/ 2186609 w 12192000"/>
              <a:gd name="connsiteY152" fmla="*/ 2008263 h 2237474"/>
              <a:gd name="connsiteX153" fmla="*/ 2164831 w 12192000"/>
              <a:gd name="connsiteY153" fmla="*/ 2010143 h 2237474"/>
              <a:gd name="connsiteX154" fmla="*/ 2152836 w 12192000"/>
              <a:gd name="connsiteY154" fmla="*/ 2010048 h 2237474"/>
              <a:gd name="connsiteX155" fmla="*/ 2117102 w 12192000"/>
              <a:gd name="connsiteY155" fmla="*/ 2023004 h 2237474"/>
              <a:gd name="connsiteX156" fmla="*/ 2111935 w 12192000"/>
              <a:gd name="connsiteY156" fmla="*/ 2023163 h 2237474"/>
              <a:gd name="connsiteX157" fmla="*/ 2089991 w 12192000"/>
              <a:gd name="connsiteY157" fmla="*/ 2034193 h 2237474"/>
              <a:gd name="connsiteX158" fmla="*/ 2058061 w 12192000"/>
              <a:gd name="connsiteY158" fmla="*/ 2047942 h 2237474"/>
              <a:gd name="connsiteX159" fmla="*/ 2055737 w 12192000"/>
              <a:gd name="connsiteY159" fmla="*/ 2047704 h 2237474"/>
              <a:gd name="connsiteX160" fmla="*/ 2042244 w 12192000"/>
              <a:gd name="connsiteY160" fmla="*/ 2055560 h 2237474"/>
              <a:gd name="connsiteX161" fmla="*/ 1976224 w 12192000"/>
              <a:gd name="connsiteY161" fmla="*/ 2074257 h 2237474"/>
              <a:gd name="connsiteX162" fmla="*/ 1877728 w 12192000"/>
              <a:gd name="connsiteY162" fmla="*/ 2101004 h 2237474"/>
              <a:gd name="connsiteX163" fmla="*/ 1759056 w 12192000"/>
              <a:gd name="connsiteY163" fmla="*/ 2125608 h 2237474"/>
              <a:gd name="connsiteX164" fmla="*/ 1637948 w 12192000"/>
              <a:gd name="connsiteY164" fmla="*/ 2172597 h 2237474"/>
              <a:gd name="connsiteX165" fmla="*/ 1434549 w 12192000"/>
              <a:gd name="connsiteY165" fmla="*/ 2234522 h 2237474"/>
              <a:gd name="connsiteX166" fmla="*/ 1398481 w 12192000"/>
              <a:gd name="connsiteY166" fmla="*/ 2237074 h 2237474"/>
              <a:gd name="connsiteX167" fmla="*/ 1398407 w 12192000"/>
              <a:gd name="connsiteY167" fmla="*/ 2237095 h 2237474"/>
              <a:gd name="connsiteX168" fmla="*/ 1370962 w 12192000"/>
              <a:gd name="connsiteY168" fmla="*/ 2237474 h 2237474"/>
              <a:gd name="connsiteX169" fmla="*/ 1356367 w 12192000"/>
              <a:gd name="connsiteY169" fmla="*/ 2235089 h 2237474"/>
              <a:gd name="connsiteX170" fmla="*/ 1324828 w 12192000"/>
              <a:gd name="connsiteY170" fmla="*/ 2231968 h 2237474"/>
              <a:gd name="connsiteX171" fmla="*/ 1297744 w 12192000"/>
              <a:gd name="connsiteY171" fmla="*/ 2235849 h 2237474"/>
              <a:gd name="connsiteX172" fmla="*/ 1286236 w 12192000"/>
              <a:gd name="connsiteY172" fmla="*/ 2233135 h 2237474"/>
              <a:gd name="connsiteX173" fmla="*/ 1283504 w 12192000"/>
              <a:gd name="connsiteY173" fmla="*/ 2233797 h 2237474"/>
              <a:gd name="connsiteX174" fmla="*/ 1279765 w 12192000"/>
              <a:gd name="connsiteY174" fmla="*/ 2229639 h 2237474"/>
              <a:gd name="connsiteX175" fmla="*/ 1195347 w 12192000"/>
              <a:gd name="connsiteY175" fmla="*/ 2212354 h 2237474"/>
              <a:gd name="connsiteX176" fmla="*/ 970251 w 12192000"/>
              <a:gd name="connsiteY176" fmla="*/ 2221029 h 2237474"/>
              <a:gd name="connsiteX177" fmla="*/ 812914 w 12192000"/>
              <a:gd name="connsiteY177" fmla="*/ 2202752 h 2237474"/>
              <a:gd name="connsiteX178" fmla="*/ 800195 w 12192000"/>
              <a:gd name="connsiteY178" fmla="*/ 2209407 h 2237474"/>
              <a:gd name="connsiteX179" fmla="*/ 784978 w 12192000"/>
              <a:gd name="connsiteY179" fmla="*/ 2212360 h 2237474"/>
              <a:gd name="connsiteX180" fmla="*/ 681987 w 12192000"/>
              <a:gd name="connsiteY180" fmla="*/ 2216757 h 2237474"/>
              <a:gd name="connsiteX181" fmla="*/ 669923 w 12192000"/>
              <a:gd name="connsiteY181" fmla="*/ 2211682 h 2237474"/>
              <a:gd name="connsiteX182" fmla="*/ 648680 w 12192000"/>
              <a:gd name="connsiteY182" fmla="*/ 2206229 h 2237474"/>
              <a:gd name="connsiteX183" fmla="*/ 597225 w 12192000"/>
              <a:gd name="connsiteY183" fmla="*/ 2180999 h 2237474"/>
              <a:gd name="connsiteX184" fmla="*/ 558449 w 12192000"/>
              <a:gd name="connsiteY184" fmla="*/ 2182346 h 2237474"/>
              <a:gd name="connsiteX185" fmla="*/ 550517 w 12192000"/>
              <a:gd name="connsiteY185" fmla="*/ 2182060 h 2237474"/>
              <a:gd name="connsiteX186" fmla="*/ 550309 w 12192000"/>
              <a:gd name="connsiteY186" fmla="*/ 2181825 h 2237474"/>
              <a:gd name="connsiteX187" fmla="*/ 541836 w 12192000"/>
              <a:gd name="connsiteY187" fmla="*/ 2181063 h 2237474"/>
              <a:gd name="connsiteX188" fmla="*/ 536057 w 12192000"/>
              <a:gd name="connsiteY188" fmla="*/ 2181537 h 2237474"/>
              <a:gd name="connsiteX189" fmla="*/ 520671 w 12192000"/>
              <a:gd name="connsiteY189" fmla="*/ 2180980 h 2237474"/>
              <a:gd name="connsiteX190" fmla="*/ 515024 w 12192000"/>
              <a:gd name="connsiteY190" fmla="*/ 2179258 h 2237474"/>
              <a:gd name="connsiteX191" fmla="*/ 512278 w 12192000"/>
              <a:gd name="connsiteY191" fmla="*/ 2176369 h 2237474"/>
              <a:gd name="connsiteX192" fmla="*/ 480419 w 12192000"/>
              <a:gd name="connsiteY192" fmla="*/ 2167807 h 2237474"/>
              <a:gd name="connsiteX193" fmla="*/ 413835 w 12192000"/>
              <a:gd name="connsiteY193" fmla="*/ 2156783 h 2237474"/>
              <a:gd name="connsiteX194" fmla="*/ 376513 w 12192000"/>
              <a:gd name="connsiteY194" fmla="*/ 2154014 h 2237474"/>
              <a:gd name="connsiteX195" fmla="*/ 273386 w 12192000"/>
              <a:gd name="connsiteY195" fmla="*/ 2142551 h 2237474"/>
              <a:gd name="connsiteX196" fmla="*/ 169207 w 12192000"/>
              <a:gd name="connsiteY196" fmla="*/ 2128100 h 2237474"/>
              <a:gd name="connsiteX197" fmla="*/ 93149 w 12192000"/>
              <a:gd name="connsiteY197" fmla="*/ 2105324 h 2237474"/>
              <a:gd name="connsiteX198" fmla="*/ 88109 w 12192000"/>
              <a:gd name="connsiteY198" fmla="*/ 2106704 h 2237474"/>
              <a:gd name="connsiteX199" fmla="*/ 80022 w 12192000"/>
              <a:gd name="connsiteY199" fmla="*/ 2107254 h 2237474"/>
              <a:gd name="connsiteX200" fmla="*/ 79717 w 12192000"/>
              <a:gd name="connsiteY200" fmla="*/ 2107046 h 2237474"/>
              <a:gd name="connsiteX201" fmla="*/ 72352 w 12192000"/>
              <a:gd name="connsiteY201" fmla="*/ 2107991 h 2237474"/>
              <a:gd name="connsiteX202" fmla="*/ 37645 w 12192000"/>
              <a:gd name="connsiteY202" fmla="*/ 2115401 h 2237474"/>
              <a:gd name="connsiteX203" fmla="*/ 4572 w 12192000"/>
              <a:gd name="connsiteY203" fmla="*/ 2111091 h 2237474"/>
              <a:gd name="connsiteX204" fmla="*/ 0 w 12192000"/>
              <a:gd name="connsiteY204" fmla="*/ 2110468 h 2237474"/>
              <a:gd name="connsiteX205" fmla="*/ 0 w 12192000"/>
              <a:gd name="connsiteY20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34688 w 12192000"/>
              <a:gd name="connsiteY13" fmla="*/ 757726 h 2237474"/>
              <a:gd name="connsiteX14" fmla="*/ 10805004 w 12192000"/>
              <a:gd name="connsiteY14" fmla="*/ 757573 h 2237474"/>
              <a:gd name="connsiteX15" fmla="*/ 10739478 w 12192000"/>
              <a:gd name="connsiteY15" fmla="*/ 776841 h 2237474"/>
              <a:gd name="connsiteX16" fmla="*/ 10458762 w 12192000"/>
              <a:gd name="connsiteY16" fmla="*/ 755400 h 2237474"/>
              <a:gd name="connsiteX17" fmla="*/ 10211200 w 12192000"/>
              <a:gd name="connsiteY17" fmla="*/ 767513 h 2237474"/>
              <a:gd name="connsiteX18" fmla="*/ 10167995 w 12192000"/>
              <a:gd name="connsiteY18" fmla="*/ 760843 h 2237474"/>
              <a:gd name="connsiteX19" fmla="*/ 9997044 w 12192000"/>
              <a:gd name="connsiteY19" fmla="*/ 780129 h 2237474"/>
              <a:gd name="connsiteX20" fmla="*/ 9943887 w 12192000"/>
              <a:gd name="connsiteY20" fmla="*/ 804141 h 2237474"/>
              <a:gd name="connsiteX21" fmla="*/ 9918248 w 12192000"/>
              <a:gd name="connsiteY21" fmla="*/ 816628 h 2237474"/>
              <a:gd name="connsiteX22" fmla="*/ 9767091 w 12192000"/>
              <a:gd name="connsiteY22" fmla="*/ 870550 h 2237474"/>
              <a:gd name="connsiteX23" fmla="*/ 9683005 w 12192000"/>
              <a:gd name="connsiteY23" fmla="*/ 894128 h 2237474"/>
              <a:gd name="connsiteX24" fmla="*/ 9594438 w 12192000"/>
              <a:gd name="connsiteY24" fmla="*/ 919051 h 2237474"/>
              <a:gd name="connsiteX25" fmla="*/ 9577033 w 12192000"/>
              <a:gd name="connsiteY25" fmla="*/ 922857 h 2237474"/>
              <a:gd name="connsiteX26" fmla="*/ 9544189 w 12192000"/>
              <a:gd name="connsiteY26" fmla="*/ 938966 h 2237474"/>
              <a:gd name="connsiteX27" fmla="*/ 9500499 w 12192000"/>
              <a:gd name="connsiteY27" fmla="*/ 954680 h 2237474"/>
              <a:gd name="connsiteX28" fmla="*/ 9428195 w 12192000"/>
              <a:gd name="connsiteY28" fmla="*/ 986225 h 2237474"/>
              <a:gd name="connsiteX29" fmla="*/ 9410017 w 12192000"/>
              <a:gd name="connsiteY29" fmla="*/ 993931 h 2237474"/>
              <a:gd name="connsiteX30" fmla="*/ 9392919 w 12192000"/>
              <a:gd name="connsiteY30" fmla="*/ 994656 h 2237474"/>
              <a:gd name="connsiteX31" fmla="*/ 9278619 w 12192000"/>
              <a:gd name="connsiteY31" fmla="*/ 1011878 h 2237474"/>
              <a:gd name="connsiteX32" fmla="*/ 9268019 w 12192000"/>
              <a:gd name="connsiteY32" fmla="*/ 1007442 h 2237474"/>
              <a:gd name="connsiteX33" fmla="*/ 9234662 w 12192000"/>
              <a:gd name="connsiteY33" fmla="*/ 1023056 h 2237474"/>
              <a:gd name="connsiteX34" fmla="*/ 9181033 w 12192000"/>
              <a:gd name="connsiteY34" fmla="*/ 1037921 h 2237474"/>
              <a:gd name="connsiteX35" fmla="*/ 9155969 w 12192000"/>
              <a:gd name="connsiteY35" fmla="*/ 1046804 h 2237474"/>
              <a:gd name="connsiteX36" fmla="*/ 9133985 w 12192000"/>
              <a:gd name="connsiteY36" fmla="*/ 1046450 h 2237474"/>
              <a:gd name="connsiteX37" fmla="*/ 9012987 w 12192000"/>
              <a:gd name="connsiteY37" fmla="*/ 1061986 h 2237474"/>
              <a:gd name="connsiteX38" fmla="*/ 8968445 w 12192000"/>
              <a:gd name="connsiteY38" fmla="*/ 1052169 h 2237474"/>
              <a:gd name="connsiteX39" fmla="*/ 8958984 w 12192000"/>
              <a:gd name="connsiteY39" fmla="*/ 1057212 h 2237474"/>
              <a:gd name="connsiteX40" fmla="*/ 8886001 w 12192000"/>
              <a:gd name="connsiteY40" fmla="*/ 1067468 h 2237474"/>
              <a:gd name="connsiteX41" fmla="*/ 8838610 w 12192000"/>
              <a:gd name="connsiteY41" fmla="*/ 1075091 h 2237474"/>
              <a:gd name="connsiteX42" fmla="*/ 8750383 w 12192000"/>
              <a:gd name="connsiteY42" fmla="*/ 1097387 h 2237474"/>
              <a:gd name="connsiteX43" fmla="*/ 8665605 w 12192000"/>
              <a:gd name="connsiteY43" fmla="*/ 1110791 h 2237474"/>
              <a:gd name="connsiteX44" fmla="*/ 8584946 w 12192000"/>
              <a:gd name="connsiteY44" fmla="*/ 1135226 h 2237474"/>
              <a:gd name="connsiteX45" fmla="*/ 8460755 w 12192000"/>
              <a:gd name="connsiteY45" fmla="*/ 1203427 h 2237474"/>
              <a:gd name="connsiteX46" fmla="*/ 8419755 w 12192000"/>
              <a:gd name="connsiteY46" fmla="*/ 1216260 h 2237474"/>
              <a:gd name="connsiteX47" fmla="*/ 8411626 w 12192000"/>
              <a:gd name="connsiteY47" fmla="*/ 1214397 h 2237474"/>
              <a:gd name="connsiteX48" fmla="*/ 8363469 w 12192000"/>
              <a:gd name="connsiteY48" fmla="*/ 1246658 h 2237474"/>
              <a:gd name="connsiteX49" fmla="*/ 8275497 w 12192000"/>
              <a:gd name="connsiteY49" fmla="*/ 1264396 h 2237474"/>
              <a:gd name="connsiteX50" fmla="*/ 8206287 w 12192000"/>
              <a:gd name="connsiteY50" fmla="*/ 1273060 h 2237474"/>
              <a:gd name="connsiteX51" fmla="*/ 8168705 w 12192000"/>
              <a:gd name="connsiteY51" fmla="*/ 1279956 h 2237474"/>
              <a:gd name="connsiteX52" fmla="*/ 8139997 w 12192000"/>
              <a:gd name="connsiteY52" fmla="*/ 1282713 h 2237474"/>
              <a:gd name="connsiteX53" fmla="*/ 8074238 w 12192000"/>
              <a:gd name="connsiteY53" fmla="*/ 1301895 h 2237474"/>
              <a:gd name="connsiteX54" fmla="*/ 7968292 w 12192000"/>
              <a:gd name="connsiteY54" fmla="*/ 1338779 h 2237474"/>
              <a:gd name="connsiteX55" fmla="*/ 7902328 w 12192000"/>
              <a:gd name="connsiteY55" fmla="*/ 1345865 h 2237474"/>
              <a:gd name="connsiteX56" fmla="*/ 7875879 w 12192000"/>
              <a:gd name="connsiteY56" fmla="*/ 1345646 h 2237474"/>
              <a:gd name="connsiteX57" fmla="*/ 7840612 w 12192000"/>
              <a:gd name="connsiteY57" fmla="*/ 1369373 h 2237474"/>
              <a:gd name="connsiteX58" fmla="*/ 7786819 w 12192000"/>
              <a:gd name="connsiteY58" fmla="*/ 1378970 h 2237474"/>
              <a:gd name="connsiteX59" fmla="*/ 7548172 w 12192000"/>
              <a:gd name="connsiteY59" fmla="*/ 1417460 h 2237474"/>
              <a:gd name="connsiteX60" fmla="*/ 7483437 w 12192000"/>
              <a:gd name="connsiteY60" fmla="*/ 1478152 h 2237474"/>
              <a:gd name="connsiteX61" fmla="*/ 7377870 w 12192000"/>
              <a:gd name="connsiteY61" fmla="*/ 1523319 h 2237474"/>
              <a:gd name="connsiteX62" fmla="*/ 7230737 w 12192000"/>
              <a:gd name="connsiteY62" fmla="*/ 1562633 h 2237474"/>
              <a:gd name="connsiteX63" fmla="*/ 7224458 w 12192000"/>
              <a:gd name="connsiteY63" fmla="*/ 1573008 h 2237474"/>
              <a:gd name="connsiteX64" fmla="*/ 7183121 w 12192000"/>
              <a:gd name="connsiteY64" fmla="*/ 1595162 h 2237474"/>
              <a:gd name="connsiteX65" fmla="*/ 7164601 w 12192000"/>
              <a:gd name="connsiteY65" fmla="*/ 1606490 h 2237474"/>
              <a:gd name="connsiteX66" fmla="*/ 7092727 w 12192000"/>
              <a:gd name="connsiteY66" fmla="*/ 1623628 h 2237474"/>
              <a:gd name="connsiteX67" fmla="*/ 7031309 w 12192000"/>
              <a:gd name="connsiteY67" fmla="*/ 1619451 h 2237474"/>
              <a:gd name="connsiteX68" fmla="*/ 6999084 w 12192000"/>
              <a:gd name="connsiteY68" fmla="*/ 1634317 h 2237474"/>
              <a:gd name="connsiteX69" fmla="*/ 6992107 w 12192000"/>
              <a:gd name="connsiteY69" fmla="*/ 1636860 h 2237474"/>
              <a:gd name="connsiteX70" fmla="*/ 6900177 w 12192000"/>
              <a:gd name="connsiteY70" fmla="*/ 1636016 h 2237474"/>
              <a:gd name="connsiteX71" fmla="*/ 6795372 w 12192000"/>
              <a:gd name="connsiteY71" fmla="*/ 1644845 h 2237474"/>
              <a:gd name="connsiteX72" fmla="*/ 6692251 w 12192000"/>
              <a:gd name="connsiteY72" fmla="*/ 1656357 h 2237474"/>
              <a:gd name="connsiteX73" fmla="*/ 6655235 w 12192000"/>
              <a:gd name="connsiteY73" fmla="*/ 1661869 h 2237474"/>
              <a:gd name="connsiteX74" fmla="*/ 6554894 w 12192000"/>
              <a:gd name="connsiteY74" fmla="*/ 1664428 h 2237474"/>
              <a:gd name="connsiteX75" fmla="*/ 6516595 w 12192000"/>
              <a:gd name="connsiteY75" fmla="*/ 1667475 h 2237474"/>
              <a:gd name="connsiteX76" fmla="*/ 6508541 w 12192000"/>
              <a:gd name="connsiteY76" fmla="*/ 1668757 h 2237474"/>
              <a:gd name="connsiteX77" fmla="*/ 6471012 w 12192000"/>
              <a:gd name="connsiteY77" fmla="*/ 1678604 h 2237474"/>
              <a:gd name="connsiteX78" fmla="*/ 6364035 w 12192000"/>
              <a:gd name="connsiteY78" fmla="*/ 1667683 h 2237474"/>
              <a:gd name="connsiteX79" fmla="*/ 6280959 w 12192000"/>
              <a:gd name="connsiteY79" fmla="*/ 1689329 h 2237474"/>
              <a:gd name="connsiteX80" fmla="*/ 6243319 w 12192000"/>
              <a:gd name="connsiteY80" fmla="*/ 1695560 h 2237474"/>
              <a:gd name="connsiteX81" fmla="*/ 6098321 w 12192000"/>
              <a:gd name="connsiteY81" fmla="*/ 1721646 h 2237474"/>
              <a:gd name="connsiteX82" fmla="*/ 5880652 w 12192000"/>
              <a:gd name="connsiteY82" fmla="*/ 1779643 h 2237474"/>
              <a:gd name="connsiteX83" fmla="*/ 5785959 w 12192000"/>
              <a:gd name="connsiteY83" fmla="*/ 1775307 h 2237474"/>
              <a:gd name="connsiteX84" fmla="*/ 5643534 w 12192000"/>
              <a:gd name="connsiteY84" fmla="*/ 1802919 h 2237474"/>
              <a:gd name="connsiteX85" fmla="*/ 5518799 w 12192000"/>
              <a:gd name="connsiteY85" fmla="*/ 1818312 h 2237474"/>
              <a:gd name="connsiteX86" fmla="*/ 5505014 w 12192000"/>
              <a:gd name="connsiteY86" fmla="*/ 1819259 h 2237474"/>
              <a:gd name="connsiteX87" fmla="*/ 5453307 w 12192000"/>
              <a:gd name="connsiteY87" fmla="*/ 1815450 h 2237474"/>
              <a:gd name="connsiteX88" fmla="*/ 5364192 w 12192000"/>
              <a:gd name="connsiteY88" fmla="*/ 1826074 h 2237474"/>
              <a:gd name="connsiteX89" fmla="*/ 5350380 w 12192000"/>
              <a:gd name="connsiteY89" fmla="*/ 1830891 h 2237474"/>
              <a:gd name="connsiteX90" fmla="*/ 5259633 w 12192000"/>
              <a:gd name="connsiteY90" fmla="*/ 1837160 h 2237474"/>
              <a:gd name="connsiteX91" fmla="*/ 5197513 w 12192000"/>
              <a:gd name="connsiteY91" fmla="*/ 1844718 h 2237474"/>
              <a:gd name="connsiteX92" fmla="*/ 5168852 w 12192000"/>
              <a:gd name="connsiteY92" fmla="*/ 1844846 h 2237474"/>
              <a:gd name="connsiteX93" fmla="*/ 5114927 w 12192000"/>
              <a:gd name="connsiteY93" fmla="*/ 1847827 h 2237474"/>
              <a:gd name="connsiteX94" fmla="*/ 5108970 w 12192000"/>
              <a:gd name="connsiteY94" fmla="*/ 1847935 h 2237474"/>
              <a:gd name="connsiteX95" fmla="*/ 5067961 w 12192000"/>
              <a:gd name="connsiteY95" fmla="*/ 1845917 h 2237474"/>
              <a:gd name="connsiteX96" fmla="*/ 5007075 w 12192000"/>
              <a:gd name="connsiteY96" fmla="*/ 1838626 h 2237474"/>
              <a:gd name="connsiteX97" fmla="*/ 4944087 w 12192000"/>
              <a:gd name="connsiteY97" fmla="*/ 1823332 h 2237474"/>
              <a:gd name="connsiteX98" fmla="*/ 4907662 w 12192000"/>
              <a:gd name="connsiteY98" fmla="*/ 1816900 h 2237474"/>
              <a:gd name="connsiteX99" fmla="*/ 4882386 w 12192000"/>
              <a:gd name="connsiteY99" fmla="*/ 1809844 h 2237474"/>
              <a:gd name="connsiteX100" fmla="*/ 4811440 w 12192000"/>
              <a:gd name="connsiteY100" fmla="*/ 1804655 h 2237474"/>
              <a:gd name="connsiteX101" fmla="*/ 4691075 w 12192000"/>
              <a:gd name="connsiteY101" fmla="*/ 1801389 h 2237474"/>
              <a:gd name="connsiteX102" fmla="*/ 4611738 w 12192000"/>
              <a:gd name="connsiteY102" fmla="*/ 1776964 h 2237474"/>
              <a:gd name="connsiteX103" fmla="*/ 4560070 w 12192000"/>
              <a:gd name="connsiteY103" fmla="*/ 1785640 h 2237474"/>
              <a:gd name="connsiteX104" fmla="*/ 4536503 w 12192000"/>
              <a:gd name="connsiteY104" fmla="*/ 1785334 h 2237474"/>
              <a:gd name="connsiteX105" fmla="*/ 4513724 w 12192000"/>
              <a:gd name="connsiteY105" fmla="*/ 1791996 h 2237474"/>
              <a:gd name="connsiteX106" fmla="*/ 4459810 w 12192000"/>
              <a:gd name="connsiteY106" fmla="*/ 1797886 h 2237474"/>
              <a:gd name="connsiteX107" fmla="*/ 4379064 w 12192000"/>
              <a:gd name="connsiteY107" fmla="*/ 1817177 h 2237474"/>
              <a:gd name="connsiteX108" fmla="*/ 4319209 w 12192000"/>
              <a:gd name="connsiteY108" fmla="*/ 1834833 h 2237474"/>
              <a:gd name="connsiteX109" fmla="*/ 4290981 w 12192000"/>
              <a:gd name="connsiteY109" fmla="*/ 1839677 h 2237474"/>
              <a:gd name="connsiteX110" fmla="*/ 4285792 w 12192000"/>
              <a:gd name="connsiteY110" fmla="*/ 1836231 h 2237474"/>
              <a:gd name="connsiteX111" fmla="*/ 4238372 w 12192000"/>
              <a:gd name="connsiteY111" fmla="*/ 1851480 h 2237474"/>
              <a:gd name="connsiteX112" fmla="*/ 4232517 w 12192000"/>
              <a:gd name="connsiteY112" fmla="*/ 1852567 h 2237474"/>
              <a:gd name="connsiteX113" fmla="*/ 4191732 w 12192000"/>
              <a:gd name="connsiteY113" fmla="*/ 1857328 h 2237474"/>
              <a:gd name="connsiteX114" fmla="*/ 4065532 w 12192000"/>
              <a:gd name="connsiteY114" fmla="*/ 1855477 h 2237474"/>
              <a:gd name="connsiteX115" fmla="*/ 4028460 w 12192000"/>
              <a:gd name="connsiteY115" fmla="*/ 1855137 h 2237474"/>
              <a:gd name="connsiteX116" fmla="*/ 4002267 w 12192000"/>
              <a:gd name="connsiteY116" fmla="*/ 1852352 h 2237474"/>
              <a:gd name="connsiteX117" fmla="*/ 3931396 w 12192000"/>
              <a:gd name="connsiteY117" fmla="*/ 1858915 h 2237474"/>
              <a:gd name="connsiteX118" fmla="*/ 3812162 w 12192000"/>
              <a:gd name="connsiteY118" fmla="*/ 1875501 h 2237474"/>
              <a:gd name="connsiteX119" fmla="*/ 3729530 w 12192000"/>
              <a:gd name="connsiteY119" fmla="*/ 1864513 h 2237474"/>
              <a:gd name="connsiteX120" fmla="*/ 3680177 w 12192000"/>
              <a:gd name="connsiteY120" fmla="*/ 1881552 h 2237474"/>
              <a:gd name="connsiteX121" fmla="*/ 3567259 w 12192000"/>
              <a:gd name="connsiteY121" fmla="*/ 1893482 h 2237474"/>
              <a:gd name="connsiteX122" fmla="*/ 3405770 w 12192000"/>
              <a:gd name="connsiteY122" fmla="*/ 1904591 h 2237474"/>
              <a:gd name="connsiteX123" fmla="*/ 3280097 w 12192000"/>
              <a:gd name="connsiteY123" fmla="*/ 1919610 h 2237474"/>
              <a:gd name="connsiteX124" fmla="*/ 3123424 w 12192000"/>
              <a:gd name="connsiteY124" fmla="*/ 1952930 h 2237474"/>
              <a:gd name="connsiteX125" fmla="*/ 3009910 w 12192000"/>
              <a:gd name="connsiteY125" fmla="*/ 1957866 h 2237474"/>
              <a:gd name="connsiteX126" fmla="*/ 2995934 w 12192000"/>
              <a:gd name="connsiteY126" fmla="*/ 1967085 h 2237474"/>
              <a:gd name="connsiteX127" fmla="*/ 2980071 w 12192000"/>
              <a:gd name="connsiteY127" fmla="*/ 1972988 h 2237474"/>
              <a:gd name="connsiteX128" fmla="*/ 2978094 w 12192000"/>
              <a:gd name="connsiteY128" fmla="*/ 1972369 h 2237474"/>
              <a:gd name="connsiteX129" fmla="*/ 2942858 w 12192000"/>
              <a:gd name="connsiteY129" fmla="*/ 1981367 h 2237474"/>
              <a:gd name="connsiteX130" fmla="*/ 2875436 w 12192000"/>
              <a:gd name="connsiteY130" fmla="*/ 1996977 h 2237474"/>
              <a:gd name="connsiteX131" fmla="*/ 2874892 w 12192000"/>
              <a:gd name="connsiteY131" fmla="*/ 1996085 h 2237474"/>
              <a:gd name="connsiteX132" fmla="*/ 2864145 w 12192000"/>
              <a:gd name="connsiteY132" fmla="*/ 1994061 h 2237474"/>
              <a:gd name="connsiteX133" fmla="*/ 2843662 w 12192000"/>
              <a:gd name="connsiteY133" fmla="*/ 1992498 h 2237474"/>
              <a:gd name="connsiteX134" fmla="*/ 2796128 w 12192000"/>
              <a:gd name="connsiteY134" fmla="*/ 1976403 h 2237474"/>
              <a:gd name="connsiteX135" fmla="*/ 2756784 w 12192000"/>
              <a:gd name="connsiteY135" fmla="*/ 1985116 h 2237474"/>
              <a:gd name="connsiteX136" fmla="*/ 2748833 w 12192000"/>
              <a:gd name="connsiteY136" fmla="*/ 1986323 h 2237474"/>
              <a:gd name="connsiteX137" fmla="*/ 2748661 w 12192000"/>
              <a:gd name="connsiteY137" fmla="*/ 1986122 h 2237474"/>
              <a:gd name="connsiteX138" fmla="*/ 2740251 w 12192000"/>
              <a:gd name="connsiteY138" fmla="*/ 1986946 h 2237474"/>
              <a:gd name="connsiteX139" fmla="*/ 2718916 w 12192000"/>
              <a:gd name="connsiteY139" fmla="*/ 1990867 h 2237474"/>
              <a:gd name="connsiteX140" fmla="*/ 2713522 w 12192000"/>
              <a:gd name="connsiteY140" fmla="*/ 1990173 h 2237474"/>
              <a:gd name="connsiteX141" fmla="*/ 2680597 w 12192000"/>
              <a:gd name="connsiteY141" fmla="*/ 1984996 h 2237474"/>
              <a:gd name="connsiteX142" fmla="*/ 2578178 w 12192000"/>
              <a:gd name="connsiteY142" fmla="*/ 1990531 h 2237474"/>
              <a:gd name="connsiteX143" fmla="*/ 2476147 w 12192000"/>
              <a:gd name="connsiteY143" fmla="*/ 1998305 h 2237474"/>
              <a:gd name="connsiteX144" fmla="*/ 2373568 w 12192000"/>
              <a:gd name="connsiteY144" fmla="*/ 2003219 h 2237474"/>
              <a:gd name="connsiteX145" fmla="*/ 2321399 w 12192000"/>
              <a:gd name="connsiteY145" fmla="*/ 1989467 h 2237474"/>
              <a:gd name="connsiteX146" fmla="*/ 2315525 w 12192000"/>
              <a:gd name="connsiteY146" fmla="*/ 1989708 h 2237474"/>
              <a:gd name="connsiteX147" fmla="*/ 2300792 w 12192000"/>
              <a:gd name="connsiteY147" fmla="*/ 1994290 h 2237474"/>
              <a:gd name="connsiteX148" fmla="*/ 2295469 w 12192000"/>
              <a:gd name="connsiteY148" fmla="*/ 1996659 h 2237474"/>
              <a:gd name="connsiteX149" fmla="*/ 2287219 w 12192000"/>
              <a:gd name="connsiteY149" fmla="*/ 1998750 h 2237474"/>
              <a:gd name="connsiteX150" fmla="*/ 2286948 w 12192000"/>
              <a:gd name="connsiteY150" fmla="*/ 1998596 h 2237474"/>
              <a:gd name="connsiteX151" fmla="*/ 2243069 w 12192000"/>
              <a:gd name="connsiteY151" fmla="*/ 2015111 h 2237474"/>
              <a:gd name="connsiteX152" fmla="*/ 2186609 w 12192000"/>
              <a:gd name="connsiteY152" fmla="*/ 2008263 h 2237474"/>
              <a:gd name="connsiteX153" fmla="*/ 2164831 w 12192000"/>
              <a:gd name="connsiteY153" fmla="*/ 2010143 h 2237474"/>
              <a:gd name="connsiteX154" fmla="*/ 2152836 w 12192000"/>
              <a:gd name="connsiteY154" fmla="*/ 2010048 h 2237474"/>
              <a:gd name="connsiteX155" fmla="*/ 2117102 w 12192000"/>
              <a:gd name="connsiteY155" fmla="*/ 2023004 h 2237474"/>
              <a:gd name="connsiteX156" fmla="*/ 2111935 w 12192000"/>
              <a:gd name="connsiteY156" fmla="*/ 2023163 h 2237474"/>
              <a:gd name="connsiteX157" fmla="*/ 2089991 w 12192000"/>
              <a:gd name="connsiteY157" fmla="*/ 2034193 h 2237474"/>
              <a:gd name="connsiteX158" fmla="*/ 2058061 w 12192000"/>
              <a:gd name="connsiteY158" fmla="*/ 2047942 h 2237474"/>
              <a:gd name="connsiteX159" fmla="*/ 2055737 w 12192000"/>
              <a:gd name="connsiteY159" fmla="*/ 2047704 h 2237474"/>
              <a:gd name="connsiteX160" fmla="*/ 2042244 w 12192000"/>
              <a:gd name="connsiteY160" fmla="*/ 2055560 h 2237474"/>
              <a:gd name="connsiteX161" fmla="*/ 1976224 w 12192000"/>
              <a:gd name="connsiteY161" fmla="*/ 2074257 h 2237474"/>
              <a:gd name="connsiteX162" fmla="*/ 1877728 w 12192000"/>
              <a:gd name="connsiteY162" fmla="*/ 2101004 h 2237474"/>
              <a:gd name="connsiteX163" fmla="*/ 1759056 w 12192000"/>
              <a:gd name="connsiteY163" fmla="*/ 2125608 h 2237474"/>
              <a:gd name="connsiteX164" fmla="*/ 1637948 w 12192000"/>
              <a:gd name="connsiteY164" fmla="*/ 2172597 h 2237474"/>
              <a:gd name="connsiteX165" fmla="*/ 1434549 w 12192000"/>
              <a:gd name="connsiteY165" fmla="*/ 2234522 h 2237474"/>
              <a:gd name="connsiteX166" fmla="*/ 1398481 w 12192000"/>
              <a:gd name="connsiteY166" fmla="*/ 2237074 h 2237474"/>
              <a:gd name="connsiteX167" fmla="*/ 1398407 w 12192000"/>
              <a:gd name="connsiteY167" fmla="*/ 2237095 h 2237474"/>
              <a:gd name="connsiteX168" fmla="*/ 1370962 w 12192000"/>
              <a:gd name="connsiteY168" fmla="*/ 2237474 h 2237474"/>
              <a:gd name="connsiteX169" fmla="*/ 1356367 w 12192000"/>
              <a:gd name="connsiteY169" fmla="*/ 2235089 h 2237474"/>
              <a:gd name="connsiteX170" fmla="*/ 1324828 w 12192000"/>
              <a:gd name="connsiteY170" fmla="*/ 2231968 h 2237474"/>
              <a:gd name="connsiteX171" fmla="*/ 1297744 w 12192000"/>
              <a:gd name="connsiteY171" fmla="*/ 2235849 h 2237474"/>
              <a:gd name="connsiteX172" fmla="*/ 1286236 w 12192000"/>
              <a:gd name="connsiteY172" fmla="*/ 2233135 h 2237474"/>
              <a:gd name="connsiteX173" fmla="*/ 1283504 w 12192000"/>
              <a:gd name="connsiteY173" fmla="*/ 2233797 h 2237474"/>
              <a:gd name="connsiteX174" fmla="*/ 1279765 w 12192000"/>
              <a:gd name="connsiteY174" fmla="*/ 2229639 h 2237474"/>
              <a:gd name="connsiteX175" fmla="*/ 1195347 w 12192000"/>
              <a:gd name="connsiteY175" fmla="*/ 2212354 h 2237474"/>
              <a:gd name="connsiteX176" fmla="*/ 970251 w 12192000"/>
              <a:gd name="connsiteY176" fmla="*/ 2221029 h 2237474"/>
              <a:gd name="connsiteX177" fmla="*/ 812914 w 12192000"/>
              <a:gd name="connsiteY177" fmla="*/ 2202752 h 2237474"/>
              <a:gd name="connsiteX178" fmla="*/ 800195 w 12192000"/>
              <a:gd name="connsiteY178" fmla="*/ 2209407 h 2237474"/>
              <a:gd name="connsiteX179" fmla="*/ 784978 w 12192000"/>
              <a:gd name="connsiteY179" fmla="*/ 2212360 h 2237474"/>
              <a:gd name="connsiteX180" fmla="*/ 681987 w 12192000"/>
              <a:gd name="connsiteY180" fmla="*/ 2216757 h 2237474"/>
              <a:gd name="connsiteX181" fmla="*/ 669923 w 12192000"/>
              <a:gd name="connsiteY181" fmla="*/ 2211682 h 2237474"/>
              <a:gd name="connsiteX182" fmla="*/ 648680 w 12192000"/>
              <a:gd name="connsiteY182" fmla="*/ 2206229 h 2237474"/>
              <a:gd name="connsiteX183" fmla="*/ 597225 w 12192000"/>
              <a:gd name="connsiteY183" fmla="*/ 2180999 h 2237474"/>
              <a:gd name="connsiteX184" fmla="*/ 558449 w 12192000"/>
              <a:gd name="connsiteY184" fmla="*/ 2182346 h 2237474"/>
              <a:gd name="connsiteX185" fmla="*/ 550517 w 12192000"/>
              <a:gd name="connsiteY185" fmla="*/ 2182060 h 2237474"/>
              <a:gd name="connsiteX186" fmla="*/ 550309 w 12192000"/>
              <a:gd name="connsiteY186" fmla="*/ 2181825 h 2237474"/>
              <a:gd name="connsiteX187" fmla="*/ 541836 w 12192000"/>
              <a:gd name="connsiteY187" fmla="*/ 2181063 h 2237474"/>
              <a:gd name="connsiteX188" fmla="*/ 536057 w 12192000"/>
              <a:gd name="connsiteY188" fmla="*/ 2181537 h 2237474"/>
              <a:gd name="connsiteX189" fmla="*/ 520671 w 12192000"/>
              <a:gd name="connsiteY189" fmla="*/ 2180980 h 2237474"/>
              <a:gd name="connsiteX190" fmla="*/ 515024 w 12192000"/>
              <a:gd name="connsiteY190" fmla="*/ 2179258 h 2237474"/>
              <a:gd name="connsiteX191" fmla="*/ 512278 w 12192000"/>
              <a:gd name="connsiteY191" fmla="*/ 2176369 h 2237474"/>
              <a:gd name="connsiteX192" fmla="*/ 480419 w 12192000"/>
              <a:gd name="connsiteY192" fmla="*/ 2167807 h 2237474"/>
              <a:gd name="connsiteX193" fmla="*/ 413835 w 12192000"/>
              <a:gd name="connsiteY193" fmla="*/ 2156783 h 2237474"/>
              <a:gd name="connsiteX194" fmla="*/ 376513 w 12192000"/>
              <a:gd name="connsiteY194" fmla="*/ 2154014 h 2237474"/>
              <a:gd name="connsiteX195" fmla="*/ 273386 w 12192000"/>
              <a:gd name="connsiteY195" fmla="*/ 2142551 h 2237474"/>
              <a:gd name="connsiteX196" fmla="*/ 169207 w 12192000"/>
              <a:gd name="connsiteY196" fmla="*/ 2128100 h 2237474"/>
              <a:gd name="connsiteX197" fmla="*/ 93149 w 12192000"/>
              <a:gd name="connsiteY197" fmla="*/ 2105324 h 2237474"/>
              <a:gd name="connsiteX198" fmla="*/ 88109 w 12192000"/>
              <a:gd name="connsiteY198" fmla="*/ 2106704 h 2237474"/>
              <a:gd name="connsiteX199" fmla="*/ 80022 w 12192000"/>
              <a:gd name="connsiteY199" fmla="*/ 2107254 h 2237474"/>
              <a:gd name="connsiteX200" fmla="*/ 79717 w 12192000"/>
              <a:gd name="connsiteY200" fmla="*/ 2107046 h 2237474"/>
              <a:gd name="connsiteX201" fmla="*/ 72352 w 12192000"/>
              <a:gd name="connsiteY201" fmla="*/ 2107991 h 2237474"/>
              <a:gd name="connsiteX202" fmla="*/ 37645 w 12192000"/>
              <a:gd name="connsiteY202" fmla="*/ 2115401 h 2237474"/>
              <a:gd name="connsiteX203" fmla="*/ 4572 w 12192000"/>
              <a:gd name="connsiteY203" fmla="*/ 2111091 h 2237474"/>
              <a:gd name="connsiteX204" fmla="*/ 0 w 12192000"/>
              <a:gd name="connsiteY204" fmla="*/ 2110468 h 2237474"/>
              <a:gd name="connsiteX205" fmla="*/ 0 w 12192000"/>
              <a:gd name="connsiteY20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834800 w 12192000"/>
              <a:gd name="connsiteY7" fmla="*/ 747840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34688 w 12192000"/>
              <a:gd name="connsiteY13" fmla="*/ 757726 h 2237474"/>
              <a:gd name="connsiteX14" fmla="*/ 10805004 w 12192000"/>
              <a:gd name="connsiteY14" fmla="*/ 757573 h 2237474"/>
              <a:gd name="connsiteX15" fmla="*/ 10739478 w 12192000"/>
              <a:gd name="connsiteY15" fmla="*/ 776841 h 2237474"/>
              <a:gd name="connsiteX16" fmla="*/ 10458762 w 12192000"/>
              <a:gd name="connsiteY16" fmla="*/ 755400 h 2237474"/>
              <a:gd name="connsiteX17" fmla="*/ 10211200 w 12192000"/>
              <a:gd name="connsiteY17" fmla="*/ 767513 h 2237474"/>
              <a:gd name="connsiteX18" fmla="*/ 10167995 w 12192000"/>
              <a:gd name="connsiteY18" fmla="*/ 760843 h 2237474"/>
              <a:gd name="connsiteX19" fmla="*/ 9997044 w 12192000"/>
              <a:gd name="connsiteY19" fmla="*/ 780129 h 2237474"/>
              <a:gd name="connsiteX20" fmla="*/ 9943887 w 12192000"/>
              <a:gd name="connsiteY20" fmla="*/ 804141 h 2237474"/>
              <a:gd name="connsiteX21" fmla="*/ 9918248 w 12192000"/>
              <a:gd name="connsiteY21" fmla="*/ 816628 h 2237474"/>
              <a:gd name="connsiteX22" fmla="*/ 9767091 w 12192000"/>
              <a:gd name="connsiteY22" fmla="*/ 870550 h 2237474"/>
              <a:gd name="connsiteX23" fmla="*/ 9683005 w 12192000"/>
              <a:gd name="connsiteY23" fmla="*/ 894128 h 2237474"/>
              <a:gd name="connsiteX24" fmla="*/ 9594438 w 12192000"/>
              <a:gd name="connsiteY24" fmla="*/ 919051 h 2237474"/>
              <a:gd name="connsiteX25" fmla="*/ 9577033 w 12192000"/>
              <a:gd name="connsiteY25" fmla="*/ 922857 h 2237474"/>
              <a:gd name="connsiteX26" fmla="*/ 9544189 w 12192000"/>
              <a:gd name="connsiteY26" fmla="*/ 938966 h 2237474"/>
              <a:gd name="connsiteX27" fmla="*/ 9500499 w 12192000"/>
              <a:gd name="connsiteY27" fmla="*/ 954680 h 2237474"/>
              <a:gd name="connsiteX28" fmla="*/ 9428195 w 12192000"/>
              <a:gd name="connsiteY28" fmla="*/ 986225 h 2237474"/>
              <a:gd name="connsiteX29" fmla="*/ 9410017 w 12192000"/>
              <a:gd name="connsiteY29" fmla="*/ 993931 h 2237474"/>
              <a:gd name="connsiteX30" fmla="*/ 9392919 w 12192000"/>
              <a:gd name="connsiteY30" fmla="*/ 994656 h 2237474"/>
              <a:gd name="connsiteX31" fmla="*/ 9278619 w 12192000"/>
              <a:gd name="connsiteY31" fmla="*/ 1011878 h 2237474"/>
              <a:gd name="connsiteX32" fmla="*/ 9268019 w 12192000"/>
              <a:gd name="connsiteY32" fmla="*/ 1007442 h 2237474"/>
              <a:gd name="connsiteX33" fmla="*/ 9234662 w 12192000"/>
              <a:gd name="connsiteY33" fmla="*/ 1023056 h 2237474"/>
              <a:gd name="connsiteX34" fmla="*/ 9181033 w 12192000"/>
              <a:gd name="connsiteY34" fmla="*/ 1037921 h 2237474"/>
              <a:gd name="connsiteX35" fmla="*/ 9155969 w 12192000"/>
              <a:gd name="connsiteY35" fmla="*/ 1046804 h 2237474"/>
              <a:gd name="connsiteX36" fmla="*/ 9133985 w 12192000"/>
              <a:gd name="connsiteY36" fmla="*/ 1046450 h 2237474"/>
              <a:gd name="connsiteX37" fmla="*/ 9012987 w 12192000"/>
              <a:gd name="connsiteY37" fmla="*/ 1061986 h 2237474"/>
              <a:gd name="connsiteX38" fmla="*/ 8968445 w 12192000"/>
              <a:gd name="connsiteY38" fmla="*/ 1052169 h 2237474"/>
              <a:gd name="connsiteX39" fmla="*/ 8958984 w 12192000"/>
              <a:gd name="connsiteY39" fmla="*/ 1057212 h 2237474"/>
              <a:gd name="connsiteX40" fmla="*/ 8886001 w 12192000"/>
              <a:gd name="connsiteY40" fmla="*/ 1067468 h 2237474"/>
              <a:gd name="connsiteX41" fmla="*/ 8838610 w 12192000"/>
              <a:gd name="connsiteY41" fmla="*/ 1075091 h 2237474"/>
              <a:gd name="connsiteX42" fmla="*/ 8750383 w 12192000"/>
              <a:gd name="connsiteY42" fmla="*/ 1097387 h 2237474"/>
              <a:gd name="connsiteX43" fmla="*/ 8665605 w 12192000"/>
              <a:gd name="connsiteY43" fmla="*/ 1110791 h 2237474"/>
              <a:gd name="connsiteX44" fmla="*/ 8584946 w 12192000"/>
              <a:gd name="connsiteY44" fmla="*/ 1135226 h 2237474"/>
              <a:gd name="connsiteX45" fmla="*/ 8460755 w 12192000"/>
              <a:gd name="connsiteY45" fmla="*/ 1203427 h 2237474"/>
              <a:gd name="connsiteX46" fmla="*/ 8419755 w 12192000"/>
              <a:gd name="connsiteY46" fmla="*/ 1216260 h 2237474"/>
              <a:gd name="connsiteX47" fmla="*/ 8411626 w 12192000"/>
              <a:gd name="connsiteY47" fmla="*/ 1214397 h 2237474"/>
              <a:gd name="connsiteX48" fmla="*/ 8363469 w 12192000"/>
              <a:gd name="connsiteY48" fmla="*/ 1246658 h 2237474"/>
              <a:gd name="connsiteX49" fmla="*/ 8275497 w 12192000"/>
              <a:gd name="connsiteY49" fmla="*/ 1264396 h 2237474"/>
              <a:gd name="connsiteX50" fmla="*/ 8206287 w 12192000"/>
              <a:gd name="connsiteY50" fmla="*/ 1273060 h 2237474"/>
              <a:gd name="connsiteX51" fmla="*/ 8168705 w 12192000"/>
              <a:gd name="connsiteY51" fmla="*/ 1279956 h 2237474"/>
              <a:gd name="connsiteX52" fmla="*/ 8139997 w 12192000"/>
              <a:gd name="connsiteY52" fmla="*/ 1282713 h 2237474"/>
              <a:gd name="connsiteX53" fmla="*/ 8074238 w 12192000"/>
              <a:gd name="connsiteY53" fmla="*/ 1301895 h 2237474"/>
              <a:gd name="connsiteX54" fmla="*/ 7968292 w 12192000"/>
              <a:gd name="connsiteY54" fmla="*/ 1338779 h 2237474"/>
              <a:gd name="connsiteX55" fmla="*/ 7902328 w 12192000"/>
              <a:gd name="connsiteY55" fmla="*/ 1345865 h 2237474"/>
              <a:gd name="connsiteX56" fmla="*/ 7875879 w 12192000"/>
              <a:gd name="connsiteY56" fmla="*/ 1345646 h 2237474"/>
              <a:gd name="connsiteX57" fmla="*/ 7840612 w 12192000"/>
              <a:gd name="connsiteY57" fmla="*/ 1369373 h 2237474"/>
              <a:gd name="connsiteX58" fmla="*/ 7786819 w 12192000"/>
              <a:gd name="connsiteY58" fmla="*/ 1378970 h 2237474"/>
              <a:gd name="connsiteX59" fmla="*/ 7548172 w 12192000"/>
              <a:gd name="connsiteY59" fmla="*/ 1417460 h 2237474"/>
              <a:gd name="connsiteX60" fmla="*/ 7483437 w 12192000"/>
              <a:gd name="connsiteY60" fmla="*/ 1478152 h 2237474"/>
              <a:gd name="connsiteX61" fmla="*/ 7377870 w 12192000"/>
              <a:gd name="connsiteY61" fmla="*/ 1523319 h 2237474"/>
              <a:gd name="connsiteX62" fmla="*/ 7230737 w 12192000"/>
              <a:gd name="connsiteY62" fmla="*/ 1562633 h 2237474"/>
              <a:gd name="connsiteX63" fmla="*/ 7224458 w 12192000"/>
              <a:gd name="connsiteY63" fmla="*/ 1573008 h 2237474"/>
              <a:gd name="connsiteX64" fmla="*/ 7183121 w 12192000"/>
              <a:gd name="connsiteY64" fmla="*/ 1595162 h 2237474"/>
              <a:gd name="connsiteX65" fmla="*/ 7164601 w 12192000"/>
              <a:gd name="connsiteY65" fmla="*/ 1606490 h 2237474"/>
              <a:gd name="connsiteX66" fmla="*/ 7092727 w 12192000"/>
              <a:gd name="connsiteY66" fmla="*/ 1623628 h 2237474"/>
              <a:gd name="connsiteX67" fmla="*/ 7031309 w 12192000"/>
              <a:gd name="connsiteY67" fmla="*/ 1619451 h 2237474"/>
              <a:gd name="connsiteX68" fmla="*/ 6999084 w 12192000"/>
              <a:gd name="connsiteY68" fmla="*/ 1634317 h 2237474"/>
              <a:gd name="connsiteX69" fmla="*/ 6992107 w 12192000"/>
              <a:gd name="connsiteY69" fmla="*/ 1636860 h 2237474"/>
              <a:gd name="connsiteX70" fmla="*/ 6900177 w 12192000"/>
              <a:gd name="connsiteY70" fmla="*/ 1636016 h 2237474"/>
              <a:gd name="connsiteX71" fmla="*/ 6795372 w 12192000"/>
              <a:gd name="connsiteY71" fmla="*/ 1644845 h 2237474"/>
              <a:gd name="connsiteX72" fmla="*/ 6692251 w 12192000"/>
              <a:gd name="connsiteY72" fmla="*/ 1656357 h 2237474"/>
              <a:gd name="connsiteX73" fmla="*/ 6655235 w 12192000"/>
              <a:gd name="connsiteY73" fmla="*/ 1661869 h 2237474"/>
              <a:gd name="connsiteX74" fmla="*/ 6554894 w 12192000"/>
              <a:gd name="connsiteY74" fmla="*/ 1664428 h 2237474"/>
              <a:gd name="connsiteX75" fmla="*/ 6516595 w 12192000"/>
              <a:gd name="connsiteY75" fmla="*/ 1667475 h 2237474"/>
              <a:gd name="connsiteX76" fmla="*/ 6508541 w 12192000"/>
              <a:gd name="connsiteY76" fmla="*/ 1668757 h 2237474"/>
              <a:gd name="connsiteX77" fmla="*/ 6471012 w 12192000"/>
              <a:gd name="connsiteY77" fmla="*/ 1678604 h 2237474"/>
              <a:gd name="connsiteX78" fmla="*/ 6364035 w 12192000"/>
              <a:gd name="connsiteY78" fmla="*/ 1667683 h 2237474"/>
              <a:gd name="connsiteX79" fmla="*/ 6280959 w 12192000"/>
              <a:gd name="connsiteY79" fmla="*/ 1689329 h 2237474"/>
              <a:gd name="connsiteX80" fmla="*/ 6243319 w 12192000"/>
              <a:gd name="connsiteY80" fmla="*/ 1695560 h 2237474"/>
              <a:gd name="connsiteX81" fmla="*/ 6098321 w 12192000"/>
              <a:gd name="connsiteY81" fmla="*/ 1721646 h 2237474"/>
              <a:gd name="connsiteX82" fmla="*/ 5880652 w 12192000"/>
              <a:gd name="connsiteY82" fmla="*/ 1779643 h 2237474"/>
              <a:gd name="connsiteX83" fmla="*/ 5785959 w 12192000"/>
              <a:gd name="connsiteY83" fmla="*/ 1775307 h 2237474"/>
              <a:gd name="connsiteX84" fmla="*/ 5643534 w 12192000"/>
              <a:gd name="connsiteY84" fmla="*/ 1802919 h 2237474"/>
              <a:gd name="connsiteX85" fmla="*/ 5518799 w 12192000"/>
              <a:gd name="connsiteY85" fmla="*/ 1818312 h 2237474"/>
              <a:gd name="connsiteX86" fmla="*/ 5505014 w 12192000"/>
              <a:gd name="connsiteY86" fmla="*/ 1819259 h 2237474"/>
              <a:gd name="connsiteX87" fmla="*/ 5453307 w 12192000"/>
              <a:gd name="connsiteY87" fmla="*/ 1815450 h 2237474"/>
              <a:gd name="connsiteX88" fmla="*/ 5364192 w 12192000"/>
              <a:gd name="connsiteY88" fmla="*/ 1826074 h 2237474"/>
              <a:gd name="connsiteX89" fmla="*/ 5350380 w 12192000"/>
              <a:gd name="connsiteY89" fmla="*/ 1830891 h 2237474"/>
              <a:gd name="connsiteX90" fmla="*/ 5259633 w 12192000"/>
              <a:gd name="connsiteY90" fmla="*/ 1837160 h 2237474"/>
              <a:gd name="connsiteX91" fmla="*/ 5197513 w 12192000"/>
              <a:gd name="connsiteY91" fmla="*/ 1844718 h 2237474"/>
              <a:gd name="connsiteX92" fmla="*/ 5168852 w 12192000"/>
              <a:gd name="connsiteY92" fmla="*/ 1844846 h 2237474"/>
              <a:gd name="connsiteX93" fmla="*/ 5114927 w 12192000"/>
              <a:gd name="connsiteY93" fmla="*/ 1847827 h 2237474"/>
              <a:gd name="connsiteX94" fmla="*/ 5108970 w 12192000"/>
              <a:gd name="connsiteY94" fmla="*/ 1847935 h 2237474"/>
              <a:gd name="connsiteX95" fmla="*/ 5067961 w 12192000"/>
              <a:gd name="connsiteY95" fmla="*/ 1845917 h 2237474"/>
              <a:gd name="connsiteX96" fmla="*/ 5007075 w 12192000"/>
              <a:gd name="connsiteY96" fmla="*/ 1838626 h 2237474"/>
              <a:gd name="connsiteX97" fmla="*/ 4944087 w 12192000"/>
              <a:gd name="connsiteY97" fmla="*/ 1823332 h 2237474"/>
              <a:gd name="connsiteX98" fmla="*/ 4907662 w 12192000"/>
              <a:gd name="connsiteY98" fmla="*/ 1816900 h 2237474"/>
              <a:gd name="connsiteX99" fmla="*/ 4882386 w 12192000"/>
              <a:gd name="connsiteY99" fmla="*/ 1809844 h 2237474"/>
              <a:gd name="connsiteX100" fmla="*/ 4811440 w 12192000"/>
              <a:gd name="connsiteY100" fmla="*/ 1804655 h 2237474"/>
              <a:gd name="connsiteX101" fmla="*/ 4691075 w 12192000"/>
              <a:gd name="connsiteY101" fmla="*/ 1801389 h 2237474"/>
              <a:gd name="connsiteX102" fmla="*/ 4611738 w 12192000"/>
              <a:gd name="connsiteY102" fmla="*/ 1776964 h 2237474"/>
              <a:gd name="connsiteX103" fmla="*/ 4560070 w 12192000"/>
              <a:gd name="connsiteY103" fmla="*/ 1785640 h 2237474"/>
              <a:gd name="connsiteX104" fmla="*/ 4536503 w 12192000"/>
              <a:gd name="connsiteY104" fmla="*/ 1785334 h 2237474"/>
              <a:gd name="connsiteX105" fmla="*/ 4513724 w 12192000"/>
              <a:gd name="connsiteY105" fmla="*/ 1791996 h 2237474"/>
              <a:gd name="connsiteX106" fmla="*/ 4459810 w 12192000"/>
              <a:gd name="connsiteY106" fmla="*/ 1797886 h 2237474"/>
              <a:gd name="connsiteX107" fmla="*/ 4379064 w 12192000"/>
              <a:gd name="connsiteY107" fmla="*/ 1817177 h 2237474"/>
              <a:gd name="connsiteX108" fmla="*/ 4319209 w 12192000"/>
              <a:gd name="connsiteY108" fmla="*/ 1834833 h 2237474"/>
              <a:gd name="connsiteX109" fmla="*/ 4290981 w 12192000"/>
              <a:gd name="connsiteY109" fmla="*/ 1839677 h 2237474"/>
              <a:gd name="connsiteX110" fmla="*/ 4285792 w 12192000"/>
              <a:gd name="connsiteY110" fmla="*/ 1836231 h 2237474"/>
              <a:gd name="connsiteX111" fmla="*/ 4238372 w 12192000"/>
              <a:gd name="connsiteY111" fmla="*/ 1851480 h 2237474"/>
              <a:gd name="connsiteX112" fmla="*/ 4232517 w 12192000"/>
              <a:gd name="connsiteY112" fmla="*/ 1852567 h 2237474"/>
              <a:gd name="connsiteX113" fmla="*/ 4191732 w 12192000"/>
              <a:gd name="connsiteY113" fmla="*/ 1857328 h 2237474"/>
              <a:gd name="connsiteX114" fmla="*/ 4065532 w 12192000"/>
              <a:gd name="connsiteY114" fmla="*/ 1855477 h 2237474"/>
              <a:gd name="connsiteX115" fmla="*/ 4028460 w 12192000"/>
              <a:gd name="connsiteY115" fmla="*/ 1855137 h 2237474"/>
              <a:gd name="connsiteX116" fmla="*/ 4002267 w 12192000"/>
              <a:gd name="connsiteY116" fmla="*/ 1852352 h 2237474"/>
              <a:gd name="connsiteX117" fmla="*/ 3931396 w 12192000"/>
              <a:gd name="connsiteY117" fmla="*/ 1858915 h 2237474"/>
              <a:gd name="connsiteX118" fmla="*/ 3812162 w 12192000"/>
              <a:gd name="connsiteY118" fmla="*/ 1875501 h 2237474"/>
              <a:gd name="connsiteX119" fmla="*/ 3729530 w 12192000"/>
              <a:gd name="connsiteY119" fmla="*/ 1864513 h 2237474"/>
              <a:gd name="connsiteX120" fmla="*/ 3680177 w 12192000"/>
              <a:gd name="connsiteY120" fmla="*/ 1881552 h 2237474"/>
              <a:gd name="connsiteX121" fmla="*/ 3567259 w 12192000"/>
              <a:gd name="connsiteY121" fmla="*/ 1893482 h 2237474"/>
              <a:gd name="connsiteX122" fmla="*/ 3405770 w 12192000"/>
              <a:gd name="connsiteY122" fmla="*/ 1904591 h 2237474"/>
              <a:gd name="connsiteX123" fmla="*/ 3280097 w 12192000"/>
              <a:gd name="connsiteY123" fmla="*/ 1919610 h 2237474"/>
              <a:gd name="connsiteX124" fmla="*/ 3123424 w 12192000"/>
              <a:gd name="connsiteY124" fmla="*/ 1952930 h 2237474"/>
              <a:gd name="connsiteX125" fmla="*/ 3009910 w 12192000"/>
              <a:gd name="connsiteY125" fmla="*/ 1957866 h 2237474"/>
              <a:gd name="connsiteX126" fmla="*/ 2995934 w 12192000"/>
              <a:gd name="connsiteY126" fmla="*/ 1967085 h 2237474"/>
              <a:gd name="connsiteX127" fmla="*/ 2980071 w 12192000"/>
              <a:gd name="connsiteY127" fmla="*/ 1972988 h 2237474"/>
              <a:gd name="connsiteX128" fmla="*/ 2978094 w 12192000"/>
              <a:gd name="connsiteY128" fmla="*/ 1972369 h 2237474"/>
              <a:gd name="connsiteX129" fmla="*/ 2942858 w 12192000"/>
              <a:gd name="connsiteY129" fmla="*/ 1981367 h 2237474"/>
              <a:gd name="connsiteX130" fmla="*/ 2875436 w 12192000"/>
              <a:gd name="connsiteY130" fmla="*/ 1996977 h 2237474"/>
              <a:gd name="connsiteX131" fmla="*/ 2874892 w 12192000"/>
              <a:gd name="connsiteY131" fmla="*/ 1996085 h 2237474"/>
              <a:gd name="connsiteX132" fmla="*/ 2864145 w 12192000"/>
              <a:gd name="connsiteY132" fmla="*/ 1994061 h 2237474"/>
              <a:gd name="connsiteX133" fmla="*/ 2843662 w 12192000"/>
              <a:gd name="connsiteY133" fmla="*/ 1992498 h 2237474"/>
              <a:gd name="connsiteX134" fmla="*/ 2796128 w 12192000"/>
              <a:gd name="connsiteY134" fmla="*/ 1976403 h 2237474"/>
              <a:gd name="connsiteX135" fmla="*/ 2756784 w 12192000"/>
              <a:gd name="connsiteY135" fmla="*/ 1985116 h 2237474"/>
              <a:gd name="connsiteX136" fmla="*/ 2748833 w 12192000"/>
              <a:gd name="connsiteY136" fmla="*/ 1986323 h 2237474"/>
              <a:gd name="connsiteX137" fmla="*/ 2748661 w 12192000"/>
              <a:gd name="connsiteY137" fmla="*/ 1986122 h 2237474"/>
              <a:gd name="connsiteX138" fmla="*/ 2740251 w 12192000"/>
              <a:gd name="connsiteY138" fmla="*/ 1986946 h 2237474"/>
              <a:gd name="connsiteX139" fmla="*/ 2718916 w 12192000"/>
              <a:gd name="connsiteY139" fmla="*/ 1990867 h 2237474"/>
              <a:gd name="connsiteX140" fmla="*/ 2713522 w 12192000"/>
              <a:gd name="connsiteY140" fmla="*/ 1990173 h 2237474"/>
              <a:gd name="connsiteX141" fmla="*/ 2680597 w 12192000"/>
              <a:gd name="connsiteY141" fmla="*/ 1984996 h 2237474"/>
              <a:gd name="connsiteX142" fmla="*/ 2578178 w 12192000"/>
              <a:gd name="connsiteY142" fmla="*/ 1990531 h 2237474"/>
              <a:gd name="connsiteX143" fmla="*/ 2476147 w 12192000"/>
              <a:gd name="connsiteY143" fmla="*/ 1998305 h 2237474"/>
              <a:gd name="connsiteX144" fmla="*/ 2373568 w 12192000"/>
              <a:gd name="connsiteY144" fmla="*/ 2003219 h 2237474"/>
              <a:gd name="connsiteX145" fmla="*/ 2321399 w 12192000"/>
              <a:gd name="connsiteY145" fmla="*/ 1989467 h 2237474"/>
              <a:gd name="connsiteX146" fmla="*/ 2315525 w 12192000"/>
              <a:gd name="connsiteY146" fmla="*/ 1989708 h 2237474"/>
              <a:gd name="connsiteX147" fmla="*/ 2300792 w 12192000"/>
              <a:gd name="connsiteY147" fmla="*/ 1994290 h 2237474"/>
              <a:gd name="connsiteX148" fmla="*/ 2295469 w 12192000"/>
              <a:gd name="connsiteY148" fmla="*/ 1996659 h 2237474"/>
              <a:gd name="connsiteX149" fmla="*/ 2287219 w 12192000"/>
              <a:gd name="connsiteY149" fmla="*/ 1998750 h 2237474"/>
              <a:gd name="connsiteX150" fmla="*/ 2286948 w 12192000"/>
              <a:gd name="connsiteY150" fmla="*/ 1998596 h 2237474"/>
              <a:gd name="connsiteX151" fmla="*/ 2243069 w 12192000"/>
              <a:gd name="connsiteY151" fmla="*/ 2015111 h 2237474"/>
              <a:gd name="connsiteX152" fmla="*/ 2186609 w 12192000"/>
              <a:gd name="connsiteY152" fmla="*/ 2008263 h 2237474"/>
              <a:gd name="connsiteX153" fmla="*/ 2164831 w 12192000"/>
              <a:gd name="connsiteY153" fmla="*/ 2010143 h 2237474"/>
              <a:gd name="connsiteX154" fmla="*/ 2152836 w 12192000"/>
              <a:gd name="connsiteY154" fmla="*/ 2010048 h 2237474"/>
              <a:gd name="connsiteX155" fmla="*/ 2117102 w 12192000"/>
              <a:gd name="connsiteY155" fmla="*/ 2023004 h 2237474"/>
              <a:gd name="connsiteX156" fmla="*/ 2111935 w 12192000"/>
              <a:gd name="connsiteY156" fmla="*/ 2023163 h 2237474"/>
              <a:gd name="connsiteX157" fmla="*/ 2089991 w 12192000"/>
              <a:gd name="connsiteY157" fmla="*/ 2034193 h 2237474"/>
              <a:gd name="connsiteX158" fmla="*/ 2058061 w 12192000"/>
              <a:gd name="connsiteY158" fmla="*/ 2047942 h 2237474"/>
              <a:gd name="connsiteX159" fmla="*/ 2055737 w 12192000"/>
              <a:gd name="connsiteY159" fmla="*/ 2047704 h 2237474"/>
              <a:gd name="connsiteX160" fmla="*/ 2042244 w 12192000"/>
              <a:gd name="connsiteY160" fmla="*/ 2055560 h 2237474"/>
              <a:gd name="connsiteX161" fmla="*/ 1976224 w 12192000"/>
              <a:gd name="connsiteY161" fmla="*/ 2074257 h 2237474"/>
              <a:gd name="connsiteX162" fmla="*/ 1877728 w 12192000"/>
              <a:gd name="connsiteY162" fmla="*/ 2101004 h 2237474"/>
              <a:gd name="connsiteX163" fmla="*/ 1759056 w 12192000"/>
              <a:gd name="connsiteY163" fmla="*/ 2125608 h 2237474"/>
              <a:gd name="connsiteX164" fmla="*/ 1637948 w 12192000"/>
              <a:gd name="connsiteY164" fmla="*/ 2172597 h 2237474"/>
              <a:gd name="connsiteX165" fmla="*/ 1434549 w 12192000"/>
              <a:gd name="connsiteY165" fmla="*/ 2234522 h 2237474"/>
              <a:gd name="connsiteX166" fmla="*/ 1398481 w 12192000"/>
              <a:gd name="connsiteY166" fmla="*/ 2237074 h 2237474"/>
              <a:gd name="connsiteX167" fmla="*/ 1398407 w 12192000"/>
              <a:gd name="connsiteY167" fmla="*/ 2237095 h 2237474"/>
              <a:gd name="connsiteX168" fmla="*/ 1370962 w 12192000"/>
              <a:gd name="connsiteY168" fmla="*/ 2237474 h 2237474"/>
              <a:gd name="connsiteX169" fmla="*/ 1356367 w 12192000"/>
              <a:gd name="connsiteY169" fmla="*/ 2235089 h 2237474"/>
              <a:gd name="connsiteX170" fmla="*/ 1324828 w 12192000"/>
              <a:gd name="connsiteY170" fmla="*/ 2231968 h 2237474"/>
              <a:gd name="connsiteX171" fmla="*/ 1297744 w 12192000"/>
              <a:gd name="connsiteY171" fmla="*/ 2235849 h 2237474"/>
              <a:gd name="connsiteX172" fmla="*/ 1286236 w 12192000"/>
              <a:gd name="connsiteY172" fmla="*/ 2233135 h 2237474"/>
              <a:gd name="connsiteX173" fmla="*/ 1283504 w 12192000"/>
              <a:gd name="connsiteY173" fmla="*/ 2233797 h 2237474"/>
              <a:gd name="connsiteX174" fmla="*/ 1279765 w 12192000"/>
              <a:gd name="connsiteY174" fmla="*/ 2229639 h 2237474"/>
              <a:gd name="connsiteX175" fmla="*/ 1195347 w 12192000"/>
              <a:gd name="connsiteY175" fmla="*/ 2212354 h 2237474"/>
              <a:gd name="connsiteX176" fmla="*/ 970251 w 12192000"/>
              <a:gd name="connsiteY176" fmla="*/ 2221029 h 2237474"/>
              <a:gd name="connsiteX177" fmla="*/ 812914 w 12192000"/>
              <a:gd name="connsiteY177" fmla="*/ 2202752 h 2237474"/>
              <a:gd name="connsiteX178" fmla="*/ 800195 w 12192000"/>
              <a:gd name="connsiteY178" fmla="*/ 2209407 h 2237474"/>
              <a:gd name="connsiteX179" fmla="*/ 784978 w 12192000"/>
              <a:gd name="connsiteY179" fmla="*/ 2212360 h 2237474"/>
              <a:gd name="connsiteX180" fmla="*/ 681987 w 12192000"/>
              <a:gd name="connsiteY180" fmla="*/ 2216757 h 2237474"/>
              <a:gd name="connsiteX181" fmla="*/ 669923 w 12192000"/>
              <a:gd name="connsiteY181" fmla="*/ 2211682 h 2237474"/>
              <a:gd name="connsiteX182" fmla="*/ 648680 w 12192000"/>
              <a:gd name="connsiteY182" fmla="*/ 2206229 h 2237474"/>
              <a:gd name="connsiteX183" fmla="*/ 597225 w 12192000"/>
              <a:gd name="connsiteY183" fmla="*/ 2180999 h 2237474"/>
              <a:gd name="connsiteX184" fmla="*/ 558449 w 12192000"/>
              <a:gd name="connsiteY184" fmla="*/ 2182346 h 2237474"/>
              <a:gd name="connsiteX185" fmla="*/ 550517 w 12192000"/>
              <a:gd name="connsiteY185" fmla="*/ 2182060 h 2237474"/>
              <a:gd name="connsiteX186" fmla="*/ 550309 w 12192000"/>
              <a:gd name="connsiteY186" fmla="*/ 2181825 h 2237474"/>
              <a:gd name="connsiteX187" fmla="*/ 541836 w 12192000"/>
              <a:gd name="connsiteY187" fmla="*/ 2181063 h 2237474"/>
              <a:gd name="connsiteX188" fmla="*/ 536057 w 12192000"/>
              <a:gd name="connsiteY188" fmla="*/ 2181537 h 2237474"/>
              <a:gd name="connsiteX189" fmla="*/ 520671 w 12192000"/>
              <a:gd name="connsiteY189" fmla="*/ 2180980 h 2237474"/>
              <a:gd name="connsiteX190" fmla="*/ 515024 w 12192000"/>
              <a:gd name="connsiteY190" fmla="*/ 2179258 h 2237474"/>
              <a:gd name="connsiteX191" fmla="*/ 512278 w 12192000"/>
              <a:gd name="connsiteY191" fmla="*/ 2176369 h 2237474"/>
              <a:gd name="connsiteX192" fmla="*/ 480419 w 12192000"/>
              <a:gd name="connsiteY192" fmla="*/ 2167807 h 2237474"/>
              <a:gd name="connsiteX193" fmla="*/ 413835 w 12192000"/>
              <a:gd name="connsiteY193" fmla="*/ 2156783 h 2237474"/>
              <a:gd name="connsiteX194" fmla="*/ 376513 w 12192000"/>
              <a:gd name="connsiteY194" fmla="*/ 2154014 h 2237474"/>
              <a:gd name="connsiteX195" fmla="*/ 273386 w 12192000"/>
              <a:gd name="connsiteY195" fmla="*/ 2142551 h 2237474"/>
              <a:gd name="connsiteX196" fmla="*/ 169207 w 12192000"/>
              <a:gd name="connsiteY196" fmla="*/ 2128100 h 2237474"/>
              <a:gd name="connsiteX197" fmla="*/ 93149 w 12192000"/>
              <a:gd name="connsiteY197" fmla="*/ 2105324 h 2237474"/>
              <a:gd name="connsiteX198" fmla="*/ 88109 w 12192000"/>
              <a:gd name="connsiteY198" fmla="*/ 2106704 h 2237474"/>
              <a:gd name="connsiteX199" fmla="*/ 80022 w 12192000"/>
              <a:gd name="connsiteY199" fmla="*/ 2107254 h 2237474"/>
              <a:gd name="connsiteX200" fmla="*/ 79717 w 12192000"/>
              <a:gd name="connsiteY200" fmla="*/ 2107046 h 2237474"/>
              <a:gd name="connsiteX201" fmla="*/ 72352 w 12192000"/>
              <a:gd name="connsiteY201" fmla="*/ 2107991 h 2237474"/>
              <a:gd name="connsiteX202" fmla="*/ 37645 w 12192000"/>
              <a:gd name="connsiteY202" fmla="*/ 2115401 h 2237474"/>
              <a:gd name="connsiteX203" fmla="*/ 4572 w 12192000"/>
              <a:gd name="connsiteY203" fmla="*/ 2111091 h 2237474"/>
              <a:gd name="connsiteX204" fmla="*/ 0 w 12192000"/>
              <a:gd name="connsiteY204" fmla="*/ 2110468 h 2237474"/>
              <a:gd name="connsiteX205" fmla="*/ 0 w 12192000"/>
              <a:gd name="connsiteY20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958984 w 12192000"/>
              <a:gd name="connsiteY38" fmla="*/ 1057212 h 2237474"/>
              <a:gd name="connsiteX39" fmla="*/ 8886001 w 12192000"/>
              <a:gd name="connsiteY39" fmla="*/ 1067468 h 2237474"/>
              <a:gd name="connsiteX40" fmla="*/ 8838610 w 12192000"/>
              <a:gd name="connsiteY40" fmla="*/ 1075091 h 2237474"/>
              <a:gd name="connsiteX41" fmla="*/ 8750383 w 12192000"/>
              <a:gd name="connsiteY41" fmla="*/ 1097387 h 2237474"/>
              <a:gd name="connsiteX42" fmla="*/ 8665605 w 12192000"/>
              <a:gd name="connsiteY42" fmla="*/ 1110791 h 2237474"/>
              <a:gd name="connsiteX43" fmla="*/ 8584946 w 12192000"/>
              <a:gd name="connsiteY43" fmla="*/ 1135226 h 2237474"/>
              <a:gd name="connsiteX44" fmla="*/ 8460755 w 12192000"/>
              <a:gd name="connsiteY44" fmla="*/ 1203427 h 2237474"/>
              <a:gd name="connsiteX45" fmla="*/ 8419755 w 12192000"/>
              <a:gd name="connsiteY45" fmla="*/ 1216260 h 2237474"/>
              <a:gd name="connsiteX46" fmla="*/ 8411626 w 12192000"/>
              <a:gd name="connsiteY46" fmla="*/ 1214397 h 2237474"/>
              <a:gd name="connsiteX47" fmla="*/ 8363469 w 12192000"/>
              <a:gd name="connsiteY47" fmla="*/ 1246658 h 2237474"/>
              <a:gd name="connsiteX48" fmla="*/ 8275497 w 12192000"/>
              <a:gd name="connsiteY48" fmla="*/ 1264396 h 2237474"/>
              <a:gd name="connsiteX49" fmla="*/ 8206287 w 12192000"/>
              <a:gd name="connsiteY49" fmla="*/ 1273060 h 2237474"/>
              <a:gd name="connsiteX50" fmla="*/ 8168705 w 12192000"/>
              <a:gd name="connsiteY50" fmla="*/ 1279956 h 2237474"/>
              <a:gd name="connsiteX51" fmla="*/ 8139997 w 12192000"/>
              <a:gd name="connsiteY51" fmla="*/ 1282713 h 2237474"/>
              <a:gd name="connsiteX52" fmla="*/ 8074238 w 12192000"/>
              <a:gd name="connsiteY52" fmla="*/ 1301895 h 2237474"/>
              <a:gd name="connsiteX53" fmla="*/ 7968292 w 12192000"/>
              <a:gd name="connsiteY53" fmla="*/ 1338779 h 2237474"/>
              <a:gd name="connsiteX54" fmla="*/ 7902328 w 12192000"/>
              <a:gd name="connsiteY54" fmla="*/ 1345865 h 2237474"/>
              <a:gd name="connsiteX55" fmla="*/ 7875879 w 12192000"/>
              <a:gd name="connsiteY55" fmla="*/ 1345646 h 2237474"/>
              <a:gd name="connsiteX56" fmla="*/ 7840612 w 12192000"/>
              <a:gd name="connsiteY56" fmla="*/ 1369373 h 2237474"/>
              <a:gd name="connsiteX57" fmla="*/ 7786819 w 12192000"/>
              <a:gd name="connsiteY57" fmla="*/ 1378970 h 2237474"/>
              <a:gd name="connsiteX58" fmla="*/ 7548172 w 12192000"/>
              <a:gd name="connsiteY58" fmla="*/ 1417460 h 2237474"/>
              <a:gd name="connsiteX59" fmla="*/ 7483437 w 12192000"/>
              <a:gd name="connsiteY59" fmla="*/ 1478152 h 2237474"/>
              <a:gd name="connsiteX60" fmla="*/ 7377870 w 12192000"/>
              <a:gd name="connsiteY60" fmla="*/ 1523319 h 2237474"/>
              <a:gd name="connsiteX61" fmla="*/ 7230737 w 12192000"/>
              <a:gd name="connsiteY61" fmla="*/ 1562633 h 2237474"/>
              <a:gd name="connsiteX62" fmla="*/ 7224458 w 12192000"/>
              <a:gd name="connsiteY62" fmla="*/ 1573008 h 2237474"/>
              <a:gd name="connsiteX63" fmla="*/ 7183121 w 12192000"/>
              <a:gd name="connsiteY63" fmla="*/ 1595162 h 2237474"/>
              <a:gd name="connsiteX64" fmla="*/ 7164601 w 12192000"/>
              <a:gd name="connsiteY64" fmla="*/ 1606490 h 2237474"/>
              <a:gd name="connsiteX65" fmla="*/ 7092727 w 12192000"/>
              <a:gd name="connsiteY65" fmla="*/ 1623628 h 2237474"/>
              <a:gd name="connsiteX66" fmla="*/ 7031309 w 12192000"/>
              <a:gd name="connsiteY66" fmla="*/ 1619451 h 2237474"/>
              <a:gd name="connsiteX67" fmla="*/ 6999084 w 12192000"/>
              <a:gd name="connsiteY67" fmla="*/ 1634317 h 2237474"/>
              <a:gd name="connsiteX68" fmla="*/ 6992107 w 12192000"/>
              <a:gd name="connsiteY68" fmla="*/ 1636860 h 2237474"/>
              <a:gd name="connsiteX69" fmla="*/ 6900177 w 12192000"/>
              <a:gd name="connsiteY69" fmla="*/ 1636016 h 2237474"/>
              <a:gd name="connsiteX70" fmla="*/ 6795372 w 12192000"/>
              <a:gd name="connsiteY70" fmla="*/ 1644845 h 2237474"/>
              <a:gd name="connsiteX71" fmla="*/ 6692251 w 12192000"/>
              <a:gd name="connsiteY71" fmla="*/ 1656357 h 2237474"/>
              <a:gd name="connsiteX72" fmla="*/ 6655235 w 12192000"/>
              <a:gd name="connsiteY72" fmla="*/ 1661869 h 2237474"/>
              <a:gd name="connsiteX73" fmla="*/ 6554894 w 12192000"/>
              <a:gd name="connsiteY73" fmla="*/ 1664428 h 2237474"/>
              <a:gd name="connsiteX74" fmla="*/ 6516595 w 12192000"/>
              <a:gd name="connsiteY74" fmla="*/ 1667475 h 2237474"/>
              <a:gd name="connsiteX75" fmla="*/ 6508541 w 12192000"/>
              <a:gd name="connsiteY75" fmla="*/ 1668757 h 2237474"/>
              <a:gd name="connsiteX76" fmla="*/ 6471012 w 12192000"/>
              <a:gd name="connsiteY76" fmla="*/ 1678604 h 2237474"/>
              <a:gd name="connsiteX77" fmla="*/ 6364035 w 12192000"/>
              <a:gd name="connsiteY77" fmla="*/ 1667683 h 2237474"/>
              <a:gd name="connsiteX78" fmla="*/ 6280959 w 12192000"/>
              <a:gd name="connsiteY78" fmla="*/ 1689329 h 2237474"/>
              <a:gd name="connsiteX79" fmla="*/ 6243319 w 12192000"/>
              <a:gd name="connsiteY79" fmla="*/ 1695560 h 2237474"/>
              <a:gd name="connsiteX80" fmla="*/ 6098321 w 12192000"/>
              <a:gd name="connsiteY80" fmla="*/ 1721646 h 2237474"/>
              <a:gd name="connsiteX81" fmla="*/ 5880652 w 12192000"/>
              <a:gd name="connsiteY81" fmla="*/ 1779643 h 2237474"/>
              <a:gd name="connsiteX82" fmla="*/ 5785959 w 12192000"/>
              <a:gd name="connsiteY82" fmla="*/ 1775307 h 2237474"/>
              <a:gd name="connsiteX83" fmla="*/ 5643534 w 12192000"/>
              <a:gd name="connsiteY83" fmla="*/ 1802919 h 2237474"/>
              <a:gd name="connsiteX84" fmla="*/ 5518799 w 12192000"/>
              <a:gd name="connsiteY84" fmla="*/ 1818312 h 2237474"/>
              <a:gd name="connsiteX85" fmla="*/ 5505014 w 12192000"/>
              <a:gd name="connsiteY85" fmla="*/ 1819259 h 2237474"/>
              <a:gd name="connsiteX86" fmla="*/ 5453307 w 12192000"/>
              <a:gd name="connsiteY86" fmla="*/ 1815450 h 2237474"/>
              <a:gd name="connsiteX87" fmla="*/ 5364192 w 12192000"/>
              <a:gd name="connsiteY87" fmla="*/ 1826074 h 2237474"/>
              <a:gd name="connsiteX88" fmla="*/ 5350380 w 12192000"/>
              <a:gd name="connsiteY88" fmla="*/ 1830891 h 2237474"/>
              <a:gd name="connsiteX89" fmla="*/ 5259633 w 12192000"/>
              <a:gd name="connsiteY89" fmla="*/ 1837160 h 2237474"/>
              <a:gd name="connsiteX90" fmla="*/ 5197513 w 12192000"/>
              <a:gd name="connsiteY90" fmla="*/ 1844718 h 2237474"/>
              <a:gd name="connsiteX91" fmla="*/ 5168852 w 12192000"/>
              <a:gd name="connsiteY91" fmla="*/ 1844846 h 2237474"/>
              <a:gd name="connsiteX92" fmla="*/ 5114927 w 12192000"/>
              <a:gd name="connsiteY92" fmla="*/ 1847827 h 2237474"/>
              <a:gd name="connsiteX93" fmla="*/ 5108970 w 12192000"/>
              <a:gd name="connsiteY93" fmla="*/ 1847935 h 2237474"/>
              <a:gd name="connsiteX94" fmla="*/ 5067961 w 12192000"/>
              <a:gd name="connsiteY94" fmla="*/ 1845917 h 2237474"/>
              <a:gd name="connsiteX95" fmla="*/ 5007075 w 12192000"/>
              <a:gd name="connsiteY95" fmla="*/ 1838626 h 2237474"/>
              <a:gd name="connsiteX96" fmla="*/ 4944087 w 12192000"/>
              <a:gd name="connsiteY96" fmla="*/ 1823332 h 2237474"/>
              <a:gd name="connsiteX97" fmla="*/ 4907662 w 12192000"/>
              <a:gd name="connsiteY97" fmla="*/ 1816900 h 2237474"/>
              <a:gd name="connsiteX98" fmla="*/ 4882386 w 12192000"/>
              <a:gd name="connsiteY98" fmla="*/ 1809844 h 2237474"/>
              <a:gd name="connsiteX99" fmla="*/ 4811440 w 12192000"/>
              <a:gd name="connsiteY99" fmla="*/ 1804655 h 2237474"/>
              <a:gd name="connsiteX100" fmla="*/ 4691075 w 12192000"/>
              <a:gd name="connsiteY100" fmla="*/ 1801389 h 2237474"/>
              <a:gd name="connsiteX101" fmla="*/ 4611738 w 12192000"/>
              <a:gd name="connsiteY101" fmla="*/ 1776964 h 2237474"/>
              <a:gd name="connsiteX102" fmla="*/ 4560070 w 12192000"/>
              <a:gd name="connsiteY102" fmla="*/ 1785640 h 2237474"/>
              <a:gd name="connsiteX103" fmla="*/ 4536503 w 12192000"/>
              <a:gd name="connsiteY103" fmla="*/ 1785334 h 2237474"/>
              <a:gd name="connsiteX104" fmla="*/ 4513724 w 12192000"/>
              <a:gd name="connsiteY104" fmla="*/ 1791996 h 2237474"/>
              <a:gd name="connsiteX105" fmla="*/ 4459810 w 12192000"/>
              <a:gd name="connsiteY105" fmla="*/ 1797886 h 2237474"/>
              <a:gd name="connsiteX106" fmla="*/ 4379064 w 12192000"/>
              <a:gd name="connsiteY106" fmla="*/ 1817177 h 2237474"/>
              <a:gd name="connsiteX107" fmla="*/ 4319209 w 12192000"/>
              <a:gd name="connsiteY107" fmla="*/ 1834833 h 2237474"/>
              <a:gd name="connsiteX108" fmla="*/ 4290981 w 12192000"/>
              <a:gd name="connsiteY108" fmla="*/ 1839677 h 2237474"/>
              <a:gd name="connsiteX109" fmla="*/ 4285792 w 12192000"/>
              <a:gd name="connsiteY109" fmla="*/ 1836231 h 2237474"/>
              <a:gd name="connsiteX110" fmla="*/ 4238372 w 12192000"/>
              <a:gd name="connsiteY110" fmla="*/ 1851480 h 2237474"/>
              <a:gd name="connsiteX111" fmla="*/ 4232517 w 12192000"/>
              <a:gd name="connsiteY111" fmla="*/ 1852567 h 2237474"/>
              <a:gd name="connsiteX112" fmla="*/ 4191732 w 12192000"/>
              <a:gd name="connsiteY112" fmla="*/ 1857328 h 2237474"/>
              <a:gd name="connsiteX113" fmla="*/ 4065532 w 12192000"/>
              <a:gd name="connsiteY113" fmla="*/ 1855477 h 2237474"/>
              <a:gd name="connsiteX114" fmla="*/ 4028460 w 12192000"/>
              <a:gd name="connsiteY114" fmla="*/ 1855137 h 2237474"/>
              <a:gd name="connsiteX115" fmla="*/ 4002267 w 12192000"/>
              <a:gd name="connsiteY115" fmla="*/ 1852352 h 2237474"/>
              <a:gd name="connsiteX116" fmla="*/ 3931396 w 12192000"/>
              <a:gd name="connsiteY116" fmla="*/ 1858915 h 2237474"/>
              <a:gd name="connsiteX117" fmla="*/ 3812162 w 12192000"/>
              <a:gd name="connsiteY117" fmla="*/ 1875501 h 2237474"/>
              <a:gd name="connsiteX118" fmla="*/ 3729530 w 12192000"/>
              <a:gd name="connsiteY118" fmla="*/ 1864513 h 2237474"/>
              <a:gd name="connsiteX119" fmla="*/ 3680177 w 12192000"/>
              <a:gd name="connsiteY119" fmla="*/ 1881552 h 2237474"/>
              <a:gd name="connsiteX120" fmla="*/ 3567259 w 12192000"/>
              <a:gd name="connsiteY120" fmla="*/ 1893482 h 2237474"/>
              <a:gd name="connsiteX121" fmla="*/ 3405770 w 12192000"/>
              <a:gd name="connsiteY121" fmla="*/ 1904591 h 2237474"/>
              <a:gd name="connsiteX122" fmla="*/ 3280097 w 12192000"/>
              <a:gd name="connsiteY122" fmla="*/ 1919610 h 2237474"/>
              <a:gd name="connsiteX123" fmla="*/ 3123424 w 12192000"/>
              <a:gd name="connsiteY123" fmla="*/ 1952930 h 2237474"/>
              <a:gd name="connsiteX124" fmla="*/ 3009910 w 12192000"/>
              <a:gd name="connsiteY124" fmla="*/ 1957866 h 2237474"/>
              <a:gd name="connsiteX125" fmla="*/ 2995934 w 12192000"/>
              <a:gd name="connsiteY125" fmla="*/ 1967085 h 2237474"/>
              <a:gd name="connsiteX126" fmla="*/ 2980071 w 12192000"/>
              <a:gd name="connsiteY126" fmla="*/ 1972988 h 2237474"/>
              <a:gd name="connsiteX127" fmla="*/ 2978094 w 12192000"/>
              <a:gd name="connsiteY127" fmla="*/ 1972369 h 2237474"/>
              <a:gd name="connsiteX128" fmla="*/ 2942858 w 12192000"/>
              <a:gd name="connsiteY128" fmla="*/ 1981367 h 2237474"/>
              <a:gd name="connsiteX129" fmla="*/ 2875436 w 12192000"/>
              <a:gd name="connsiteY129" fmla="*/ 1996977 h 2237474"/>
              <a:gd name="connsiteX130" fmla="*/ 2874892 w 12192000"/>
              <a:gd name="connsiteY130" fmla="*/ 1996085 h 2237474"/>
              <a:gd name="connsiteX131" fmla="*/ 2864145 w 12192000"/>
              <a:gd name="connsiteY131" fmla="*/ 1994061 h 2237474"/>
              <a:gd name="connsiteX132" fmla="*/ 2843662 w 12192000"/>
              <a:gd name="connsiteY132" fmla="*/ 1992498 h 2237474"/>
              <a:gd name="connsiteX133" fmla="*/ 2796128 w 12192000"/>
              <a:gd name="connsiteY133" fmla="*/ 1976403 h 2237474"/>
              <a:gd name="connsiteX134" fmla="*/ 2756784 w 12192000"/>
              <a:gd name="connsiteY134" fmla="*/ 1985116 h 2237474"/>
              <a:gd name="connsiteX135" fmla="*/ 2748833 w 12192000"/>
              <a:gd name="connsiteY135" fmla="*/ 1986323 h 2237474"/>
              <a:gd name="connsiteX136" fmla="*/ 2748661 w 12192000"/>
              <a:gd name="connsiteY136" fmla="*/ 1986122 h 2237474"/>
              <a:gd name="connsiteX137" fmla="*/ 2740251 w 12192000"/>
              <a:gd name="connsiteY137" fmla="*/ 1986946 h 2237474"/>
              <a:gd name="connsiteX138" fmla="*/ 2718916 w 12192000"/>
              <a:gd name="connsiteY138" fmla="*/ 1990867 h 2237474"/>
              <a:gd name="connsiteX139" fmla="*/ 2713522 w 12192000"/>
              <a:gd name="connsiteY139" fmla="*/ 1990173 h 2237474"/>
              <a:gd name="connsiteX140" fmla="*/ 2680597 w 12192000"/>
              <a:gd name="connsiteY140" fmla="*/ 1984996 h 2237474"/>
              <a:gd name="connsiteX141" fmla="*/ 2578178 w 12192000"/>
              <a:gd name="connsiteY141" fmla="*/ 1990531 h 2237474"/>
              <a:gd name="connsiteX142" fmla="*/ 2476147 w 12192000"/>
              <a:gd name="connsiteY142" fmla="*/ 1998305 h 2237474"/>
              <a:gd name="connsiteX143" fmla="*/ 2373568 w 12192000"/>
              <a:gd name="connsiteY143" fmla="*/ 2003219 h 2237474"/>
              <a:gd name="connsiteX144" fmla="*/ 2321399 w 12192000"/>
              <a:gd name="connsiteY144" fmla="*/ 1989467 h 2237474"/>
              <a:gd name="connsiteX145" fmla="*/ 2315525 w 12192000"/>
              <a:gd name="connsiteY145" fmla="*/ 1989708 h 2237474"/>
              <a:gd name="connsiteX146" fmla="*/ 2300792 w 12192000"/>
              <a:gd name="connsiteY146" fmla="*/ 1994290 h 2237474"/>
              <a:gd name="connsiteX147" fmla="*/ 2295469 w 12192000"/>
              <a:gd name="connsiteY147" fmla="*/ 1996659 h 2237474"/>
              <a:gd name="connsiteX148" fmla="*/ 2287219 w 12192000"/>
              <a:gd name="connsiteY148" fmla="*/ 1998750 h 2237474"/>
              <a:gd name="connsiteX149" fmla="*/ 2286948 w 12192000"/>
              <a:gd name="connsiteY149" fmla="*/ 1998596 h 2237474"/>
              <a:gd name="connsiteX150" fmla="*/ 2243069 w 12192000"/>
              <a:gd name="connsiteY150" fmla="*/ 2015111 h 2237474"/>
              <a:gd name="connsiteX151" fmla="*/ 2186609 w 12192000"/>
              <a:gd name="connsiteY151" fmla="*/ 2008263 h 2237474"/>
              <a:gd name="connsiteX152" fmla="*/ 2164831 w 12192000"/>
              <a:gd name="connsiteY152" fmla="*/ 2010143 h 2237474"/>
              <a:gd name="connsiteX153" fmla="*/ 2152836 w 12192000"/>
              <a:gd name="connsiteY153" fmla="*/ 2010048 h 2237474"/>
              <a:gd name="connsiteX154" fmla="*/ 2117102 w 12192000"/>
              <a:gd name="connsiteY154" fmla="*/ 2023004 h 2237474"/>
              <a:gd name="connsiteX155" fmla="*/ 2111935 w 12192000"/>
              <a:gd name="connsiteY155" fmla="*/ 2023163 h 2237474"/>
              <a:gd name="connsiteX156" fmla="*/ 2089991 w 12192000"/>
              <a:gd name="connsiteY156" fmla="*/ 2034193 h 2237474"/>
              <a:gd name="connsiteX157" fmla="*/ 2058061 w 12192000"/>
              <a:gd name="connsiteY157" fmla="*/ 2047942 h 2237474"/>
              <a:gd name="connsiteX158" fmla="*/ 2055737 w 12192000"/>
              <a:gd name="connsiteY158" fmla="*/ 2047704 h 2237474"/>
              <a:gd name="connsiteX159" fmla="*/ 2042244 w 12192000"/>
              <a:gd name="connsiteY159" fmla="*/ 2055560 h 2237474"/>
              <a:gd name="connsiteX160" fmla="*/ 1976224 w 12192000"/>
              <a:gd name="connsiteY160" fmla="*/ 2074257 h 2237474"/>
              <a:gd name="connsiteX161" fmla="*/ 1877728 w 12192000"/>
              <a:gd name="connsiteY161" fmla="*/ 2101004 h 2237474"/>
              <a:gd name="connsiteX162" fmla="*/ 1759056 w 12192000"/>
              <a:gd name="connsiteY162" fmla="*/ 2125608 h 2237474"/>
              <a:gd name="connsiteX163" fmla="*/ 1637948 w 12192000"/>
              <a:gd name="connsiteY163" fmla="*/ 2172597 h 2237474"/>
              <a:gd name="connsiteX164" fmla="*/ 1434549 w 12192000"/>
              <a:gd name="connsiteY164" fmla="*/ 2234522 h 2237474"/>
              <a:gd name="connsiteX165" fmla="*/ 1398481 w 12192000"/>
              <a:gd name="connsiteY165" fmla="*/ 2237074 h 2237474"/>
              <a:gd name="connsiteX166" fmla="*/ 1398407 w 12192000"/>
              <a:gd name="connsiteY166" fmla="*/ 2237095 h 2237474"/>
              <a:gd name="connsiteX167" fmla="*/ 1370962 w 12192000"/>
              <a:gd name="connsiteY167" fmla="*/ 2237474 h 2237474"/>
              <a:gd name="connsiteX168" fmla="*/ 1356367 w 12192000"/>
              <a:gd name="connsiteY168" fmla="*/ 2235089 h 2237474"/>
              <a:gd name="connsiteX169" fmla="*/ 1324828 w 12192000"/>
              <a:gd name="connsiteY169" fmla="*/ 2231968 h 2237474"/>
              <a:gd name="connsiteX170" fmla="*/ 1297744 w 12192000"/>
              <a:gd name="connsiteY170" fmla="*/ 2235849 h 2237474"/>
              <a:gd name="connsiteX171" fmla="*/ 1286236 w 12192000"/>
              <a:gd name="connsiteY171" fmla="*/ 2233135 h 2237474"/>
              <a:gd name="connsiteX172" fmla="*/ 1283504 w 12192000"/>
              <a:gd name="connsiteY172" fmla="*/ 2233797 h 2237474"/>
              <a:gd name="connsiteX173" fmla="*/ 1279765 w 12192000"/>
              <a:gd name="connsiteY173" fmla="*/ 2229639 h 2237474"/>
              <a:gd name="connsiteX174" fmla="*/ 1195347 w 12192000"/>
              <a:gd name="connsiteY174" fmla="*/ 2212354 h 2237474"/>
              <a:gd name="connsiteX175" fmla="*/ 970251 w 12192000"/>
              <a:gd name="connsiteY175" fmla="*/ 2221029 h 2237474"/>
              <a:gd name="connsiteX176" fmla="*/ 812914 w 12192000"/>
              <a:gd name="connsiteY176" fmla="*/ 2202752 h 2237474"/>
              <a:gd name="connsiteX177" fmla="*/ 800195 w 12192000"/>
              <a:gd name="connsiteY177" fmla="*/ 2209407 h 2237474"/>
              <a:gd name="connsiteX178" fmla="*/ 784978 w 12192000"/>
              <a:gd name="connsiteY178" fmla="*/ 2212360 h 2237474"/>
              <a:gd name="connsiteX179" fmla="*/ 681987 w 12192000"/>
              <a:gd name="connsiteY179" fmla="*/ 2216757 h 2237474"/>
              <a:gd name="connsiteX180" fmla="*/ 669923 w 12192000"/>
              <a:gd name="connsiteY180" fmla="*/ 2211682 h 2237474"/>
              <a:gd name="connsiteX181" fmla="*/ 648680 w 12192000"/>
              <a:gd name="connsiteY181" fmla="*/ 2206229 h 2237474"/>
              <a:gd name="connsiteX182" fmla="*/ 597225 w 12192000"/>
              <a:gd name="connsiteY182" fmla="*/ 2180999 h 2237474"/>
              <a:gd name="connsiteX183" fmla="*/ 558449 w 12192000"/>
              <a:gd name="connsiteY183" fmla="*/ 2182346 h 2237474"/>
              <a:gd name="connsiteX184" fmla="*/ 550517 w 12192000"/>
              <a:gd name="connsiteY184" fmla="*/ 2182060 h 2237474"/>
              <a:gd name="connsiteX185" fmla="*/ 550309 w 12192000"/>
              <a:gd name="connsiteY185" fmla="*/ 2181825 h 2237474"/>
              <a:gd name="connsiteX186" fmla="*/ 541836 w 12192000"/>
              <a:gd name="connsiteY186" fmla="*/ 2181063 h 2237474"/>
              <a:gd name="connsiteX187" fmla="*/ 536057 w 12192000"/>
              <a:gd name="connsiteY187" fmla="*/ 2181537 h 2237474"/>
              <a:gd name="connsiteX188" fmla="*/ 520671 w 12192000"/>
              <a:gd name="connsiteY188" fmla="*/ 2180980 h 2237474"/>
              <a:gd name="connsiteX189" fmla="*/ 515024 w 12192000"/>
              <a:gd name="connsiteY189" fmla="*/ 2179258 h 2237474"/>
              <a:gd name="connsiteX190" fmla="*/ 512278 w 12192000"/>
              <a:gd name="connsiteY190" fmla="*/ 2176369 h 2237474"/>
              <a:gd name="connsiteX191" fmla="*/ 480419 w 12192000"/>
              <a:gd name="connsiteY191" fmla="*/ 2167807 h 2237474"/>
              <a:gd name="connsiteX192" fmla="*/ 413835 w 12192000"/>
              <a:gd name="connsiteY192" fmla="*/ 2156783 h 2237474"/>
              <a:gd name="connsiteX193" fmla="*/ 376513 w 12192000"/>
              <a:gd name="connsiteY193" fmla="*/ 2154014 h 2237474"/>
              <a:gd name="connsiteX194" fmla="*/ 273386 w 12192000"/>
              <a:gd name="connsiteY194" fmla="*/ 2142551 h 2237474"/>
              <a:gd name="connsiteX195" fmla="*/ 169207 w 12192000"/>
              <a:gd name="connsiteY195" fmla="*/ 2128100 h 2237474"/>
              <a:gd name="connsiteX196" fmla="*/ 93149 w 12192000"/>
              <a:gd name="connsiteY196" fmla="*/ 2105324 h 2237474"/>
              <a:gd name="connsiteX197" fmla="*/ 88109 w 12192000"/>
              <a:gd name="connsiteY197" fmla="*/ 2106704 h 2237474"/>
              <a:gd name="connsiteX198" fmla="*/ 80022 w 12192000"/>
              <a:gd name="connsiteY198" fmla="*/ 2107254 h 2237474"/>
              <a:gd name="connsiteX199" fmla="*/ 79717 w 12192000"/>
              <a:gd name="connsiteY199" fmla="*/ 2107046 h 2237474"/>
              <a:gd name="connsiteX200" fmla="*/ 72352 w 12192000"/>
              <a:gd name="connsiteY200" fmla="*/ 2107991 h 2237474"/>
              <a:gd name="connsiteX201" fmla="*/ 37645 w 12192000"/>
              <a:gd name="connsiteY201" fmla="*/ 2115401 h 2237474"/>
              <a:gd name="connsiteX202" fmla="*/ 4572 w 12192000"/>
              <a:gd name="connsiteY202" fmla="*/ 2111091 h 2237474"/>
              <a:gd name="connsiteX203" fmla="*/ 0 w 12192000"/>
              <a:gd name="connsiteY203" fmla="*/ 2110468 h 2237474"/>
              <a:gd name="connsiteX204" fmla="*/ 0 w 12192000"/>
              <a:gd name="connsiteY204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958984 w 12192000"/>
              <a:gd name="connsiteY38" fmla="*/ 1057212 h 2237474"/>
              <a:gd name="connsiteX39" fmla="*/ 8886001 w 12192000"/>
              <a:gd name="connsiteY39" fmla="*/ 1067468 h 2237474"/>
              <a:gd name="connsiteX40" fmla="*/ 8838610 w 12192000"/>
              <a:gd name="connsiteY40" fmla="*/ 1075091 h 2237474"/>
              <a:gd name="connsiteX41" fmla="*/ 8750383 w 12192000"/>
              <a:gd name="connsiteY41" fmla="*/ 1097387 h 2237474"/>
              <a:gd name="connsiteX42" fmla="*/ 8665605 w 12192000"/>
              <a:gd name="connsiteY42" fmla="*/ 1110791 h 2237474"/>
              <a:gd name="connsiteX43" fmla="*/ 8584946 w 12192000"/>
              <a:gd name="connsiteY43" fmla="*/ 1135226 h 2237474"/>
              <a:gd name="connsiteX44" fmla="*/ 8460755 w 12192000"/>
              <a:gd name="connsiteY44" fmla="*/ 1203427 h 2237474"/>
              <a:gd name="connsiteX45" fmla="*/ 8419755 w 12192000"/>
              <a:gd name="connsiteY45" fmla="*/ 1216260 h 2237474"/>
              <a:gd name="connsiteX46" fmla="*/ 8411626 w 12192000"/>
              <a:gd name="connsiteY46" fmla="*/ 1214397 h 2237474"/>
              <a:gd name="connsiteX47" fmla="*/ 8363469 w 12192000"/>
              <a:gd name="connsiteY47" fmla="*/ 1246658 h 2237474"/>
              <a:gd name="connsiteX48" fmla="*/ 8275497 w 12192000"/>
              <a:gd name="connsiteY48" fmla="*/ 1264396 h 2237474"/>
              <a:gd name="connsiteX49" fmla="*/ 8206287 w 12192000"/>
              <a:gd name="connsiteY49" fmla="*/ 1273060 h 2237474"/>
              <a:gd name="connsiteX50" fmla="*/ 8168705 w 12192000"/>
              <a:gd name="connsiteY50" fmla="*/ 1279956 h 2237474"/>
              <a:gd name="connsiteX51" fmla="*/ 8139997 w 12192000"/>
              <a:gd name="connsiteY51" fmla="*/ 1282713 h 2237474"/>
              <a:gd name="connsiteX52" fmla="*/ 8074238 w 12192000"/>
              <a:gd name="connsiteY52" fmla="*/ 1301895 h 2237474"/>
              <a:gd name="connsiteX53" fmla="*/ 7968292 w 12192000"/>
              <a:gd name="connsiteY53" fmla="*/ 1338779 h 2237474"/>
              <a:gd name="connsiteX54" fmla="*/ 7902328 w 12192000"/>
              <a:gd name="connsiteY54" fmla="*/ 1345865 h 2237474"/>
              <a:gd name="connsiteX55" fmla="*/ 7875879 w 12192000"/>
              <a:gd name="connsiteY55" fmla="*/ 1345646 h 2237474"/>
              <a:gd name="connsiteX56" fmla="*/ 7840612 w 12192000"/>
              <a:gd name="connsiteY56" fmla="*/ 1369373 h 2237474"/>
              <a:gd name="connsiteX57" fmla="*/ 7786819 w 12192000"/>
              <a:gd name="connsiteY57" fmla="*/ 1378970 h 2237474"/>
              <a:gd name="connsiteX58" fmla="*/ 7548172 w 12192000"/>
              <a:gd name="connsiteY58" fmla="*/ 1417460 h 2237474"/>
              <a:gd name="connsiteX59" fmla="*/ 7483437 w 12192000"/>
              <a:gd name="connsiteY59" fmla="*/ 1478152 h 2237474"/>
              <a:gd name="connsiteX60" fmla="*/ 7377870 w 12192000"/>
              <a:gd name="connsiteY60" fmla="*/ 1523319 h 2237474"/>
              <a:gd name="connsiteX61" fmla="*/ 7230737 w 12192000"/>
              <a:gd name="connsiteY61" fmla="*/ 1562633 h 2237474"/>
              <a:gd name="connsiteX62" fmla="*/ 7224458 w 12192000"/>
              <a:gd name="connsiteY62" fmla="*/ 1573008 h 2237474"/>
              <a:gd name="connsiteX63" fmla="*/ 7183121 w 12192000"/>
              <a:gd name="connsiteY63" fmla="*/ 1595162 h 2237474"/>
              <a:gd name="connsiteX64" fmla="*/ 7164601 w 12192000"/>
              <a:gd name="connsiteY64" fmla="*/ 1606490 h 2237474"/>
              <a:gd name="connsiteX65" fmla="*/ 7092727 w 12192000"/>
              <a:gd name="connsiteY65" fmla="*/ 1623628 h 2237474"/>
              <a:gd name="connsiteX66" fmla="*/ 7031309 w 12192000"/>
              <a:gd name="connsiteY66" fmla="*/ 1619451 h 2237474"/>
              <a:gd name="connsiteX67" fmla="*/ 6999084 w 12192000"/>
              <a:gd name="connsiteY67" fmla="*/ 1634317 h 2237474"/>
              <a:gd name="connsiteX68" fmla="*/ 6900177 w 12192000"/>
              <a:gd name="connsiteY68" fmla="*/ 1636016 h 2237474"/>
              <a:gd name="connsiteX69" fmla="*/ 6795372 w 12192000"/>
              <a:gd name="connsiteY69" fmla="*/ 1644845 h 2237474"/>
              <a:gd name="connsiteX70" fmla="*/ 6692251 w 12192000"/>
              <a:gd name="connsiteY70" fmla="*/ 1656357 h 2237474"/>
              <a:gd name="connsiteX71" fmla="*/ 6655235 w 12192000"/>
              <a:gd name="connsiteY71" fmla="*/ 1661869 h 2237474"/>
              <a:gd name="connsiteX72" fmla="*/ 6554894 w 12192000"/>
              <a:gd name="connsiteY72" fmla="*/ 1664428 h 2237474"/>
              <a:gd name="connsiteX73" fmla="*/ 6516595 w 12192000"/>
              <a:gd name="connsiteY73" fmla="*/ 1667475 h 2237474"/>
              <a:gd name="connsiteX74" fmla="*/ 6508541 w 12192000"/>
              <a:gd name="connsiteY74" fmla="*/ 1668757 h 2237474"/>
              <a:gd name="connsiteX75" fmla="*/ 6471012 w 12192000"/>
              <a:gd name="connsiteY75" fmla="*/ 1678604 h 2237474"/>
              <a:gd name="connsiteX76" fmla="*/ 6364035 w 12192000"/>
              <a:gd name="connsiteY76" fmla="*/ 1667683 h 2237474"/>
              <a:gd name="connsiteX77" fmla="*/ 6280959 w 12192000"/>
              <a:gd name="connsiteY77" fmla="*/ 1689329 h 2237474"/>
              <a:gd name="connsiteX78" fmla="*/ 6243319 w 12192000"/>
              <a:gd name="connsiteY78" fmla="*/ 1695560 h 2237474"/>
              <a:gd name="connsiteX79" fmla="*/ 6098321 w 12192000"/>
              <a:gd name="connsiteY79" fmla="*/ 1721646 h 2237474"/>
              <a:gd name="connsiteX80" fmla="*/ 5880652 w 12192000"/>
              <a:gd name="connsiteY80" fmla="*/ 1779643 h 2237474"/>
              <a:gd name="connsiteX81" fmla="*/ 5785959 w 12192000"/>
              <a:gd name="connsiteY81" fmla="*/ 1775307 h 2237474"/>
              <a:gd name="connsiteX82" fmla="*/ 5643534 w 12192000"/>
              <a:gd name="connsiteY82" fmla="*/ 1802919 h 2237474"/>
              <a:gd name="connsiteX83" fmla="*/ 5518799 w 12192000"/>
              <a:gd name="connsiteY83" fmla="*/ 1818312 h 2237474"/>
              <a:gd name="connsiteX84" fmla="*/ 5505014 w 12192000"/>
              <a:gd name="connsiteY84" fmla="*/ 1819259 h 2237474"/>
              <a:gd name="connsiteX85" fmla="*/ 5453307 w 12192000"/>
              <a:gd name="connsiteY85" fmla="*/ 1815450 h 2237474"/>
              <a:gd name="connsiteX86" fmla="*/ 5364192 w 12192000"/>
              <a:gd name="connsiteY86" fmla="*/ 1826074 h 2237474"/>
              <a:gd name="connsiteX87" fmla="*/ 5350380 w 12192000"/>
              <a:gd name="connsiteY87" fmla="*/ 1830891 h 2237474"/>
              <a:gd name="connsiteX88" fmla="*/ 5259633 w 12192000"/>
              <a:gd name="connsiteY88" fmla="*/ 1837160 h 2237474"/>
              <a:gd name="connsiteX89" fmla="*/ 5197513 w 12192000"/>
              <a:gd name="connsiteY89" fmla="*/ 1844718 h 2237474"/>
              <a:gd name="connsiteX90" fmla="*/ 5168852 w 12192000"/>
              <a:gd name="connsiteY90" fmla="*/ 1844846 h 2237474"/>
              <a:gd name="connsiteX91" fmla="*/ 5114927 w 12192000"/>
              <a:gd name="connsiteY91" fmla="*/ 1847827 h 2237474"/>
              <a:gd name="connsiteX92" fmla="*/ 5108970 w 12192000"/>
              <a:gd name="connsiteY92" fmla="*/ 1847935 h 2237474"/>
              <a:gd name="connsiteX93" fmla="*/ 5067961 w 12192000"/>
              <a:gd name="connsiteY93" fmla="*/ 1845917 h 2237474"/>
              <a:gd name="connsiteX94" fmla="*/ 5007075 w 12192000"/>
              <a:gd name="connsiteY94" fmla="*/ 1838626 h 2237474"/>
              <a:gd name="connsiteX95" fmla="*/ 4944087 w 12192000"/>
              <a:gd name="connsiteY95" fmla="*/ 1823332 h 2237474"/>
              <a:gd name="connsiteX96" fmla="*/ 4907662 w 12192000"/>
              <a:gd name="connsiteY96" fmla="*/ 1816900 h 2237474"/>
              <a:gd name="connsiteX97" fmla="*/ 4882386 w 12192000"/>
              <a:gd name="connsiteY97" fmla="*/ 1809844 h 2237474"/>
              <a:gd name="connsiteX98" fmla="*/ 4811440 w 12192000"/>
              <a:gd name="connsiteY98" fmla="*/ 1804655 h 2237474"/>
              <a:gd name="connsiteX99" fmla="*/ 4691075 w 12192000"/>
              <a:gd name="connsiteY99" fmla="*/ 1801389 h 2237474"/>
              <a:gd name="connsiteX100" fmla="*/ 4611738 w 12192000"/>
              <a:gd name="connsiteY100" fmla="*/ 1776964 h 2237474"/>
              <a:gd name="connsiteX101" fmla="*/ 4560070 w 12192000"/>
              <a:gd name="connsiteY101" fmla="*/ 1785640 h 2237474"/>
              <a:gd name="connsiteX102" fmla="*/ 4536503 w 12192000"/>
              <a:gd name="connsiteY102" fmla="*/ 1785334 h 2237474"/>
              <a:gd name="connsiteX103" fmla="*/ 4513724 w 12192000"/>
              <a:gd name="connsiteY103" fmla="*/ 1791996 h 2237474"/>
              <a:gd name="connsiteX104" fmla="*/ 4459810 w 12192000"/>
              <a:gd name="connsiteY104" fmla="*/ 1797886 h 2237474"/>
              <a:gd name="connsiteX105" fmla="*/ 4379064 w 12192000"/>
              <a:gd name="connsiteY105" fmla="*/ 1817177 h 2237474"/>
              <a:gd name="connsiteX106" fmla="*/ 4319209 w 12192000"/>
              <a:gd name="connsiteY106" fmla="*/ 1834833 h 2237474"/>
              <a:gd name="connsiteX107" fmla="*/ 4290981 w 12192000"/>
              <a:gd name="connsiteY107" fmla="*/ 1839677 h 2237474"/>
              <a:gd name="connsiteX108" fmla="*/ 4285792 w 12192000"/>
              <a:gd name="connsiteY108" fmla="*/ 1836231 h 2237474"/>
              <a:gd name="connsiteX109" fmla="*/ 4238372 w 12192000"/>
              <a:gd name="connsiteY109" fmla="*/ 1851480 h 2237474"/>
              <a:gd name="connsiteX110" fmla="*/ 4232517 w 12192000"/>
              <a:gd name="connsiteY110" fmla="*/ 1852567 h 2237474"/>
              <a:gd name="connsiteX111" fmla="*/ 4191732 w 12192000"/>
              <a:gd name="connsiteY111" fmla="*/ 1857328 h 2237474"/>
              <a:gd name="connsiteX112" fmla="*/ 4065532 w 12192000"/>
              <a:gd name="connsiteY112" fmla="*/ 1855477 h 2237474"/>
              <a:gd name="connsiteX113" fmla="*/ 4028460 w 12192000"/>
              <a:gd name="connsiteY113" fmla="*/ 1855137 h 2237474"/>
              <a:gd name="connsiteX114" fmla="*/ 4002267 w 12192000"/>
              <a:gd name="connsiteY114" fmla="*/ 1852352 h 2237474"/>
              <a:gd name="connsiteX115" fmla="*/ 3931396 w 12192000"/>
              <a:gd name="connsiteY115" fmla="*/ 1858915 h 2237474"/>
              <a:gd name="connsiteX116" fmla="*/ 3812162 w 12192000"/>
              <a:gd name="connsiteY116" fmla="*/ 1875501 h 2237474"/>
              <a:gd name="connsiteX117" fmla="*/ 3729530 w 12192000"/>
              <a:gd name="connsiteY117" fmla="*/ 1864513 h 2237474"/>
              <a:gd name="connsiteX118" fmla="*/ 3680177 w 12192000"/>
              <a:gd name="connsiteY118" fmla="*/ 1881552 h 2237474"/>
              <a:gd name="connsiteX119" fmla="*/ 3567259 w 12192000"/>
              <a:gd name="connsiteY119" fmla="*/ 1893482 h 2237474"/>
              <a:gd name="connsiteX120" fmla="*/ 3405770 w 12192000"/>
              <a:gd name="connsiteY120" fmla="*/ 1904591 h 2237474"/>
              <a:gd name="connsiteX121" fmla="*/ 3280097 w 12192000"/>
              <a:gd name="connsiteY121" fmla="*/ 1919610 h 2237474"/>
              <a:gd name="connsiteX122" fmla="*/ 3123424 w 12192000"/>
              <a:gd name="connsiteY122" fmla="*/ 1952930 h 2237474"/>
              <a:gd name="connsiteX123" fmla="*/ 3009910 w 12192000"/>
              <a:gd name="connsiteY123" fmla="*/ 1957866 h 2237474"/>
              <a:gd name="connsiteX124" fmla="*/ 2995934 w 12192000"/>
              <a:gd name="connsiteY124" fmla="*/ 1967085 h 2237474"/>
              <a:gd name="connsiteX125" fmla="*/ 2980071 w 12192000"/>
              <a:gd name="connsiteY125" fmla="*/ 1972988 h 2237474"/>
              <a:gd name="connsiteX126" fmla="*/ 2978094 w 12192000"/>
              <a:gd name="connsiteY126" fmla="*/ 1972369 h 2237474"/>
              <a:gd name="connsiteX127" fmla="*/ 2942858 w 12192000"/>
              <a:gd name="connsiteY127" fmla="*/ 1981367 h 2237474"/>
              <a:gd name="connsiteX128" fmla="*/ 2875436 w 12192000"/>
              <a:gd name="connsiteY128" fmla="*/ 1996977 h 2237474"/>
              <a:gd name="connsiteX129" fmla="*/ 2874892 w 12192000"/>
              <a:gd name="connsiteY129" fmla="*/ 1996085 h 2237474"/>
              <a:gd name="connsiteX130" fmla="*/ 2864145 w 12192000"/>
              <a:gd name="connsiteY130" fmla="*/ 1994061 h 2237474"/>
              <a:gd name="connsiteX131" fmla="*/ 2843662 w 12192000"/>
              <a:gd name="connsiteY131" fmla="*/ 1992498 h 2237474"/>
              <a:gd name="connsiteX132" fmla="*/ 2796128 w 12192000"/>
              <a:gd name="connsiteY132" fmla="*/ 1976403 h 2237474"/>
              <a:gd name="connsiteX133" fmla="*/ 2756784 w 12192000"/>
              <a:gd name="connsiteY133" fmla="*/ 1985116 h 2237474"/>
              <a:gd name="connsiteX134" fmla="*/ 2748833 w 12192000"/>
              <a:gd name="connsiteY134" fmla="*/ 1986323 h 2237474"/>
              <a:gd name="connsiteX135" fmla="*/ 2748661 w 12192000"/>
              <a:gd name="connsiteY135" fmla="*/ 1986122 h 2237474"/>
              <a:gd name="connsiteX136" fmla="*/ 2740251 w 12192000"/>
              <a:gd name="connsiteY136" fmla="*/ 1986946 h 2237474"/>
              <a:gd name="connsiteX137" fmla="*/ 2718916 w 12192000"/>
              <a:gd name="connsiteY137" fmla="*/ 1990867 h 2237474"/>
              <a:gd name="connsiteX138" fmla="*/ 2713522 w 12192000"/>
              <a:gd name="connsiteY138" fmla="*/ 1990173 h 2237474"/>
              <a:gd name="connsiteX139" fmla="*/ 2680597 w 12192000"/>
              <a:gd name="connsiteY139" fmla="*/ 1984996 h 2237474"/>
              <a:gd name="connsiteX140" fmla="*/ 2578178 w 12192000"/>
              <a:gd name="connsiteY140" fmla="*/ 1990531 h 2237474"/>
              <a:gd name="connsiteX141" fmla="*/ 2476147 w 12192000"/>
              <a:gd name="connsiteY141" fmla="*/ 1998305 h 2237474"/>
              <a:gd name="connsiteX142" fmla="*/ 2373568 w 12192000"/>
              <a:gd name="connsiteY142" fmla="*/ 2003219 h 2237474"/>
              <a:gd name="connsiteX143" fmla="*/ 2321399 w 12192000"/>
              <a:gd name="connsiteY143" fmla="*/ 1989467 h 2237474"/>
              <a:gd name="connsiteX144" fmla="*/ 2315525 w 12192000"/>
              <a:gd name="connsiteY144" fmla="*/ 1989708 h 2237474"/>
              <a:gd name="connsiteX145" fmla="*/ 2300792 w 12192000"/>
              <a:gd name="connsiteY145" fmla="*/ 1994290 h 2237474"/>
              <a:gd name="connsiteX146" fmla="*/ 2295469 w 12192000"/>
              <a:gd name="connsiteY146" fmla="*/ 1996659 h 2237474"/>
              <a:gd name="connsiteX147" fmla="*/ 2287219 w 12192000"/>
              <a:gd name="connsiteY147" fmla="*/ 1998750 h 2237474"/>
              <a:gd name="connsiteX148" fmla="*/ 2286948 w 12192000"/>
              <a:gd name="connsiteY148" fmla="*/ 1998596 h 2237474"/>
              <a:gd name="connsiteX149" fmla="*/ 2243069 w 12192000"/>
              <a:gd name="connsiteY149" fmla="*/ 2015111 h 2237474"/>
              <a:gd name="connsiteX150" fmla="*/ 2186609 w 12192000"/>
              <a:gd name="connsiteY150" fmla="*/ 2008263 h 2237474"/>
              <a:gd name="connsiteX151" fmla="*/ 2164831 w 12192000"/>
              <a:gd name="connsiteY151" fmla="*/ 2010143 h 2237474"/>
              <a:gd name="connsiteX152" fmla="*/ 2152836 w 12192000"/>
              <a:gd name="connsiteY152" fmla="*/ 2010048 h 2237474"/>
              <a:gd name="connsiteX153" fmla="*/ 2117102 w 12192000"/>
              <a:gd name="connsiteY153" fmla="*/ 2023004 h 2237474"/>
              <a:gd name="connsiteX154" fmla="*/ 2111935 w 12192000"/>
              <a:gd name="connsiteY154" fmla="*/ 2023163 h 2237474"/>
              <a:gd name="connsiteX155" fmla="*/ 2089991 w 12192000"/>
              <a:gd name="connsiteY155" fmla="*/ 2034193 h 2237474"/>
              <a:gd name="connsiteX156" fmla="*/ 2058061 w 12192000"/>
              <a:gd name="connsiteY156" fmla="*/ 2047942 h 2237474"/>
              <a:gd name="connsiteX157" fmla="*/ 2055737 w 12192000"/>
              <a:gd name="connsiteY157" fmla="*/ 2047704 h 2237474"/>
              <a:gd name="connsiteX158" fmla="*/ 2042244 w 12192000"/>
              <a:gd name="connsiteY158" fmla="*/ 2055560 h 2237474"/>
              <a:gd name="connsiteX159" fmla="*/ 1976224 w 12192000"/>
              <a:gd name="connsiteY159" fmla="*/ 2074257 h 2237474"/>
              <a:gd name="connsiteX160" fmla="*/ 1877728 w 12192000"/>
              <a:gd name="connsiteY160" fmla="*/ 2101004 h 2237474"/>
              <a:gd name="connsiteX161" fmla="*/ 1759056 w 12192000"/>
              <a:gd name="connsiteY161" fmla="*/ 2125608 h 2237474"/>
              <a:gd name="connsiteX162" fmla="*/ 1637948 w 12192000"/>
              <a:gd name="connsiteY162" fmla="*/ 2172597 h 2237474"/>
              <a:gd name="connsiteX163" fmla="*/ 1434549 w 12192000"/>
              <a:gd name="connsiteY163" fmla="*/ 2234522 h 2237474"/>
              <a:gd name="connsiteX164" fmla="*/ 1398481 w 12192000"/>
              <a:gd name="connsiteY164" fmla="*/ 2237074 h 2237474"/>
              <a:gd name="connsiteX165" fmla="*/ 1398407 w 12192000"/>
              <a:gd name="connsiteY165" fmla="*/ 2237095 h 2237474"/>
              <a:gd name="connsiteX166" fmla="*/ 1370962 w 12192000"/>
              <a:gd name="connsiteY166" fmla="*/ 2237474 h 2237474"/>
              <a:gd name="connsiteX167" fmla="*/ 1356367 w 12192000"/>
              <a:gd name="connsiteY167" fmla="*/ 2235089 h 2237474"/>
              <a:gd name="connsiteX168" fmla="*/ 1324828 w 12192000"/>
              <a:gd name="connsiteY168" fmla="*/ 2231968 h 2237474"/>
              <a:gd name="connsiteX169" fmla="*/ 1297744 w 12192000"/>
              <a:gd name="connsiteY169" fmla="*/ 2235849 h 2237474"/>
              <a:gd name="connsiteX170" fmla="*/ 1286236 w 12192000"/>
              <a:gd name="connsiteY170" fmla="*/ 2233135 h 2237474"/>
              <a:gd name="connsiteX171" fmla="*/ 1283504 w 12192000"/>
              <a:gd name="connsiteY171" fmla="*/ 2233797 h 2237474"/>
              <a:gd name="connsiteX172" fmla="*/ 1279765 w 12192000"/>
              <a:gd name="connsiteY172" fmla="*/ 2229639 h 2237474"/>
              <a:gd name="connsiteX173" fmla="*/ 1195347 w 12192000"/>
              <a:gd name="connsiteY173" fmla="*/ 2212354 h 2237474"/>
              <a:gd name="connsiteX174" fmla="*/ 970251 w 12192000"/>
              <a:gd name="connsiteY174" fmla="*/ 2221029 h 2237474"/>
              <a:gd name="connsiteX175" fmla="*/ 812914 w 12192000"/>
              <a:gd name="connsiteY175" fmla="*/ 2202752 h 2237474"/>
              <a:gd name="connsiteX176" fmla="*/ 800195 w 12192000"/>
              <a:gd name="connsiteY176" fmla="*/ 2209407 h 2237474"/>
              <a:gd name="connsiteX177" fmla="*/ 784978 w 12192000"/>
              <a:gd name="connsiteY177" fmla="*/ 2212360 h 2237474"/>
              <a:gd name="connsiteX178" fmla="*/ 681987 w 12192000"/>
              <a:gd name="connsiteY178" fmla="*/ 2216757 h 2237474"/>
              <a:gd name="connsiteX179" fmla="*/ 669923 w 12192000"/>
              <a:gd name="connsiteY179" fmla="*/ 2211682 h 2237474"/>
              <a:gd name="connsiteX180" fmla="*/ 648680 w 12192000"/>
              <a:gd name="connsiteY180" fmla="*/ 2206229 h 2237474"/>
              <a:gd name="connsiteX181" fmla="*/ 597225 w 12192000"/>
              <a:gd name="connsiteY181" fmla="*/ 2180999 h 2237474"/>
              <a:gd name="connsiteX182" fmla="*/ 558449 w 12192000"/>
              <a:gd name="connsiteY182" fmla="*/ 2182346 h 2237474"/>
              <a:gd name="connsiteX183" fmla="*/ 550517 w 12192000"/>
              <a:gd name="connsiteY183" fmla="*/ 2182060 h 2237474"/>
              <a:gd name="connsiteX184" fmla="*/ 550309 w 12192000"/>
              <a:gd name="connsiteY184" fmla="*/ 2181825 h 2237474"/>
              <a:gd name="connsiteX185" fmla="*/ 541836 w 12192000"/>
              <a:gd name="connsiteY185" fmla="*/ 2181063 h 2237474"/>
              <a:gd name="connsiteX186" fmla="*/ 536057 w 12192000"/>
              <a:gd name="connsiteY186" fmla="*/ 2181537 h 2237474"/>
              <a:gd name="connsiteX187" fmla="*/ 520671 w 12192000"/>
              <a:gd name="connsiteY187" fmla="*/ 2180980 h 2237474"/>
              <a:gd name="connsiteX188" fmla="*/ 515024 w 12192000"/>
              <a:gd name="connsiteY188" fmla="*/ 2179258 h 2237474"/>
              <a:gd name="connsiteX189" fmla="*/ 512278 w 12192000"/>
              <a:gd name="connsiteY189" fmla="*/ 2176369 h 2237474"/>
              <a:gd name="connsiteX190" fmla="*/ 480419 w 12192000"/>
              <a:gd name="connsiteY190" fmla="*/ 2167807 h 2237474"/>
              <a:gd name="connsiteX191" fmla="*/ 413835 w 12192000"/>
              <a:gd name="connsiteY191" fmla="*/ 2156783 h 2237474"/>
              <a:gd name="connsiteX192" fmla="*/ 376513 w 12192000"/>
              <a:gd name="connsiteY192" fmla="*/ 2154014 h 2237474"/>
              <a:gd name="connsiteX193" fmla="*/ 273386 w 12192000"/>
              <a:gd name="connsiteY193" fmla="*/ 2142551 h 2237474"/>
              <a:gd name="connsiteX194" fmla="*/ 169207 w 12192000"/>
              <a:gd name="connsiteY194" fmla="*/ 2128100 h 2237474"/>
              <a:gd name="connsiteX195" fmla="*/ 93149 w 12192000"/>
              <a:gd name="connsiteY195" fmla="*/ 2105324 h 2237474"/>
              <a:gd name="connsiteX196" fmla="*/ 88109 w 12192000"/>
              <a:gd name="connsiteY196" fmla="*/ 2106704 h 2237474"/>
              <a:gd name="connsiteX197" fmla="*/ 80022 w 12192000"/>
              <a:gd name="connsiteY197" fmla="*/ 2107254 h 2237474"/>
              <a:gd name="connsiteX198" fmla="*/ 79717 w 12192000"/>
              <a:gd name="connsiteY198" fmla="*/ 2107046 h 2237474"/>
              <a:gd name="connsiteX199" fmla="*/ 72352 w 12192000"/>
              <a:gd name="connsiteY199" fmla="*/ 2107991 h 2237474"/>
              <a:gd name="connsiteX200" fmla="*/ 37645 w 12192000"/>
              <a:gd name="connsiteY200" fmla="*/ 2115401 h 2237474"/>
              <a:gd name="connsiteX201" fmla="*/ 4572 w 12192000"/>
              <a:gd name="connsiteY201" fmla="*/ 2111091 h 2237474"/>
              <a:gd name="connsiteX202" fmla="*/ 0 w 12192000"/>
              <a:gd name="connsiteY202" fmla="*/ 2110468 h 2237474"/>
              <a:gd name="connsiteX203" fmla="*/ 0 w 12192000"/>
              <a:gd name="connsiteY203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958984 w 12192000"/>
              <a:gd name="connsiteY38" fmla="*/ 1057212 h 2237474"/>
              <a:gd name="connsiteX39" fmla="*/ 8886001 w 12192000"/>
              <a:gd name="connsiteY39" fmla="*/ 1067468 h 2237474"/>
              <a:gd name="connsiteX40" fmla="*/ 8838610 w 12192000"/>
              <a:gd name="connsiteY40" fmla="*/ 1075091 h 2237474"/>
              <a:gd name="connsiteX41" fmla="*/ 8750383 w 12192000"/>
              <a:gd name="connsiteY41" fmla="*/ 1097387 h 2237474"/>
              <a:gd name="connsiteX42" fmla="*/ 8665605 w 12192000"/>
              <a:gd name="connsiteY42" fmla="*/ 1110791 h 2237474"/>
              <a:gd name="connsiteX43" fmla="*/ 8584946 w 12192000"/>
              <a:gd name="connsiteY43" fmla="*/ 1135226 h 2237474"/>
              <a:gd name="connsiteX44" fmla="*/ 8460755 w 12192000"/>
              <a:gd name="connsiteY44" fmla="*/ 1203427 h 2237474"/>
              <a:gd name="connsiteX45" fmla="*/ 8419755 w 12192000"/>
              <a:gd name="connsiteY45" fmla="*/ 1216260 h 2237474"/>
              <a:gd name="connsiteX46" fmla="*/ 8411626 w 12192000"/>
              <a:gd name="connsiteY46" fmla="*/ 1214397 h 2237474"/>
              <a:gd name="connsiteX47" fmla="*/ 8363469 w 12192000"/>
              <a:gd name="connsiteY47" fmla="*/ 1246658 h 2237474"/>
              <a:gd name="connsiteX48" fmla="*/ 8275497 w 12192000"/>
              <a:gd name="connsiteY48" fmla="*/ 1264396 h 2237474"/>
              <a:gd name="connsiteX49" fmla="*/ 8206287 w 12192000"/>
              <a:gd name="connsiteY49" fmla="*/ 1273060 h 2237474"/>
              <a:gd name="connsiteX50" fmla="*/ 8168705 w 12192000"/>
              <a:gd name="connsiteY50" fmla="*/ 1279956 h 2237474"/>
              <a:gd name="connsiteX51" fmla="*/ 8139997 w 12192000"/>
              <a:gd name="connsiteY51" fmla="*/ 1282713 h 2237474"/>
              <a:gd name="connsiteX52" fmla="*/ 8074238 w 12192000"/>
              <a:gd name="connsiteY52" fmla="*/ 1301895 h 2237474"/>
              <a:gd name="connsiteX53" fmla="*/ 7968292 w 12192000"/>
              <a:gd name="connsiteY53" fmla="*/ 1338779 h 2237474"/>
              <a:gd name="connsiteX54" fmla="*/ 7902328 w 12192000"/>
              <a:gd name="connsiteY54" fmla="*/ 1345865 h 2237474"/>
              <a:gd name="connsiteX55" fmla="*/ 7875879 w 12192000"/>
              <a:gd name="connsiteY55" fmla="*/ 1345646 h 2237474"/>
              <a:gd name="connsiteX56" fmla="*/ 7840612 w 12192000"/>
              <a:gd name="connsiteY56" fmla="*/ 1369373 h 2237474"/>
              <a:gd name="connsiteX57" fmla="*/ 7786819 w 12192000"/>
              <a:gd name="connsiteY57" fmla="*/ 1378970 h 2237474"/>
              <a:gd name="connsiteX58" fmla="*/ 7548172 w 12192000"/>
              <a:gd name="connsiteY58" fmla="*/ 1417460 h 2237474"/>
              <a:gd name="connsiteX59" fmla="*/ 7483437 w 12192000"/>
              <a:gd name="connsiteY59" fmla="*/ 1478152 h 2237474"/>
              <a:gd name="connsiteX60" fmla="*/ 7377870 w 12192000"/>
              <a:gd name="connsiteY60" fmla="*/ 1523319 h 2237474"/>
              <a:gd name="connsiteX61" fmla="*/ 7230737 w 12192000"/>
              <a:gd name="connsiteY61" fmla="*/ 1562633 h 2237474"/>
              <a:gd name="connsiteX62" fmla="*/ 7224458 w 12192000"/>
              <a:gd name="connsiteY62" fmla="*/ 1573008 h 2237474"/>
              <a:gd name="connsiteX63" fmla="*/ 7183121 w 12192000"/>
              <a:gd name="connsiteY63" fmla="*/ 1595162 h 2237474"/>
              <a:gd name="connsiteX64" fmla="*/ 7164601 w 12192000"/>
              <a:gd name="connsiteY64" fmla="*/ 1606490 h 2237474"/>
              <a:gd name="connsiteX65" fmla="*/ 7092727 w 12192000"/>
              <a:gd name="connsiteY65" fmla="*/ 1623628 h 2237474"/>
              <a:gd name="connsiteX66" fmla="*/ 7031309 w 12192000"/>
              <a:gd name="connsiteY66" fmla="*/ 1619451 h 2237474"/>
              <a:gd name="connsiteX67" fmla="*/ 6900177 w 12192000"/>
              <a:gd name="connsiteY67" fmla="*/ 1636016 h 2237474"/>
              <a:gd name="connsiteX68" fmla="*/ 6795372 w 12192000"/>
              <a:gd name="connsiteY68" fmla="*/ 1644845 h 2237474"/>
              <a:gd name="connsiteX69" fmla="*/ 6692251 w 12192000"/>
              <a:gd name="connsiteY69" fmla="*/ 1656357 h 2237474"/>
              <a:gd name="connsiteX70" fmla="*/ 6655235 w 12192000"/>
              <a:gd name="connsiteY70" fmla="*/ 1661869 h 2237474"/>
              <a:gd name="connsiteX71" fmla="*/ 6554894 w 12192000"/>
              <a:gd name="connsiteY71" fmla="*/ 1664428 h 2237474"/>
              <a:gd name="connsiteX72" fmla="*/ 6516595 w 12192000"/>
              <a:gd name="connsiteY72" fmla="*/ 1667475 h 2237474"/>
              <a:gd name="connsiteX73" fmla="*/ 6508541 w 12192000"/>
              <a:gd name="connsiteY73" fmla="*/ 1668757 h 2237474"/>
              <a:gd name="connsiteX74" fmla="*/ 6471012 w 12192000"/>
              <a:gd name="connsiteY74" fmla="*/ 1678604 h 2237474"/>
              <a:gd name="connsiteX75" fmla="*/ 6364035 w 12192000"/>
              <a:gd name="connsiteY75" fmla="*/ 1667683 h 2237474"/>
              <a:gd name="connsiteX76" fmla="*/ 6280959 w 12192000"/>
              <a:gd name="connsiteY76" fmla="*/ 1689329 h 2237474"/>
              <a:gd name="connsiteX77" fmla="*/ 6243319 w 12192000"/>
              <a:gd name="connsiteY77" fmla="*/ 1695560 h 2237474"/>
              <a:gd name="connsiteX78" fmla="*/ 6098321 w 12192000"/>
              <a:gd name="connsiteY78" fmla="*/ 1721646 h 2237474"/>
              <a:gd name="connsiteX79" fmla="*/ 5880652 w 12192000"/>
              <a:gd name="connsiteY79" fmla="*/ 1779643 h 2237474"/>
              <a:gd name="connsiteX80" fmla="*/ 5785959 w 12192000"/>
              <a:gd name="connsiteY80" fmla="*/ 1775307 h 2237474"/>
              <a:gd name="connsiteX81" fmla="*/ 5643534 w 12192000"/>
              <a:gd name="connsiteY81" fmla="*/ 1802919 h 2237474"/>
              <a:gd name="connsiteX82" fmla="*/ 5518799 w 12192000"/>
              <a:gd name="connsiteY82" fmla="*/ 1818312 h 2237474"/>
              <a:gd name="connsiteX83" fmla="*/ 5505014 w 12192000"/>
              <a:gd name="connsiteY83" fmla="*/ 1819259 h 2237474"/>
              <a:gd name="connsiteX84" fmla="*/ 5453307 w 12192000"/>
              <a:gd name="connsiteY84" fmla="*/ 1815450 h 2237474"/>
              <a:gd name="connsiteX85" fmla="*/ 5364192 w 12192000"/>
              <a:gd name="connsiteY85" fmla="*/ 1826074 h 2237474"/>
              <a:gd name="connsiteX86" fmla="*/ 5350380 w 12192000"/>
              <a:gd name="connsiteY86" fmla="*/ 1830891 h 2237474"/>
              <a:gd name="connsiteX87" fmla="*/ 5259633 w 12192000"/>
              <a:gd name="connsiteY87" fmla="*/ 1837160 h 2237474"/>
              <a:gd name="connsiteX88" fmla="*/ 5197513 w 12192000"/>
              <a:gd name="connsiteY88" fmla="*/ 1844718 h 2237474"/>
              <a:gd name="connsiteX89" fmla="*/ 5168852 w 12192000"/>
              <a:gd name="connsiteY89" fmla="*/ 1844846 h 2237474"/>
              <a:gd name="connsiteX90" fmla="*/ 5114927 w 12192000"/>
              <a:gd name="connsiteY90" fmla="*/ 1847827 h 2237474"/>
              <a:gd name="connsiteX91" fmla="*/ 5108970 w 12192000"/>
              <a:gd name="connsiteY91" fmla="*/ 1847935 h 2237474"/>
              <a:gd name="connsiteX92" fmla="*/ 5067961 w 12192000"/>
              <a:gd name="connsiteY92" fmla="*/ 1845917 h 2237474"/>
              <a:gd name="connsiteX93" fmla="*/ 5007075 w 12192000"/>
              <a:gd name="connsiteY93" fmla="*/ 1838626 h 2237474"/>
              <a:gd name="connsiteX94" fmla="*/ 4944087 w 12192000"/>
              <a:gd name="connsiteY94" fmla="*/ 1823332 h 2237474"/>
              <a:gd name="connsiteX95" fmla="*/ 4907662 w 12192000"/>
              <a:gd name="connsiteY95" fmla="*/ 1816900 h 2237474"/>
              <a:gd name="connsiteX96" fmla="*/ 4882386 w 12192000"/>
              <a:gd name="connsiteY96" fmla="*/ 1809844 h 2237474"/>
              <a:gd name="connsiteX97" fmla="*/ 4811440 w 12192000"/>
              <a:gd name="connsiteY97" fmla="*/ 1804655 h 2237474"/>
              <a:gd name="connsiteX98" fmla="*/ 4691075 w 12192000"/>
              <a:gd name="connsiteY98" fmla="*/ 1801389 h 2237474"/>
              <a:gd name="connsiteX99" fmla="*/ 4611738 w 12192000"/>
              <a:gd name="connsiteY99" fmla="*/ 1776964 h 2237474"/>
              <a:gd name="connsiteX100" fmla="*/ 4560070 w 12192000"/>
              <a:gd name="connsiteY100" fmla="*/ 1785640 h 2237474"/>
              <a:gd name="connsiteX101" fmla="*/ 4536503 w 12192000"/>
              <a:gd name="connsiteY101" fmla="*/ 1785334 h 2237474"/>
              <a:gd name="connsiteX102" fmla="*/ 4513724 w 12192000"/>
              <a:gd name="connsiteY102" fmla="*/ 1791996 h 2237474"/>
              <a:gd name="connsiteX103" fmla="*/ 4459810 w 12192000"/>
              <a:gd name="connsiteY103" fmla="*/ 1797886 h 2237474"/>
              <a:gd name="connsiteX104" fmla="*/ 4379064 w 12192000"/>
              <a:gd name="connsiteY104" fmla="*/ 1817177 h 2237474"/>
              <a:gd name="connsiteX105" fmla="*/ 4319209 w 12192000"/>
              <a:gd name="connsiteY105" fmla="*/ 1834833 h 2237474"/>
              <a:gd name="connsiteX106" fmla="*/ 4290981 w 12192000"/>
              <a:gd name="connsiteY106" fmla="*/ 1839677 h 2237474"/>
              <a:gd name="connsiteX107" fmla="*/ 4285792 w 12192000"/>
              <a:gd name="connsiteY107" fmla="*/ 1836231 h 2237474"/>
              <a:gd name="connsiteX108" fmla="*/ 4238372 w 12192000"/>
              <a:gd name="connsiteY108" fmla="*/ 1851480 h 2237474"/>
              <a:gd name="connsiteX109" fmla="*/ 4232517 w 12192000"/>
              <a:gd name="connsiteY109" fmla="*/ 1852567 h 2237474"/>
              <a:gd name="connsiteX110" fmla="*/ 4191732 w 12192000"/>
              <a:gd name="connsiteY110" fmla="*/ 1857328 h 2237474"/>
              <a:gd name="connsiteX111" fmla="*/ 4065532 w 12192000"/>
              <a:gd name="connsiteY111" fmla="*/ 1855477 h 2237474"/>
              <a:gd name="connsiteX112" fmla="*/ 4028460 w 12192000"/>
              <a:gd name="connsiteY112" fmla="*/ 1855137 h 2237474"/>
              <a:gd name="connsiteX113" fmla="*/ 4002267 w 12192000"/>
              <a:gd name="connsiteY113" fmla="*/ 1852352 h 2237474"/>
              <a:gd name="connsiteX114" fmla="*/ 3931396 w 12192000"/>
              <a:gd name="connsiteY114" fmla="*/ 1858915 h 2237474"/>
              <a:gd name="connsiteX115" fmla="*/ 3812162 w 12192000"/>
              <a:gd name="connsiteY115" fmla="*/ 1875501 h 2237474"/>
              <a:gd name="connsiteX116" fmla="*/ 3729530 w 12192000"/>
              <a:gd name="connsiteY116" fmla="*/ 1864513 h 2237474"/>
              <a:gd name="connsiteX117" fmla="*/ 3680177 w 12192000"/>
              <a:gd name="connsiteY117" fmla="*/ 1881552 h 2237474"/>
              <a:gd name="connsiteX118" fmla="*/ 3567259 w 12192000"/>
              <a:gd name="connsiteY118" fmla="*/ 1893482 h 2237474"/>
              <a:gd name="connsiteX119" fmla="*/ 3405770 w 12192000"/>
              <a:gd name="connsiteY119" fmla="*/ 1904591 h 2237474"/>
              <a:gd name="connsiteX120" fmla="*/ 3280097 w 12192000"/>
              <a:gd name="connsiteY120" fmla="*/ 1919610 h 2237474"/>
              <a:gd name="connsiteX121" fmla="*/ 3123424 w 12192000"/>
              <a:gd name="connsiteY121" fmla="*/ 1952930 h 2237474"/>
              <a:gd name="connsiteX122" fmla="*/ 3009910 w 12192000"/>
              <a:gd name="connsiteY122" fmla="*/ 1957866 h 2237474"/>
              <a:gd name="connsiteX123" fmla="*/ 2995934 w 12192000"/>
              <a:gd name="connsiteY123" fmla="*/ 1967085 h 2237474"/>
              <a:gd name="connsiteX124" fmla="*/ 2980071 w 12192000"/>
              <a:gd name="connsiteY124" fmla="*/ 1972988 h 2237474"/>
              <a:gd name="connsiteX125" fmla="*/ 2978094 w 12192000"/>
              <a:gd name="connsiteY125" fmla="*/ 1972369 h 2237474"/>
              <a:gd name="connsiteX126" fmla="*/ 2942858 w 12192000"/>
              <a:gd name="connsiteY126" fmla="*/ 1981367 h 2237474"/>
              <a:gd name="connsiteX127" fmla="*/ 2875436 w 12192000"/>
              <a:gd name="connsiteY127" fmla="*/ 1996977 h 2237474"/>
              <a:gd name="connsiteX128" fmla="*/ 2874892 w 12192000"/>
              <a:gd name="connsiteY128" fmla="*/ 1996085 h 2237474"/>
              <a:gd name="connsiteX129" fmla="*/ 2864145 w 12192000"/>
              <a:gd name="connsiteY129" fmla="*/ 1994061 h 2237474"/>
              <a:gd name="connsiteX130" fmla="*/ 2843662 w 12192000"/>
              <a:gd name="connsiteY130" fmla="*/ 1992498 h 2237474"/>
              <a:gd name="connsiteX131" fmla="*/ 2796128 w 12192000"/>
              <a:gd name="connsiteY131" fmla="*/ 1976403 h 2237474"/>
              <a:gd name="connsiteX132" fmla="*/ 2756784 w 12192000"/>
              <a:gd name="connsiteY132" fmla="*/ 1985116 h 2237474"/>
              <a:gd name="connsiteX133" fmla="*/ 2748833 w 12192000"/>
              <a:gd name="connsiteY133" fmla="*/ 1986323 h 2237474"/>
              <a:gd name="connsiteX134" fmla="*/ 2748661 w 12192000"/>
              <a:gd name="connsiteY134" fmla="*/ 1986122 h 2237474"/>
              <a:gd name="connsiteX135" fmla="*/ 2740251 w 12192000"/>
              <a:gd name="connsiteY135" fmla="*/ 1986946 h 2237474"/>
              <a:gd name="connsiteX136" fmla="*/ 2718916 w 12192000"/>
              <a:gd name="connsiteY136" fmla="*/ 1990867 h 2237474"/>
              <a:gd name="connsiteX137" fmla="*/ 2713522 w 12192000"/>
              <a:gd name="connsiteY137" fmla="*/ 1990173 h 2237474"/>
              <a:gd name="connsiteX138" fmla="*/ 2680597 w 12192000"/>
              <a:gd name="connsiteY138" fmla="*/ 1984996 h 2237474"/>
              <a:gd name="connsiteX139" fmla="*/ 2578178 w 12192000"/>
              <a:gd name="connsiteY139" fmla="*/ 1990531 h 2237474"/>
              <a:gd name="connsiteX140" fmla="*/ 2476147 w 12192000"/>
              <a:gd name="connsiteY140" fmla="*/ 1998305 h 2237474"/>
              <a:gd name="connsiteX141" fmla="*/ 2373568 w 12192000"/>
              <a:gd name="connsiteY141" fmla="*/ 2003219 h 2237474"/>
              <a:gd name="connsiteX142" fmla="*/ 2321399 w 12192000"/>
              <a:gd name="connsiteY142" fmla="*/ 1989467 h 2237474"/>
              <a:gd name="connsiteX143" fmla="*/ 2315525 w 12192000"/>
              <a:gd name="connsiteY143" fmla="*/ 1989708 h 2237474"/>
              <a:gd name="connsiteX144" fmla="*/ 2300792 w 12192000"/>
              <a:gd name="connsiteY144" fmla="*/ 1994290 h 2237474"/>
              <a:gd name="connsiteX145" fmla="*/ 2295469 w 12192000"/>
              <a:gd name="connsiteY145" fmla="*/ 1996659 h 2237474"/>
              <a:gd name="connsiteX146" fmla="*/ 2287219 w 12192000"/>
              <a:gd name="connsiteY146" fmla="*/ 1998750 h 2237474"/>
              <a:gd name="connsiteX147" fmla="*/ 2286948 w 12192000"/>
              <a:gd name="connsiteY147" fmla="*/ 1998596 h 2237474"/>
              <a:gd name="connsiteX148" fmla="*/ 2243069 w 12192000"/>
              <a:gd name="connsiteY148" fmla="*/ 2015111 h 2237474"/>
              <a:gd name="connsiteX149" fmla="*/ 2186609 w 12192000"/>
              <a:gd name="connsiteY149" fmla="*/ 2008263 h 2237474"/>
              <a:gd name="connsiteX150" fmla="*/ 2164831 w 12192000"/>
              <a:gd name="connsiteY150" fmla="*/ 2010143 h 2237474"/>
              <a:gd name="connsiteX151" fmla="*/ 2152836 w 12192000"/>
              <a:gd name="connsiteY151" fmla="*/ 2010048 h 2237474"/>
              <a:gd name="connsiteX152" fmla="*/ 2117102 w 12192000"/>
              <a:gd name="connsiteY152" fmla="*/ 2023004 h 2237474"/>
              <a:gd name="connsiteX153" fmla="*/ 2111935 w 12192000"/>
              <a:gd name="connsiteY153" fmla="*/ 2023163 h 2237474"/>
              <a:gd name="connsiteX154" fmla="*/ 2089991 w 12192000"/>
              <a:gd name="connsiteY154" fmla="*/ 2034193 h 2237474"/>
              <a:gd name="connsiteX155" fmla="*/ 2058061 w 12192000"/>
              <a:gd name="connsiteY155" fmla="*/ 2047942 h 2237474"/>
              <a:gd name="connsiteX156" fmla="*/ 2055737 w 12192000"/>
              <a:gd name="connsiteY156" fmla="*/ 2047704 h 2237474"/>
              <a:gd name="connsiteX157" fmla="*/ 2042244 w 12192000"/>
              <a:gd name="connsiteY157" fmla="*/ 2055560 h 2237474"/>
              <a:gd name="connsiteX158" fmla="*/ 1976224 w 12192000"/>
              <a:gd name="connsiteY158" fmla="*/ 2074257 h 2237474"/>
              <a:gd name="connsiteX159" fmla="*/ 1877728 w 12192000"/>
              <a:gd name="connsiteY159" fmla="*/ 2101004 h 2237474"/>
              <a:gd name="connsiteX160" fmla="*/ 1759056 w 12192000"/>
              <a:gd name="connsiteY160" fmla="*/ 2125608 h 2237474"/>
              <a:gd name="connsiteX161" fmla="*/ 1637948 w 12192000"/>
              <a:gd name="connsiteY161" fmla="*/ 2172597 h 2237474"/>
              <a:gd name="connsiteX162" fmla="*/ 1434549 w 12192000"/>
              <a:gd name="connsiteY162" fmla="*/ 2234522 h 2237474"/>
              <a:gd name="connsiteX163" fmla="*/ 1398481 w 12192000"/>
              <a:gd name="connsiteY163" fmla="*/ 2237074 h 2237474"/>
              <a:gd name="connsiteX164" fmla="*/ 1398407 w 12192000"/>
              <a:gd name="connsiteY164" fmla="*/ 2237095 h 2237474"/>
              <a:gd name="connsiteX165" fmla="*/ 1370962 w 12192000"/>
              <a:gd name="connsiteY165" fmla="*/ 2237474 h 2237474"/>
              <a:gd name="connsiteX166" fmla="*/ 1356367 w 12192000"/>
              <a:gd name="connsiteY166" fmla="*/ 2235089 h 2237474"/>
              <a:gd name="connsiteX167" fmla="*/ 1324828 w 12192000"/>
              <a:gd name="connsiteY167" fmla="*/ 2231968 h 2237474"/>
              <a:gd name="connsiteX168" fmla="*/ 1297744 w 12192000"/>
              <a:gd name="connsiteY168" fmla="*/ 2235849 h 2237474"/>
              <a:gd name="connsiteX169" fmla="*/ 1286236 w 12192000"/>
              <a:gd name="connsiteY169" fmla="*/ 2233135 h 2237474"/>
              <a:gd name="connsiteX170" fmla="*/ 1283504 w 12192000"/>
              <a:gd name="connsiteY170" fmla="*/ 2233797 h 2237474"/>
              <a:gd name="connsiteX171" fmla="*/ 1279765 w 12192000"/>
              <a:gd name="connsiteY171" fmla="*/ 2229639 h 2237474"/>
              <a:gd name="connsiteX172" fmla="*/ 1195347 w 12192000"/>
              <a:gd name="connsiteY172" fmla="*/ 2212354 h 2237474"/>
              <a:gd name="connsiteX173" fmla="*/ 970251 w 12192000"/>
              <a:gd name="connsiteY173" fmla="*/ 2221029 h 2237474"/>
              <a:gd name="connsiteX174" fmla="*/ 812914 w 12192000"/>
              <a:gd name="connsiteY174" fmla="*/ 2202752 h 2237474"/>
              <a:gd name="connsiteX175" fmla="*/ 800195 w 12192000"/>
              <a:gd name="connsiteY175" fmla="*/ 2209407 h 2237474"/>
              <a:gd name="connsiteX176" fmla="*/ 784978 w 12192000"/>
              <a:gd name="connsiteY176" fmla="*/ 2212360 h 2237474"/>
              <a:gd name="connsiteX177" fmla="*/ 681987 w 12192000"/>
              <a:gd name="connsiteY177" fmla="*/ 2216757 h 2237474"/>
              <a:gd name="connsiteX178" fmla="*/ 669923 w 12192000"/>
              <a:gd name="connsiteY178" fmla="*/ 2211682 h 2237474"/>
              <a:gd name="connsiteX179" fmla="*/ 648680 w 12192000"/>
              <a:gd name="connsiteY179" fmla="*/ 2206229 h 2237474"/>
              <a:gd name="connsiteX180" fmla="*/ 597225 w 12192000"/>
              <a:gd name="connsiteY180" fmla="*/ 2180999 h 2237474"/>
              <a:gd name="connsiteX181" fmla="*/ 558449 w 12192000"/>
              <a:gd name="connsiteY181" fmla="*/ 2182346 h 2237474"/>
              <a:gd name="connsiteX182" fmla="*/ 550517 w 12192000"/>
              <a:gd name="connsiteY182" fmla="*/ 2182060 h 2237474"/>
              <a:gd name="connsiteX183" fmla="*/ 550309 w 12192000"/>
              <a:gd name="connsiteY183" fmla="*/ 2181825 h 2237474"/>
              <a:gd name="connsiteX184" fmla="*/ 541836 w 12192000"/>
              <a:gd name="connsiteY184" fmla="*/ 2181063 h 2237474"/>
              <a:gd name="connsiteX185" fmla="*/ 536057 w 12192000"/>
              <a:gd name="connsiteY185" fmla="*/ 2181537 h 2237474"/>
              <a:gd name="connsiteX186" fmla="*/ 520671 w 12192000"/>
              <a:gd name="connsiteY186" fmla="*/ 2180980 h 2237474"/>
              <a:gd name="connsiteX187" fmla="*/ 515024 w 12192000"/>
              <a:gd name="connsiteY187" fmla="*/ 2179258 h 2237474"/>
              <a:gd name="connsiteX188" fmla="*/ 512278 w 12192000"/>
              <a:gd name="connsiteY188" fmla="*/ 2176369 h 2237474"/>
              <a:gd name="connsiteX189" fmla="*/ 480419 w 12192000"/>
              <a:gd name="connsiteY189" fmla="*/ 2167807 h 2237474"/>
              <a:gd name="connsiteX190" fmla="*/ 413835 w 12192000"/>
              <a:gd name="connsiteY190" fmla="*/ 2156783 h 2237474"/>
              <a:gd name="connsiteX191" fmla="*/ 376513 w 12192000"/>
              <a:gd name="connsiteY191" fmla="*/ 2154014 h 2237474"/>
              <a:gd name="connsiteX192" fmla="*/ 273386 w 12192000"/>
              <a:gd name="connsiteY192" fmla="*/ 2142551 h 2237474"/>
              <a:gd name="connsiteX193" fmla="*/ 169207 w 12192000"/>
              <a:gd name="connsiteY193" fmla="*/ 2128100 h 2237474"/>
              <a:gd name="connsiteX194" fmla="*/ 93149 w 12192000"/>
              <a:gd name="connsiteY194" fmla="*/ 2105324 h 2237474"/>
              <a:gd name="connsiteX195" fmla="*/ 88109 w 12192000"/>
              <a:gd name="connsiteY195" fmla="*/ 2106704 h 2237474"/>
              <a:gd name="connsiteX196" fmla="*/ 80022 w 12192000"/>
              <a:gd name="connsiteY196" fmla="*/ 2107254 h 2237474"/>
              <a:gd name="connsiteX197" fmla="*/ 79717 w 12192000"/>
              <a:gd name="connsiteY197" fmla="*/ 2107046 h 2237474"/>
              <a:gd name="connsiteX198" fmla="*/ 72352 w 12192000"/>
              <a:gd name="connsiteY198" fmla="*/ 2107991 h 2237474"/>
              <a:gd name="connsiteX199" fmla="*/ 37645 w 12192000"/>
              <a:gd name="connsiteY199" fmla="*/ 2115401 h 2237474"/>
              <a:gd name="connsiteX200" fmla="*/ 4572 w 12192000"/>
              <a:gd name="connsiteY200" fmla="*/ 2111091 h 2237474"/>
              <a:gd name="connsiteX201" fmla="*/ 0 w 12192000"/>
              <a:gd name="connsiteY201" fmla="*/ 2110468 h 2237474"/>
              <a:gd name="connsiteX202" fmla="*/ 0 w 12192000"/>
              <a:gd name="connsiteY20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958984 w 12192000"/>
              <a:gd name="connsiteY38" fmla="*/ 1057212 h 2237474"/>
              <a:gd name="connsiteX39" fmla="*/ 8886001 w 12192000"/>
              <a:gd name="connsiteY39" fmla="*/ 1067468 h 2237474"/>
              <a:gd name="connsiteX40" fmla="*/ 8838610 w 12192000"/>
              <a:gd name="connsiteY40" fmla="*/ 1075091 h 2237474"/>
              <a:gd name="connsiteX41" fmla="*/ 8750383 w 12192000"/>
              <a:gd name="connsiteY41" fmla="*/ 1097387 h 2237474"/>
              <a:gd name="connsiteX42" fmla="*/ 8665605 w 12192000"/>
              <a:gd name="connsiteY42" fmla="*/ 1110791 h 2237474"/>
              <a:gd name="connsiteX43" fmla="*/ 8584946 w 12192000"/>
              <a:gd name="connsiteY43" fmla="*/ 1135226 h 2237474"/>
              <a:gd name="connsiteX44" fmla="*/ 8460755 w 12192000"/>
              <a:gd name="connsiteY44" fmla="*/ 1203427 h 2237474"/>
              <a:gd name="connsiteX45" fmla="*/ 8419755 w 12192000"/>
              <a:gd name="connsiteY45" fmla="*/ 1216260 h 2237474"/>
              <a:gd name="connsiteX46" fmla="*/ 8411626 w 12192000"/>
              <a:gd name="connsiteY46" fmla="*/ 1214397 h 2237474"/>
              <a:gd name="connsiteX47" fmla="*/ 8363469 w 12192000"/>
              <a:gd name="connsiteY47" fmla="*/ 1246658 h 2237474"/>
              <a:gd name="connsiteX48" fmla="*/ 8275497 w 12192000"/>
              <a:gd name="connsiteY48" fmla="*/ 1264396 h 2237474"/>
              <a:gd name="connsiteX49" fmla="*/ 8206287 w 12192000"/>
              <a:gd name="connsiteY49" fmla="*/ 1273060 h 2237474"/>
              <a:gd name="connsiteX50" fmla="*/ 8168705 w 12192000"/>
              <a:gd name="connsiteY50" fmla="*/ 1279956 h 2237474"/>
              <a:gd name="connsiteX51" fmla="*/ 8139997 w 12192000"/>
              <a:gd name="connsiteY51" fmla="*/ 1282713 h 2237474"/>
              <a:gd name="connsiteX52" fmla="*/ 8074238 w 12192000"/>
              <a:gd name="connsiteY52" fmla="*/ 1301895 h 2237474"/>
              <a:gd name="connsiteX53" fmla="*/ 7968292 w 12192000"/>
              <a:gd name="connsiteY53" fmla="*/ 1338779 h 2237474"/>
              <a:gd name="connsiteX54" fmla="*/ 7902328 w 12192000"/>
              <a:gd name="connsiteY54" fmla="*/ 1345865 h 2237474"/>
              <a:gd name="connsiteX55" fmla="*/ 7875879 w 12192000"/>
              <a:gd name="connsiteY55" fmla="*/ 1345646 h 2237474"/>
              <a:gd name="connsiteX56" fmla="*/ 7840612 w 12192000"/>
              <a:gd name="connsiteY56" fmla="*/ 1369373 h 2237474"/>
              <a:gd name="connsiteX57" fmla="*/ 7786819 w 12192000"/>
              <a:gd name="connsiteY57" fmla="*/ 1378970 h 2237474"/>
              <a:gd name="connsiteX58" fmla="*/ 7548172 w 12192000"/>
              <a:gd name="connsiteY58" fmla="*/ 1417460 h 2237474"/>
              <a:gd name="connsiteX59" fmla="*/ 7483437 w 12192000"/>
              <a:gd name="connsiteY59" fmla="*/ 1478152 h 2237474"/>
              <a:gd name="connsiteX60" fmla="*/ 7377870 w 12192000"/>
              <a:gd name="connsiteY60" fmla="*/ 1523319 h 2237474"/>
              <a:gd name="connsiteX61" fmla="*/ 7230737 w 12192000"/>
              <a:gd name="connsiteY61" fmla="*/ 1562633 h 2237474"/>
              <a:gd name="connsiteX62" fmla="*/ 7224458 w 12192000"/>
              <a:gd name="connsiteY62" fmla="*/ 1573008 h 2237474"/>
              <a:gd name="connsiteX63" fmla="*/ 7183121 w 12192000"/>
              <a:gd name="connsiteY63" fmla="*/ 1595162 h 2237474"/>
              <a:gd name="connsiteX64" fmla="*/ 7164601 w 12192000"/>
              <a:gd name="connsiteY64" fmla="*/ 1606490 h 2237474"/>
              <a:gd name="connsiteX65" fmla="*/ 7092727 w 12192000"/>
              <a:gd name="connsiteY65" fmla="*/ 1623628 h 2237474"/>
              <a:gd name="connsiteX66" fmla="*/ 7031309 w 12192000"/>
              <a:gd name="connsiteY66" fmla="*/ 1619451 h 2237474"/>
              <a:gd name="connsiteX67" fmla="*/ 6900177 w 12192000"/>
              <a:gd name="connsiteY67" fmla="*/ 1636016 h 2237474"/>
              <a:gd name="connsiteX68" fmla="*/ 6795372 w 12192000"/>
              <a:gd name="connsiteY68" fmla="*/ 1644845 h 2237474"/>
              <a:gd name="connsiteX69" fmla="*/ 6692251 w 12192000"/>
              <a:gd name="connsiteY69" fmla="*/ 1656357 h 2237474"/>
              <a:gd name="connsiteX70" fmla="*/ 6655235 w 12192000"/>
              <a:gd name="connsiteY70" fmla="*/ 1661869 h 2237474"/>
              <a:gd name="connsiteX71" fmla="*/ 6554894 w 12192000"/>
              <a:gd name="connsiteY71" fmla="*/ 1664428 h 2237474"/>
              <a:gd name="connsiteX72" fmla="*/ 6516595 w 12192000"/>
              <a:gd name="connsiteY72" fmla="*/ 1667475 h 2237474"/>
              <a:gd name="connsiteX73" fmla="*/ 6508541 w 12192000"/>
              <a:gd name="connsiteY73" fmla="*/ 1668757 h 2237474"/>
              <a:gd name="connsiteX74" fmla="*/ 6471012 w 12192000"/>
              <a:gd name="connsiteY74" fmla="*/ 1678604 h 2237474"/>
              <a:gd name="connsiteX75" fmla="*/ 6364035 w 12192000"/>
              <a:gd name="connsiteY75" fmla="*/ 1667683 h 2237474"/>
              <a:gd name="connsiteX76" fmla="*/ 6280959 w 12192000"/>
              <a:gd name="connsiteY76" fmla="*/ 1689329 h 2237474"/>
              <a:gd name="connsiteX77" fmla="*/ 6243319 w 12192000"/>
              <a:gd name="connsiteY77" fmla="*/ 1695560 h 2237474"/>
              <a:gd name="connsiteX78" fmla="*/ 6098321 w 12192000"/>
              <a:gd name="connsiteY78" fmla="*/ 1721646 h 2237474"/>
              <a:gd name="connsiteX79" fmla="*/ 5880652 w 12192000"/>
              <a:gd name="connsiteY79" fmla="*/ 1779643 h 2237474"/>
              <a:gd name="connsiteX80" fmla="*/ 5785959 w 12192000"/>
              <a:gd name="connsiteY80" fmla="*/ 1775307 h 2237474"/>
              <a:gd name="connsiteX81" fmla="*/ 5643534 w 12192000"/>
              <a:gd name="connsiteY81" fmla="*/ 1802919 h 2237474"/>
              <a:gd name="connsiteX82" fmla="*/ 5518799 w 12192000"/>
              <a:gd name="connsiteY82" fmla="*/ 1818312 h 2237474"/>
              <a:gd name="connsiteX83" fmla="*/ 5505014 w 12192000"/>
              <a:gd name="connsiteY83" fmla="*/ 1819259 h 2237474"/>
              <a:gd name="connsiteX84" fmla="*/ 5453307 w 12192000"/>
              <a:gd name="connsiteY84" fmla="*/ 1815450 h 2237474"/>
              <a:gd name="connsiteX85" fmla="*/ 5364192 w 12192000"/>
              <a:gd name="connsiteY85" fmla="*/ 1826074 h 2237474"/>
              <a:gd name="connsiteX86" fmla="*/ 5350380 w 12192000"/>
              <a:gd name="connsiteY86" fmla="*/ 1830891 h 2237474"/>
              <a:gd name="connsiteX87" fmla="*/ 5259633 w 12192000"/>
              <a:gd name="connsiteY87" fmla="*/ 1837160 h 2237474"/>
              <a:gd name="connsiteX88" fmla="*/ 5197513 w 12192000"/>
              <a:gd name="connsiteY88" fmla="*/ 1844718 h 2237474"/>
              <a:gd name="connsiteX89" fmla="*/ 5168852 w 12192000"/>
              <a:gd name="connsiteY89" fmla="*/ 1844846 h 2237474"/>
              <a:gd name="connsiteX90" fmla="*/ 5114927 w 12192000"/>
              <a:gd name="connsiteY90" fmla="*/ 1847827 h 2237474"/>
              <a:gd name="connsiteX91" fmla="*/ 5108970 w 12192000"/>
              <a:gd name="connsiteY91" fmla="*/ 1847935 h 2237474"/>
              <a:gd name="connsiteX92" fmla="*/ 5067961 w 12192000"/>
              <a:gd name="connsiteY92" fmla="*/ 1845917 h 2237474"/>
              <a:gd name="connsiteX93" fmla="*/ 5007075 w 12192000"/>
              <a:gd name="connsiteY93" fmla="*/ 1838626 h 2237474"/>
              <a:gd name="connsiteX94" fmla="*/ 4944087 w 12192000"/>
              <a:gd name="connsiteY94" fmla="*/ 1823332 h 2237474"/>
              <a:gd name="connsiteX95" fmla="*/ 4907662 w 12192000"/>
              <a:gd name="connsiteY95" fmla="*/ 1816900 h 2237474"/>
              <a:gd name="connsiteX96" fmla="*/ 4882386 w 12192000"/>
              <a:gd name="connsiteY96" fmla="*/ 1809844 h 2237474"/>
              <a:gd name="connsiteX97" fmla="*/ 4811440 w 12192000"/>
              <a:gd name="connsiteY97" fmla="*/ 1804655 h 2237474"/>
              <a:gd name="connsiteX98" fmla="*/ 4691075 w 12192000"/>
              <a:gd name="connsiteY98" fmla="*/ 1801389 h 2237474"/>
              <a:gd name="connsiteX99" fmla="*/ 4611738 w 12192000"/>
              <a:gd name="connsiteY99" fmla="*/ 1776964 h 2237474"/>
              <a:gd name="connsiteX100" fmla="*/ 4560070 w 12192000"/>
              <a:gd name="connsiteY100" fmla="*/ 1785640 h 2237474"/>
              <a:gd name="connsiteX101" fmla="*/ 4536503 w 12192000"/>
              <a:gd name="connsiteY101" fmla="*/ 1785334 h 2237474"/>
              <a:gd name="connsiteX102" fmla="*/ 4513724 w 12192000"/>
              <a:gd name="connsiteY102" fmla="*/ 1791996 h 2237474"/>
              <a:gd name="connsiteX103" fmla="*/ 4459810 w 12192000"/>
              <a:gd name="connsiteY103" fmla="*/ 1797886 h 2237474"/>
              <a:gd name="connsiteX104" fmla="*/ 4379064 w 12192000"/>
              <a:gd name="connsiteY104" fmla="*/ 1817177 h 2237474"/>
              <a:gd name="connsiteX105" fmla="*/ 4319209 w 12192000"/>
              <a:gd name="connsiteY105" fmla="*/ 1834833 h 2237474"/>
              <a:gd name="connsiteX106" fmla="*/ 4290981 w 12192000"/>
              <a:gd name="connsiteY106" fmla="*/ 1839677 h 2237474"/>
              <a:gd name="connsiteX107" fmla="*/ 4285792 w 12192000"/>
              <a:gd name="connsiteY107" fmla="*/ 1836231 h 2237474"/>
              <a:gd name="connsiteX108" fmla="*/ 4238372 w 12192000"/>
              <a:gd name="connsiteY108" fmla="*/ 1851480 h 2237474"/>
              <a:gd name="connsiteX109" fmla="*/ 4232517 w 12192000"/>
              <a:gd name="connsiteY109" fmla="*/ 1852567 h 2237474"/>
              <a:gd name="connsiteX110" fmla="*/ 4191732 w 12192000"/>
              <a:gd name="connsiteY110" fmla="*/ 1857328 h 2237474"/>
              <a:gd name="connsiteX111" fmla="*/ 4065532 w 12192000"/>
              <a:gd name="connsiteY111" fmla="*/ 1855477 h 2237474"/>
              <a:gd name="connsiteX112" fmla="*/ 4028460 w 12192000"/>
              <a:gd name="connsiteY112" fmla="*/ 1855137 h 2237474"/>
              <a:gd name="connsiteX113" fmla="*/ 4002267 w 12192000"/>
              <a:gd name="connsiteY113" fmla="*/ 1852352 h 2237474"/>
              <a:gd name="connsiteX114" fmla="*/ 3931396 w 12192000"/>
              <a:gd name="connsiteY114" fmla="*/ 1858915 h 2237474"/>
              <a:gd name="connsiteX115" fmla="*/ 3812162 w 12192000"/>
              <a:gd name="connsiteY115" fmla="*/ 1875501 h 2237474"/>
              <a:gd name="connsiteX116" fmla="*/ 3729530 w 12192000"/>
              <a:gd name="connsiteY116" fmla="*/ 1864513 h 2237474"/>
              <a:gd name="connsiteX117" fmla="*/ 3680177 w 12192000"/>
              <a:gd name="connsiteY117" fmla="*/ 1881552 h 2237474"/>
              <a:gd name="connsiteX118" fmla="*/ 3567259 w 12192000"/>
              <a:gd name="connsiteY118" fmla="*/ 1893482 h 2237474"/>
              <a:gd name="connsiteX119" fmla="*/ 3405770 w 12192000"/>
              <a:gd name="connsiteY119" fmla="*/ 1904591 h 2237474"/>
              <a:gd name="connsiteX120" fmla="*/ 3280097 w 12192000"/>
              <a:gd name="connsiteY120" fmla="*/ 1919610 h 2237474"/>
              <a:gd name="connsiteX121" fmla="*/ 3123424 w 12192000"/>
              <a:gd name="connsiteY121" fmla="*/ 1952930 h 2237474"/>
              <a:gd name="connsiteX122" fmla="*/ 3009910 w 12192000"/>
              <a:gd name="connsiteY122" fmla="*/ 1957866 h 2237474"/>
              <a:gd name="connsiteX123" fmla="*/ 2995934 w 12192000"/>
              <a:gd name="connsiteY123" fmla="*/ 1967085 h 2237474"/>
              <a:gd name="connsiteX124" fmla="*/ 2980071 w 12192000"/>
              <a:gd name="connsiteY124" fmla="*/ 1972988 h 2237474"/>
              <a:gd name="connsiteX125" fmla="*/ 2978094 w 12192000"/>
              <a:gd name="connsiteY125" fmla="*/ 1972369 h 2237474"/>
              <a:gd name="connsiteX126" fmla="*/ 2942858 w 12192000"/>
              <a:gd name="connsiteY126" fmla="*/ 1981367 h 2237474"/>
              <a:gd name="connsiteX127" fmla="*/ 2875436 w 12192000"/>
              <a:gd name="connsiteY127" fmla="*/ 1996977 h 2237474"/>
              <a:gd name="connsiteX128" fmla="*/ 2874892 w 12192000"/>
              <a:gd name="connsiteY128" fmla="*/ 1996085 h 2237474"/>
              <a:gd name="connsiteX129" fmla="*/ 2864145 w 12192000"/>
              <a:gd name="connsiteY129" fmla="*/ 1994061 h 2237474"/>
              <a:gd name="connsiteX130" fmla="*/ 2843662 w 12192000"/>
              <a:gd name="connsiteY130" fmla="*/ 1992498 h 2237474"/>
              <a:gd name="connsiteX131" fmla="*/ 2796128 w 12192000"/>
              <a:gd name="connsiteY131" fmla="*/ 1976403 h 2237474"/>
              <a:gd name="connsiteX132" fmla="*/ 2756784 w 12192000"/>
              <a:gd name="connsiteY132" fmla="*/ 1985116 h 2237474"/>
              <a:gd name="connsiteX133" fmla="*/ 2748833 w 12192000"/>
              <a:gd name="connsiteY133" fmla="*/ 1986323 h 2237474"/>
              <a:gd name="connsiteX134" fmla="*/ 2748661 w 12192000"/>
              <a:gd name="connsiteY134" fmla="*/ 1986122 h 2237474"/>
              <a:gd name="connsiteX135" fmla="*/ 2740251 w 12192000"/>
              <a:gd name="connsiteY135" fmla="*/ 1986946 h 2237474"/>
              <a:gd name="connsiteX136" fmla="*/ 2718916 w 12192000"/>
              <a:gd name="connsiteY136" fmla="*/ 1990867 h 2237474"/>
              <a:gd name="connsiteX137" fmla="*/ 2713522 w 12192000"/>
              <a:gd name="connsiteY137" fmla="*/ 1990173 h 2237474"/>
              <a:gd name="connsiteX138" fmla="*/ 2680597 w 12192000"/>
              <a:gd name="connsiteY138" fmla="*/ 1984996 h 2237474"/>
              <a:gd name="connsiteX139" fmla="*/ 2578178 w 12192000"/>
              <a:gd name="connsiteY139" fmla="*/ 1990531 h 2237474"/>
              <a:gd name="connsiteX140" fmla="*/ 2476147 w 12192000"/>
              <a:gd name="connsiteY140" fmla="*/ 1998305 h 2237474"/>
              <a:gd name="connsiteX141" fmla="*/ 2373568 w 12192000"/>
              <a:gd name="connsiteY141" fmla="*/ 2003219 h 2237474"/>
              <a:gd name="connsiteX142" fmla="*/ 2321399 w 12192000"/>
              <a:gd name="connsiteY142" fmla="*/ 1989467 h 2237474"/>
              <a:gd name="connsiteX143" fmla="*/ 2315525 w 12192000"/>
              <a:gd name="connsiteY143" fmla="*/ 1989708 h 2237474"/>
              <a:gd name="connsiteX144" fmla="*/ 2300792 w 12192000"/>
              <a:gd name="connsiteY144" fmla="*/ 1994290 h 2237474"/>
              <a:gd name="connsiteX145" fmla="*/ 2295469 w 12192000"/>
              <a:gd name="connsiteY145" fmla="*/ 1996659 h 2237474"/>
              <a:gd name="connsiteX146" fmla="*/ 2287219 w 12192000"/>
              <a:gd name="connsiteY146" fmla="*/ 1998750 h 2237474"/>
              <a:gd name="connsiteX147" fmla="*/ 2286948 w 12192000"/>
              <a:gd name="connsiteY147" fmla="*/ 1998596 h 2237474"/>
              <a:gd name="connsiteX148" fmla="*/ 2243069 w 12192000"/>
              <a:gd name="connsiteY148" fmla="*/ 2015111 h 2237474"/>
              <a:gd name="connsiteX149" fmla="*/ 2186609 w 12192000"/>
              <a:gd name="connsiteY149" fmla="*/ 2008263 h 2237474"/>
              <a:gd name="connsiteX150" fmla="*/ 2164831 w 12192000"/>
              <a:gd name="connsiteY150" fmla="*/ 2010143 h 2237474"/>
              <a:gd name="connsiteX151" fmla="*/ 2152836 w 12192000"/>
              <a:gd name="connsiteY151" fmla="*/ 2010048 h 2237474"/>
              <a:gd name="connsiteX152" fmla="*/ 2117102 w 12192000"/>
              <a:gd name="connsiteY152" fmla="*/ 2023004 h 2237474"/>
              <a:gd name="connsiteX153" fmla="*/ 2111935 w 12192000"/>
              <a:gd name="connsiteY153" fmla="*/ 2023163 h 2237474"/>
              <a:gd name="connsiteX154" fmla="*/ 2089991 w 12192000"/>
              <a:gd name="connsiteY154" fmla="*/ 2034193 h 2237474"/>
              <a:gd name="connsiteX155" fmla="*/ 2058061 w 12192000"/>
              <a:gd name="connsiteY155" fmla="*/ 2047942 h 2237474"/>
              <a:gd name="connsiteX156" fmla="*/ 2055737 w 12192000"/>
              <a:gd name="connsiteY156" fmla="*/ 2047704 h 2237474"/>
              <a:gd name="connsiteX157" fmla="*/ 2042244 w 12192000"/>
              <a:gd name="connsiteY157" fmla="*/ 2055560 h 2237474"/>
              <a:gd name="connsiteX158" fmla="*/ 1976224 w 12192000"/>
              <a:gd name="connsiteY158" fmla="*/ 2074257 h 2237474"/>
              <a:gd name="connsiteX159" fmla="*/ 1877728 w 12192000"/>
              <a:gd name="connsiteY159" fmla="*/ 2101004 h 2237474"/>
              <a:gd name="connsiteX160" fmla="*/ 1759056 w 12192000"/>
              <a:gd name="connsiteY160" fmla="*/ 2125608 h 2237474"/>
              <a:gd name="connsiteX161" fmla="*/ 1637948 w 12192000"/>
              <a:gd name="connsiteY161" fmla="*/ 2172597 h 2237474"/>
              <a:gd name="connsiteX162" fmla="*/ 1434549 w 12192000"/>
              <a:gd name="connsiteY162" fmla="*/ 2234522 h 2237474"/>
              <a:gd name="connsiteX163" fmla="*/ 1398481 w 12192000"/>
              <a:gd name="connsiteY163" fmla="*/ 2237074 h 2237474"/>
              <a:gd name="connsiteX164" fmla="*/ 1398407 w 12192000"/>
              <a:gd name="connsiteY164" fmla="*/ 2237095 h 2237474"/>
              <a:gd name="connsiteX165" fmla="*/ 1370962 w 12192000"/>
              <a:gd name="connsiteY165" fmla="*/ 2237474 h 2237474"/>
              <a:gd name="connsiteX166" fmla="*/ 1356367 w 12192000"/>
              <a:gd name="connsiteY166" fmla="*/ 2235089 h 2237474"/>
              <a:gd name="connsiteX167" fmla="*/ 1324828 w 12192000"/>
              <a:gd name="connsiteY167" fmla="*/ 2231968 h 2237474"/>
              <a:gd name="connsiteX168" fmla="*/ 1297744 w 12192000"/>
              <a:gd name="connsiteY168" fmla="*/ 2235849 h 2237474"/>
              <a:gd name="connsiteX169" fmla="*/ 1286236 w 12192000"/>
              <a:gd name="connsiteY169" fmla="*/ 2233135 h 2237474"/>
              <a:gd name="connsiteX170" fmla="*/ 1283504 w 12192000"/>
              <a:gd name="connsiteY170" fmla="*/ 2233797 h 2237474"/>
              <a:gd name="connsiteX171" fmla="*/ 1279765 w 12192000"/>
              <a:gd name="connsiteY171" fmla="*/ 2229639 h 2237474"/>
              <a:gd name="connsiteX172" fmla="*/ 1195347 w 12192000"/>
              <a:gd name="connsiteY172" fmla="*/ 2212354 h 2237474"/>
              <a:gd name="connsiteX173" fmla="*/ 970251 w 12192000"/>
              <a:gd name="connsiteY173" fmla="*/ 2221029 h 2237474"/>
              <a:gd name="connsiteX174" fmla="*/ 812914 w 12192000"/>
              <a:gd name="connsiteY174" fmla="*/ 2202752 h 2237474"/>
              <a:gd name="connsiteX175" fmla="*/ 800195 w 12192000"/>
              <a:gd name="connsiteY175" fmla="*/ 2209407 h 2237474"/>
              <a:gd name="connsiteX176" fmla="*/ 784978 w 12192000"/>
              <a:gd name="connsiteY176" fmla="*/ 2212360 h 2237474"/>
              <a:gd name="connsiteX177" fmla="*/ 681987 w 12192000"/>
              <a:gd name="connsiteY177" fmla="*/ 2216757 h 2237474"/>
              <a:gd name="connsiteX178" fmla="*/ 669923 w 12192000"/>
              <a:gd name="connsiteY178" fmla="*/ 2211682 h 2237474"/>
              <a:gd name="connsiteX179" fmla="*/ 648680 w 12192000"/>
              <a:gd name="connsiteY179" fmla="*/ 2206229 h 2237474"/>
              <a:gd name="connsiteX180" fmla="*/ 597225 w 12192000"/>
              <a:gd name="connsiteY180" fmla="*/ 2180999 h 2237474"/>
              <a:gd name="connsiteX181" fmla="*/ 558449 w 12192000"/>
              <a:gd name="connsiteY181" fmla="*/ 2182346 h 2237474"/>
              <a:gd name="connsiteX182" fmla="*/ 550517 w 12192000"/>
              <a:gd name="connsiteY182" fmla="*/ 2182060 h 2237474"/>
              <a:gd name="connsiteX183" fmla="*/ 550309 w 12192000"/>
              <a:gd name="connsiteY183" fmla="*/ 2181825 h 2237474"/>
              <a:gd name="connsiteX184" fmla="*/ 541836 w 12192000"/>
              <a:gd name="connsiteY184" fmla="*/ 2181063 h 2237474"/>
              <a:gd name="connsiteX185" fmla="*/ 536057 w 12192000"/>
              <a:gd name="connsiteY185" fmla="*/ 2181537 h 2237474"/>
              <a:gd name="connsiteX186" fmla="*/ 520671 w 12192000"/>
              <a:gd name="connsiteY186" fmla="*/ 2180980 h 2237474"/>
              <a:gd name="connsiteX187" fmla="*/ 515024 w 12192000"/>
              <a:gd name="connsiteY187" fmla="*/ 2179258 h 2237474"/>
              <a:gd name="connsiteX188" fmla="*/ 512278 w 12192000"/>
              <a:gd name="connsiteY188" fmla="*/ 2176369 h 2237474"/>
              <a:gd name="connsiteX189" fmla="*/ 480419 w 12192000"/>
              <a:gd name="connsiteY189" fmla="*/ 2167807 h 2237474"/>
              <a:gd name="connsiteX190" fmla="*/ 413835 w 12192000"/>
              <a:gd name="connsiteY190" fmla="*/ 2156783 h 2237474"/>
              <a:gd name="connsiteX191" fmla="*/ 376513 w 12192000"/>
              <a:gd name="connsiteY191" fmla="*/ 2154014 h 2237474"/>
              <a:gd name="connsiteX192" fmla="*/ 273386 w 12192000"/>
              <a:gd name="connsiteY192" fmla="*/ 2142551 h 2237474"/>
              <a:gd name="connsiteX193" fmla="*/ 169207 w 12192000"/>
              <a:gd name="connsiteY193" fmla="*/ 2128100 h 2237474"/>
              <a:gd name="connsiteX194" fmla="*/ 93149 w 12192000"/>
              <a:gd name="connsiteY194" fmla="*/ 2105324 h 2237474"/>
              <a:gd name="connsiteX195" fmla="*/ 88109 w 12192000"/>
              <a:gd name="connsiteY195" fmla="*/ 2106704 h 2237474"/>
              <a:gd name="connsiteX196" fmla="*/ 80022 w 12192000"/>
              <a:gd name="connsiteY196" fmla="*/ 2107254 h 2237474"/>
              <a:gd name="connsiteX197" fmla="*/ 79717 w 12192000"/>
              <a:gd name="connsiteY197" fmla="*/ 2107046 h 2237474"/>
              <a:gd name="connsiteX198" fmla="*/ 72352 w 12192000"/>
              <a:gd name="connsiteY198" fmla="*/ 2107991 h 2237474"/>
              <a:gd name="connsiteX199" fmla="*/ 37645 w 12192000"/>
              <a:gd name="connsiteY199" fmla="*/ 2115401 h 2237474"/>
              <a:gd name="connsiteX200" fmla="*/ 4572 w 12192000"/>
              <a:gd name="connsiteY200" fmla="*/ 2111091 h 2237474"/>
              <a:gd name="connsiteX201" fmla="*/ 0 w 12192000"/>
              <a:gd name="connsiteY201" fmla="*/ 2110468 h 2237474"/>
              <a:gd name="connsiteX202" fmla="*/ 0 w 12192000"/>
              <a:gd name="connsiteY20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958984 w 12192000"/>
              <a:gd name="connsiteY38" fmla="*/ 1057212 h 2237474"/>
              <a:gd name="connsiteX39" fmla="*/ 8886001 w 12192000"/>
              <a:gd name="connsiteY39" fmla="*/ 1067468 h 2237474"/>
              <a:gd name="connsiteX40" fmla="*/ 8838610 w 12192000"/>
              <a:gd name="connsiteY40" fmla="*/ 1075091 h 2237474"/>
              <a:gd name="connsiteX41" fmla="*/ 8750383 w 12192000"/>
              <a:gd name="connsiteY41" fmla="*/ 1097387 h 2237474"/>
              <a:gd name="connsiteX42" fmla="*/ 8665605 w 12192000"/>
              <a:gd name="connsiteY42" fmla="*/ 1110791 h 2237474"/>
              <a:gd name="connsiteX43" fmla="*/ 8584946 w 12192000"/>
              <a:gd name="connsiteY43" fmla="*/ 1135226 h 2237474"/>
              <a:gd name="connsiteX44" fmla="*/ 8460755 w 12192000"/>
              <a:gd name="connsiteY44" fmla="*/ 1203427 h 2237474"/>
              <a:gd name="connsiteX45" fmla="*/ 8419755 w 12192000"/>
              <a:gd name="connsiteY45" fmla="*/ 1216260 h 2237474"/>
              <a:gd name="connsiteX46" fmla="*/ 8411626 w 12192000"/>
              <a:gd name="connsiteY46" fmla="*/ 1214397 h 2237474"/>
              <a:gd name="connsiteX47" fmla="*/ 8363469 w 12192000"/>
              <a:gd name="connsiteY47" fmla="*/ 1246658 h 2237474"/>
              <a:gd name="connsiteX48" fmla="*/ 8275497 w 12192000"/>
              <a:gd name="connsiteY48" fmla="*/ 1264396 h 2237474"/>
              <a:gd name="connsiteX49" fmla="*/ 8206287 w 12192000"/>
              <a:gd name="connsiteY49" fmla="*/ 1273060 h 2237474"/>
              <a:gd name="connsiteX50" fmla="*/ 8168705 w 12192000"/>
              <a:gd name="connsiteY50" fmla="*/ 1279956 h 2237474"/>
              <a:gd name="connsiteX51" fmla="*/ 8139997 w 12192000"/>
              <a:gd name="connsiteY51" fmla="*/ 1282713 h 2237474"/>
              <a:gd name="connsiteX52" fmla="*/ 8074238 w 12192000"/>
              <a:gd name="connsiteY52" fmla="*/ 1301895 h 2237474"/>
              <a:gd name="connsiteX53" fmla="*/ 7968292 w 12192000"/>
              <a:gd name="connsiteY53" fmla="*/ 1338779 h 2237474"/>
              <a:gd name="connsiteX54" fmla="*/ 7902328 w 12192000"/>
              <a:gd name="connsiteY54" fmla="*/ 1345865 h 2237474"/>
              <a:gd name="connsiteX55" fmla="*/ 7875879 w 12192000"/>
              <a:gd name="connsiteY55" fmla="*/ 1345646 h 2237474"/>
              <a:gd name="connsiteX56" fmla="*/ 7840612 w 12192000"/>
              <a:gd name="connsiteY56" fmla="*/ 1369373 h 2237474"/>
              <a:gd name="connsiteX57" fmla="*/ 7786819 w 12192000"/>
              <a:gd name="connsiteY57" fmla="*/ 1378970 h 2237474"/>
              <a:gd name="connsiteX58" fmla="*/ 7548172 w 12192000"/>
              <a:gd name="connsiteY58" fmla="*/ 1417460 h 2237474"/>
              <a:gd name="connsiteX59" fmla="*/ 7483437 w 12192000"/>
              <a:gd name="connsiteY59" fmla="*/ 1478152 h 2237474"/>
              <a:gd name="connsiteX60" fmla="*/ 7377870 w 12192000"/>
              <a:gd name="connsiteY60" fmla="*/ 1523319 h 2237474"/>
              <a:gd name="connsiteX61" fmla="*/ 7230737 w 12192000"/>
              <a:gd name="connsiteY61" fmla="*/ 1562633 h 2237474"/>
              <a:gd name="connsiteX62" fmla="*/ 7224458 w 12192000"/>
              <a:gd name="connsiteY62" fmla="*/ 1573008 h 2237474"/>
              <a:gd name="connsiteX63" fmla="*/ 7183121 w 12192000"/>
              <a:gd name="connsiteY63" fmla="*/ 1595162 h 2237474"/>
              <a:gd name="connsiteX64" fmla="*/ 7164601 w 12192000"/>
              <a:gd name="connsiteY64" fmla="*/ 1606490 h 2237474"/>
              <a:gd name="connsiteX65" fmla="*/ 7092727 w 12192000"/>
              <a:gd name="connsiteY65" fmla="*/ 1623628 h 2237474"/>
              <a:gd name="connsiteX66" fmla="*/ 7031309 w 12192000"/>
              <a:gd name="connsiteY66" fmla="*/ 1619451 h 2237474"/>
              <a:gd name="connsiteX67" fmla="*/ 6900177 w 12192000"/>
              <a:gd name="connsiteY67" fmla="*/ 1636016 h 2237474"/>
              <a:gd name="connsiteX68" fmla="*/ 6795372 w 12192000"/>
              <a:gd name="connsiteY68" fmla="*/ 1644845 h 2237474"/>
              <a:gd name="connsiteX69" fmla="*/ 6692251 w 12192000"/>
              <a:gd name="connsiteY69" fmla="*/ 1656357 h 2237474"/>
              <a:gd name="connsiteX70" fmla="*/ 6655235 w 12192000"/>
              <a:gd name="connsiteY70" fmla="*/ 1661869 h 2237474"/>
              <a:gd name="connsiteX71" fmla="*/ 6554894 w 12192000"/>
              <a:gd name="connsiteY71" fmla="*/ 1664428 h 2237474"/>
              <a:gd name="connsiteX72" fmla="*/ 6516595 w 12192000"/>
              <a:gd name="connsiteY72" fmla="*/ 1667475 h 2237474"/>
              <a:gd name="connsiteX73" fmla="*/ 6508541 w 12192000"/>
              <a:gd name="connsiteY73" fmla="*/ 1668757 h 2237474"/>
              <a:gd name="connsiteX74" fmla="*/ 6471012 w 12192000"/>
              <a:gd name="connsiteY74" fmla="*/ 1678604 h 2237474"/>
              <a:gd name="connsiteX75" fmla="*/ 6364035 w 12192000"/>
              <a:gd name="connsiteY75" fmla="*/ 1667683 h 2237474"/>
              <a:gd name="connsiteX76" fmla="*/ 6280959 w 12192000"/>
              <a:gd name="connsiteY76" fmla="*/ 1689329 h 2237474"/>
              <a:gd name="connsiteX77" fmla="*/ 6243319 w 12192000"/>
              <a:gd name="connsiteY77" fmla="*/ 1695560 h 2237474"/>
              <a:gd name="connsiteX78" fmla="*/ 6098321 w 12192000"/>
              <a:gd name="connsiteY78" fmla="*/ 1721646 h 2237474"/>
              <a:gd name="connsiteX79" fmla="*/ 5880652 w 12192000"/>
              <a:gd name="connsiteY79" fmla="*/ 1779643 h 2237474"/>
              <a:gd name="connsiteX80" fmla="*/ 5785959 w 12192000"/>
              <a:gd name="connsiteY80" fmla="*/ 1775307 h 2237474"/>
              <a:gd name="connsiteX81" fmla="*/ 5643534 w 12192000"/>
              <a:gd name="connsiteY81" fmla="*/ 1802919 h 2237474"/>
              <a:gd name="connsiteX82" fmla="*/ 5518799 w 12192000"/>
              <a:gd name="connsiteY82" fmla="*/ 1818312 h 2237474"/>
              <a:gd name="connsiteX83" fmla="*/ 5505014 w 12192000"/>
              <a:gd name="connsiteY83" fmla="*/ 1819259 h 2237474"/>
              <a:gd name="connsiteX84" fmla="*/ 5453307 w 12192000"/>
              <a:gd name="connsiteY84" fmla="*/ 1815450 h 2237474"/>
              <a:gd name="connsiteX85" fmla="*/ 5364192 w 12192000"/>
              <a:gd name="connsiteY85" fmla="*/ 1826074 h 2237474"/>
              <a:gd name="connsiteX86" fmla="*/ 5259633 w 12192000"/>
              <a:gd name="connsiteY86" fmla="*/ 1837160 h 2237474"/>
              <a:gd name="connsiteX87" fmla="*/ 5197513 w 12192000"/>
              <a:gd name="connsiteY87" fmla="*/ 1844718 h 2237474"/>
              <a:gd name="connsiteX88" fmla="*/ 5168852 w 12192000"/>
              <a:gd name="connsiteY88" fmla="*/ 1844846 h 2237474"/>
              <a:gd name="connsiteX89" fmla="*/ 5114927 w 12192000"/>
              <a:gd name="connsiteY89" fmla="*/ 1847827 h 2237474"/>
              <a:gd name="connsiteX90" fmla="*/ 5108970 w 12192000"/>
              <a:gd name="connsiteY90" fmla="*/ 1847935 h 2237474"/>
              <a:gd name="connsiteX91" fmla="*/ 5067961 w 12192000"/>
              <a:gd name="connsiteY91" fmla="*/ 1845917 h 2237474"/>
              <a:gd name="connsiteX92" fmla="*/ 5007075 w 12192000"/>
              <a:gd name="connsiteY92" fmla="*/ 1838626 h 2237474"/>
              <a:gd name="connsiteX93" fmla="*/ 4944087 w 12192000"/>
              <a:gd name="connsiteY93" fmla="*/ 1823332 h 2237474"/>
              <a:gd name="connsiteX94" fmla="*/ 4907662 w 12192000"/>
              <a:gd name="connsiteY94" fmla="*/ 1816900 h 2237474"/>
              <a:gd name="connsiteX95" fmla="*/ 4882386 w 12192000"/>
              <a:gd name="connsiteY95" fmla="*/ 1809844 h 2237474"/>
              <a:gd name="connsiteX96" fmla="*/ 4811440 w 12192000"/>
              <a:gd name="connsiteY96" fmla="*/ 1804655 h 2237474"/>
              <a:gd name="connsiteX97" fmla="*/ 4691075 w 12192000"/>
              <a:gd name="connsiteY97" fmla="*/ 1801389 h 2237474"/>
              <a:gd name="connsiteX98" fmla="*/ 4611738 w 12192000"/>
              <a:gd name="connsiteY98" fmla="*/ 1776964 h 2237474"/>
              <a:gd name="connsiteX99" fmla="*/ 4560070 w 12192000"/>
              <a:gd name="connsiteY99" fmla="*/ 1785640 h 2237474"/>
              <a:gd name="connsiteX100" fmla="*/ 4536503 w 12192000"/>
              <a:gd name="connsiteY100" fmla="*/ 1785334 h 2237474"/>
              <a:gd name="connsiteX101" fmla="*/ 4513724 w 12192000"/>
              <a:gd name="connsiteY101" fmla="*/ 1791996 h 2237474"/>
              <a:gd name="connsiteX102" fmla="*/ 4459810 w 12192000"/>
              <a:gd name="connsiteY102" fmla="*/ 1797886 h 2237474"/>
              <a:gd name="connsiteX103" fmla="*/ 4379064 w 12192000"/>
              <a:gd name="connsiteY103" fmla="*/ 1817177 h 2237474"/>
              <a:gd name="connsiteX104" fmla="*/ 4319209 w 12192000"/>
              <a:gd name="connsiteY104" fmla="*/ 1834833 h 2237474"/>
              <a:gd name="connsiteX105" fmla="*/ 4290981 w 12192000"/>
              <a:gd name="connsiteY105" fmla="*/ 1839677 h 2237474"/>
              <a:gd name="connsiteX106" fmla="*/ 4285792 w 12192000"/>
              <a:gd name="connsiteY106" fmla="*/ 1836231 h 2237474"/>
              <a:gd name="connsiteX107" fmla="*/ 4238372 w 12192000"/>
              <a:gd name="connsiteY107" fmla="*/ 1851480 h 2237474"/>
              <a:gd name="connsiteX108" fmla="*/ 4232517 w 12192000"/>
              <a:gd name="connsiteY108" fmla="*/ 1852567 h 2237474"/>
              <a:gd name="connsiteX109" fmla="*/ 4191732 w 12192000"/>
              <a:gd name="connsiteY109" fmla="*/ 1857328 h 2237474"/>
              <a:gd name="connsiteX110" fmla="*/ 4065532 w 12192000"/>
              <a:gd name="connsiteY110" fmla="*/ 1855477 h 2237474"/>
              <a:gd name="connsiteX111" fmla="*/ 4028460 w 12192000"/>
              <a:gd name="connsiteY111" fmla="*/ 1855137 h 2237474"/>
              <a:gd name="connsiteX112" fmla="*/ 4002267 w 12192000"/>
              <a:gd name="connsiteY112" fmla="*/ 1852352 h 2237474"/>
              <a:gd name="connsiteX113" fmla="*/ 3931396 w 12192000"/>
              <a:gd name="connsiteY113" fmla="*/ 1858915 h 2237474"/>
              <a:gd name="connsiteX114" fmla="*/ 3812162 w 12192000"/>
              <a:gd name="connsiteY114" fmla="*/ 1875501 h 2237474"/>
              <a:gd name="connsiteX115" fmla="*/ 3729530 w 12192000"/>
              <a:gd name="connsiteY115" fmla="*/ 1864513 h 2237474"/>
              <a:gd name="connsiteX116" fmla="*/ 3680177 w 12192000"/>
              <a:gd name="connsiteY116" fmla="*/ 1881552 h 2237474"/>
              <a:gd name="connsiteX117" fmla="*/ 3567259 w 12192000"/>
              <a:gd name="connsiteY117" fmla="*/ 1893482 h 2237474"/>
              <a:gd name="connsiteX118" fmla="*/ 3405770 w 12192000"/>
              <a:gd name="connsiteY118" fmla="*/ 1904591 h 2237474"/>
              <a:gd name="connsiteX119" fmla="*/ 3280097 w 12192000"/>
              <a:gd name="connsiteY119" fmla="*/ 1919610 h 2237474"/>
              <a:gd name="connsiteX120" fmla="*/ 3123424 w 12192000"/>
              <a:gd name="connsiteY120" fmla="*/ 1952930 h 2237474"/>
              <a:gd name="connsiteX121" fmla="*/ 3009910 w 12192000"/>
              <a:gd name="connsiteY121" fmla="*/ 1957866 h 2237474"/>
              <a:gd name="connsiteX122" fmla="*/ 2995934 w 12192000"/>
              <a:gd name="connsiteY122" fmla="*/ 1967085 h 2237474"/>
              <a:gd name="connsiteX123" fmla="*/ 2980071 w 12192000"/>
              <a:gd name="connsiteY123" fmla="*/ 1972988 h 2237474"/>
              <a:gd name="connsiteX124" fmla="*/ 2978094 w 12192000"/>
              <a:gd name="connsiteY124" fmla="*/ 1972369 h 2237474"/>
              <a:gd name="connsiteX125" fmla="*/ 2942858 w 12192000"/>
              <a:gd name="connsiteY125" fmla="*/ 1981367 h 2237474"/>
              <a:gd name="connsiteX126" fmla="*/ 2875436 w 12192000"/>
              <a:gd name="connsiteY126" fmla="*/ 1996977 h 2237474"/>
              <a:gd name="connsiteX127" fmla="*/ 2874892 w 12192000"/>
              <a:gd name="connsiteY127" fmla="*/ 1996085 h 2237474"/>
              <a:gd name="connsiteX128" fmla="*/ 2864145 w 12192000"/>
              <a:gd name="connsiteY128" fmla="*/ 1994061 h 2237474"/>
              <a:gd name="connsiteX129" fmla="*/ 2843662 w 12192000"/>
              <a:gd name="connsiteY129" fmla="*/ 1992498 h 2237474"/>
              <a:gd name="connsiteX130" fmla="*/ 2796128 w 12192000"/>
              <a:gd name="connsiteY130" fmla="*/ 1976403 h 2237474"/>
              <a:gd name="connsiteX131" fmla="*/ 2756784 w 12192000"/>
              <a:gd name="connsiteY131" fmla="*/ 1985116 h 2237474"/>
              <a:gd name="connsiteX132" fmla="*/ 2748833 w 12192000"/>
              <a:gd name="connsiteY132" fmla="*/ 1986323 h 2237474"/>
              <a:gd name="connsiteX133" fmla="*/ 2748661 w 12192000"/>
              <a:gd name="connsiteY133" fmla="*/ 1986122 h 2237474"/>
              <a:gd name="connsiteX134" fmla="*/ 2740251 w 12192000"/>
              <a:gd name="connsiteY134" fmla="*/ 1986946 h 2237474"/>
              <a:gd name="connsiteX135" fmla="*/ 2718916 w 12192000"/>
              <a:gd name="connsiteY135" fmla="*/ 1990867 h 2237474"/>
              <a:gd name="connsiteX136" fmla="*/ 2713522 w 12192000"/>
              <a:gd name="connsiteY136" fmla="*/ 1990173 h 2237474"/>
              <a:gd name="connsiteX137" fmla="*/ 2680597 w 12192000"/>
              <a:gd name="connsiteY137" fmla="*/ 1984996 h 2237474"/>
              <a:gd name="connsiteX138" fmla="*/ 2578178 w 12192000"/>
              <a:gd name="connsiteY138" fmla="*/ 1990531 h 2237474"/>
              <a:gd name="connsiteX139" fmla="*/ 2476147 w 12192000"/>
              <a:gd name="connsiteY139" fmla="*/ 1998305 h 2237474"/>
              <a:gd name="connsiteX140" fmla="*/ 2373568 w 12192000"/>
              <a:gd name="connsiteY140" fmla="*/ 2003219 h 2237474"/>
              <a:gd name="connsiteX141" fmla="*/ 2321399 w 12192000"/>
              <a:gd name="connsiteY141" fmla="*/ 1989467 h 2237474"/>
              <a:gd name="connsiteX142" fmla="*/ 2315525 w 12192000"/>
              <a:gd name="connsiteY142" fmla="*/ 1989708 h 2237474"/>
              <a:gd name="connsiteX143" fmla="*/ 2300792 w 12192000"/>
              <a:gd name="connsiteY143" fmla="*/ 1994290 h 2237474"/>
              <a:gd name="connsiteX144" fmla="*/ 2295469 w 12192000"/>
              <a:gd name="connsiteY144" fmla="*/ 1996659 h 2237474"/>
              <a:gd name="connsiteX145" fmla="*/ 2287219 w 12192000"/>
              <a:gd name="connsiteY145" fmla="*/ 1998750 h 2237474"/>
              <a:gd name="connsiteX146" fmla="*/ 2286948 w 12192000"/>
              <a:gd name="connsiteY146" fmla="*/ 1998596 h 2237474"/>
              <a:gd name="connsiteX147" fmla="*/ 2243069 w 12192000"/>
              <a:gd name="connsiteY147" fmla="*/ 2015111 h 2237474"/>
              <a:gd name="connsiteX148" fmla="*/ 2186609 w 12192000"/>
              <a:gd name="connsiteY148" fmla="*/ 2008263 h 2237474"/>
              <a:gd name="connsiteX149" fmla="*/ 2164831 w 12192000"/>
              <a:gd name="connsiteY149" fmla="*/ 2010143 h 2237474"/>
              <a:gd name="connsiteX150" fmla="*/ 2152836 w 12192000"/>
              <a:gd name="connsiteY150" fmla="*/ 2010048 h 2237474"/>
              <a:gd name="connsiteX151" fmla="*/ 2117102 w 12192000"/>
              <a:gd name="connsiteY151" fmla="*/ 2023004 h 2237474"/>
              <a:gd name="connsiteX152" fmla="*/ 2111935 w 12192000"/>
              <a:gd name="connsiteY152" fmla="*/ 2023163 h 2237474"/>
              <a:gd name="connsiteX153" fmla="*/ 2089991 w 12192000"/>
              <a:gd name="connsiteY153" fmla="*/ 2034193 h 2237474"/>
              <a:gd name="connsiteX154" fmla="*/ 2058061 w 12192000"/>
              <a:gd name="connsiteY154" fmla="*/ 2047942 h 2237474"/>
              <a:gd name="connsiteX155" fmla="*/ 2055737 w 12192000"/>
              <a:gd name="connsiteY155" fmla="*/ 2047704 h 2237474"/>
              <a:gd name="connsiteX156" fmla="*/ 2042244 w 12192000"/>
              <a:gd name="connsiteY156" fmla="*/ 2055560 h 2237474"/>
              <a:gd name="connsiteX157" fmla="*/ 1976224 w 12192000"/>
              <a:gd name="connsiteY157" fmla="*/ 2074257 h 2237474"/>
              <a:gd name="connsiteX158" fmla="*/ 1877728 w 12192000"/>
              <a:gd name="connsiteY158" fmla="*/ 2101004 h 2237474"/>
              <a:gd name="connsiteX159" fmla="*/ 1759056 w 12192000"/>
              <a:gd name="connsiteY159" fmla="*/ 2125608 h 2237474"/>
              <a:gd name="connsiteX160" fmla="*/ 1637948 w 12192000"/>
              <a:gd name="connsiteY160" fmla="*/ 2172597 h 2237474"/>
              <a:gd name="connsiteX161" fmla="*/ 1434549 w 12192000"/>
              <a:gd name="connsiteY161" fmla="*/ 2234522 h 2237474"/>
              <a:gd name="connsiteX162" fmla="*/ 1398481 w 12192000"/>
              <a:gd name="connsiteY162" fmla="*/ 2237074 h 2237474"/>
              <a:gd name="connsiteX163" fmla="*/ 1398407 w 12192000"/>
              <a:gd name="connsiteY163" fmla="*/ 2237095 h 2237474"/>
              <a:gd name="connsiteX164" fmla="*/ 1370962 w 12192000"/>
              <a:gd name="connsiteY164" fmla="*/ 2237474 h 2237474"/>
              <a:gd name="connsiteX165" fmla="*/ 1356367 w 12192000"/>
              <a:gd name="connsiteY165" fmla="*/ 2235089 h 2237474"/>
              <a:gd name="connsiteX166" fmla="*/ 1324828 w 12192000"/>
              <a:gd name="connsiteY166" fmla="*/ 2231968 h 2237474"/>
              <a:gd name="connsiteX167" fmla="*/ 1297744 w 12192000"/>
              <a:gd name="connsiteY167" fmla="*/ 2235849 h 2237474"/>
              <a:gd name="connsiteX168" fmla="*/ 1286236 w 12192000"/>
              <a:gd name="connsiteY168" fmla="*/ 2233135 h 2237474"/>
              <a:gd name="connsiteX169" fmla="*/ 1283504 w 12192000"/>
              <a:gd name="connsiteY169" fmla="*/ 2233797 h 2237474"/>
              <a:gd name="connsiteX170" fmla="*/ 1279765 w 12192000"/>
              <a:gd name="connsiteY170" fmla="*/ 2229639 h 2237474"/>
              <a:gd name="connsiteX171" fmla="*/ 1195347 w 12192000"/>
              <a:gd name="connsiteY171" fmla="*/ 2212354 h 2237474"/>
              <a:gd name="connsiteX172" fmla="*/ 970251 w 12192000"/>
              <a:gd name="connsiteY172" fmla="*/ 2221029 h 2237474"/>
              <a:gd name="connsiteX173" fmla="*/ 812914 w 12192000"/>
              <a:gd name="connsiteY173" fmla="*/ 2202752 h 2237474"/>
              <a:gd name="connsiteX174" fmla="*/ 800195 w 12192000"/>
              <a:gd name="connsiteY174" fmla="*/ 2209407 h 2237474"/>
              <a:gd name="connsiteX175" fmla="*/ 784978 w 12192000"/>
              <a:gd name="connsiteY175" fmla="*/ 2212360 h 2237474"/>
              <a:gd name="connsiteX176" fmla="*/ 681987 w 12192000"/>
              <a:gd name="connsiteY176" fmla="*/ 2216757 h 2237474"/>
              <a:gd name="connsiteX177" fmla="*/ 669923 w 12192000"/>
              <a:gd name="connsiteY177" fmla="*/ 2211682 h 2237474"/>
              <a:gd name="connsiteX178" fmla="*/ 648680 w 12192000"/>
              <a:gd name="connsiteY178" fmla="*/ 2206229 h 2237474"/>
              <a:gd name="connsiteX179" fmla="*/ 597225 w 12192000"/>
              <a:gd name="connsiteY179" fmla="*/ 2180999 h 2237474"/>
              <a:gd name="connsiteX180" fmla="*/ 558449 w 12192000"/>
              <a:gd name="connsiteY180" fmla="*/ 2182346 h 2237474"/>
              <a:gd name="connsiteX181" fmla="*/ 550517 w 12192000"/>
              <a:gd name="connsiteY181" fmla="*/ 2182060 h 2237474"/>
              <a:gd name="connsiteX182" fmla="*/ 550309 w 12192000"/>
              <a:gd name="connsiteY182" fmla="*/ 2181825 h 2237474"/>
              <a:gd name="connsiteX183" fmla="*/ 541836 w 12192000"/>
              <a:gd name="connsiteY183" fmla="*/ 2181063 h 2237474"/>
              <a:gd name="connsiteX184" fmla="*/ 536057 w 12192000"/>
              <a:gd name="connsiteY184" fmla="*/ 2181537 h 2237474"/>
              <a:gd name="connsiteX185" fmla="*/ 520671 w 12192000"/>
              <a:gd name="connsiteY185" fmla="*/ 2180980 h 2237474"/>
              <a:gd name="connsiteX186" fmla="*/ 515024 w 12192000"/>
              <a:gd name="connsiteY186" fmla="*/ 2179258 h 2237474"/>
              <a:gd name="connsiteX187" fmla="*/ 512278 w 12192000"/>
              <a:gd name="connsiteY187" fmla="*/ 2176369 h 2237474"/>
              <a:gd name="connsiteX188" fmla="*/ 480419 w 12192000"/>
              <a:gd name="connsiteY188" fmla="*/ 2167807 h 2237474"/>
              <a:gd name="connsiteX189" fmla="*/ 413835 w 12192000"/>
              <a:gd name="connsiteY189" fmla="*/ 2156783 h 2237474"/>
              <a:gd name="connsiteX190" fmla="*/ 376513 w 12192000"/>
              <a:gd name="connsiteY190" fmla="*/ 2154014 h 2237474"/>
              <a:gd name="connsiteX191" fmla="*/ 273386 w 12192000"/>
              <a:gd name="connsiteY191" fmla="*/ 2142551 h 2237474"/>
              <a:gd name="connsiteX192" fmla="*/ 169207 w 12192000"/>
              <a:gd name="connsiteY192" fmla="*/ 2128100 h 2237474"/>
              <a:gd name="connsiteX193" fmla="*/ 93149 w 12192000"/>
              <a:gd name="connsiteY193" fmla="*/ 2105324 h 2237474"/>
              <a:gd name="connsiteX194" fmla="*/ 88109 w 12192000"/>
              <a:gd name="connsiteY194" fmla="*/ 2106704 h 2237474"/>
              <a:gd name="connsiteX195" fmla="*/ 80022 w 12192000"/>
              <a:gd name="connsiteY195" fmla="*/ 2107254 h 2237474"/>
              <a:gd name="connsiteX196" fmla="*/ 79717 w 12192000"/>
              <a:gd name="connsiteY196" fmla="*/ 2107046 h 2237474"/>
              <a:gd name="connsiteX197" fmla="*/ 72352 w 12192000"/>
              <a:gd name="connsiteY197" fmla="*/ 2107991 h 2237474"/>
              <a:gd name="connsiteX198" fmla="*/ 37645 w 12192000"/>
              <a:gd name="connsiteY198" fmla="*/ 2115401 h 2237474"/>
              <a:gd name="connsiteX199" fmla="*/ 4572 w 12192000"/>
              <a:gd name="connsiteY199" fmla="*/ 2111091 h 2237474"/>
              <a:gd name="connsiteX200" fmla="*/ 0 w 12192000"/>
              <a:gd name="connsiteY200" fmla="*/ 2110468 h 2237474"/>
              <a:gd name="connsiteX201" fmla="*/ 0 w 12192000"/>
              <a:gd name="connsiteY201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958984 w 12192000"/>
              <a:gd name="connsiteY38" fmla="*/ 1057212 h 2237474"/>
              <a:gd name="connsiteX39" fmla="*/ 8886001 w 12192000"/>
              <a:gd name="connsiteY39" fmla="*/ 1067468 h 2237474"/>
              <a:gd name="connsiteX40" fmla="*/ 8838610 w 12192000"/>
              <a:gd name="connsiteY40" fmla="*/ 1075091 h 2237474"/>
              <a:gd name="connsiteX41" fmla="*/ 8750383 w 12192000"/>
              <a:gd name="connsiteY41" fmla="*/ 1097387 h 2237474"/>
              <a:gd name="connsiteX42" fmla="*/ 8665605 w 12192000"/>
              <a:gd name="connsiteY42" fmla="*/ 1110791 h 2237474"/>
              <a:gd name="connsiteX43" fmla="*/ 8584946 w 12192000"/>
              <a:gd name="connsiteY43" fmla="*/ 1135226 h 2237474"/>
              <a:gd name="connsiteX44" fmla="*/ 8460755 w 12192000"/>
              <a:gd name="connsiteY44" fmla="*/ 1203427 h 2237474"/>
              <a:gd name="connsiteX45" fmla="*/ 8419755 w 12192000"/>
              <a:gd name="connsiteY45" fmla="*/ 1216260 h 2237474"/>
              <a:gd name="connsiteX46" fmla="*/ 8411626 w 12192000"/>
              <a:gd name="connsiteY46" fmla="*/ 1214397 h 2237474"/>
              <a:gd name="connsiteX47" fmla="*/ 8363469 w 12192000"/>
              <a:gd name="connsiteY47" fmla="*/ 1246658 h 2237474"/>
              <a:gd name="connsiteX48" fmla="*/ 8275497 w 12192000"/>
              <a:gd name="connsiteY48" fmla="*/ 1264396 h 2237474"/>
              <a:gd name="connsiteX49" fmla="*/ 8206287 w 12192000"/>
              <a:gd name="connsiteY49" fmla="*/ 1273060 h 2237474"/>
              <a:gd name="connsiteX50" fmla="*/ 8168705 w 12192000"/>
              <a:gd name="connsiteY50" fmla="*/ 1279956 h 2237474"/>
              <a:gd name="connsiteX51" fmla="*/ 8139997 w 12192000"/>
              <a:gd name="connsiteY51" fmla="*/ 1282713 h 2237474"/>
              <a:gd name="connsiteX52" fmla="*/ 8074238 w 12192000"/>
              <a:gd name="connsiteY52" fmla="*/ 1301895 h 2237474"/>
              <a:gd name="connsiteX53" fmla="*/ 7968292 w 12192000"/>
              <a:gd name="connsiteY53" fmla="*/ 1338779 h 2237474"/>
              <a:gd name="connsiteX54" fmla="*/ 7902328 w 12192000"/>
              <a:gd name="connsiteY54" fmla="*/ 1345865 h 2237474"/>
              <a:gd name="connsiteX55" fmla="*/ 7875879 w 12192000"/>
              <a:gd name="connsiteY55" fmla="*/ 1345646 h 2237474"/>
              <a:gd name="connsiteX56" fmla="*/ 7840612 w 12192000"/>
              <a:gd name="connsiteY56" fmla="*/ 1369373 h 2237474"/>
              <a:gd name="connsiteX57" fmla="*/ 7786819 w 12192000"/>
              <a:gd name="connsiteY57" fmla="*/ 1378970 h 2237474"/>
              <a:gd name="connsiteX58" fmla="*/ 7548172 w 12192000"/>
              <a:gd name="connsiteY58" fmla="*/ 1417460 h 2237474"/>
              <a:gd name="connsiteX59" fmla="*/ 7483437 w 12192000"/>
              <a:gd name="connsiteY59" fmla="*/ 1478152 h 2237474"/>
              <a:gd name="connsiteX60" fmla="*/ 7377870 w 12192000"/>
              <a:gd name="connsiteY60" fmla="*/ 1523319 h 2237474"/>
              <a:gd name="connsiteX61" fmla="*/ 7230737 w 12192000"/>
              <a:gd name="connsiteY61" fmla="*/ 1562633 h 2237474"/>
              <a:gd name="connsiteX62" fmla="*/ 7224458 w 12192000"/>
              <a:gd name="connsiteY62" fmla="*/ 1573008 h 2237474"/>
              <a:gd name="connsiteX63" fmla="*/ 7183121 w 12192000"/>
              <a:gd name="connsiteY63" fmla="*/ 1595162 h 2237474"/>
              <a:gd name="connsiteX64" fmla="*/ 7164601 w 12192000"/>
              <a:gd name="connsiteY64" fmla="*/ 1606490 h 2237474"/>
              <a:gd name="connsiteX65" fmla="*/ 7092727 w 12192000"/>
              <a:gd name="connsiteY65" fmla="*/ 1623628 h 2237474"/>
              <a:gd name="connsiteX66" fmla="*/ 7031309 w 12192000"/>
              <a:gd name="connsiteY66" fmla="*/ 1619451 h 2237474"/>
              <a:gd name="connsiteX67" fmla="*/ 6900177 w 12192000"/>
              <a:gd name="connsiteY67" fmla="*/ 1636016 h 2237474"/>
              <a:gd name="connsiteX68" fmla="*/ 6795372 w 12192000"/>
              <a:gd name="connsiteY68" fmla="*/ 1644845 h 2237474"/>
              <a:gd name="connsiteX69" fmla="*/ 6692251 w 12192000"/>
              <a:gd name="connsiteY69" fmla="*/ 1656357 h 2237474"/>
              <a:gd name="connsiteX70" fmla="*/ 6655235 w 12192000"/>
              <a:gd name="connsiteY70" fmla="*/ 1661869 h 2237474"/>
              <a:gd name="connsiteX71" fmla="*/ 6554894 w 12192000"/>
              <a:gd name="connsiteY71" fmla="*/ 1664428 h 2237474"/>
              <a:gd name="connsiteX72" fmla="*/ 6516595 w 12192000"/>
              <a:gd name="connsiteY72" fmla="*/ 1667475 h 2237474"/>
              <a:gd name="connsiteX73" fmla="*/ 6508541 w 12192000"/>
              <a:gd name="connsiteY73" fmla="*/ 1668757 h 2237474"/>
              <a:gd name="connsiteX74" fmla="*/ 6471012 w 12192000"/>
              <a:gd name="connsiteY74" fmla="*/ 1678604 h 2237474"/>
              <a:gd name="connsiteX75" fmla="*/ 6364035 w 12192000"/>
              <a:gd name="connsiteY75" fmla="*/ 1667683 h 2237474"/>
              <a:gd name="connsiteX76" fmla="*/ 6280959 w 12192000"/>
              <a:gd name="connsiteY76" fmla="*/ 1689329 h 2237474"/>
              <a:gd name="connsiteX77" fmla="*/ 6243319 w 12192000"/>
              <a:gd name="connsiteY77" fmla="*/ 1695560 h 2237474"/>
              <a:gd name="connsiteX78" fmla="*/ 6098321 w 12192000"/>
              <a:gd name="connsiteY78" fmla="*/ 1721646 h 2237474"/>
              <a:gd name="connsiteX79" fmla="*/ 5880652 w 12192000"/>
              <a:gd name="connsiteY79" fmla="*/ 1779643 h 2237474"/>
              <a:gd name="connsiteX80" fmla="*/ 5785959 w 12192000"/>
              <a:gd name="connsiteY80" fmla="*/ 1775307 h 2237474"/>
              <a:gd name="connsiteX81" fmla="*/ 5643534 w 12192000"/>
              <a:gd name="connsiteY81" fmla="*/ 1802919 h 2237474"/>
              <a:gd name="connsiteX82" fmla="*/ 5518799 w 12192000"/>
              <a:gd name="connsiteY82" fmla="*/ 1818312 h 2237474"/>
              <a:gd name="connsiteX83" fmla="*/ 5505014 w 12192000"/>
              <a:gd name="connsiteY83" fmla="*/ 1819259 h 2237474"/>
              <a:gd name="connsiteX84" fmla="*/ 5453307 w 12192000"/>
              <a:gd name="connsiteY84" fmla="*/ 1815450 h 2237474"/>
              <a:gd name="connsiteX85" fmla="*/ 5364192 w 12192000"/>
              <a:gd name="connsiteY85" fmla="*/ 1826074 h 2237474"/>
              <a:gd name="connsiteX86" fmla="*/ 5259633 w 12192000"/>
              <a:gd name="connsiteY86" fmla="*/ 1837160 h 2237474"/>
              <a:gd name="connsiteX87" fmla="*/ 5168852 w 12192000"/>
              <a:gd name="connsiteY87" fmla="*/ 1844846 h 2237474"/>
              <a:gd name="connsiteX88" fmla="*/ 5114927 w 12192000"/>
              <a:gd name="connsiteY88" fmla="*/ 1847827 h 2237474"/>
              <a:gd name="connsiteX89" fmla="*/ 5108970 w 12192000"/>
              <a:gd name="connsiteY89" fmla="*/ 1847935 h 2237474"/>
              <a:gd name="connsiteX90" fmla="*/ 5067961 w 12192000"/>
              <a:gd name="connsiteY90" fmla="*/ 1845917 h 2237474"/>
              <a:gd name="connsiteX91" fmla="*/ 5007075 w 12192000"/>
              <a:gd name="connsiteY91" fmla="*/ 1838626 h 2237474"/>
              <a:gd name="connsiteX92" fmla="*/ 4944087 w 12192000"/>
              <a:gd name="connsiteY92" fmla="*/ 1823332 h 2237474"/>
              <a:gd name="connsiteX93" fmla="*/ 4907662 w 12192000"/>
              <a:gd name="connsiteY93" fmla="*/ 1816900 h 2237474"/>
              <a:gd name="connsiteX94" fmla="*/ 4882386 w 12192000"/>
              <a:gd name="connsiteY94" fmla="*/ 1809844 h 2237474"/>
              <a:gd name="connsiteX95" fmla="*/ 4811440 w 12192000"/>
              <a:gd name="connsiteY95" fmla="*/ 1804655 h 2237474"/>
              <a:gd name="connsiteX96" fmla="*/ 4691075 w 12192000"/>
              <a:gd name="connsiteY96" fmla="*/ 1801389 h 2237474"/>
              <a:gd name="connsiteX97" fmla="*/ 4611738 w 12192000"/>
              <a:gd name="connsiteY97" fmla="*/ 1776964 h 2237474"/>
              <a:gd name="connsiteX98" fmla="*/ 4560070 w 12192000"/>
              <a:gd name="connsiteY98" fmla="*/ 1785640 h 2237474"/>
              <a:gd name="connsiteX99" fmla="*/ 4536503 w 12192000"/>
              <a:gd name="connsiteY99" fmla="*/ 1785334 h 2237474"/>
              <a:gd name="connsiteX100" fmla="*/ 4513724 w 12192000"/>
              <a:gd name="connsiteY100" fmla="*/ 1791996 h 2237474"/>
              <a:gd name="connsiteX101" fmla="*/ 4459810 w 12192000"/>
              <a:gd name="connsiteY101" fmla="*/ 1797886 h 2237474"/>
              <a:gd name="connsiteX102" fmla="*/ 4379064 w 12192000"/>
              <a:gd name="connsiteY102" fmla="*/ 1817177 h 2237474"/>
              <a:gd name="connsiteX103" fmla="*/ 4319209 w 12192000"/>
              <a:gd name="connsiteY103" fmla="*/ 1834833 h 2237474"/>
              <a:gd name="connsiteX104" fmla="*/ 4290981 w 12192000"/>
              <a:gd name="connsiteY104" fmla="*/ 1839677 h 2237474"/>
              <a:gd name="connsiteX105" fmla="*/ 4285792 w 12192000"/>
              <a:gd name="connsiteY105" fmla="*/ 1836231 h 2237474"/>
              <a:gd name="connsiteX106" fmla="*/ 4238372 w 12192000"/>
              <a:gd name="connsiteY106" fmla="*/ 1851480 h 2237474"/>
              <a:gd name="connsiteX107" fmla="*/ 4232517 w 12192000"/>
              <a:gd name="connsiteY107" fmla="*/ 1852567 h 2237474"/>
              <a:gd name="connsiteX108" fmla="*/ 4191732 w 12192000"/>
              <a:gd name="connsiteY108" fmla="*/ 1857328 h 2237474"/>
              <a:gd name="connsiteX109" fmla="*/ 4065532 w 12192000"/>
              <a:gd name="connsiteY109" fmla="*/ 1855477 h 2237474"/>
              <a:gd name="connsiteX110" fmla="*/ 4028460 w 12192000"/>
              <a:gd name="connsiteY110" fmla="*/ 1855137 h 2237474"/>
              <a:gd name="connsiteX111" fmla="*/ 4002267 w 12192000"/>
              <a:gd name="connsiteY111" fmla="*/ 1852352 h 2237474"/>
              <a:gd name="connsiteX112" fmla="*/ 3931396 w 12192000"/>
              <a:gd name="connsiteY112" fmla="*/ 1858915 h 2237474"/>
              <a:gd name="connsiteX113" fmla="*/ 3812162 w 12192000"/>
              <a:gd name="connsiteY113" fmla="*/ 1875501 h 2237474"/>
              <a:gd name="connsiteX114" fmla="*/ 3729530 w 12192000"/>
              <a:gd name="connsiteY114" fmla="*/ 1864513 h 2237474"/>
              <a:gd name="connsiteX115" fmla="*/ 3680177 w 12192000"/>
              <a:gd name="connsiteY115" fmla="*/ 1881552 h 2237474"/>
              <a:gd name="connsiteX116" fmla="*/ 3567259 w 12192000"/>
              <a:gd name="connsiteY116" fmla="*/ 1893482 h 2237474"/>
              <a:gd name="connsiteX117" fmla="*/ 3405770 w 12192000"/>
              <a:gd name="connsiteY117" fmla="*/ 1904591 h 2237474"/>
              <a:gd name="connsiteX118" fmla="*/ 3280097 w 12192000"/>
              <a:gd name="connsiteY118" fmla="*/ 1919610 h 2237474"/>
              <a:gd name="connsiteX119" fmla="*/ 3123424 w 12192000"/>
              <a:gd name="connsiteY119" fmla="*/ 1952930 h 2237474"/>
              <a:gd name="connsiteX120" fmla="*/ 3009910 w 12192000"/>
              <a:gd name="connsiteY120" fmla="*/ 1957866 h 2237474"/>
              <a:gd name="connsiteX121" fmla="*/ 2995934 w 12192000"/>
              <a:gd name="connsiteY121" fmla="*/ 1967085 h 2237474"/>
              <a:gd name="connsiteX122" fmla="*/ 2980071 w 12192000"/>
              <a:gd name="connsiteY122" fmla="*/ 1972988 h 2237474"/>
              <a:gd name="connsiteX123" fmla="*/ 2978094 w 12192000"/>
              <a:gd name="connsiteY123" fmla="*/ 1972369 h 2237474"/>
              <a:gd name="connsiteX124" fmla="*/ 2942858 w 12192000"/>
              <a:gd name="connsiteY124" fmla="*/ 1981367 h 2237474"/>
              <a:gd name="connsiteX125" fmla="*/ 2875436 w 12192000"/>
              <a:gd name="connsiteY125" fmla="*/ 1996977 h 2237474"/>
              <a:gd name="connsiteX126" fmla="*/ 2874892 w 12192000"/>
              <a:gd name="connsiteY126" fmla="*/ 1996085 h 2237474"/>
              <a:gd name="connsiteX127" fmla="*/ 2864145 w 12192000"/>
              <a:gd name="connsiteY127" fmla="*/ 1994061 h 2237474"/>
              <a:gd name="connsiteX128" fmla="*/ 2843662 w 12192000"/>
              <a:gd name="connsiteY128" fmla="*/ 1992498 h 2237474"/>
              <a:gd name="connsiteX129" fmla="*/ 2796128 w 12192000"/>
              <a:gd name="connsiteY129" fmla="*/ 1976403 h 2237474"/>
              <a:gd name="connsiteX130" fmla="*/ 2756784 w 12192000"/>
              <a:gd name="connsiteY130" fmla="*/ 1985116 h 2237474"/>
              <a:gd name="connsiteX131" fmla="*/ 2748833 w 12192000"/>
              <a:gd name="connsiteY131" fmla="*/ 1986323 h 2237474"/>
              <a:gd name="connsiteX132" fmla="*/ 2748661 w 12192000"/>
              <a:gd name="connsiteY132" fmla="*/ 1986122 h 2237474"/>
              <a:gd name="connsiteX133" fmla="*/ 2740251 w 12192000"/>
              <a:gd name="connsiteY133" fmla="*/ 1986946 h 2237474"/>
              <a:gd name="connsiteX134" fmla="*/ 2718916 w 12192000"/>
              <a:gd name="connsiteY134" fmla="*/ 1990867 h 2237474"/>
              <a:gd name="connsiteX135" fmla="*/ 2713522 w 12192000"/>
              <a:gd name="connsiteY135" fmla="*/ 1990173 h 2237474"/>
              <a:gd name="connsiteX136" fmla="*/ 2680597 w 12192000"/>
              <a:gd name="connsiteY136" fmla="*/ 1984996 h 2237474"/>
              <a:gd name="connsiteX137" fmla="*/ 2578178 w 12192000"/>
              <a:gd name="connsiteY137" fmla="*/ 1990531 h 2237474"/>
              <a:gd name="connsiteX138" fmla="*/ 2476147 w 12192000"/>
              <a:gd name="connsiteY138" fmla="*/ 1998305 h 2237474"/>
              <a:gd name="connsiteX139" fmla="*/ 2373568 w 12192000"/>
              <a:gd name="connsiteY139" fmla="*/ 2003219 h 2237474"/>
              <a:gd name="connsiteX140" fmla="*/ 2321399 w 12192000"/>
              <a:gd name="connsiteY140" fmla="*/ 1989467 h 2237474"/>
              <a:gd name="connsiteX141" fmla="*/ 2315525 w 12192000"/>
              <a:gd name="connsiteY141" fmla="*/ 1989708 h 2237474"/>
              <a:gd name="connsiteX142" fmla="*/ 2300792 w 12192000"/>
              <a:gd name="connsiteY142" fmla="*/ 1994290 h 2237474"/>
              <a:gd name="connsiteX143" fmla="*/ 2295469 w 12192000"/>
              <a:gd name="connsiteY143" fmla="*/ 1996659 h 2237474"/>
              <a:gd name="connsiteX144" fmla="*/ 2287219 w 12192000"/>
              <a:gd name="connsiteY144" fmla="*/ 1998750 h 2237474"/>
              <a:gd name="connsiteX145" fmla="*/ 2286948 w 12192000"/>
              <a:gd name="connsiteY145" fmla="*/ 1998596 h 2237474"/>
              <a:gd name="connsiteX146" fmla="*/ 2243069 w 12192000"/>
              <a:gd name="connsiteY146" fmla="*/ 2015111 h 2237474"/>
              <a:gd name="connsiteX147" fmla="*/ 2186609 w 12192000"/>
              <a:gd name="connsiteY147" fmla="*/ 2008263 h 2237474"/>
              <a:gd name="connsiteX148" fmla="*/ 2164831 w 12192000"/>
              <a:gd name="connsiteY148" fmla="*/ 2010143 h 2237474"/>
              <a:gd name="connsiteX149" fmla="*/ 2152836 w 12192000"/>
              <a:gd name="connsiteY149" fmla="*/ 2010048 h 2237474"/>
              <a:gd name="connsiteX150" fmla="*/ 2117102 w 12192000"/>
              <a:gd name="connsiteY150" fmla="*/ 2023004 h 2237474"/>
              <a:gd name="connsiteX151" fmla="*/ 2111935 w 12192000"/>
              <a:gd name="connsiteY151" fmla="*/ 2023163 h 2237474"/>
              <a:gd name="connsiteX152" fmla="*/ 2089991 w 12192000"/>
              <a:gd name="connsiteY152" fmla="*/ 2034193 h 2237474"/>
              <a:gd name="connsiteX153" fmla="*/ 2058061 w 12192000"/>
              <a:gd name="connsiteY153" fmla="*/ 2047942 h 2237474"/>
              <a:gd name="connsiteX154" fmla="*/ 2055737 w 12192000"/>
              <a:gd name="connsiteY154" fmla="*/ 2047704 h 2237474"/>
              <a:gd name="connsiteX155" fmla="*/ 2042244 w 12192000"/>
              <a:gd name="connsiteY155" fmla="*/ 2055560 h 2237474"/>
              <a:gd name="connsiteX156" fmla="*/ 1976224 w 12192000"/>
              <a:gd name="connsiteY156" fmla="*/ 2074257 h 2237474"/>
              <a:gd name="connsiteX157" fmla="*/ 1877728 w 12192000"/>
              <a:gd name="connsiteY157" fmla="*/ 2101004 h 2237474"/>
              <a:gd name="connsiteX158" fmla="*/ 1759056 w 12192000"/>
              <a:gd name="connsiteY158" fmla="*/ 2125608 h 2237474"/>
              <a:gd name="connsiteX159" fmla="*/ 1637948 w 12192000"/>
              <a:gd name="connsiteY159" fmla="*/ 2172597 h 2237474"/>
              <a:gd name="connsiteX160" fmla="*/ 1434549 w 12192000"/>
              <a:gd name="connsiteY160" fmla="*/ 2234522 h 2237474"/>
              <a:gd name="connsiteX161" fmla="*/ 1398481 w 12192000"/>
              <a:gd name="connsiteY161" fmla="*/ 2237074 h 2237474"/>
              <a:gd name="connsiteX162" fmla="*/ 1398407 w 12192000"/>
              <a:gd name="connsiteY162" fmla="*/ 2237095 h 2237474"/>
              <a:gd name="connsiteX163" fmla="*/ 1370962 w 12192000"/>
              <a:gd name="connsiteY163" fmla="*/ 2237474 h 2237474"/>
              <a:gd name="connsiteX164" fmla="*/ 1356367 w 12192000"/>
              <a:gd name="connsiteY164" fmla="*/ 2235089 h 2237474"/>
              <a:gd name="connsiteX165" fmla="*/ 1324828 w 12192000"/>
              <a:gd name="connsiteY165" fmla="*/ 2231968 h 2237474"/>
              <a:gd name="connsiteX166" fmla="*/ 1297744 w 12192000"/>
              <a:gd name="connsiteY166" fmla="*/ 2235849 h 2237474"/>
              <a:gd name="connsiteX167" fmla="*/ 1286236 w 12192000"/>
              <a:gd name="connsiteY167" fmla="*/ 2233135 h 2237474"/>
              <a:gd name="connsiteX168" fmla="*/ 1283504 w 12192000"/>
              <a:gd name="connsiteY168" fmla="*/ 2233797 h 2237474"/>
              <a:gd name="connsiteX169" fmla="*/ 1279765 w 12192000"/>
              <a:gd name="connsiteY169" fmla="*/ 2229639 h 2237474"/>
              <a:gd name="connsiteX170" fmla="*/ 1195347 w 12192000"/>
              <a:gd name="connsiteY170" fmla="*/ 2212354 h 2237474"/>
              <a:gd name="connsiteX171" fmla="*/ 970251 w 12192000"/>
              <a:gd name="connsiteY171" fmla="*/ 2221029 h 2237474"/>
              <a:gd name="connsiteX172" fmla="*/ 812914 w 12192000"/>
              <a:gd name="connsiteY172" fmla="*/ 2202752 h 2237474"/>
              <a:gd name="connsiteX173" fmla="*/ 800195 w 12192000"/>
              <a:gd name="connsiteY173" fmla="*/ 2209407 h 2237474"/>
              <a:gd name="connsiteX174" fmla="*/ 784978 w 12192000"/>
              <a:gd name="connsiteY174" fmla="*/ 2212360 h 2237474"/>
              <a:gd name="connsiteX175" fmla="*/ 681987 w 12192000"/>
              <a:gd name="connsiteY175" fmla="*/ 2216757 h 2237474"/>
              <a:gd name="connsiteX176" fmla="*/ 669923 w 12192000"/>
              <a:gd name="connsiteY176" fmla="*/ 2211682 h 2237474"/>
              <a:gd name="connsiteX177" fmla="*/ 648680 w 12192000"/>
              <a:gd name="connsiteY177" fmla="*/ 2206229 h 2237474"/>
              <a:gd name="connsiteX178" fmla="*/ 597225 w 12192000"/>
              <a:gd name="connsiteY178" fmla="*/ 2180999 h 2237474"/>
              <a:gd name="connsiteX179" fmla="*/ 558449 w 12192000"/>
              <a:gd name="connsiteY179" fmla="*/ 2182346 h 2237474"/>
              <a:gd name="connsiteX180" fmla="*/ 550517 w 12192000"/>
              <a:gd name="connsiteY180" fmla="*/ 2182060 h 2237474"/>
              <a:gd name="connsiteX181" fmla="*/ 550309 w 12192000"/>
              <a:gd name="connsiteY181" fmla="*/ 2181825 h 2237474"/>
              <a:gd name="connsiteX182" fmla="*/ 541836 w 12192000"/>
              <a:gd name="connsiteY182" fmla="*/ 2181063 h 2237474"/>
              <a:gd name="connsiteX183" fmla="*/ 536057 w 12192000"/>
              <a:gd name="connsiteY183" fmla="*/ 2181537 h 2237474"/>
              <a:gd name="connsiteX184" fmla="*/ 520671 w 12192000"/>
              <a:gd name="connsiteY184" fmla="*/ 2180980 h 2237474"/>
              <a:gd name="connsiteX185" fmla="*/ 515024 w 12192000"/>
              <a:gd name="connsiteY185" fmla="*/ 2179258 h 2237474"/>
              <a:gd name="connsiteX186" fmla="*/ 512278 w 12192000"/>
              <a:gd name="connsiteY186" fmla="*/ 2176369 h 2237474"/>
              <a:gd name="connsiteX187" fmla="*/ 480419 w 12192000"/>
              <a:gd name="connsiteY187" fmla="*/ 2167807 h 2237474"/>
              <a:gd name="connsiteX188" fmla="*/ 413835 w 12192000"/>
              <a:gd name="connsiteY188" fmla="*/ 2156783 h 2237474"/>
              <a:gd name="connsiteX189" fmla="*/ 376513 w 12192000"/>
              <a:gd name="connsiteY189" fmla="*/ 2154014 h 2237474"/>
              <a:gd name="connsiteX190" fmla="*/ 273386 w 12192000"/>
              <a:gd name="connsiteY190" fmla="*/ 2142551 h 2237474"/>
              <a:gd name="connsiteX191" fmla="*/ 169207 w 12192000"/>
              <a:gd name="connsiteY191" fmla="*/ 2128100 h 2237474"/>
              <a:gd name="connsiteX192" fmla="*/ 93149 w 12192000"/>
              <a:gd name="connsiteY192" fmla="*/ 2105324 h 2237474"/>
              <a:gd name="connsiteX193" fmla="*/ 88109 w 12192000"/>
              <a:gd name="connsiteY193" fmla="*/ 2106704 h 2237474"/>
              <a:gd name="connsiteX194" fmla="*/ 80022 w 12192000"/>
              <a:gd name="connsiteY194" fmla="*/ 2107254 h 2237474"/>
              <a:gd name="connsiteX195" fmla="*/ 79717 w 12192000"/>
              <a:gd name="connsiteY195" fmla="*/ 2107046 h 2237474"/>
              <a:gd name="connsiteX196" fmla="*/ 72352 w 12192000"/>
              <a:gd name="connsiteY196" fmla="*/ 2107991 h 2237474"/>
              <a:gd name="connsiteX197" fmla="*/ 37645 w 12192000"/>
              <a:gd name="connsiteY197" fmla="*/ 2115401 h 2237474"/>
              <a:gd name="connsiteX198" fmla="*/ 4572 w 12192000"/>
              <a:gd name="connsiteY198" fmla="*/ 2111091 h 2237474"/>
              <a:gd name="connsiteX199" fmla="*/ 0 w 12192000"/>
              <a:gd name="connsiteY199" fmla="*/ 2110468 h 2237474"/>
              <a:gd name="connsiteX200" fmla="*/ 0 w 12192000"/>
              <a:gd name="connsiteY200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958984 w 12192000"/>
              <a:gd name="connsiteY38" fmla="*/ 1057212 h 2237474"/>
              <a:gd name="connsiteX39" fmla="*/ 8886001 w 12192000"/>
              <a:gd name="connsiteY39" fmla="*/ 1067468 h 2237474"/>
              <a:gd name="connsiteX40" fmla="*/ 8838610 w 12192000"/>
              <a:gd name="connsiteY40" fmla="*/ 1075091 h 2237474"/>
              <a:gd name="connsiteX41" fmla="*/ 8750383 w 12192000"/>
              <a:gd name="connsiteY41" fmla="*/ 1097387 h 2237474"/>
              <a:gd name="connsiteX42" fmla="*/ 8665605 w 12192000"/>
              <a:gd name="connsiteY42" fmla="*/ 1110791 h 2237474"/>
              <a:gd name="connsiteX43" fmla="*/ 8584946 w 12192000"/>
              <a:gd name="connsiteY43" fmla="*/ 1135226 h 2237474"/>
              <a:gd name="connsiteX44" fmla="*/ 8460755 w 12192000"/>
              <a:gd name="connsiteY44" fmla="*/ 1203427 h 2237474"/>
              <a:gd name="connsiteX45" fmla="*/ 8419755 w 12192000"/>
              <a:gd name="connsiteY45" fmla="*/ 1216260 h 2237474"/>
              <a:gd name="connsiteX46" fmla="*/ 8411626 w 12192000"/>
              <a:gd name="connsiteY46" fmla="*/ 1214397 h 2237474"/>
              <a:gd name="connsiteX47" fmla="*/ 8363469 w 12192000"/>
              <a:gd name="connsiteY47" fmla="*/ 1246658 h 2237474"/>
              <a:gd name="connsiteX48" fmla="*/ 8275497 w 12192000"/>
              <a:gd name="connsiteY48" fmla="*/ 1264396 h 2237474"/>
              <a:gd name="connsiteX49" fmla="*/ 8206287 w 12192000"/>
              <a:gd name="connsiteY49" fmla="*/ 1273060 h 2237474"/>
              <a:gd name="connsiteX50" fmla="*/ 8168705 w 12192000"/>
              <a:gd name="connsiteY50" fmla="*/ 1279956 h 2237474"/>
              <a:gd name="connsiteX51" fmla="*/ 8139997 w 12192000"/>
              <a:gd name="connsiteY51" fmla="*/ 1282713 h 2237474"/>
              <a:gd name="connsiteX52" fmla="*/ 8074238 w 12192000"/>
              <a:gd name="connsiteY52" fmla="*/ 1301895 h 2237474"/>
              <a:gd name="connsiteX53" fmla="*/ 7968292 w 12192000"/>
              <a:gd name="connsiteY53" fmla="*/ 1338779 h 2237474"/>
              <a:gd name="connsiteX54" fmla="*/ 7902328 w 12192000"/>
              <a:gd name="connsiteY54" fmla="*/ 1345865 h 2237474"/>
              <a:gd name="connsiteX55" fmla="*/ 7875879 w 12192000"/>
              <a:gd name="connsiteY55" fmla="*/ 1345646 h 2237474"/>
              <a:gd name="connsiteX56" fmla="*/ 7840612 w 12192000"/>
              <a:gd name="connsiteY56" fmla="*/ 1369373 h 2237474"/>
              <a:gd name="connsiteX57" fmla="*/ 7786819 w 12192000"/>
              <a:gd name="connsiteY57" fmla="*/ 1378970 h 2237474"/>
              <a:gd name="connsiteX58" fmla="*/ 7548172 w 12192000"/>
              <a:gd name="connsiteY58" fmla="*/ 1417460 h 2237474"/>
              <a:gd name="connsiteX59" fmla="*/ 7483437 w 12192000"/>
              <a:gd name="connsiteY59" fmla="*/ 1478152 h 2237474"/>
              <a:gd name="connsiteX60" fmla="*/ 7377870 w 12192000"/>
              <a:gd name="connsiteY60" fmla="*/ 1523319 h 2237474"/>
              <a:gd name="connsiteX61" fmla="*/ 7230737 w 12192000"/>
              <a:gd name="connsiteY61" fmla="*/ 1562633 h 2237474"/>
              <a:gd name="connsiteX62" fmla="*/ 7224458 w 12192000"/>
              <a:gd name="connsiteY62" fmla="*/ 1573008 h 2237474"/>
              <a:gd name="connsiteX63" fmla="*/ 7183121 w 12192000"/>
              <a:gd name="connsiteY63" fmla="*/ 1595162 h 2237474"/>
              <a:gd name="connsiteX64" fmla="*/ 7164601 w 12192000"/>
              <a:gd name="connsiteY64" fmla="*/ 1606490 h 2237474"/>
              <a:gd name="connsiteX65" fmla="*/ 7092727 w 12192000"/>
              <a:gd name="connsiteY65" fmla="*/ 1623628 h 2237474"/>
              <a:gd name="connsiteX66" fmla="*/ 7031309 w 12192000"/>
              <a:gd name="connsiteY66" fmla="*/ 1619451 h 2237474"/>
              <a:gd name="connsiteX67" fmla="*/ 6900177 w 12192000"/>
              <a:gd name="connsiteY67" fmla="*/ 1636016 h 2237474"/>
              <a:gd name="connsiteX68" fmla="*/ 6795372 w 12192000"/>
              <a:gd name="connsiteY68" fmla="*/ 1644845 h 2237474"/>
              <a:gd name="connsiteX69" fmla="*/ 6692251 w 12192000"/>
              <a:gd name="connsiteY69" fmla="*/ 1656357 h 2237474"/>
              <a:gd name="connsiteX70" fmla="*/ 6655235 w 12192000"/>
              <a:gd name="connsiteY70" fmla="*/ 1661869 h 2237474"/>
              <a:gd name="connsiteX71" fmla="*/ 6554894 w 12192000"/>
              <a:gd name="connsiteY71" fmla="*/ 1664428 h 2237474"/>
              <a:gd name="connsiteX72" fmla="*/ 6516595 w 12192000"/>
              <a:gd name="connsiteY72" fmla="*/ 1667475 h 2237474"/>
              <a:gd name="connsiteX73" fmla="*/ 6508541 w 12192000"/>
              <a:gd name="connsiteY73" fmla="*/ 1668757 h 2237474"/>
              <a:gd name="connsiteX74" fmla="*/ 6471012 w 12192000"/>
              <a:gd name="connsiteY74" fmla="*/ 1678604 h 2237474"/>
              <a:gd name="connsiteX75" fmla="*/ 6364035 w 12192000"/>
              <a:gd name="connsiteY75" fmla="*/ 1667683 h 2237474"/>
              <a:gd name="connsiteX76" fmla="*/ 6280959 w 12192000"/>
              <a:gd name="connsiteY76" fmla="*/ 1689329 h 2237474"/>
              <a:gd name="connsiteX77" fmla="*/ 6243319 w 12192000"/>
              <a:gd name="connsiteY77" fmla="*/ 1695560 h 2237474"/>
              <a:gd name="connsiteX78" fmla="*/ 6098321 w 12192000"/>
              <a:gd name="connsiteY78" fmla="*/ 1721646 h 2237474"/>
              <a:gd name="connsiteX79" fmla="*/ 5880652 w 12192000"/>
              <a:gd name="connsiteY79" fmla="*/ 1779643 h 2237474"/>
              <a:gd name="connsiteX80" fmla="*/ 5785959 w 12192000"/>
              <a:gd name="connsiteY80" fmla="*/ 1775307 h 2237474"/>
              <a:gd name="connsiteX81" fmla="*/ 5643534 w 12192000"/>
              <a:gd name="connsiteY81" fmla="*/ 1802919 h 2237474"/>
              <a:gd name="connsiteX82" fmla="*/ 5518799 w 12192000"/>
              <a:gd name="connsiteY82" fmla="*/ 1818312 h 2237474"/>
              <a:gd name="connsiteX83" fmla="*/ 5505014 w 12192000"/>
              <a:gd name="connsiteY83" fmla="*/ 1819259 h 2237474"/>
              <a:gd name="connsiteX84" fmla="*/ 5453307 w 12192000"/>
              <a:gd name="connsiteY84" fmla="*/ 1815450 h 2237474"/>
              <a:gd name="connsiteX85" fmla="*/ 5364192 w 12192000"/>
              <a:gd name="connsiteY85" fmla="*/ 1826074 h 2237474"/>
              <a:gd name="connsiteX86" fmla="*/ 5259633 w 12192000"/>
              <a:gd name="connsiteY86" fmla="*/ 1837160 h 2237474"/>
              <a:gd name="connsiteX87" fmla="*/ 5149802 w 12192000"/>
              <a:gd name="connsiteY87" fmla="*/ 1844846 h 2237474"/>
              <a:gd name="connsiteX88" fmla="*/ 5114927 w 12192000"/>
              <a:gd name="connsiteY88" fmla="*/ 1847827 h 2237474"/>
              <a:gd name="connsiteX89" fmla="*/ 5108970 w 12192000"/>
              <a:gd name="connsiteY89" fmla="*/ 1847935 h 2237474"/>
              <a:gd name="connsiteX90" fmla="*/ 5067961 w 12192000"/>
              <a:gd name="connsiteY90" fmla="*/ 1845917 h 2237474"/>
              <a:gd name="connsiteX91" fmla="*/ 5007075 w 12192000"/>
              <a:gd name="connsiteY91" fmla="*/ 1838626 h 2237474"/>
              <a:gd name="connsiteX92" fmla="*/ 4944087 w 12192000"/>
              <a:gd name="connsiteY92" fmla="*/ 1823332 h 2237474"/>
              <a:gd name="connsiteX93" fmla="*/ 4907662 w 12192000"/>
              <a:gd name="connsiteY93" fmla="*/ 1816900 h 2237474"/>
              <a:gd name="connsiteX94" fmla="*/ 4882386 w 12192000"/>
              <a:gd name="connsiteY94" fmla="*/ 1809844 h 2237474"/>
              <a:gd name="connsiteX95" fmla="*/ 4811440 w 12192000"/>
              <a:gd name="connsiteY95" fmla="*/ 1804655 h 2237474"/>
              <a:gd name="connsiteX96" fmla="*/ 4691075 w 12192000"/>
              <a:gd name="connsiteY96" fmla="*/ 1801389 h 2237474"/>
              <a:gd name="connsiteX97" fmla="*/ 4611738 w 12192000"/>
              <a:gd name="connsiteY97" fmla="*/ 1776964 h 2237474"/>
              <a:gd name="connsiteX98" fmla="*/ 4560070 w 12192000"/>
              <a:gd name="connsiteY98" fmla="*/ 1785640 h 2237474"/>
              <a:gd name="connsiteX99" fmla="*/ 4536503 w 12192000"/>
              <a:gd name="connsiteY99" fmla="*/ 1785334 h 2237474"/>
              <a:gd name="connsiteX100" fmla="*/ 4513724 w 12192000"/>
              <a:gd name="connsiteY100" fmla="*/ 1791996 h 2237474"/>
              <a:gd name="connsiteX101" fmla="*/ 4459810 w 12192000"/>
              <a:gd name="connsiteY101" fmla="*/ 1797886 h 2237474"/>
              <a:gd name="connsiteX102" fmla="*/ 4379064 w 12192000"/>
              <a:gd name="connsiteY102" fmla="*/ 1817177 h 2237474"/>
              <a:gd name="connsiteX103" fmla="*/ 4319209 w 12192000"/>
              <a:gd name="connsiteY103" fmla="*/ 1834833 h 2237474"/>
              <a:gd name="connsiteX104" fmla="*/ 4290981 w 12192000"/>
              <a:gd name="connsiteY104" fmla="*/ 1839677 h 2237474"/>
              <a:gd name="connsiteX105" fmla="*/ 4285792 w 12192000"/>
              <a:gd name="connsiteY105" fmla="*/ 1836231 h 2237474"/>
              <a:gd name="connsiteX106" fmla="*/ 4238372 w 12192000"/>
              <a:gd name="connsiteY106" fmla="*/ 1851480 h 2237474"/>
              <a:gd name="connsiteX107" fmla="*/ 4232517 w 12192000"/>
              <a:gd name="connsiteY107" fmla="*/ 1852567 h 2237474"/>
              <a:gd name="connsiteX108" fmla="*/ 4191732 w 12192000"/>
              <a:gd name="connsiteY108" fmla="*/ 1857328 h 2237474"/>
              <a:gd name="connsiteX109" fmla="*/ 4065532 w 12192000"/>
              <a:gd name="connsiteY109" fmla="*/ 1855477 h 2237474"/>
              <a:gd name="connsiteX110" fmla="*/ 4028460 w 12192000"/>
              <a:gd name="connsiteY110" fmla="*/ 1855137 h 2237474"/>
              <a:gd name="connsiteX111" fmla="*/ 4002267 w 12192000"/>
              <a:gd name="connsiteY111" fmla="*/ 1852352 h 2237474"/>
              <a:gd name="connsiteX112" fmla="*/ 3931396 w 12192000"/>
              <a:gd name="connsiteY112" fmla="*/ 1858915 h 2237474"/>
              <a:gd name="connsiteX113" fmla="*/ 3812162 w 12192000"/>
              <a:gd name="connsiteY113" fmla="*/ 1875501 h 2237474"/>
              <a:gd name="connsiteX114" fmla="*/ 3729530 w 12192000"/>
              <a:gd name="connsiteY114" fmla="*/ 1864513 h 2237474"/>
              <a:gd name="connsiteX115" fmla="*/ 3680177 w 12192000"/>
              <a:gd name="connsiteY115" fmla="*/ 1881552 h 2237474"/>
              <a:gd name="connsiteX116" fmla="*/ 3567259 w 12192000"/>
              <a:gd name="connsiteY116" fmla="*/ 1893482 h 2237474"/>
              <a:gd name="connsiteX117" fmla="*/ 3405770 w 12192000"/>
              <a:gd name="connsiteY117" fmla="*/ 1904591 h 2237474"/>
              <a:gd name="connsiteX118" fmla="*/ 3280097 w 12192000"/>
              <a:gd name="connsiteY118" fmla="*/ 1919610 h 2237474"/>
              <a:gd name="connsiteX119" fmla="*/ 3123424 w 12192000"/>
              <a:gd name="connsiteY119" fmla="*/ 1952930 h 2237474"/>
              <a:gd name="connsiteX120" fmla="*/ 3009910 w 12192000"/>
              <a:gd name="connsiteY120" fmla="*/ 1957866 h 2237474"/>
              <a:gd name="connsiteX121" fmla="*/ 2995934 w 12192000"/>
              <a:gd name="connsiteY121" fmla="*/ 1967085 h 2237474"/>
              <a:gd name="connsiteX122" fmla="*/ 2980071 w 12192000"/>
              <a:gd name="connsiteY122" fmla="*/ 1972988 h 2237474"/>
              <a:gd name="connsiteX123" fmla="*/ 2978094 w 12192000"/>
              <a:gd name="connsiteY123" fmla="*/ 1972369 h 2237474"/>
              <a:gd name="connsiteX124" fmla="*/ 2942858 w 12192000"/>
              <a:gd name="connsiteY124" fmla="*/ 1981367 h 2237474"/>
              <a:gd name="connsiteX125" fmla="*/ 2875436 w 12192000"/>
              <a:gd name="connsiteY125" fmla="*/ 1996977 h 2237474"/>
              <a:gd name="connsiteX126" fmla="*/ 2874892 w 12192000"/>
              <a:gd name="connsiteY126" fmla="*/ 1996085 h 2237474"/>
              <a:gd name="connsiteX127" fmla="*/ 2864145 w 12192000"/>
              <a:gd name="connsiteY127" fmla="*/ 1994061 h 2237474"/>
              <a:gd name="connsiteX128" fmla="*/ 2843662 w 12192000"/>
              <a:gd name="connsiteY128" fmla="*/ 1992498 h 2237474"/>
              <a:gd name="connsiteX129" fmla="*/ 2796128 w 12192000"/>
              <a:gd name="connsiteY129" fmla="*/ 1976403 h 2237474"/>
              <a:gd name="connsiteX130" fmla="*/ 2756784 w 12192000"/>
              <a:gd name="connsiteY130" fmla="*/ 1985116 h 2237474"/>
              <a:gd name="connsiteX131" fmla="*/ 2748833 w 12192000"/>
              <a:gd name="connsiteY131" fmla="*/ 1986323 h 2237474"/>
              <a:gd name="connsiteX132" fmla="*/ 2748661 w 12192000"/>
              <a:gd name="connsiteY132" fmla="*/ 1986122 h 2237474"/>
              <a:gd name="connsiteX133" fmla="*/ 2740251 w 12192000"/>
              <a:gd name="connsiteY133" fmla="*/ 1986946 h 2237474"/>
              <a:gd name="connsiteX134" fmla="*/ 2718916 w 12192000"/>
              <a:gd name="connsiteY134" fmla="*/ 1990867 h 2237474"/>
              <a:gd name="connsiteX135" fmla="*/ 2713522 w 12192000"/>
              <a:gd name="connsiteY135" fmla="*/ 1990173 h 2237474"/>
              <a:gd name="connsiteX136" fmla="*/ 2680597 w 12192000"/>
              <a:gd name="connsiteY136" fmla="*/ 1984996 h 2237474"/>
              <a:gd name="connsiteX137" fmla="*/ 2578178 w 12192000"/>
              <a:gd name="connsiteY137" fmla="*/ 1990531 h 2237474"/>
              <a:gd name="connsiteX138" fmla="*/ 2476147 w 12192000"/>
              <a:gd name="connsiteY138" fmla="*/ 1998305 h 2237474"/>
              <a:gd name="connsiteX139" fmla="*/ 2373568 w 12192000"/>
              <a:gd name="connsiteY139" fmla="*/ 2003219 h 2237474"/>
              <a:gd name="connsiteX140" fmla="*/ 2321399 w 12192000"/>
              <a:gd name="connsiteY140" fmla="*/ 1989467 h 2237474"/>
              <a:gd name="connsiteX141" fmla="*/ 2315525 w 12192000"/>
              <a:gd name="connsiteY141" fmla="*/ 1989708 h 2237474"/>
              <a:gd name="connsiteX142" fmla="*/ 2300792 w 12192000"/>
              <a:gd name="connsiteY142" fmla="*/ 1994290 h 2237474"/>
              <a:gd name="connsiteX143" fmla="*/ 2295469 w 12192000"/>
              <a:gd name="connsiteY143" fmla="*/ 1996659 h 2237474"/>
              <a:gd name="connsiteX144" fmla="*/ 2287219 w 12192000"/>
              <a:gd name="connsiteY144" fmla="*/ 1998750 h 2237474"/>
              <a:gd name="connsiteX145" fmla="*/ 2286948 w 12192000"/>
              <a:gd name="connsiteY145" fmla="*/ 1998596 h 2237474"/>
              <a:gd name="connsiteX146" fmla="*/ 2243069 w 12192000"/>
              <a:gd name="connsiteY146" fmla="*/ 2015111 h 2237474"/>
              <a:gd name="connsiteX147" fmla="*/ 2186609 w 12192000"/>
              <a:gd name="connsiteY147" fmla="*/ 2008263 h 2237474"/>
              <a:gd name="connsiteX148" fmla="*/ 2164831 w 12192000"/>
              <a:gd name="connsiteY148" fmla="*/ 2010143 h 2237474"/>
              <a:gd name="connsiteX149" fmla="*/ 2152836 w 12192000"/>
              <a:gd name="connsiteY149" fmla="*/ 2010048 h 2237474"/>
              <a:gd name="connsiteX150" fmla="*/ 2117102 w 12192000"/>
              <a:gd name="connsiteY150" fmla="*/ 2023004 h 2237474"/>
              <a:gd name="connsiteX151" fmla="*/ 2111935 w 12192000"/>
              <a:gd name="connsiteY151" fmla="*/ 2023163 h 2237474"/>
              <a:gd name="connsiteX152" fmla="*/ 2089991 w 12192000"/>
              <a:gd name="connsiteY152" fmla="*/ 2034193 h 2237474"/>
              <a:gd name="connsiteX153" fmla="*/ 2058061 w 12192000"/>
              <a:gd name="connsiteY153" fmla="*/ 2047942 h 2237474"/>
              <a:gd name="connsiteX154" fmla="*/ 2055737 w 12192000"/>
              <a:gd name="connsiteY154" fmla="*/ 2047704 h 2237474"/>
              <a:gd name="connsiteX155" fmla="*/ 2042244 w 12192000"/>
              <a:gd name="connsiteY155" fmla="*/ 2055560 h 2237474"/>
              <a:gd name="connsiteX156" fmla="*/ 1976224 w 12192000"/>
              <a:gd name="connsiteY156" fmla="*/ 2074257 h 2237474"/>
              <a:gd name="connsiteX157" fmla="*/ 1877728 w 12192000"/>
              <a:gd name="connsiteY157" fmla="*/ 2101004 h 2237474"/>
              <a:gd name="connsiteX158" fmla="*/ 1759056 w 12192000"/>
              <a:gd name="connsiteY158" fmla="*/ 2125608 h 2237474"/>
              <a:gd name="connsiteX159" fmla="*/ 1637948 w 12192000"/>
              <a:gd name="connsiteY159" fmla="*/ 2172597 h 2237474"/>
              <a:gd name="connsiteX160" fmla="*/ 1434549 w 12192000"/>
              <a:gd name="connsiteY160" fmla="*/ 2234522 h 2237474"/>
              <a:gd name="connsiteX161" fmla="*/ 1398481 w 12192000"/>
              <a:gd name="connsiteY161" fmla="*/ 2237074 h 2237474"/>
              <a:gd name="connsiteX162" fmla="*/ 1398407 w 12192000"/>
              <a:gd name="connsiteY162" fmla="*/ 2237095 h 2237474"/>
              <a:gd name="connsiteX163" fmla="*/ 1370962 w 12192000"/>
              <a:gd name="connsiteY163" fmla="*/ 2237474 h 2237474"/>
              <a:gd name="connsiteX164" fmla="*/ 1356367 w 12192000"/>
              <a:gd name="connsiteY164" fmla="*/ 2235089 h 2237474"/>
              <a:gd name="connsiteX165" fmla="*/ 1324828 w 12192000"/>
              <a:gd name="connsiteY165" fmla="*/ 2231968 h 2237474"/>
              <a:gd name="connsiteX166" fmla="*/ 1297744 w 12192000"/>
              <a:gd name="connsiteY166" fmla="*/ 2235849 h 2237474"/>
              <a:gd name="connsiteX167" fmla="*/ 1286236 w 12192000"/>
              <a:gd name="connsiteY167" fmla="*/ 2233135 h 2237474"/>
              <a:gd name="connsiteX168" fmla="*/ 1283504 w 12192000"/>
              <a:gd name="connsiteY168" fmla="*/ 2233797 h 2237474"/>
              <a:gd name="connsiteX169" fmla="*/ 1279765 w 12192000"/>
              <a:gd name="connsiteY169" fmla="*/ 2229639 h 2237474"/>
              <a:gd name="connsiteX170" fmla="*/ 1195347 w 12192000"/>
              <a:gd name="connsiteY170" fmla="*/ 2212354 h 2237474"/>
              <a:gd name="connsiteX171" fmla="*/ 970251 w 12192000"/>
              <a:gd name="connsiteY171" fmla="*/ 2221029 h 2237474"/>
              <a:gd name="connsiteX172" fmla="*/ 812914 w 12192000"/>
              <a:gd name="connsiteY172" fmla="*/ 2202752 h 2237474"/>
              <a:gd name="connsiteX173" fmla="*/ 800195 w 12192000"/>
              <a:gd name="connsiteY173" fmla="*/ 2209407 h 2237474"/>
              <a:gd name="connsiteX174" fmla="*/ 784978 w 12192000"/>
              <a:gd name="connsiteY174" fmla="*/ 2212360 h 2237474"/>
              <a:gd name="connsiteX175" fmla="*/ 681987 w 12192000"/>
              <a:gd name="connsiteY175" fmla="*/ 2216757 h 2237474"/>
              <a:gd name="connsiteX176" fmla="*/ 669923 w 12192000"/>
              <a:gd name="connsiteY176" fmla="*/ 2211682 h 2237474"/>
              <a:gd name="connsiteX177" fmla="*/ 648680 w 12192000"/>
              <a:gd name="connsiteY177" fmla="*/ 2206229 h 2237474"/>
              <a:gd name="connsiteX178" fmla="*/ 597225 w 12192000"/>
              <a:gd name="connsiteY178" fmla="*/ 2180999 h 2237474"/>
              <a:gd name="connsiteX179" fmla="*/ 558449 w 12192000"/>
              <a:gd name="connsiteY179" fmla="*/ 2182346 h 2237474"/>
              <a:gd name="connsiteX180" fmla="*/ 550517 w 12192000"/>
              <a:gd name="connsiteY180" fmla="*/ 2182060 h 2237474"/>
              <a:gd name="connsiteX181" fmla="*/ 550309 w 12192000"/>
              <a:gd name="connsiteY181" fmla="*/ 2181825 h 2237474"/>
              <a:gd name="connsiteX182" fmla="*/ 541836 w 12192000"/>
              <a:gd name="connsiteY182" fmla="*/ 2181063 h 2237474"/>
              <a:gd name="connsiteX183" fmla="*/ 536057 w 12192000"/>
              <a:gd name="connsiteY183" fmla="*/ 2181537 h 2237474"/>
              <a:gd name="connsiteX184" fmla="*/ 520671 w 12192000"/>
              <a:gd name="connsiteY184" fmla="*/ 2180980 h 2237474"/>
              <a:gd name="connsiteX185" fmla="*/ 515024 w 12192000"/>
              <a:gd name="connsiteY185" fmla="*/ 2179258 h 2237474"/>
              <a:gd name="connsiteX186" fmla="*/ 512278 w 12192000"/>
              <a:gd name="connsiteY186" fmla="*/ 2176369 h 2237474"/>
              <a:gd name="connsiteX187" fmla="*/ 480419 w 12192000"/>
              <a:gd name="connsiteY187" fmla="*/ 2167807 h 2237474"/>
              <a:gd name="connsiteX188" fmla="*/ 413835 w 12192000"/>
              <a:gd name="connsiteY188" fmla="*/ 2156783 h 2237474"/>
              <a:gd name="connsiteX189" fmla="*/ 376513 w 12192000"/>
              <a:gd name="connsiteY189" fmla="*/ 2154014 h 2237474"/>
              <a:gd name="connsiteX190" fmla="*/ 273386 w 12192000"/>
              <a:gd name="connsiteY190" fmla="*/ 2142551 h 2237474"/>
              <a:gd name="connsiteX191" fmla="*/ 169207 w 12192000"/>
              <a:gd name="connsiteY191" fmla="*/ 2128100 h 2237474"/>
              <a:gd name="connsiteX192" fmla="*/ 93149 w 12192000"/>
              <a:gd name="connsiteY192" fmla="*/ 2105324 h 2237474"/>
              <a:gd name="connsiteX193" fmla="*/ 88109 w 12192000"/>
              <a:gd name="connsiteY193" fmla="*/ 2106704 h 2237474"/>
              <a:gd name="connsiteX194" fmla="*/ 80022 w 12192000"/>
              <a:gd name="connsiteY194" fmla="*/ 2107254 h 2237474"/>
              <a:gd name="connsiteX195" fmla="*/ 79717 w 12192000"/>
              <a:gd name="connsiteY195" fmla="*/ 2107046 h 2237474"/>
              <a:gd name="connsiteX196" fmla="*/ 72352 w 12192000"/>
              <a:gd name="connsiteY196" fmla="*/ 2107991 h 2237474"/>
              <a:gd name="connsiteX197" fmla="*/ 37645 w 12192000"/>
              <a:gd name="connsiteY197" fmla="*/ 2115401 h 2237474"/>
              <a:gd name="connsiteX198" fmla="*/ 4572 w 12192000"/>
              <a:gd name="connsiteY198" fmla="*/ 2111091 h 2237474"/>
              <a:gd name="connsiteX199" fmla="*/ 0 w 12192000"/>
              <a:gd name="connsiteY199" fmla="*/ 2110468 h 2237474"/>
              <a:gd name="connsiteX200" fmla="*/ 0 w 12192000"/>
              <a:gd name="connsiteY200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958984 w 12192000"/>
              <a:gd name="connsiteY38" fmla="*/ 1057212 h 2237474"/>
              <a:gd name="connsiteX39" fmla="*/ 8886001 w 12192000"/>
              <a:gd name="connsiteY39" fmla="*/ 1067468 h 2237474"/>
              <a:gd name="connsiteX40" fmla="*/ 8838610 w 12192000"/>
              <a:gd name="connsiteY40" fmla="*/ 1075091 h 2237474"/>
              <a:gd name="connsiteX41" fmla="*/ 8750383 w 12192000"/>
              <a:gd name="connsiteY41" fmla="*/ 1097387 h 2237474"/>
              <a:gd name="connsiteX42" fmla="*/ 8665605 w 12192000"/>
              <a:gd name="connsiteY42" fmla="*/ 1110791 h 2237474"/>
              <a:gd name="connsiteX43" fmla="*/ 8584946 w 12192000"/>
              <a:gd name="connsiteY43" fmla="*/ 1135226 h 2237474"/>
              <a:gd name="connsiteX44" fmla="*/ 8460755 w 12192000"/>
              <a:gd name="connsiteY44" fmla="*/ 1203427 h 2237474"/>
              <a:gd name="connsiteX45" fmla="*/ 8419755 w 12192000"/>
              <a:gd name="connsiteY45" fmla="*/ 1216260 h 2237474"/>
              <a:gd name="connsiteX46" fmla="*/ 8411626 w 12192000"/>
              <a:gd name="connsiteY46" fmla="*/ 1214397 h 2237474"/>
              <a:gd name="connsiteX47" fmla="*/ 8363469 w 12192000"/>
              <a:gd name="connsiteY47" fmla="*/ 1246658 h 2237474"/>
              <a:gd name="connsiteX48" fmla="*/ 8275497 w 12192000"/>
              <a:gd name="connsiteY48" fmla="*/ 1264396 h 2237474"/>
              <a:gd name="connsiteX49" fmla="*/ 8206287 w 12192000"/>
              <a:gd name="connsiteY49" fmla="*/ 1273060 h 2237474"/>
              <a:gd name="connsiteX50" fmla="*/ 8168705 w 12192000"/>
              <a:gd name="connsiteY50" fmla="*/ 1279956 h 2237474"/>
              <a:gd name="connsiteX51" fmla="*/ 8139997 w 12192000"/>
              <a:gd name="connsiteY51" fmla="*/ 1282713 h 2237474"/>
              <a:gd name="connsiteX52" fmla="*/ 8074238 w 12192000"/>
              <a:gd name="connsiteY52" fmla="*/ 1301895 h 2237474"/>
              <a:gd name="connsiteX53" fmla="*/ 7968292 w 12192000"/>
              <a:gd name="connsiteY53" fmla="*/ 1338779 h 2237474"/>
              <a:gd name="connsiteX54" fmla="*/ 7902328 w 12192000"/>
              <a:gd name="connsiteY54" fmla="*/ 1345865 h 2237474"/>
              <a:gd name="connsiteX55" fmla="*/ 7875879 w 12192000"/>
              <a:gd name="connsiteY55" fmla="*/ 1345646 h 2237474"/>
              <a:gd name="connsiteX56" fmla="*/ 7840612 w 12192000"/>
              <a:gd name="connsiteY56" fmla="*/ 1369373 h 2237474"/>
              <a:gd name="connsiteX57" fmla="*/ 7786819 w 12192000"/>
              <a:gd name="connsiteY57" fmla="*/ 1378970 h 2237474"/>
              <a:gd name="connsiteX58" fmla="*/ 7548172 w 12192000"/>
              <a:gd name="connsiteY58" fmla="*/ 1417460 h 2237474"/>
              <a:gd name="connsiteX59" fmla="*/ 7483437 w 12192000"/>
              <a:gd name="connsiteY59" fmla="*/ 1478152 h 2237474"/>
              <a:gd name="connsiteX60" fmla="*/ 7377870 w 12192000"/>
              <a:gd name="connsiteY60" fmla="*/ 1523319 h 2237474"/>
              <a:gd name="connsiteX61" fmla="*/ 7230737 w 12192000"/>
              <a:gd name="connsiteY61" fmla="*/ 1562633 h 2237474"/>
              <a:gd name="connsiteX62" fmla="*/ 7224458 w 12192000"/>
              <a:gd name="connsiteY62" fmla="*/ 1573008 h 2237474"/>
              <a:gd name="connsiteX63" fmla="*/ 7183121 w 12192000"/>
              <a:gd name="connsiteY63" fmla="*/ 1595162 h 2237474"/>
              <a:gd name="connsiteX64" fmla="*/ 7164601 w 12192000"/>
              <a:gd name="connsiteY64" fmla="*/ 1606490 h 2237474"/>
              <a:gd name="connsiteX65" fmla="*/ 7092727 w 12192000"/>
              <a:gd name="connsiteY65" fmla="*/ 1623628 h 2237474"/>
              <a:gd name="connsiteX66" fmla="*/ 7031309 w 12192000"/>
              <a:gd name="connsiteY66" fmla="*/ 1619451 h 2237474"/>
              <a:gd name="connsiteX67" fmla="*/ 6900177 w 12192000"/>
              <a:gd name="connsiteY67" fmla="*/ 1636016 h 2237474"/>
              <a:gd name="connsiteX68" fmla="*/ 6795372 w 12192000"/>
              <a:gd name="connsiteY68" fmla="*/ 1644845 h 2237474"/>
              <a:gd name="connsiteX69" fmla="*/ 6692251 w 12192000"/>
              <a:gd name="connsiteY69" fmla="*/ 1656357 h 2237474"/>
              <a:gd name="connsiteX70" fmla="*/ 6655235 w 12192000"/>
              <a:gd name="connsiteY70" fmla="*/ 1661869 h 2237474"/>
              <a:gd name="connsiteX71" fmla="*/ 6554894 w 12192000"/>
              <a:gd name="connsiteY71" fmla="*/ 1664428 h 2237474"/>
              <a:gd name="connsiteX72" fmla="*/ 6516595 w 12192000"/>
              <a:gd name="connsiteY72" fmla="*/ 1667475 h 2237474"/>
              <a:gd name="connsiteX73" fmla="*/ 6508541 w 12192000"/>
              <a:gd name="connsiteY73" fmla="*/ 1668757 h 2237474"/>
              <a:gd name="connsiteX74" fmla="*/ 6471012 w 12192000"/>
              <a:gd name="connsiteY74" fmla="*/ 1678604 h 2237474"/>
              <a:gd name="connsiteX75" fmla="*/ 6364035 w 12192000"/>
              <a:gd name="connsiteY75" fmla="*/ 1667683 h 2237474"/>
              <a:gd name="connsiteX76" fmla="*/ 6280959 w 12192000"/>
              <a:gd name="connsiteY76" fmla="*/ 1689329 h 2237474"/>
              <a:gd name="connsiteX77" fmla="*/ 6243319 w 12192000"/>
              <a:gd name="connsiteY77" fmla="*/ 1695560 h 2237474"/>
              <a:gd name="connsiteX78" fmla="*/ 6098321 w 12192000"/>
              <a:gd name="connsiteY78" fmla="*/ 1721646 h 2237474"/>
              <a:gd name="connsiteX79" fmla="*/ 5880652 w 12192000"/>
              <a:gd name="connsiteY79" fmla="*/ 1779643 h 2237474"/>
              <a:gd name="connsiteX80" fmla="*/ 5785959 w 12192000"/>
              <a:gd name="connsiteY80" fmla="*/ 1775307 h 2237474"/>
              <a:gd name="connsiteX81" fmla="*/ 5643534 w 12192000"/>
              <a:gd name="connsiteY81" fmla="*/ 1802919 h 2237474"/>
              <a:gd name="connsiteX82" fmla="*/ 5518799 w 12192000"/>
              <a:gd name="connsiteY82" fmla="*/ 1818312 h 2237474"/>
              <a:gd name="connsiteX83" fmla="*/ 5505014 w 12192000"/>
              <a:gd name="connsiteY83" fmla="*/ 1819259 h 2237474"/>
              <a:gd name="connsiteX84" fmla="*/ 5453307 w 12192000"/>
              <a:gd name="connsiteY84" fmla="*/ 1815450 h 2237474"/>
              <a:gd name="connsiteX85" fmla="*/ 5259633 w 12192000"/>
              <a:gd name="connsiteY85" fmla="*/ 1837160 h 2237474"/>
              <a:gd name="connsiteX86" fmla="*/ 5149802 w 12192000"/>
              <a:gd name="connsiteY86" fmla="*/ 1844846 h 2237474"/>
              <a:gd name="connsiteX87" fmla="*/ 5114927 w 12192000"/>
              <a:gd name="connsiteY87" fmla="*/ 1847827 h 2237474"/>
              <a:gd name="connsiteX88" fmla="*/ 5108970 w 12192000"/>
              <a:gd name="connsiteY88" fmla="*/ 1847935 h 2237474"/>
              <a:gd name="connsiteX89" fmla="*/ 5067961 w 12192000"/>
              <a:gd name="connsiteY89" fmla="*/ 1845917 h 2237474"/>
              <a:gd name="connsiteX90" fmla="*/ 5007075 w 12192000"/>
              <a:gd name="connsiteY90" fmla="*/ 1838626 h 2237474"/>
              <a:gd name="connsiteX91" fmla="*/ 4944087 w 12192000"/>
              <a:gd name="connsiteY91" fmla="*/ 1823332 h 2237474"/>
              <a:gd name="connsiteX92" fmla="*/ 4907662 w 12192000"/>
              <a:gd name="connsiteY92" fmla="*/ 1816900 h 2237474"/>
              <a:gd name="connsiteX93" fmla="*/ 4882386 w 12192000"/>
              <a:gd name="connsiteY93" fmla="*/ 1809844 h 2237474"/>
              <a:gd name="connsiteX94" fmla="*/ 4811440 w 12192000"/>
              <a:gd name="connsiteY94" fmla="*/ 1804655 h 2237474"/>
              <a:gd name="connsiteX95" fmla="*/ 4691075 w 12192000"/>
              <a:gd name="connsiteY95" fmla="*/ 1801389 h 2237474"/>
              <a:gd name="connsiteX96" fmla="*/ 4611738 w 12192000"/>
              <a:gd name="connsiteY96" fmla="*/ 1776964 h 2237474"/>
              <a:gd name="connsiteX97" fmla="*/ 4560070 w 12192000"/>
              <a:gd name="connsiteY97" fmla="*/ 1785640 h 2237474"/>
              <a:gd name="connsiteX98" fmla="*/ 4536503 w 12192000"/>
              <a:gd name="connsiteY98" fmla="*/ 1785334 h 2237474"/>
              <a:gd name="connsiteX99" fmla="*/ 4513724 w 12192000"/>
              <a:gd name="connsiteY99" fmla="*/ 1791996 h 2237474"/>
              <a:gd name="connsiteX100" fmla="*/ 4459810 w 12192000"/>
              <a:gd name="connsiteY100" fmla="*/ 1797886 h 2237474"/>
              <a:gd name="connsiteX101" fmla="*/ 4379064 w 12192000"/>
              <a:gd name="connsiteY101" fmla="*/ 1817177 h 2237474"/>
              <a:gd name="connsiteX102" fmla="*/ 4319209 w 12192000"/>
              <a:gd name="connsiteY102" fmla="*/ 1834833 h 2237474"/>
              <a:gd name="connsiteX103" fmla="*/ 4290981 w 12192000"/>
              <a:gd name="connsiteY103" fmla="*/ 1839677 h 2237474"/>
              <a:gd name="connsiteX104" fmla="*/ 4285792 w 12192000"/>
              <a:gd name="connsiteY104" fmla="*/ 1836231 h 2237474"/>
              <a:gd name="connsiteX105" fmla="*/ 4238372 w 12192000"/>
              <a:gd name="connsiteY105" fmla="*/ 1851480 h 2237474"/>
              <a:gd name="connsiteX106" fmla="*/ 4232517 w 12192000"/>
              <a:gd name="connsiteY106" fmla="*/ 1852567 h 2237474"/>
              <a:gd name="connsiteX107" fmla="*/ 4191732 w 12192000"/>
              <a:gd name="connsiteY107" fmla="*/ 1857328 h 2237474"/>
              <a:gd name="connsiteX108" fmla="*/ 4065532 w 12192000"/>
              <a:gd name="connsiteY108" fmla="*/ 1855477 h 2237474"/>
              <a:gd name="connsiteX109" fmla="*/ 4028460 w 12192000"/>
              <a:gd name="connsiteY109" fmla="*/ 1855137 h 2237474"/>
              <a:gd name="connsiteX110" fmla="*/ 4002267 w 12192000"/>
              <a:gd name="connsiteY110" fmla="*/ 1852352 h 2237474"/>
              <a:gd name="connsiteX111" fmla="*/ 3931396 w 12192000"/>
              <a:gd name="connsiteY111" fmla="*/ 1858915 h 2237474"/>
              <a:gd name="connsiteX112" fmla="*/ 3812162 w 12192000"/>
              <a:gd name="connsiteY112" fmla="*/ 1875501 h 2237474"/>
              <a:gd name="connsiteX113" fmla="*/ 3729530 w 12192000"/>
              <a:gd name="connsiteY113" fmla="*/ 1864513 h 2237474"/>
              <a:gd name="connsiteX114" fmla="*/ 3680177 w 12192000"/>
              <a:gd name="connsiteY114" fmla="*/ 1881552 h 2237474"/>
              <a:gd name="connsiteX115" fmla="*/ 3567259 w 12192000"/>
              <a:gd name="connsiteY115" fmla="*/ 1893482 h 2237474"/>
              <a:gd name="connsiteX116" fmla="*/ 3405770 w 12192000"/>
              <a:gd name="connsiteY116" fmla="*/ 1904591 h 2237474"/>
              <a:gd name="connsiteX117" fmla="*/ 3280097 w 12192000"/>
              <a:gd name="connsiteY117" fmla="*/ 1919610 h 2237474"/>
              <a:gd name="connsiteX118" fmla="*/ 3123424 w 12192000"/>
              <a:gd name="connsiteY118" fmla="*/ 1952930 h 2237474"/>
              <a:gd name="connsiteX119" fmla="*/ 3009910 w 12192000"/>
              <a:gd name="connsiteY119" fmla="*/ 1957866 h 2237474"/>
              <a:gd name="connsiteX120" fmla="*/ 2995934 w 12192000"/>
              <a:gd name="connsiteY120" fmla="*/ 1967085 h 2237474"/>
              <a:gd name="connsiteX121" fmla="*/ 2980071 w 12192000"/>
              <a:gd name="connsiteY121" fmla="*/ 1972988 h 2237474"/>
              <a:gd name="connsiteX122" fmla="*/ 2978094 w 12192000"/>
              <a:gd name="connsiteY122" fmla="*/ 1972369 h 2237474"/>
              <a:gd name="connsiteX123" fmla="*/ 2942858 w 12192000"/>
              <a:gd name="connsiteY123" fmla="*/ 1981367 h 2237474"/>
              <a:gd name="connsiteX124" fmla="*/ 2875436 w 12192000"/>
              <a:gd name="connsiteY124" fmla="*/ 1996977 h 2237474"/>
              <a:gd name="connsiteX125" fmla="*/ 2874892 w 12192000"/>
              <a:gd name="connsiteY125" fmla="*/ 1996085 h 2237474"/>
              <a:gd name="connsiteX126" fmla="*/ 2864145 w 12192000"/>
              <a:gd name="connsiteY126" fmla="*/ 1994061 h 2237474"/>
              <a:gd name="connsiteX127" fmla="*/ 2843662 w 12192000"/>
              <a:gd name="connsiteY127" fmla="*/ 1992498 h 2237474"/>
              <a:gd name="connsiteX128" fmla="*/ 2796128 w 12192000"/>
              <a:gd name="connsiteY128" fmla="*/ 1976403 h 2237474"/>
              <a:gd name="connsiteX129" fmla="*/ 2756784 w 12192000"/>
              <a:gd name="connsiteY129" fmla="*/ 1985116 h 2237474"/>
              <a:gd name="connsiteX130" fmla="*/ 2748833 w 12192000"/>
              <a:gd name="connsiteY130" fmla="*/ 1986323 h 2237474"/>
              <a:gd name="connsiteX131" fmla="*/ 2748661 w 12192000"/>
              <a:gd name="connsiteY131" fmla="*/ 1986122 h 2237474"/>
              <a:gd name="connsiteX132" fmla="*/ 2740251 w 12192000"/>
              <a:gd name="connsiteY132" fmla="*/ 1986946 h 2237474"/>
              <a:gd name="connsiteX133" fmla="*/ 2718916 w 12192000"/>
              <a:gd name="connsiteY133" fmla="*/ 1990867 h 2237474"/>
              <a:gd name="connsiteX134" fmla="*/ 2713522 w 12192000"/>
              <a:gd name="connsiteY134" fmla="*/ 1990173 h 2237474"/>
              <a:gd name="connsiteX135" fmla="*/ 2680597 w 12192000"/>
              <a:gd name="connsiteY135" fmla="*/ 1984996 h 2237474"/>
              <a:gd name="connsiteX136" fmla="*/ 2578178 w 12192000"/>
              <a:gd name="connsiteY136" fmla="*/ 1990531 h 2237474"/>
              <a:gd name="connsiteX137" fmla="*/ 2476147 w 12192000"/>
              <a:gd name="connsiteY137" fmla="*/ 1998305 h 2237474"/>
              <a:gd name="connsiteX138" fmla="*/ 2373568 w 12192000"/>
              <a:gd name="connsiteY138" fmla="*/ 2003219 h 2237474"/>
              <a:gd name="connsiteX139" fmla="*/ 2321399 w 12192000"/>
              <a:gd name="connsiteY139" fmla="*/ 1989467 h 2237474"/>
              <a:gd name="connsiteX140" fmla="*/ 2315525 w 12192000"/>
              <a:gd name="connsiteY140" fmla="*/ 1989708 h 2237474"/>
              <a:gd name="connsiteX141" fmla="*/ 2300792 w 12192000"/>
              <a:gd name="connsiteY141" fmla="*/ 1994290 h 2237474"/>
              <a:gd name="connsiteX142" fmla="*/ 2295469 w 12192000"/>
              <a:gd name="connsiteY142" fmla="*/ 1996659 h 2237474"/>
              <a:gd name="connsiteX143" fmla="*/ 2287219 w 12192000"/>
              <a:gd name="connsiteY143" fmla="*/ 1998750 h 2237474"/>
              <a:gd name="connsiteX144" fmla="*/ 2286948 w 12192000"/>
              <a:gd name="connsiteY144" fmla="*/ 1998596 h 2237474"/>
              <a:gd name="connsiteX145" fmla="*/ 2243069 w 12192000"/>
              <a:gd name="connsiteY145" fmla="*/ 2015111 h 2237474"/>
              <a:gd name="connsiteX146" fmla="*/ 2186609 w 12192000"/>
              <a:gd name="connsiteY146" fmla="*/ 2008263 h 2237474"/>
              <a:gd name="connsiteX147" fmla="*/ 2164831 w 12192000"/>
              <a:gd name="connsiteY147" fmla="*/ 2010143 h 2237474"/>
              <a:gd name="connsiteX148" fmla="*/ 2152836 w 12192000"/>
              <a:gd name="connsiteY148" fmla="*/ 2010048 h 2237474"/>
              <a:gd name="connsiteX149" fmla="*/ 2117102 w 12192000"/>
              <a:gd name="connsiteY149" fmla="*/ 2023004 h 2237474"/>
              <a:gd name="connsiteX150" fmla="*/ 2111935 w 12192000"/>
              <a:gd name="connsiteY150" fmla="*/ 2023163 h 2237474"/>
              <a:gd name="connsiteX151" fmla="*/ 2089991 w 12192000"/>
              <a:gd name="connsiteY151" fmla="*/ 2034193 h 2237474"/>
              <a:gd name="connsiteX152" fmla="*/ 2058061 w 12192000"/>
              <a:gd name="connsiteY152" fmla="*/ 2047942 h 2237474"/>
              <a:gd name="connsiteX153" fmla="*/ 2055737 w 12192000"/>
              <a:gd name="connsiteY153" fmla="*/ 2047704 h 2237474"/>
              <a:gd name="connsiteX154" fmla="*/ 2042244 w 12192000"/>
              <a:gd name="connsiteY154" fmla="*/ 2055560 h 2237474"/>
              <a:gd name="connsiteX155" fmla="*/ 1976224 w 12192000"/>
              <a:gd name="connsiteY155" fmla="*/ 2074257 h 2237474"/>
              <a:gd name="connsiteX156" fmla="*/ 1877728 w 12192000"/>
              <a:gd name="connsiteY156" fmla="*/ 2101004 h 2237474"/>
              <a:gd name="connsiteX157" fmla="*/ 1759056 w 12192000"/>
              <a:gd name="connsiteY157" fmla="*/ 2125608 h 2237474"/>
              <a:gd name="connsiteX158" fmla="*/ 1637948 w 12192000"/>
              <a:gd name="connsiteY158" fmla="*/ 2172597 h 2237474"/>
              <a:gd name="connsiteX159" fmla="*/ 1434549 w 12192000"/>
              <a:gd name="connsiteY159" fmla="*/ 2234522 h 2237474"/>
              <a:gd name="connsiteX160" fmla="*/ 1398481 w 12192000"/>
              <a:gd name="connsiteY160" fmla="*/ 2237074 h 2237474"/>
              <a:gd name="connsiteX161" fmla="*/ 1398407 w 12192000"/>
              <a:gd name="connsiteY161" fmla="*/ 2237095 h 2237474"/>
              <a:gd name="connsiteX162" fmla="*/ 1370962 w 12192000"/>
              <a:gd name="connsiteY162" fmla="*/ 2237474 h 2237474"/>
              <a:gd name="connsiteX163" fmla="*/ 1356367 w 12192000"/>
              <a:gd name="connsiteY163" fmla="*/ 2235089 h 2237474"/>
              <a:gd name="connsiteX164" fmla="*/ 1324828 w 12192000"/>
              <a:gd name="connsiteY164" fmla="*/ 2231968 h 2237474"/>
              <a:gd name="connsiteX165" fmla="*/ 1297744 w 12192000"/>
              <a:gd name="connsiteY165" fmla="*/ 2235849 h 2237474"/>
              <a:gd name="connsiteX166" fmla="*/ 1286236 w 12192000"/>
              <a:gd name="connsiteY166" fmla="*/ 2233135 h 2237474"/>
              <a:gd name="connsiteX167" fmla="*/ 1283504 w 12192000"/>
              <a:gd name="connsiteY167" fmla="*/ 2233797 h 2237474"/>
              <a:gd name="connsiteX168" fmla="*/ 1279765 w 12192000"/>
              <a:gd name="connsiteY168" fmla="*/ 2229639 h 2237474"/>
              <a:gd name="connsiteX169" fmla="*/ 1195347 w 12192000"/>
              <a:gd name="connsiteY169" fmla="*/ 2212354 h 2237474"/>
              <a:gd name="connsiteX170" fmla="*/ 970251 w 12192000"/>
              <a:gd name="connsiteY170" fmla="*/ 2221029 h 2237474"/>
              <a:gd name="connsiteX171" fmla="*/ 812914 w 12192000"/>
              <a:gd name="connsiteY171" fmla="*/ 2202752 h 2237474"/>
              <a:gd name="connsiteX172" fmla="*/ 800195 w 12192000"/>
              <a:gd name="connsiteY172" fmla="*/ 2209407 h 2237474"/>
              <a:gd name="connsiteX173" fmla="*/ 784978 w 12192000"/>
              <a:gd name="connsiteY173" fmla="*/ 2212360 h 2237474"/>
              <a:gd name="connsiteX174" fmla="*/ 681987 w 12192000"/>
              <a:gd name="connsiteY174" fmla="*/ 2216757 h 2237474"/>
              <a:gd name="connsiteX175" fmla="*/ 669923 w 12192000"/>
              <a:gd name="connsiteY175" fmla="*/ 2211682 h 2237474"/>
              <a:gd name="connsiteX176" fmla="*/ 648680 w 12192000"/>
              <a:gd name="connsiteY176" fmla="*/ 2206229 h 2237474"/>
              <a:gd name="connsiteX177" fmla="*/ 597225 w 12192000"/>
              <a:gd name="connsiteY177" fmla="*/ 2180999 h 2237474"/>
              <a:gd name="connsiteX178" fmla="*/ 558449 w 12192000"/>
              <a:gd name="connsiteY178" fmla="*/ 2182346 h 2237474"/>
              <a:gd name="connsiteX179" fmla="*/ 550517 w 12192000"/>
              <a:gd name="connsiteY179" fmla="*/ 2182060 h 2237474"/>
              <a:gd name="connsiteX180" fmla="*/ 550309 w 12192000"/>
              <a:gd name="connsiteY180" fmla="*/ 2181825 h 2237474"/>
              <a:gd name="connsiteX181" fmla="*/ 541836 w 12192000"/>
              <a:gd name="connsiteY181" fmla="*/ 2181063 h 2237474"/>
              <a:gd name="connsiteX182" fmla="*/ 536057 w 12192000"/>
              <a:gd name="connsiteY182" fmla="*/ 2181537 h 2237474"/>
              <a:gd name="connsiteX183" fmla="*/ 520671 w 12192000"/>
              <a:gd name="connsiteY183" fmla="*/ 2180980 h 2237474"/>
              <a:gd name="connsiteX184" fmla="*/ 515024 w 12192000"/>
              <a:gd name="connsiteY184" fmla="*/ 2179258 h 2237474"/>
              <a:gd name="connsiteX185" fmla="*/ 512278 w 12192000"/>
              <a:gd name="connsiteY185" fmla="*/ 2176369 h 2237474"/>
              <a:gd name="connsiteX186" fmla="*/ 480419 w 12192000"/>
              <a:gd name="connsiteY186" fmla="*/ 2167807 h 2237474"/>
              <a:gd name="connsiteX187" fmla="*/ 413835 w 12192000"/>
              <a:gd name="connsiteY187" fmla="*/ 2156783 h 2237474"/>
              <a:gd name="connsiteX188" fmla="*/ 376513 w 12192000"/>
              <a:gd name="connsiteY188" fmla="*/ 2154014 h 2237474"/>
              <a:gd name="connsiteX189" fmla="*/ 273386 w 12192000"/>
              <a:gd name="connsiteY189" fmla="*/ 2142551 h 2237474"/>
              <a:gd name="connsiteX190" fmla="*/ 169207 w 12192000"/>
              <a:gd name="connsiteY190" fmla="*/ 2128100 h 2237474"/>
              <a:gd name="connsiteX191" fmla="*/ 93149 w 12192000"/>
              <a:gd name="connsiteY191" fmla="*/ 2105324 h 2237474"/>
              <a:gd name="connsiteX192" fmla="*/ 88109 w 12192000"/>
              <a:gd name="connsiteY192" fmla="*/ 2106704 h 2237474"/>
              <a:gd name="connsiteX193" fmla="*/ 80022 w 12192000"/>
              <a:gd name="connsiteY193" fmla="*/ 2107254 h 2237474"/>
              <a:gd name="connsiteX194" fmla="*/ 79717 w 12192000"/>
              <a:gd name="connsiteY194" fmla="*/ 2107046 h 2237474"/>
              <a:gd name="connsiteX195" fmla="*/ 72352 w 12192000"/>
              <a:gd name="connsiteY195" fmla="*/ 2107991 h 2237474"/>
              <a:gd name="connsiteX196" fmla="*/ 37645 w 12192000"/>
              <a:gd name="connsiteY196" fmla="*/ 2115401 h 2237474"/>
              <a:gd name="connsiteX197" fmla="*/ 4572 w 12192000"/>
              <a:gd name="connsiteY197" fmla="*/ 2111091 h 2237474"/>
              <a:gd name="connsiteX198" fmla="*/ 0 w 12192000"/>
              <a:gd name="connsiteY198" fmla="*/ 2110468 h 2237474"/>
              <a:gd name="connsiteX199" fmla="*/ 0 w 12192000"/>
              <a:gd name="connsiteY199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958984 w 12192000"/>
              <a:gd name="connsiteY38" fmla="*/ 1057212 h 2237474"/>
              <a:gd name="connsiteX39" fmla="*/ 8886001 w 12192000"/>
              <a:gd name="connsiteY39" fmla="*/ 1067468 h 2237474"/>
              <a:gd name="connsiteX40" fmla="*/ 8838610 w 12192000"/>
              <a:gd name="connsiteY40" fmla="*/ 1075091 h 2237474"/>
              <a:gd name="connsiteX41" fmla="*/ 8750383 w 12192000"/>
              <a:gd name="connsiteY41" fmla="*/ 1097387 h 2237474"/>
              <a:gd name="connsiteX42" fmla="*/ 8665605 w 12192000"/>
              <a:gd name="connsiteY42" fmla="*/ 1110791 h 2237474"/>
              <a:gd name="connsiteX43" fmla="*/ 8584946 w 12192000"/>
              <a:gd name="connsiteY43" fmla="*/ 1135226 h 2237474"/>
              <a:gd name="connsiteX44" fmla="*/ 8460755 w 12192000"/>
              <a:gd name="connsiteY44" fmla="*/ 1203427 h 2237474"/>
              <a:gd name="connsiteX45" fmla="*/ 8419755 w 12192000"/>
              <a:gd name="connsiteY45" fmla="*/ 1216260 h 2237474"/>
              <a:gd name="connsiteX46" fmla="*/ 8411626 w 12192000"/>
              <a:gd name="connsiteY46" fmla="*/ 1214397 h 2237474"/>
              <a:gd name="connsiteX47" fmla="*/ 8363469 w 12192000"/>
              <a:gd name="connsiteY47" fmla="*/ 1246658 h 2237474"/>
              <a:gd name="connsiteX48" fmla="*/ 8275497 w 12192000"/>
              <a:gd name="connsiteY48" fmla="*/ 1264396 h 2237474"/>
              <a:gd name="connsiteX49" fmla="*/ 8206287 w 12192000"/>
              <a:gd name="connsiteY49" fmla="*/ 1273060 h 2237474"/>
              <a:gd name="connsiteX50" fmla="*/ 8168705 w 12192000"/>
              <a:gd name="connsiteY50" fmla="*/ 1279956 h 2237474"/>
              <a:gd name="connsiteX51" fmla="*/ 8139997 w 12192000"/>
              <a:gd name="connsiteY51" fmla="*/ 1282713 h 2237474"/>
              <a:gd name="connsiteX52" fmla="*/ 8074238 w 12192000"/>
              <a:gd name="connsiteY52" fmla="*/ 1301895 h 2237474"/>
              <a:gd name="connsiteX53" fmla="*/ 7968292 w 12192000"/>
              <a:gd name="connsiteY53" fmla="*/ 1338779 h 2237474"/>
              <a:gd name="connsiteX54" fmla="*/ 7902328 w 12192000"/>
              <a:gd name="connsiteY54" fmla="*/ 1345865 h 2237474"/>
              <a:gd name="connsiteX55" fmla="*/ 7875879 w 12192000"/>
              <a:gd name="connsiteY55" fmla="*/ 1345646 h 2237474"/>
              <a:gd name="connsiteX56" fmla="*/ 7840612 w 12192000"/>
              <a:gd name="connsiteY56" fmla="*/ 1369373 h 2237474"/>
              <a:gd name="connsiteX57" fmla="*/ 7786819 w 12192000"/>
              <a:gd name="connsiteY57" fmla="*/ 1378970 h 2237474"/>
              <a:gd name="connsiteX58" fmla="*/ 7548172 w 12192000"/>
              <a:gd name="connsiteY58" fmla="*/ 1417460 h 2237474"/>
              <a:gd name="connsiteX59" fmla="*/ 7483437 w 12192000"/>
              <a:gd name="connsiteY59" fmla="*/ 1478152 h 2237474"/>
              <a:gd name="connsiteX60" fmla="*/ 7377870 w 12192000"/>
              <a:gd name="connsiteY60" fmla="*/ 1523319 h 2237474"/>
              <a:gd name="connsiteX61" fmla="*/ 7230737 w 12192000"/>
              <a:gd name="connsiteY61" fmla="*/ 1562633 h 2237474"/>
              <a:gd name="connsiteX62" fmla="*/ 7224458 w 12192000"/>
              <a:gd name="connsiteY62" fmla="*/ 1573008 h 2237474"/>
              <a:gd name="connsiteX63" fmla="*/ 7183121 w 12192000"/>
              <a:gd name="connsiteY63" fmla="*/ 1595162 h 2237474"/>
              <a:gd name="connsiteX64" fmla="*/ 7164601 w 12192000"/>
              <a:gd name="connsiteY64" fmla="*/ 1606490 h 2237474"/>
              <a:gd name="connsiteX65" fmla="*/ 7092727 w 12192000"/>
              <a:gd name="connsiteY65" fmla="*/ 1623628 h 2237474"/>
              <a:gd name="connsiteX66" fmla="*/ 7031309 w 12192000"/>
              <a:gd name="connsiteY66" fmla="*/ 1619451 h 2237474"/>
              <a:gd name="connsiteX67" fmla="*/ 6900177 w 12192000"/>
              <a:gd name="connsiteY67" fmla="*/ 1636016 h 2237474"/>
              <a:gd name="connsiteX68" fmla="*/ 6795372 w 12192000"/>
              <a:gd name="connsiteY68" fmla="*/ 1644845 h 2237474"/>
              <a:gd name="connsiteX69" fmla="*/ 6692251 w 12192000"/>
              <a:gd name="connsiteY69" fmla="*/ 1656357 h 2237474"/>
              <a:gd name="connsiteX70" fmla="*/ 6655235 w 12192000"/>
              <a:gd name="connsiteY70" fmla="*/ 1661869 h 2237474"/>
              <a:gd name="connsiteX71" fmla="*/ 6554894 w 12192000"/>
              <a:gd name="connsiteY71" fmla="*/ 1664428 h 2237474"/>
              <a:gd name="connsiteX72" fmla="*/ 6516595 w 12192000"/>
              <a:gd name="connsiteY72" fmla="*/ 1667475 h 2237474"/>
              <a:gd name="connsiteX73" fmla="*/ 6508541 w 12192000"/>
              <a:gd name="connsiteY73" fmla="*/ 1668757 h 2237474"/>
              <a:gd name="connsiteX74" fmla="*/ 6471012 w 12192000"/>
              <a:gd name="connsiteY74" fmla="*/ 1678604 h 2237474"/>
              <a:gd name="connsiteX75" fmla="*/ 6364035 w 12192000"/>
              <a:gd name="connsiteY75" fmla="*/ 1667683 h 2237474"/>
              <a:gd name="connsiteX76" fmla="*/ 6280959 w 12192000"/>
              <a:gd name="connsiteY76" fmla="*/ 1689329 h 2237474"/>
              <a:gd name="connsiteX77" fmla="*/ 6243319 w 12192000"/>
              <a:gd name="connsiteY77" fmla="*/ 1695560 h 2237474"/>
              <a:gd name="connsiteX78" fmla="*/ 6098321 w 12192000"/>
              <a:gd name="connsiteY78" fmla="*/ 1721646 h 2237474"/>
              <a:gd name="connsiteX79" fmla="*/ 5880652 w 12192000"/>
              <a:gd name="connsiteY79" fmla="*/ 1779643 h 2237474"/>
              <a:gd name="connsiteX80" fmla="*/ 5785959 w 12192000"/>
              <a:gd name="connsiteY80" fmla="*/ 1775307 h 2237474"/>
              <a:gd name="connsiteX81" fmla="*/ 5643534 w 12192000"/>
              <a:gd name="connsiteY81" fmla="*/ 1802919 h 2237474"/>
              <a:gd name="connsiteX82" fmla="*/ 5518799 w 12192000"/>
              <a:gd name="connsiteY82" fmla="*/ 1818312 h 2237474"/>
              <a:gd name="connsiteX83" fmla="*/ 5505014 w 12192000"/>
              <a:gd name="connsiteY83" fmla="*/ 1819259 h 2237474"/>
              <a:gd name="connsiteX84" fmla="*/ 5453307 w 12192000"/>
              <a:gd name="connsiteY84" fmla="*/ 1815450 h 2237474"/>
              <a:gd name="connsiteX85" fmla="*/ 5259633 w 12192000"/>
              <a:gd name="connsiteY85" fmla="*/ 1837160 h 2237474"/>
              <a:gd name="connsiteX86" fmla="*/ 5149802 w 12192000"/>
              <a:gd name="connsiteY86" fmla="*/ 1844846 h 2237474"/>
              <a:gd name="connsiteX87" fmla="*/ 5114927 w 12192000"/>
              <a:gd name="connsiteY87" fmla="*/ 1847827 h 2237474"/>
              <a:gd name="connsiteX88" fmla="*/ 5108970 w 12192000"/>
              <a:gd name="connsiteY88" fmla="*/ 1847935 h 2237474"/>
              <a:gd name="connsiteX89" fmla="*/ 5067961 w 12192000"/>
              <a:gd name="connsiteY89" fmla="*/ 1845917 h 2237474"/>
              <a:gd name="connsiteX90" fmla="*/ 5007075 w 12192000"/>
              <a:gd name="connsiteY90" fmla="*/ 1838626 h 2237474"/>
              <a:gd name="connsiteX91" fmla="*/ 4944087 w 12192000"/>
              <a:gd name="connsiteY91" fmla="*/ 1823332 h 2237474"/>
              <a:gd name="connsiteX92" fmla="*/ 4907662 w 12192000"/>
              <a:gd name="connsiteY92" fmla="*/ 1816900 h 2237474"/>
              <a:gd name="connsiteX93" fmla="*/ 4882386 w 12192000"/>
              <a:gd name="connsiteY93" fmla="*/ 1809844 h 2237474"/>
              <a:gd name="connsiteX94" fmla="*/ 4811440 w 12192000"/>
              <a:gd name="connsiteY94" fmla="*/ 1804655 h 2237474"/>
              <a:gd name="connsiteX95" fmla="*/ 4691075 w 12192000"/>
              <a:gd name="connsiteY95" fmla="*/ 1801389 h 2237474"/>
              <a:gd name="connsiteX96" fmla="*/ 4611738 w 12192000"/>
              <a:gd name="connsiteY96" fmla="*/ 1776964 h 2237474"/>
              <a:gd name="connsiteX97" fmla="*/ 4560070 w 12192000"/>
              <a:gd name="connsiteY97" fmla="*/ 1785640 h 2237474"/>
              <a:gd name="connsiteX98" fmla="*/ 4536503 w 12192000"/>
              <a:gd name="connsiteY98" fmla="*/ 1785334 h 2237474"/>
              <a:gd name="connsiteX99" fmla="*/ 4513724 w 12192000"/>
              <a:gd name="connsiteY99" fmla="*/ 1791996 h 2237474"/>
              <a:gd name="connsiteX100" fmla="*/ 4459810 w 12192000"/>
              <a:gd name="connsiteY100" fmla="*/ 1797886 h 2237474"/>
              <a:gd name="connsiteX101" fmla="*/ 4379064 w 12192000"/>
              <a:gd name="connsiteY101" fmla="*/ 1817177 h 2237474"/>
              <a:gd name="connsiteX102" fmla="*/ 4319209 w 12192000"/>
              <a:gd name="connsiteY102" fmla="*/ 1834833 h 2237474"/>
              <a:gd name="connsiteX103" fmla="*/ 4290981 w 12192000"/>
              <a:gd name="connsiteY103" fmla="*/ 1839677 h 2237474"/>
              <a:gd name="connsiteX104" fmla="*/ 4285792 w 12192000"/>
              <a:gd name="connsiteY104" fmla="*/ 1836231 h 2237474"/>
              <a:gd name="connsiteX105" fmla="*/ 4238372 w 12192000"/>
              <a:gd name="connsiteY105" fmla="*/ 1851480 h 2237474"/>
              <a:gd name="connsiteX106" fmla="*/ 4232517 w 12192000"/>
              <a:gd name="connsiteY106" fmla="*/ 1852567 h 2237474"/>
              <a:gd name="connsiteX107" fmla="*/ 4191732 w 12192000"/>
              <a:gd name="connsiteY107" fmla="*/ 1857328 h 2237474"/>
              <a:gd name="connsiteX108" fmla="*/ 4065532 w 12192000"/>
              <a:gd name="connsiteY108" fmla="*/ 1855477 h 2237474"/>
              <a:gd name="connsiteX109" fmla="*/ 4028460 w 12192000"/>
              <a:gd name="connsiteY109" fmla="*/ 1855137 h 2237474"/>
              <a:gd name="connsiteX110" fmla="*/ 4002267 w 12192000"/>
              <a:gd name="connsiteY110" fmla="*/ 1852352 h 2237474"/>
              <a:gd name="connsiteX111" fmla="*/ 3931396 w 12192000"/>
              <a:gd name="connsiteY111" fmla="*/ 1858915 h 2237474"/>
              <a:gd name="connsiteX112" fmla="*/ 3812162 w 12192000"/>
              <a:gd name="connsiteY112" fmla="*/ 1875501 h 2237474"/>
              <a:gd name="connsiteX113" fmla="*/ 3729530 w 12192000"/>
              <a:gd name="connsiteY113" fmla="*/ 1864513 h 2237474"/>
              <a:gd name="connsiteX114" fmla="*/ 3680177 w 12192000"/>
              <a:gd name="connsiteY114" fmla="*/ 1881552 h 2237474"/>
              <a:gd name="connsiteX115" fmla="*/ 3567259 w 12192000"/>
              <a:gd name="connsiteY115" fmla="*/ 1893482 h 2237474"/>
              <a:gd name="connsiteX116" fmla="*/ 3405770 w 12192000"/>
              <a:gd name="connsiteY116" fmla="*/ 1904591 h 2237474"/>
              <a:gd name="connsiteX117" fmla="*/ 3280097 w 12192000"/>
              <a:gd name="connsiteY117" fmla="*/ 1919610 h 2237474"/>
              <a:gd name="connsiteX118" fmla="*/ 3123424 w 12192000"/>
              <a:gd name="connsiteY118" fmla="*/ 1952930 h 2237474"/>
              <a:gd name="connsiteX119" fmla="*/ 3009910 w 12192000"/>
              <a:gd name="connsiteY119" fmla="*/ 1957866 h 2237474"/>
              <a:gd name="connsiteX120" fmla="*/ 2995934 w 12192000"/>
              <a:gd name="connsiteY120" fmla="*/ 1967085 h 2237474"/>
              <a:gd name="connsiteX121" fmla="*/ 2980071 w 12192000"/>
              <a:gd name="connsiteY121" fmla="*/ 1972988 h 2237474"/>
              <a:gd name="connsiteX122" fmla="*/ 2978094 w 12192000"/>
              <a:gd name="connsiteY122" fmla="*/ 1972369 h 2237474"/>
              <a:gd name="connsiteX123" fmla="*/ 2942858 w 12192000"/>
              <a:gd name="connsiteY123" fmla="*/ 1981367 h 2237474"/>
              <a:gd name="connsiteX124" fmla="*/ 2875436 w 12192000"/>
              <a:gd name="connsiteY124" fmla="*/ 1996977 h 2237474"/>
              <a:gd name="connsiteX125" fmla="*/ 2874892 w 12192000"/>
              <a:gd name="connsiteY125" fmla="*/ 1996085 h 2237474"/>
              <a:gd name="connsiteX126" fmla="*/ 2864145 w 12192000"/>
              <a:gd name="connsiteY126" fmla="*/ 1994061 h 2237474"/>
              <a:gd name="connsiteX127" fmla="*/ 2843662 w 12192000"/>
              <a:gd name="connsiteY127" fmla="*/ 1992498 h 2237474"/>
              <a:gd name="connsiteX128" fmla="*/ 2796128 w 12192000"/>
              <a:gd name="connsiteY128" fmla="*/ 1976403 h 2237474"/>
              <a:gd name="connsiteX129" fmla="*/ 2756784 w 12192000"/>
              <a:gd name="connsiteY129" fmla="*/ 1985116 h 2237474"/>
              <a:gd name="connsiteX130" fmla="*/ 2748833 w 12192000"/>
              <a:gd name="connsiteY130" fmla="*/ 1986323 h 2237474"/>
              <a:gd name="connsiteX131" fmla="*/ 2748661 w 12192000"/>
              <a:gd name="connsiteY131" fmla="*/ 1986122 h 2237474"/>
              <a:gd name="connsiteX132" fmla="*/ 2740251 w 12192000"/>
              <a:gd name="connsiteY132" fmla="*/ 1986946 h 2237474"/>
              <a:gd name="connsiteX133" fmla="*/ 2718916 w 12192000"/>
              <a:gd name="connsiteY133" fmla="*/ 1990867 h 2237474"/>
              <a:gd name="connsiteX134" fmla="*/ 2713522 w 12192000"/>
              <a:gd name="connsiteY134" fmla="*/ 1990173 h 2237474"/>
              <a:gd name="connsiteX135" fmla="*/ 2680597 w 12192000"/>
              <a:gd name="connsiteY135" fmla="*/ 1984996 h 2237474"/>
              <a:gd name="connsiteX136" fmla="*/ 2578178 w 12192000"/>
              <a:gd name="connsiteY136" fmla="*/ 1990531 h 2237474"/>
              <a:gd name="connsiteX137" fmla="*/ 2476147 w 12192000"/>
              <a:gd name="connsiteY137" fmla="*/ 1998305 h 2237474"/>
              <a:gd name="connsiteX138" fmla="*/ 2373568 w 12192000"/>
              <a:gd name="connsiteY138" fmla="*/ 2003219 h 2237474"/>
              <a:gd name="connsiteX139" fmla="*/ 2321399 w 12192000"/>
              <a:gd name="connsiteY139" fmla="*/ 1989467 h 2237474"/>
              <a:gd name="connsiteX140" fmla="*/ 2315525 w 12192000"/>
              <a:gd name="connsiteY140" fmla="*/ 1989708 h 2237474"/>
              <a:gd name="connsiteX141" fmla="*/ 2300792 w 12192000"/>
              <a:gd name="connsiteY141" fmla="*/ 1994290 h 2237474"/>
              <a:gd name="connsiteX142" fmla="*/ 2295469 w 12192000"/>
              <a:gd name="connsiteY142" fmla="*/ 1996659 h 2237474"/>
              <a:gd name="connsiteX143" fmla="*/ 2287219 w 12192000"/>
              <a:gd name="connsiteY143" fmla="*/ 1998750 h 2237474"/>
              <a:gd name="connsiteX144" fmla="*/ 2286948 w 12192000"/>
              <a:gd name="connsiteY144" fmla="*/ 1998596 h 2237474"/>
              <a:gd name="connsiteX145" fmla="*/ 2243069 w 12192000"/>
              <a:gd name="connsiteY145" fmla="*/ 2015111 h 2237474"/>
              <a:gd name="connsiteX146" fmla="*/ 2186609 w 12192000"/>
              <a:gd name="connsiteY146" fmla="*/ 2008263 h 2237474"/>
              <a:gd name="connsiteX147" fmla="*/ 2164831 w 12192000"/>
              <a:gd name="connsiteY147" fmla="*/ 2010143 h 2237474"/>
              <a:gd name="connsiteX148" fmla="*/ 2152836 w 12192000"/>
              <a:gd name="connsiteY148" fmla="*/ 2010048 h 2237474"/>
              <a:gd name="connsiteX149" fmla="*/ 2117102 w 12192000"/>
              <a:gd name="connsiteY149" fmla="*/ 2023004 h 2237474"/>
              <a:gd name="connsiteX150" fmla="*/ 2111935 w 12192000"/>
              <a:gd name="connsiteY150" fmla="*/ 2023163 h 2237474"/>
              <a:gd name="connsiteX151" fmla="*/ 2089991 w 12192000"/>
              <a:gd name="connsiteY151" fmla="*/ 2034193 h 2237474"/>
              <a:gd name="connsiteX152" fmla="*/ 2058061 w 12192000"/>
              <a:gd name="connsiteY152" fmla="*/ 2047942 h 2237474"/>
              <a:gd name="connsiteX153" fmla="*/ 2055737 w 12192000"/>
              <a:gd name="connsiteY153" fmla="*/ 2047704 h 2237474"/>
              <a:gd name="connsiteX154" fmla="*/ 2042244 w 12192000"/>
              <a:gd name="connsiteY154" fmla="*/ 2055560 h 2237474"/>
              <a:gd name="connsiteX155" fmla="*/ 1976224 w 12192000"/>
              <a:gd name="connsiteY155" fmla="*/ 2074257 h 2237474"/>
              <a:gd name="connsiteX156" fmla="*/ 1877728 w 12192000"/>
              <a:gd name="connsiteY156" fmla="*/ 2101004 h 2237474"/>
              <a:gd name="connsiteX157" fmla="*/ 1759056 w 12192000"/>
              <a:gd name="connsiteY157" fmla="*/ 2125608 h 2237474"/>
              <a:gd name="connsiteX158" fmla="*/ 1637948 w 12192000"/>
              <a:gd name="connsiteY158" fmla="*/ 2172597 h 2237474"/>
              <a:gd name="connsiteX159" fmla="*/ 1434549 w 12192000"/>
              <a:gd name="connsiteY159" fmla="*/ 2234522 h 2237474"/>
              <a:gd name="connsiteX160" fmla="*/ 1398481 w 12192000"/>
              <a:gd name="connsiteY160" fmla="*/ 2237074 h 2237474"/>
              <a:gd name="connsiteX161" fmla="*/ 1398407 w 12192000"/>
              <a:gd name="connsiteY161" fmla="*/ 2237095 h 2237474"/>
              <a:gd name="connsiteX162" fmla="*/ 1370962 w 12192000"/>
              <a:gd name="connsiteY162" fmla="*/ 2237474 h 2237474"/>
              <a:gd name="connsiteX163" fmla="*/ 1356367 w 12192000"/>
              <a:gd name="connsiteY163" fmla="*/ 2235089 h 2237474"/>
              <a:gd name="connsiteX164" fmla="*/ 1324828 w 12192000"/>
              <a:gd name="connsiteY164" fmla="*/ 2231968 h 2237474"/>
              <a:gd name="connsiteX165" fmla="*/ 1297744 w 12192000"/>
              <a:gd name="connsiteY165" fmla="*/ 2235849 h 2237474"/>
              <a:gd name="connsiteX166" fmla="*/ 1286236 w 12192000"/>
              <a:gd name="connsiteY166" fmla="*/ 2233135 h 2237474"/>
              <a:gd name="connsiteX167" fmla="*/ 1283504 w 12192000"/>
              <a:gd name="connsiteY167" fmla="*/ 2233797 h 2237474"/>
              <a:gd name="connsiteX168" fmla="*/ 1279765 w 12192000"/>
              <a:gd name="connsiteY168" fmla="*/ 2229639 h 2237474"/>
              <a:gd name="connsiteX169" fmla="*/ 1195347 w 12192000"/>
              <a:gd name="connsiteY169" fmla="*/ 2212354 h 2237474"/>
              <a:gd name="connsiteX170" fmla="*/ 970251 w 12192000"/>
              <a:gd name="connsiteY170" fmla="*/ 2221029 h 2237474"/>
              <a:gd name="connsiteX171" fmla="*/ 812914 w 12192000"/>
              <a:gd name="connsiteY171" fmla="*/ 2202752 h 2237474"/>
              <a:gd name="connsiteX172" fmla="*/ 800195 w 12192000"/>
              <a:gd name="connsiteY172" fmla="*/ 2209407 h 2237474"/>
              <a:gd name="connsiteX173" fmla="*/ 784978 w 12192000"/>
              <a:gd name="connsiteY173" fmla="*/ 2212360 h 2237474"/>
              <a:gd name="connsiteX174" fmla="*/ 681987 w 12192000"/>
              <a:gd name="connsiteY174" fmla="*/ 2216757 h 2237474"/>
              <a:gd name="connsiteX175" fmla="*/ 669923 w 12192000"/>
              <a:gd name="connsiteY175" fmla="*/ 2211682 h 2237474"/>
              <a:gd name="connsiteX176" fmla="*/ 648680 w 12192000"/>
              <a:gd name="connsiteY176" fmla="*/ 2206229 h 2237474"/>
              <a:gd name="connsiteX177" fmla="*/ 597225 w 12192000"/>
              <a:gd name="connsiteY177" fmla="*/ 2180999 h 2237474"/>
              <a:gd name="connsiteX178" fmla="*/ 558449 w 12192000"/>
              <a:gd name="connsiteY178" fmla="*/ 2182346 h 2237474"/>
              <a:gd name="connsiteX179" fmla="*/ 550517 w 12192000"/>
              <a:gd name="connsiteY179" fmla="*/ 2182060 h 2237474"/>
              <a:gd name="connsiteX180" fmla="*/ 550309 w 12192000"/>
              <a:gd name="connsiteY180" fmla="*/ 2181825 h 2237474"/>
              <a:gd name="connsiteX181" fmla="*/ 541836 w 12192000"/>
              <a:gd name="connsiteY181" fmla="*/ 2181063 h 2237474"/>
              <a:gd name="connsiteX182" fmla="*/ 536057 w 12192000"/>
              <a:gd name="connsiteY182" fmla="*/ 2181537 h 2237474"/>
              <a:gd name="connsiteX183" fmla="*/ 520671 w 12192000"/>
              <a:gd name="connsiteY183" fmla="*/ 2180980 h 2237474"/>
              <a:gd name="connsiteX184" fmla="*/ 515024 w 12192000"/>
              <a:gd name="connsiteY184" fmla="*/ 2179258 h 2237474"/>
              <a:gd name="connsiteX185" fmla="*/ 512278 w 12192000"/>
              <a:gd name="connsiteY185" fmla="*/ 2176369 h 2237474"/>
              <a:gd name="connsiteX186" fmla="*/ 480419 w 12192000"/>
              <a:gd name="connsiteY186" fmla="*/ 2167807 h 2237474"/>
              <a:gd name="connsiteX187" fmla="*/ 413835 w 12192000"/>
              <a:gd name="connsiteY187" fmla="*/ 2156783 h 2237474"/>
              <a:gd name="connsiteX188" fmla="*/ 376513 w 12192000"/>
              <a:gd name="connsiteY188" fmla="*/ 2154014 h 2237474"/>
              <a:gd name="connsiteX189" fmla="*/ 273386 w 12192000"/>
              <a:gd name="connsiteY189" fmla="*/ 2142551 h 2237474"/>
              <a:gd name="connsiteX190" fmla="*/ 169207 w 12192000"/>
              <a:gd name="connsiteY190" fmla="*/ 2128100 h 2237474"/>
              <a:gd name="connsiteX191" fmla="*/ 93149 w 12192000"/>
              <a:gd name="connsiteY191" fmla="*/ 2105324 h 2237474"/>
              <a:gd name="connsiteX192" fmla="*/ 88109 w 12192000"/>
              <a:gd name="connsiteY192" fmla="*/ 2106704 h 2237474"/>
              <a:gd name="connsiteX193" fmla="*/ 80022 w 12192000"/>
              <a:gd name="connsiteY193" fmla="*/ 2107254 h 2237474"/>
              <a:gd name="connsiteX194" fmla="*/ 79717 w 12192000"/>
              <a:gd name="connsiteY194" fmla="*/ 2107046 h 2237474"/>
              <a:gd name="connsiteX195" fmla="*/ 72352 w 12192000"/>
              <a:gd name="connsiteY195" fmla="*/ 2107991 h 2237474"/>
              <a:gd name="connsiteX196" fmla="*/ 37645 w 12192000"/>
              <a:gd name="connsiteY196" fmla="*/ 2115401 h 2237474"/>
              <a:gd name="connsiteX197" fmla="*/ 4572 w 12192000"/>
              <a:gd name="connsiteY197" fmla="*/ 2111091 h 2237474"/>
              <a:gd name="connsiteX198" fmla="*/ 0 w 12192000"/>
              <a:gd name="connsiteY198" fmla="*/ 2110468 h 2237474"/>
              <a:gd name="connsiteX199" fmla="*/ 0 w 12192000"/>
              <a:gd name="connsiteY199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958984 w 12192000"/>
              <a:gd name="connsiteY38" fmla="*/ 1057212 h 2237474"/>
              <a:gd name="connsiteX39" fmla="*/ 8886001 w 12192000"/>
              <a:gd name="connsiteY39" fmla="*/ 1067468 h 2237474"/>
              <a:gd name="connsiteX40" fmla="*/ 8838610 w 12192000"/>
              <a:gd name="connsiteY40" fmla="*/ 1075091 h 2237474"/>
              <a:gd name="connsiteX41" fmla="*/ 8750383 w 12192000"/>
              <a:gd name="connsiteY41" fmla="*/ 1097387 h 2237474"/>
              <a:gd name="connsiteX42" fmla="*/ 8665605 w 12192000"/>
              <a:gd name="connsiteY42" fmla="*/ 1110791 h 2237474"/>
              <a:gd name="connsiteX43" fmla="*/ 8584946 w 12192000"/>
              <a:gd name="connsiteY43" fmla="*/ 1135226 h 2237474"/>
              <a:gd name="connsiteX44" fmla="*/ 8460755 w 12192000"/>
              <a:gd name="connsiteY44" fmla="*/ 1203427 h 2237474"/>
              <a:gd name="connsiteX45" fmla="*/ 8419755 w 12192000"/>
              <a:gd name="connsiteY45" fmla="*/ 1216260 h 2237474"/>
              <a:gd name="connsiteX46" fmla="*/ 8411626 w 12192000"/>
              <a:gd name="connsiteY46" fmla="*/ 1214397 h 2237474"/>
              <a:gd name="connsiteX47" fmla="*/ 8363469 w 12192000"/>
              <a:gd name="connsiteY47" fmla="*/ 1246658 h 2237474"/>
              <a:gd name="connsiteX48" fmla="*/ 8275497 w 12192000"/>
              <a:gd name="connsiteY48" fmla="*/ 1264396 h 2237474"/>
              <a:gd name="connsiteX49" fmla="*/ 8206287 w 12192000"/>
              <a:gd name="connsiteY49" fmla="*/ 1273060 h 2237474"/>
              <a:gd name="connsiteX50" fmla="*/ 8168705 w 12192000"/>
              <a:gd name="connsiteY50" fmla="*/ 1279956 h 2237474"/>
              <a:gd name="connsiteX51" fmla="*/ 8139997 w 12192000"/>
              <a:gd name="connsiteY51" fmla="*/ 1282713 h 2237474"/>
              <a:gd name="connsiteX52" fmla="*/ 8074238 w 12192000"/>
              <a:gd name="connsiteY52" fmla="*/ 1301895 h 2237474"/>
              <a:gd name="connsiteX53" fmla="*/ 7968292 w 12192000"/>
              <a:gd name="connsiteY53" fmla="*/ 1338779 h 2237474"/>
              <a:gd name="connsiteX54" fmla="*/ 7902328 w 12192000"/>
              <a:gd name="connsiteY54" fmla="*/ 1345865 h 2237474"/>
              <a:gd name="connsiteX55" fmla="*/ 7875879 w 12192000"/>
              <a:gd name="connsiteY55" fmla="*/ 1345646 h 2237474"/>
              <a:gd name="connsiteX56" fmla="*/ 7840612 w 12192000"/>
              <a:gd name="connsiteY56" fmla="*/ 1369373 h 2237474"/>
              <a:gd name="connsiteX57" fmla="*/ 7786819 w 12192000"/>
              <a:gd name="connsiteY57" fmla="*/ 1378970 h 2237474"/>
              <a:gd name="connsiteX58" fmla="*/ 7548172 w 12192000"/>
              <a:gd name="connsiteY58" fmla="*/ 1417460 h 2237474"/>
              <a:gd name="connsiteX59" fmla="*/ 7483437 w 12192000"/>
              <a:gd name="connsiteY59" fmla="*/ 1478152 h 2237474"/>
              <a:gd name="connsiteX60" fmla="*/ 7377870 w 12192000"/>
              <a:gd name="connsiteY60" fmla="*/ 1523319 h 2237474"/>
              <a:gd name="connsiteX61" fmla="*/ 7230737 w 12192000"/>
              <a:gd name="connsiteY61" fmla="*/ 1562633 h 2237474"/>
              <a:gd name="connsiteX62" fmla="*/ 7224458 w 12192000"/>
              <a:gd name="connsiteY62" fmla="*/ 1573008 h 2237474"/>
              <a:gd name="connsiteX63" fmla="*/ 7183121 w 12192000"/>
              <a:gd name="connsiteY63" fmla="*/ 1595162 h 2237474"/>
              <a:gd name="connsiteX64" fmla="*/ 7164601 w 12192000"/>
              <a:gd name="connsiteY64" fmla="*/ 1606490 h 2237474"/>
              <a:gd name="connsiteX65" fmla="*/ 7092727 w 12192000"/>
              <a:gd name="connsiteY65" fmla="*/ 1623628 h 2237474"/>
              <a:gd name="connsiteX66" fmla="*/ 7031309 w 12192000"/>
              <a:gd name="connsiteY66" fmla="*/ 1619451 h 2237474"/>
              <a:gd name="connsiteX67" fmla="*/ 6900177 w 12192000"/>
              <a:gd name="connsiteY67" fmla="*/ 1636016 h 2237474"/>
              <a:gd name="connsiteX68" fmla="*/ 6795372 w 12192000"/>
              <a:gd name="connsiteY68" fmla="*/ 1644845 h 2237474"/>
              <a:gd name="connsiteX69" fmla="*/ 6692251 w 12192000"/>
              <a:gd name="connsiteY69" fmla="*/ 1656357 h 2237474"/>
              <a:gd name="connsiteX70" fmla="*/ 6655235 w 12192000"/>
              <a:gd name="connsiteY70" fmla="*/ 1661869 h 2237474"/>
              <a:gd name="connsiteX71" fmla="*/ 6554894 w 12192000"/>
              <a:gd name="connsiteY71" fmla="*/ 1664428 h 2237474"/>
              <a:gd name="connsiteX72" fmla="*/ 6516595 w 12192000"/>
              <a:gd name="connsiteY72" fmla="*/ 1667475 h 2237474"/>
              <a:gd name="connsiteX73" fmla="*/ 6508541 w 12192000"/>
              <a:gd name="connsiteY73" fmla="*/ 1668757 h 2237474"/>
              <a:gd name="connsiteX74" fmla="*/ 6471012 w 12192000"/>
              <a:gd name="connsiteY74" fmla="*/ 1678604 h 2237474"/>
              <a:gd name="connsiteX75" fmla="*/ 6364035 w 12192000"/>
              <a:gd name="connsiteY75" fmla="*/ 1667683 h 2237474"/>
              <a:gd name="connsiteX76" fmla="*/ 6280959 w 12192000"/>
              <a:gd name="connsiteY76" fmla="*/ 1689329 h 2237474"/>
              <a:gd name="connsiteX77" fmla="*/ 6243319 w 12192000"/>
              <a:gd name="connsiteY77" fmla="*/ 1695560 h 2237474"/>
              <a:gd name="connsiteX78" fmla="*/ 6098321 w 12192000"/>
              <a:gd name="connsiteY78" fmla="*/ 1721646 h 2237474"/>
              <a:gd name="connsiteX79" fmla="*/ 5880652 w 12192000"/>
              <a:gd name="connsiteY79" fmla="*/ 1779643 h 2237474"/>
              <a:gd name="connsiteX80" fmla="*/ 5785959 w 12192000"/>
              <a:gd name="connsiteY80" fmla="*/ 1775307 h 2237474"/>
              <a:gd name="connsiteX81" fmla="*/ 5643534 w 12192000"/>
              <a:gd name="connsiteY81" fmla="*/ 1802919 h 2237474"/>
              <a:gd name="connsiteX82" fmla="*/ 5518799 w 12192000"/>
              <a:gd name="connsiteY82" fmla="*/ 1818312 h 2237474"/>
              <a:gd name="connsiteX83" fmla="*/ 5505014 w 12192000"/>
              <a:gd name="connsiteY83" fmla="*/ 1819259 h 2237474"/>
              <a:gd name="connsiteX84" fmla="*/ 5453307 w 12192000"/>
              <a:gd name="connsiteY84" fmla="*/ 1815450 h 2237474"/>
              <a:gd name="connsiteX85" fmla="*/ 5221533 w 12192000"/>
              <a:gd name="connsiteY85" fmla="*/ 1846950 h 2237474"/>
              <a:gd name="connsiteX86" fmla="*/ 5149802 w 12192000"/>
              <a:gd name="connsiteY86" fmla="*/ 1844846 h 2237474"/>
              <a:gd name="connsiteX87" fmla="*/ 5114927 w 12192000"/>
              <a:gd name="connsiteY87" fmla="*/ 1847827 h 2237474"/>
              <a:gd name="connsiteX88" fmla="*/ 5108970 w 12192000"/>
              <a:gd name="connsiteY88" fmla="*/ 1847935 h 2237474"/>
              <a:gd name="connsiteX89" fmla="*/ 5067961 w 12192000"/>
              <a:gd name="connsiteY89" fmla="*/ 1845917 h 2237474"/>
              <a:gd name="connsiteX90" fmla="*/ 5007075 w 12192000"/>
              <a:gd name="connsiteY90" fmla="*/ 1838626 h 2237474"/>
              <a:gd name="connsiteX91" fmla="*/ 4944087 w 12192000"/>
              <a:gd name="connsiteY91" fmla="*/ 1823332 h 2237474"/>
              <a:gd name="connsiteX92" fmla="*/ 4907662 w 12192000"/>
              <a:gd name="connsiteY92" fmla="*/ 1816900 h 2237474"/>
              <a:gd name="connsiteX93" fmla="*/ 4882386 w 12192000"/>
              <a:gd name="connsiteY93" fmla="*/ 1809844 h 2237474"/>
              <a:gd name="connsiteX94" fmla="*/ 4811440 w 12192000"/>
              <a:gd name="connsiteY94" fmla="*/ 1804655 h 2237474"/>
              <a:gd name="connsiteX95" fmla="*/ 4691075 w 12192000"/>
              <a:gd name="connsiteY95" fmla="*/ 1801389 h 2237474"/>
              <a:gd name="connsiteX96" fmla="*/ 4611738 w 12192000"/>
              <a:gd name="connsiteY96" fmla="*/ 1776964 h 2237474"/>
              <a:gd name="connsiteX97" fmla="*/ 4560070 w 12192000"/>
              <a:gd name="connsiteY97" fmla="*/ 1785640 h 2237474"/>
              <a:gd name="connsiteX98" fmla="*/ 4536503 w 12192000"/>
              <a:gd name="connsiteY98" fmla="*/ 1785334 h 2237474"/>
              <a:gd name="connsiteX99" fmla="*/ 4513724 w 12192000"/>
              <a:gd name="connsiteY99" fmla="*/ 1791996 h 2237474"/>
              <a:gd name="connsiteX100" fmla="*/ 4459810 w 12192000"/>
              <a:gd name="connsiteY100" fmla="*/ 1797886 h 2237474"/>
              <a:gd name="connsiteX101" fmla="*/ 4379064 w 12192000"/>
              <a:gd name="connsiteY101" fmla="*/ 1817177 h 2237474"/>
              <a:gd name="connsiteX102" fmla="*/ 4319209 w 12192000"/>
              <a:gd name="connsiteY102" fmla="*/ 1834833 h 2237474"/>
              <a:gd name="connsiteX103" fmla="*/ 4290981 w 12192000"/>
              <a:gd name="connsiteY103" fmla="*/ 1839677 h 2237474"/>
              <a:gd name="connsiteX104" fmla="*/ 4285792 w 12192000"/>
              <a:gd name="connsiteY104" fmla="*/ 1836231 h 2237474"/>
              <a:gd name="connsiteX105" fmla="*/ 4238372 w 12192000"/>
              <a:gd name="connsiteY105" fmla="*/ 1851480 h 2237474"/>
              <a:gd name="connsiteX106" fmla="*/ 4232517 w 12192000"/>
              <a:gd name="connsiteY106" fmla="*/ 1852567 h 2237474"/>
              <a:gd name="connsiteX107" fmla="*/ 4191732 w 12192000"/>
              <a:gd name="connsiteY107" fmla="*/ 1857328 h 2237474"/>
              <a:gd name="connsiteX108" fmla="*/ 4065532 w 12192000"/>
              <a:gd name="connsiteY108" fmla="*/ 1855477 h 2237474"/>
              <a:gd name="connsiteX109" fmla="*/ 4028460 w 12192000"/>
              <a:gd name="connsiteY109" fmla="*/ 1855137 h 2237474"/>
              <a:gd name="connsiteX110" fmla="*/ 4002267 w 12192000"/>
              <a:gd name="connsiteY110" fmla="*/ 1852352 h 2237474"/>
              <a:gd name="connsiteX111" fmla="*/ 3931396 w 12192000"/>
              <a:gd name="connsiteY111" fmla="*/ 1858915 h 2237474"/>
              <a:gd name="connsiteX112" fmla="*/ 3812162 w 12192000"/>
              <a:gd name="connsiteY112" fmla="*/ 1875501 h 2237474"/>
              <a:gd name="connsiteX113" fmla="*/ 3729530 w 12192000"/>
              <a:gd name="connsiteY113" fmla="*/ 1864513 h 2237474"/>
              <a:gd name="connsiteX114" fmla="*/ 3680177 w 12192000"/>
              <a:gd name="connsiteY114" fmla="*/ 1881552 h 2237474"/>
              <a:gd name="connsiteX115" fmla="*/ 3567259 w 12192000"/>
              <a:gd name="connsiteY115" fmla="*/ 1893482 h 2237474"/>
              <a:gd name="connsiteX116" fmla="*/ 3405770 w 12192000"/>
              <a:gd name="connsiteY116" fmla="*/ 1904591 h 2237474"/>
              <a:gd name="connsiteX117" fmla="*/ 3280097 w 12192000"/>
              <a:gd name="connsiteY117" fmla="*/ 1919610 h 2237474"/>
              <a:gd name="connsiteX118" fmla="*/ 3123424 w 12192000"/>
              <a:gd name="connsiteY118" fmla="*/ 1952930 h 2237474"/>
              <a:gd name="connsiteX119" fmla="*/ 3009910 w 12192000"/>
              <a:gd name="connsiteY119" fmla="*/ 1957866 h 2237474"/>
              <a:gd name="connsiteX120" fmla="*/ 2995934 w 12192000"/>
              <a:gd name="connsiteY120" fmla="*/ 1967085 h 2237474"/>
              <a:gd name="connsiteX121" fmla="*/ 2980071 w 12192000"/>
              <a:gd name="connsiteY121" fmla="*/ 1972988 h 2237474"/>
              <a:gd name="connsiteX122" fmla="*/ 2978094 w 12192000"/>
              <a:gd name="connsiteY122" fmla="*/ 1972369 h 2237474"/>
              <a:gd name="connsiteX123" fmla="*/ 2942858 w 12192000"/>
              <a:gd name="connsiteY123" fmla="*/ 1981367 h 2237474"/>
              <a:gd name="connsiteX124" fmla="*/ 2875436 w 12192000"/>
              <a:gd name="connsiteY124" fmla="*/ 1996977 h 2237474"/>
              <a:gd name="connsiteX125" fmla="*/ 2874892 w 12192000"/>
              <a:gd name="connsiteY125" fmla="*/ 1996085 h 2237474"/>
              <a:gd name="connsiteX126" fmla="*/ 2864145 w 12192000"/>
              <a:gd name="connsiteY126" fmla="*/ 1994061 h 2237474"/>
              <a:gd name="connsiteX127" fmla="*/ 2843662 w 12192000"/>
              <a:gd name="connsiteY127" fmla="*/ 1992498 h 2237474"/>
              <a:gd name="connsiteX128" fmla="*/ 2796128 w 12192000"/>
              <a:gd name="connsiteY128" fmla="*/ 1976403 h 2237474"/>
              <a:gd name="connsiteX129" fmla="*/ 2756784 w 12192000"/>
              <a:gd name="connsiteY129" fmla="*/ 1985116 h 2237474"/>
              <a:gd name="connsiteX130" fmla="*/ 2748833 w 12192000"/>
              <a:gd name="connsiteY130" fmla="*/ 1986323 h 2237474"/>
              <a:gd name="connsiteX131" fmla="*/ 2748661 w 12192000"/>
              <a:gd name="connsiteY131" fmla="*/ 1986122 h 2237474"/>
              <a:gd name="connsiteX132" fmla="*/ 2740251 w 12192000"/>
              <a:gd name="connsiteY132" fmla="*/ 1986946 h 2237474"/>
              <a:gd name="connsiteX133" fmla="*/ 2718916 w 12192000"/>
              <a:gd name="connsiteY133" fmla="*/ 1990867 h 2237474"/>
              <a:gd name="connsiteX134" fmla="*/ 2713522 w 12192000"/>
              <a:gd name="connsiteY134" fmla="*/ 1990173 h 2237474"/>
              <a:gd name="connsiteX135" fmla="*/ 2680597 w 12192000"/>
              <a:gd name="connsiteY135" fmla="*/ 1984996 h 2237474"/>
              <a:gd name="connsiteX136" fmla="*/ 2578178 w 12192000"/>
              <a:gd name="connsiteY136" fmla="*/ 1990531 h 2237474"/>
              <a:gd name="connsiteX137" fmla="*/ 2476147 w 12192000"/>
              <a:gd name="connsiteY137" fmla="*/ 1998305 h 2237474"/>
              <a:gd name="connsiteX138" fmla="*/ 2373568 w 12192000"/>
              <a:gd name="connsiteY138" fmla="*/ 2003219 h 2237474"/>
              <a:gd name="connsiteX139" fmla="*/ 2321399 w 12192000"/>
              <a:gd name="connsiteY139" fmla="*/ 1989467 h 2237474"/>
              <a:gd name="connsiteX140" fmla="*/ 2315525 w 12192000"/>
              <a:gd name="connsiteY140" fmla="*/ 1989708 h 2237474"/>
              <a:gd name="connsiteX141" fmla="*/ 2300792 w 12192000"/>
              <a:gd name="connsiteY141" fmla="*/ 1994290 h 2237474"/>
              <a:gd name="connsiteX142" fmla="*/ 2295469 w 12192000"/>
              <a:gd name="connsiteY142" fmla="*/ 1996659 h 2237474"/>
              <a:gd name="connsiteX143" fmla="*/ 2287219 w 12192000"/>
              <a:gd name="connsiteY143" fmla="*/ 1998750 h 2237474"/>
              <a:gd name="connsiteX144" fmla="*/ 2286948 w 12192000"/>
              <a:gd name="connsiteY144" fmla="*/ 1998596 h 2237474"/>
              <a:gd name="connsiteX145" fmla="*/ 2243069 w 12192000"/>
              <a:gd name="connsiteY145" fmla="*/ 2015111 h 2237474"/>
              <a:gd name="connsiteX146" fmla="*/ 2186609 w 12192000"/>
              <a:gd name="connsiteY146" fmla="*/ 2008263 h 2237474"/>
              <a:gd name="connsiteX147" fmla="*/ 2164831 w 12192000"/>
              <a:gd name="connsiteY147" fmla="*/ 2010143 h 2237474"/>
              <a:gd name="connsiteX148" fmla="*/ 2152836 w 12192000"/>
              <a:gd name="connsiteY148" fmla="*/ 2010048 h 2237474"/>
              <a:gd name="connsiteX149" fmla="*/ 2117102 w 12192000"/>
              <a:gd name="connsiteY149" fmla="*/ 2023004 h 2237474"/>
              <a:gd name="connsiteX150" fmla="*/ 2111935 w 12192000"/>
              <a:gd name="connsiteY150" fmla="*/ 2023163 h 2237474"/>
              <a:gd name="connsiteX151" fmla="*/ 2089991 w 12192000"/>
              <a:gd name="connsiteY151" fmla="*/ 2034193 h 2237474"/>
              <a:gd name="connsiteX152" fmla="*/ 2058061 w 12192000"/>
              <a:gd name="connsiteY152" fmla="*/ 2047942 h 2237474"/>
              <a:gd name="connsiteX153" fmla="*/ 2055737 w 12192000"/>
              <a:gd name="connsiteY153" fmla="*/ 2047704 h 2237474"/>
              <a:gd name="connsiteX154" fmla="*/ 2042244 w 12192000"/>
              <a:gd name="connsiteY154" fmla="*/ 2055560 h 2237474"/>
              <a:gd name="connsiteX155" fmla="*/ 1976224 w 12192000"/>
              <a:gd name="connsiteY155" fmla="*/ 2074257 h 2237474"/>
              <a:gd name="connsiteX156" fmla="*/ 1877728 w 12192000"/>
              <a:gd name="connsiteY156" fmla="*/ 2101004 h 2237474"/>
              <a:gd name="connsiteX157" fmla="*/ 1759056 w 12192000"/>
              <a:gd name="connsiteY157" fmla="*/ 2125608 h 2237474"/>
              <a:gd name="connsiteX158" fmla="*/ 1637948 w 12192000"/>
              <a:gd name="connsiteY158" fmla="*/ 2172597 h 2237474"/>
              <a:gd name="connsiteX159" fmla="*/ 1434549 w 12192000"/>
              <a:gd name="connsiteY159" fmla="*/ 2234522 h 2237474"/>
              <a:gd name="connsiteX160" fmla="*/ 1398481 w 12192000"/>
              <a:gd name="connsiteY160" fmla="*/ 2237074 h 2237474"/>
              <a:gd name="connsiteX161" fmla="*/ 1398407 w 12192000"/>
              <a:gd name="connsiteY161" fmla="*/ 2237095 h 2237474"/>
              <a:gd name="connsiteX162" fmla="*/ 1370962 w 12192000"/>
              <a:gd name="connsiteY162" fmla="*/ 2237474 h 2237474"/>
              <a:gd name="connsiteX163" fmla="*/ 1356367 w 12192000"/>
              <a:gd name="connsiteY163" fmla="*/ 2235089 h 2237474"/>
              <a:gd name="connsiteX164" fmla="*/ 1324828 w 12192000"/>
              <a:gd name="connsiteY164" fmla="*/ 2231968 h 2237474"/>
              <a:gd name="connsiteX165" fmla="*/ 1297744 w 12192000"/>
              <a:gd name="connsiteY165" fmla="*/ 2235849 h 2237474"/>
              <a:gd name="connsiteX166" fmla="*/ 1286236 w 12192000"/>
              <a:gd name="connsiteY166" fmla="*/ 2233135 h 2237474"/>
              <a:gd name="connsiteX167" fmla="*/ 1283504 w 12192000"/>
              <a:gd name="connsiteY167" fmla="*/ 2233797 h 2237474"/>
              <a:gd name="connsiteX168" fmla="*/ 1279765 w 12192000"/>
              <a:gd name="connsiteY168" fmla="*/ 2229639 h 2237474"/>
              <a:gd name="connsiteX169" fmla="*/ 1195347 w 12192000"/>
              <a:gd name="connsiteY169" fmla="*/ 2212354 h 2237474"/>
              <a:gd name="connsiteX170" fmla="*/ 970251 w 12192000"/>
              <a:gd name="connsiteY170" fmla="*/ 2221029 h 2237474"/>
              <a:gd name="connsiteX171" fmla="*/ 812914 w 12192000"/>
              <a:gd name="connsiteY171" fmla="*/ 2202752 h 2237474"/>
              <a:gd name="connsiteX172" fmla="*/ 800195 w 12192000"/>
              <a:gd name="connsiteY172" fmla="*/ 2209407 h 2237474"/>
              <a:gd name="connsiteX173" fmla="*/ 784978 w 12192000"/>
              <a:gd name="connsiteY173" fmla="*/ 2212360 h 2237474"/>
              <a:gd name="connsiteX174" fmla="*/ 681987 w 12192000"/>
              <a:gd name="connsiteY174" fmla="*/ 2216757 h 2237474"/>
              <a:gd name="connsiteX175" fmla="*/ 669923 w 12192000"/>
              <a:gd name="connsiteY175" fmla="*/ 2211682 h 2237474"/>
              <a:gd name="connsiteX176" fmla="*/ 648680 w 12192000"/>
              <a:gd name="connsiteY176" fmla="*/ 2206229 h 2237474"/>
              <a:gd name="connsiteX177" fmla="*/ 597225 w 12192000"/>
              <a:gd name="connsiteY177" fmla="*/ 2180999 h 2237474"/>
              <a:gd name="connsiteX178" fmla="*/ 558449 w 12192000"/>
              <a:gd name="connsiteY178" fmla="*/ 2182346 h 2237474"/>
              <a:gd name="connsiteX179" fmla="*/ 550517 w 12192000"/>
              <a:gd name="connsiteY179" fmla="*/ 2182060 h 2237474"/>
              <a:gd name="connsiteX180" fmla="*/ 550309 w 12192000"/>
              <a:gd name="connsiteY180" fmla="*/ 2181825 h 2237474"/>
              <a:gd name="connsiteX181" fmla="*/ 541836 w 12192000"/>
              <a:gd name="connsiteY181" fmla="*/ 2181063 h 2237474"/>
              <a:gd name="connsiteX182" fmla="*/ 536057 w 12192000"/>
              <a:gd name="connsiteY182" fmla="*/ 2181537 h 2237474"/>
              <a:gd name="connsiteX183" fmla="*/ 520671 w 12192000"/>
              <a:gd name="connsiteY183" fmla="*/ 2180980 h 2237474"/>
              <a:gd name="connsiteX184" fmla="*/ 515024 w 12192000"/>
              <a:gd name="connsiteY184" fmla="*/ 2179258 h 2237474"/>
              <a:gd name="connsiteX185" fmla="*/ 512278 w 12192000"/>
              <a:gd name="connsiteY185" fmla="*/ 2176369 h 2237474"/>
              <a:gd name="connsiteX186" fmla="*/ 480419 w 12192000"/>
              <a:gd name="connsiteY186" fmla="*/ 2167807 h 2237474"/>
              <a:gd name="connsiteX187" fmla="*/ 413835 w 12192000"/>
              <a:gd name="connsiteY187" fmla="*/ 2156783 h 2237474"/>
              <a:gd name="connsiteX188" fmla="*/ 376513 w 12192000"/>
              <a:gd name="connsiteY188" fmla="*/ 2154014 h 2237474"/>
              <a:gd name="connsiteX189" fmla="*/ 273386 w 12192000"/>
              <a:gd name="connsiteY189" fmla="*/ 2142551 h 2237474"/>
              <a:gd name="connsiteX190" fmla="*/ 169207 w 12192000"/>
              <a:gd name="connsiteY190" fmla="*/ 2128100 h 2237474"/>
              <a:gd name="connsiteX191" fmla="*/ 93149 w 12192000"/>
              <a:gd name="connsiteY191" fmla="*/ 2105324 h 2237474"/>
              <a:gd name="connsiteX192" fmla="*/ 88109 w 12192000"/>
              <a:gd name="connsiteY192" fmla="*/ 2106704 h 2237474"/>
              <a:gd name="connsiteX193" fmla="*/ 80022 w 12192000"/>
              <a:gd name="connsiteY193" fmla="*/ 2107254 h 2237474"/>
              <a:gd name="connsiteX194" fmla="*/ 79717 w 12192000"/>
              <a:gd name="connsiteY194" fmla="*/ 2107046 h 2237474"/>
              <a:gd name="connsiteX195" fmla="*/ 72352 w 12192000"/>
              <a:gd name="connsiteY195" fmla="*/ 2107991 h 2237474"/>
              <a:gd name="connsiteX196" fmla="*/ 37645 w 12192000"/>
              <a:gd name="connsiteY196" fmla="*/ 2115401 h 2237474"/>
              <a:gd name="connsiteX197" fmla="*/ 4572 w 12192000"/>
              <a:gd name="connsiteY197" fmla="*/ 2111091 h 2237474"/>
              <a:gd name="connsiteX198" fmla="*/ 0 w 12192000"/>
              <a:gd name="connsiteY198" fmla="*/ 2110468 h 2237474"/>
              <a:gd name="connsiteX199" fmla="*/ 0 w 12192000"/>
              <a:gd name="connsiteY199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958984 w 12192000"/>
              <a:gd name="connsiteY38" fmla="*/ 1057212 h 2237474"/>
              <a:gd name="connsiteX39" fmla="*/ 8886001 w 12192000"/>
              <a:gd name="connsiteY39" fmla="*/ 1067468 h 2237474"/>
              <a:gd name="connsiteX40" fmla="*/ 8838610 w 12192000"/>
              <a:gd name="connsiteY40" fmla="*/ 1075091 h 2237474"/>
              <a:gd name="connsiteX41" fmla="*/ 8750383 w 12192000"/>
              <a:gd name="connsiteY41" fmla="*/ 1097387 h 2237474"/>
              <a:gd name="connsiteX42" fmla="*/ 8665605 w 12192000"/>
              <a:gd name="connsiteY42" fmla="*/ 1110791 h 2237474"/>
              <a:gd name="connsiteX43" fmla="*/ 8584946 w 12192000"/>
              <a:gd name="connsiteY43" fmla="*/ 1135226 h 2237474"/>
              <a:gd name="connsiteX44" fmla="*/ 8460755 w 12192000"/>
              <a:gd name="connsiteY44" fmla="*/ 1203427 h 2237474"/>
              <a:gd name="connsiteX45" fmla="*/ 8419755 w 12192000"/>
              <a:gd name="connsiteY45" fmla="*/ 1216260 h 2237474"/>
              <a:gd name="connsiteX46" fmla="*/ 8411626 w 12192000"/>
              <a:gd name="connsiteY46" fmla="*/ 1214397 h 2237474"/>
              <a:gd name="connsiteX47" fmla="*/ 8363469 w 12192000"/>
              <a:gd name="connsiteY47" fmla="*/ 1246658 h 2237474"/>
              <a:gd name="connsiteX48" fmla="*/ 8275497 w 12192000"/>
              <a:gd name="connsiteY48" fmla="*/ 1264396 h 2237474"/>
              <a:gd name="connsiteX49" fmla="*/ 8206287 w 12192000"/>
              <a:gd name="connsiteY49" fmla="*/ 1273060 h 2237474"/>
              <a:gd name="connsiteX50" fmla="*/ 8168705 w 12192000"/>
              <a:gd name="connsiteY50" fmla="*/ 1279956 h 2237474"/>
              <a:gd name="connsiteX51" fmla="*/ 8139997 w 12192000"/>
              <a:gd name="connsiteY51" fmla="*/ 1282713 h 2237474"/>
              <a:gd name="connsiteX52" fmla="*/ 8074238 w 12192000"/>
              <a:gd name="connsiteY52" fmla="*/ 1301895 h 2237474"/>
              <a:gd name="connsiteX53" fmla="*/ 7968292 w 12192000"/>
              <a:gd name="connsiteY53" fmla="*/ 1338779 h 2237474"/>
              <a:gd name="connsiteX54" fmla="*/ 7902328 w 12192000"/>
              <a:gd name="connsiteY54" fmla="*/ 1345865 h 2237474"/>
              <a:gd name="connsiteX55" fmla="*/ 7875879 w 12192000"/>
              <a:gd name="connsiteY55" fmla="*/ 1345646 h 2237474"/>
              <a:gd name="connsiteX56" fmla="*/ 7840612 w 12192000"/>
              <a:gd name="connsiteY56" fmla="*/ 1369373 h 2237474"/>
              <a:gd name="connsiteX57" fmla="*/ 7786819 w 12192000"/>
              <a:gd name="connsiteY57" fmla="*/ 1378970 h 2237474"/>
              <a:gd name="connsiteX58" fmla="*/ 7548172 w 12192000"/>
              <a:gd name="connsiteY58" fmla="*/ 1417460 h 2237474"/>
              <a:gd name="connsiteX59" fmla="*/ 7483437 w 12192000"/>
              <a:gd name="connsiteY59" fmla="*/ 1478152 h 2237474"/>
              <a:gd name="connsiteX60" fmla="*/ 7377870 w 12192000"/>
              <a:gd name="connsiteY60" fmla="*/ 1523319 h 2237474"/>
              <a:gd name="connsiteX61" fmla="*/ 7230737 w 12192000"/>
              <a:gd name="connsiteY61" fmla="*/ 1562633 h 2237474"/>
              <a:gd name="connsiteX62" fmla="*/ 7224458 w 12192000"/>
              <a:gd name="connsiteY62" fmla="*/ 1573008 h 2237474"/>
              <a:gd name="connsiteX63" fmla="*/ 7183121 w 12192000"/>
              <a:gd name="connsiteY63" fmla="*/ 1595162 h 2237474"/>
              <a:gd name="connsiteX64" fmla="*/ 7164601 w 12192000"/>
              <a:gd name="connsiteY64" fmla="*/ 1606490 h 2237474"/>
              <a:gd name="connsiteX65" fmla="*/ 7092727 w 12192000"/>
              <a:gd name="connsiteY65" fmla="*/ 1623628 h 2237474"/>
              <a:gd name="connsiteX66" fmla="*/ 7031309 w 12192000"/>
              <a:gd name="connsiteY66" fmla="*/ 1619451 h 2237474"/>
              <a:gd name="connsiteX67" fmla="*/ 6900177 w 12192000"/>
              <a:gd name="connsiteY67" fmla="*/ 1636016 h 2237474"/>
              <a:gd name="connsiteX68" fmla="*/ 6795372 w 12192000"/>
              <a:gd name="connsiteY68" fmla="*/ 1644845 h 2237474"/>
              <a:gd name="connsiteX69" fmla="*/ 6692251 w 12192000"/>
              <a:gd name="connsiteY69" fmla="*/ 1656357 h 2237474"/>
              <a:gd name="connsiteX70" fmla="*/ 6655235 w 12192000"/>
              <a:gd name="connsiteY70" fmla="*/ 1661869 h 2237474"/>
              <a:gd name="connsiteX71" fmla="*/ 6554894 w 12192000"/>
              <a:gd name="connsiteY71" fmla="*/ 1664428 h 2237474"/>
              <a:gd name="connsiteX72" fmla="*/ 6516595 w 12192000"/>
              <a:gd name="connsiteY72" fmla="*/ 1667475 h 2237474"/>
              <a:gd name="connsiteX73" fmla="*/ 6508541 w 12192000"/>
              <a:gd name="connsiteY73" fmla="*/ 1668757 h 2237474"/>
              <a:gd name="connsiteX74" fmla="*/ 6471012 w 12192000"/>
              <a:gd name="connsiteY74" fmla="*/ 1678604 h 2237474"/>
              <a:gd name="connsiteX75" fmla="*/ 6364035 w 12192000"/>
              <a:gd name="connsiteY75" fmla="*/ 1667683 h 2237474"/>
              <a:gd name="connsiteX76" fmla="*/ 6280959 w 12192000"/>
              <a:gd name="connsiteY76" fmla="*/ 1689329 h 2237474"/>
              <a:gd name="connsiteX77" fmla="*/ 6243319 w 12192000"/>
              <a:gd name="connsiteY77" fmla="*/ 1695560 h 2237474"/>
              <a:gd name="connsiteX78" fmla="*/ 6098321 w 12192000"/>
              <a:gd name="connsiteY78" fmla="*/ 1721646 h 2237474"/>
              <a:gd name="connsiteX79" fmla="*/ 5880652 w 12192000"/>
              <a:gd name="connsiteY79" fmla="*/ 1779643 h 2237474"/>
              <a:gd name="connsiteX80" fmla="*/ 5785959 w 12192000"/>
              <a:gd name="connsiteY80" fmla="*/ 1775307 h 2237474"/>
              <a:gd name="connsiteX81" fmla="*/ 5643534 w 12192000"/>
              <a:gd name="connsiteY81" fmla="*/ 1802919 h 2237474"/>
              <a:gd name="connsiteX82" fmla="*/ 5518799 w 12192000"/>
              <a:gd name="connsiteY82" fmla="*/ 1818312 h 2237474"/>
              <a:gd name="connsiteX83" fmla="*/ 5505014 w 12192000"/>
              <a:gd name="connsiteY83" fmla="*/ 1819259 h 2237474"/>
              <a:gd name="connsiteX84" fmla="*/ 5453307 w 12192000"/>
              <a:gd name="connsiteY84" fmla="*/ 1815450 h 2237474"/>
              <a:gd name="connsiteX85" fmla="*/ 5221533 w 12192000"/>
              <a:gd name="connsiteY85" fmla="*/ 1846950 h 2237474"/>
              <a:gd name="connsiteX86" fmla="*/ 5149802 w 12192000"/>
              <a:gd name="connsiteY86" fmla="*/ 1844846 h 2237474"/>
              <a:gd name="connsiteX87" fmla="*/ 5114927 w 12192000"/>
              <a:gd name="connsiteY87" fmla="*/ 1847827 h 2237474"/>
              <a:gd name="connsiteX88" fmla="*/ 5108970 w 12192000"/>
              <a:gd name="connsiteY88" fmla="*/ 1847935 h 2237474"/>
              <a:gd name="connsiteX89" fmla="*/ 5067961 w 12192000"/>
              <a:gd name="connsiteY89" fmla="*/ 1845917 h 2237474"/>
              <a:gd name="connsiteX90" fmla="*/ 5007075 w 12192000"/>
              <a:gd name="connsiteY90" fmla="*/ 1838626 h 2237474"/>
              <a:gd name="connsiteX91" fmla="*/ 4944087 w 12192000"/>
              <a:gd name="connsiteY91" fmla="*/ 1823332 h 2237474"/>
              <a:gd name="connsiteX92" fmla="*/ 4907662 w 12192000"/>
              <a:gd name="connsiteY92" fmla="*/ 1816900 h 2237474"/>
              <a:gd name="connsiteX93" fmla="*/ 4882386 w 12192000"/>
              <a:gd name="connsiteY93" fmla="*/ 1809844 h 2237474"/>
              <a:gd name="connsiteX94" fmla="*/ 4811440 w 12192000"/>
              <a:gd name="connsiteY94" fmla="*/ 1804655 h 2237474"/>
              <a:gd name="connsiteX95" fmla="*/ 4691075 w 12192000"/>
              <a:gd name="connsiteY95" fmla="*/ 1801389 h 2237474"/>
              <a:gd name="connsiteX96" fmla="*/ 4611738 w 12192000"/>
              <a:gd name="connsiteY96" fmla="*/ 1776964 h 2237474"/>
              <a:gd name="connsiteX97" fmla="*/ 4560070 w 12192000"/>
              <a:gd name="connsiteY97" fmla="*/ 1785640 h 2237474"/>
              <a:gd name="connsiteX98" fmla="*/ 4536503 w 12192000"/>
              <a:gd name="connsiteY98" fmla="*/ 1785334 h 2237474"/>
              <a:gd name="connsiteX99" fmla="*/ 4513724 w 12192000"/>
              <a:gd name="connsiteY99" fmla="*/ 1791996 h 2237474"/>
              <a:gd name="connsiteX100" fmla="*/ 4459810 w 12192000"/>
              <a:gd name="connsiteY100" fmla="*/ 1797886 h 2237474"/>
              <a:gd name="connsiteX101" fmla="*/ 4379064 w 12192000"/>
              <a:gd name="connsiteY101" fmla="*/ 1817177 h 2237474"/>
              <a:gd name="connsiteX102" fmla="*/ 4319209 w 12192000"/>
              <a:gd name="connsiteY102" fmla="*/ 1834833 h 2237474"/>
              <a:gd name="connsiteX103" fmla="*/ 4290981 w 12192000"/>
              <a:gd name="connsiteY103" fmla="*/ 1839677 h 2237474"/>
              <a:gd name="connsiteX104" fmla="*/ 4238372 w 12192000"/>
              <a:gd name="connsiteY104" fmla="*/ 1851480 h 2237474"/>
              <a:gd name="connsiteX105" fmla="*/ 4232517 w 12192000"/>
              <a:gd name="connsiteY105" fmla="*/ 1852567 h 2237474"/>
              <a:gd name="connsiteX106" fmla="*/ 4191732 w 12192000"/>
              <a:gd name="connsiteY106" fmla="*/ 1857328 h 2237474"/>
              <a:gd name="connsiteX107" fmla="*/ 4065532 w 12192000"/>
              <a:gd name="connsiteY107" fmla="*/ 1855477 h 2237474"/>
              <a:gd name="connsiteX108" fmla="*/ 4028460 w 12192000"/>
              <a:gd name="connsiteY108" fmla="*/ 1855137 h 2237474"/>
              <a:gd name="connsiteX109" fmla="*/ 4002267 w 12192000"/>
              <a:gd name="connsiteY109" fmla="*/ 1852352 h 2237474"/>
              <a:gd name="connsiteX110" fmla="*/ 3931396 w 12192000"/>
              <a:gd name="connsiteY110" fmla="*/ 1858915 h 2237474"/>
              <a:gd name="connsiteX111" fmla="*/ 3812162 w 12192000"/>
              <a:gd name="connsiteY111" fmla="*/ 1875501 h 2237474"/>
              <a:gd name="connsiteX112" fmla="*/ 3729530 w 12192000"/>
              <a:gd name="connsiteY112" fmla="*/ 1864513 h 2237474"/>
              <a:gd name="connsiteX113" fmla="*/ 3680177 w 12192000"/>
              <a:gd name="connsiteY113" fmla="*/ 1881552 h 2237474"/>
              <a:gd name="connsiteX114" fmla="*/ 3567259 w 12192000"/>
              <a:gd name="connsiteY114" fmla="*/ 1893482 h 2237474"/>
              <a:gd name="connsiteX115" fmla="*/ 3405770 w 12192000"/>
              <a:gd name="connsiteY115" fmla="*/ 1904591 h 2237474"/>
              <a:gd name="connsiteX116" fmla="*/ 3280097 w 12192000"/>
              <a:gd name="connsiteY116" fmla="*/ 1919610 h 2237474"/>
              <a:gd name="connsiteX117" fmla="*/ 3123424 w 12192000"/>
              <a:gd name="connsiteY117" fmla="*/ 1952930 h 2237474"/>
              <a:gd name="connsiteX118" fmla="*/ 3009910 w 12192000"/>
              <a:gd name="connsiteY118" fmla="*/ 1957866 h 2237474"/>
              <a:gd name="connsiteX119" fmla="*/ 2995934 w 12192000"/>
              <a:gd name="connsiteY119" fmla="*/ 1967085 h 2237474"/>
              <a:gd name="connsiteX120" fmla="*/ 2980071 w 12192000"/>
              <a:gd name="connsiteY120" fmla="*/ 1972988 h 2237474"/>
              <a:gd name="connsiteX121" fmla="*/ 2978094 w 12192000"/>
              <a:gd name="connsiteY121" fmla="*/ 1972369 h 2237474"/>
              <a:gd name="connsiteX122" fmla="*/ 2942858 w 12192000"/>
              <a:gd name="connsiteY122" fmla="*/ 1981367 h 2237474"/>
              <a:gd name="connsiteX123" fmla="*/ 2875436 w 12192000"/>
              <a:gd name="connsiteY123" fmla="*/ 1996977 h 2237474"/>
              <a:gd name="connsiteX124" fmla="*/ 2874892 w 12192000"/>
              <a:gd name="connsiteY124" fmla="*/ 1996085 h 2237474"/>
              <a:gd name="connsiteX125" fmla="*/ 2864145 w 12192000"/>
              <a:gd name="connsiteY125" fmla="*/ 1994061 h 2237474"/>
              <a:gd name="connsiteX126" fmla="*/ 2843662 w 12192000"/>
              <a:gd name="connsiteY126" fmla="*/ 1992498 h 2237474"/>
              <a:gd name="connsiteX127" fmla="*/ 2796128 w 12192000"/>
              <a:gd name="connsiteY127" fmla="*/ 1976403 h 2237474"/>
              <a:gd name="connsiteX128" fmla="*/ 2756784 w 12192000"/>
              <a:gd name="connsiteY128" fmla="*/ 1985116 h 2237474"/>
              <a:gd name="connsiteX129" fmla="*/ 2748833 w 12192000"/>
              <a:gd name="connsiteY129" fmla="*/ 1986323 h 2237474"/>
              <a:gd name="connsiteX130" fmla="*/ 2748661 w 12192000"/>
              <a:gd name="connsiteY130" fmla="*/ 1986122 h 2237474"/>
              <a:gd name="connsiteX131" fmla="*/ 2740251 w 12192000"/>
              <a:gd name="connsiteY131" fmla="*/ 1986946 h 2237474"/>
              <a:gd name="connsiteX132" fmla="*/ 2718916 w 12192000"/>
              <a:gd name="connsiteY132" fmla="*/ 1990867 h 2237474"/>
              <a:gd name="connsiteX133" fmla="*/ 2713522 w 12192000"/>
              <a:gd name="connsiteY133" fmla="*/ 1990173 h 2237474"/>
              <a:gd name="connsiteX134" fmla="*/ 2680597 w 12192000"/>
              <a:gd name="connsiteY134" fmla="*/ 1984996 h 2237474"/>
              <a:gd name="connsiteX135" fmla="*/ 2578178 w 12192000"/>
              <a:gd name="connsiteY135" fmla="*/ 1990531 h 2237474"/>
              <a:gd name="connsiteX136" fmla="*/ 2476147 w 12192000"/>
              <a:gd name="connsiteY136" fmla="*/ 1998305 h 2237474"/>
              <a:gd name="connsiteX137" fmla="*/ 2373568 w 12192000"/>
              <a:gd name="connsiteY137" fmla="*/ 2003219 h 2237474"/>
              <a:gd name="connsiteX138" fmla="*/ 2321399 w 12192000"/>
              <a:gd name="connsiteY138" fmla="*/ 1989467 h 2237474"/>
              <a:gd name="connsiteX139" fmla="*/ 2315525 w 12192000"/>
              <a:gd name="connsiteY139" fmla="*/ 1989708 h 2237474"/>
              <a:gd name="connsiteX140" fmla="*/ 2300792 w 12192000"/>
              <a:gd name="connsiteY140" fmla="*/ 1994290 h 2237474"/>
              <a:gd name="connsiteX141" fmla="*/ 2295469 w 12192000"/>
              <a:gd name="connsiteY141" fmla="*/ 1996659 h 2237474"/>
              <a:gd name="connsiteX142" fmla="*/ 2287219 w 12192000"/>
              <a:gd name="connsiteY142" fmla="*/ 1998750 h 2237474"/>
              <a:gd name="connsiteX143" fmla="*/ 2286948 w 12192000"/>
              <a:gd name="connsiteY143" fmla="*/ 1998596 h 2237474"/>
              <a:gd name="connsiteX144" fmla="*/ 2243069 w 12192000"/>
              <a:gd name="connsiteY144" fmla="*/ 2015111 h 2237474"/>
              <a:gd name="connsiteX145" fmla="*/ 2186609 w 12192000"/>
              <a:gd name="connsiteY145" fmla="*/ 2008263 h 2237474"/>
              <a:gd name="connsiteX146" fmla="*/ 2164831 w 12192000"/>
              <a:gd name="connsiteY146" fmla="*/ 2010143 h 2237474"/>
              <a:gd name="connsiteX147" fmla="*/ 2152836 w 12192000"/>
              <a:gd name="connsiteY147" fmla="*/ 2010048 h 2237474"/>
              <a:gd name="connsiteX148" fmla="*/ 2117102 w 12192000"/>
              <a:gd name="connsiteY148" fmla="*/ 2023004 h 2237474"/>
              <a:gd name="connsiteX149" fmla="*/ 2111935 w 12192000"/>
              <a:gd name="connsiteY149" fmla="*/ 2023163 h 2237474"/>
              <a:gd name="connsiteX150" fmla="*/ 2089991 w 12192000"/>
              <a:gd name="connsiteY150" fmla="*/ 2034193 h 2237474"/>
              <a:gd name="connsiteX151" fmla="*/ 2058061 w 12192000"/>
              <a:gd name="connsiteY151" fmla="*/ 2047942 h 2237474"/>
              <a:gd name="connsiteX152" fmla="*/ 2055737 w 12192000"/>
              <a:gd name="connsiteY152" fmla="*/ 2047704 h 2237474"/>
              <a:gd name="connsiteX153" fmla="*/ 2042244 w 12192000"/>
              <a:gd name="connsiteY153" fmla="*/ 2055560 h 2237474"/>
              <a:gd name="connsiteX154" fmla="*/ 1976224 w 12192000"/>
              <a:gd name="connsiteY154" fmla="*/ 2074257 h 2237474"/>
              <a:gd name="connsiteX155" fmla="*/ 1877728 w 12192000"/>
              <a:gd name="connsiteY155" fmla="*/ 2101004 h 2237474"/>
              <a:gd name="connsiteX156" fmla="*/ 1759056 w 12192000"/>
              <a:gd name="connsiteY156" fmla="*/ 2125608 h 2237474"/>
              <a:gd name="connsiteX157" fmla="*/ 1637948 w 12192000"/>
              <a:gd name="connsiteY157" fmla="*/ 2172597 h 2237474"/>
              <a:gd name="connsiteX158" fmla="*/ 1434549 w 12192000"/>
              <a:gd name="connsiteY158" fmla="*/ 2234522 h 2237474"/>
              <a:gd name="connsiteX159" fmla="*/ 1398481 w 12192000"/>
              <a:gd name="connsiteY159" fmla="*/ 2237074 h 2237474"/>
              <a:gd name="connsiteX160" fmla="*/ 1398407 w 12192000"/>
              <a:gd name="connsiteY160" fmla="*/ 2237095 h 2237474"/>
              <a:gd name="connsiteX161" fmla="*/ 1370962 w 12192000"/>
              <a:gd name="connsiteY161" fmla="*/ 2237474 h 2237474"/>
              <a:gd name="connsiteX162" fmla="*/ 1356367 w 12192000"/>
              <a:gd name="connsiteY162" fmla="*/ 2235089 h 2237474"/>
              <a:gd name="connsiteX163" fmla="*/ 1324828 w 12192000"/>
              <a:gd name="connsiteY163" fmla="*/ 2231968 h 2237474"/>
              <a:gd name="connsiteX164" fmla="*/ 1297744 w 12192000"/>
              <a:gd name="connsiteY164" fmla="*/ 2235849 h 2237474"/>
              <a:gd name="connsiteX165" fmla="*/ 1286236 w 12192000"/>
              <a:gd name="connsiteY165" fmla="*/ 2233135 h 2237474"/>
              <a:gd name="connsiteX166" fmla="*/ 1283504 w 12192000"/>
              <a:gd name="connsiteY166" fmla="*/ 2233797 h 2237474"/>
              <a:gd name="connsiteX167" fmla="*/ 1279765 w 12192000"/>
              <a:gd name="connsiteY167" fmla="*/ 2229639 h 2237474"/>
              <a:gd name="connsiteX168" fmla="*/ 1195347 w 12192000"/>
              <a:gd name="connsiteY168" fmla="*/ 2212354 h 2237474"/>
              <a:gd name="connsiteX169" fmla="*/ 970251 w 12192000"/>
              <a:gd name="connsiteY169" fmla="*/ 2221029 h 2237474"/>
              <a:gd name="connsiteX170" fmla="*/ 812914 w 12192000"/>
              <a:gd name="connsiteY170" fmla="*/ 2202752 h 2237474"/>
              <a:gd name="connsiteX171" fmla="*/ 800195 w 12192000"/>
              <a:gd name="connsiteY171" fmla="*/ 2209407 h 2237474"/>
              <a:gd name="connsiteX172" fmla="*/ 784978 w 12192000"/>
              <a:gd name="connsiteY172" fmla="*/ 2212360 h 2237474"/>
              <a:gd name="connsiteX173" fmla="*/ 681987 w 12192000"/>
              <a:gd name="connsiteY173" fmla="*/ 2216757 h 2237474"/>
              <a:gd name="connsiteX174" fmla="*/ 669923 w 12192000"/>
              <a:gd name="connsiteY174" fmla="*/ 2211682 h 2237474"/>
              <a:gd name="connsiteX175" fmla="*/ 648680 w 12192000"/>
              <a:gd name="connsiteY175" fmla="*/ 2206229 h 2237474"/>
              <a:gd name="connsiteX176" fmla="*/ 597225 w 12192000"/>
              <a:gd name="connsiteY176" fmla="*/ 2180999 h 2237474"/>
              <a:gd name="connsiteX177" fmla="*/ 558449 w 12192000"/>
              <a:gd name="connsiteY177" fmla="*/ 2182346 h 2237474"/>
              <a:gd name="connsiteX178" fmla="*/ 550517 w 12192000"/>
              <a:gd name="connsiteY178" fmla="*/ 2182060 h 2237474"/>
              <a:gd name="connsiteX179" fmla="*/ 550309 w 12192000"/>
              <a:gd name="connsiteY179" fmla="*/ 2181825 h 2237474"/>
              <a:gd name="connsiteX180" fmla="*/ 541836 w 12192000"/>
              <a:gd name="connsiteY180" fmla="*/ 2181063 h 2237474"/>
              <a:gd name="connsiteX181" fmla="*/ 536057 w 12192000"/>
              <a:gd name="connsiteY181" fmla="*/ 2181537 h 2237474"/>
              <a:gd name="connsiteX182" fmla="*/ 520671 w 12192000"/>
              <a:gd name="connsiteY182" fmla="*/ 2180980 h 2237474"/>
              <a:gd name="connsiteX183" fmla="*/ 515024 w 12192000"/>
              <a:gd name="connsiteY183" fmla="*/ 2179258 h 2237474"/>
              <a:gd name="connsiteX184" fmla="*/ 512278 w 12192000"/>
              <a:gd name="connsiteY184" fmla="*/ 2176369 h 2237474"/>
              <a:gd name="connsiteX185" fmla="*/ 480419 w 12192000"/>
              <a:gd name="connsiteY185" fmla="*/ 2167807 h 2237474"/>
              <a:gd name="connsiteX186" fmla="*/ 413835 w 12192000"/>
              <a:gd name="connsiteY186" fmla="*/ 2156783 h 2237474"/>
              <a:gd name="connsiteX187" fmla="*/ 376513 w 12192000"/>
              <a:gd name="connsiteY187" fmla="*/ 2154014 h 2237474"/>
              <a:gd name="connsiteX188" fmla="*/ 273386 w 12192000"/>
              <a:gd name="connsiteY188" fmla="*/ 2142551 h 2237474"/>
              <a:gd name="connsiteX189" fmla="*/ 169207 w 12192000"/>
              <a:gd name="connsiteY189" fmla="*/ 2128100 h 2237474"/>
              <a:gd name="connsiteX190" fmla="*/ 93149 w 12192000"/>
              <a:gd name="connsiteY190" fmla="*/ 2105324 h 2237474"/>
              <a:gd name="connsiteX191" fmla="*/ 88109 w 12192000"/>
              <a:gd name="connsiteY191" fmla="*/ 2106704 h 2237474"/>
              <a:gd name="connsiteX192" fmla="*/ 80022 w 12192000"/>
              <a:gd name="connsiteY192" fmla="*/ 2107254 h 2237474"/>
              <a:gd name="connsiteX193" fmla="*/ 79717 w 12192000"/>
              <a:gd name="connsiteY193" fmla="*/ 2107046 h 2237474"/>
              <a:gd name="connsiteX194" fmla="*/ 72352 w 12192000"/>
              <a:gd name="connsiteY194" fmla="*/ 2107991 h 2237474"/>
              <a:gd name="connsiteX195" fmla="*/ 37645 w 12192000"/>
              <a:gd name="connsiteY195" fmla="*/ 2115401 h 2237474"/>
              <a:gd name="connsiteX196" fmla="*/ 4572 w 12192000"/>
              <a:gd name="connsiteY196" fmla="*/ 2111091 h 2237474"/>
              <a:gd name="connsiteX197" fmla="*/ 0 w 12192000"/>
              <a:gd name="connsiteY197" fmla="*/ 2110468 h 2237474"/>
              <a:gd name="connsiteX198" fmla="*/ 0 w 12192000"/>
              <a:gd name="connsiteY198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958984 w 12192000"/>
              <a:gd name="connsiteY38" fmla="*/ 1057212 h 2237474"/>
              <a:gd name="connsiteX39" fmla="*/ 8886001 w 12192000"/>
              <a:gd name="connsiteY39" fmla="*/ 1067468 h 2237474"/>
              <a:gd name="connsiteX40" fmla="*/ 8838610 w 12192000"/>
              <a:gd name="connsiteY40" fmla="*/ 1075091 h 2237474"/>
              <a:gd name="connsiteX41" fmla="*/ 8750383 w 12192000"/>
              <a:gd name="connsiteY41" fmla="*/ 1097387 h 2237474"/>
              <a:gd name="connsiteX42" fmla="*/ 8665605 w 12192000"/>
              <a:gd name="connsiteY42" fmla="*/ 1110791 h 2237474"/>
              <a:gd name="connsiteX43" fmla="*/ 8584946 w 12192000"/>
              <a:gd name="connsiteY43" fmla="*/ 1135226 h 2237474"/>
              <a:gd name="connsiteX44" fmla="*/ 8460755 w 12192000"/>
              <a:gd name="connsiteY44" fmla="*/ 1203427 h 2237474"/>
              <a:gd name="connsiteX45" fmla="*/ 8419755 w 12192000"/>
              <a:gd name="connsiteY45" fmla="*/ 1216260 h 2237474"/>
              <a:gd name="connsiteX46" fmla="*/ 8411626 w 12192000"/>
              <a:gd name="connsiteY46" fmla="*/ 1214397 h 2237474"/>
              <a:gd name="connsiteX47" fmla="*/ 8363469 w 12192000"/>
              <a:gd name="connsiteY47" fmla="*/ 1246658 h 2237474"/>
              <a:gd name="connsiteX48" fmla="*/ 8275497 w 12192000"/>
              <a:gd name="connsiteY48" fmla="*/ 1264396 h 2237474"/>
              <a:gd name="connsiteX49" fmla="*/ 8206287 w 12192000"/>
              <a:gd name="connsiteY49" fmla="*/ 1273060 h 2237474"/>
              <a:gd name="connsiteX50" fmla="*/ 8168705 w 12192000"/>
              <a:gd name="connsiteY50" fmla="*/ 1279956 h 2237474"/>
              <a:gd name="connsiteX51" fmla="*/ 8139997 w 12192000"/>
              <a:gd name="connsiteY51" fmla="*/ 1282713 h 2237474"/>
              <a:gd name="connsiteX52" fmla="*/ 8074238 w 12192000"/>
              <a:gd name="connsiteY52" fmla="*/ 1301895 h 2237474"/>
              <a:gd name="connsiteX53" fmla="*/ 7968292 w 12192000"/>
              <a:gd name="connsiteY53" fmla="*/ 1338779 h 2237474"/>
              <a:gd name="connsiteX54" fmla="*/ 7902328 w 12192000"/>
              <a:gd name="connsiteY54" fmla="*/ 1345865 h 2237474"/>
              <a:gd name="connsiteX55" fmla="*/ 7875879 w 12192000"/>
              <a:gd name="connsiteY55" fmla="*/ 1345646 h 2237474"/>
              <a:gd name="connsiteX56" fmla="*/ 7840612 w 12192000"/>
              <a:gd name="connsiteY56" fmla="*/ 1369373 h 2237474"/>
              <a:gd name="connsiteX57" fmla="*/ 7786819 w 12192000"/>
              <a:gd name="connsiteY57" fmla="*/ 1378970 h 2237474"/>
              <a:gd name="connsiteX58" fmla="*/ 7548172 w 12192000"/>
              <a:gd name="connsiteY58" fmla="*/ 1417460 h 2237474"/>
              <a:gd name="connsiteX59" fmla="*/ 7483437 w 12192000"/>
              <a:gd name="connsiteY59" fmla="*/ 1478152 h 2237474"/>
              <a:gd name="connsiteX60" fmla="*/ 7377870 w 12192000"/>
              <a:gd name="connsiteY60" fmla="*/ 1523319 h 2237474"/>
              <a:gd name="connsiteX61" fmla="*/ 7230737 w 12192000"/>
              <a:gd name="connsiteY61" fmla="*/ 1562633 h 2237474"/>
              <a:gd name="connsiteX62" fmla="*/ 7224458 w 12192000"/>
              <a:gd name="connsiteY62" fmla="*/ 1573008 h 2237474"/>
              <a:gd name="connsiteX63" fmla="*/ 7183121 w 12192000"/>
              <a:gd name="connsiteY63" fmla="*/ 1595162 h 2237474"/>
              <a:gd name="connsiteX64" fmla="*/ 7164601 w 12192000"/>
              <a:gd name="connsiteY64" fmla="*/ 1606490 h 2237474"/>
              <a:gd name="connsiteX65" fmla="*/ 7092727 w 12192000"/>
              <a:gd name="connsiteY65" fmla="*/ 1623628 h 2237474"/>
              <a:gd name="connsiteX66" fmla="*/ 7031309 w 12192000"/>
              <a:gd name="connsiteY66" fmla="*/ 1619451 h 2237474"/>
              <a:gd name="connsiteX67" fmla="*/ 6900177 w 12192000"/>
              <a:gd name="connsiteY67" fmla="*/ 1636016 h 2237474"/>
              <a:gd name="connsiteX68" fmla="*/ 6795372 w 12192000"/>
              <a:gd name="connsiteY68" fmla="*/ 1644845 h 2237474"/>
              <a:gd name="connsiteX69" fmla="*/ 6692251 w 12192000"/>
              <a:gd name="connsiteY69" fmla="*/ 1656357 h 2237474"/>
              <a:gd name="connsiteX70" fmla="*/ 6655235 w 12192000"/>
              <a:gd name="connsiteY70" fmla="*/ 1661869 h 2237474"/>
              <a:gd name="connsiteX71" fmla="*/ 6554894 w 12192000"/>
              <a:gd name="connsiteY71" fmla="*/ 1664428 h 2237474"/>
              <a:gd name="connsiteX72" fmla="*/ 6516595 w 12192000"/>
              <a:gd name="connsiteY72" fmla="*/ 1667475 h 2237474"/>
              <a:gd name="connsiteX73" fmla="*/ 6508541 w 12192000"/>
              <a:gd name="connsiteY73" fmla="*/ 1668757 h 2237474"/>
              <a:gd name="connsiteX74" fmla="*/ 6471012 w 12192000"/>
              <a:gd name="connsiteY74" fmla="*/ 1678604 h 2237474"/>
              <a:gd name="connsiteX75" fmla="*/ 6364035 w 12192000"/>
              <a:gd name="connsiteY75" fmla="*/ 1667683 h 2237474"/>
              <a:gd name="connsiteX76" fmla="*/ 6280959 w 12192000"/>
              <a:gd name="connsiteY76" fmla="*/ 1689329 h 2237474"/>
              <a:gd name="connsiteX77" fmla="*/ 6243319 w 12192000"/>
              <a:gd name="connsiteY77" fmla="*/ 1695560 h 2237474"/>
              <a:gd name="connsiteX78" fmla="*/ 6098321 w 12192000"/>
              <a:gd name="connsiteY78" fmla="*/ 1721646 h 2237474"/>
              <a:gd name="connsiteX79" fmla="*/ 5880652 w 12192000"/>
              <a:gd name="connsiteY79" fmla="*/ 1779643 h 2237474"/>
              <a:gd name="connsiteX80" fmla="*/ 5785959 w 12192000"/>
              <a:gd name="connsiteY80" fmla="*/ 1775307 h 2237474"/>
              <a:gd name="connsiteX81" fmla="*/ 5643534 w 12192000"/>
              <a:gd name="connsiteY81" fmla="*/ 1802919 h 2237474"/>
              <a:gd name="connsiteX82" fmla="*/ 5518799 w 12192000"/>
              <a:gd name="connsiteY82" fmla="*/ 1818312 h 2237474"/>
              <a:gd name="connsiteX83" fmla="*/ 5505014 w 12192000"/>
              <a:gd name="connsiteY83" fmla="*/ 1819259 h 2237474"/>
              <a:gd name="connsiteX84" fmla="*/ 5453307 w 12192000"/>
              <a:gd name="connsiteY84" fmla="*/ 1815450 h 2237474"/>
              <a:gd name="connsiteX85" fmla="*/ 5221533 w 12192000"/>
              <a:gd name="connsiteY85" fmla="*/ 1846950 h 2237474"/>
              <a:gd name="connsiteX86" fmla="*/ 5149802 w 12192000"/>
              <a:gd name="connsiteY86" fmla="*/ 1844846 h 2237474"/>
              <a:gd name="connsiteX87" fmla="*/ 5114927 w 12192000"/>
              <a:gd name="connsiteY87" fmla="*/ 1847827 h 2237474"/>
              <a:gd name="connsiteX88" fmla="*/ 5108970 w 12192000"/>
              <a:gd name="connsiteY88" fmla="*/ 1847935 h 2237474"/>
              <a:gd name="connsiteX89" fmla="*/ 5067961 w 12192000"/>
              <a:gd name="connsiteY89" fmla="*/ 1845917 h 2237474"/>
              <a:gd name="connsiteX90" fmla="*/ 5007075 w 12192000"/>
              <a:gd name="connsiteY90" fmla="*/ 1838626 h 2237474"/>
              <a:gd name="connsiteX91" fmla="*/ 4944087 w 12192000"/>
              <a:gd name="connsiteY91" fmla="*/ 1823332 h 2237474"/>
              <a:gd name="connsiteX92" fmla="*/ 4907662 w 12192000"/>
              <a:gd name="connsiteY92" fmla="*/ 1816900 h 2237474"/>
              <a:gd name="connsiteX93" fmla="*/ 4882386 w 12192000"/>
              <a:gd name="connsiteY93" fmla="*/ 1809844 h 2237474"/>
              <a:gd name="connsiteX94" fmla="*/ 4811440 w 12192000"/>
              <a:gd name="connsiteY94" fmla="*/ 1804655 h 2237474"/>
              <a:gd name="connsiteX95" fmla="*/ 4691075 w 12192000"/>
              <a:gd name="connsiteY95" fmla="*/ 1801389 h 2237474"/>
              <a:gd name="connsiteX96" fmla="*/ 4611738 w 12192000"/>
              <a:gd name="connsiteY96" fmla="*/ 1776964 h 2237474"/>
              <a:gd name="connsiteX97" fmla="*/ 4560070 w 12192000"/>
              <a:gd name="connsiteY97" fmla="*/ 1785640 h 2237474"/>
              <a:gd name="connsiteX98" fmla="*/ 4536503 w 12192000"/>
              <a:gd name="connsiteY98" fmla="*/ 1785334 h 2237474"/>
              <a:gd name="connsiteX99" fmla="*/ 4513724 w 12192000"/>
              <a:gd name="connsiteY99" fmla="*/ 1791996 h 2237474"/>
              <a:gd name="connsiteX100" fmla="*/ 4459810 w 12192000"/>
              <a:gd name="connsiteY100" fmla="*/ 1797886 h 2237474"/>
              <a:gd name="connsiteX101" fmla="*/ 4379064 w 12192000"/>
              <a:gd name="connsiteY101" fmla="*/ 1817177 h 2237474"/>
              <a:gd name="connsiteX102" fmla="*/ 4290981 w 12192000"/>
              <a:gd name="connsiteY102" fmla="*/ 1839677 h 2237474"/>
              <a:gd name="connsiteX103" fmla="*/ 4238372 w 12192000"/>
              <a:gd name="connsiteY103" fmla="*/ 1851480 h 2237474"/>
              <a:gd name="connsiteX104" fmla="*/ 4232517 w 12192000"/>
              <a:gd name="connsiteY104" fmla="*/ 1852567 h 2237474"/>
              <a:gd name="connsiteX105" fmla="*/ 4191732 w 12192000"/>
              <a:gd name="connsiteY105" fmla="*/ 1857328 h 2237474"/>
              <a:gd name="connsiteX106" fmla="*/ 4065532 w 12192000"/>
              <a:gd name="connsiteY106" fmla="*/ 1855477 h 2237474"/>
              <a:gd name="connsiteX107" fmla="*/ 4028460 w 12192000"/>
              <a:gd name="connsiteY107" fmla="*/ 1855137 h 2237474"/>
              <a:gd name="connsiteX108" fmla="*/ 4002267 w 12192000"/>
              <a:gd name="connsiteY108" fmla="*/ 1852352 h 2237474"/>
              <a:gd name="connsiteX109" fmla="*/ 3931396 w 12192000"/>
              <a:gd name="connsiteY109" fmla="*/ 1858915 h 2237474"/>
              <a:gd name="connsiteX110" fmla="*/ 3812162 w 12192000"/>
              <a:gd name="connsiteY110" fmla="*/ 1875501 h 2237474"/>
              <a:gd name="connsiteX111" fmla="*/ 3729530 w 12192000"/>
              <a:gd name="connsiteY111" fmla="*/ 1864513 h 2237474"/>
              <a:gd name="connsiteX112" fmla="*/ 3680177 w 12192000"/>
              <a:gd name="connsiteY112" fmla="*/ 1881552 h 2237474"/>
              <a:gd name="connsiteX113" fmla="*/ 3567259 w 12192000"/>
              <a:gd name="connsiteY113" fmla="*/ 1893482 h 2237474"/>
              <a:gd name="connsiteX114" fmla="*/ 3405770 w 12192000"/>
              <a:gd name="connsiteY114" fmla="*/ 1904591 h 2237474"/>
              <a:gd name="connsiteX115" fmla="*/ 3280097 w 12192000"/>
              <a:gd name="connsiteY115" fmla="*/ 1919610 h 2237474"/>
              <a:gd name="connsiteX116" fmla="*/ 3123424 w 12192000"/>
              <a:gd name="connsiteY116" fmla="*/ 1952930 h 2237474"/>
              <a:gd name="connsiteX117" fmla="*/ 3009910 w 12192000"/>
              <a:gd name="connsiteY117" fmla="*/ 1957866 h 2237474"/>
              <a:gd name="connsiteX118" fmla="*/ 2995934 w 12192000"/>
              <a:gd name="connsiteY118" fmla="*/ 1967085 h 2237474"/>
              <a:gd name="connsiteX119" fmla="*/ 2980071 w 12192000"/>
              <a:gd name="connsiteY119" fmla="*/ 1972988 h 2237474"/>
              <a:gd name="connsiteX120" fmla="*/ 2978094 w 12192000"/>
              <a:gd name="connsiteY120" fmla="*/ 1972369 h 2237474"/>
              <a:gd name="connsiteX121" fmla="*/ 2942858 w 12192000"/>
              <a:gd name="connsiteY121" fmla="*/ 1981367 h 2237474"/>
              <a:gd name="connsiteX122" fmla="*/ 2875436 w 12192000"/>
              <a:gd name="connsiteY122" fmla="*/ 1996977 h 2237474"/>
              <a:gd name="connsiteX123" fmla="*/ 2874892 w 12192000"/>
              <a:gd name="connsiteY123" fmla="*/ 1996085 h 2237474"/>
              <a:gd name="connsiteX124" fmla="*/ 2864145 w 12192000"/>
              <a:gd name="connsiteY124" fmla="*/ 1994061 h 2237474"/>
              <a:gd name="connsiteX125" fmla="*/ 2843662 w 12192000"/>
              <a:gd name="connsiteY125" fmla="*/ 1992498 h 2237474"/>
              <a:gd name="connsiteX126" fmla="*/ 2796128 w 12192000"/>
              <a:gd name="connsiteY126" fmla="*/ 1976403 h 2237474"/>
              <a:gd name="connsiteX127" fmla="*/ 2756784 w 12192000"/>
              <a:gd name="connsiteY127" fmla="*/ 1985116 h 2237474"/>
              <a:gd name="connsiteX128" fmla="*/ 2748833 w 12192000"/>
              <a:gd name="connsiteY128" fmla="*/ 1986323 h 2237474"/>
              <a:gd name="connsiteX129" fmla="*/ 2748661 w 12192000"/>
              <a:gd name="connsiteY129" fmla="*/ 1986122 h 2237474"/>
              <a:gd name="connsiteX130" fmla="*/ 2740251 w 12192000"/>
              <a:gd name="connsiteY130" fmla="*/ 1986946 h 2237474"/>
              <a:gd name="connsiteX131" fmla="*/ 2718916 w 12192000"/>
              <a:gd name="connsiteY131" fmla="*/ 1990867 h 2237474"/>
              <a:gd name="connsiteX132" fmla="*/ 2713522 w 12192000"/>
              <a:gd name="connsiteY132" fmla="*/ 1990173 h 2237474"/>
              <a:gd name="connsiteX133" fmla="*/ 2680597 w 12192000"/>
              <a:gd name="connsiteY133" fmla="*/ 1984996 h 2237474"/>
              <a:gd name="connsiteX134" fmla="*/ 2578178 w 12192000"/>
              <a:gd name="connsiteY134" fmla="*/ 1990531 h 2237474"/>
              <a:gd name="connsiteX135" fmla="*/ 2476147 w 12192000"/>
              <a:gd name="connsiteY135" fmla="*/ 1998305 h 2237474"/>
              <a:gd name="connsiteX136" fmla="*/ 2373568 w 12192000"/>
              <a:gd name="connsiteY136" fmla="*/ 2003219 h 2237474"/>
              <a:gd name="connsiteX137" fmla="*/ 2321399 w 12192000"/>
              <a:gd name="connsiteY137" fmla="*/ 1989467 h 2237474"/>
              <a:gd name="connsiteX138" fmla="*/ 2315525 w 12192000"/>
              <a:gd name="connsiteY138" fmla="*/ 1989708 h 2237474"/>
              <a:gd name="connsiteX139" fmla="*/ 2300792 w 12192000"/>
              <a:gd name="connsiteY139" fmla="*/ 1994290 h 2237474"/>
              <a:gd name="connsiteX140" fmla="*/ 2295469 w 12192000"/>
              <a:gd name="connsiteY140" fmla="*/ 1996659 h 2237474"/>
              <a:gd name="connsiteX141" fmla="*/ 2287219 w 12192000"/>
              <a:gd name="connsiteY141" fmla="*/ 1998750 h 2237474"/>
              <a:gd name="connsiteX142" fmla="*/ 2286948 w 12192000"/>
              <a:gd name="connsiteY142" fmla="*/ 1998596 h 2237474"/>
              <a:gd name="connsiteX143" fmla="*/ 2243069 w 12192000"/>
              <a:gd name="connsiteY143" fmla="*/ 2015111 h 2237474"/>
              <a:gd name="connsiteX144" fmla="*/ 2186609 w 12192000"/>
              <a:gd name="connsiteY144" fmla="*/ 2008263 h 2237474"/>
              <a:gd name="connsiteX145" fmla="*/ 2164831 w 12192000"/>
              <a:gd name="connsiteY145" fmla="*/ 2010143 h 2237474"/>
              <a:gd name="connsiteX146" fmla="*/ 2152836 w 12192000"/>
              <a:gd name="connsiteY146" fmla="*/ 2010048 h 2237474"/>
              <a:gd name="connsiteX147" fmla="*/ 2117102 w 12192000"/>
              <a:gd name="connsiteY147" fmla="*/ 2023004 h 2237474"/>
              <a:gd name="connsiteX148" fmla="*/ 2111935 w 12192000"/>
              <a:gd name="connsiteY148" fmla="*/ 2023163 h 2237474"/>
              <a:gd name="connsiteX149" fmla="*/ 2089991 w 12192000"/>
              <a:gd name="connsiteY149" fmla="*/ 2034193 h 2237474"/>
              <a:gd name="connsiteX150" fmla="*/ 2058061 w 12192000"/>
              <a:gd name="connsiteY150" fmla="*/ 2047942 h 2237474"/>
              <a:gd name="connsiteX151" fmla="*/ 2055737 w 12192000"/>
              <a:gd name="connsiteY151" fmla="*/ 2047704 h 2237474"/>
              <a:gd name="connsiteX152" fmla="*/ 2042244 w 12192000"/>
              <a:gd name="connsiteY152" fmla="*/ 2055560 h 2237474"/>
              <a:gd name="connsiteX153" fmla="*/ 1976224 w 12192000"/>
              <a:gd name="connsiteY153" fmla="*/ 2074257 h 2237474"/>
              <a:gd name="connsiteX154" fmla="*/ 1877728 w 12192000"/>
              <a:gd name="connsiteY154" fmla="*/ 2101004 h 2237474"/>
              <a:gd name="connsiteX155" fmla="*/ 1759056 w 12192000"/>
              <a:gd name="connsiteY155" fmla="*/ 2125608 h 2237474"/>
              <a:gd name="connsiteX156" fmla="*/ 1637948 w 12192000"/>
              <a:gd name="connsiteY156" fmla="*/ 2172597 h 2237474"/>
              <a:gd name="connsiteX157" fmla="*/ 1434549 w 12192000"/>
              <a:gd name="connsiteY157" fmla="*/ 2234522 h 2237474"/>
              <a:gd name="connsiteX158" fmla="*/ 1398481 w 12192000"/>
              <a:gd name="connsiteY158" fmla="*/ 2237074 h 2237474"/>
              <a:gd name="connsiteX159" fmla="*/ 1398407 w 12192000"/>
              <a:gd name="connsiteY159" fmla="*/ 2237095 h 2237474"/>
              <a:gd name="connsiteX160" fmla="*/ 1370962 w 12192000"/>
              <a:gd name="connsiteY160" fmla="*/ 2237474 h 2237474"/>
              <a:gd name="connsiteX161" fmla="*/ 1356367 w 12192000"/>
              <a:gd name="connsiteY161" fmla="*/ 2235089 h 2237474"/>
              <a:gd name="connsiteX162" fmla="*/ 1324828 w 12192000"/>
              <a:gd name="connsiteY162" fmla="*/ 2231968 h 2237474"/>
              <a:gd name="connsiteX163" fmla="*/ 1297744 w 12192000"/>
              <a:gd name="connsiteY163" fmla="*/ 2235849 h 2237474"/>
              <a:gd name="connsiteX164" fmla="*/ 1286236 w 12192000"/>
              <a:gd name="connsiteY164" fmla="*/ 2233135 h 2237474"/>
              <a:gd name="connsiteX165" fmla="*/ 1283504 w 12192000"/>
              <a:gd name="connsiteY165" fmla="*/ 2233797 h 2237474"/>
              <a:gd name="connsiteX166" fmla="*/ 1279765 w 12192000"/>
              <a:gd name="connsiteY166" fmla="*/ 2229639 h 2237474"/>
              <a:gd name="connsiteX167" fmla="*/ 1195347 w 12192000"/>
              <a:gd name="connsiteY167" fmla="*/ 2212354 h 2237474"/>
              <a:gd name="connsiteX168" fmla="*/ 970251 w 12192000"/>
              <a:gd name="connsiteY168" fmla="*/ 2221029 h 2237474"/>
              <a:gd name="connsiteX169" fmla="*/ 812914 w 12192000"/>
              <a:gd name="connsiteY169" fmla="*/ 2202752 h 2237474"/>
              <a:gd name="connsiteX170" fmla="*/ 800195 w 12192000"/>
              <a:gd name="connsiteY170" fmla="*/ 2209407 h 2237474"/>
              <a:gd name="connsiteX171" fmla="*/ 784978 w 12192000"/>
              <a:gd name="connsiteY171" fmla="*/ 2212360 h 2237474"/>
              <a:gd name="connsiteX172" fmla="*/ 681987 w 12192000"/>
              <a:gd name="connsiteY172" fmla="*/ 2216757 h 2237474"/>
              <a:gd name="connsiteX173" fmla="*/ 669923 w 12192000"/>
              <a:gd name="connsiteY173" fmla="*/ 2211682 h 2237474"/>
              <a:gd name="connsiteX174" fmla="*/ 648680 w 12192000"/>
              <a:gd name="connsiteY174" fmla="*/ 2206229 h 2237474"/>
              <a:gd name="connsiteX175" fmla="*/ 597225 w 12192000"/>
              <a:gd name="connsiteY175" fmla="*/ 2180999 h 2237474"/>
              <a:gd name="connsiteX176" fmla="*/ 558449 w 12192000"/>
              <a:gd name="connsiteY176" fmla="*/ 2182346 h 2237474"/>
              <a:gd name="connsiteX177" fmla="*/ 550517 w 12192000"/>
              <a:gd name="connsiteY177" fmla="*/ 2182060 h 2237474"/>
              <a:gd name="connsiteX178" fmla="*/ 550309 w 12192000"/>
              <a:gd name="connsiteY178" fmla="*/ 2181825 h 2237474"/>
              <a:gd name="connsiteX179" fmla="*/ 541836 w 12192000"/>
              <a:gd name="connsiteY179" fmla="*/ 2181063 h 2237474"/>
              <a:gd name="connsiteX180" fmla="*/ 536057 w 12192000"/>
              <a:gd name="connsiteY180" fmla="*/ 2181537 h 2237474"/>
              <a:gd name="connsiteX181" fmla="*/ 520671 w 12192000"/>
              <a:gd name="connsiteY181" fmla="*/ 2180980 h 2237474"/>
              <a:gd name="connsiteX182" fmla="*/ 515024 w 12192000"/>
              <a:gd name="connsiteY182" fmla="*/ 2179258 h 2237474"/>
              <a:gd name="connsiteX183" fmla="*/ 512278 w 12192000"/>
              <a:gd name="connsiteY183" fmla="*/ 2176369 h 2237474"/>
              <a:gd name="connsiteX184" fmla="*/ 480419 w 12192000"/>
              <a:gd name="connsiteY184" fmla="*/ 2167807 h 2237474"/>
              <a:gd name="connsiteX185" fmla="*/ 413835 w 12192000"/>
              <a:gd name="connsiteY185" fmla="*/ 2156783 h 2237474"/>
              <a:gd name="connsiteX186" fmla="*/ 376513 w 12192000"/>
              <a:gd name="connsiteY186" fmla="*/ 2154014 h 2237474"/>
              <a:gd name="connsiteX187" fmla="*/ 273386 w 12192000"/>
              <a:gd name="connsiteY187" fmla="*/ 2142551 h 2237474"/>
              <a:gd name="connsiteX188" fmla="*/ 169207 w 12192000"/>
              <a:gd name="connsiteY188" fmla="*/ 2128100 h 2237474"/>
              <a:gd name="connsiteX189" fmla="*/ 93149 w 12192000"/>
              <a:gd name="connsiteY189" fmla="*/ 2105324 h 2237474"/>
              <a:gd name="connsiteX190" fmla="*/ 88109 w 12192000"/>
              <a:gd name="connsiteY190" fmla="*/ 2106704 h 2237474"/>
              <a:gd name="connsiteX191" fmla="*/ 80022 w 12192000"/>
              <a:gd name="connsiteY191" fmla="*/ 2107254 h 2237474"/>
              <a:gd name="connsiteX192" fmla="*/ 79717 w 12192000"/>
              <a:gd name="connsiteY192" fmla="*/ 2107046 h 2237474"/>
              <a:gd name="connsiteX193" fmla="*/ 72352 w 12192000"/>
              <a:gd name="connsiteY193" fmla="*/ 2107991 h 2237474"/>
              <a:gd name="connsiteX194" fmla="*/ 37645 w 12192000"/>
              <a:gd name="connsiteY194" fmla="*/ 2115401 h 2237474"/>
              <a:gd name="connsiteX195" fmla="*/ 4572 w 12192000"/>
              <a:gd name="connsiteY195" fmla="*/ 2111091 h 2237474"/>
              <a:gd name="connsiteX196" fmla="*/ 0 w 12192000"/>
              <a:gd name="connsiteY196" fmla="*/ 2110468 h 2237474"/>
              <a:gd name="connsiteX197" fmla="*/ 0 w 12192000"/>
              <a:gd name="connsiteY197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958984 w 12192000"/>
              <a:gd name="connsiteY38" fmla="*/ 1057212 h 2237474"/>
              <a:gd name="connsiteX39" fmla="*/ 8886001 w 12192000"/>
              <a:gd name="connsiteY39" fmla="*/ 1067468 h 2237474"/>
              <a:gd name="connsiteX40" fmla="*/ 8838610 w 12192000"/>
              <a:gd name="connsiteY40" fmla="*/ 1075091 h 2237474"/>
              <a:gd name="connsiteX41" fmla="*/ 8750383 w 12192000"/>
              <a:gd name="connsiteY41" fmla="*/ 1097387 h 2237474"/>
              <a:gd name="connsiteX42" fmla="*/ 8665605 w 12192000"/>
              <a:gd name="connsiteY42" fmla="*/ 1110791 h 2237474"/>
              <a:gd name="connsiteX43" fmla="*/ 8584946 w 12192000"/>
              <a:gd name="connsiteY43" fmla="*/ 1135226 h 2237474"/>
              <a:gd name="connsiteX44" fmla="*/ 8460755 w 12192000"/>
              <a:gd name="connsiteY44" fmla="*/ 1203427 h 2237474"/>
              <a:gd name="connsiteX45" fmla="*/ 8419755 w 12192000"/>
              <a:gd name="connsiteY45" fmla="*/ 1216260 h 2237474"/>
              <a:gd name="connsiteX46" fmla="*/ 8411626 w 12192000"/>
              <a:gd name="connsiteY46" fmla="*/ 1214397 h 2237474"/>
              <a:gd name="connsiteX47" fmla="*/ 8363469 w 12192000"/>
              <a:gd name="connsiteY47" fmla="*/ 1246658 h 2237474"/>
              <a:gd name="connsiteX48" fmla="*/ 8275497 w 12192000"/>
              <a:gd name="connsiteY48" fmla="*/ 1264396 h 2237474"/>
              <a:gd name="connsiteX49" fmla="*/ 8206287 w 12192000"/>
              <a:gd name="connsiteY49" fmla="*/ 1273060 h 2237474"/>
              <a:gd name="connsiteX50" fmla="*/ 8168705 w 12192000"/>
              <a:gd name="connsiteY50" fmla="*/ 1279956 h 2237474"/>
              <a:gd name="connsiteX51" fmla="*/ 8139997 w 12192000"/>
              <a:gd name="connsiteY51" fmla="*/ 1282713 h 2237474"/>
              <a:gd name="connsiteX52" fmla="*/ 8074238 w 12192000"/>
              <a:gd name="connsiteY52" fmla="*/ 1301895 h 2237474"/>
              <a:gd name="connsiteX53" fmla="*/ 7968292 w 12192000"/>
              <a:gd name="connsiteY53" fmla="*/ 1338779 h 2237474"/>
              <a:gd name="connsiteX54" fmla="*/ 7902328 w 12192000"/>
              <a:gd name="connsiteY54" fmla="*/ 1345865 h 2237474"/>
              <a:gd name="connsiteX55" fmla="*/ 7875879 w 12192000"/>
              <a:gd name="connsiteY55" fmla="*/ 1345646 h 2237474"/>
              <a:gd name="connsiteX56" fmla="*/ 7840612 w 12192000"/>
              <a:gd name="connsiteY56" fmla="*/ 1369373 h 2237474"/>
              <a:gd name="connsiteX57" fmla="*/ 7786819 w 12192000"/>
              <a:gd name="connsiteY57" fmla="*/ 1378970 h 2237474"/>
              <a:gd name="connsiteX58" fmla="*/ 7548172 w 12192000"/>
              <a:gd name="connsiteY58" fmla="*/ 1417460 h 2237474"/>
              <a:gd name="connsiteX59" fmla="*/ 7483437 w 12192000"/>
              <a:gd name="connsiteY59" fmla="*/ 1478152 h 2237474"/>
              <a:gd name="connsiteX60" fmla="*/ 7377870 w 12192000"/>
              <a:gd name="connsiteY60" fmla="*/ 1523319 h 2237474"/>
              <a:gd name="connsiteX61" fmla="*/ 7230737 w 12192000"/>
              <a:gd name="connsiteY61" fmla="*/ 1562633 h 2237474"/>
              <a:gd name="connsiteX62" fmla="*/ 7224458 w 12192000"/>
              <a:gd name="connsiteY62" fmla="*/ 1573008 h 2237474"/>
              <a:gd name="connsiteX63" fmla="*/ 7183121 w 12192000"/>
              <a:gd name="connsiteY63" fmla="*/ 1595162 h 2237474"/>
              <a:gd name="connsiteX64" fmla="*/ 7164601 w 12192000"/>
              <a:gd name="connsiteY64" fmla="*/ 1606490 h 2237474"/>
              <a:gd name="connsiteX65" fmla="*/ 7092727 w 12192000"/>
              <a:gd name="connsiteY65" fmla="*/ 1623628 h 2237474"/>
              <a:gd name="connsiteX66" fmla="*/ 7031309 w 12192000"/>
              <a:gd name="connsiteY66" fmla="*/ 1619451 h 2237474"/>
              <a:gd name="connsiteX67" fmla="*/ 6900177 w 12192000"/>
              <a:gd name="connsiteY67" fmla="*/ 1636016 h 2237474"/>
              <a:gd name="connsiteX68" fmla="*/ 6795372 w 12192000"/>
              <a:gd name="connsiteY68" fmla="*/ 1644845 h 2237474"/>
              <a:gd name="connsiteX69" fmla="*/ 6692251 w 12192000"/>
              <a:gd name="connsiteY69" fmla="*/ 1656357 h 2237474"/>
              <a:gd name="connsiteX70" fmla="*/ 6655235 w 12192000"/>
              <a:gd name="connsiteY70" fmla="*/ 1661869 h 2237474"/>
              <a:gd name="connsiteX71" fmla="*/ 6554894 w 12192000"/>
              <a:gd name="connsiteY71" fmla="*/ 1664428 h 2237474"/>
              <a:gd name="connsiteX72" fmla="*/ 6516595 w 12192000"/>
              <a:gd name="connsiteY72" fmla="*/ 1667475 h 2237474"/>
              <a:gd name="connsiteX73" fmla="*/ 6508541 w 12192000"/>
              <a:gd name="connsiteY73" fmla="*/ 1668757 h 2237474"/>
              <a:gd name="connsiteX74" fmla="*/ 6471012 w 12192000"/>
              <a:gd name="connsiteY74" fmla="*/ 1678604 h 2237474"/>
              <a:gd name="connsiteX75" fmla="*/ 6364035 w 12192000"/>
              <a:gd name="connsiteY75" fmla="*/ 1667683 h 2237474"/>
              <a:gd name="connsiteX76" fmla="*/ 6280959 w 12192000"/>
              <a:gd name="connsiteY76" fmla="*/ 1689329 h 2237474"/>
              <a:gd name="connsiteX77" fmla="*/ 6243319 w 12192000"/>
              <a:gd name="connsiteY77" fmla="*/ 1695560 h 2237474"/>
              <a:gd name="connsiteX78" fmla="*/ 6098321 w 12192000"/>
              <a:gd name="connsiteY78" fmla="*/ 1721646 h 2237474"/>
              <a:gd name="connsiteX79" fmla="*/ 5880652 w 12192000"/>
              <a:gd name="connsiteY79" fmla="*/ 1779643 h 2237474"/>
              <a:gd name="connsiteX80" fmla="*/ 5785959 w 12192000"/>
              <a:gd name="connsiteY80" fmla="*/ 1775307 h 2237474"/>
              <a:gd name="connsiteX81" fmla="*/ 5643534 w 12192000"/>
              <a:gd name="connsiteY81" fmla="*/ 1802919 h 2237474"/>
              <a:gd name="connsiteX82" fmla="*/ 5518799 w 12192000"/>
              <a:gd name="connsiteY82" fmla="*/ 1818312 h 2237474"/>
              <a:gd name="connsiteX83" fmla="*/ 5505014 w 12192000"/>
              <a:gd name="connsiteY83" fmla="*/ 1819259 h 2237474"/>
              <a:gd name="connsiteX84" fmla="*/ 5453307 w 12192000"/>
              <a:gd name="connsiteY84" fmla="*/ 1815450 h 2237474"/>
              <a:gd name="connsiteX85" fmla="*/ 5221533 w 12192000"/>
              <a:gd name="connsiteY85" fmla="*/ 1846950 h 2237474"/>
              <a:gd name="connsiteX86" fmla="*/ 5149802 w 12192000"/>
              <a:gd name="connsiteY86" fmla="*/ 1844846 h 2237474"/>
              <a:gd name="connsiteX87" fmla="*/ 5114927 w 12192000"/>
              <a:gd name="connsiteY87" fmla="*/ 1847827 h 2237474"/>
              <a:gd name="connsiteX88" fmla="*/ 5108970 w 12192000"/>
              <a:gd name="connsiteY88" fmla="*/ 1847935 h 2237474"/>
              <a:gd name="connsiteX89" fmla="*/ 5067961 w 12192000"/>
              <a:gd name="connsiteY89" fmla="*/ 1845917 h 2237474"/>
              <a:gd name="connsiteX90" fmla="*/ 5007075 w 12192000"/>
              <a:gd name="connsiteY90" fmla="*/ 1838626 h 2237474"/>
              <a:gd name="connsiteX91" fmla="*/ 4944087 w 12192000"/>
              <a:gd name="connsiteY91" fmla="*/ 1823332 h 2237474"/>
              <a:gd name="connsiteX92" fmla="*/ 4907662 w 12192000"/>
              <a:gd name="connsiteY92" fmla="*/ 1816900 h 2237474"/>
              <a:gd name="connsiteX93" fmla="*/ 4882386 w 12192000"/>
              <a:gd name="connsiteY93" fmla="*/ 1809844 h 2237474"/>
              <a:gd name="connsiteX94" fmla="*/ 4811440 w 12192000"/>
              <a:gd name="connsiteY94" fmla="*/ 1804655 h 2237474"/>
              <a:gd name="connsiteX95" fmla="*/ 4691075 w 12192000"/>
              <a:gd name="connsiteY95" fmla="*/ 1801389 h 2237474"/>
              <a:gd name="connsiteX96" fmla="*/ 4611738 w 12192000"/>
              <a:gd name="connsiteY96" fmla="*/ 1776964 h 2237474"/>
              <a:gd name="connsiteX97" fmla="*/ 4560070 w 12192000"/>
              <a:gd name="connsiteY97" fmla="*/ 1785640 h 2237474"/>
              <a:gd name="connsiteX98" fmla="*/ 4536503 w 12192000"/>
              <a:gd name="connsiteY98" fmla="*/ 1785334 h 2237474"/>
              <a:gd name="connsiteX99" fmla="*/ 4513724 w 12192000"/>
              <a:gd name="connsiteY99" fmla="*/ 1791996 h 2237474"/>
              <a:gd name="connsiteX100" fmla="*/ 4459810 w 12192000"/>
              <a:gd name="connsiteY100" fmla="*/ 1797886 h 2237474"/>
              <a:gd name="connsiteX101" fmla="*/ 4379064 w 12192000"/>
              <a:gd name="connsiteY101" fmla="*/ 1817177 h 2237474"/>
              <a:gd name="connsiteX102" fmla="*/ 4290981 w 12192000"/>
              <a:gd name="connsiteY102" fmla="*/ 1839677 h 2237474"/>
              <a:gd name="connsiteX103" fmla="*/ 4238372 w 12192000"/>
              <a:gd name="connsiteY103" fmla="*/ 1851480 h 2237474"/>
              <a:gd name="connsiteX104" fmla="*/ 4232517 w 12192000"/>
              <a:gd name="connsiteY104" fmla="*/ 1852567 h 2237474"/>
              <a:gd name="connsiteX105" fmla="*/ 4191732 w 12192000"/>
              <a:gd name="connsiteY105" fmla="*/ 1857328 h 2237474"/>
              <a:gd name="connsiteX106" fmla="*/ 4065532 w 12192000"/>
              <a:gd name="connsiteY106" fmla="*/ 1855477 h 2237474"/>
              <a:gd name="connsiteX107" fmla="*/ 4028460 w 12192000"/>
              <a:gd name="connsiteY107" fmla="*/ 1855137 h 2237474"/>
              <a:gd name="connsiteX108" fmla="*/ 4002267 w 12192000"/>
              <a:gd name="connsiteY108" fmla="*/ 1852352 h 2237474"/>
              <a:gd name="connsiteX109" fmla="*/ 3931396 w 12192000"/>
              <a:gd name="connsiteY109" fmla="*/ 1858915 h 2237474"/>
              <a:gd name="connsiteX110" fmla="*/ 3812162 w 12192000"/>
              <a:gd name="connsiteY110" fmla="*/ 1875501 h 2237474"/>
              <a:gd name="connsiteX111" fmla="*/ 3729530 w 12192000"/>
              <a:gd name="connsiteY111" fmla="*/ 1864513 h 2237474"/>
              <a:gd name="connsiteX112" fmla="*/ 3680177 w 12192000"/>
              <a:gd name="connsiteY112" fmla="*/ 1881552 h 2237474"/>
              <a:gd name="connsiteX113" fmla="*/ 3567259 w 12192000"/>
              <a:gd name="connsiteY113" fmla="*/ 1893482 h 2237474"/>
              <a:gd name="connsiteX114" fmla="*/ 3405770 w 12192000"/>
              <a:gd name="connsiteY114" fmla="*/ 1904591 h 2237474"/>
              <a:gd name="connsiteX115" fmla="*/ 3280097 w 12192000"/>
              <a:gd name="connsiteY115" fmla="*/ 1919610 h 2237474"/>
              <a:gd name="connsiteX116" fmla="*/ 3123424 w 12192000"/>
              <a:gd name="connsiteY116" fmla="*/ 1952930 h 2237474"/>
              <a:gd name="connsiteX117" fmla="*/ 3009910 w 12192000"/>
              <a:gd name="connsiteY117" fmla="*/ 1957866 h 2237474"/>
              <a:gd name="connsiteX118" fmla="*/ 2995934 w 12192000"/>
              <a:gd name="connsiteY118" fmla="*/ 1967085 h 2237474"/>
              <a:gd name="connsiteX119" fmla="*/ 2980071 w 12192000"/>
              <a:gd name="connsiteY119" fmla="*/ 1972988 h 2237474"/>
              <a:gd name="connsiteX120" fmla="*/ 2978094 w 12192000"/>
              <a:gd name="connsiteY120" fmla="*/ 1972369 h 2237474"/>
              <a:gd name="connsiteX121" fmla="*/ 2942858 w 12192000"/>
              <a:gd name="connsiteY121" fmla="*/ 1981367 h 2237474"/>
              <a:gd name="connsiteX122" fmla="*/ 2875436 w 12192000"/>
              <a:gd name="connsiteY122" fmla="*/ 1996977 h 2237474"/>
              <a:gd name="connsiteX123" fmla="*/ 2874892 w 12192000"/>
              <a:gd name="connsiteY123" fmla="*/ 1996085 h 2237474"/>
              <a:gd name="connsiteX124" fmla="*/ 2864145 w 12192000"/>
              <a:gd name="connsiteY124" fmla="*/ 1994061 h 2237474"/>
              <a:gd name="connsiteX125" fmla="*/ 2843662 w 12192000"/>
              <a:gd name="connsiteY125" fmla="*/ 1992498 h 2237474"/>
              <a:gd name="connsiteX126" fmla="*/ 2796128 w 12192000"/>
              <a:gd name="connsiteY126" fmla="*/ 1976403 h 2237474"/>
              <a:gd name="connsiteX127" fmla="*/ 2756784 w 12192000"/>
              <a:gd name="connsiteY127" fmla="*/ 1985116 h 2237474"/>
              <a:gd name="connsiteX128" fmla="*/ 2748833 w 12192000"/>
              <a:gd name="connsiteY128" fmla="*/ 1986323 h 2237474"/>
              <a:gd name="connsiteX129" fmla="*/ 2748661 w 12192000"/>
              <a:gd name="connsiteY129" fmla="*/ 1986122 h 2237474"/>
              <a:gd name="connsiteX130" fmla="*/ 2740251 w 12192000"/>
              <a:gd name="connsiteY130" fmla="*/ 1986946 h 2237474"/>
              <a:gd name="connsiteX131" fmla="*/ 2718916 w 12192000"/>
              <a:gd name="connsiteY131" fmla="*/ 1990867 h 2237474"/>
              <a:gd name="connsiteX132" fmla="*/ 2713522 w 12192000"/>
              <a:gd name="connsiteY132" fmla="*/ 1990173 h 2237474"/>
              <a:gd name="connsiteX133" fmla="*/ 2680597 w 12192000"/>
              <a:gd name="connsiteY133" fmla="*/ 1984996 h 2237474"/>
              <a:gd name="connsiteX134" fmla="*/ 2578178 w 12192000"/>
              <a:gd name="connsiteY134" fmla="*/ 1990531 h 2237474"/>
              <a:gd name="connsiteX135" fmla="*/ 2476147 w 12192000"/>
              <a:gd name="connsiteY135" fmla="*/ 1998305 h 2237474"/>
              <a:gd name="connsiteX136" fmla="*/ 2373568 w 12192000"/>
              <a:gd name="connsiteY136" fmla="*/ 2003219 h 2237474"/>
              <a:gd name="connsiteX137" fmla="*/ 2321399 w 12192000"/>
              <a:gd name="connsiteY137" fmla="*/ 1989467 h 2237474"/>
              <a:gd name="connsiteX138" fmla="*/ 2315525 w 12192000"/>
              <a:gd name="connsiteY138" fmla="*/ 1989708 h 2237474"/>
              <a:gd name="connsiteX139" fmla="*/ 2300792 w 12192000"/>
              <a:gd name="connsiteY139" fmla="*/ 1994290 h 2237474"/>
              <a:gd name="connsiteX140" fmla="*/ 2295469 w 12192000"/>
              <a:gd name="connsiteY140" fmla="*/ 1996659 h 2237474"/>
              <a:gd name="connsiteX141" fmla="*/ 2287219 w 12192000"/>
              <a:gd name="connsiteY141" fmla="*/ 1998750 h 2237474"/>
              <a:gd name="connsiteX142" fmla="*/ 2286948 w 12192000"/>
              <a:gd name="connsiteY142" fmla="*/ 1998596 h 2237474"/>
              <a:gd name="connsiteX143" fmla="*/ 2243069 w 12192000"/>
              <a:gd name="connsiteY143" fmla="*/ 2015111 h 2237474"/>
              <a:gd name="connsiteX144" fmla="*/ 2186609 w 12192000"/>
              <a:gd name="connsiteY144" fmla="*/ 2008263 h 2237474"/>
              <a:gd name="connsiteX145" fmla="*/ 2164831 w 12192000"/>
              <a:gd name="connsiteY145" fmla="*/ 2010143 h 2237474"/>
              <a:gd name="connsiteX146" fmla="*/ 2152836 w 12192000"/>
              <a:gd name="connsiteY146" fmla="*/ 2010048 h 2237474"/>
              <a:gd name="connsiteX147" fmla="*/ 2117102 w 12192000"/>
              <a:gd name="connsiteY147" fmla="*/ 2023004 h 2237474"/>
              <a:gd name="connsiteX148" fmla="*/ 2111935 w 12192000"/>
              <a:gd name="connsiteY148" fmla="*/ 2023163 h 2237474"/>
              <a:gd name="connsiteX149" fmla="*/ 2089991 w 12192000"/>
              <a:gd name="connsiteY149" fmla="*/ 2034193 h 2237474"/>
              <a:gd name="connsiteX150" fmla="*/ 2058061 w 12192000"/>
              <a:gd name="connsiteY150" fmla="*/ 2047942 h 2237474"/>
              <a:gd name="connsiteX151" fmla="*/ 2055737 w 12192000"/>
              <a:gd name="connsiteY151" fmla="*/ 2047704 h 2237474"/>
              <a:gd name="connsiteX152" fmla="*/ 2042244 w 12192000"/>
              <a:gd name="connsiteY152" fmla="*/ 2055560 h 2237474"/>
              <a:gd name="connsiteX153" fmla="*/ 1976224 w 12192000"/>
              <a:gd name="connsiteY153" fmla="*/ 2074257 h 2237474"/>
              <a:gd name="connsiteX154" fmla="*/ 1877728 w 12192000"/>
              <a:gd name="connsiteY154" fmla="*/ 2101004 h 2237474"/>
              <a:gd name="connsiteX155" fmla="*/ 1759056 w 12192000"/>
              <a:gd name="connsiteY155" fmla="*/ 2125608 h 2237474"/>
              <a:gd name="connsiteX156" fmla="*/ 1637948 w 12192000"/>
              <a:gd name="connsiteY156" fmla="*/ 2172597 h 2237474"/>
              <a:gd name="connsiteX157" fmla="*/ 1434549 w 12192000"/>
              <a:gd name="connsiteY157" fmla="*/ 2234522 h 2237474"/>
              <a:gd name="connsiteX158" fmla="*/ 1398481 w 12192000"/>
              <a:gd name="connsiteY158" fmla="*/ 2237074 h 2237474"/>
              <a:gd name="connsiteX159" fmla="*/ 1398407 w 12192000"/>
              <a:gd name="connsiteY159" fmla="*/ 2237095 h 2237474"/>
              <a:gd name="connsiteX160" fmla="*/ 1370962 w 12192000"/>
              <a:gd name="connsiteY160" fmla="*/ 2237474 h 2237474"/>
              <a:gd name="connsiteX161" fmla="*/ 1356367 w 12192000"/>
              <a:gd name="connsiteY161" fmla="*/ 2235089 h 2237474"/>
              <a:gd name="connsiteX162" fmla="*/ 1324828 w 12192000"/>
              <a:gd name="connsiteY162" fmla="*/ 2231968 h 2237474"/>
              <a:gd name="connsiteX163" fmla="*/ 1297744 w 12192000"/>
              <a:gd name="connsiteY163" fmla="*/ 2235849 h 2237474"/>
              <a:gd name="connsiteX164" fmla="*/ 1286236 w 12192000"/>
              <a:gd name="connsiteY164" fmla="*/ 2233135 h 2237474"/>
              <a:gd name="connsiteX165" fmla="*/ 1283504 w 12192000"/>
              <a:gd name="connsiteY165" fmla="*/ 2233797 h 2237474"/>
              <a:gd name="connsiteX166" fmla="*/ 1279765 w 12192000"/>
              <a:gd name="connsiteY166" fmla="*/ 2229639 h 2237474"/>
              <a:gd name="connsiteX167" fmla="*/ 1195347 w 12192000"/>
              <a:gd name="connsiteY167" fmla="*/ 2212354 h 2237474"/>
              <a:gd name="connsiteX168" fmla="*/ 970251 w 12192000"/>
              <a:gd name="connsiteY168" fmla="*/ 2221029 h 2237474"/>
              <a:gd name="connsiteX169" fmla="*/ 812914 w 12192000"/>
              <a:gd name="connsiteY169" fmla="*/ 2202752 h 2237474"/>
              <a:gd name="connsiteX170" fmla="*/ 800195 w 12192000"/>
              <a:gd name="connsiteY170" fmla="*/ 2209407 h 2237474"/>
              <a:gd name="connsiteX171" fmla="*/ 784978 w 12192000"/>
              <a:gd name="connsiteY171" fmla="*/ 2212360 h 2237474"/>
              <a:gd name="connsiteX172" fmla="*/ 681987 w 12192000"/>
              <a:gd name="connsiteY172" fmla="*/ 2216757 h 2237474"/>
              <a:gd name="connsiteX173" fmla="*/ 669923 w 12192000"/>
              <a:gd name="connsiteY173" fmla="*/ 2211682 h 2237474"/>
              <a:gd name="connsiteX174" fmla="*/ 648680 w 12192000"/>
              <a:gd name="connsiteY174" fmla="*/ 2206229 h 2237474"/>
              <a:gd name="connsiteX175" fmla="*/ 597225 w 12192000"/>
              <a:gd name="connsiteY175" fmla="*/ 2180999 h 2237474"/>
              <a:gd name="connsiteX176" fmla="*/ 558449 w 12192000"/>
              <a:gd name="connsiteY176" fmla="*/ 2182346 h 2237474"/>
              <a:gd name="connsiteX177" fmla="*/ 550517 w 12192000"/>
              <a:gd name="connsiteY177" fmla="*/ 2182060 h 2237474"/>
              <a:gd name="connsiteX178" fmla="*/ 550309 w 12192000"/>
              <a:gd name="connsiteY178" fmla="*/ 2181825 h 2237474"/>
              <a:gd name="connsiteX179" fmla="*/ 541836 w 12192000"/>
              <a:gd name="connsiteY179" fmla="*/ 2181063 h 2237474"/>
              <a:gd name="connsiteX180" fmla="*/ 536057 w 12192000"/>
              <a:gd name="connsiteY180" fmla="*/ 2181537 h 2237474"/>
              <a:gd name="connsiteX181" fmla="*/ 520671 w 12192000"/>
              <a:gd name="connsiteY181" fmla="*/ 2180980 h 2237474"/>
              <a:gd name="connsiteX182" fmla="*/ 515024 w 12192000"/>
              <a:gd name="connsiteY182" fmla="*/ 2179258 h 2237474"/>
              <a:gd name="connsiteX183" fmla="*/ 512278 w 12192000"/>
              <a:gd name="connsiteY183" fmla="*/ 2176369 h 2237474"/>
              <a:gd name="connsiteX184" fmla="*/ 480419 w 12192000"/>
              <a:gd name="connsiteY184" fmla="*/ 2167807 h 2237474"/>
              <a:gd name="connsiteX185" fmla="*/ 413835 w 12192000"/>
              <a:gd name="connsiteY185" fmla="*/ 2156783 h 2237474"/>
              <a:gd name="connsiteX186" fmla="*/ 376513 w 12192000"/>
              <a:gd name="connsiteY186" fmla="*/ 2154014 h 2237474"/>
              <a:gd name="connsiteX187" fmla="*/ 273386 w 12192000"/>
              <a:gd name="connsiteY187" fmla="*/ 2142551 h 2237474"/>
              <a:gd name="connsiteX188" fmla="*/ 169207 w 12192000"/>
              <a:gd name="connsiteY188" fmla="*/ 2128100 h 2237474"/>
              <a:gd name="connsiteX189" fmla="*/ 93149 w 12192000"/>
              <a:gd name="connsiteY189" fmla="*/ 2105324 h 2237474"/>
              <a:gd name="connsiteX190" fmla="*/ 88109 w 12192000"/>
              <a:gd name="connsiteY190" fmla="*/ 2106704 h 2237474"/>
              <a:gd name="connsiteX191" fmla="*/ 80022 w 12192000"/>
              <a:gd name="connsiteY191" fmla="*/ 2107254 h 2237474"/>
              <a:gd name="connsiteX192" fmla="*/ 79717 w 12192000"/>
              <a:gd name="connsiteY192" fmla="*/ 2107046 h 2237474"/>
              <a:gd name="connsiteX193" fmla="*/ 72352 w 12192000"/>
              <a:gd name="connsiteY193" fmla="*/ 2107991 h 2237474"/>
              <a:gd name="connsiteX194" fmla="*/ 37645 w 12192000"/>
              <a:gd name="connsiteY194" fmla="*/ 2115401 h 2237474"/>
              <a:gd name="connsiteX195" fmla="*/ 4572 w 12192000"/>
              <a:gd name="connsiteY195" fmla="*/ 2111091 h 2237474"/>
              <a:gd name="connsiteX196" fmla="*/ 0 w 12192000"/>
              <a:gd name="connsiteY196" fmla="*/ 2110468 h 2237474"/>
              <a:gd name="connsiteX197" fmla="*/ 0 w 12192000"/>
              <a:gd name="connsiteY197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958984 w 12192000"/>
              <a:gd name="connsiteY38" fmla="*/ 1057212 h 2237474"/>
              <a:gd name="connsiteX39" fmla="*/ 8886001 w 12192000"/>
              <a:gd name="connsiteY39" fmla="*/ 1067468 h 2237474"/>
              <a:gd name="connsiteX40" fmla="*/ 8838610 w 12192000"/>
              <a:gd name="connsiteY40" fmla="*/ 1075091 h 2237474"/>
              <a:gd name="connsiteX41" fmla="*/ 8750383 w 12192000"/>
              <a:gd name="connsiteY41" fmla="*/ 1097387 h 2237474"/>
              <a:gd name="connsiteX42" fmla="*/ 8665605 w 12192000"/>
              <a:gd name="connsiteY42" fmla="*/ 1110791 h 2237474"/>
              <a:gd name="connsiteX43" fmla="*/ 8584946 w 12192000"/>
              <a:gd name="connsiteY43" fmla="*/ 1135226 h 2237474"/>
              <a:gd name="connsiteX44" fmla="*/ 8460755 w 12192000"/>
              <a:gd name="connsiteY44" fmla="*/ 1203427 h 2237474"/>
              <a:gd name="connsiteX45" fmla="*/ 8419755 w 12192000"/>
              <a:gd name="connsiteY45" fmla="*/ 1216260 h 2237474"/>
              <a:gd name="connsiteX46" fmla="*/ 8411626 w 12192000"/>
              <a:gd name="connsiteY46" fmla="*/ 1214397 h 2237474"/>
              <a:gd name="connsiteX47" fmla="*/ 8363469 w 12192000"/>
              <a:gd name="connsiteY47" fmla="*/ 1246658 h 2237474"/>
              <a:gd name="connsiteX48" fmla="*/ 8275497 w 12192000"/>
              <a:gd name="connsiteY48" fmla="*/ 1264396 h 2237474"/>
              <a:gd name="connsiteX49" fmla="*/ 8206287 w 12192000"/>
              <a:gd name="connsiteY49" fmla="*/ 1273060 h 2237474"/>
              <a:gd name="connsiteX50" fmla="*/ 8168705 w 12192000"/>
              <a:gd name="connsiteY50" fmla="*/ 1279956 h 2237474"/>
              <a:gd name="connsiteX51" fmla="*/ 8139997 w 12192000"/>
              <a:gd name="connsiteY51" fmla="*/ 1282713 h 2237474"/>
              <a:gd name="connsiteX52" fmla="*/ 8074238 w 12192000"/>
              <a:gd name="connsiteY52" fmla="*/ 1301895 h 2237474"/>
              <a:gd name="connsiteX53" fmla="*/ 7968292 w 12192000"/>
              <a:gd name="connsiteY53" fmla="*/ 1338779 h 2237474"/>
              <a:gd name="connsiteX54" fmla="*/ 7902328 w 12192000"/>
              <a:gd name="connsiteY54" fmla="*/ 1345865 h 2237474"/>
              <a:gd name="connsiteX55" fmla="*/ 7875879 w 12192000"/>
              <a:gd name="connsiteY55" fmla="*/ 1345646 h 2237474"/>
              <a:gd name="connsiteX56" fmla="*/ 7840612 w 12192000"/>
              <a:gd name="connsiteY56" fmla="*/ 1369373 h 2237474"/>
              <a:gd name="connsiteX57" fmla="*/ 7786819 w 12192000"/>
              <a:gd name="connsiteY57" fmla="*/ 1378970 h 2237474"/>
              <a:gd name="connsiteX58" fmla="*/ 7548172 w 12192000"/>
              <a:gd name="connsiteY58" fmla="*/ 1417460 h 2237474"/>
              <a:gd name="connsiteX59" fmla="*/ 7483437 w 12192000"/>
              <a:gd name="connsiteY59" fmla="*/ 1478152 h 2237474"/>
              <a:gd name="connsiteX60" fmla="*/ 7377870 w 12192000"/>
              <a:gd name="connsiteY60" fmla="*/ 1523319 h 2237474"/>
              <a:gd name="connsiteX61" fmla="*/ 7230737 w 12192000"/>
              <a:gd name="connsiteY61" fmla="*/ 1562633 h 2237474"/>
              <a:gd name="connsiteX62" fmla="*/ 7224458 w 12192000"/>
              <a:gd name="connsiteY62" fmla="*/ 1573008 h 2237474"/>
              <a:gd name="connsiteX63" fmla="*/ 7183121 w 12192000"/>
              <a:gd name="connsiteY63" fmla="*/ 1595162 h 2237474"/>
              <a:gd name="connsiteX64" fmla="*/ 7164601 w 12192000"/>
              <a:gd name="connsiteY64" fmla="*/ 1606490 h 2237474"/>
              <a:gd name="connsiteX65" fmla="*/ 7031309 w 12192000"/>
              <a:gd name="connsiteY65" fmla="*/ 1619451 h 2237474"/>
              <a:gd name="connsiteX66" fmla="*/ 6900177 w 12192000"/>
              <a:gd name="connsiteY66" fmla="*/ 1636016 h 2237474"/>
              <a:gd name="connsiteX67" fmla="*/ 6795372 w 12192000"/>
              <a:gd name="connsiteY67" fmla="*/ 1644845 h 2237474"/>
              <a:gd name="connsiteX68" fmla="*/ 6692251 w 12192000"/>
              <a:gd name="connsiteY68" fmla="*/ 1656357 h 2237474"/>
              <a:gd name="connsiteX69" fmla="*/ 6655235 w 12192000"/>
              <a:gd name="connsiteY69" fmla="*/ 1661869 h 2237474"/>
              <a:gd name="connsiteX70" fmla="*/ 6554894 w 12192000"/>
              <a:gd name="connsiteY70" fmla="*/ 1664428 h 2237474"/>
              <a:gd name="connsiteX71" fmla="*/ 6516595 w 12192000"/>
              <a:gd name="connsiteY71" fmla="*/ 1667475 h 2237474"/>
              <a:gd name="connsiteX72" fmla="*/ 6508541 w 12192000"/>
              <a:gd name="connsiteY72" fmla="*/ 1668757 h 2237474"/>
              <a:gd name="connsiteX73" fmla="*/ 6471012 w 12192000"/>
              <a:gd name="connsiteY73" fmla="*/ 1678604 h 2237474"/>
              <a:gd name="connsiteX74" fmla="*/ 6364035 w 12192000"/>
              <a:gd name="connsiteY74" fmla="*/ 1667683 h 2237474"/>
              <a:gd name="connsiteX75" fmla="*/ 6280959 w 12192000"/>
              <a:gd name="connsiteY75" fmla="*/ 1689329 h 2237474"/>
              <a:gd name="connsiteX76" fmla="*/ 6243319 w 12192000"/>
              <a:gd name="connsiteY76" fmla="*/ 1695560 h 2237474"/>
              <a:gd name="connsiteX77" fmla="*/ 6098321 w 12192000"/>
              <a:gd name="connsiteY77" fmla="*/ 1721646 h 2237474"/>
              <a:gd name="connsiteX78" fmla="*/ 5880652 w 12192000"/>
              <a:gd name="connsiteY78" fmla="*/ 1779643 h 2237474"/>
              <a:gd name="connsiteX79" fmla="*/ 5785959 w 12192000"/>
              <a:gd name="connsiteY79" fmla="*/ 1775307 h 2237474"/>
              <a:gd name="connsiteX80" fmla="*/ 5643534 w 12192000"/>
              <a:gd name="connsiteY80" fmla="*/ 1802919 h 2237474"/>
              <a:gd name="connsiteX81" fmla="*/ 5518799 w 12192000"/>
              <a:gd name="connsiteY81" fmla="*/ 1818312 h 2237474"/>
              <a:gd name="connsiteX82" fmla="*/ 5505014 w 12192000"/>
              <a:gd name="connsiteY82" fmla="*/ 1819259 h 2237474"/>
              <a:gd name="connsiteX83" fmla="*/ 5453307 w 12192000"/>
              <a:gd name="connsiteY83" fmla="*/ 1815450 h 2237474"/>
              <a:gd name="connsiteX84" fmla="*/ 5221533 w 12192000"/>
              <a:gd name="connsiteY84" fmla="*/ 1846950 h 2237474"/>
              <a:gd name="connsiteX85" fmla="*/ 5149802 w 12192000"/>
              <a:gd name="connsiteY85" fmla="*/ 1844846 h 2237474"/>
              <a:gd name="connsiteX86" fmla="*/ 5114927 w 12192000"/>
              <a:gd name="connsiteY86" fmla="*/ 1847827 h 2237474"/>
              <a:gd name="connsiteX87" fmla="*/ 5108970 w 12192000"/>
              <a:gd name="connsiteY87" fmla="*/ 1847935 h 2237474"/>
              <a:gd name="connsiteX88" fmla="*/ 5067961 w 12192000"/>
              <a:gd name="connsiteY88" fmla="*/ 1845917 h 2237474"/>
              <a:gd name="connsiteX89" fmla="*/ 5007075 w 12192000"/>
              <a:gd name="connsiteY89" fmla="*/ 1838626 h 2237474"/>
              <a:gd name="connsiteX90" fmla="*/ 4944087 w 12192000"/>
              <a:gd name="connsiteY90" fmla="*/ 1823332 h 2237474"/>
              <a:gd name="connsiteX91" fmla="*/ 4907662 w 12192000"/>
              <a:gd name="connsiteY91" fmla="*/ 1816900 h 2237474"/>
              <a:gd name="connsiteX92" fmla="*/ 4882386 w 12192000"/>
              <a:gd name="connsiteY92" fmla="*/ 1809844 h 2237474"/>
              <a:gd name="connsiteX93" fmla="*/ 4811440 w 12192000"/>
              <a:gd name="connsiteY93" fmla="*/ 1804655 h 2237474"/>
              <a:gd name="connsiteX94" fmla="*/ 4691075 w 12192000"/>
              <a:gd name="connsiteY94" fmla="*/ 1801389 h 2237474"/>
              <a:gd name="connsiteX95" fmla="*/ 4611738 w 12192000"/>
              <a:gd name="connsiteY95" fmla="*/ 1776964 h 2237474"/>
              <a:gd name="connsiteX96" fmla="*/ 4560070 w 12192000"/>
              <a:gd name="connsiteY96" fmla="*/ 1785640 h 2237474"/>
              <a:gd name="connsiteX97" fmla="*/ 4536503 w 12192000"/>
              <a:gd name="connsiteY97" fmla="*/ 1785334 h 2237474"/>
              <a:gd name="connsiteX98" fmla="*/ 4513724 w 12192000"/>
              <a:gd name="connsiteY98" fmla="*/ 1791996 h 2237474"/>
              <a:gd name="connsiteX99" fmla="*/ 4459810 w 12192000"/>
              <a:gd name="connsiteY99" fmla="*/ 1797886 h 2237474"/>
              <a:gd name="connsiteX100" fmla="*/ 4379064 w 12192000"/>
              <a:gd name="connsiteY100" fmla="*/ 1817177 h 2237474"/>
              <a:gd name="connsiteX101" fmla="*/ 4290981 w 12192000"/>
              <a:gd name="connsiteY101" fmla="*/ 1839677 h 2237474"/>
              <a:gd name="connsiteX102" fmla="*/ 4238372 w 12192000"/>
              <a:gd name="connsiteY102" fmla="*/ 1851480 h 2237474"/>
              <a:gd name="connsiteX103" fmla="*/ 4232517 w 12192000"/>
              <a:gd name="connsiteY103" fmla="*/ 1852567 h 2237474"/>
              <a:gd name="connsiteX104" fmla="*/ 4191732 w 12192000"/>
              <a:gd name="connsiteY104" fmla="*/ 1857328 h 2237474"/>
              <a:gd name="connsiteX105" fmla="*/ 4065532 w 12192000"/>
              <a:gd name="connsiteY105" fmla="*/ 1855477 h 2237474"/>
              <a:gd name="connsiteX106" fmla="*/ 4028460 w 12192000"/>
              <a:gd name="connsiteY106" fmla="*/ 1855137 h 2237474"/>
              <a:gd name="connsiteX107" fmla="*/ 4002267 w 12192000"/>
              <a:gd name="connsiteY107" fmla="*/ 1852352 h 2237474"/>
              <a:gd name="connsiteX108" fmla="*/ 3931396 w 12192000"/>
              <a:gd name="connsiteY108" fmla="*/ 1858915 h 2237474"/>
              <a:gd name="connsiteX109" fmla="*/ 3812162 w 12192000"/>
              <a:gd name="connsiteY109" fmla="*/ 1875501 h 2237474"/>
              <a:gd name="connsiteX110" fmla="*/ 3729530 w 12192000"/>
              <a:gd name="connsiteY110" fmla="*/ 1864513 h 2237474"/>
              <a:gd name="connsiteX111" fmla="*/ 3680177 w 12192000"/>
              <a:gd name="connsiteY111" fmla="*/ 1881552 h 2237474"/>
              <a:gd name="connsiteX112" fmla="*/ 3567259 w 12192000"/>
              <a:gd name="connsiteY112" fmla="*/ 1893482 h 2237474"/>
              <a:gd name="connsiteX113" fmla="*/ 3405770 w 12192000"/>
              <a:gd name="connsiteY113" fmla="*/ 1904591 h 2237474"/>
              <a:gd name="connsiteX114" fmla="*/ 3280097 w 12192000"/>
              <a:gd name="connsiteY114" fmla="*/ 1919610 h 2237474"/>
              <a:gd name="connsiteX115" fmla="*/ 3123424 w 12192000"/>
              <a:gd name="connsiteY115" fmla="*/ 1952930 h 2237474"/>
              <a:gd name="connsiteX116" fmla="*/ 3009910 w 12192000"/>
              <a:gd name="connsiteY116" fmla="*/ 1957866 h 2237474"/>
              <a:gd name="connsiteX117" fmla="*/ 2995934 w 12192000"/>
              <a:gd name="connsiteY117" fmla="*/ 1967085 h 2237474"/>
              <a:gd name="connsiteX118" fmla="*/ 2980071 w 12192000"/>
              <a:gd name="connsiteY118" fmla="*/ 1972988 h 2237474"/>
              <a:gd name="connsiteX119" fmla="*/ 2978094 w 12192000"/>
              <a:gd name="connsiteY119" fmla="*/ 1972369 h 2237474"/>
              <a:gd name="connsiteX120" fmla="*/ 2942858 w 12192000"/>
              <a:gd name="connsiteY120" fmla="*/ 1981367 h 2237474"/>
              <a:gd name="connsiteX121" fmla="*/ 2875436 w 12192000"/>
              <a:gd name="connsiteY121" fmla="*/ 1996977 h 2237474"/>
              <a:gd name="connsiteX122" fmla="*/ 2874892 w 12192000"/>
              <a:gd name="connsiteY122" fmla="*/ 1996085 h 2237474"/>
              <a:gd name="connsiteX123" fmla="*/ 2864145 w 12192000"/>
              <a:gd name="connsiteY123" fmla="*/ 1994061 h 2237474"/>
              <a:gd name="connsiteX124" fmla="*/ 2843662 w 12192000"/>
              <a:gd name="connsiteY124" fmla="*/ 1992498 h 2237474"/>
              <a:gd name="connsiteX125" fmla="*/ 2796128 w 12192000"/>
              <a:gd name="connsiteY125" fmla="*/ 1976403 h 2237474"/>
              <a:gd name="connsiteX126" fmla="*/ 2756784 w 12192000"/>
              <a:gd name="connsiteY126" fmla="*/ 1985116 h 2237474"/>
              <a:gd name="connsiteX127" fmla="*/ 2748833 w 12192000"/>
              <a:gd name="connsiteY127" fmla="*/ 1986323 h 2237474"/>
              <a:gd name="connsiteX128" fmla="*/ 2748661 w 12192000"/>
              <a:gd name="connsiteY128" fmla="*/ 1986122 h 2237474"/>
              <a:gd name="connsiteX129" fmla="*/ 2740251 w 12192000"/>
              <a:gd name="connsiteY129" fmla="*/ 1986946 h 2237474"/>
              <a:gd name="connsiteX130" fmla="*/ 2718916 w 12192000"/>
              <a:gd name="connsiteY130" fmla="*/ 1990867 h 2237474"/>
              <a:gd name="connsiteX131" fmla="*/ 2713522 w 12192000"/>
              <a:gd name="connsiteY131" fmla="*/ 1990173 h 2237474"/>
              <a:gd name="connsiteX132" fmla="*/ 2680597 w 12192000"/>
              <a:gd name="connsiteY132" fmla="*/ 1984996 h 2237474"/>
              <a:gd name="connsiteX133" fmla="*/ 2578178 w 12192000"/>
              <a:gd name="connsiteY133" fmla="*/ 1990531 h 2237474"/>
              <a:gd name="connsiteX134" fmla="*/ 2476147 w 12192000"/>
              <a:gd name="connsiteY134" fmla="*/ 1998305 h 2237474"/>
              <a:gd name="connsiteX135" fmla="*/ 2373568 w 12192000"/>
              <a:gd name="connsiteY135" fmla="*/ 2003219 h 2237474"/>
              <a:gd name="connsiteX136" fmla="*/ 2321399 w 12192000"/>
              <a:gd name="connsiteY136" fmla="*/ 1989467 h 2237474"/>
              <a:gd name="connsiteX137" fmla="*/ 2315525 w 12192000"/>
              <a:gd name="connsiteY137" fmla="*/ 1989708 h 2237474"/>
              <a:gd name="connsiteX138" fmla="*/ 2300792 w 12192000"/>
              <a:gd name="connsiteY138" fmla="*/ 1994290 h 2237474"/>
              <a:gd name="connsiteX139" fmla="*/ 2295469 w 12192000"/>
              <a:gd name="connsiteY139" fmla="*/ 1996659 h 2237474"/>
              <a:gd name="connsiteX140" fmla="*/ 2287219 w 12192000"/>
              <a:gd name="connsiteY140" fmla="*/ 1998750 h 2237474"/>
              <a:gd name="connsiteX141" fmla="*/ 2286948 w 12192000"/>
              <a:gd name="connsiteY141" fmla="*/ 1998596 h 2237474"/>
              <a:gd name="connsiteX142" fmla="*/ 2243069 w 12192000"/>
              <a:gd name="connsiteY142" fmla="*/ 2015111 h 2237474"/>
              <a:gd name="connsiteX143" fmla="*/ 2186609 w 12192000"/>
              <a:gd name="connsiteY143" fmla="*/ 2008263 h 2237474"/>
              <a:gd name="connsiteX144" fmla="*/ 2164831 w 12192000"/>
              <a:gd name="connsiteY144" fmla="*/ 2010143 h 2237474"/>
              <a:gd name="connsiteX145" fmla="*/ 2152836 w 12192000"/>
              <a:gd name="connsiteY145" fmla="*/ 2010048 h 2237474"/>
              <a:gd name="connsiteX146" fmla="*/ 2117102 w 12192000"/>
              <a:gd name="connsiteY146" fmla="*/ 2023004 h 2237474"/>
              <a:gd name="connsiteX147" fmla="*/ 2111935 w 12192000"/>
              <a:gd name="connsiteY147" fmla="*/ 2023163 h 2237474"/>
              <a:gd name="connsiteX148" fmla="*/ 2089991 w 12192000"/>
              <a:gd name="connsiteY148" fmla="*/ 2034193 h 2237474"/>
              <a:gd name="connsiteX149" fmla="*/ 2058061 w 12192000"/>
              <a:gd name="connsiteY149" fmla="*/ 2047942 h 2237474"/>
              <a:gd name="connsiteX150" fmla="*/ 2055737 w 12192000"/>
              <a:gd name="connsiteY150" fmla="*/ 2047704 h 2237474"/>
              <a:gd name="connsiteX151" fmla="*/ 2042244 w 12192000"/>
              <a:gd name="connsiteY151" fmla="*/ 2055560 h 2237474"/>
              <a:gd name="connsiteX152" fmla="*/ 1976224 w 12192000"/>
              <a:gd name="connsiteY152" fmla="*/ 2074257 h 2237474"/>
              <a:gd name="connsiteX153" fmla="*/ 1877728 w 12192000"/>
              <a:gd name="connsiteY153" fmla="*/ 2101004 h 2237474"/>
              <a:gd name="connsiteX154" fmla="*/ 1759056 w 12192000"/>
              <a:gd name="connsiteY154" fmla="*/ 2125608 h 2237474"/>
              <a:gd name="connsiteX155" fmla="*/ 1637948 w 12192000"/>
              <a:gd name="connsiteY155" fmla="*/ 2172597 h 2237474"/>
              <a:gd name="connsiteX156" fmla="*/ 1434549 w 12192000"/>
              <a:gd name="connsiteY156" fmla="*/ 2234522 h 2237474"/>
              <a:gd name="connsiteX157" fmla="*/ 1398481 w 12192000"/>
              <a:gd name="connsiteY157" fmla="*/ 2237074 h 2237474"/>
              <a:gd name="connsiteX158" fmla="*/ 1398407 w 12192000"/>
              <a:gd name="connsiteY158" fmla="*/ 2237095 h 2237474"/>
              <a:gd name="connsiteX159" fmla="*/ 1370962 w 12192000"/>
              <a:gd name="connsiteY159" fmla="*/ 2237474 h 2237474"/>
              <a:gd name="connsiteX160" fmla="*/ 1356367 w 12192000"/>
              <a:gd name="connsiteY160" fmla="*/ 2235089 h 2237474"/>
              <a:gd name="connsiteX161" fmla="*/ 1324828 w 12192000"/>
              <a:gd name="connsiteY161" fmla="*/ 2231968 h 2237474"/>
              <a:gd name="connsiteX162" fmla="*/ 1297744 w 12192000"/>
              <a:gd name="connsiteY162" fmla="*/ 2235849 h 2237474"/>
              <a:gd name="connsiteX163" fmla="*/ 1286236 w 12192000"/>
              <a:gd name="connsiteY163" fmla="*/ 2233135 h 2237474"/>
              <a:gd name="connsiteX164" fmla="*/ 1283504 w 12192000"/>
              <a:gd name="connsiteY164" fmla="*/ 2233797 h 2237474"/>
              <a:gd name="connsiteX165" fmla="*/ 1279765 w 12192000"/>
              <a:gd name="connsiteY165" fmla="*/ 2229639 h 2237474"/>
              <a:gd name="connsiteX166" fmla="*/ 1195347 w 12192000"/>
              <a:gd name="connsiteY166" fmla="*/ 2212354 h 2237474"/>
              <a:gd name="connsiteX167" fmla="*/ 970251 w 12192000"/>
              <a:gd name="connsiteY167" fmla="*/ 2221029 h 2237474"/>
              <a:gd name="connsiteX168" fmla="*/ 812914 w 12192000"/>
              <a:gd name="connsiteY168" fmla="*/ 2202752 h 2237474"/>
              <a:gd name="connsiteX169" fmla="*/ 800195 w 12192000"/>
              <a:gd name="connsiteY169" fmla="*/ 2209407 h 2237474"/>
              <a:gd name="connsiteX170" fmla="*/ 784978 w 12192000"/>
              <a:gd name="connsiteY170" fmla="*/ 2212360 h 2237474"/>
              <a:gd name="connsiteX171" fmla="*/ 681987 w 12192000"/>
              <a:gd name="connsiteY171" fmla="*/ 2216757 h 2237474"/>
              <a:gd name="connsiteX172" fmla="*/ 669923 w 12192000"/>
              <a:gd name="connsiteY172" fmla="*/ 2211682 h 2237474"/>
              <a:gd name="connsiteX173" fmla="*/ 648680 w 12192000"/>
              <a:gd name="connsiteY173" fmla="*/ 2206229 h 2237474"/>
              <a:gd name="connsiteX174" fmla="*/ 597225 w 12192000"/>
              <a:gd name="connsiteY174" fmla="*/ 2180999 h 2237474"/>
              <a:gd name="connsiteX175" fmla="*/ 558449 w 12192000"/>
              <a:gd name="connsiteY175" fmla="*/ 2182346 h 2237474"/>
              <a:gd name="connsiteX176" fmla="*/ 550517 w 12192000"/>
              <a:gd name="connsiteY176" fmla="*/ 2182060 h 2237474"/>
              <a:gd name="connsiteX177" fmla="*/ 550309 w 12192000"/>
              <a:gd name="connsiteY177" fmla="*/ 2181825 h 2237474"/>
              <a:gd name="connsiteX178" fmla="*/ 541836 w 12192000"/>
              <a:gd name="connsiteY178" fmla="*/ 2181063 h 2237474"/>
              <a:gd name="connsiteX179" fmla="*/ 536057 w 12192000"/>
              <a:gd name="connsiteY179" fmla="*/ 2181537 h 2237474"/>
              <a:gd name="connsiteX180" fmla="*/ 520671 w 12192000"/>
              <a:gd name="connsiteY180" fmla="*/ 2180980 h 2237474"/>
              <a:gd name="connsiteX181" fmla="*/ 515024 w 12192000"/>
              <a:gd name="connsiteY181" fmla="*/ 2179258 h 2237474"/>
              <a:gd name="connsiteX182" fmla="*/ 512278 w 12192000"/>
              <a:gd name="connsiteY182" fmla="*/ 2176369 h 2237474"/>
              <a:gd name="connsiteX183" fmla="*/ 480419 w 12192000"/>
              <a:gd name="connsiteY183" fmla="*/ 2167807 h 2237474"/>
              <a:gd name="connsiteX184" fmla="*/ 413835 w 12192000"/>
              <a:gd name="connsiteY184" fmla="*/ 2156783 h 2237474"/>
              <a:gd name="connsiteX185" fmla="*/ 376513 w 12192000"/>
              <a:gd name="connsiteY185" fmla="*/ 2154014 h 2237474"/>
              <a:gd name="connsiteX186" fmla="*/ 273386 w 12192000"/>
              <a:gd name="connsiteY186" fmla="*/ 2142551 h 2237474"/>
              <a:gd name="connsiteX187" fmla="*/ 169207 w 12192000"/>
              <a:gd name="connsiteY187" fmla="*/ 2128100 h 2237474"/>
              <a:gd name="connsiteX188" fmla="*/ 93149 w 12192000"/>
              <a:gd name="connsiteY188" fmla="*/ 2105324 h 2237474"/>
              <a:gd name="connsiteX189" fmla="*/ 88109 w 12192000"/>
              <a:gd name="connsiteY189" fmla="*/ 2106704 h 2237474"/>
              <a:gd name="connsiteX190" fmla="*/ 80022 w 12192000"/>
              <a:gd name="connsiteY190" fmla="*/ 2107254 h 2237474"/>
              <a:gd name="connsiteX191" fmla="*/ 79717 w 12192000"/>
              <a:gd name="connsiteY191" fmla="*/ 2107046 h 2237474"/>
              <a:gd name="connsiteX192" fmla="*/ 72352 w 12192000"/>
              <a:gd name="connsiteY192" fmla="*/ 2107991 h 2237474"/>
              <a:gd name="connsiteX193" fmla="*/ 37645 w 12192000"/>
              <a:gd name="connsiteY193" fmla="*/ 2115401 h 2237474"/>
              <a:gd name="connsiteX194" fmla="*/ 4572 w 12192000"/>
              <a:gd name="connsiteY194" fmla="*/ 2111091 h 2237474"/>
              <a:gd name="connsiteX195" fmla="*/ 0 w 12192000"/>
              <a:gd name="connsiteY195" fmla="*/ 2110468 h 2237474"/>
              <a:gd name="connsiteX196" fmla="*/ 0 w 12192000"/>
              <a:gd name="connsiteY196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958984 w 12192000"/>
              <a:gd name="connsiteY38" fmla="*/ 1057212 h 2237474"/>
              <a:gd name="connsiteX39" fmla="*/ 8886001 w 12192000"/>
              <a:gd name="connsiteY39" fmla="*/ 1067468 h 2237474"/>
              <a:gd name="connsiteX40" fmla="*/ 8838610 w 12192000"/>
              <a:gd name="connsiteY40" fmla="*/ 1075091 h 2237474"/>
              <a:gd name="connsiteX41" fmla="*/ 8750383 w 12192000"/>
              <a:gd name="connsiteY41" fmla="*/ 1097387 h 2237474"/>
              <a:gd name="connsiteX42" fmla="*/ 8665605 w 12192000"/>
              <a:gd name="connsiteY42" fmla="*/ 1110791 h 2237474"/>
              <a:gd name="connsiteX43" fmla="*/ 8584946 w 12192000"/>
              <a:gd name="connsiteY43" fmla="*/ 1135226 h 2237474"/>
              <a:gd name="connsiteX44" fmla="*/ 8460755 w 12192000"/>
              <a:gd name="connsiteY44" fmla="*/ 1203427 h 2237474"/>
              <a:gd name="connsiteX45" fmla="*/ 8419755 w 12192000"/>
              <a:gd name="connsiteY45" fmla="*/ 1216260 h 2237474"/>
              <a:gd name="connsiteX46" fmla="*/ 8411626 w 12192000"/>
              <a:gd name="connsiteY46" fmla="*/ 1214397 h 2237474"/>
              <a:gd name="connsiteX47" fmla="*/ 8363469 w 12192000"/>
              <a:gd name="connsiteY47" fmla="*/ 1246658 h 2237474"/>
              <a:gd name="connsiteX48" fmla="*/ 8275497 w 12192000"/>
              <a:gd name="connsiteY48" fmla="*/ 1264396 h 2237474"/>
              <a:gd name="connsiteX49" fmla="*/ 8206287 w 12192000"/>
              <a:gd name="connsiteY49" fmla="*/ 1273060 h 2237474"/>
              <a:gd name="connsiteX50" fmla="*/ 8168705 w 12192000"/>
              <a:gd name="connsiteY50" fmla="*/ 1279956 h 2237474"/>
              <a:gd name="connsiteX51" fmla="*/ 8139997 w 12192000"/>
              <a:gd name="connsiteY51" fmla="*/ 1282713 h 2237474"/>
              <a:gd name="connsiteX52" fmla="*/ 8074238 w 12192000"/>
              <a:gd name="connsiteY52" fmla="*/ 1301895 h 2237474"/>
              <a:gd name="connsiteX53" fmla="*/ 7968292 w 12192000"/>
              <a:gd name="connsiteY53" fmla="*/ 1338779 h 2237474"/>
              <a:gd name="connsiteX54" fmla="*/ 7902328 w 12192000"/>
              <a:gd name="connsiteY54" fmla="*/ 1345865 h 2237474"/>
              <a:gd name="connsiteX55" fmla="*/ 7875879 w 12192000"/>
              <a:gd name="connsiteY55" fmla="*/ 1345646 h 2237474"/>
              <a:gd name="connsiteX56" fmla="*/ 7840612 w 12192000"/>
              <a:gd name="connsiteY56" fmla="*/ 1369373 h 2237474"/>
              <a:gd name="connsiteX57" fmla="*/ 7786819 w 12192000"/>
              <a:gd name="connsiteY57" fmla="*/ 1378970 h 2237474"/>
              <a:gd name="connsiteX58" fmla="*/ 7548172 w 12192000"/>
              <a:gd name="connsiteY58" fmla="*/ 1417460 h 2237474"/>
              <a:gd name="connsiteX59" fmla="*/ 7483437 w 12192000"/>
              <a:gd name="connsiteY59" fmla="*/ 1478152 h 2237474"/>
              <a:gd name="connsiteX60" fmla="*/ 7377870 w 12192000"/>
              <a:gd name="connsiteY60" fmla="*/ 1523319 h 2237474"/>
              <a:gd name="connsiteX61" fmla="*/ 7230737 w 12192000"/>
              <a:gd name="connsiteY61" fmla="*/ 1562633 h 2237474"/>
              <a:gd name="connsiteX62" fmla="*/ 7224458 w 12192000"/>
              <a:gd name="connsiteY62" fmla="*/ 1573008 h 2237474"/>
              <a:gd name="connsiteX63" fmla="*/ 7183121 w 12192000"/>
              <a:gd name="connsiteY63" fmla="*/ 1595162 h 2237474"/>
              <a:gd name="connsiteX64" fmla="*/ 7164601 w 12192000"/>
              <a:gd name="connsiteY64" fmla="*/ 1606490 h 2237474"/>
              <a:gd name="connsiteX65" fmla="*/ 7031309 w 12192000"/>
              <a:gd name="connsiteY65" fmla="*/ 1619451 h 2237474"/>
              <a:gd name="connsiteX66" fmla="*/ 6900177 w 12192000"/>
              <a:gd name="connsiteY66" fmla="*/ 1636016 h 2237474"/>
              <a:gd name="connsiteX67" fmla="*/ 6795372 w 12192000"/>
              <a:gd name="connsiteY67" fmla="*/ 1644845 h 2237474"/>
              <a:gd name="connsiteX68" fmla="*/ 6692251 w 12192000"/>
              <a:gd name="connsiteY68" fmla="*/ 1656357 h 2237474"/>
              <a:gd name="connsiteX69" fmla="*/ 6655235 w 12192000"/>
              <a:gd name="connsiteY69" fmla="*/ 1661869 h 2237474"/>
              <a:gd name="connsiteX70" fmla="*/ 6554894 w 12192000"/>
              <a:gd name="connsiteY70" fmla="*/ 1664428 h 2237474"/>
              <a:gd name="connsiteX71" fmla="*/ 6516595 w 12192000"/>
              <a:gd name="connsiteY71" fmla="*/ 1667475 h 2237474"/>
              <a:gd name="connsiteX72" fmla="*/ 6508541 w 12192000"/>
              <a:gd name="connsiteY72" fmla="*/ 1668757 h 2237474"/>
              <a:gd name="connsiteX73" fmla="*/ 6471012 w 12192000"/>
              <a:gd name="connsiteY73" fmla="*/ 1678604 h 2237474"/>
              <a:gd name="connsiteX74" fmla="*/ 6364035 w 12192000"/>
              <a:gd name="connsiteY74" fmla="*/ 1667683 h 2237474"/>
              <a:gd name="connsiteX75" fmla="*/ 6280959 w 12192000"/>
              <a:gd name="connsiteY75" fmla="*/ 1689329 h 2237474"/>
              <a:gd name="connsiteX76" fmla="*/ 6243319 w 12192000"/>
              <a:gd name="connsiteY76" fmla="*/ 1695560 h 2237474"/>
              <a:gd name="connsiteX77" fmla="*/ 6098321 w 12192000"/>
              <a:gd name="connsiteY77" fmla="*/ 1721646 h 2237474"/>
              <a:gd name="connsiteX78" fmla="*/ 5880652 w 12192000"/>
              <a:gd name="connsiteY78" fmla="*/ 1779643 h 2237474"/>
              <a:gd name="connsiteX79" fmla="*/ 5785959 w 12192000"/>
              <a:gd name="connsiteY79" fmla="*/ 1775307 h 2237474"/>
              <a:gd name="connsiteX80" fmla="*/ 5643534 w 12192000"/>
              <a:gd name="connsiteY80" fmla="*/ 1802919 h 2237474"/>
              <a:gd name="connsiteX81" fmla="*/ 5518799 w 12192000"/>
              <a:gd name="connsiteY81" fmla="*/ 1818312 h 2237474"/>
              <a:gd name="connsiteX82" fmla="*/ 5505014 w 12192000"/>
              <a:gd name="connsiteY82" fmla="*/ 1819259 h 2237474"/>
              <a:gd name="connsiteX83" fmla="*/ 5453307 w 12192000"/>
              <a:gd name="connsiteY83" fmla="*/ 1815450 h 2237474"/>
              <a:gd name="connsiteX84" fmla="*/ 5221533 w 12192000"/>
              <a:gd name="connsiteY84" fmla="*/ 1846950 h 2237474"/>
              <a:gd name="connsiteX85" fmla="*/ 5149802 w 12192000"/>
              <a:gd name="connsiteY85" fmla="*/ 1844846 h 2237474"/>
              <a:gd name="connsiteX86" fmla="*/ 5114927 w 12192000"/>
              <a:gd name="connsiteY86" fmla="*/ 1847827 h 2237474"/>
              <a:gd name="connsiteX87" fmla="*/ 5108970 w 12192000"/>
              <a:gd name="connsiteY87" fmla="*/ 1847935 h 2237474"/>
              <a:gd name="connsiteX88" fmla="*/ 5067961 w 12192000"/>
              <a:gd name="connsiteY88" fmla="*/ 1845917 h 2237474"/>
              <a:gd name="connsiteX89" fmla="*/ 5007075 w 12192000"/>
              <a:gd name="connsiteY89" fmla="*/ 1838626 h 2237474"/>
              <a:gd name="connsiteX90" fmla="*/ 4944087 w 12192000"/>
              <a:gd name="connsiteY90" fmla="*/ 1823332 h 2237474"/>
              <a:gd name="connsiteX91" fmla="*/ 4907662 w 12192000"/>
              <a:gd name="connsiteY91" fmla="*/ 1816900 h 2237474"/>
              <a:gd name="connsiteX92" fmla="*/ 4882386 w 12192000"/>
              <a:gd name="connsiteY92" fmla="*/ 1809844 h 2237474"/>
              <a:gd name="connsiteX93" fmla="*/ 4811440 w 12192000"/>
              <a:gd name="connsiteY93" fmla="*/ 1804655 h 2237474"/>
              <a:gd name="connsiteX94" fmla="*/ 4691075 w 12192000"/>
              <a:gd name="connsiteY94" fmla="*/ 1801389 h 2237474"/>
              <a:gd name="connsiteX95" fmla="*/ 4611738 w 12192000"/>
              <a:gd name="connsiteY95" fmla="*/ 1776964 h 2237474"/>
              <a:gd name="connsiteX96" fmla="*/ 4560070 w 12192000"/>
              <a:gd name="connsiteY96" fmla="*/ 1785640 h 2237474"/>
              <a:gd name="connsiteX97" fmla="*/ 4536503 w 12192000"/>
              <a:gd name="connsiteY97" fmla="*/ 1785334 h 2237474"/>
              <a:gd name="connsiteX98" fmla="*/ 4513724 w 12192000"/>
              <a:gd name="connsiteY98" fmla="*/ 1791996 h 2237474"/>
              <a:gd name="connsiteX99" fmla="*/ 4459810 w 12192000"/>
              <a:gd name="connsiteY99" fmla="*/ 1797886 h 2237474"/>
              <a:gd name="connsiteX100" fmla="*/ 4379064 w 12192000"/>
              <a:gd name="connsiteY100" fmla="*/ 1817177 h 2237474"/>
              <a:gd name="connsiteX101" fmla="*/ 4290981 w 12192000"/>
              <a:gd name="connsiteY101" fmla="*/ 1839677 h 2237474"/>
              <a:gd name="connsiteX102" fmla="*/ 4238372 w 12192000"/>
              <a:gd name="connsiteY102" fmla="*/ 1851480 h 2237474"/>
              <a:gd name="connsiteX103" fmla="*/ 4232517 w 12192000"/>
              <a:gd name="connsiteY103" fmla="*/ 1852567 h 2237474"/>
              <a:gd name="connsiteX104" fmla="*/ 4191732 w 12192000"/>
              <a:gd name="connsiteY104" fmla="*/ 1857328 h 2237474"/>
              <a:gd name="connsiteX105" fmla="*/ 4065532 w 12192000"/>
              <a:gd name="connsiteY105" fmla="*/ 1855477 h 2237474"/>
              <a:gd name="connsiteX106" fmla="*/ 4028460 w 12192000"/>
              <a:gd name="connsiteY106" fmla="*/ 1855137 h 2237474"/>
              <a:gd name="connsiteX107" fmla="*/ 4002267 w 12192000"/>
              <a:gd name="connsiteY107" fmla="*/ 1852352 h 2237474"/>
              <a:gd name="connsiteX108" fmla="*/ 3931396 w 12192000"/>
              <a:gd name="connsiteY108" fmla="*/ 1858915 h 2237474"/>
              <a:gd name="connsiteX109" fmla="*/ 3812162 w 12192000"/>
              <a:gd name="connsiteY109" fmla="*/ 1875501 h 2237474"/>
              <a:gd name="connsiteX110" fmla="*/ 3729530 w 12192000"/>
              <a:gd name="connsiteY110" fmla="*/ 1864513 h 2237474"/>
              <a:gd name="connsiteX111" fmla="*/ 3680177 w 12192000"/>
              <a:gd name="connsiteY111" fmla="*/ 1881552 h 2237474"/>
              <a:gd name="connsiteX112" fmla="*/ 3567259 w 12192000"/>
              <a:gd name="connsiteY112" fmla="*/ 1893482 h 2237474"/>
              <a:gd name="connsiteX113" fmla="*/ 3405770 w 12192000"/>
              <a:gd name="connsiteY113" fmla="*/ 1904591 h 2237474"/>
              <a:gd name="connsiteX114" fmla="*/ 3280097 w 12192000"/>
              <a:gd name="connsiteY114" fmla="*/ 1919610 h 2237474"/>
              <a:gd name="connsiteX115" fmla="*/ 3123424 w 12192000"/>
              <a:gd name="connsiteY115" fmla="*/ 1952930 h 2237474"/>
              <a:gd name="connsiteX116" fmla="*/ 3009910 w 12192000"/>
              <a:gd name="connsiteY116" fmla="*/ 1957866 h 2237474"/>
              <a:gd name="connsiteX117" fmla="*/ 2995934 w 12192000"/>
              <a:gd name="connsiteY117" fmla="*/ 1967085 h 2237474"/>
              <a:gd name="connsiteX118" fmla="*/ 2980071 w 12192000"/>
              <a:gd name="connsiteY118" fmla="*/ 1972988 h 2237474"/>
              <a:gd name="connsiteX119" fmla="*/ 2978094 w 12192000"/>
              <a:gd name="connsiteY119" fmla="*/ 1972369 h 2237474"/>
              <a:gd name="connsiteX120" fmla="*/ 2942858 w 12192000"/>
              <a:gd name="connsiteY120" fmla="*/ 1981367 h 2237474"/>
              <a:gd name="connsiteX121" fmla="*/ 2875436 w 12192000"/>
              <a:gd name="connsiteY121" fmla="*/ 1996977 h 2237474"/>
              <a:gd name="connsiteX122" fmla="*/ 2874892 w 12192000"/>
              <a:gd name="connsiteY122" fmla="*/ 1996085 h 2237474"/>
              <a:gd name="connsiteX123" fmla="*/ 2864145 w 12192000"/>
              <a:gd name="connsiteY123" fmla="*/ 1994061 h 2237474"/>
              <a:gd name="connsiteX124" fmla="*/ 2843662 w 12192000"/>
              <a:gd name="connsiteY124" fmla="*/ 1992498 h 2237474"/>
              <a:gd name="connsiteX125" fmla="*/ 2796128 w 12192000"/>
              <a:gd name="connsiteY125" fmla="*/ 1976403 h 2237474"/>
              <a:gd name="connsiteX126" fmla="*/ 2756784 w 12192000"/>
              <a:gd name="connsiteY126" fmla="*/ 1985116 h 2237474"/>
              <a:gd name="connsiteX127" fmla="*/ 2748833 w 12192000"/>
              <a:gd name="connsiteY127" fmla="*/ 1986323 h 2237474"/>
              <a:gd name="connsiteX128" fmla="*/ 2748661 w 12192000"/>
              <a:gd name="connsiteY128" fmla="*/ 1986122 h 2237474"/>
              <a:gd name="connsiteX129" fmla="*/ 2740251 w 12192000"/>
              <a:gd name="connsiteY129" fmla="*/ 1986946 h 2237474"/>
              <a:gd name="connsiteX130" fmla="*/ 2718916 w 12192000"/>
              <a:gd name="connsiteY130" fmla="*/ 1990867 h 2237474"/>
              <a:gd name="connsiteX131" fmla="*/ 2713522 w 12192000"/>
              <a:gd name="connsiteY131" fmla="*/ 1990173 h 2237474"/>
              <a:gd name="connsiteX132" fmla="*/ 2680597 w 12192000"/>
              <a:gd name="connsiteY132" fmla="*/ 1984996 h 2237474"/>
              <a:gd name="connsiteX133" fmla="*/ 2578178 w 12192000"/>
              <a:gd name="connsiteY133" fmla="*/ 1990531 h 2237474"/>
              <a:gd name="connsiteX134" fmla="*/ 2476147 w 12192000"/>
              <a:gd name="connsiteY134" fmla="*/ 1998305 h 2237474"/>
              <a:gd name="connsiteX135" fmla="*/ 2373568 w 12192000"/>
              <a:gd name="connsiteY135" fmla="*/ 2003219 h 2237474"/>
              <a:gd name="connsiteX136" fmla="*/ 2321399 w 12192000"/>
              <a:gd name="connsiteY136" fmla="*/ 1989467 h 2237474"/>
              <a:gd name="connsiteX137" fmla="*/ 2315525 w 12192000"/>
              <a:gd name="connsiteY137" fmla="*/ 1989708 h 2237474"/>
              <a:gd name="connsiteX138" fmla="*/ 2300792 w 12192000"/>
              <a:gd name="connsiteY138" fmla="*/ 1994290 h 2237474"/>
              <a:gd name="connsiteX139" fmla="*/ 2295469 w 12192000"/>
              <a:gd name="connsiteY139" fmla="*/ 1996659 h 2237474"/>
              <a:gd name="connsiteX140" fmla="*/ 2287219 w 12192000"/>
              <a:gd name="connsiteY140" fmla="*/ 1998750 h 2237474"/>
              <a:gd name="connsiteX141" fmla="*/ 2286948 w 12192000"/>
              <a:gd name="connsiteY141" fmla="*/ 1998596 h 2237474"/>
              <a:gd name="connsiteX142" fmla="*/ 2243069 w 12192000"/>
              <a:gd name="connsiteY142" fmla="*/ 2015111 h 2237474"/>
              <a:gd name="connsiteX143" fmla="*/ 2186609 w 12192000"/>
              <a:gd name="connsiteY143" fmla="*/ 2008263 h 2237474"/>
              <a:gd name="connsiteX144" fmla="*/ 2164831 w 12192000"/>
              <a:gd name="connsiteY144" fmla="*/ 2010143 h 2237474"/>
              <a:gd name="connsiteX145" fmla="*/ 2152836 w 12192000"/>
              <a:gd name="connsiteY145" fmla="*/ 2010048 h 2237474"/>
              <a:gd name="connsiteX146" fmla="*/ 2117102 w 12192000"/>
              <a:gd name="connsiteY146" fmla="*/ 2023004 h 2237474"/>
              <a:gd name="connsiteX147" fmla="*/ 2111935 w 12192000"/>
              <a:gd name="connsiteY147" fmla="*/ 2023163 h 2237474"/>
              <a:gd name="connsiteX148" fmla="*/ 2089991 w 12192000"/>
              <a:gd name="connsiteY148" fmla="*/ 2034193 h 2237474"/>
              <a:gd name="connsiteX149" fmla="*/ 2058061 w 12192000"/>
              <a:gd name="connsiteY149" fmla="*/ 2047942 h 2237474"/>
              <a:gd name="connsiteX150" fmla="*/ 2055737 w 12192000"/>
              <a:gd name="connsiteY150" fmla="*/ 2047704 h 2237474"/>
              <a:gd name="connsiteX151" fmla="*/ 2042244 w 12192000"/>
              <a:gd name="connsiteY151" fmla="*/ 2055560 h 2237474"/>
              <a:gd name="connsiteX152" fmla="*/ 1976224 w 12192000"/>
              <a:gd name="connsiteY152" fmla="*/ 2074257 h 2237474"/>
              <a:gd name="connsiteX153" fmla="*/ 1877728 w 12192000"/>
              <a:gd name="connsiteY153" fmla="*/ 2101004 h 2237474"/>
              <a:gd name="connsiteX154" fmla="*/ 1759056 w 12192000"/>
              <a:gd name="connsiteY154" fmla="*/ 2125608 h 2237474"/>
              <a:gd name="connsiteX155" fmla="*/ 1637948 w 12192000"/>
              <a:gd name="connsiteY155" fmla="*/ 2172597 h 2237474"/>
              <a:gd name="connsiteX156" fmla="*/ 1434549 w 12192000"/>
              <a:gd name="connsiteY156" fmla="*/ 2234522 h 2237474"/>
              <a:gd name="connsiteX157" fmla="*/ 1398481 w 12192000"/>
              <a:gd name="connsiteY157" fmla="*/ 2237074 h 2237474"/>
              <a:gd name="connsiteX158" fmla="*/ 1398407 w 12192000"/>
              <a:gd name="connsiteY158" fmla="*/ 2237095 h 2237474"/>
              <a:gd name="connsiteX159" fmla="*/ 1370962 w 12192000"/>
              <a:gd name="connsiteY159" fmla="*/ 2237474 h 2237474"/>
              <a:gd name="connsiteX160" fmla="*/ 1356367 w 12192000"/>
              <a:gd name="connsiteY160" fmla="*/ 2235089 h 2237474"/>
              <a:gd name="connsiteX161" fmla="*/ 1324828 w 12192000"/>
              <a:gd name="connsiteY161" fmla="*/ 2231968 h 2237474"/>
              <a:gd name="connsiteX162" fmla="*/ 1297744 w 12192000"/>
              <a:gd name="connsiteY162" fmla="*/ 2235849 h 2237474"/>
              <a:gd name="connsiteX163" fmla="*/ 1286236 w 12192000"/>
              <a:gd name="connsiteY163" fmla="*/ 2233135 h 2237474"/>
              <a:gd name="connsiteX164" fmla="*/ 1283504 w 12192000"/>
              <a:gd name="connsiteY164" fmla="*/ 2233797 h 2237474"/>
              <a:gd name="connsiteX165" fmla="*/ 1279765 w 12192000"/>
              <a:gd name="connsiteY165" fmla="*/ 2229639 h 2237474"/>
              <a:gd name="connsiteX166" fmla="*/ 1195347 w 12192000"/>
              <a:gd name="connsiteY166" fmla="*/ 2212354 h 2237474"/>
              <a:gd name="connsiteX167" fmla="*/ 970251 w 12192000"/>
              <a:gd name="connsiteY167" fmla="*/ 2221029 h 2237474"/>
              <a:gd name="connsiteX168" fmla="*/ 812914 w 12192000"/>
              <a:gd name="connsiteY168" fmla="*/ 2202752 h 2237474"/>
              <a:gd name="connsiteX169" fmla="*/ 800195 w 12192000"/>
              <a:gd name="connsiteY169" fmla="*/ 2209407 h 2237474"/>
              <a:gd name="connsiteX170" fmla="*/ 784978 w 12192000"/>
              <a:gd name="connsiteY170" fmla="*/ 2212360 h 2237474"/>
              <a:gd name="connsiteX171" fmla="*/ 681987 w 12192000"/>
              <a:gd name="connsiteY171" fmla="*/ 2216757 h 2237474"/>
              <a:gd name="connsiteX172" fmla="*/ 669923 w 12192000"/>
              <a:gd name="connsiteY172" fmla="*/ 2211682 h 2237474"/>
              <a:gd name="connsiteX173" fmla="*/ 648680 w 12192000"/>
              <a:gd name="connsiteY173" fmla="*/ 2206229 h 2237474"/>
              <a:gd name="connsiteX174" fmla="*/ 597225 w 12192000"/>
              <a:gd name="connsiteY174" fmla="*/ 2180999 h 2237474"/>
              <a:gd name="connsiteX175" fmla="*/ 558449 w 12192000"/>
              <a:gd name="connsiteY175" fmla="*/ 2182346 h 2237474"/>
              <a:gd name="connsiteX176" fmla="*/ 550517 w 12192000"/>
              <a:gd name="connsiteY176" fmla="*/ 2182060 h 2237474"/>
              <a:gd name="connsiteX177" fmla="*/ 550309 w 12192000"/>
              <a:gd name="connsiteY177" fmla="*/ 2181825 h 2237474"/>
              <a:gd name="connsiteX178" fmla="*/ 541836 w 12192000"/>
              <a:gd name="connsiteY178" fmla="*/ 2181063 h 2237474"/>
              <a:gd name="connsiteX179" fmla="*/ 536057 w 12192000"/>
              <a:gd name="connsiteY179" fmla="*/ 2181537 h 2237474"/>
              <a:gd name="connsiteX180" fmla="*/ 520671 w 12192000"/>
              <a:gd name="connsiteY180" fmla="*/ 2180980 h 2237474"/>
              <a:gd name="connsiteX181" fmla="*/ 515024 w 12192000"/>
              <a:gd name="connsiteY181" fmla="*/ 2179258 h 2237474"/>
              <a:gd name="connsiteX182" fmla="*/ 512278 w 12192000"/>
              <a:gd name="connsiteY182" fmla="*/ 2176369 h 2237474"/>
              <a:gd name="connsiteX183" fmla="*/ 480419 w 12192000"/>
              <a:gd name="connsiteY183" fmla="*/ 2167807 h 2237474"/>
              <a:gd name="connsiteX184" fmla="*/ 413835 w 12192000"/>
              <a:gd name="connsiteY184" fmla="*/ 2156783 h 2237474"/>
              <a:gd name="connsiteX185" fmla="*/ 376513 w 12192000"/>
              <a:gd name="connsiteY185" fmla="*/ 2154014 h 2237474"/>
              <a:gd name="connsiteX186" fmla="*/ 273386 w 12192000"/>
              <a:gd name="connsiteY186" fmla="*/ 2142551 h 2237474"/>
              <a:gd name="connsiteX187" fmla="*/ 169207 w 12192000"/>
              <a:gd name="connsiteY187" fmla="*/ 2128100 h 2237474"/>
              <a:gd name="connsiteX188" fmla="*/ 93149 w 12192000"/>
              <a:gd name="connsiteY188" fmla="*/ 2105324 h 2237474"/>
              <a:gd name="connsiteX189" fmla="*/ 88109 w 12192000"/>
              <a:gd name="connsiteY189" fmla="*/ 2106704 h 2237474"/>
              <a:gd name="connsiteX190" fmla="*/ 80022 w 12192000"/>
              <a:gd name="connsiteY190" fmla="*/ 2107254 h 2237474"/>
              <a:gd name="connsiteX191" fmla="*/ 79717 w 12192000"/>
              <a:gd name="connsiteY191" fmla="*/ 2107046 h 2237474"/>
              <a:gd name="connsiteX192" fmla="*/ 72352 w 12192000"/>
              <a:gd name="connsiteY192" fmla="*/ 2107991 h 2237474"/>
              <a:gd name="connsiteX193" fmla="*/ 37645 w 12192000"/>
              <a:gd name="connsiteY193" fmla="*/ 2115401 h 2237474"/>
              <a:gd name="connsiteX194" fmla="*/ 4572 w 12192000"/>
              <a:gd name="connsiteY194" fmla="*/ 2111091 h 2237474"/>
              <a:gd name="connsiteX195" fmla="*/ 0 w 12192000"/>
              <a:gd name="connsiteY195" fmla="*/ 2110468 h 2237474"/>
              <a:gd name="connsiteX196" fmla="*/ 0 w 12192000"/>
              <a:gd name="connsiteY196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958984 w 12192000"/>
              <a:gd name="connsiteY38" fmla="*/ 1057212 h 2237474"/>
              <a:gd name="connsiteX39" fmla="*/ 8886001 w 12192000"/>
              <a:gd name="connsiteY39" fmla="*/ 1067468 h 2237474"/>
              <a:gd name="connsiteX40" fmla="*/ 8838610 w 12192000"/>
              <a:gd name="connsiteY40" fmla="*/ 1075091 h 2237474"/>
              <a:gd name="connsiteX41" fmla="*/ 8750383 w 12192000"/>
              <a:gd name="connsiteY41" fmla="*/ 1097387 h 2237474"/>
              <a:gd name="connsiteX42" fmla="*/ 8665605 w 12192000"/>
              <a:gd name="connsiteY42" fmla="*/ 1110791 h 2237474"/>
              <a:gd name="connsiteX43" fmla="*/ 8584946 w 12192000"/>
              <a:gd name="connsiteY43" fmla="*/ 1135226 h 2237474"/>
              <a:gd name="connsiteX44" fmla="*/ 8460755 w 12192000"/>
              <a:gd name="connsiteY44" fmla="*/ 1203427 h 2237474"/>
              <a:gd name="connsiteX45" fmla="*/ 8419755 w 12192000"/>
              <a:gd name="connsiteY45" fmla="*/ 1216260 h 2237474"/>
              <a:gd name="connsiteX46" fmla="*/ 8411626 w 12192000"/>
              <a:gd name="connsiteY46" fmla="*/ 1214397 h 2237474"/>
              <a:gd name="connsiteX47" fmla="*/ 8363469 w 12192000"/>
              <a:gd name="connsiteY47" fmla="*/ 1246658 h 2237474"/>
              <a:gd name="connsiteX48" fmla="*/ 8275497 w 12192000"/>
              <a:gd name="connsiteY48" fmla="*/ 1264396 h 2237474"/>
              <a:gd name="connsiteX49" fmla="*/ 8206287 w 12192000"/>
              <a:gd name="connsiteY49" fmla="*/ 1273060 h 2237474"/>
              <a:gd name="connsiteX50" fmla="*/ 8168705 w 12192000"/>
              <a:gd name="connsiteY50" fmla="*/ 1279956 h 2237474"/>
              <a:gd name="connsiteX51" fmla="*/ 8139997 w 12192000"/>
              <a:gd name="connsiteY51" fmla="*/ 1282713 h 2237474"/>
              <a:gd name="connsiteX52" fmla="*/ 8074238 w 12192000"/>
              <a:gd name="connsiteY52" fmla="*/ 1301895 h 2237474"/>
              <a:gd name="connsiteX53" fmla="*/ 7968292 w 12192000"/>
              <a:gd name="connsiteY53" fmla="*/ 1338779 h 2237474"/>
              <a:gd name="connsiteX54" fmla="*/ 7902328 w 12192000"/>
              <a:gd name="connsiteY54" fmla="*/ 1345865 h 2237474"/>
              <a:gd name="connsiteX55" fmla="*/ 7875879 w 12192000"/>
              <a:gd name="connsiteY55" fmla="*/ 1345646 h 2237474"/>
              <a:gd name="connsiteX56" fmla="*/ 7840612 w 12192000"/>
              <a:gd name="connsiteY56" fmla="*/ 1369373 h 2237474"/>
              <a:gd name="connsiteX57" fmla="*/ 7786819 w 12192000"/>
              <a:gd name="connsiteY57" fmla="*/ 1378970 h 2237474"/>
              <a:gd name="connsiteX58" fmla="*/ 7548172 w 12192000"/>
              <a:gd name="connsiteY58" fmla="*/ 1417460 h 2237474"/>
              <a:gd name="connsiteX59" fmla="*/ 7483437 w 12192000"/>
              <a:gd name="connsiteY59" fmla="*/ 1478152 h 2237474"/>
              <a:gd name="connsiteX60" fmla="*/ 7377870 w 12192000"/>
              <a:gd name="connsiteY60" fmla="*/ 1523319 h 2237474"/>
              <a:gd name="connsiteX61" fmla="*/ 7230737 w 12192000"/>
              <a:gd name="connsiteY61" fmla="*/ 1562633 h 2237474"/>
              <a:gd name="connsiteX62" fmla="*/ 7224458 w 12192000"/>
              <a:gd name="connsiteY62" fmla="*/ 1573008 h 2237474"/>
              <a:gd name="connsiteX63" fmla="*/ 7183121 w 12192000"/>
              <a:gd name="connsiteY63" fmla="*/ 1595162 h 2237474"/>
              <a:gd name="connsiteX64" fmla="*/ 7164601 w 12192000"/>
              <a:gd name="connsiteY64" fmla="*/ 1606490 h 2237474"/>
              <a:gd name="connsiteX65" fmla="*/ 7031309 w 12192000"/>
              <a:gd name="connsiteY65" fmla="*/ 1619451 h 2237474"/>
              <a:gd name="connsiteX66" fmla="*/ 6900177 w 12192000"/>
              <a:gd name="connsiteY66" fmla="*/ 1636016 h 2237474"/>
              <a:gd name="connsiteX67" fmla="*/ 6795372 w 12192000"/>
              <a:gd name="connsiteY67" fmla="*/ 1644845 h 2237474"/>
              <a:gd name="connsiteX68" fmla="*/ 6692251 w 12192000"/>
              <a:gd name="connsiteY68" fmla="*/ 1656357 h 2237474"/>
              <a:gd name="connsiteX69" fmla="*/ 6655235 w 12192000"/>
              <a:gd name="connsiteY69" fmla="*/ 1661869 h 2237474"/>
              <a:gd name="connsiteX70" fmla="*/ 6554894 w 12192000"/>
              <a:gd name="connsiteY70" fmla="*/ 1664428 h 2237474"/>
              <a:gd name="connsiteX71" fmla="*/ 6516595 w 12192000"/>
              <a:gd name="connsiteY71" fmla="*/ 1667475 h 2237474"/>
              <a:gd name="connsiteX72" fmla="*/ 6508541 w 12192000"/>
              <a:gd name="connsiteY72" fmla="*/ 1668757 h 2237474"/>
              <a:gd name="connsiteX73" fmla="*/ 6471012 w 12192000"/>
              <a:gd name="connsiteY73" fmla="*/ 1678604 h 2237474"/>
              <a:gd name="connsiteX74" fmla="*/ 6364035 w 12192000"/>
              <a:gd name="connsiteY74" fmla="*/ 1667683 h 2237474"/>
              <a:gd name="connsiteX75" fmla="*/ 6280959 w 12192000"/>
              <a:gd name="connsiteY75" fmla="*/ 1689329 h 2237474"/>
              <a:gd name="connsiteX76" fmla="*/ 6243319 w 12192000"/>
              <a:gd name="connsiteY76" fmla="*/ 1695560 h 2237474"/>
              <a:gd name="connsiteX77" fmla="*/ 6098321 w 12192000"/>
              <a:gd name="connsiteY77" fmla="*/ 1721646 h 2237474"/>
              <a:gd name="connsiteX78" fmla="*/ 5880652 w 12192000"/>
              <a:gd name="connsiteY78" fmla="*/ 1779643 h 2237474"/>
              <a:gd name="connsiteX79" fmla="*/ 5785959 w 12192000"/>
              <a:gd name="connsiteY79" fmla="*/ 1775307 h 2237474"/>
              <a:gd name="connsiteX80" fmla="*/ 5643534 w 12192000"/>
              <a:gd name="connsiteY80" fmla="*/ 1802919 h 2237474"/>
              <a:gd name="connsiteX81" fmla="*/ 5518799 w 12192000"/>
              <a:gd name="connsiteY81" fmla="*/ 1818312 h 2237474"/>
              <a:gd name="connsiteX82" fmla="*/ 5505014 w 12192000"/>
              <a:gd name="connsiteY82" fmla="*/ 1819259 h 2237474"/>
              <a:gd name="connsiteX83" fmla="*/ 5453307 w 12192000"/>
              <a:gd name="connsiteY83" fmla="*/ 1815450 h 2237474"/>
              <a:gd name="connsiteX84" fmla="*/ 5221533 w 12192000"/>
              <a:gd name="connsiteY84" fmla="*/ 1846950 h 2237474"/>
              <a:gd name="connsiteX85" fmla="*/ 5149802 w 12192000"/>
              <a:gd name="connsiteY85" fmla="*/ 1844846 h 2237474"/>
              <a:gd name="connsiteX86" fmla="*/ 5114927 w 12192000"/>
              <a:gd name="connsiteY86" fmla="*/ 1847827 h 2237474"/>
              <a:gd name="connsiteX87" fmla="*/ 5108970 w 12192000"/>
              <a:gd name="connsiteY87" fmla="*/ 1847935 h 2237474"/>
              <a:gd name="connsiteX88" fmla="*/ 5067961 w 12192000"/>
              <a:gd name="connsiteY88" fmla="*/ 1845917 h 2237474"/>
              <a:gd name="connsiteX89" fmla="*/ 5007075 w 12192000"/>
              <a:gd name="connsiteY89" fmla="*/ 1838626 h 2237474"/>
              <a:gd name="connsiteX90" fmla="*/ 4944087 w 12192000"/>
              <a:gd name="connsiteY90" fmla="*/ 1823332 h 2237474"/>
              <a:gd name="connsiteX91" fmla="*/ 4907662 w 12192000"/>
              <a:gd name="connsiteY91" fmla="*/ 1816900 h 2237474"/>
              <a:gd name="connsiteX92" fmla="*/ 4882386 w 12192000"/>
              <a:gd name="connsiteY92" fmla="*/ 1809844 h 2237474"/>
              <a:gd name="connsiteX93" fmla="*/ 4811440 w 12192000"/>
              <a:gd name="connsiteY93" fmla="*/ 1804655 h 2237474"/>
              <a:gd name="connsiteX94" fmla="*/ 4691075 w 12192000"/>
              <a:gd name="connsiteY94" fmla="*/ 1801389 h 2237474"/>
              <a:gd name="connsiteX95" fmla="*/ 4611738 w 12192000"/>
              <a:gd name="connsiteY95" fmla="*/ 1776964 h 2237474"/>
              <a:gd name="connsiteX96" fmla="*/ 4560070 w 12192000"/>
              <a:gd name="connsiteY96" fmla="*/ 1785640 h 2237474"/>
              <a:gd name="connsiteX97" fmla="*/ 4536503 w 12192000"/>
              <a:gd name="connsiteY97" fmla="*/ 1785334 h 2237474"/>
              <a:gd name="connsiteX98" fmla="*/ 4513724 w 12192000"/>
              <a:gd name="connsiteY98" fmla="*/ 1791996 h 2237474"/>
              <a:gd name="connsiteX99" fmla="*/ 4459810 w 12192000"/>
              <a:gd name="connsiteY99" fmla="*/ 1797886 h 2237474"/>
              <a:gd name="connsiteX100" fmla="*/ 4379064 w 12192000"/>
              <a:gd name="connsiteY100" fmla="*/ 1817177 h 2237474"/>
              <a:gd name="connsiteX101" fmla="*/ 4290981 w 12192000"/>
              <a:gd name="connsiteY101" fmla="*/ 1839677 h 2237474"/>
              <a:gd name="connsiteX102" fmla="*/ 4238372 w 12192000"/>
              <a:gd name="connsiteY102" fmla="*/ 1851480 h 2237474"/>
              <a:gd name="connsiteX103" fmla="*/ 4232517 w 12192000"/>
              <a:gd name="connsiteY103" fmla="*/ 1852567 h 2237474"/>
              <a:gd name="connsiteX104" fmla="*/ 4191732 w 12192000"/>
              <a:gd name="connsiteY104" fmla="*/ 1857328 h 2237474"/>
              <a:gd name="connsiteX105" fmla="*/ 4065532 w 12192000"/>
              <a:gd name="connsiteY105" fmla="*/ 1855477 h 2237474"/>
              <a:gd name="connsiteX106" fmla="*/ 4028460 w 12192000"/>
              <a:gd name="connsiteY106" fmla="*/ 1855137 h 2237474"/>
              <a:gd name="connsiteX107" fmla="*/ 4002267 w 12192000"/>
              <a:gd name="connsiteY107" fmla="*/ 1852352 h 2237474"/>
              <a:gd name="connsiteX108" fmla="*/ 3931396 w 12192000"/>
              <a:gd name="connsiteY108" fmla="*/ 1858915 h 2237474"/>
              <a:gd name="connsiteX109" fmla="*/ 3812162 w 12192000"/>
              <a:gd name="connsiteY109" fmla="*/ 1875501 h 2237474"/>
              <a:gd name="connsiteX110" fmla="*/ 3729530 w 12192000"/>
              <a:gd name="connsiteY110" fmla="*/ 1864513 h 2237474"/>
              <a:gd name="connsiteX111" fmla="*/ 3680177 w 12192000"/>
              <a:gd name="connsiteY111" fmla="*/ 1881552 h 2237474"/>
              <a:gd name="connsiteX112" fmla="*/ 3567259 w 12192000"/>
              <a:gd name="connsiteY112" fmla="*/ 1893482 h 2237474"/>
              <a:gd name="connsiteX113" fmla="*/ 3405770 w 12192000"/>
              <a:gd name="connsiteY113" fmla="*/ 1904591 h 2237474"/>
              <a:gd name="connsiteX114" fmla="*/ 3280097 w 12192000"/>
              <a:gd name="connsiteY114" fmla="*/ 1919610 h 2237474"/>
              <a:gd name="connsiteX115" fmla="*/ 3123424 w 12192000"/>
              <a:gd name="connsiteY115" fmla="*/ 1952930 h 2237474"/>
              <a:gd name="connsiteX116" fmla="*/ 3009910 w 12192000"/>
              <a:gd name="connsiteY116" fmla="*/ 1957866 h 2237474"/>
              <a:gd name="connsiteX117" fmla="*/ 2995934 w 12192000"/>
              <a:gd name="connsiteY117" fmla="*/ 1967085 h 2237474"/>
              <a:gd name="connsiteX118" fmla="*/ 2980071 w 12192000"/>
              <a:gd name="connsiteY118" fmla="*/ 1972988 h 2237474"/>
              <a:gd name="connsiteX119" fmla="*/ 2978094 w 12192000"/>
              <a:gd name="connsiteY119" fmla="*/ 1972369 h 2237474"/>
              <a:gd name="connsiteX120" fmla="*/ 2942858 w 12192000"/>
              <a:gd name="connsiteY120" fmla="*/ 1981367 h 2237474"/>
              <a:gd name="connsiteX121" fmla="*/ 2875436 w 12192000"/>
              <a:gd name="connsiteY121" fmla="*/ 1996977 h 2237474"/>
              <a:gd name="connsiteX122" fmla="*/ 2874892 w 12192000"/>
              <a:gd name="connsiteY122" fmla="*/ 1996085 h 2237474"/>
              <a:gd name="connsiteX123" fmla="*/ 2864145 w 12192000"/>
              <a:gd name="connsiteY123" fmla="*/ 1994061 h 2237474"/>
              <a:gd name="connsiteX124" fmla="*/ 2843662 w 12192000"/>
              <a:gd name="connsiteY124" fmla="*/ 1992498 h 2237474"/>
              <a:gd name="connsiteX125" fmla="*/ 2796128 w 12192000"/>
              <a:gd name="connsiteY125" fmla="*/ 1976403 h 2237474"/>
              <a:gd name="connsiteX126" fmla="*/ 2756784 w 12192000"/>
              <a:gd name="connsiteY126" fmla="*/ 1985116 h 2237474"/>
              <a:gd name="connsiteX127" fmla="*/ 2748833 w 12192000"/>
              <a:gd name="connsiteY127" fmla="*/ 1986323 h 2237474"/>
              <a:gd name="connsiteX128" fmla="*/ 2748661 w 12192000"/>
              <a:gd name="connsiteY128" fmla="*/ 1986122 h 2237474"/>
              <a:gd name="connsiteX129" fmla="*/ 2740251 w 12192000"/>
              <a:gd name="connsiteY129" fmla="*/ 1986946 h 2237474"/>
              <a:gd name="connsiteX130" fmla="*/ 2718916 w 12192000"/>
              <a:gd name="connsiteY130" fmla="*/ 1990867 h 2237474"/>
              <a:gd name="connsiteX131" fmla="*/ 2713522 w 12192000"/>
              <a:gd name="connsiteY131" fmla="*/ 1990173 h 2237474"/>
              <a:gd name="connsiteX132" fmla="*/ 2680597 w 12192000"/>
              <a:gd name="connsiteY132" fmla="*/ 1984996 h 2237474"/>
              <a:gd name="connsiteX133" fmla="*/ 2578178 w 12192000"/>
              <a:gd name="connsiteY133" fmla="*/ 1990531 h 2237474"/>
              <a:gd name="connsiteX134" fmla="*/ 2476147 w 12192000"/>
              <a:gd name="connsiteY134" fmla="*/ 1998305 h 2237474"/>
              <a:gd name="connsiteX135" fmla="*/ 2373568 w 12192000"/>
              <a:gd name="connsiteY135" fmla="*/ 2003219 h 2237474"/>
              <a:gd name="connsiteX136" fmla="*/ 2321399 w 12192000"/>
              <a:gd name="connsiteY136" fmla="*/ 1989467 h 2237474"/>
              <a:gd name="connsiteX137" fmla="*/ 2315525 w 12192000"/>
              <a:gd name="connsiteY137" fmla="*/ 1989708 h 2237474"/>
              <a:gd name="connsiteX138" fmla="*/ 2300792 w 12192000"/>
              <a:gd name="connsiteY138" fmla="*/ 1994290 h 2237474"/>
              <a:gd name="connsiteX139" fmla="*/ 2295469 w 12192000"/>
              <a:gd name="connsiteY139" fmla="*/ 1996659 h 2237474"/>
              <a:gd name="connsiteX140" fmla="*/ 2287219 w 12192000"/>
              <a:gd name="connsiteY140" fmla="*/ 1998750 h 2237474"/>
              <a:gd name="connsiteX141" fmla="*/ 2286948 w 12192000"/>
              <a:gd name="connsiteY141" fmla="*/ 1998596 h 2237474"/>
              <a:gd name="connsiteX142" fmla="*/ 2243069 w 12192000"/>
              <a:gd name="connsiteY142" fmla="*/ 2015111 h 2237474"/>
              <a:gd name="connsiteX143" fmla="*/ 2186609 w 12192000"/>
              <a:gd name="connsiteY143" fmla="*/ 2008263 h 2237474"/>
              <a:gd name="connsiteX144" fmla="*/ 2164831 w 12192000"/>
              <a:gd name="connsiteY144" fmla="*/ 2010143 h 2237474"/>
              <a:gd name="connsiteX145" fmla="*/ 2152836 w 12192000"/>
              <a:gd name="connsiteY145" fmla="*/ 2010048 h 2237474"/>
              <a:gd name="connsiteX146" fmla="*/ 2117102 w 12192000"/>
              <a:gd name="connsiteY146" fmla="*/ 2023004 h 2237474"/>
              <a:gd name="connsiteX147" fmla="*/ 2111935 w 12192000"/>
              <a:gd name="connsiteY147" fmla="*/ 2023163 h 2237474"/>
              <a:gd name="connsiteX148" fmla="*/ 2089991 w 12192000"/>
              <a:gd name="connsiteY148" fmla="*/ 2034193 h 2237474"/>
              <a:gd name="connsiteX149" fmla="*/ 2058061 w 12192000"/>
              <a:gd name="connsiteY149" fmla="*/ 2047942 h 2237474"/>
              <a:gd name="connsiteX150" fmla="*/ 2055737 w 12192000"/>
              <a:gd name="connsiteY150" fmla="*/ 2047704 h 2237474"/>
              <a:gd name="connsiteX151" fmla="*/ 2042244 w 12192000"/>
              <a:gd name="connsiteY151" fmla="*/ 2055560 h 2237474"/>
              <a:gd name="connsiteX152" fmla="*/ 1976224 w 12192000"/>
              <a:gd name="connsiteY152" fmla="*/ 2074257 h 2237474"/>
              <a:gd name="connsiteX153" fmla="*/ 1877728 w 12192000"/>
              <a:gd name="connsiteY153" fmla="*/ 2101004 h 2237474"/>
              <a:gd name="connsiteX154" fmla="*/ 1759056 w 12192000"/>
              <a:gd name="connsiteY154" fmla="*/ 2125608 h 2237474"/>
              <a:gd name="connsiteX155" fmla="*/ 1637948 w 12192000"/>
              <a:gd name="connsiteY155" fmla="*/ 2172597 h 2237474"/>
              <a:gd name="connsiteX156" fmla="*/ 1434549 w 12192000"/>
              <a:gd name="connsiteY156" fmla="*/ 2234522 h 2237474"/>
              <a:gd name="connsiteX157" fmla="*/ 1398481 w 12192000"/>
              <a:gd name="connsiteY157" fmla="*/ 2237074 h 2237474"/>
              <a:gd name="connsiteX158" fmla="*/ 1398407 w 12192000"/>
              <a:gd name="connsiteY158" fmla="*/ 2237095 h 2237474"/>
              <a:gd name="connsiteX159" fmla="*/ 1370962 w 12192000"/>
              <a:gd name="connsiteY159" fmla="*/ 2237474 h 2237474"/>
              <a:gd name="connsiteX160" fmla="*/ 1356367 w 12192000"/>
              <a:gd name="connsiteY160" fmla="*/ 2235089 h 2237474"/>
              <a:gd name="connsiteX161" fmla="*/ 1324828 w 12192000"/>
              <a:gd name="connsiteY161" fmla="*/ 2231968 h 2237474"/>
              <a:gd name="connsiteX162" fmla="*/ 1297744 w 12192000"/>
              <a:gd name="connsiteY162" fmla="*/ 2235849 h 2237474"/>
              <a:gd name="connsiteX163" fmla="*/ 1286236 w 12192000"/>
              <a:gd name="connsiteY163" fmla="*/ 2233135 h 2237474"/>
              <a:gd name="connsiteX164" fmla="*/ 1283504 w 12192000"/>
              <a:gd name="connsiteY164" fmla="*/ 2233797 h 2237474"/>
              <a:gd name="connsiteX165" fmla="*/ 1279765 w 12192000"/>
              <a:gd name="connsiteY165" fmla="*/ 2229639 h 2237474"/>
              <a:gd name="connsiteX166" fmla="*/ 1195347 w 12192000"/>
              <a:gd name="connsiteY166" fmla="*/ 2212354 h 2237474"/>
              <a:gd name="connsiteX167" fmla="*/ 970251 w 12192000"/>
              <a:gd name="connsiteY167" fmla="*/ 2221029 h 2237474"/>
              <a:gd name="connsiteX168" fmla="*/ 812914 w 12192000"/>
              <a:gd name="connsiteY168" fmla="*/ 2202752 h 2237474"/>
              <a:gd name="connsiteX169" fmla="*/ 800195 w 12192000"/>
              <a:gd name="connsiteY169" fmla="*/ 2209407 h 2237474"/>
              <a:gd name="connsiteX170" fmla="*/ 784978 w 12192000"/>
              <a:gd name="connsiteY170" fmla="*/ 2212360 h 2237474"/>
              <a:gd name="connsiteX171" fmla="*/ 681987 w 12192000"/>
              <a:gd name="connsiteY171" fmla="*/ 2216757 h 2237474"/>
              <a:gd name="connsiteX172" fmla="*/ 669923 w 12192000"/>
              <a:gd name="connsiteY172" fmla="*/ 2211682 h 2237474"/>
              <a:gd name="connsiteX173" fmla="*/ 648680 w 12192000"/>
              <a:gd name="connsiteY173" fmla="*/ 2206229 h 2237474"/>
              <a:gd name="connsiteX174" fmla="*/ 597225 w 12192000"/>
              <a:gd name="connsiteY174" fmla="*/ 2180999 h 2237474"/>
              <a:gd name="connsiteX175" fmla="*/ 558449 w 12192000"/>
              <a:gd name="connsiteY175" fmla="*/ 2182346 h 2237474"/>
              <a:gd name="connsiteX176" fmla="*/ 550517 w 12192000"/>
              <a:gd name="connsiteY176" fmla="*/ 2182060 h 2237474"/>
              <a:gd name="connsiteX177" fmla="*/ 550309 w 12192000"/>
              <a:gd name="connsiteY177" fmla="*/ 2181825 h 2237474"/>
              <a:gd name="connsiteX178" fmla="*/ 541836 w 12192000"/>
              <a:gd name="connsiteY178" fmla="*/ 2181063 h 2237474"/>
              <a:gd name="connsiteX179" fmla="*/ 536057 w 12192000"/>
              <a:gd name="connsiteY179" fmla="*/ 2181537 h 2237474"/>
              <a:gd name="connsiteX180" fmla="*/ 520671 w 12192000"/>
              <a:gd name="connsiteY180" fmla="*/ 2180980 h 2237474"/>
              <a:gd name="connsiteX181" fmla="*/ 515024 w 12192000"/>
              <a:gd name="connsiteY181" fmla="*/ 2179258 h 2237474"/>
              <a:gd name="connsiteX182" fmla="*/ 512278 w 12192000"/>
              <a:gd name="connsiteY182" fmla="*/ 2176369 h 2237474"/>
              <a:gd name="connsiteX183" fmla="*/ 480419 w 12192000"/>
              <a:gd name="connsiteY183" fmla="*/ 2167807 h 2237474"/>
              <a:gd name="connsiteX184" fmla="*/ 413835 w 12192000"/>
              <a:gd name="connsiteY184" fmla="*/ 2156783 h 2237474"/>
              <a:gd name="connsiteX185" fmla="*/ 376513 w 12192000"/>
              <a:gd name="connsiteY185" fmla="*/ 2154014 h 2237474"/>
              <a:gd name="connsiteX186" fmla="*/ 273386 w 12192000"/>
              <a:gd name="connsiteY186" fmla="*/ 2142551 h 2237474"/>
              <a:gd name="connsiteX187" fmla="*/ 169207 w 12192000"/>
              <a:gd name="connsiteY187" fmla="*/ 2128100 h 2237474"/>
              <a:gd name="connsiteX188" fmla="*/ 93149 w 12192000"/>
              <a:gd name="connsiteY188" fmla="*/ 2105324 h 2237474"/>
              <a:gd name="connsiteX189" fmla="*/ 88109 w 12192000"/>
              <a:gd name="connsiteY189" fmla="*/ 2106704 h 2237474"/>
              <a:gd name="connsiteX190" fmla="*/ 80022 w 12192000"/>
              <a:gd name="connsiteY190" fmla="*/ 2107254 h 2237474"/>
              <a:gd name="connsiteX191" fmla="*/ 79717 w 12192000"/>
              <a:gd name="connsiteY191" fmla="*/ 2107046 h 2237474"/>
              <a:gd name="connsiteX192" fmla="*/ 72352 w 12192000"/>
              <a:gd name="connsiteY192" fmla="*/ 2107991 h 2237474"/>
              <a:gd name="connsiteX193" fmla="*/ 37645 w 12192000"/>
              <a:gd name="connsiteY193" fmla="*/ 2115401 h 2237474"/>
              <a:gd name="connsiteX194" fmla="*/ 4572 w 12192000"/>
              <a:gd name="connsiteY194" fmla="*/ 2111091 h 2237474"/>
              <a:gd name="connsiteX195" fmla="*/ 0 w 12192000"/>
              <a:gd name="connsiteY195" fmla="*/ 2110468 h 2237474"/>
              <a:gd name="connsiteX196" fmla="*/ 0 w 12192000"/>
              <a:gd name="connsiteY196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958984 w 12192000"/>
              <a:gd name="connsiteY38" fmla="*/ 1057212 h 2237474"/>
              <a:gd name="connsiteX39" fmla="*/ 8886001 w 12192000"/>
              <a:gd name="connsiteY39" fmla="*/ 1067468 h 2237474"/>
              <a:gd name="connsiteX40" fmla="*/ 8838610 w 12192000"/>
              <a:gd name="connsiteY40" fmla="*/ 1075091 h 2237474"/>
              <a:gd name="connsiteX41" fmla="*/ 8750383 w 12192000"/>
              <a:gd name="connsiteY41" fmla="*/ 1097387 h 2237474"/>
              <a:gd name="connsiteX42" fmla="*/ 8665605 w 12192000"/>
              <a:gd name="connsiteY42" fmla="*/ 1110791 h 2237474"/>
              <a:gd name="connsiteX43" fmla="*/ 8584946 w 12192000"/>
              <a:gd name="connsiteY43" fmla="*/ 1135226 h 2237474"/>
              <a:gd name="connsiteX44" fmla="*/ 8460755 w 12192000"/>
              <a:gd name="connsiteY44" fmla="*/ 1203427 h 2237474"/>
              <a:gd name="connsiteX45" fmla="*/ 8419755 w 12192000"/>
              <a:gd name="connsiteY45" fmla="*/ 1216260 h 2237474"/>
              <a:gd name="connsiteX46" fmla="*/ 8411626 w 12192000"/>
              <a:gd name="connsiteY46" fmla="*/ 1214397 h 2237474"/>
              <a:gd name="connsiteX47" fmla="*/ 8363469 w 12192000"/>
              <a:gd name="connsiteY47" fmla="*/ 1246658 h 2237474"/>
              <a:gd name="connsiteX48" fmla="*/ 8275497 w 12192000"/>
              <a:gd name="connsiteY48" fmla="*/ 1264396 h 2237474"/>
              <a:gd name="connsiteX49" fmla="*/ 8206287 w 12192000"/>
              <a:gd name="connsiteY49" fmla="*/ 1273060 h 2237474"/>
              <a:gd name="connsiteX50" fmla="*/ 8168705 w 12192000"/>
              <a:gd name="connsiteY50" fmla="*/ 1279956 h 2237474"/>
              <a:gd name="connsiteX51" fmla="*/ 8139997 w 12192000"/>
              <a:gd name="connsiteY51" fmla="*/ 1282713 h 2237474"/>
              <a:gd name="connsiteX52" fmla="*/ 8074238 w 12192000"/>
              <a:gd name="connsiteY52" fmla="*/ 1301895 h 2237474"/>
              <a:gd name="connsiteX53" fmla="*/ 7968292 w 12192000"/>
              <a:gd name="connsiteY53" fmla="*/ 1338779 h 2237474"/>
              <a:gd name="connsiteX54" fmla="*/ 7902328 w 12192000"/>
              <a:gd name="connsiteY54" fmla="*/ 1345865 h 2237474"/>
              <a:gd name="connsiteX55" fmla="*/ 7840612 w 12192000"/>
              <a:gd name="connsiteY55" fmla="*/ 1369373 h 2237474"/>
              <a:gd name="connsiteX56" fmla="*/ 7786819 w 12192000"/>
              <a:gd name="connsiteY56" fmla="*/ 1378970 h 2237474"/>
              <a:gd name="connsiteX57" fmla="*/ 7548172 w 12192000"/>
              <a:gd name="connsiteY57" fmla="*/ 1417460 h 2237474"/>
              <a:gd name="connsiteX58" fmla="*/ 7483437 w 12192000"/>
              <a:gd name="connsiteY58" fmla="*/ 1478152 h 2237474"/>
              <a:gd name="connsiteX59" fmla="*/ 7377870 w 12192000"/>
              <a:gd name="connsiteY59" fmla="*/ 1523319 h 2237474"/>
              <a:gd name="connsiteX60" fmla="*/ 7230737 w 12192000"/>
              <a:gd name="connsiteY60" fmla="*/ 1562633 h 2237474"/>
              <a:gd name="connsiteX61" fmla="*/ 7224458 w 12192000"/>
              <a:gd name="connsiteY61" fmla="*/ 1573008 h 2237474"/>
              <a:gd name="connsiteX62" fmla="*/ 7183121 w 12192000"/>
              <a:gd name="connsiteY62" fmla="*/ 1595162 h 2237474"/>
              <a:gd name="connsiteX63" fmla="*/ 7164601 w 12192000"/>
              <a:gd name="connsiteY63" fmla="*/ 1606490 h 2237474"/>
              <a:gd name="connsiteX64" fmla="*/ 7031309 w 12192000"/>
              <a:gd name="connsiteY64" fmla="*/ 1619451 h 2237474"/>
              <a:gd name="connsiteX65" fmla="*/ 6900177 w 12192000"/>
              <a:gd name="connsiteY65" fmla="*/ 1636016 h 2237474"/>
              <a:gd name="connsiteX66" fmla="*/ 6795372 w 12192000"/>
              <a:gd name="connsiteY66" fmla="*/ 1644845 h 2237474"/>
              <a:gd name="connsiteX67" fmla="*/ 6692251 w 12192000"/>
              <a:gd name="connsiteY67" fmla="*/ 1656357 h 2237474"/>
              <a:gd name="connsiteX68" fmla="*/ 6655235 w 12192000"/>
              <a:gd name="connsiteY68" fmla="*/ 1661869 h 2237474"/>
              <a:gd name="connsiteX69" fmla="*/ 6554894 w 12192000"/>
              <a:gd name="connsiteY69" fmla="*/ 1664428 h 2237474"/>
              <a:gd name="connsiteX70" fmla="*/ 6516595 w 12192000"/>
              <a:gd name="connsiteY70" fmla="*/ 1667475 h 2237474"/>
              <a:gd name="connsiteX71" fmla="*/ 6508541 w 12192000"/>
              <a:gd name="connsiteY71" fmla="*/ 1668757 h 2237474"/>
              <a:gd name="connsiteX72" fmla="*/ 6471012 w 12192000"/>
              <a:gd name="connsiteY72" fmla="*/ 1678604 h 2237474"/>
              <a:gd name="connsiteX73" fmla="*/ 6364035 w 12192000"/>
              <a:gd name="connsiteY73" fmla="*/ 1667683 h 2237474"/>
              <a:gd name="connsiteX74" fmla="*/ 6280959 w 12192000"/>
              <a:gd name="connsiteY74" fmla="*/ 1689329 h 2237474"/>
              <a:gd name="connsiteX75" fmla="*/ 6243319 w 12192000"/>
              <a:gd name="connsiteY75" fmla="*/ 1695560 h 2237474"/>
              <a:gd name="connsiteX76" fmla="*/ 6098321 w 12192000"/>
              <a:gd name="connsiteY76" fmla="*/ 1721646 h 2237474"/>
              <a:gd name="connsiteX77" fmla="*/ 5880652 w 12192000"/>
              <a:gd name="connsiteY77" fmla="*/ 1779643 h 2237474"/>
              <a:gd name="connsiteX78" fmla="*/ 5785959 w 12192000"/>
              <a:gd name="connsiteY78" fmla="*/ 1775307 h 2237474"/>
              <a:gd name="connsiteX79" fmla="*/ 5643534 w 12192000"/>
              <a:gd name="connsiteY79" fmla="*/ 1802919 h 2237474"/>
              <a:gd name="connsiteX80" fmla="*/ 5518799 w 12192000"/>
              <a:gd name="connsiteY80" fmla="*/ 1818312 h 2237474"/>
              <a:gd name="connsiteX81" fmla="*/ 5505014 w 12192000"/>
              <a:gd name="connsiteY81" fmla="*/ 1819259 h 2237474"/>
              <a:gd name="connsiteX82" fmla="*/ 5453307 w 12192000"/>
              <a:gd name="connsiteY82" fmla="*/ 1815450 h 2237474"/>
              <a:gd name="connsiteX83" fmla="*/ 5221533 w 12192000"/>
              <a:gd name="connsiteY83" fmla="*/ 1846950 h 2237474"/>
              <a:gd name="connsiteX84" fmla="*/ 5149802 w 12192000"/>
              <a:gd name="connsiteY84" fmla="*/ 1844846 h 2237474"/>
              <a:gd name="connsiteX85" fmla="*/ 5114927 w 12192000"/>
              <a:gd name="connsiteY85" fmla="*/ 1847827 h 2237474"/>
              <a:gd name="connsiteX86" fmla="*/ 5108970 w 12192000"/>
              <a:gd name="connsiteY86" fmla="*/ 1847935 h 2237474"/>
              <a:gd name="connsiteX87" fmla="*/ 5067961 w 12192000"/>
              <a:gd name="connsiteY87" fmla="*/ 1845917 h 2237474"/>
              <a:gd name="connsiteX88" fmla="*/ 5007075 w 12192000"/>
              <a:gd name="connsiteY88" fmla="*/ 1838626 h 2237474"/>
              <a:gd name="connsiteX89" fmla="*/ 4944087 w 12192000"/>
              <a:gd name="connsiteY89" fmla="*/ 1823332 h 2237474"/>
              <a:gd name="connsiteX90" fmla="*/ 4907662 w 12192000"/>
              <a:gd name="connsiteY90" fmla="*/ 1816900 h 2237474"/>
              <a:gd name="connsiteX91" fmla="*/ 4882386 w 12192000"/>
              <a:gd name="connsiteY91" fmla="*/ 1809844 h 2237474"/>
              <a:gd name="connsiteX92" fmla="*/ 4811440 w 12192000"/>
              <a:gd name="connsiteY92" fmla="*/ 1804655 h 2237474"/>
              <a:gd name="connsiteX93" fmla="*/ 4691075 w 12192000"/>
              <a:gd name="connsiteY93" fmla="*/ 1801389 h 2237474"/>
              <a:gd name="connsiteX94" fmla="*/ 4611738 w 12192000"/>
              <a:gd name="connsiteY94" fmla="*/ 1776964 h 2237474"/>
              <a:gd name="connsiteX95" fmla="*/ 4560070 w 12192000"/>
              <a:gd name="connsiteY95" fmla="*/ 1785640 h 2237474"/>
              <a:gd name="connsiteX96" fmla="*/ 4536503 w 12192000"/>
              <a:gd name="connsiteY96" fmla="*/ 1785334 h 2237474"/>
              <a:gd name="connsiteX97" fmla="*/ 4513724 w 12192000"/>
              <a:gd name="connsiteY97" fmla="*/ 1791996 h 2237474"/>
              <a:gd name="connsiteX98" fmla="*/ 4459810 w 12192000"/>
              <a:gd name="connsiteY98" fmla="*/ 1797886 h 2237474"/>
              <a:gd name="connsiteX99" fmla="*/ 4379064 w 12192000"/>
              <a:gd name="connsiteY99" fmla="*/ 1817177 h 2237474"/>
              <a:gd name="connsiteX100" fmla="*/ 4290981 w 12192000"/>
              <a:gd name="connsiteY100" fmla="*/ 1839677 h 2237474"/>
              <a:gd name="connsiteX101" fmla="*/ 4238372 w 12192000"/>
              <a:gd name="connsiteY101" fmla="*/ 1851480 h 2237474"/>
              <a:gd name="connsiteX102" fmla="*/ 4232517 w 12192000"/>
              <a:gd name="connsiteY102" fmla="*/ 1852567 h 2237474"/>
              <a:gd name="connsiteX103" fmla="*/ 4191732 w 12192000"/>
              <a:gd name="connsiteY103" fmla="*/ 1857328 h 2237474"/>
              <a:gd name="connsiteX104" fmla="*/ 4065532 w 12192000"/>
              <a:gd name="connsiteY104" fmla="*/ 1855477 h 2237474"/>
              <a:gd name="connsiteX105" fmla="*/ 4028460 w 12192000"/>
              <a:gd name="connsiteY105" fmla="*/ 1855137 h 2237474"/>
              <a:gd name="connsiteX106" fmla="*/ 4002267 w 12192000"/>
              <a:gd name="connsiteY106" fmla="*/ 1852352 h 2237474"/>
              <a:gd name="connsiteX107" fmla="*/ 3931396 w 12192000"/>
              <a:gd name="connsiteY107" fmla="*/ 1858915 h 2237474"/>
              <a:gd name="connsiteX108" fmla="*/ 3812162 w 12192000"/>
              <a:gd name="connsiteY108" fmla="*/ 1875501 h 2237474"/>
              <a:gd name="connsiteX109" fmla="*/ 3729530 w 12192000"/>
              <a:gd name="connsiteY109" fmla="*/ 1864513 h 2237474"/>
              <a:gd name="connsiteX110" fmla="*/ 3680177 w 12192000"/>
              <a:gd name="connsiteY110" fmla="*/ 1881552 h 2237474"/>
              <a:gd name="connsiteX111" fmla="*/ 3567259 w 12192000"/>
              <a:gd name="connsiteY111" fmla="*/ 1893482 h 2237474"/>
              <a:gd name="connsiteX112" fmla="*/ 3405770 w 12192000"/>
              <a:gd name="connsiteY112" fmla="*/ 1904591 h 2237474"/>
              <a:gd name="connsiteX113" fmla="*/ 3280097 w 12192000"/>
              <a:gd name="connsiteY113" fmla="*/ 1919610 h 2237474"/>
              <a:gd name="connsiteX114" fmla="*/ 3123424 w 12192000"/>
              <a:gd name="connsiteY114" fmla="*/ 1952930 h 2237474"/>
              <a:gd name="connsiteX115" fmla="*/ 3009910 w 12192000"/>
              <a:gd name="connsiteY115" fmla="*/ 1957866 h 2237474"/>
              <a:gd name="connsiteX116" fmla="*/ 2995934 w 12192000"/>
              <a:gd name="connsiteY116" fmla="*/ 1967085 h 2237474"/>
              <a:gd name="connsiteX117" fmla="*/ 2980071 w 12192000"/>
              <a:gd name="connsiteY117" fmla="*/ 1972988 h 2237474"/>
              <a:gd name="connsiteX118" fmla="*/ 2978094 w 12192000"/>
              <a:gd name="connsiteY118" fmla="*/ 1972369 h 2237474"/>
              <a:gd name="connsiteX119" fmla="*/ 2942858 w 12192000"/>
              <a:gd name="connsiteY119" fmla="*/ 1981367 h 2237474"/>
              <a:gd name="connsiteX120" fmla="*/ 2875436 w 12192000"/>
              <a:gd name="connsiteY120" fmla="*/ 1996977 h 2237474"/>
              <a:gd name="connsiteX121" fmla="*/ 2874892 w 12192000"/>
              <a:gd name="connsiteY121" fmla="*/ 1996085 h 2237474"/>
              <a:gd name="connsiteX122" fmla="*/ 2864145 w 12192000"/>
              <a:gd name="connsiteY122" fmla="*/ 1994061 h 2237474"/>
              <a:gd name="connsiteX123" fmla="*/ 2843662 w 12192000"/>
              <a:gd name="connsiteY123" fmla="*/ 1992498 h 2237474"/>
              <a:gd name="connsiteX124" fmla="*/ 2796128 w 12192000"/>
              <a:gd name="connsiteY124" fmla="*/ 1976403 h 2237474"/>
              <a:gd name="connsiteX125" fmla="*/ 2756784 w 12192000"/>
              <a:gd name="connsiteY125" fmla="*/ 1985116 h 2237474"/>
              <a:gd name="connsiteX126" fmla="*/ 2748833 w 12192000"/>
              <a:gd name="connsiteY126" fmla="*/ 1986323 h 2237474"/>
              <a:gd name="connsiteX127" fmla="*/ 2748661 w 12192000"/>
              <a:gd name="connsiteY127" fmla="*/ 1986122 h 2237474"/>
              <a:gd name="connsiteX128" fmla="*/ 2740251 w 12192000"/>
              <a:gd name="connsiteY128" fmla="*/ 1986946 h 2237474"/>
              <a:gd name="connsiteX129" fmla="*/ 2718916 w 12192000"/>
              <a:gd name="connsiteY129" fmla="*/ 1990867 h 2237474"/>
              <a:gd name="connsiteX130" fmla="*/ 2713522 w 12192000"/>
              <a:gd name="connsiteY130" fmla="*/ 1990173 h 2237474"/>
              <a:gd name="connsiteX131" fmla="*/ 2680597 w 12192000"/>
              <a:gd name="connsiteY131" fmla="*/ 1984996 h 2237474"/>
              <a:gd name="connsiteX132" fmla="*/ 2578178 w 12192000"/>
              <a:gd name="connsiteY132" fmla="*/ 1990531 h 2237474"/>
              <a:gd name="connsiteX133" fmla="*/ 2476147 w 12192000"/>
              <a:gd name="connsiteY133" fmla="*/ 1998305 h 2237474"/>
              <a:gd name="connsiteX134" fmla="*/ 2373568 w 12192000"/>
              <a:gd name="connsiteY134" fmla="*/ 2003219 h 2237474"/>
              <a:gd name="connsiteX135" fmla="*/ 2321399 w 12192000"/>
              <a:gd name="connsiteY135" fmla="*/ 1989467 h 2237474"/>
              <a:gd name="connsiteX136" fmla="*/ 2315525 w 12192000"/>
              <a:gd name="connsiteY136" fmla="*/ 1989708 h 2237474"/>
              <a:gd name="connsiteX137" fmla="*/ 2300792 w 12192000"/>
              <a:gd name="connsiteY137" fmla="*/ 1994290 h 2237474"/>
              <a:gd name="connsiteX138" fmla="*/ 2295469 w 12192000"/>
              <a:gd name="connsiteY138" fmla="*/ 1996659 h 2237474"/>
              <a:gd name="connsiteX139" fmla="*/ 2287219 w 12192000"/>
              <a:gd name="connsiteY139" fmla="*/ 1998750 h 2237474"/>
              <a:gd name="connsiteX140" fmla="*/ 2286948 w 12192000"/>
              <a:gd name="connsiteY140" fmla="*/ 1998596 h 2237474"/>
              <a:gd name="connsiteX141" fmla="*/ 2243069 w 12192000"/>
              <a:gd name="connsiteY141" fmla="*/ 2015111 h 2237474"/>
              <a:gd name="connsiteX142" fmla="*/ 2186609 w 12192000"/>
              <a:gd name="connsiteY142" fmla="*/ 2008263 h 2237474"/>
              <a:gd name="connsiteX143" fmla="*/ 2164831 w 12192000"/>
              <a:gd name="connsiteY143" fmla="*/ 2010143 h 2237474"/>
              <a:gd name="connsiteX144" fmla="*/ 2152836 w 12192000"/>
              <a:gd name="connsiteY144" fmla="*/ 2010048 h 2237474"/>
              <a:gd name="connsiteX145" fmla="*/ 2117102 w 12192000"/>
              <a:gd name="connsiteY145" fmla="*/ 2023004 h 2237474"/>
              <a:gd name="connsiteX146" fmla="*/ 2111935 w 12192000"/>
              <a:gd name="connsiteY146" fmla="*/ 2023163 h 2237474"/>
              <a:gd name="connsiteX147" fmla="*/ 2089991 w 12192000"/>
              <a:gd name="connsiteY147" fmla="*/ 2034193 h 2237474"/>
              <a:gd name="connsiteX148" fmla="*/ 2058061 w 12192000"/>
              <a:gd name="connsiteY148" fmla="*/ 2047942 h 2237474"/>
              <a:gd name="connsiteX149" fmla="*/ 2055737 w 12192000"/>
              <a:gd name="connsiteY149" fmla="*/ 2047704 h 2237474"/>
              <a:gd name="connsiteX150" fmla="*/ 2042244 w 12192000"/>
              <a:gd name="connsiteY150" fmla="*/ 2055560 h 2237474"/>
              <a:gd name="connsiteX151" fmla="*/ 1976224 w 12192000"/>
              <a:gd name="connsiteY151" fmla="*/ 2074257 h 2237474"/>
              <a:gd name="connsiteX152" fmla="*/ 1877728 w 12192000"/>
              <a:gd name="connsiteY152" fmla="*/ 2101004 h 2237474"/>
              <a:gd name="connsiteX153" fmla="*/ 1759056 w 12192000"/>
              <a:gd name="connsiteY153" fmla="*/ 2125608 h 2237474"/>
              <a:gd name="connsiteX154" fmla="*/ 1637948 w 12192000"/>
              <a:gd name="connsiteY154" fmla="*/ 2172597 h 2237474"/>
              <a:gd name="connsiteX155" fmla="*/ 1434549 w 12192000"/>
              <a:gd name="connsiteY155" fmla="*/ 2234522 h 2237474"/>
              <a:gd name="connsiteX156" fmla="*/ 1398481 w 12192000"/>
              <a:gd name="connsiteY156" fmla="*/ 2237074 h 2237474"/>
              <a:gd name="connsiteX157" fmla="*/ 1398407 w 12192000"/>
              <a:gd name="connsiteY157" fmla="*/ 2237095 h 2237474"/>
              <a:gd name="connsiteX158" fmla="*/ 1370962 w 12192000"/>
              <a:gd name="connsiteY158" fmla="*/ 2237474 h 2237474"/>
              <a:gd name="connsiteX159" fmla="*/ 1356367 w 12192000"/>
              <a:gd name="connsiteY159" fmla="*/ 2235089 h 2237474"/>
              <a:gd name="connsiteX160" fmla="*/ 1324828 w 12192000"/>
              <a:gd name="connsiteY160" fmla="*/ 2231968 h 2237474"/>
              <a:gd name="connsiteX161" fmla="*/ 1297744 w 12192000"/>
              <a:gd name="connsiteY161" fmla="*/ 2235849 h 2237474"/>
              <a:gd name="connsiteX162" fmla="*/ 1286236 w 12192000"/>
              <a:gd name="connsiteY162" fmla="*/ 2233135 h 2237474"/>
              <a:gd name="connsiteX163" fmla="*/ 1283504 w 12192000"/>
              <a:gd name="connsiteY163" fmla="*/ 2233797 h 2237474"/>
              <a:gd name="connsiteX164" fmla="*/ 1279765 w 12192000"/>
              <a:gd name="connsiteY164" fmla="*/ 2229639 h 2237474"/>
              <a:gd name="connsiteX165" fmla="*/ 1195347 w 12192000"/>
              <a:gd name="connsiteY165" fmla="*/ 2212354 h 2237474"/>
              <a:gd name="connsiteX166" fmla="*/ 970251 w 12192000"/>
              <a:gd name="connsiteY166" fmla="*/ 2221029 h 2237474"/>
              <a:gd name="connsiteX167" fmla="*/ 812914 w 12192000"/>
              <a:gd name="connsiteY167" fmla="*/ 2202752 h 2237474"/>
              <a:gd name="connsiteX168" fmla="*/ 800195 w 12192000"/>
              <a:gd name="connsiteY168" fmla="*/ 2209407 h 2237474"/>
              <a:gd name="connsiteX169" fmla="*/ 784978 w 12192000"/>
              <a:gd name="connsiteY169" fmla="*/ 2212360 h 2237474"/>
              <a:gd name="connsiteX170" fmla="*/ 681987 w 12192000"/>
              <a:gd name="connsiteY170" fmla="*/ 2216757 h 2237474"/>
              <a:gd name="connsiteX171" fmla="*/ 669923 w 12192000"/>
              <a:gd name="connsiteY171" fmla="*/ 2211682 h 2237474"/>
              <a:gd name="connsiteX172" fmla="*/ 648680 w 12192000"/>
              <a:gd name="connsiteY172" fmla="*/ 2206229 h 2237474"/>
              <a:gd name="connsiteX173" fmla="*/ 597225 w 12192000"/>
              <a:gd name="connsiteY173" fmla="*/ 2180999 h 2237474"/>
              <a:gd name="connsiteX174" fmla="*/ 558449 w 12192000"/>
              <a:gd name="connsiteY174" fmla="*/ 2182346 h 2237474"/>
              <a:gd name="connsiteX175" fmla="*/ 550517 w 12192000"/>
              <a:gd name="connsiteY175" fmla="*/ 2182060 h 2237474"/>
              <a:gd name="connsiteX176" fmla="*/ 550309 w 12192000"/>
              <a:gd name="connsiteY176" fmla="*/ 2181825 h 2237474"/>
              <a:gd name="connsiteX177" fmla="*/ 541836 w 12192000"/>
              <a:gd name="connsiteY177" fmla="*/ 2181063 h 2237474"/>
              <a:gd name="connsiteX178" fmla="*/ 536057 w 12192000"/>
              <a:gd name="connsiteY178" fmla="*/ 2181537 h 2237474"/>
              <a:gd name="connsiteX179" fmla="*/ 520671 w 12192000"/>
              <a:gd name="connsiteY179" fmla="*/ 2180980 h 2237474"/>
              <a:gd name="connsiteX180" fmla="*/ 515024 w 12192000"/>
              <a:gd name="connsiteY180" fmla="*/ 2179258 h 2237474"/>
              <a:gd name="connsiteX181" fmla="*/ 512278 w 12192000"/>
              <a:gd name="connsiteY181" fmla="*/ 2176369 h 2237474"/>
              <a:gd name="connsiteX182" fmla="*/ 480419 w 12192000"/>
              <a:gd name="connsiteY182" fmla="*/ 2167807 h 2237474"/>
              <a:gd name="connsiteX183" fmla="*/ 413835 w 12192000"/>
              <a:gd name="connsiteY183" fmla="*/ 2156783 h 2237474"/>
              <a:gd name="connsiteX184" fmla="*/ 376513 w 12192000"/>
              <a:gd name="connsiteY184" fmla="*/ 2154014 h 2237474"/>
              <a:gd name="connsiteX185" fmla="*/ 273386 w 12192000"/>
              <a:gd name="connsiteY185" fmla="*/ 2142551 h 2237474"/>
              <a:gd name="connsiteX186" fmla="*/ 169207 w 12192000"/>
              <a:gd name="connsiteY186" fmla="*/ 2128100 h 2237474"/>
              <a:gd name="connsiteX187" fmla="*/ 93149 w 12192000"/>
              <a:gd name="connsiteY187" fmla="*/ 2105324 h 2237474"/>
              <a:gd name="connsiteX188" fmla="*/ 88109 w 12192000"/>
              <a:gd name="connsiteY188" fmla="*/ 2106704 h 2237474"/>
              <a:gd name="connsiteX189" fmla="*/ 80022 w 12192000"/>
              <a:gd name="connsiteY189" fmla="*/ 2107254 h 2237474"/>
              <a:gd name="connsiteX190" fmla="*/ 79717 w 12192000"/>
              <a:gd name="connsiteY190" fmla="*/ 2107046 h 2237474"/>
              <a:gd name="connsiteX191" fmla="*/ 72352 w 12192000"/>
              <a:gd name="connsiteY191" fmla="*/ 2107991 h 2237474"/>
              <a:gd name="connsiteX192" fmla="*/ 37645 w 12192000"/>
              <a:gd name="connsiteY192" fmla="*/ 2115401 h 2237474"/>
              <a:gd name="connsiteX193" fmla="*/ 4572 w 12192000"/>
              <a:gd name="connsiteY193" fmla="*/ 2111091 h 2237474"/>
              <a:gd name="connsiteX194" fmla="*/ 0 w 12192000"/>
              <a:gd name="connsiteY194" fmla="*/ 2110468 h 2237474"/>
              <a:gd name="connsiteX195" fmla="*/ 0 w 12192000"/>
              <a:gd name="connsiteY19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958984 w 12192000"/>
              <a:gd name="connsiteY38" fmla="*/ 1057212 h 2237474"/>
              <a:gd name="connsiteX39" fmla="*/ 8886001 w 12192000"/>
              <a:gd name="connsiteY39" fmla="*/ 1067468 h 2237474"/>
              <a:gd name="connsiteX40" fmla="*/ 8838610 w 12192000"/>
              <a:gd name="connsiteY40" fmla="*/ 1075091 h 2237474"/>
              <a:gd name="connsiteX41" fmla="*/ 8750383 w 12192000"/>
              <a:gd name="connsiteY41" fmla="*/ 1097387 h 2237474"/>
              <a:gd name="connsiteX42" fmla="*/ 8665605 w 12192000"/>
              <a:gd name="connsiteY42" fmla="*/ 1110791 h 2237474"/>
              <a:gd name="connsiteX43" fmla="*/ 8584946 w 12192000"/>
              <a:gd name="connsiteY43" fmla="*/ 1135226 h 2237474"/>
              <a:gd name="connsiteX44" fmla="*/ 8460755 w 12192000"/>
              <a:gd name="connsiteY44" fmla="*/ 1203427 h 2237474"/>
              <a:gd name="connsiteX45" fmla="*/ 8419755 w 12192000"/>
              <a:gd name="connsiteY45" fmla="*/ 1216260 h 2237474"/>
              <a:gd name="connsiteX46" fmla="*/ 8411626 w 12192000"/>
              <a:gd name="connsiteY46" fmla="*/ 1214397 h 2237474"/>
              <a:gd name="connsiteX47" fmla="*/ 8363469 w 12192000"/>
              <a:gd name="connsiteY47" fmla="*/ 1246658 h 2237474"/>
              <a:gd name="connsiteX48" fmla="*/ 8275497 w 12192000"/>
              <a:gd name="connsiteY48" fmla="*/ 1264396 h 2237474"/>
              <a:gd name="connsiteX49" fmla="*/ 8206287 w 12192000"/>
              <a:gd name="connsiteY49" fmla="*/ 1273060 h 2237474"/>
              <a:gd name="connsiteX50" fmla="*/ 8168705 w 12192000"/>
              <a:gd name="connsiteY50" fmla="*/ 1279956 h 2237474"/>
              <a:gd name="connsiteX51" fmla="*/ 8139997 w 12192000"/>
              <a:gd name="connsiteY51" fmla="*/ 1282713 h 2237474"/>
              <a:gd name="connsiteX52" fmla="*/ 8074238 w 12192000"/>
              <a:gd name="connsiteY52" fmla="*/ 1301895 h 2237474"/>
              <a:gd name="connsiteX53" fmla="*/ 7968292 w 12192000"/>
              <a:gd name="connsiteY53" fmla="*/ 1338779 h 2237474"/>
              <a:gd name="connsiteX54" fmla="*/ 7902328 w 12192000"/>
              <a:gd name="connsiteY54" fmla="*/ 1345865 h 2237474"/>
              <a:gd name="connsiteX55" fmla="*/ 7840612 w 12192000"/>
              <a:gd name="connsiteY55" fmla="*/ 1369373 h 2237474"/>
              <a:gd name="connsiteX56" fmla="*/ 7786819 w 12192000"/>
              <a:gd name="connsiteY56" fmla="*/ 1378970 h 2237474"/>
              <a:gd name="connsiteX57" fmla="*/ 7548172 w 12192000"/>
              <a:gd name="connsiteY57" fmla="*/ 1417460 h 2237474"/>
              <a:gd name="connsiteX58" fmla="*/ 7483437 w 12192000"/>
              <a:gd name="connsiteY58" fmla="*/ 1478152 h 2237474"/>
              <a:gd name="connsiteX59" fmla="*/ 7377870 w 12192000"/>
              <a:gd name="connsiteY59" fmla="*/ 1523319 h 2237474"/>
              <a:gd name="connsiteX60" fmla="*/ 7230737 w 12192000"/>
              <a:gd name="connsiteY60" fmla="*/ 1562633 h 2237474"/>
              <a:gd name="connsiteX61" fmla="*/ 7224458 w 12192000"/>
              <a:gd name="connsiteY61" fmla="*/ 1573008 h 2237474"/>
              <a:gd name="connsiteX62" fmla="*/ 7183121 w 12192000"/>
              <a:gd name="connsiteY62" fmla="*/ 1595162 h 2237474"/>
              <a:gd name="connsiteX63" fmla="*/ 7164601 w 12192000"/>
              <a:gd name="connsiteY63" fmla="*/ 1606490 h 2237474"/>
              <a:gd name="connsiteX64" fmla="*/ 7031309 w 12192000"/>
              <a:gd name="connsiteY64" fmla="*/ 1619451 h 2237474"/>
              <a:gd name="connsiteX65" fmla="*/ 6900177 w 12192000"/>
              <a:gd name="connsiteY65" fmla="*/ 1636016 h 2237474"/>
              <a:gd name="connsiteX66" fmla="*/ 6795372 w 12192000"/>
              <a:gd name="connsiteY66" fmla="*/ 1644845 h 2237474"/>
              <a:gd name="connsiteX67" fmla="*/ 6692251 w 12192000"/>
              <a:gd name="connsiteY67" fmla="*/ 1656357 h 2237474"/>
              <a:gd name="connsiteX68" fmla="*/ 6655235 w 12192000"/>
              <a:gd name="connsiteY68" fmla="*/ 1661869 h 2237474"/>
              <a:gd name="connsiteX69" fmla="*/ 6554894 w 12192000"/>
              <a:gd name="connsiteY69" fmla="*/ 1664428 h 2237474"/>
              <a:gd name="connsiteX70" fmla="*/ 6516595 w 12192000"/>
              <a:gd name="connsiteY70" fmla="*/ 1667475 h 2237474"/>
              <a:gd name="connsiteX71" fmla="*/ 6508541 w 12192000"/>
              <a:gd name="connsiteY71" fmla="*/ 1668757 h 2237474"/>
              <a:gd name="connsiteX72" fmla="*/ 6471012 w 12192000"/>
              <a:gd name="connsiteY72" fmla="*/ 1678604 h 2237474"/>
              <a:gd name="connsiteX73" fmla="*/ 6364035 w 12192000"/>
              <a:gd name="connsiteY73" fmla="*/ 1667683 h 2237474"/>
              <a:gd name="connsiteX74" fmla="*/ 6280959 w 12192000"/>
              <a:gd name="connsiteY74" fmla="*/ 1689329 h 2237474"/>
              <a:gd name="connsiteX75" fmla="*/ 6243319 w 12192000"/>
              <a:gd name="connsiteY75" fmla="*/ 1695560 h 2237474"/>
              <a:gd name="connsiteX76" fmla="*/ 6098321 w 12192000"/>
              <a:gd name="connsiteY76" fmla="*/ 1721646 h 2237474"/>
              <a:gd name="connsiteX77" fmla="*/ 5880652 w 12192000"/>
              <a:gd name="connsiteY77" fmla="*/ 1779643 h 2237474"/>
              <a:gd name="connsiteX78" fmla="*/ 5785959 w 12192000"/>
              <a:gd name="connsiteY78" fmla="*/ 1775307 h 2237474"/>
              <a:gd name="connsiteX79" fmla="*/ 5643534 w 12192000"/>
              <a:gd name="connsiteY79" fmla="*/ 1802919 h 2237474"/>
              <a:gd name="connsiteX80" fmla="*/ 5518799 w 12192000"/>
              <a:gd name="connsiteY80" fmla="*/ 1818312 h 2237474"/>
              <a:gd name="connsiteX81" fmla="*/ 5505014 w 12192000"/>
              <a:gd name="connsiteY81" fmla="*/ 1819259 h 2237474"/>
              <a:gd name="connsiteX82" fmla="*/ 5453307 w 12192000"/>
              <a:gd name="connsiteY82" fmla="*/ 1815450 h 2237474"/>
              <a:gd name="connsiteX83" fmla="*/ 5221533 w 12192000"/>
              <a:gd name="connsiteY83" fmla="*/ 1846950 h 2237474"/>
              <a:gd name="connsiteX84" fmla="*/ 5149802 w 12192000"/>
              <a:gd name="connsiteY84" fmla="*/ 1844846 h 2237474"/>
              <a:gd name="connsiteX85" fmla="*/ 5114927 w 12192000"/>
              <a:gd name="connsiteY85" fmla="*/ 1847827 h 2237474"/>
              <a:gd name="connsiteX86" fmla="*/ 5108970 w 12192000"/>
              <a:gd name="connsiteY86" fmla="*/ 1847935 h 2237474"/>
              <a:gd name="connsiteX87" fmla="*/ 5067961 w 12192000"/>
              <a:gd name="connsiteY87" fmla="*/ 1845917 h 2237474"/>
              <a:gd name="connsiteX88" fmla="*/ 5007075 w 12192000"/>
              <a:gd name="connsiteY88" fmla="*/ 1838626 h 2237474"/>
              <a:gd name="connsiteX89" fmla="*/ 4944087 w 12192000"/>
              <a:gd name="connsiteY89" fmla="*/ 1823332 h 2237474"/>
              <a:gd name="connsiteX90" fmla="*/ 4907662 w 12192000"/>
              <a:gd name="connsiteY90" fmla="*/ 1816900 h 2237474"/>
              <a:gd name="connsiteX91" fmla="*/ 4882386 w 12192000"/>
              <a:gd name="connsiteY91" fmla="*/ 1809844 h 2237474"/>
              <a:gd name="connsiteX92" fmla="*/ 4811440 w 12192000"/>
              <a:gd name="connsiteY92" fmla="*/ 1804655 h 2237474"/>
              <a:gd name="connsiteX93" fmla="*/ 4691075 w 12192000"/>
              <a:gd name="connsiteY93" fmla="*/ 1801389 h 2237474"/>
              <a:gd name="connsiteX94" fmla="*/ 4611738 w 12192000"/>
              <a:gd name="connsiteY94" fmla="*/ 1776964 h 2237474"/>
              <a:gd name="connsiteX95" fmla="*/ 4560070 w 12192000"/>
              <a:gd name="connsiteY95" fmla="*/ 1785640 h 2237474"/>
              <a:gd name="connsiteX96" fmla="*/ 4536503 w 12192000"/>
              <a:gd name="connsiteY96" fmla="*/ 1785334 h 2237474"/>
              <a:gd name="connsiteX97" fmla="*/ 4513724 w 12192000"/>
              <a:gd name="connsiteY97" fmla="*/ 1791996 h 2237474"/>
              <a:gd name="connsiteX98" fmla="*/ 4459810 w 12192000"/>
              <a:gd name="connsiteY98" fmla="*/ 1797886 h 2237474"/>
              <a:gd name="connsiteX99" fmla="*/ 4379064 w 12192000"/>
              <a:gd name="connsiteY99" fmla="*/ 1817177 h 2237474"/>
              <a:gd name="connsiteX100" fmla="*/ 4290981 w 12192000"/>
              <a:gd name="connsiteY100" fmla="*/ 1839677 h 2237474"/>
              <a:gd name="connsiteX101" fmla="*/ 4238372 w 12192000"/>
              <a:gd name="connsiteY101" fmla="*/ 1851480 h 2237474"/>
              <a:gd name="connsiteX102" fmla="*/ 4232517 w 12192000"/>
              <a:gd name="connsiteY102" fmla="*/ 1852567 h 2237474"/>
              <a:gd name="connsiteX103" fmla="*/ 4191732 w 12192000"/>
              <a:gd name="connsiteY103" fmla="*/ 1857328 h 2237474"/>
              <a:gd name="connsiteX104" fmla="*/ 4065532 w 12192000"/>
              <a:gd name="connsiteY104" fmla="*/ 1855477 h 2237474"/>
              <a:gd name="connsiteX105" fmla="*/ 4028460 w 12192000"/>
              <a:gd name="connsiteY105" fmla="*/ 1855137 h 2237474"/>
              <a:gd name="connsiteX106" fmla="*/ 4002267 w 12192000"/>
              <a:gd name="connsiteY106" fmla="*/ 1852352 h 2237474"/>
              <a:gd name="connsiteX107" fmla="*/ 3931396 w 12192000"/>
              <a:gd name="connsiteY107" fmla="*/ 1858915 h 2237474"/>
              <a:gd name="connsiteX108" fmla="*/ 3812162 w 12192000"/>
              <a:gd name="connsiteY108" fmla="*/ 1875501 h 2237474"/>
              <a:gd name="connsiteX109" fmla="*/ 3729530 w 12192000"/>
              <a:gd name="connsiteY109" fmla="*/ 1864513 h 2237474"/>
              <a:gd name="connsiteX110" fmla="*/ 3680177 w 12192000"/>
              <a:gd name="connsiteY110" fmla="*/ 1881552 h 2237474"/>
              <a:gd name="connsiteX111" fmla="*/ 3567259 w 12192000"/>
              <a:gd name="connsiteY111" fmla="*/ 1893482 h 2237474"/>
              <a:gd name="connsiteX112" fmla="*/ 3405770 w 12192000"/>
              <a:gd name="connsiteY112" fmla="*/ 1904591 h 2237474"/>
              <a:gd name="connsiteX113" fmla="*/ 3280097 w 12192000"/>
              <a:gd name="connsiteY113" fmla="*/ 1919610 h 2237474"/>
              <a:gd name="connsiteX114" fmla="*/ 3123424 w 12192000"/>
              <a:gd name="connsiteY114" fmla="*/ 1952930 h 2237474"/>
              <a:gd name="connsiteX115" fmla="*/ 3009910 w 12192000"/>
              <a:gd name="connsiteY115" fmla="*/ 1957866 h 2237474"/>
              <a:gd name="connsiteX116" fmla="*/ 2995934 w 12192000"/>
              <a:gd name="connsiteY116" fmla="*/ 1967085 h 2237474"/>
              <a:gd name="connsiteX117" fmla="*/ 2980071 w 12192000"/>
              <a:gd name="connsiteY117" fmla="*/ 1972988 h 2237474"/>
              <a:gd name="connsiteX118" fmla="*/ 2978094 w 12192000"/>
              <a:gd name="connsiteY118" fmla="*/ 1972369 h 2237474"/>
              <a:gd name="connsiteX119" fmla="*/ 2942858 w 12192000"/>
              <a:gd name="connsiteY119" fmla="*/ 1981367 h 2237474"/>
              <a:gd name="connsiteX120" fmla="*/ 2875436 w 12192000"/>
              <a:gd name="connsiteY120" fmla="*/ 1996977 h 2237474"/>
              <a:gd name="connsiteX121" fmla="*/ 2874892 w 12192000"/>
              <a:gd name="connsiteY121" fmla="*/ 1996085 h 2237474"/>
              <a:gd name="connsiteX122" fmla="*/ 2864145 w 12192000"/>
              <a:gd name="connsiteY122" fmla="*/ 1994061 h 2237474"/>
              <a:gd name="connsiteX123" fmla="*/ 2843662 w 12192000"/>
              <a:gd name="connsiteY123" fmla="*/ 1992498 h 2237474"/>
              <a:gd name="connsiteX124" fmla="*/ 2796128 w 12192000"/>
              <a:gd name="connsiteY124" fmla="*/ 1976403 h 2237474"/>
              <a:gd name="connsiteX125" fmla="*/ 2756784 w 12192000"/>
              <a:gd name="connsiteY125" fmla="*/ 1985116 h 2237474"/>
              <a:gd name="connsiteX126" fmla="*/ 2748833 w 12192000"/>
              <a:gd name="connsiteY126" fmla="*/ 1986323 h 2237474"/>
              <a:gd name="connsiteX127" fmla="*/ 2748661 w 12192000"/>
              <a:gd name="connsiteY127" fmla="*/ 1986122 h 2237474"/>
              <a:gd name="connsiteX128" fmla="*/ 2740251 w 12192000"/>
              <a:gd name="connsiteY128" fmla="*/ 1986946 h 2237474"/>
              <a:gd name="connsiteX129" fmla="*/ 2718916 w 12192000"/>
              <a:gd name="connsiteY129" fmla="*/ 1990867 h 2237474"/>
              <a:gd name="connsiteX130" fmla="*/ 2713522 w 12192000"/>
              <a:gd name="connsiteY130" fmla="*/ 1990173 h 2237474"/>
              <a:gd name="connsiteX131" fmla="*/ 2680597 w 12192000"/>
              <a:gd name="connsiteY131" fmla="*/ 1984996 h 2237474"/>
              <a:gd name="connsiteX132" fmla="*/ 2578178 w 12192000"/>
              <a:gd name="connsiteY132" fmla="*/ 1990531 h 2237474"/>
              <a:gd name="connsiteX133" fmla="*/ 2476147 w 12192000"/>
              <a:gd name="connsiteY133" fmla="*/ 1998305 h 2237474"/>
              <a:gd name="connsiteX134" fmla="*/ 2373568 w 12192000"/>
              <a:gd name="connsiteY134" fmla="*/ 2003219 h 2237474"/>
              <a:gd name="connsiteX135" fmla="*/ 2321399 w 12192000"/>
              <a:gd name="connsiteY135" fmla="*/ 1989467 h 2237474"/>
              <a:gd name="connsiteX136" fmla="*/ 2315525 w 12192000"/>
              <a:gd name="connsiteY136" fmla="*/ 1989708 h 2237474"/>
              <a:gd name="connsiteX137" fmla="*/ 2300792 w 12192000"/>
              <a:gd name="connsiteY137" fmla="*/ 1994290 h 2237474"/>
              <a:gd name="connsiteX138" fmla="*/ 2295469 w 12192000"/>
              <a:gd name="connsiteY138" fmla="*/ 1996659 h 2237474"/>
              <a:gd name="connsiteX139" fmla="*/ 2287219 w 12192000"/>
              <a:gd name="connsiteY139" fmla="*/ 1998750 h 2237474"/>
              <a:gd name="connsiteX140" fmla="*/ 2286948 w 12192000"/>
              <a:gd name="connsiteY140" fmla="*/ 1998596 h 2237474"/>
              <a:gd name="connsiteX141" fmla="*/ 2243069 w 12192000"/>
              <a:gd name="connsiteY141" fmla="*/ 2015111 h 2237474"/>
              <a:gd name="connsiteX142" fmla="*/ 2186609 w 12192000"/>
              <a:gd name="connsiteY142" fmla="*/ 2008263 h 2237474"/>
              <a:gd name="connsiteX143" fmla="*/ 2164831 w 12192000"/>
              <a:gd name="connsiteY143" fmla="*/ 2010143 h 2237474"/>
              <a:gd name="connsiteX144" fmla="*/ 2152836 w 12192000"/>
              <a:gd name="connsiteY144" fmla="*/ 2010048 h 2237474"/>
              <a:gd name="connsiteX145" fmla="*/ 2117102 w 12192000"/>
              <a:gd name="connsiteY145" fmla="*/ 2023004 h 2237474"/>
              <a:gd name="connsiteX146" fmla="*/ 2111935 w 12192000"/>
              <a:gd name="connsiteY146" fmla="*/ 2023163 h 2237474"/>
              <a:gd name="connsiteX147" fmla="*/ 2089991 w 12192000"/>
              <a:gd name="connsiteY147" fmla="*/ 2034193 h 2237474"/>
              <a:gd name="connsiteX148" fmla="*/ 2058061 w 12192000"/>
              <a:gd name="connsiteY148" fmla="*/ 2047942 h 2237474"/>
              <a:gd name="connsiteX149" fmla="*/ 2055737 w 12192000"/>
              <a:gd name="connsiteY149" fmla="*/ 2047704 h 2237474"/>
              <a:gd name="connsiteX150" fmla="*/ 2042244 w 12192000"/>
              <a:gd name="connsiteY150" fmla="*/ 2055560 h 2237474"/>
              <a:gd name="connsiteX151" fmla="*/ 1976224 w 12192000"/>
              <a:gd name="connsiteY151" fmla="*/ 2074257 h 2237474"/>
              <a:gd name="connsiteX152" fmla="*/ 1877728 w 12192000"/>
              <a:gd name="connsiteY152" fmla="*/ 2101004 h 2237474"/>
              <a:gd name="connsiteX153" fmla="*/ 1759056 w 12192000"/>
              <a:gd name="connsiteY153" fmla="*/ 2125608 h 2237474"/>
              <a:gd name="connsiteX154" fmla="*/ 1637948 w 12192000"/>
              <a:gd name="connsiteY154" fmla="*/ 2172597 h 2237474"/>
              <a:gd name="connsiteX155" fmla="*/ 1434549 w 12192000"/>
              <a:gd name="connsiteY155" fmla="*/ 2234522 h 2237474"/>
              <a:gd name="connsiteX156" fmla="*/ 1398481 w 12192000"/>
              <a:gd name="connsiteY156" fmla="*/ 2237074 h 2237474"/>
              <a:gd name="connsiteX157" fmla="*/ 1398407 w 12192000"/>
              <a:gd name="connsiteY157" fmla="*/ 2237095 h 2237474"/>
              <a:gd name="connsiteX158" fmla="*/ 1370962 w 12192000"/>
              <a:gd name="connsiteY158" fmla="*/ 2237474 h 2237474"/>
              <a:gd name="connsiteX159" fmla="*/ 1356367 w 12192000"/>
              <a:gd name="connsiteY159" fmla="*/ 2235089 h 2237474"/>
              <a:gd name="connsiteX160" fmla="*/ 1324828 w 12192000"/>
              <a:gd name="connsiteY160" fmla="*/ 2231968 h 2237474"/>
              <a:gd name="connsiteX161" fmla="*/ 1297744 w 12192000"/>
              <a:gd name="connsiteY161" fmla="*/ 2235849 h 2237474"/>
              <a:gd name="connsiteX162" fmla="*/ 1286236 w 12192000"/>
              <a:gd name="connsiteY162" fmla="*/ 2233135 h 2237474"/>
              <a:gd name="connsiteX163" fmla="*/ 1283504 w 12192000"/>
              <a:gd name="connsiteY163" fmla="*/ 2233797 h 2237474"/>
              <a:gd name="connsiteX164" fmla="*/ 1279765 w 12192000"/>
              <a:gd name="connsiteY164" fmla="*/ 2229639 h 2237474"/>
              <a:gd name="connsiteX165" fmla="*/ 1195347 w 12192000"/>
              <a:gd name="connsiteY165" fmla="*/ 2212354 h 2237474"/>
              <a:gd name="connsiteX166" fmla="*/ 970251 w 12192000"/>
              <a:gd name="connsiteY166" fmla="*/ 2221029 h 2237474"/>
              <a:gd name="connsiteX167" fmla="*/ 812914 w 12192000"/>
              <a:gd name="connsiteY167" fmla="*/ 2202752 h 2237474"/>
              <a:gd name="connsiteX168" fmla="*/ 800195 w 12192000"/>
              <a:gd name="connsiteY168" fmla="*/ 2209407 h 2237474"/>
              <a:gd name="connsiteX169" fmla="*/ 784978 w 12192000"/>
              <a:gd name="connsiteY169" fmla="*/ 2212360 h 2237474"/>
              <a:gd name="connsiteX170" fmla="*/ 681987 w 12192000"/>
              <a:gd name="connsiteY170" fmla="*/ 2216757 h 2237474"/>
              <a:gd name="connsiteX171" fmla="*/ 669923 w 12192000"/>
              <a:gd name="connsiteY171" fmla="*/ 2211682 h 2237474"/>
              <a:gd name="connsiteX172" fmla="*/ 648680 w 12192000"/>
              <a:gd name="connsiteY172" fmla="*/ 2206229 h 2237474"/>
              <a:gd name="connsiteX173" fmla="*/ 597225 w 12192000"/>
              <a:gd name="connsiteY173" fmla="*/ 2180999 h 2237474"/>
              <a:gd name="connsiteX174" fmla="*/ 558449 w 12192000"/>
              <a:gd name="connsiteY174" fmla="*/ 2182346 h 2237474"/>
              <a:gd name="connsiteX175" fmla="*/ 550517 w 12192000"/>
              <a:gd name="connsiteY175" fmla="*/ 2182060 h 2237474"/>
              <a:gd name="connsiteX176" fmla="*/ 550309 w 12192000"/>
              <a:gd name="connsiteY176" fmla="*/ 2181825 h 2237474"/>
              <a:gd name="connsiteX177" fmla="*/ 541836 w 12192000"/>
              <a:gd name="connsiteY177" fmla="*/ 2181063 h 2237474"/>
              <a:gd name="connsiteX178" fmla="*/ 536057 w 12192000"/>
              <a:gd name="connsiteY178" fmla="*/ 2181537 h 2237474"/>
              <a:gd name="connsiteX179" fmla="*/ 520671 w 12192000"/>
              <a:gd name="connsiteY179" fmla="*/ 2180980 h 2237474"/>
              <a:gd name="connsiteX180" fmla="*/ 515024 w 12192000"/>
              <a:gd name="connsiteY180" fmla="*/ 2179258 h 2237474"/>
              <a:gd name="connsiteX181" fmla="*/ 512278 w 12192000"/>
              <a:gd name="connsiteY181" fmla="*/ 2176369 h 2237474"/>
              <a:gd name="connsiteX182" fmla="*/ 480419 w 12192000"/>
              <a:gd name="connsiteY182" fmla="*/ 2167807 h 2237474"/>
              <a:gd name="connsiteX183" fmla="*/ 413835 w 12192000"/>
              <a:gd name="connsiteY183" fmla="*/ 2156783 h 2237474"/>
              <a:gd name="connsiteX184" fmla="*/ 376513 w 12192000"/>
              <a:gd name="connsiteY184" fmla="*/ 2154014 h 2237474"/>
              <a:gd name="connsiteX185" fmla="*/ 273386 w 12192000"/>
              <a:gd name="connsiteY185" fmla="*/ 2142551 h 2237474"/>
              <a:gd name="connsiteX186" fmla="*/ 169207 w 12192000"/>
              <a:gd name="connsiteY186" fmla="*/ 2128100 h 2237474"/>
              <a:gd name="connsiteX187" fmla="*/ 93149 w 12192000"/>
              <a:gd name="connsiteY187" fmla="*/ 2105324 h 2237474"/>
              <a:gd name="connsiteX188" fmla="*/ 88109 w 12192000"/>
              <a:gd name="connsiteY188" fmla="*/ 2106704 h 2237474"/>
              <a:gd name="connsiteX189" fmla="*/ 80022 w 12192000"/>
              <a:gd name="connsiteY189" fmla="*/ 2107254 h 2237474"/>
              <a:gd name="connsiteX190" fmla="*/ 79717 w 12192000"/>
              <a:gd name="connsiteY190" fmla="*/ 2107046 h 2237474"/>
              <a:gd name="connsiteX191" fmla="*/ 72352 w 12192000"/>
              <a:gd name="connsiteY191" fmla="*/ 2107991 h 2237474"/>
              <a:gd name="connsiteX192" fmla="*/ 37645 w 12192000"/>
              <a:gd name="connsiteY192" fmla="*/ 2115401 h 2237474"/>
              <a:gd name="connsiteX193" fmla="*/ 4572 w 12192000"/>
              <a:gd name="connsiteY193" fmla="*/ 2111091 h 2237474"/>
              <a:gd name="connsiteX194" fmla="*/ 0 w 12192000"/>
              <a:gd name="connsiteY194" fmla="*/ 2110468 h 2237474"/>
              <a:gd name="connsiteX195" fmla="*/ 0 w 12192000"/>
              <a:gd name="connsiteY19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958984 w 12192000"/>
              <a:gd name="connsiteY38" fmla="*/ 1057212 h 2237474"/>
              <a:gd name="connsiteX39" fmla="*/ 8886001 w 12192000"/>
              <a:gd name="connsiteY39" fmla="*/ 1067468 h 2237474"/>
              <a:gd name="connsiteX40" fmla="*/ 8838610 w 12192000"/>
              <a:gd name="connsiteY40" fmla="*/ 1075091 h 2237474"/>
              <a:gd name="connsiteX41" fmla="*/ 8750383 w 12192000"/>
              <a:gd name="connsiteY41" fmla="*/ 1097387 h 2237474"/>
              <a:gd name="connsiteX42" fmla="*/ 8665605 w 12192000"/>
              <a:gd name="connsiteY42" fmla="*/ 1110791 h 2237474"/>
              <a:gd name="connsiteX43" fmla="*/ 8584946 w 12192000"/>
              <a:gd name="connsiteY43" fmla="*/ 1135226 h 2237474"/>
              <a:gd name="connsiteX44" fmla="*/ 8460755 w 12192000"/>
              <a:gd name="connsiteY44" fmla="*/ 1203427 h 2237474"/>
              <a:gd name="connsiteX45" fmla="*/ 8419755 w 12192000"/>
              <a:gd name="connsiteY45" fmla="*/ 1216260 h 2237474"/>
              <a:gd name="connsiteX46" fmla="*/ 8411626 w 12192000"/>
              <a:gd name="connsiteY46" fmla="*/ 1214397 h 2237474"/>
              <a:gd name="connsiteX47" fmla="*/ 8363469 w 12192000"/>
              <a:gd name="connsiteY47" fmla="*/ 1246658 h 2237474"/>
              <a:gd name="connsiteX48" fmla="*/ 8275497 w 12192000"/>
              <a:gd name="connsiteY48" fmla="*/ 1264396 h 2237474"/>
              <a:gd name="connsiteX49" fmla="*/ 8206287 w 12192000"/>
              <a:gd name="connsiteY49" fmla="*/ 1273060 h 2237474"/>
              <a:gd name="connsiteX50" fmla="*/ 8168705 w 12192000"/>
              <a:gd name="connsiteY50" fmla="*/ 1279956 h 2237474"/>
              <a:gd name="connsiteX51" fmla="*/ 8139997 w 12192000"/>
              <a:gd name="connsiteY51" fmla="*/ 1282713 h 2237474"/>
              <a:gd name="connsiteX52" fmla="*/ 8074238 w 12192000"/>
              <a:gd name="connsiteY52" fmla="*/ 1301895 h 2237474"/>
              <a:gd name="connsiteX53" fmla="*/ 7942099 w 12192000"/>
              <a:gd name="connsiteY53" fmla="*/ 1336332 h 2237474"/>
              <a:gd name="connsiteX54" fmla="*/ 7902328 w 12192000"/>
              <a:gd name="connsiteY54" fmla="*/ 1345865 h 2237474"/>
              <a:gd name="connsiteX55" fmla="*/ 7840612 w 12192000"/>
              <a:gd name="connsiteY55" fmla="*/ 1369373 h 2237474"/>
              <a:gd name="connsiteX56" fmla="*/ 7786819 w 12192000"/>
              <a:gd name="connsiteY56" fmla="*/ 1378970 h 2237474"/>
              <a:gd name="connsiteX57" fmla="*/ 7548172 w 12192000"/>
              <a:gd name="connsiteY57" fmla="*/ 1417460 h 2237474"/>
              <a:gd name="connsiteX58" fmla="*/ 7483437 w 12192000"/>
              <a:gd name="connsiteY58" fmla="*/ 1478152 h 2237474"/>
              <a:gd name="connsiteX59" fmla="*/ 7377870 w 12192000"/>
              <a:gd name="connsiteY59" fmla="*/ 1523319 h 2237474"/>
              <a:gd name="connsiteX60" fmla="*/ 7230737 w 12192000"/>
              <a:gd name="connsiteY60" fmla="*/ 1562633 h 2237474"/>
              <a:gd name="connsiteX61" fmla="*/ 7224458 w 12192000"/>
              <a:gd name="connsiteY61" fmla="*/ 1573008 h 2237474"/>
              <a:gd name="connsiteX62" fmla="*/ 7183121 w 12192000"/>
              <a:gd name="connsiteY62" fmla="*/ 1595162 h 2237474"/>
              <a:gd name="connsiteX63" fmla="*/ 7164601 w 12192000"/>
              <a:gd name="connsiteY63" fmla="*/ 1606490 h 2237474"/>
              <a:gd name="connsiteX64" fmla="*/ 7031309 w 12192000"/>
              <a:gd name="connsiteY64" fmla="*/ 1619451 h 2237474"/>
              <a:gd name="connsiteX65" fmla="*/ 6900177 w 12192000"/>
              <a:gd name="connsiteY65" fmla="*/ 1636016 h 2237474"/>
              <a:gd name="connsiteX66" fmla="*/ 6795372 w 12192000"/>
              <a:gd name="connsiteY66" fmla="*/ 1644845 h 2237474"/>
              <a:gd name="connsiteX67" fmla="*/ 6692251 w 12192000"/>
              <a:gd name="connsiteY67" fmla="*/ 1656357 h 2237474"/>
              <a:gd name="connsiteX68" fmla="*/ 6655235 w 12192000"/>
              <a:gd name="connsiteY68" fmla="*/ 1661869 h 2237474"/>
              <a:gd name="connsiteX69" fmla="*/ 6554894 w 12192000"/>
              <a:gd name="connsiteY69" fmla="*/ 1664428 h 2237474"/>
              <a:gd name="connsiteX70" fmla="*/ 6516595 w 12192000"/>
              <a:gd name="connsiteY70" fmla="*/ 1667475 h 2237474"/>
              <a:gd name="connsiteX71" fmla="*/ 6508541 w 12192000"/>
              <a:gd name="connsiteY71" fmla="*/ 1668757 h 2237474"/>
              <a:gd name="connsiteX72" fmla="*/ 6471012 w 12192000"/>
              <a:gd name="connsiteY72" fmla="*/ 1678604 h 2237474"/>
              <a:gd name="connsiteX73" fmla="*/ 6364035 w 12192000"/>
              <a:gd name="connsiteY73" fmla="*/ 1667683 h 2237474"/>
              <a:gd name="connsiteX74" fmla="*/ 6280959 w 12192000"/>
              <a:gd name="connsiteY74" fmla="*/ 1689329 h 2237474"/>
              <a:gd name="connsiteX75" fmla="*/ 6243319 w 12192000"/>
              <a:gd name="connsiteY75" fmla="*/ 1695560 h 2237474"/>
              <a:gd name="connsiteX76" fmla="*/ 6098321 w 12192000"/>
              <a:gd name="connsiteY76" fmla="*/ 1721646 h 2237474"/>
              <a:gd name="connsiteX77" fmla="*/ 5880652 w 12192000"/>
              <a:gd name="connsiteY77" fmla="*/ 1779643 h 2237474"/>
              <a:gd name="connsiteX78" fmla="*/ 5785959 w 12192000"/>
              <a:gd name="connsiteY78" fmla="*/ 1775307 h 2237474"/>
              <a:gd name="connsiteX79" fmla="*/ 5643534 w 12192000"/>
              <a:gd name="connsiteY79" fmla="*/ 1802919 h 2237474"/>
              <a:gd name="connsiteX80" fmla="*/ 5518799 w 12192000"/>
              <a:gd name="connsiteY80" fmla="*/ 1818312 h 2237474"/>
              <a:gd name="connsiteX81" fmla="*/ 5505014 w 12192000"/>
              <a:gd name="connsiteY81" fmla="*/ 1819259 h 2237474"/>
              <a:gd name="connsiteX82" fmla="*/ 5453307 w 12192000"/>
              <a:gd name="connsiteY82" fmla="*/ 1815450 h 2237474"/>
              <a:gd name="connsiteX83" fmla="*/ 5221533 w 12192000"/>
              <a:gd name="connsiteY83" fmla="*/ 1846950 h 2237474"/>
              <a:gd name="connsiteX84" fmla="*/ 5149802 w 12192000"/>
              <a:gd name="connsiteY84" fmla="*/ 1844846 h 2237474"/>
              <a:gd name="connsiteX85" fmla="*/ 5114927 w 12192000"/>
              <a:gd name="connsiteY85" fmla="*/ 1847827 h 2237474"/>
              <a:gd name="connsiteX86" fmla="*/ 5108970 w 12192000"/>
              <a:gd name="connsiteY86" fmla="*/ 1847935 h 2237474"/>
              <a:gd name="connsiteX87" fmla="*/ 5067961 w 12192000"/>
              <a:gd name="connsiteY87" fmla="*/ 1845917 h 2237474"/>
              <a:gd name="connsiteX88" fmla="*/ 5007075 w 12192000"/>
              <a:gd name="connsiteY88" fmla="*/ 1838626 h 2237474"/>
              <a:gd name="connsiteX89" fmla="*/ 4944087 w 12192000"/>
              <a:gd name="connsiteY89" fmla="*/ 1823332 h 2237474"/>
              <a:gd name="connsiteX90" fmla="*/ 4907662 w 12192000"/>
              <a:gd name="connsiteY90" fmla="*/ 1816900 h 2237474"/>
              <a:gd name="connsiteX91" fmla="*/ 4882386 w 12192000"/>
              <a:gd name="connsiteY91" fmla="*/ 1809844 h 2237474"/>
              <a:gd name="connsiteX92" fmla="*/ 4811440 w 12192000"/>
              <a:gd name="connsiteY92" fmla="*/ 1804655 h 2237474"/>
              <a:gd name="connsiteX93" fmla="*/ 4691075 w 12192000"/>
              <a:gd name="connsiteY93" fmla="*/ 1801389 h 2237474"/>
              <a:gd name="connsiteX94" fmla="*/ 4611738 w 12192000"/>
              <a:gd name="connsiteY94" fmla="*/ 1776964 h 2237474"/>
              <a:gd name="connsiteX95" fmla="*/ 4560070 w 12192000"/>
              <a:gd name="connsiteY95" fmla="*/ 1785640 h 2237474"/>
              <a:gd name="connsiteX96" fmla="*/ 4536503 w 12192000"/>
              <a:gd name="connsiteY96" fmla="*/ 1785334 h 2237474"/>
              <a:gd name="connsiteX97" fmla="*/ 4513724 w 12192000"/>
              <a:gd name="connsiteY97" fmla="*/ 1791996 h 2237474"/>
              <a:gd name="connsiteX98" fmla="*/ 4459810 w 12192000"/>
              <a:gd name="connsiteY98" fmla="*/ 1797886 h 2237474"/>
              <a:gd name="connsiteX99" fmla="*/ 4379064 w 12192000"/>
              <a:gd name="connsiteY99" fmla="*/ 1817177 h 2237474"/>
              <a:gd name="connsiteX100" fmla="*/ 4290981 w 12192000"/>
              <a:gd name="connsiteY100" fmla="*/ 1839677 h 2237474"/>
              <a:gd name="connsiteX101" fmla="*/ 4238372 w 12192000"/>
              <a:gd name="connsiteY101" fmla="*/ 1851480 h 2237474"/>
              <a:gd name="connsiteX102" fmla="*/ 4232517 w 12192000"/>
              <a:gd name="connsiteY102" fmla="*/ 1852567 h 2237474"/>
              <a:gd name="connsiteX103" fmla="*/ 4191732 w 12192000"/>
              <a:gd name="connsiteY103" fmla="*/ 1857328 h 2237474"/>
              <a:gd name="connsiteX104" fmla="*/ 4065532 w 12192000"/>
              <a:gd name="connsiteY104" fmla="*/ 1855477 h 2237474"/>
              <a:gd name="connsiteX105" fmla="*/ 4028460 w 12192000"/>
              <a:gd name="connsiteY105" fmla="*/ 1855137 h 2237474"/>
              <a:gd name="connsiteX106" fmla="*/ 4002267 w 12192000"/>
              <a:gd name="connsiteY106" fmla="*/ 1852352 h 2237474"/>
              <a:gd name="connsiteX107" fmla="*/ 3931396 w 12192000"/>
              <a:gd name="connsiteY107" fmla="*/ 1858915 h 2237474"/>
              <a:gd name="connsiteX108" fmla="*/ 3812162 w 12192000"/>
              <a:gd name="connsiteY108" fmla="*/ 1875501 h 2237474"/>
              <a:gd name="connsiteX109" fmla="*/ 3729530 w 12192000"/>
              <a:gd name="connsiteY109" fmla="*/ 1864513 h 2237474"/>
              <a:gd name="connsiteX110" fmla="*/ 3680177 w 12192000"/>
              <a:gd name="connsiteY110" fmla="*/ 1881552 h 2237474"/>
              <a:gd name="connsiteX111" fmla="*/ 3567259 w 12192000"/>
              <a:gd name="connsiteY111" fmla="*/ 1893482 h 2237474"/>
              <a:gd name="connsiteX112" fmla="*/ 3405770 w 12192000"/>
              <a:gd name="connsiteY112" fmla="*/ 1904591 h 2237474"/>
              <a:gd name="connsiteX113" fmla="*/ 3280097 w 12192000"/>
              <a:gd name="connsiteY113" fmla="*/ 1919610 h 2237474"/>
              <a:gd name="connsiteX114" fmla="*/ 3123424 w 12192000"/>
              <a:gd name="connsiteY114" fmla="*/ 1952930 h 2237474"/>
              <a:gd name="connsiteX115" fmla="*/ 3009910 w 12192000"/>
              <a:gd name="connsiteY115" fmla="*/ 1957866 h 2237474"/>
              <a:gd name="connsiteX116" fmla="*/ 2995934 w 12192000"/>
              <a:gd name="connsiteY116" fmla="*/ 1967085 h 2237474"/>
              <a:gd name="connsiteX117" fmla="*/ 2980071 w 12192000"/>
              <a:gd name="connsiteY117" fmla="*/ 1972988 h 2237474"/>
              <a:gd name="connsiteX118" fmla="*/ 2978094 w 12192000"/>
              <a:gd name="connsiteY118" fmla="*/ 1972369 h 2237474"/>
              <a:gd name="connsiteX119" fmla="*/ 2942858 w 12192000"/>
              <a:gd name="connsiteY119" fmla="*/ 1981367 h 2237474"/>
              <a:gd name="connsiteX120" fmla="*/ 2875436 w 12192000"/>
              <a:gd name="connsiteY120" fmla="*/ 1996977 h 2237474"/>
              <a:gd name="connsiteX121" fmla="*/ 2874892 w 12192000"/>
              <a:gd name="connsiteY121" fmla="*/ 1996085 h 2237474"/>
              <a:gd name="connsiteX122" fmla="*/ 2864145 w 12192000"/>
              <a:gd name="connsiteY122" fmla="*/ 1994061 h 2237474"/>
              <a:gd name="connsiteX123" fmla="*/ 2843662 w 12192000"/>
              <a:gd name="connsiteY123" fmla="*/ 1992498 h 2237474"/>
              <a:gd name="connsiteX124" fmla="*/ 2796128 w 12192000"/>
              <a:gd name="connsiteY124" fmla="*/ 1976403 h 2237474"/>
              <a:gd name="connsiteX125" fmla="*/ 2756784 w 12192000"/>
              <a:gd name="connsiteY125" fmla="*/ 1985116 h 2237474"/>
              <a:gd name="connsiteX126" fmla="*/ 2748833 w 12192000"/>
              <a:gd name="connsiteY126" fmla="*/ 1986323 h 2237474"/>
              <a:gd name="connsiteX127" fmla="*/ 2748661 w 12192000"/>
              <a:gd name="connsiteY127" fmla="*/ 1986122 h 2237474"/>
              <a:gd name="connsiteX128" fmla="*/ 2740251 w 12192000"/>
              <a:gd name="connsiteY128" fmla="*/ 1986946 h 2237474"/>
              <a:gd name="connsiteX129" fmla="*/ 2718916 w 12192000"/>
              <a:gd name="connsiteY129" fmla="*/ 1990867 h 2237474"/>
              <a:gd name="connsiteX130" fmla="*/ 2713522 w 12192000"/>
              <a:gd name="connsiteY130" fmla="*/ 1990173 h 2237474"/>
              <a:gd name="connsiteX131" fmla="*/ 2680597 w 12192000"/>
              <a:gd name="connsiteY131" fmla="*/ 1984996 h 2237474"/>
              <a:gd name="connsiteX132" fmla="*/ 2578178 w 12192000"/>
              <a:gd name="connsiteY132" fmla="*/ 1990531 h 2237474"/>
              <a:gd name="connsiteX133" fmla="*/ 2476147 w 12192000"/>
              <a:gd name="connsiteY133" fmla="*/ 1998305 h 2237474"/>
              <a:gd name="connsiteX134" fmla="*/ 2373568 w 12192000"/>
              <a:gd name="connsiteY134" fmla="*/ 2003219 h 2237474"/>
              <a:gd name="connsiteX135" fmla="*/ 2321399 w 12192000"/>
              <a:gd name="connsiteY135" fmla="*/ 1989467 h 2237474"/>
              <a:gd name="connsiteX136" fmla="*/ 2315525 w 12192000"/>
              <a:gd name="connsiteY136" fmla="*/ 1989708 h 2237474"/>
              <a:gd name="connsiteX137" fmla="*/ 2300792 w 12192000"/>
              <a:gd name="connsiteY137" fmla="*/ 1994290 h 2237474"/>
              <a:gd name="connsiteX138" fmla="*/ 2295469 w 12192000"/>
              <a:gd name="connsiteY138" fmla="*/ 1996659 h 2237474"/>
              <a:gd name="connsiteX139" fmla="*/ 2287219 w 12192000"/>
              <a:gd name="connsiteY139" fmla="*/ 1998750 h 2237474"/>
              <a:gd name="connsiteX140" fmla="*/ 2286948 w 12192000"/>
              <a:gd name="connsiteY140" fmla="*/ 1998596 h 2237474"/>
              <a:gd name="connsiteX141" fmla="*/ 2243069 w 12192000"/>
              <a:gd name="connsiteY141" fmla="*/ 2015111 h 2237474"/>
              <a:gd name="connsiteX142" fmla="*/ 2186609 w 12192000"/>
              <a:gd name="connsiteY142" fmla="*/ 2008263 h 2237474"/>
              <a:gd name="connsiteX143" fmla="*/ 2164831 w 12192000"/>
              <a:gd name="connsiteY143" fmla="*/ 2010143 h 2237474"/>
              <a:gd name="connsiteX144" fmla="*/ 2152836 w 12192000"/>
              <a:gd name="connsiteY144" fmla="*/ 2010048 h 2237474"/>
              <a:gd name="connsiteX145" fmla="*/ 2117102 w 12192000"/>
              <a:gd name="connsiteY145" fmla="*/ 2023004 h 2237474"/>
              <a:gd name="connsiteX146" fmla="*/ 2111935 w 12192000"/>
              <a:gd name="connsiteY146" fmla="*/ 2023163 h 2237474"/>
              <a:gd name="connsiteX147" fmla="*/ 2089991 w 12192000"/>
              <a:gd name="connsiteY147" fmla="*/ 2034193 h 2237474"/>
              <a:gd name="connsiteX148" fmla="*/ 2058061 w 12192000"/>
              <a:gd name="connsiteY148" fmla="*/ 2047942 h 2237474"/>
              <a:gd name="connsiteX149" fmla="*/ 2055737 w 12192000"/>
              <a:gd name="connsiteY149" fmla="*/ 2047704 h 2237474"/>
              <a:gd name="connsiteX150" fmla="*/ 2042244 w 12192000"/>
              <a:gd name="connsiteY150" fmla="*/ 2055560 h 2237474"/>
              <a:gd name="connsiteX151" fmla="*/ 1976224 w 12192000"/>
              <a:gd name="connsiteY151" fmla="*/ 2074257 h 2237474"/>
              <a:gd name="connsiteX152" fmla="*/ 1877728 w 12192000"/>
              <a:gd name="connsiteY152" fmla="*/ 2101004 h 2237474"/>
              <a:gd name="connsiteX153" fmla="*/ 1759056 w 12192000"/>
              <a:gd name="connsiteY153" fmla="*/ 2125608 h 2237474"/>
              <a:gd name="connsiteX154" fmla="*/ 1637948 w 12192000"/>
              <a:gd name="connsiteY154" fmla="*/ 2172597 h 2237474"/>
              <a:gd name="connsiteX155" fmla="*/ 1434549 w 12192000"/>
              <a:gd name="connsiteY155" fmla="*/ 2234522 h 2237474"/>
              <a:gd name="connsiteX156" fmla="*/ 1398481 w 12192000"/>
              <a:gd name="connsiteY156" fmla="*/ 2237074 h 2237474"/>
              <a:gd name="connsiteX157" fmla="*/ 1398407 w 12192000"/>
              <a:gd name="connsiteY157" fmla="*/ 2237095 h 2237474"/>
              <a:gd name="connsiteX158" fmla="*/ 1370962 w 12192000"/>
              <a:gd name="connsiteY158" fmla="*/ 2237474 h 2237474"/>
              <a:gd name="connsiteX159" fmla="*/ 1356367 w 12192000"/>
              <a:gd name="connsiteY159" fmla="*/ 2235089 h 2237474"/>
              <a:gd name="connsiteX160" fmla="*/ 1324828 w 12192000"/>
              <a:gd name="connsiteY160" fmla="*/ 2231968 h 2237474"/>
              <a:gd name="connsiteX161" fmla="*/ 1297744 w 12192000"/>
              <a:gd name="connsiteY161" fmla="*/ 2235849 h 2237474"/>
              <a:gd name="connsiteX162" fmla="*/ 1286236 w 12192000"/>
              <a:gd name="connsiteY162" fmla="*/ 2233135 h 2237474"/>
              <a:gd name="connsiteX163" fmla="*/ 1283504 w 12192000"/>
              <a:gd name="connsiteY163" fmla="*/ 2233797 h 2237474"/>
              <a:gd name="connsiteX164" fmla="*/ 1279765 w 12192000"/>
              <a:gd name="connsiteY164" fmla="*/ 2229639 h 2237474"/>
              <a:gd name="connsiteX165" fmla="*/ 1195347 w 12192000"/>
              <a:gd name="connsiteY165" fmla="*/ 2212354 h 2237474"/>
              <a:gd name="connsiteX166" fmla="*/ 970251 w 12192000"/>
              <a:gd name="connsiteY166" fmla="*/ 2221029 h 2237474"/>
              <a:gd name="connsiteX167" fmla="*/ 812914 w 12192000"/>
              <a:gd name="connsiteY167" fmla="*/ 2202752 h 2237474"/>
              <a:gd name="connsiteX168" fmla="*/ 800195 w 12192000"/>
              <a:gd name="connsiteY168" fmla="*/ 2209407 h 2237474"/>
              <a:gd name="connsiteX169" fmla="*/ 784978 w 12192000"/>
              <a:gd name="connsiteY169" fmla="*/ 2212360 h 2237474"/>
              <a:gd name="connsiteX170" fmla="*/ 681987 w 12192000"/>
              <a:gd name="connsiteY170" fmla="*/ 2216757 h 2237474"/>
              <a:gd name="connsiteX171" fmla="*/ 669923 w 12192000"/>
              <a:gd name="connsiteY171" fmla="*/ 2211682 h 2237474"/>
              <a:gd name="connsiteX172" fmla="*/ 648680 w 12192000"/>
              <a:gd name="connsiteY172" fmla="*/ 2206229 h 2237474"/>
              <a:gd name="connsiteX173" fmla="*/ 597225 w 12192000"/>
              <a:gd name="connsiteY173" fmla="*/ 2180999 h 2237474"/>
              <a:gd name="connsiteX174" fmla="*/ 558449 w 12192000"/>
              <a:gd name="connsiteY174" fmla="*/ 2182346 h 2237474"/>
              <a:gd name="connsiteX175" fmla="*/ 550517 w 12192000"/>
              <a:gd name="connsiteY175" fmla="*/ 2182060 h 2237474"/>
              <a:gd name="connsiteX176" fmla="*/ 550309 w 12192000"/>
              <a:gd name="connsiteY176" fmla="*/ 2181825 h 2237474"/>
              <a:gd name="connsiteX177" fmla="*/ 541836 w 12192000"/>
              <a:gd name="connsiteY177" fmla="*/ 2181063 h 2237474"/>
              <a:gd name="connsiteX178" fmla="*/ 536057 w 12192000"/>
              <a:gd name="connsiteY178" fmla="*/ 2181537 h 2237474"/>
              <a:gd name="connsiteX179" fmla="*/ 520671 w 12192000"/>
              <a:gd name="connsiteY179" fmla="*/ 2180980 h 2237474"/>
              <a:gd name="connsiteX180" fmla="*/ 515024 w 12192000"/>
              <a:gd name="connsiteY180" fmla="*/ 2179258 h 2237474"/>
              <a:gd name="connsiteX181" fmla="*/ 512278 w 12192000"/>
              <a:gd name="connsiteY181" fmla="*/ 2176369 h 2237474"/>
              <a:gd name="connsiteX182" fmla="*/ 480419 w 12192000"/>
              <a:gd name="connsiteY182" fmla="*/ 2167807 h 2237474"/>
              <a:gd name="connsiteX183" fmla="*/ 413835 w 12192000"/>
              <a:gd name="connsiteY183" fmla="*/ 2156783 h 2237474"/>
              <a:gd name="connsiteX184" fmla="*/ 376513 w 12192000"/>
              <a:gd name="connsiteY184" fmla="*/ 2154014 h 2237474"/>
              <a:gd name="connsiteX185" fmla="*/ 273386 w 12192000"/>
              <a:gd name="connsiteY185" fmla="*/ 2142551 h 2237474"/>
              <a:gd name="connsiteX186" fmla="*/ 169207 w 12192000"/>
              <a:gd name="connsiteY186" fmla="*/ 2128100 h 2237474"/>
              <a:gd name="connsiteX187" fmla="*/ 93149 w 12192000"/>
              <a:gd name="connsiteY187" fmla="*/ 2105324 h 2237474"/>
              <a:gd name="connsiteX188" fmla="*/ 88109 w 12192000"/>
              <a:gd name="connsiteY188" fmla="*/ 2106704 h 2237474"/>
              <a:gd name="connsiteX189" fmla="*/ 80022 w 12192000"/>
              <a:gd name="connsiteY189" fmla="*/ 2107254 h 2237474"/>
              <a:gd name="connsiteX190" fmla="*/ 79717 w 12192000"/>
              <a:gd name="connsiteY190" fmla="*/ 2107046 h 2237474"/>
              <a:gd name="connsiteX191" fmla="*/ 72352 w 12192000"/>
              <a:gd name="connsiteY191" fmla="*/ 2107991 h 2237474"/>
              <a:gd name="connsiteX192" fmla="*/ 37645 w 12192000"/>
              <a:gd name="connsiteY192" fmla="*/ 2115401 h 2237474"/>
              <a:gd name="connsiteX193" fmla="*/ 4572 w 12192000"/>
              <a:gd name="connsiteY193" fmla="*/ 2111091 h 2237474"/>
              <a:gd name="connsiteX194" fmla="*/ 0 w 12192000"/>
              <a:gd name="connsiteY194" fmla="*/ 2110468 h 2237474"/>
              <a:gd name="connsiteX195" fmla="*/ 0 w 12192000"/>
              <a:gd name="connsiteY19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958984 w 12192000"/>
              <a:gd name="connsiteY38" fmla="*/ 1057212 h 2237474"/>
              <a:gd name="connsiteX39" fmla="*/ 8886001 w 12192000"/>
              <a:gd name="connsiteY39" fmla="*/ 1067468 h 2237474"/>
              <a:gd name="connsiteX40" fmla="*/ 8838610 w 12192000"/>
              <a:gd name="connsiteY40" fmla="*/ 1075091 h 2237474"/>
              <a:gd name="connsiteX41" fmla="*/ 8750383 w 12192000"/>
              <a:gd name="connsiteY41" fmla="*/ 1097387 h 2237474"/>
              <a:gd name="connsiteX42" fmla="*/ 8665605 w 12192000"/>
              <a:gd name="connsiteY42" fmla="*/ 1110791 h 2237474"/>
              <a:gd name="connsiteX43" fmla="*/ 8584946 w 12192000"/>
              <a:gd name="connsiteY43" fmla="*/ 1135226 h 2237474"/>
              <a:gd name="connsiteX44" fmla="*/ 8460755 w 12192000"/>
              <a:gd name="connsiteY44" fmla="*/ 1203427 h 2237474"/>
              <a:gd name="connsiteX45" fmla="*/ 8419755 w 12192000"/>
              <a:gd name="connsiteY45" fmla="*/ 1216260 h 2237474"/>
              <a:gd name="connsiteX46" fmla="*/ 8411626 w 12192000"/>
              <a:gd name="connsiteY46" fmla="*/ 1214397 h 2237474"/>
              <a:gd name="connsiteX47" fmla="*/ 8363469 w 12192000"/>
              <a:gd name="connsiteY47" fmla="*/ 1246658 h 2237474"/>
              <a:gd name="connsiteX48" fmla="*/ 8275497 w 12192000"/>
              <a:gd name="connsiteY48" fmla="*/ 1264396 h 2237474"/>
              <a:gd name="connsiteX49" fmla="*/ 8206287 w 12192000"/>
              <a:gd name="connsiteY49" fmla="*/ 1273060 h 2237474"/>
              <a:gd name="connsiteX50" fmla="*/ 8139997 w 12192000"/>
              <a:gd name="connsiteY50" fmla="*/ 1282713 h 2237474"/>
              <a:gd name="connsiteX51" fmla="*/ 8074238 w 12192000"/>
              <a:gd name="connsiteY51" fmla="*/ 1301895 h 2237474"/>
              <a:gd name="connsiteX52" fmla="*/ 7942099 w 12192000"/>
              <a:gd name="connsiteY52" fmla="*/ 1336332 h 2237474"/>
              <a:gd name="connsiteX53" fmla="*/ 7902328 w 12192000"/>
              <a:gd name="connsiteY53" fmla="*/ 1345865 h 2237474"/>
              <a:gd name="connsiteX54" fmla="*/ 7840612 w 12192000"/>
              <a:gd name="connsiteY54" fmla="*/ 1369373 h 2237474"/>
              <a:gd name="connsiteX55" fmla="*/ 7786819 w 12192000"/>
              <a:gd name="connsiteY55" fmla="*/ 1378970 h 2237474"/>
              <a:gd name="connsiteX56" fmla="*/ 7548172 w 12192000"/>
              <a:gd name="connsiteY56" fmla="*/ 1417460 h 2237474"/>
              <a:gd name="connsiteX57" fmla="*/ 7483437 w 12192000"/>
              <a:gd name="connsiteY57" fmla="*/ 1478152 h 2237474"/>
              <a:gd name="connsiteX58" fmla="*/ 7377870 w 12192000"/>
              <a:gd name="connsiteY58" fmla="*/ 1523319 h 2237474"/>
              <a:gd name="connsiteX59" fmla="*/ 7230737 w 12192000"/>
              <a:gd name="connsiteY59" fmla="*/ 1562633 h 2237474"/>
              <a:gd name="connsiteX60" fmla="*/ 7224458 w 12192000"/>
              <a:gd name="connsiteY60" fmla="*/ 1573008 h 2237474"/>
              <a:gd name="connsiteX61" fmla="*/ 7183121 w 12192000"/>
              <a:gd name="connsiteY61" fmla="*/ 1595162 h 2237474"/>
              <a:gd name="connsiteX62" fmla="*/ 7164601 w 12192000"/>
              <a:gd name="connsiteY62" fmla="*/ 1606490 h 2237474"/>
              <a:gd name="connsiteX63" fmla="*/ 7031309 w 12192000"/>
              <a:gd name="connsiteY63" fmla="*/ 1619451 h 2237474"/>
              <a:gd name="connsiteX64" fmla="*/ 6900177 w 12192000"/>
              <a:gd name="connsiteY64" fmla="*/ 1636016 h 2237474"/>
              <a:gd name="connsiteX65" fmla="*/ 6795372 w 12192000"/>
              <a:gd name="connsiteY65" fmla="*/ 1644845 h 2237474"/>
              <a:gd name="connsiteX66" fmla="*/ 6692251 w 12192000"/>
              <a:gd name="connsiteY66" fmla="*/ 1656357 h 2237474"/>
              <a:gd name="connsiteX67" fmla="*/ 6655235 w 12192000"/>
              <a:gd name="connsiteY67" fmla="*/ 1661869 h 2237474"/>
              <a:gd name="connsiteX68" fmla="*/ 6554894 w 12192000"/>
              <a:gd name="connsiteY68" fmla="*/ 1664428 h 2237474"/>
              <a:gd name="connsiteX69" fmla="*/ 6516595 w 12192000"/>
              <a:gd name="connsiteY69" fmla="*/ 1667475 h 2237474"/>
              <a:gd name="connsiteX70" fmla="*/ 6508541 w 12192000"/>
              <a:gd name="connsiteY70" fmla="*/ 1668757 h 2237474"/>
              <a:gd name="connsiteX71" fmla="*/ 6471012 w 12192000"/>
              <a:gd name="connsiteY71" fmla="*/ 1678604 h 2237474"/>
              <a:gd name="connsiteX72" fmla="*/ 6364035 w 12192000"/>
              <a:gd name="connsiteY72" fmla="*/ 1667683 h 2237474"/>
              <a:gd name="connsiteX73" fmla="*/ 6280959 w 12192000"/>
              <a:gd name="connsiteY73" fmla="*/ 1689329 h 2237474"/>
              <a:gd name="connsiteX74" fmla="*/ 6243319 w 12192000"/>
              <a:gd name="connsiteY74" fmla="*/ 1695560 h 2237474"/>
              <a:gd name="connsiteX75" fmla="*/ 6098321 w 12192000"/>
              <a:gd name="connsiteY75" fmla="*/ 1721646 h 2237474"/>
              <a:gd name="connsiteX76" fmla="*/ 5880652 w 12192000"/>
              <a:gd name="connsiteY76" fmla="*/ 1779643 h 2237474"/>
              <a:gd name="connsiteX77" fmla="*/ 5785959 w 12192000"/>
              <a:gd name="connsiteY77" fmla="*/ 1775307 h 2237474"/>
              <a:gd name="connsiteX78" fmla="*/ 5643534 w 12192000"/>
              <a:gd name="connsiteY78" fmla="*/ 1802919 h 2237474"/>
              <a:gd name="connsiteX79" fmla="*/ 5518799 w 12192000"/>
              <a:gd name="connsiteY79" fmla="*/ 1818312 h 2237474"/>
              <a:gd name="connsiteX80" fmla="*/ 5505014 w 12192000"/>
              <a:gd name="connsiteY80" fmla="*/ 1819259 h 2237474"/>
              <a:gd name="connsiteX81" fmla="*/ 5453307 w 12192000"/>
              <a:gd name="connsiteY81" fmla="*/ 1815450 h 2237474"/>
              <a:gd name="connsiteX82" fmla="*/ 5221533 w 12192000"/>
              <a:gd name="connsiteY82" fmla="*/ 1846950 h 2237474"/>
              <a:gd name="connsiteX83" fmla="*/ 5149802 w 12192000"/>
              <a:gd name="connsiteY83" fmla="*/ 1844846 h 2237474"/>
              <a:gd name="connsiteX84" fmla="*/ 5114927 w 12192000"/>
              <a:gd name="connsiteY84" fmla="*/ 1847827 h 2237474"/>
              <a:gd name="connsiteX85" fmla="*/ 5108970 w 12192000"/>
              <a:gd name="connsiteY85" fmla="*/ 1847935 h 2237474"/>
              <a:gd name="connsiteX86" fmla="*/ 5067961 w 12192000"/>
              <a:gd name="connsiteY86" fmla="*/ 1845917 h 2237474"/>
              <a:gd name="connsiteX87" fmla="*/ 5007075 w 12192000"/>
              <a:gd name="connsiteY87" fmla="*/ 1838626 h 2237474"/>
              <a:gd name="connsiteX88" fmla="*/ 4944087 w 12192000"/>
              <a:gd name="connsiteY88" fmla="*/ 1823332 h 2237474"/>
              <a:gd name="connsiteX89" fmla="*/ 4907662 w 12192000"/>
              <a:gd name="connsiteY89" fmla="*/ 1816900 h 2237474"/>
              <a:gd name="connsiteX90" fmla="*/ 4882386 w 12192000"/>
              <a:gd name="connsiteY90" fmla="*/ 1809844 h 2237474"/>
              <a:gd name="connsiteX91" fmla="*/ 4811440 w 12192000"/>
              <a:gd name="connsiteY91" fmla="*/ 1804655 h 2237474"/>
              <a:gd name="connsiteX92" fmla="*/ 4691075 w 12192000"/>
              <a:gd name="connsiteY92" fmla="*/ 1801389 h 2237474"/>
              <a:gd name="connsiteX93" fmla="*/ 4611738 w 12192000"/>
              <a:gd name="connsiteY93" fmla="*/ 1776964 h 2237474"/>
              <a:gd name="connsiteX94" fmla="*/ 4560070 w 12192000"/>
              <a:gd name="connsiteY94" fmla="*/ 1785640 h 2237474"/>
              <a:gd name="connsiteX95" fmla="*/ 4536503 w 12192000"/>
              <a:gd name="connsiteY95" fmla="*/ 1785334 h 2237474"/>
              <a:gd name="connsiteX96" fmla="*/ 4513724 w 12192000"/>
              <a:gd name="connsiteY96" fmla="*/ 1791996 h 2237474"/>
              <a:gd name="connsiteX97" fmla="*/ 4459810 w 12192000"/>
              <a:gd name="connsiteY97" fmla="*/ 1797886 h 2237474"/>
              <a:gd name="connsiteX98" fmla="*/ 4379064 w 12192000"/>
              <a:gd name="connsiteY98" fmla="*/ 1817177 h 2237474"/>
              <a:gd name="connsiteX99" fmla="*/ 4290981 w 12192000"/>
              <a:gd name="connsiteY99" fmla="*/ 1839677 h 2237474"/>
              <a:gd name="connsiteX100" fmla="*/ 4238372 w 12192000"/>
              <a:gd name="connsiteY100" fmla="*/ 1851480 h 2237474"/>
              <a:gd name="connsiteX101" fmla="*/ 4232517 w 12192000"/>
              <a:gd name="connsiteY101" fmla="*/ 1852567 h 2237474"/>
              <a:gd name="connsiteX102" fmla="*/ 4191732 w 12192000"/>
              <a:gd name="connsiteY102" fmla="*/ 1857328 h 2237474"/>
              <a:gd name="connsiteX103" fmla="*/ 4065532 w 12192000"/>
              <a:gd name="connsiteY103" fmla="*/ 1855477 h 2237474"/>
              <a:gd name="connsiteX104" fmla="*/ 4028460 w 12192000"/>
              <a:gd name="connsiteY104" fmla="*/ 1855137 h 2237474"/>
              <a:gd name="connsiteX105" fmla="*/ 4002267 w 12192000"/>
              <a:gd name="connsiteY105" fmla="*/ 1852352 h 2237474"/>
              <a:gd name="connsiteX106" fmla="*/ 3931396 w 12192000"/>
              <a:gd name="connsiteY106" fmla="*/ 1858915 h 2237474"/>
              <a:gd name="connsiteX107" fmla="*/ 3812162 w 12192000"/>
              <a:gd name="connsiteY107" fmla="*/ 1875501 h 2237474"/>
              <a:gd name="connsiteX108" fmla="*/ 3729530 w 12192000"/>
              <a:gd name="connsiteY108" fmla="*/ 1864513 h 2237474"/>
              <a:gd name="connsiteX109" fmla="*/ 3680177 w 12192000"/>
              <a:gd name="connsiteY109" fmla="*/ 1881552 h 2237474"/>
              <a:gd name="connsiteX110" fmla="*/ 3567259 w 12192000"/>
              <a:gd name="connsiteY110" fmla="*/ 1893482 h 2237474"/>
              <a:gd name="connsiteX111" fmla="*/ 3405770 w 12192000"/>
              <a:gd name="connsiteY111" fmla="*/ 1904591 h 2237474"/>
              <a:gd name="connsiteX112" fmla="*/ 3280097 w 12192000"/>
              <a:gd name="connsiteY112" fmla="*/ 1919610 h 2237474"/>
              <a:gd name="connsiteX113" fmla="*/ 3123424 w 12192000"/>
              <a:gd name="connsiteY113" fmla="*/ 1952930 h 2237474"/>
              <a:gd name="connsiteX114" fmla="*/ 3009910 w 12192000"/>
              <a:gd name="connsiteY114" fmla="*/ 1957866 h 2237474"/>
              <a:gd name="connsiteX115" fmla="*/ 2995934 w 12192000"/>
              <a:gd name="connsiteY115" fmla="*/ 1967085 h 2237474"/>
              <a:gd name="connsiteX116" fmla="*/ 2980071 w 12192000"/>
              <a:gd name="connsiteY116" fmla="*/ 1972988 h 2237474"/>
              <a:gd name="connsiteX117" fmla="*/ 2978094 w 12192000"/>
              <a:gd name="connsiteY117" fmla="*/ 1972369 h 2237474"/>
              <a:gd name="connsiteX118" fmla="*/ 2942858 w 12192000"/>
              <a:gd name="connsiteY118" fmla="*/ 1981367 h 2237474"/>
              <a:gd name="connsiteX119" fmla="*/ 2875436 w 12192000"/>
              <a:gd name="connsiteY119" fmla="*/ 1996977 h 2237474"/>
              <a:gd name="connsiteX120" fmla="*/ 2874892 w 12192000"/>
              <a:gd name="connsiteY120" fmla="*/ 1996085 h 2237474"/>
              <a:gd name="connsiteX121" fmla="*/ 2864145 w 12192000"/>
              <a:gd name="connsiteY121" fmla="*/ 1994061 h 2237474"/>
              <a:gd name="connsiteX122" fmla="*/ 2843662 w 12192000"/>
              <a:gd name="connsiteY122" fmla="*/ 1992498 h 2237474"/>
              <a:gd name="connsiteX123" fmla="*/ 2796128 w 12192000"/>
              <a:gd name="connsiteY123" fmla="*/ 1976403 h 2237474"/>
              <a:gd name="connsiteX124" fmla="*/ 2756784 w 12192000"/>
              <a:gd name="connsiteY124" fmla="*/ 1985116 h 2237474"/>
              <a:gd name="connsiteX125" fmla="*/ 2748833 w 12192000"/>
              <a:gd name="connsiteY125" fmla="*/ 1986323 h 2237474"/>
              <a:gd name="connsiteX126" fmla="*/ 2748661 w 12192000"/>
              <a:gd name="connsiteY126" fmla="*/ 1986122 h 2237474"/>
              <a:gd name="connsiteX127" fmla="*/ 2740251 w 12192000"/>
              <a:gd name="connsiteY127" fmla="*/ 1986946 h 2237474"/>
              <a:gd name="connsiteX128" fmla="*/ 2718916 w 12192000"/>
              <a:gd name="connsiteY128" fmla="*/ 1990867 h 2237474"/>
              <a:gd name="connsiteX129" fmla="*/ 2713522 w 12192000"/>
              <a:gd name="connsiteY129" fmla="*/ 1990173 h 2237474"/>
              <a:gd name="connsiteX130" fmla="*/ 2680597 w 12192000"/>
              <a:gd name="connsiteY130" fmla="*/ 1984996 h 2237474"/>
              <a:gd name="connsiteX131" fmla="*/ 2578178 w 12192000"/>
              <a:gd name="connsiteY131" fmla="*/ 1990531 h 2237474"/>
              <a:gd name="connsiteX132" fmla="*/ 2476147 w 12192000"/>
              <a:gd name="connsiteY132" fmla="*/ 1998305 h 2237474"/>
              <a:gd name="connsiteX133" fmla="*/ 2373568 w 12192000"/>
              <a:gd name="connsiteY133" fmla="*/ 2003219 h 2237474"/>
              <a:gd name="connsiteX134" fmla="*/ 2321399 w 12192000"/>
              <a:gd name="connsiteY134" fmla="*/ 1989467 h 2237474"/>
              <a:gd name="connsiteX135" fmla="*/ 2315525 w 12192000"/>
              <a:gd name="connsiteY135" fmla="*/ 1989708 h 2237474"/>
              <a:gd name="connsiteX136" fmla="*/ 2300792 w 12192000"/>
              <a:gd name="connsiteY136" fmla="*/ 1994290 h 2237474"/>
              <a:gd name="connsiteX137" fmla="*/ 2295469 w 12192000"/>
              <a:gd name="connsiteY137" fmla="*/ 1996659 h 2237474"/>
              <a:gd name="connsiteX138" fmla="*/ 2287219 w 12192000"/>
              <a:gd name="connsiteY138" fmla="*/ 1998750 h 2237474"/>
              <a:gd name="connsiteX139" fmla="*/ 2286948 w 12192000"/>
              <a:gd name="connsiteY139" fmla="*/ 1998596 h 2237474"/>
              <a:gd name="connsiteX140" fmla="*/ 2243069 w 12192000"/>
              <a:gd name="connsiteY140" fmla="*/ 2015111 h 2237474"/>
              <a:gd name="connsiteX141" fmla="*/ 2186609 w 12192000"/>
              <a:gd name="connsiteY141" fmla="*/ 2008263 h 2237474"/>
              <a:gd name="connsiteX142" fmla="*/ 2164831 w 12192000"/>
              <a:gd name="connsiteY142" fmla="*/ 2010143 h 2237474"/>
              <a:gd name="connsiteX143" fmla="*/ 2152836 w 12192000"/>
              <a:gd name="connsiteY143" fmla="*/ 2010048 h 2237474"/>
              <a:gd name="connsiteX144" fmla="*/ 2117102 w 12192000"/>
              <a:gd name="connsiteY144" fmla="*/ 2023004 h 2237474"/>
              <a:gd name="connsiteX145" fmla="*/ 2111935 w 12192000"/>
              <a:gd name="connsiteY145" fmla="*/ 2023163 h 2237474"/>
              <a:gd name="connsiteX146" fmla="*/ 2089991 w 12192000"/>
              <a:gd name="connsiteY146" fmla="*/ 2034193 h 2237474"/>
              <a:gd name="connsiteX147" fmla="*/ 2058061 w 12192000"/>
              <a:gd name="connsiteY147" fmla="*/ 2047942 h 2237474"/>
              <a:gd name="connsiteX148" fmla="*/ 2055737 w 12192000"/>
              <a:gd name="connsiteY148" fmla="*/ 2047704 h 2237474"/>
              <a:gd name="connsiteX149" fmla="*/ 2042244 w 12192000"/>
              <a:gd name="connsiteY149" fmla="*/ 2055560 h 2237474"/>
              <a:gd name="connsiteX150" fmla="*/ 1976224 w 12192000"/>
              <a:gd name="connsiteY150" fmla="*/ 2074257 h 2237474"/>
              <a:gd name="connsiteX151" fmla="*/ 1877728 w 12192000"/>
              <a:gd name="connsiteY151" fmla="*/ 2101004 h 2237474"/>
              <a:gd name="connsiteX152" fmla="*/ 1759056 w 12192000"/>
              <a:gd name="connsiteY152" fmla="*/ 2125608 h 2237474"/>
              <a:gd name="connsiteX153" fmla="*/ 1637948 w 12192000"/>
              <a:gd name="connsiteY153" fmla="*/ 2172597 h 2237474"/>
              <a:gd name="connsiteX154" fmla="*/ 1434549 w 12192000"/>
              <a:gd name="connsiteY154" fmla="*/ 2234522 h 2237474"/>
              <a:gd name="connsiteX155" fmla="*/ 1398481 w 12192000"/>
              <a:gd name="connsiteY155" fmla="*/ 2237074 h 2237474"/>
              <a:gd name="connsiteX156" fmla="*/ 1398407 w 12192000"/>
              <a:gd name="connsiteY156" fmla="*/ 2237095 h 2237474"/>
              <a:gd name="connsiteX157" fmla="*/ 1370962 w 12192000"/>
              <a:gd name="connsiteY157" fmla="*/ 2237474 h 2237474"/>
              <a:gd name="connsiteX158" fmla="*/ 1356367 w 12192000"/>
              <a:gd name="connsiteY158" fmla="*/ 2235089 h 2237474"/>
              <a:gd name="connsiteX159" fmla="*/ 1324828 w 12192000"/>
              <a:gd name="connsiteY159" fmla="*/ 2231968 h 2237474"/>
              <a:gd name="connsiteX160" fmla="*/ 1297744 w 12192000"/>
              <a:gd name="connsiteY160" fmla="*/ 2235849 h 2237474"/>
              <a:gd name="connsiteX161" fmla="*/ 1286236 w 12192000"/>
              <a:gd name="connsiteY161" fmla="*/ 2233135 h 2237474"/>
              <a:gd name="connsiteX162" fmla="*/ 1283504 w 12192000"/>
              <a:gd name="connsiteY162" fmla="*/ 2233797 h 2237474"/>
              <a:gd name="connsiteX163" fmla="*/ 1279765 w 12192000"/>
              <a:gd name="connsiteY163" fmla="*/ 2229639 h 2237474"/>
              <a:gd name="connsiteX164" fmla="*/ 1195347 w 12192000"/>
              <a:gd name="connsiteY164" fmla="*/ 2212354 h 2237474"/>
              <a:gd name="connsiteX165" fmla="*/ 970251 w 12192000"/>
              <a:gd name="connsiteY165" fmla="*/ 2221029 h 2237474"/>
              <a:gd name="connsiteX166" fmla="*/ 812914 w 12192000"/>
              <a:gd name="connsiteY166" fmla="*/ 2202752 h 2237474"/>
              <a:gd name="connsiteX167" fmla="*/ 800195 w 12192000"/>
              <a:gd name="connsiteY167" fmla="*/ 2209407 h 2237474"/>
              <a:gd name="connsiteX168" fmla="*/ 784978 w 12192000"/>
              <a:gd name="connsiteY168" fmla="*/ 2212360 h 2237474"/>
              <a:gd name="connsiteX169" fmla="*/ 681987 w 12192000"/>
              <a:gd name="connsiteY169" fmla="*/ 2216757 h 2237474"/>
              <a:gd name="connsiteX170" fmla="*/ 669923 w 12192000"/>
              <a:gd name="connsiteY170" fmla="*/ 2211682 h 2237474"/>
              <a:gd name="connsiteX171" fmla="*/ 648680 w 12192000"/>
              <a:gd name="connsiteY171" fmla="*/ 2206229 h 2237474"/>
              <a:gd name="connsiteX172" fmla="*/ 597225 w 12192000"/>
              <a:gd name="connsiteY172" fmla="*/ 2180999 h 2237474"/>
              <a:gd name="connsiteX173" fmla="*/ 558449 w 12192000"/>
              <a:gd name="connsiteY173" fmla="*/ 2182346 h 2237474"/>
              <a:gd name="connsiteX174" fmla="*/ 550517 w 12192000"/>
              <a:gd name="connsiteY174" fmla="*/ 2182060 h 2237474"/>
              <a:gd name="connsiteX175" fmla="*/ 550309 w 12192000"/>
              <a:gd name="connsiteY175" fmla="*/ 2181825 h 2237474"/>
              <a:gd name="connsiteX176" fmla="*/ 541836 w 12192000"/>
              <a:gd name="connsiteY176" fmla="*/ 2181063 h 2237474"/>
              <a:gd name="connsiteX177" fmla="*/ 536057 w 12192000"/>
              <a:gd name="connsiteY177" fmla="*/ 2181537 h 2237474"/>
              <a:gd name="connsiteX178" fmla="*/ 520671 w 12192000"/>
              <a:gd name="connsiteY178" fmla="*/ 2180980 h 2237474"/>
              <a:gd name="connsiteX179" fmla="*/ 515024 w 12192000"/>
              <a:gd name="connsiteY179" fmla="*/ 2179258 h 2237474"/>
              <a:gd name="connsiteX180" fmla="*/ 512278 w 12192000"/>
              <a:gd name="connsiteY180" fmla="*/ 2176369 h 2237474"/>
              <a:gd name="connsiteX181" fmla="*/ 480419 w 12192000"/>
              <a:gd name="connsiteY181" fmla="*/ 2167807 h 2237474"/>
              <a:gd name="connsiteX182" fmla="*/ 413835 w 12192000"/>
              <a:gd name="connsiteY182" fmla="*/ 2156783 h 2237474"/>
              <a:gd name="connsiteX183" fmla="*/ 376513 w 12192000"/>
              <a:gd name="connsiteY183" fmla="*/ 2154014 h 2237474"/>
              <a:gd name="connsiteX184" fmla="*/ 273386 w 12192000"/>
              <a:gd name="connsiteY184" fmla="*/ 2142551 h 2237474"/>
              <a:gd name="connsiteX185" fmla="*/ 169207 w 12192000"/>
              <a:gd name="connsiteY185" fmla="*/ 2128100 h 2237474"/>
              <a:gd name="connsiteX186" fmla="*/ 93149 w 12192000"/>
              <a:gd name="connsiteY186" fmla="*/ 2105324 h 2237474"/>
              <a:gd name="connsiteX187" fmla="*/ 88109 w 12192000"/>
              <a:gd name="connsiteY187" fmla="*/ 2106704 h 2237474"/>
              <a:gd name="connsiteX188" fmla="*/ 80022 w 12192000"/>
              <a:gd name="connsiteY188" fmla="*/ 2107254 h 2237474"/>
              <a:gd name="connsiteX189" fmla="*/ 79717 w 12192000"/>
              <a:gd name="connsiteY189" fmla="*/ 2107046 h 2237474"/>
              <a:gd name="connsiteX190" fmla="*/ 72352 w 12192000"/>
              <a:gd name="connsiteY190" fmla="*/ 2107991 h 2237474"/>
              <a:gd name="connsiteX191" fmla="*/ 37645 w 12192000"/>
              <a:gd name="connsiteY191" fmla="*/ 2115401 h 2237474"/>
              <a:gd name="connsiteX192" fmla="*/ 4572 w 12192000"/>
              <a:gd name="connsiteY192" fmla="*/ 2111091 h 2237474"/>
              <a:gd name="connsiteX193" fmla="*/ 0 w 12192000"/>
              <a:gd name="connsiteY193" fmla="*/ 2110468 h 2237474"/>
              <a:gd name="connsiteX194" fmla="*/ 0 w 12192000"/>
              <a:gd name="connsiteY194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886001 w 12192000"/>
              <a:gd name="connsiteY38" fmla="*/ 1067468 h 2237474"/>
              <a:gd name="connsiteX39" fmla="*/ 8838610 w 12192000"/>
              <a:gd name="connsiteY39" fmla="*/ 1075091 h 2237474"/>
              <a:gd name="connsiteX40" fmla="*/ 8750383 w 12192000"/>
              <a:gd name="connsiteY40" fmla="*/ 1097387 h 2237474"/>
              <a:gd name="connsiteX41" fmla="*/ 8665605 w 12192000"/>
              <a:gd name="connsiteY41" fmla="*/ 1110791 h 2237474"/>
              <a:gd name="connsiteX42" fmla="*/ 8584946 w 12192000"/>
              <a:gd name="connsiteY42" fmla="*/ 1135226 h 2237474"/>
              <a:gd name="connsiteX43" fmla="*/ 8460755 w 12192000"/>
              <a:gd name="connsiteY43" fmla="*/ 1203427 h 2237474"/>
              <a:gd name="connsiteX44" fmla="*/ 8419755 w 12192000"/>
              <a:gd name="connsiteY44" fmla="*/ 1216260 h 2237474"/>
              <a:gd name="connsiteX45" fmla="*/ 8411626 w 12192000"/>
              <a:gd name="connsiteY45" fmla="*/ 1214397 h 2237474"/>
              <a:gd name="connsiteX46" fmla="*/ 8363469 w 12192000"/>
              <a:gd name="connsiteY46" fmla="*/ 1246658 h 2237474"/>
              <a:gd name="connsiteX47" fmla="*/ 8275497 w 12192000"/>
              <a:gd name="connsiteY47" fmla="*/ 1264396 h 2237474"/>
              <a:gd name="connsiteX48" fmla="*/ 8206287 w 12192000"/>
              <a:gd name="connsiteY48" fmla="*/ 1273060 h 2237474"/>
              <a:gd name="connsiteX49" fmla="*/ 8139997 w 12192000"/>
              <a:gd name="connsiteY49" fmla="*/ 1282713 h 2237474"/>
              <a:gd name="connsiteX50" fmla="*/ 8074238 w 12192000"/>
              <a:gd name="connsiteY50" fmla="*/ 1301895 h 2237474"/>
              <a:gd name="connsiteX51" fmla="*/ 7942099 w 12192000"/>
              <a:gd name="connsiteY51" fmla="*/ 1336332 h 2237474"/>
              <a:gd name="connsiteX52" fmla="*/ 7902328 w 12192000"/>
              <a:gd name="connsiteY52" fmla="*/ 1345865 h 2237474"/>
              <a:gd name="connsiteX53" fmla="*/ 7840612 w 12192000"/>
              <a:gd name="connsiteY53" fmla="*/ 1369373 h 2237474"/>
              <a:gd name="connsiteX54" fmla="*/ 7786819 w 12192000"/>
              <a:gd name="connsiteY54" fmla="*/ 1378970 h 2237474"/>
              <a:gd name="connsiteX55" fmla="*/ 7548172 w 12192000"/>
              <a:gd name="connsiteY55" fmla="*/ 1417460 h 2237474"/>
              <a:gd name="connsiteX56" fmla="*/ 7483437 w 12192000"/>
              <a:gd name="connsiteY56" fmla="*/ 1478152 h 2237474"/>
              <a:gd name="connsiteX57" fmla="*/ 7377870 w 12192000"/>
              <a:gd name="connsiteY57" fmla="*/ 1523319 h 2237474"/>
              <a:gd name="connsiteX58" fmla="*/ 7230737 w 12192000"/>
              <a:gd name="connsiteY58" fmla="*/ 1562633 h 2237474"/>
              <a:gd name="connsiteX59" fmla="*/ 7224458 w 12192000"/>
              <a:gd name="connsiteY59" fmla="*/ 1573008 h 2237474"/>
              <a:gd name="connsiteX60" fmla="*/ 7183121 w 12192000"/>
              <a:gd name="connsiteY60" fmla="*/ 1595162 h 2237474"/>
              <a:gd name="connsiteX61" fmla="*/ 7164601 w 12192000"/>
              <a:gd name="connsiteY61" fmla="*/ 1606490 h 2237474"/>
              <a:gd name="connsiteX62" fmla="*/ 7031309 w 12192000"/>
              <a:gd name="connsiteY62" fmla="*/ 1619451 h 2237474"/>
              <a:gd name="connsiteX63" fmla="*/ 6900177 w 12192000"/>
              <a:gd name="connsiteY63" fmla="*/ 1636016 h 2237474"/>
              <a:gd name="connsiteX64" fmla="*/ 6795372 w 12192000"/>
              <a:gd name="connsiteY64" fmla="*/ 1644845 h 2237474"/>
              <a:gd name="connsiteX65" fmla="*/ 6692251 w 12192000"/>
              <a:gd name="connsiteY65" fmla="*/ 1656357 h 2237474"/>
              <a:gd name="connsiteX66" fmla="*/ 6655235 w 12192000"/>
              <a:gd name="connsiteY66" fmla="*/ 1661869 h 2237474"/>
              <a:gd name="connsiteX67" fmla="*/ 6554894 w 12192000"/>
              <a:gd name="connsiteY67" fmla="*/ 1664428 h 2237474"/>
              <a:gd name="connsiteX68" fmla="*/ 6516595 w 12192000"/>
              <a:gd name="connsiteY68" fmla="*/ 1667475 h 2237474"/>
              <a:gd name="connsiteX69" fmla="*/ 6508541 w 12192000"/>
              <a:gd name="connsiteY69" fmla="*/ 1668757 h 2237474"/>
              <a:gd name="connsiteX70" fmla="*/ 6471012 w 12192000"/>
              <a:gd name="connsiteY70" fmla="*/ 1678604 h 2237474"/>
              <a:gd name="connsiteX71" fmla="*/ 6364035 w 12192000"/>
              <a:gd name="connsiteY71" fmla="*/ 1667683 h 2237474"/>
              <a:gd name="connsiteX72" fmla="*/ 6280959 w 12192000"/>
              <a:gd name="connsiteY72" fmla="*/ 1689329 h 2237474"/>
              <a:gd name="connsiteX73" fmla="*/ 6243319 w 12192000"/>
              <a:gd name="connsiteY73" fmla="*/ 1695560 h 2237474"/>
              <a:gd name="connsiteX74" fmla="*/ 6098321 w 12192000"/>
              <a:gd name="connsiteY74" fmla="*/ 1721646 h 2237474"/>
              <a:gd name="connsiteX75" fmla="*/ 5880652 w 12192000"/>
              <a:gd name="connsiteY75" fmla="*/ 1779643 h 2237474"/>
              <a:gd name="connsiteX76" fmla="*/ 5785959 w 12192000"/>
              <a:gd name="connsiteY76" fmla="*/ 1775307 h 2237474"/>
              <a:gd name="connsiteX77" fmla="*/ 5643534 w 12192000"/>
              <a:gd name="connsiteY77" fmla="*/ 1802919 h 2237474"/>
              <a:gd name="connsiteX78" fmla="*/ 5518799 w 12192000"/>
              <a:gd name="connsiteY78" fmla="*/ 1818312 h 2237474"/>
              <a:gd name="connsiteX79" fmla="*/ 5505014 w 12192000"/>
              <a:gd name="connsiteY79" fmla="*/ 1819259 h 2237474"/>
              <a:gd name="connsiteX80" fmla="*/ 5453307 w 12192000"/>
              <a:gd name="connsiteY80" fmla="*/ 1815450 h 2237474"/>
              <a:gd name="connsiteX81" fmla="*/ 5221533 w 12192000"/>
              <a:gd name="connsiteY81" fmla="*/ 1846950 h 2237474"/>
              <a:gd name="connsiteX82" fmla="*/ 5149802 w 12192000"/>
              <a:gd name="connsiteY82" fmla="*/ 1844846 h 2237474"/>
              <a:gd name="connsiteX83" fmla="*/ 5114927 w 12192000"/>
              <a:gd name="connsiteY83" fmla="*/ 1847827 h 2237474"/>
              <a:gd name="connsiteX84" fmla="*/ 5108970 w 12192000"/>
              <a:gd name="connsiteY84" fmla="*/ 1847935 h 2237474"/>
              <a:gd name="connsiteX85" fmla="*/ 5067961 w 12192000"/>
              <a:gd name="connsiteY85" fmla="*/ 1845917 h 2237474"/>
              <a:gd name="connsiteX86" fmla="*/ 5007075 w 12192000"/>
              <a:gd name="connsiteY86" fmla="*/ 1838626 h 2237474"/>
              <a:gd name="connsiteX87" fmla="*/ 4944087 w 12192000"/>
              <a:gd name="connsiteY87" fmla="*/ 1823332 h 2237474"/>
              <a:gd name="connsiteX88" fmla="*/ 4907662 w 12192000"/>
              <a:gd name="connsiteY88" fmla="*/ 1816900 h 2237474"/>
              <a:gd name="connsiteX89" fmla="*/ 4882386 w 12192000"/>
              <a:gd name="connsiteY89" fmla="*/ 1809844 h 2237474"/>
              <a:gd name="connsiteX90" fmla="*/ 4811440 w 12192000"/>
              <a:gd name="connsiteY90" fmla="*/ 1804655 h 2237474"/>
              <a:gd name="connsiteX91" fmla="*/ 4691075 w 12192000"/>
              <a:gd name="connsiteY91" fmla="*/ 1801389 h 2237474"/>
              <a:gd name="connsiteX92" fmla="*/ 4611738 w 12192000"/>
              <a:gd name="connsiteY92" fmla="*/ 1776964 h 2237474"/>
              <a:gd name="connsiteX93" fmla="*/ 4560070 w 12192000"/>
              <a:gd name="connsiteY93" fmla="*/ 1785640 h 2237474"/>
              <a:gd name="connsiteX94" fmla="*/ 4536503 w 12192000"/>
              <a:gd name="connsiteY94" fmla="*/ 1785334 h 2237474"/>
              <a:gd name="connsiteX95" fmla="*/ 4513724 w 12192000"/>
              <a:gd name="connsiteY95" fmla="*/ 1791996 h 2237474"/>
              <a:gd name="connsiteX96" fmla="*/ 4459810 w 12192000"/>
              <a:gd name="connsiteY96" fmla="*/ 1797886 h 2237474"/>
              <a:gd name="connsiteX97" fmla="*/ 4379064 w 12192000"/>
              <a:gd name="connsiteY97" fmla="*/ 1817177 h 2237474"/>
              <a:gd name="connsiteX98" fmla="*/ 4290981 w 12192000"/>
              <a:gd name="connsiteY98" fmla="*/ 1839677 h 2237474"/>
              <a:gd name="connsiteX99" fmla="*/ 4238372 w 12192000"/>
              <a:gd name="connsiteY99" fmla="*/ 1851480 h 2237474"/>
              <a:gd name="connsiteX100" fmla="*/ 4232517 w 12192000"/>
              <a:gd name="connsiteY100" fmla="*/ 1852567 h 2237474"/>
              <a:gd name="connsiteX101" fmla="*/ 4191732 w 12192000"/>
              <a:gd name="connsiteY101" fmla="*/ 1857328 h 2237474"/>
              <a:gd name="connsiteX102" fmla="*/ 4065532 w 12192000"/>
              <a:gd name="connsiteY102" fmla="*/ 1855477 h 2237474"/>
              <a:gd name="connsiteX103" fmla="*/ 4028460 w 12192000"/>
              <a:gd name="connsiteY103" fmla="*/ 1855137 h 2237474"/>
              <a:gd name="connsiteX104" fmla="*/ 4002267 w 12192000"/>
              <a:gd name="connsiteY104" fmla="*/ 1852352 h 2237474"/>
              <a:gd name="connsiteX105" fmla="*/ 3931396 w 12192000"/>
              <a:gd name="connsiteY105" fmla="*/ 1858915 h 2237474"/>
              <a:gd name="connsiteX106" fmla="*/ 3812162 w 12192000"/>
              <a:gd name="connsiteY106" fmla="*/ 1875501 h 2237474"/>
              <a:gd name="connsiteX107" fmla="*/ 3729530 w 12192000"/>
              <a:gd name="connsiteY107" fmla="*/ 1864513 h 2237474"/>
              <a:gd name="connsiteX108" fmla="*/ 3680177 w 12192000"/>
              <a:gd name="connsiteY108" fmla="*/ 1881552 h 2237474"/>
              <a:gd name="connsiteX109" fmla="*/ 3567259 w 12192000"/>
              <a:gd name="connsiteY109" fmla="*/ 1893482 h 2237474"/>
              <a:gd name="connsiteX110" fmla="*/ 3405770 w 12192000"/>
              <a:gd name="connsiteY110" fmla="*/ 1904591 h 2237474"/>
              <a:gd name="connsiteX111" fmla="*/ 3280097 w 12192000"/>
              <a:gd name="connsiteY111" fmla="*/ 1919610 h 2237474"/>
              <a:gd name="connsiteX112" fmla="*/ 3123424 w 12192000"/>
              <a:gd name="connsiteY112" fmla="*/ 1952930 h 2237474"/>
              <a:gd name="connsiteX113" fmla="*/ 3009910 w 12192000"/>
              <a:gd name="connsiteY113" fmla="*/ 1957866 h 2237474"/>
              <a:gd name="connsiteX114" fmla="*/ 2995934 w 12192000"/>
              <a:gd name="connsiteY114" fmla="*/ 1967085 h 2237474"/>
              <a:gd name="connsiteX115" fmla="*/ 2980071 w 12192000"/>
              <a:gd name="connsiteY115" fmla="*/ 1972988 h 2237474"/>
              <a:gd name="connsiteX116" fmla="*/ 2978094 w 12192000"/>
              <a:gd name="connsiteY116" fmla="*/ 1972369 h 2237474"/>
              <a:gd name="connsiteX117" fmla="*/ 2942858 w 12192000"/>
              <a:gd name="connsiteY117" fmla="*/ 1981367 h 2237474"/>
              <a:gd name="connsiteX118" fmla="*/ 2875436 w 12192000"/>
              <a:gd name="connsiteY118" fmla="*/ 1996977 h 2237474"/>
              <a:gd name="connsiteX119" fmla="*/ 2874892 w 12192000"/>
              <a:gd name="connsiteY119" fmla="*/ 1996085 h 2237474"/>
              <a:gd name="connsiteX120" fmla="*/ 2864145 w 12192000"/>
              <a:gd name="connsiteY120" fmla="*/ 1994061 h 2237474"/>
              <a:gd name="connsiteX121" fmla="*/ 2843662 w 12192000"/>
              <a:gd name="connsiteY121" fmla="*/ 1992498 h 2237474"/>
              <a:gd name="connsiteX122" fmla="*/ 2796128 w 12192000"/>
              <a:gd name="connsiteY122" fmla="*/ 1976403 h 2237474"/>
              <a:gd name="connsiteX123" fmla="*/ 2756784 w 12192000"/>
              <a:gd name="connsiteY123" fmla="*/ 1985116 h 2237474"/>
              <a:gd name="connsiteX124" fmla="*/ 2748833 w 12192000"/>
              <a:gd name="connsiteY124" fmla="*/ 1986323 h 2237474"/>
              <a:gd name="connsiteX125" fmla="*/ 2748661 w 12192000"/>
              <a:gd name="connsiteY125" fmla="*/ 1986122 h 2237474"/>
              <a:gd name="connsiteX126" fmla="*/ 2740251 w 12192000"/>
              <a:gd name="connsiteY126" fmla="*/ 1986946 h 2237474"/>
              <a:gd name="connsiteX127" fmla="*/ 2718916 w 12192000"/>
              <a:gd name="connsiteY127" fmla="*/ 1990867 h 2237474"/>
              <a:gd name="connsiteX128" fmla="*/ 2713522 w 12192000"/>
              <a:gd name="connsiteY128" fmla="*/ 1990173 h 2237474"/>
              <a:gd name="connsiteX129" fmla="*/ 2680597 w 12192000"/>
              <a:gd name="connsiteY129" fmla="*/ 1984996 h 2237474"/>
              <a:gd name="connsiteX130" fmla="*/ 2578178 w 12192000"/>
              <a:gd name="connsiteY130" fmla="*/ 1990531 h 2237474"/>
              <a:gd name="connsiteX131" fmla="*/ 2476147 w 12192000"/>
              <a:gd name="connsiteY131" fmla="*/ 1998305 h 2237474"/>
              <a:gd name="connsiteX132" fmla="*/ 2373568 w 12192000"/>
              <a:gd name="connsiteY132" fmla="*/ 2003219 h 2237474"/>
              <a:gd name="connsiteX133" fmla="*/ 2321399 w 12192000"/>
              <a:gd name="connsiteY133" fmla="*/ 1989467 h 2237474"/>
              <a:gd name="connsiteX134" fmla="*/ 2315525 w 12192000"/>
              <a:gd name="connsiteY134" fmla="*/ 1989708 h 2237474"/>
              <a:gd name="connsiteX135" fmla="*/ 2300792 w 12192000"/>
              <a:gd name="connsiteY135" fmla="*/ 1994290 h 2237474"/>
              <a:gd name="connsiteX136" fmla="*/ 2295469 w 12192000"/>
              <a:gd name="connsiteY136" fmla="*/ 1996659 h 2237474"/>
              <a:gd name="connsiteX137" fmla="*/ 2287219 w 12192000"/>
              <a:gd name="connsiteY137" fmla="*/ 1998750 h 2237474"/>
              <a:gd name="connsiteX138" fmla="*/ 2286948 w 12192000"/>
              <a:gd name="connsiteY138" fmla="*/ 1998596 h 2237474"/>
              <a:gd name="connsiteX139" fmla="*/ 2243069 w 12192000"/>
              <a:gd name="connsiteY139" fmla="*/ 2015111 h 2237474"/>
              <a:gd name="connsiteX140" fmla="*/ 2186609 w 12192000"/>
              <a:gd name="connsiteY140" fmla="*/ 2008263 h 2237474"/>
              <a:gd name="connsiteX141" fmla="*/ 2164831 w 12192000"/>
              <a:gd name="connsiteY141" fmla="*/ 2010143 h 2237474"/>
              <a:gd name="connsiteX142" fmla="*/ 2152836 w 12192000"/>
              <a:gd name="connsiteY142" fmla="*/ 2010048 h 2237474"/>
              <a:gd name="connsiteX143" fmla="*/ 2117102 w 12192000"/>
              <a:gd name="connsiteY143" fmla="*/ 2023004 h 2237474"/>
              <a:gd name="connsiteX144" fmla="*/ 2111935 w 12192000"/>
              <a:gd name="connsiteY144" fmla="*/ 2023163 h 2237474"/>
              <a:gd name="connsiteX145" fmla="*/ 2089991 w 12192000"/>
              <a:gd name="connsiteY145" fmla="*/ 2034193 h 2237474"/>
              <a:gd name="connsiteX146" fmla="*/ 2058061 w 12192000"/>
              <a:gd name="connsiteY146" fmla="*/ 2047942 h 2237474"/>
              <a:gd name="connsiteX147" fmla="*/ 2055737 w 12192000"/>
              <a:gd name="connsiteY147" fmla="*/ 2047704 h 2237474"/>
              <a:gd name="connsiteX148" fmla="*/ 2042244 w 12192000"/>
              <a:gd name="connsiteY148" fmla="*/ 2055560 h 2237474"/>
              <a:gd name="connsiteX149" fmla="*/ 1976224 w 12192000"/>
              <a:gd name="connsiteY149" fmla="*/ 2074257 h 2237474"/>
              <a:gd name="connsiteX150" fmla="*/ 1877728 w 12192000"/>
              <a:gd name="connsiteY150" fmla="*/ 2101004 h 2237474"/>
              <a:gd name="connsiteX151" fmla="*/ 1759056 w 12192000"/>
              <a:gd name="connsiteY151" fmla="*/ 2125608 h 2237474"/>
              <a:gd name="connsiteX152" fmla="*/ 1637948 w 12192000"/>
              <a:gd name="connsiteY152" fmla="*/ 2172597 h 2237474"/>
              <a:gd name="connsiteX153" fmla="*/ 1434549 w 12192000"/>
              <a:gd name="connsiteY153" fmla="*/ 2234522 h 2237474"/>
              <a:gd name="connsiteX154" fmla="*/ 1398481 w 12192000"/>
              <a:gd name="connsiteY154" fmla="*/ 2237074 h 2237474"/>
              <a:gd name="connsiteX155" fmla="*/ 1398407 w 12192000"/>
              <a:gd name="connsiteY155" fmla="*/ 2237095 h 2237474"/>
              <a:gd name="connsiteX156" fmla="*/ 1370962 w 12192000"/>
              <a:gd name="connsiteY156" fmla="*/ 2237474 h 2237474"/>
              <a:gd name="connsiteX157" fmla="*/ 1356367 w 12192000"/>
              <a:gd name="connsiteY157" fmla="*/ 2235089 h 2237474"/>
              <a:gd name="connsiteX158" fmla="*/ 1324828 w 12192000"/>
              <a:gd name="connsiteY158" fmla="*/ 2231968 h 2237474"/>
              <a:gd name="connsiteX159" fmla="*/ 1297744 w 12192000"/>
              <a:gd name="connsiteY159" fmla="*/ 2235849 h 2237474"/>
              <a:gd name="connsiteX160" fmla="*/ 1286236 w 12192000"/>
              <a:gd name="connsiteY160" fmla="*/ 2233135 h 2237474"/>
              <a:gd name="connsiteX161" fmla="*/ 1283504 w 12192000"/>
              <a:gd name="connsiteY161" fmla="*/ 2233797 h 2237474"/>
              <a:gd name="connsiteX162" fmla="*/ 1279765 w 12192000"/>
              <a:gd name="connsiteY162" fmla="*/ 2229639 h 2237474"/>
              <a:gd name="connsiteX163" fmla="*/ 1195347 w 12192000"/>
              <a:gd name="connsiteY163" fmla="*/ 2212354 h 2237474"/>
              <a:gd name="connsiteX164" fmla="*/ 970251 w 12192000"/>
              <a:gd name="connsiteY164" fmla="*/ 2221029 h 2237474"/>
              <a:gd name="connsiteX165" fmla="*/ 812914 w 12192000"/>
              <a:gd name="connsiteY165" fmla="*/ 2202752 h 2237474"/>
              <a:gd name="connsiteX166" fmla="*/ 800195 w 12192000"/>
              <a:gd name="connsiteY166" fmla="*/ 2209407 h 2237474"/>
              <a:gd name="connsiteX167" fmla="*/ 784978 w 12192000"/>
              <a:gd name="connsiteY167" fmla="*/ 2212360 h 2237474"/>
              <a:gd name="connsiteX168" fmla="*/ 681987 w 12192000"/>
              <a:gd name="connsiteY168" fmla="*/ 2216757 h 2237474"/>
              <a:gd name="connsiteX169" fmla="*/ 669923 w 12192000"/>
              <a:gd name="connsiteY169" fmla="*/ 2211682 h 2237474"/>
              <a:gd name="connsiteX170" fmla="*/ 648680 w 12192000"/>
              <a:gd name="connsiteY170" fmla="*/ 2206229 h 2237474"/>
              <a:gd name="connsiteX171" fmla="*/ 597225 w 12192000"/>
              <a:gd name="connsiteY171" fmla="*/ 2180999 h 2237474"/>
              <a:gd name="connsiteX172" fmla="*/ 558449 w 12192000"/>
              <a:gd name="connsiteY172" fmla="*/ 2182346 h 2237474"/>
              <a:gd name="connsiteX173" fmla="*/ 550517 w 12192000"/>
              <a:gd name="connsiteY173" fmla="*/ 2182060 h 2237474"/>
              <a:gd name="connsiteX174" fmla="*/ 550309 w 12192000"/>
              <a:gd name="connsiteY174" fmla="*/ 2181825 h 2237474"/>
              <a:gd name="connsiteX175" fmla="*/ 541836 w 12192000"/>
              <a:gd name="connsiteY175" fmla="*/ 2181063 h 2237474"/>
              <a:gd name="connsiteX176" fmla="*/ 536057 w 12192000"/>
              <a:gd name="connsiteY176" fmla="*/ 2181537 h 2237474"/>
              <a:gd name="connsiteX177" fmla="*/ 520671 w 12192000"/>
              <a:gd name="connsiteY177" fmla="*/ 2180980 h 2237474"/>
              <a:gd name="connsiteX178" fmla="*/ 515024 w 12192000"/>
              <a:gd name="connsiteY178" fmla="*/ 2179258 h 2237474"/>
              <a:gd name="connsiteX179" fmla="*/ 512278 w 12192000"/>
              <a:gd name="connsiteY179" fmla="*/ 2176369 h 2237474"/>
              <a:gd name="connsiteX180" fmla="*/ 480419 w 12192000"/>
              <a:gd name="connsiteY180" fmla="*/ 2167807 h 2237474"/>
              <a:gd name="connsiteX181" fmla="*/ 413835 w 12192000"/>
              <a:gd name="connsiteY181" fmla="*/ 2156783 h 2237474"/>
              <a:gd name="connsiteX182" fmla="*/ 376513 w 12192000"/>
              <a:gd name="connsiteY182" fmla="*/ 2154014 h 2237474"/>
              <a:gd name="connsiteX183" fmla="*/ 273386 w 12192000"/>
              <a:gd name="connsiteY183" fmla="*/ 2142551 h 2237474"/>
              <a:gd name="connsiteX184" fmla="*/ 169207 w 12192000"/>
              <a:gd name="connsiteY184" fmla="*/ 2128100 h 2237474"/>
              <a:gd name="connsiteX185" fmla="*/ 93149 w 12192000"/>
              <a:gd name="connsiteY185" fmla="*/ 2105324 h 2237474"/>
              <a:gd name="connsiteX186" fmla="*/ 88109 w 12192000"/>
              <a:gd name="connsiteY186" fmla="*/ 2106704 h 2237474"/>
              <a:gd name="connsiteX187" fmla="*/ 80022 w 12192000"/>
              <a:gd name="connsiteY187" fmla="*/ 2107254 h 2237474"/>
              <a:gd name="connsiteX188" fmla="*/ 79717 w 12192000"/>
              <a:gd name="connsiteY188" fmla="*/ 2107046 h 2237474"/>
              <a:gd name="connsiteX189" fmla="*/ 72352 w 12192000"/>
              <a:gd name="connsiteY189" fmla="*/ 2107991 h 2237474"/>
              <a:gd name="connsiteX190" fmla="*/ 37645 w 12192000"/>
              <a:gd name="connsiteY190" fmla="*/ 2115401 h 2237474"/>
              <a:gd name="connsiteX191" fmla="*/ 4572 w 12192000"/>
              <a:gd name="connsiteY191" fmla="*/ 2111091 h 2237474"/>
              <a:gd name="connsiteX192" fmla="*/ 0 w 12192000"/>
              <a:gd name="connsiteY192" fmla="*/ 2110468 h 2237474"/>
              <a:gd name="connsiteX193" fmla="*/ 0 w 12192000"/>
              <a:gd name="connsiteY193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03462 w 12192000"/>
              <a:gd name="connsiteY36" fmla="*/ 1042406 h 2237474"/>
              <a:gd name="connsiteX37" fmla="*/ 8968445 w 12192000"/>
              <a:gd name="connsiteY37" fmla="*/ 1052169 h 2237474"/>
              <a:gd name="connsiteX38" fmla="*/ 8886001 w 12192000"/>
              <a:gd name="connsiteY38" fmla="*/ 1067468 h 2237474"/>
              <a:gd name="connsiteX39" fmla="*/ 8838610 w 12192000"/>
              <a:gd name="connsiteY39" fmla="*/ 1075091 h 2237474"/>
              <a:gd name="connsiteX40" fmla="*/ 8750383 w 12192000"/>
              <a:gd name="connsiteY40" fmla="*/ 1097387 h 2237474"/>
              <a:gd name="connsiteX41" fmla="*/ 8665605 w 12192000"/>
              <a:gd name="connsiteY41" fmla="*/ 1110791 h 2237474"/>
              <a:gd name="connsiteX42" fmla="*/ 8584946 w 12192000"/>
              <a:gd name="connsiteY42" fmla="*/ 1135226 h 2237474"/>
              <a:gd name="connsiteX43" fmla="*/ 8460755 w 12192000"/>
              <a:gd name="connsiteY43" fmla="*/ 1203427 h 2237474"/>
              <a:gd name="connsiteX44" fmla="*/ 8419755 w 12192000"/>
              <a:gd name="connsiteY44" fmla="*/ 1216260 h 2237474"/>
              <a:gd name="connsiteX45" fmla="*/ 8411626 w 12192000"/>
              <a:gd name="connsiteY45" fmla="*/ 1214397 h 2237474"/>
              <a:gd name="connsiteX46" fmla="*/ 8363469 w 12192000"/>
              <a:gd name="connsiteY46" fmla="*/ 1246658 h 2237474"/>
              <a:gd name="connsiteX47" fmla="*/ 8275497 w 12192000"/>
              <a:gd name="connsiteY47" fmla="*/ 1264396 h 2237474"/>
              <a:gd name="connsiteX48" fmla="*/ 8206287 w 12192000"/>
              <a:gd name="connsiteY48" fmla="*/ 1273060 h 2237474"/>
              <a:gd name="connsiteX49" fmla="*/ 8139997 w 12192000"/>
              <a:gd name="connsiteY49" fmla="*/ 1282713 h 2237474"/>
              <a:gd name="connsiteX50" fmla="*/ 8074238 w 12192000"/>
              <a:gd name="connsiteY50" fmla="*/ 1301895 h 2237474"/>
              <a:gd name="connsiteX51" fmla="*/ 7942099 w 12192000"/>
              <a:gd name="connsiteY51" fmla="*/ 1336332 h 2237474"/>
              <a:gd name="connsiteX52" fmla="*/ 7902328 w 12192000"/>
              <a:gd name="connsiteY52" fmla="*/ 1345865 h 2237474"/>
              <a:gd name="connsiteX53" fmla="*/ 7840612 w 12192000"/>
              <a:gd name="connsiteY53" fmla="*/ 1369373 h 2237474"/>
              <a:gd name="connsiteX54" fmla="*/ 7786819 w 12192000"/>
              <a:gd name="connsiteY54" fmla="*/ 1378970 h 2237474"/>
              <a:gd name="connsiteX55" fmla="*/ 7548172 w 12192000"/>
              <a:gd name="connsiteY55" fmla="*/ 1417460 h 2237474"/>
              <a:gd name="connsiteX56" fmla="*/ 7483437 w 12192000"/>
              <a:gd name="connsiteY56" fmla="*/ 1478152 h 2237474"/>
              <a:gd name="connsiteX57" fmla="*/ 7377870 w 12192000"/>
              <a:gd name="connsiteY57" fmla="*/ 1523319 h 2237474"/>
              <a:gd name="connsiteX58" fmla="*/ 7230737 w 12192000"/>
              <a:gd name="connsiteY58" fmla="*/ 1562633 h 2237474"/>
              <a:gd name="connsiteX59" fmla="*/ 7224458 w 12192000"/>
              <a:gd name="connsiteY59" fmla="*/ 1573008 h 2237474"/>
              <a:gd name="connsiteX60" fmla="*/ 7183121 w 12192000"/>
              <a:gd name="connsiteY60" fmla="*/ 1595162 h 2237474"/>
              <a:gd name="connsiteX61" fmla="*/ 7164601 w 12192000"/>
              <a:gd name="connsiteY61" fmla="*/ 1606490 h 2237474"/>
              <a:gd name="connsiteX62" fmla="*/ 7031309 w 12192000"/>
              <a:gd name="connsiteY62" fmla="*/ 1619451 h 2237474"/>
              <a:gd name="connsiteX63" fmla="*/ 6900177 w 12192000"/>
              <a:gd name="connsiteY63" fmla="*/ 1636016 h 2237474"/>
              <a:gd name="connsiteX64" fmla="*/ 6795372 w 12192000"/>
              <a:gd name="connsiteY64" fmla="*/ 1644845 h 2237474"/>
              <a:gd name="connsiteX65" fmla="*/ 6692251 w 12192000"/>
              <a:gd name="connsiteY65" fmla="*/ 1656357 h 2237474"/>
              <a:gd name="connsiteX66" fmla="*/ 6655235 w 12192000"/>
              <a:gd name="connsiteY66" fmla="*/ 1661869 h 2237474"/>
              <a:gd name="connsiteX67" fmla="*/ 6554894 w 12192000"/>
              <a:gd name="connsiteY67" fmla="*/ 1664428 h 2237474"/>
              <a:gd name="connsiteX68" fmla="*/ 6516595 w 12192000"/>
              <a:gd name="connsiteY68" fmla="*/ 1667475 h 2237474"/>
              <a:gd name="connsiteX69" fmla="*/ 6508541 w 12192000"/>
              <a:gd name="connsiteY69" fmla="*/ 1668757 h 2237474"/>
              <a:gd name="connsiteX70" fmla="*/ 6471012 w 12192000"/>
              <a:gd name="connsiteY70" fmla="*/ 1678604 h 2237474"/>
              <a:gd name="connsiteX71" fmla="*/ 6364035 w 12192000"/>
              <a:gd name="connsiteY71" fmla="*/ 1667683 h 2237474"/>
              <a:gd name="connsiteX72" fmla="*/ 6280959 w 12192000"/>
              <a:gd name="connsiteY72" fmla="*/ 1689329 h 2237474"/>
              <a:gd name="connsiteX73" fmla="*/ 6243319 w 12192000"/>
              <a:gd name="connsiteY73" fmla="*/ 1695560 h 2237474"/>
              <a:gd name="connsiteX74" fmla="*/ 6098321 w 12192000"/>
              <a:gd name="connsiteY74" fmla="*/ 1721646 h 2237474"/>
              <a:gd name="connsiteX75" fmla="*/ 5880652 w 12192000"/>
              <a:gd name="connsiteY75" fmla="*/ 1779643 h 2237474"/>
              <a:gd name="connsiteX76" fmla="*/ 5785959 w 12192000"/>
              <a:gd name="connsiteY76" fmla="*/ 1775307 h 2237474"/>
              <a:gd name="connsiteX77" fmla="*/ 5643534 w 12192000"/>
              <a:gd name="connsiteY77" fmla="*/ 1802919 h 2237474"/>
              <a:gd name="connsiteX78" fmla="*/ 5518799 w 12192000"/>
              <a:gd name="connsiteY78" fmla="*/ 1818312 h 2237474"/>
              <a:gd name="connsiteX79" fmla="*/ 5505014 w 12192000"/>
              <a:gd name="connsiteY79" fmla="*/ 1819259 h 2237474"/>
              <a:gd name="connsiteX80" fmla="*/ 5453307 w 12192000"/>
              <a:gd name="connsiteY80" fmla="*/ 1815450 h 2237474"/>
              <a:gd name="connsiteX81" fmla="*/ 5221533 w 12192000"/>
              <a:gd name="connsiteY81" fmla="*/ 1846950 h 2237474"/>
              <a:gd name="connsiteX82" fmla="*/ 5149802 w 12192000"/>
              <a:gd name="connsiteY82" fmla="*/ 1844846 h 2237474"/>
              <a:gd name="connsiteX83" fmla="*/ 5114927 w 12192000"/>
              <a:gd name="connsiteY83" fmla="*/ 1847827 h 2237474"/>
              <a:gd name="connsiteX84" fmla="*/ 5108970 w 12192000"/>
              <a:gd name="connsiteY84" fmla="*/ 1847935 h 2237474"/>
              <a:gd name="connsiteX85" fmla="*/ 5067961 w 12192000"/>
              <a:gd name="connsiteY85" fmla="*/ 1845917 h 2237474"/>
              <a:gd name="connsiteX86" fmla="*/ 5007075 w 12192000"/>
              <a:gd name="connsiteY86" fmla="*/ 1838626 h 2237474"/>
              <a:gd name="connsiteX87" fmla="*/ 4944087 w 12192000"/>
              <a:gd name="connsiteY87" fmla="*/ 1823332 h 2237474"/>
              <a:gd name="connsiteX88" fmla="*/ 4907662 w 12192000"/>
              <a:gd name="connsiteY88" fmla="*/ 1816900 h 2237474"/>
              <a:gd name="connsiteX89" fmla="*/ 4882386 w 12192000"/>
              <a:gd name="connsiteY89" fmla="*/ 1809844 h 2237474"/>
              <a:gd name="connsiteX90" fmla="*/ 4811440 w 12192000"/>
              <a:gd name="connsiteY90" fmla="*/ 1804655 h 2237474"/>
              <a:gd name="connsiteX91" fmla="*/ 4691075 w 12192000"/>
              <a:gd name="connsiteY91" fmla="*/ 1801389 h 2237474"/>
              <a:gd name="connsiteX92" fmla="*/ 4611738 w 12192000"/>
              <a:gd name="connsiteY92" fmla="*/ 1776964 h 2237474"/>
              <a:gd name="connsiteX93" fmla="*/ 4560070 w 12192000"/>
              <a:gd name="connsiteY93" fmla="*/ 1785640 h 2237474"/>
              <a:gd name="connsiteX94" fmla="*/ 4536503 w 12192000"/>
              <a:gd name="connsiteY94" fmla="*/ 1785334 h 2237474"/>
              <a:gd name="connsiteX95" fmla="*/ 4513724 w 12192000"/>
              <a:gd name="connsiteY95" fmla="*/ 1791996 h 2237474"/>
              <a:gd name="connsiteX96" fmla="*/ 4459810 w 12192000"/>
              <a:gd name="connsiteY96" fmla="*/ 1797886 h 2237474"/>
              <a:gd name="connsiteX97" fmla="*/ 4379064 w 12192000"/>
              <a:gd name="connsiteY97" fmla="*/ 1817177 h 2237474"/>
              <a:gd name="connsiteX98" fmla="*/ 4290981 w 12192000"/>
              <a:gd name="connsiteY98" fmla="*/ 1839677 h 2237474"/>
              <a:gd name="connsiteX99" fmla="*/ 4238372 w 12192000"/>
              <a:gd name="connsiteY99" fmla="*/ 1851480 h 2237474"/>
              <a:gd name="connsiteX100" fmla="*/ 4232517 w 12192000"/>
              <a:gd name="connsiteY100" fmla="*/ 1852567 h 2237474"/>
              <a:gd name="connsiteX101" fmla="*/ 4191732 w 12192000"/>
              <a:gd name="connsiteY101" fmla="*/ 1857328 h 2237474"/>
              <a:gd name="connsiteX102" fmla="*/ 4065532 w 12192000"/>
              <a:gd name="connsiteY102" fmla="*/ 1855477 h 2237474"/>
              <a:gd name="connsiteX103" fmla="*/ 4028460 w 12192000"/>
              <a:gd name="connsiteY103" fmla="*/ 1855137 h 2237474"/>
              <a:gd name="connsiteX104" fmla="*/ 4002267 w 12192000"/>
              <a:gd name="connsiteY104" fmla="*/ 1852352 h 2237474"/>
              <a:gd name="connsiteX105" fmla="*/ 3931396 w 12192000"/>
              <a:gd name="connsiteY105" fmla="*/ 1858915 h 2237474"/>
              <a:gd name="connsiteX106" fmla="*/ 3812162 w 12192000"/>
              <a:gd name="connsiteY106" fmla="*/ 1875501 h 2237474"/>
              <a:gd name="connsiteX107" fmla="*/ 3729530 w 12192000"/>
              <a:gd name="connsiteY107" fmla="*/ 1864513 h 2237474"/>
              <a:gd name="connsiteX108" fmla="*/ 3680177 w 12192000"/>
              <a:gd name="connsiteY108" fmla="*/ 1881552 h 2237474"/>
              <a:gd name="connsiteX109" fmla="*/ 3567259 w 12192000"/>
              <a:gd name="connsiteY109" fmla="*/ 1893482 h 2237474"/>
              <a:gd name="connsiteX110" fmla="*/ 3405770 w 12192000"/>
              <a:gd name="connsiteY110" fmla="*/ 1904591 h 2237474"/>
              <a:gd name="connsiteX111" fmla="*/ 3280097 w 12192000"/>
              <a:gd name="connsiteY111" fmla="*/ 1919610 h 2237474"/>
              <a:gd name="connsiteX112" fmla="*/ 3123424 w 12192000"/>
              <a:gd name="connsiteY112" fmla="*/ 1952930 h 2237474"/>
              <a:gd name="connsiteX113" fmla="*/ 3009910 w 12192000"/>
              <a:gd name="connsiteY113" fmla="*/ 1957866 h 2237474"/>
              <a:gd name="connsiteX114" fmla="*/ 2995934 w 12192000"/>
              <a:gd name="connsiteY114" fmla="*/ 1967085 h 2237474"/>
              <a:gd name="connsiteX115" fmla="*/ 2980071 w 12192000"/>
              <a:gd name="connsiteY115" fmla="*/ 1972988 h 2237474"/>
              <a:gd name="connsiteX116" fmla="*/ 2978094 w 12192000"/>
              <a:gd name="connsiteY116" fmla="*/ 1972369 h 2237474"/>
              <a:gd name="connsiteX117" fmla="*/ 2942858 w 12192000"/>
              <a:gd name="connsiteY117" fmla="*/ 1981367 h 2237474"/>
              <a:gd name="connsiteX118" fmla="*/ 2875436 w 12192000"/>
              <a:gd name="connsiteY118" fmla="*/ 1996977 h 2237474"/>
              <a:gd name="connsiteX119" fmla="*/ 2874892 w 12192000"/>
              <a:gd name="connsiteY119" fmla="*/ 1996085 h 2237474"/>
              <a:gd name="connsiteX120" fmla="*/ 2864145 w 12192000"/>
              <a:gd name="connsiteY120" fmla="*/ 1994061 h 2237474"/>
              <a:gd name="connsiteX121" fmla="*/ 2843662 w 12192000"/>
              <a:gd name="connsiteY121" fmla="*/ 1992498 h 2237474"/>
              <a:gd name="connsiteX122" fmla="*/ 2796128 w 12192000"/>
              <a:gd name="connsiteY122" fmla="*/ 1976403 h 2237474"/>
              <a:gd name="connsiteX123" fmla="*/ 2756784 w 12192000"/>
              <a:gd name="connsiteY123" fmla="*/ 1985116 h 2237474"/>
              <a:gd name="connsiteX124" fmla="*/ 2748833 w 12192000"/>
              <a:gd name="connsiteY124" fmla="*/ 1986323 h 2237474"/>
              <a:gd name="connsiteX125" fmla="*/ 2748661 w 12192000"/>
              <a:gd name="connsiteY125" fmla="*/ 1986122 h 2237474"/>
              <a:gd name="connsiteX126" fmla="*/ 2740251 w 12192000"/>
              <a:gd name="connsiteY126" fmla="*/ 1986946 h 2237474"/>
              <a:gd name="connsiteX127" fmla="*/ 2718916 w 12192000"/>
              <a:gd name="connsiteY127" fmla="*/ 1990867 h 2237474"/>
              <a:gd name="connsiteX128" fmla="*/ 2713522 w 12192000"/>
              <a:gd name="connsiteY128" fmla="*/ 1990173 h 2237474"/>
              <a:gd name="connsiteX129" fmla="*/ 2680597 w 12192000"/>
              <a:gd name="connsiteY129" fmla="*/ 1984996 h 2237474"/>
              <a:gd name="connsiteX130" fmla="*/ 2578178 w 12192000"/>
              <a:gd name="connsiteY130" fmla="*/ 1990531 h 2237474"/>
              <a:gd name="connsiteX131" fmla="*/ 2476147 w 12192000"/>
              <a:gd name="connsiteY131" fmla="*/ 1998305 h 2237474"/>
              <a:gd name="connsiteX132" fmla="*/ 2373568 w 12192000"/>
              <a:gd name="connsiteY132" fmla="*/ 2003219 h 2237474"/>
              <a:gd name="connsiteX133" fmla="*/ 2321399 w 12192000"/>
              <a:gd name="connsiteY133" fmla="*/ 1989467 h 2237474"/>
              <a:gd name="connsiteX134" fmla="*/ 2315525 w 12192000"/>
              <a:gd name="connsiteY134" fmla="*/ 1989708 h 2237474"/>
              <a:gd name="connsiteX135" fmla="*/ 2300792 w 12192000"/>
              <a:gd name="connsiteY135" fmla="*/ 1994290 h 2237474"/>
              <a:gd name="connsiteX136" fmla="*/ 2295469 w 12192000"/>
              <a:gd name="connsiteY136" fmla="*/ 1996659 h 2237474"/>
              <a:gd name="connsiteX137" fmla="*/ 2287219 w 12192000"/>
              <a:gd name="connsiteY137" fmla="*/ 1998750 h 2237474"/>
              <a:gd name="connsiteX138" fmla="*/ 2286948 w 12192000"/>
              <a:gd name="connsiteY138" fmla="*/ 1998596 h 2237474"/>
              <a:gd name="connsiteX139" fmla="*/ 2243069 w 12192000"/>
              <a:gd name="connsiteY139" fmla="*/ 2015111 h 2237474"/>
              <a:gd name="connsiteX140" fmla="*/ 2186609 w 12192000"/>
              <a:gd name="connsiteY140" fmla="*/ 2008263 h 2237474"/>
              <a:gd name="connsiteX141" fmla="*/ 2164831 w 12192000"/>
              <a:gd name="connsiteY141" fmla="*/ 2010143 h 2237474"/>
              <a:gd name="connsiteX142" fmla="*/ 2152836 w 12192000"/>
              <a:gd name="connsiteY142" fmla="*/ 2010048 h 2237474"/>
              <a:gd name="connsiteX143" fmla="*/ 2117102 w 12192000"/>
              <a:gd name="connsiteY143" fmla="*/ 2023004 h 2237474"/>
              <a:gd name="connsiteX144" fmla="*/ 2111935 w 12192000"/>
              <a:gd name="connsiteY144" fmla="*/ 2023163 h 2237474"/>
              <a:gd name="connsiteX145" fmla="*/ 2089991 w 12192000"/>
              <a:gd name="connsiteY145" fmla="*/ 2034193 h 2237474"/>
              <a:gd name="connsiteX146" fmla="*/ 2058061 w 12192000"/>
              <a:gd name="connsiteY146" fmla="*/ 2047942 h 2237474"/>
              <a:gd name="connsiteX147" fmla="*/ 2055737 w 12192000"/>
              <a:gd name="connsiteY147" fmla="*/ 2047704 h 2237474"/>
              <a:gd name="connsiteX148" fmla="*/ 2042244 w 12192000"/>
              <a:gd name="connsiteY148" fmla="*/ 2055560 h 2237474"/>
              <a:gd name="connsiteX149" fmla="*/ 1976224 w 12192000"/>
              <a:gd name="connsiteY149" fmla="*/ 2074257 h 2237474"/>
              <a:gd name="connsiteX150" fmla="*/ 1877728 w 12192000"/>
              <a:gd name="connsiteY150" fmla="*/ 2101004 h 2237474"/>
              <a:gd name="connsiteX151" fmla="*/ 1759056 w 12192000"/>
              <a:gd name="connsiteY151" fmla="*/ 2125608 h 2237474"/>
              <a:gd name="connsiteX152" fmla="*/ 1637948 w 12192000"/>
              <a:gd name="connsiteY152" fmla="*/ 2172597 h 2237474"/>
              <a:gd name="connsiteX153" fmla="*/ 1434549 w 12192000"/>
              <a:gd name="connsiteY153" fmla="*/ 2234522 h 2237474"/>
              <a:gd name="connsiteX154" fmla="*/ 1398481 w 12192000"/>
              <a:gd name="connsiteY154" fmla="*/ 2237074 h 2237474"/>
              <a:gd name="connsiteX155" fmla="*/ 1398407 w 12192000"/>
              <a:gd name="connsiteY155" fmla="*/ 2237095 h 2237474"/>
              <a:gd name="connsiteX156" fmla="*/ 1370962 w 12192000"/>
              <a:gd name="connsiteY156" fmla="*/ 2237474 h 2237474"/>
              <a:gd name="connsiteX157" fmla="*/ 1356367 w 12192000"/>
              <a:gd name="connsiteY157" fmla="*/ 2235089 h 2237474"/>
              <a:gd name="connsiteX158" fmla="*/ 1324828 w 12192000"/>
              <a:gd name="connsiteY158" fmla="*/ 2231968 h 2237474"/>
              <a:gd name="connsiteX159" fmla="*/ 1297744 w 12192000"/>
              <a:gd name="connsiteY159" fmla="*/ 2235849 h 2237474"/>
              <a:gd name="connsiteX160" fmla="*/ 1286236 w 12192000"/>
              <a:gd name="connsiteY160" fmla="*/ 2233135 h 2237474"/>
              <a:gd name="connsiteX161" fmla="*/ 1283504 w 12192000"/>
              <a:gd name="connsiteY161" fmla="*/ 2233797 h 2237474"/>
              <a:gd name="connsiteX162" fmla="*/ 1279765 w 12192000"/>
              <a:gd name="connsiteY162" fmla="*/ 2229639 h 2237474"/>
              <a:gd name="connsiteX163" fmla="*/ 1195347 w 12192000"/>
              <a:gd name="connsiteY163" fmla="*/ 2212354 h 2237474"/>
              <a:gd name="connsiteX164" fmla="*/ 970251 w 12192000"/>
              <a:gd name="connsiteY164" fmla="*/ 2221029 h 2237474"/>
              <a:gd name="connsiteX165" fmla="*/ 812914 w 12192000"/>
              <a:gd name="connsiteY165" fmla="*/ 2202752 h 2237474"/>
              <a:gd name="connsiteX166" fmla="*/ 800195 w 12192000"/>
              <a:gd name="connsiteY166" fmla="*/ 2209407 h 2237474"/>
              <a:gd name="connsiteX167" fmla="*/ 784978 w 12192000"/>
              <a:gd name="connsiteY167" fmla="*/ 2212360 h 2237474"/>
              <a:gd name="connsiteX168" fmla="*/ 681987 w 12192000"/>
              <a:gd name="connsiteY168" fmla="*/ 2216757 h 2237474"/>
              <a:gd name="connsiteX169" fmla="*/ 669923 w 12192000"/>
              <a:gd name="connsiteY169" fmla="*/ 2211682 h 2237474"/>
              <a:gd name="connsiteX170" fmla="*/ 648680 w 12192000"/>
              <a:gd name="connsiteY170" fmla="*/ 2206229 h 2237474"/>
              <a:gd name="connsiteX171" fmla="*/ 597225 w 12192000"/>
              <a:gd name="connsiteY171" fmla="*/ 2180999 h 2237474"/>
              <a:gd name="connsiteX172" fmla="*/ 558449 w 12192000"/>
              <a:gd name="connsiteY172" fmla="*/ 2182346 h 2237474"/>
              <a:gd name="connsiteX173" fmla="*/ 550517 w 12192000"/>
              <a:gd name="connsiteY173" fmla="*/ 2182060 h 2237474"/>
              <a:gd name="connsiteX174" fmla="*/ 550309 w 12192000"/>
              <a:gd name="connsiteY174" fmla="*/ 2181825 h 2237474"/>
              <a:gd name="connsiteX175" fmla="*/ 541836 w 12192000"/>
              <a:gd name="connsiteY175" fmla="*/ 2181063 h 2237474"/>
              <a:gd name="connsiteX176" fmla="*/ 536057 w 12192000"/>
              <a:gd name="connsiteY176" fmla="*/ 2181537 h 2237474"/>
              <a:gd name="connsiteX177" fmla="*/ 520671 w 12192000"/>
              <a:gd name="connsiteY177" fmla="*/ 2180980 h 2237474"/>
              <a:gd name="connsiteX178" fmla="*/ 515024 w 12192000"/>
              <a:gd name="connsiteY178" fmla="*/ 2179258 h 2237474"/>
              <a:gd name="connsiteX179" fmla="*/ 512278 w 12192000"/>
              <a:gd name="connsiteY179" fmla="*/ 2176369 h 2237474"/>
              <a:gd name="connsiteX180" fmla="*/ 480419 w 12192000"/>
              <a:gd name="connsiteY180" fmla="*/ 2167807 h 2237474"/>
              <a:gd name="connsiteX181" fmla="*/ 413835 w 12192000"/>
              <a:gd name="connsiteY181" fmla="*/ 2156783 h 2237474"/>
              <a:gd name="connsiteX182" fmla="*/ 376513 w 12192000"/>
              <a:gd name="connsiteY182" fmla="*/ 2154014 h 2237474"/>
              <a:gd name="connsiteX183" fmla="*/ 273386 w 12192000"/>
              <a:gd name="connsiteY183" fmla="*/ 2142551 h 2237474"/>
              <a:gd name="connsiteX184" fmla="*/ 169207 w 12192000"/>
              <a:gd name="connsiteY184" fmla="*/ 2128100 h 2237474"/>
              <a:gd name="connsiteX185" fmla="*/ 93149 w 12192000"/>
              <a:gd name="connsiteY185" fmla="*/ 2105324 h 2237474"/>
              <a:gd name="connsiteX186" fmla="*/ 88109 w 12192000"/>
              <a:gd name="connsiteY186" fmla="*/ 2106704 h 2237474"/>
              <a:gd name="connsiteX187" fmla="*/ 80022 w 12192000"/>
              <a:gd name="connsiteY187" fmla="*/ 2107254 h 2237474"/>
              <a:gd name="connsiteX188" fmla="*/ 79717 w 12192000"/>
              <a:gd name="connsiteY188" fmla="*/ 2107046 h 2237474"/>
              <a:gd name="connsiteX189" fmla="*/ 72352 w 12192000"/>
              <a:gd name="connsiteY189" fmla="*/ 2107991 h 2237474"/>
              <a:gd name="connsiteX190" fmla="*/ 37645 w 12192000"/>
              <a:gd name="connsiteY190" fmla="*/ 2115401 h 2237474"/>
              <a:gd name="connsiteX191" fmla="*/ 4572 w 12192000"/>
              <a:gd name="connsiteY191" fmla="*/ 2111091 h 2237474"/>
              <a:gd name="connsiteX192" fmla="*/ 0 w 12192000"/>
              <a:gd name="connsiteY192" fmla="*/ 2110468 h 2237474"/>
              <a:gd name="connsiteX193" fmla="*/ 0 w 12192000"/>
              <a:gd name="connsiteY193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03462 w 12192000"/>
              <a:gd name="connsiteY36" fmla="*/ 1042406 h 2237474"/>
              <a:gd name="connsiteX37" fmla="*/ 8968445 w 12192000"/>
              <a:gd name="connsiteY37" fmla="*/ 1052169 h 2237474"/>
              <a:gd name="connsiteX38" fmla="*/ 8886001 w 12192000"/>
              <a:gd name="connsiteY38" fmla="*/ 1067468 h 2237474"/>
              <a:gd name="connsiteX39" fmla="*/ 8838610 w 12192000"/>
              <a:gd name="connsiteY39" fmla="*/ 1075091 h 2237474"/>
              <a:gd name="connsiteX40" fmla="*/ 8750383 w 12192000"/>
              <a:gd name="connsiteY40" fmla="*/ 1097387 h 2237474"/>
              <a:gd name="connsiteX41" fmla="*/ 8665605 w 12192000"/>
              <a:gd name="connsiteY41" fmla="*/ 1110791 h 2237474"/>
              <a:gd name="connsiteX42" fmla="*/ 8584946 w 12192000"/>
              <a:gd name="connsiteY42" fmla="*/ 1135226 h 2237474"/>
              <a:gd name="connsiteX43" fmla="*/ 8460755 w 12192000"/>
              <a:gd name="connsiteY43" fmla="*/ 1203427 h 2237474"/>
              <a:gd name="connsiteX44" fmla="*/ 8419755 w 12192000"/>
              <a:gd name="connsiteY44" fmla="*/ 1216260 h 2237474"/>
              <a:gd name="connsiteX45" fmla="*/ 8411626 w 12192000"/>
              <a:gd name="connsiteY45" fmla="*/ 1214397 h 2237474"/>
              <a:gd name="connsiteX46" fmla="*/ 8363469 w 12192000"/>
              <a:gd name="connsiteY46" fmla="*/ 1246658 h 2237474"/>
              <a:gd name="connsiteX47" fmla="*/ 8275497 w 12192000"/>
              <a:gd name="connsiteY47" fmla="*/ 1264396 h 2237474"/>
              <a:gd name="connsiteX48" fmla="*/ 8206287 w 12192000"/>
              <a:gd name="connsiteY48" fmla="*/ 1273060 h 2237474"/>
              <a:gd name="connsiteX49" fmla="*/ 8139997 w 12192000"/>
              <a:gd name="connsiteY49" fmla="*/ 1282713 h 2237474"/>
              <a:gd name="connsiteX50" fmla="*/ 8074238 w 12192000"/>
              <a:gd name="connsiteY50" fmla="*/ 1301895 h 2237474"/>
              <a:gd name="connsiteX51" fmla="*/ 7942099 w 12192000"/>
              <a:gd name="connsiteY51" fmla="*/ 1336332 h 2237474"/>
              <a:gd name="connsiteX52" fmla="*/ 7902328 w 12192000"/>
              <a:gd name="connsiteY52" fmla="*/ 1345865 h 2237474"/>
              <a:gd name="connsiteX53" fmla="*/ 7840612 w 12192000"/>
              <a:gd name="connsiteY53" fmla="*/ 1369373 h 2237474"/>
              <a:gd name="connsiteX54" fmla="*/ 7786819 w 12192000"/>
              <a:gd name="connsiteY54" fmla="*/ 1378970 h 2237474"/>
              <a:gd name="connsiteX55" fmla="*/ 7548172 w 12192000"/>
              <a:gd name="connsiteY55" fmla="*/ 1417460 h 2237474"/>
              <a:gd name="connsiteX56" fmla="*/ 7483437 w 12192000"/>
              <a:gd name="connsiteY56" fmla="*/ 1478152 h 2237474"/>
              <a:gd name="connsiteX57" fmla="*/ 7377870 w 12192000"/>
              <a:gd name="connsiteY57" fmla="*/ 1523319 h 2237474"/>
              <a:gd name="connsiteX58" fmla="*/ 7230737 w 12192000"/>
              <a:gd name="connsiteY58" fmla="*/ 1562633 h 2237474"/>
              <a:gd name="connsiteX59" fmla="*/ 7224458 w 12192000"/>
              <a:gd name="connsiteY59" fmla="*/ 1573008 h 2237474"/>
              <a:gd name="connsiteX60" fmla="*/ 7183121 w 12192000"/>
              <a:gd name="connsiteY60" fmla="*/ 1595162 h 2237474"/>
              <a:gd name="connsiteX61" fmla="*/ 7164601 w 12192000"/>
              <a:gd name="connsiteY61" fmla="*/ 1606490 h 2237474"/>
              <a:gd name="connsiteX62" fmla="*/ 7031309 w 12192000"/>
              <a:gd name="connsiteY62" fmla="*/ 1619451 h 2237474"/>
              <a:gd name="connsiteX63" fmla="*/ 6900177 w 12192000"/>
              <a:gd name="connsiteY63" fmla="*/ 1636016 h 2237474"/>
              <a:gd name="connsiteX64" fmla="*/ 6795372 w 12192000"/>
              <a:gd name="connsiteY64" fmla="*/ 1644845 h 2237474"/>
              <a:gd name="connsiteX65" fmla="*/ 6692251 w 12192000"/>
              <a:gd name="connsiteY65" fmla="*/ 1656357 h 2237474"/>
              <a:gd name="connsiteX66" fmla="*/ 6655235 w 12192000"/>
              <a:gd name="connsiteY66" fmla="*/ 1661869 h 2237474"/>
              <a:gd name="connsiteX67" fmla="*/ 6554894 w 12192000"/>
              <a:gd name="connsiteY67" fmla="*/ 1664428 h 2237474"/>
              <a:gd name="connsiteX68" fmla="*/ 6516595 w 12192000"/>
              <a:gd name="connsiteY68" fmla="*/ 1667475 h 2237474"/>
              <a:gd name="connsiteX69" fmla="*/ 6508541 w 12192000"/>
              <a:gd name="connsiteY69" fmla="*/ 1668757 h 2237474"/>
              <a:gd name="connsiteX70" fmla="*/ 6471012 w 12192000"/>
              <a:gd name="connsiteY70" fmla="*/ 1678604 h 2237474"/>
              <a:gd name="connsiteX71" fmla="*/ 6364035 w 12192000"/>
              <a:gd name="connsiteY71" fmla="*/ 1667683 h 2237474"/>
              <a:gd name="connsiteX72" fmla="*/ 6280959 w 12192000"/>
              <a:gd name="connsiteY72" fmla="*/ 1689329 h 2237474"/>
              <a:gd name="connsiteX73" fmla="*/ 6243319 w 12192000"/>
              <a:gd name="connsiteY73" fmla="*/ 1695560 h 2237474"/>
              <a:gd name="connsiteX74" fmla="*/ 6098321 w 12192000"/>
              <a:gd name="connsiteY74" fmla="*/ 1721646 h 2237474"/>
              <a:gd name="connsiteX75" fmla="*/ 5880652 w 12192000"/>
              <a:gd name="connsiteY75" fmla="*/ 1779643 h 2237474"/>
              <a:gd name="connsiteX76" fmla="*/ 5785959 w 12192000"/>
              <a:gd name="connsiteY76" fmla="*/ 1775307 h 2237474"/>
              <a:gd name="connsiteX77" fmla="*/ 5643534 w 12192000"/>
              <a:gd name="connsiteY77" fmla="*/ 1802919 h 2237474"/>
              <a:gd name="connsiteX78" fmla="*/ 5518799 w 12192000"/>
              <a:gd name="connsiteY78" fmla="*/ 1818312 h 2237474"/>
              <a:gd name="connsiteX79" fmla="*/ 5505014 w 12192000"/>
              <a:gd name="connsiteY79" fmla="*/ 1819259 h 2237474"/>
              <a:gd name="connsiteX80" fmla="*/ 5453307 w 12192000"/>
              <a:gd name="connsiteY80" fmla="*/ 1815450 h 2237474"/>
              <a:gd name="connsiteX81" fmla="*/ 5221533 w 12192000"/>
              <a:gd name="connsiteY81" fmla="*/ 1846950 h 2237474"/>
              <a:gd name="connsiteX82" fmla="*/ 5149802 w 12192000"/>
              <a:gd name="connsiteY82" fmla="*/ 1844846 h 2237474"/>
              <a:gd name="connsiteX83" fmla="*/ 5114927 w 12192000"/>
              <a:gd name="connsiteY83" fmla="*/ 1847827 h 2237474"/>
              <a:gd name="connsiteX84" fmla="*/ 5108970 w 12192000"/>
              <a:gd name="connsiteY84" fmla="*/ 1847935 h 2237474"/>
              <a:gd name="connsiteX85" fmla="*/ 5067961 w 12192000"/>
              <a:gd name="connsiteY85" fmla="*/ 1845917 h 2237474"/>
              <a:gd name="connsiteX86" fmla="*/ 5007075 w 12192000"/>
              <a:gd name="connsiteY86" fmla="*/ 1838626 h 2237474"/>
              <a:gd name="connsiteX87" fmla="*/ 4944087 w 12192000"/>
              <a:gd name="connsiteY87" fmla="*/ 1823332 h 2237474"/>
              <a:gd name="connsiteX88" fmla="*/ 4907662 w 12192000"/>
              <a:gd name="connsiteY88" fmla="*/ 1816900 h 2237474"/>
              <a:gd name="connsiteX89" fmla="*/ 4882386 w 12192000"/>
              <a:gd name="connsiteY89" fmla="*/ 1809844 h 2237474"/>
              <a:gd name="connsiteX90" fmla="*/ 4811440 w 12192000"/>
              <a:gd name="connsiteY90" fmla="*/ 1804655 h 2237474"/>
              <a:gd name="connsiteX91" fmla="*/ 4691075 w 12192000"/>
              <a:gd name="connsiteY91" fmla="*/ 1801389 h 2237474"/>
              <a:gd name="connsiteX92" fmla="*/ 4611738 w 12192000"/>
              <a:gd name="connsiteY92" fmla="*/ 1776964 h 2237474"/>
              <a:gd name="connsiteX93" fmla="*/ 4560070 w 12192000"/>
              <a:gd name="connsiteY93" fmla="*/ 1785640 h 2237474"/>
              <a:gd name="connsiteX94" fmla="*/ 4536503 w 12192000"/>
              <a:gd name="connsiteY94" fmla="*/ 1785334 h 2237474"/>
              <a:gd name="connsiteX95" fmla="*/ 4513724 w 12192000"/>
              <a:gd name="connsiteY95" fmla="*/ 1791996 h 2237474"/>
              <a:gd name="connsiteX96" fmla="*/ 4459810 w 12192000"/>
              <a:gd name="connsiteY96" fmla="*/ 1797886 h 2237474"/>
              <a:gd name="connsiteX97" fmla="*/ 4379064 w 12192000"/>
              <a:gd name="connsiteY97" fmla="*/ 1817177 h 2237474"/>
              <a:gd name="connsiteX98" fmla="*/ 4290981 w 12192000"/>
              <a:gd name="connsiteY98" fmla="*/ 1839677 h 2237474"/>
              <a:gd name="connsiteX99" fmla="*/ 4238372 w 12192000"/>
              <a:gd name="connsiteY99" fmla="*/ 1851480 h 2237474"/>
              <a:gd name="connsiteX100" fmla="*/ 4232517 w 12192000"/>
              <a:gd name="connsiteY100" fmla="*/ 1852567 h 2237474"/>
              <a:gd name="connsiteX101" fmla="*/ 4191732 w 12192000"/>
              <a:gd name="connsiteY101" fmla="*/ 1857328 h 2237474"/>
              <a:gd name="connsiteX102" fmla="*/ 4065532 w 12192000"/>
              <a:gd name="connsiteY102" fmla="*/ 1855477 h 2237474"/>
              <a:gd name="connsiteX103" fmla="*/ 4028460 w 12192000"/>
              <a:gd name="connsiteY103" fmla="*/ 1855137 h 2237474"/>
              <a:gd name="connsiteX104" fmla="*/ 4002267 w 12192000"/>
              <a:gd name="connsiteY104" fmla="*/ 1852352 h 2237474"/>
              <a:gd name="connsiteX105" fmla="*/ 3931396 w 12192000"/>
              <a:gd name="connsiteY105" fmla="*/ 1858915 h 2237474"/>
              <a:gd name="connsiteX106" fmla="*/ 3812162 w 12192000"/>
              <a:gd name="connsiteY106" fmla="*/ 1875501 h 2237474"/>
              <a:gd name="connsiteX107" fmla="*/ 3729530 w 12192000"/>
              <a:gd name="connsiteY107" fmla="*/ 1864513 h 2237474"/>
              <a:gd name="connsiteX108" fmla="*/ 3680177 w 12192000"/>
              <a:gd name="connsiteY108" fmla="*/ 1881552 h 2237474"/>
              <a:gd name="connsiteX109" fmla="*/ 3567259 w 12192000"/>
              <a:gd name="connsiteY109" fmla="*/ 1893482 h 2237474"/>
              <a:gd name="connsiteX110" fmla="*/ 3405770 w 12192000"/>
              <a:gd name="connsiteY110" fmla="*/ 1904591 h 2237474"/>
              <a:gd name="connsiteX111" fmla="*/ 3280097 w 12192000"/>
              <a:gd name="connsiteY111" fmla="*/ 1919610 h 2237474"/>
              <a:gd name="connsiteX112" fmla="*/ 3123424 w 12192000"/>
              <a:gd name="connsiteY112" fmla="*/ 1952930 h 2237474"/>
              <a:gd name="connsiteX113" fmla="*/ 3009910 w 12192000"/>
              <a:gd name="connsiteY113" fmla="*/ 1957866 h 2237474"/>
              <a:gd name="connsiteX114" fmla="*/ 2995934 w 12192000"/>
              <a:gd name="connsiteY114" fmla="*/ 1967085 h 2237474"/>
              <a:gd name="connsiteX115" fmla="*/ 2980071 w 12192000"/>
              <a:gd name="connsiteY115" fmla="*/ 1972988 h 2237474"/>
              <a:gd name="connsiteX116" fmla="*/ 2978094 w 12192000"/>
              <a:gd name="connsiteY116" fmla="*/ 1972369 h 2237474"/>
              <a:gd name="connsiteX117" fmla="*/ 2942858 w 12192000"/>
              <a:gd name="connsiteY117" fmla="*/ 1981367 h 2237474"/>
              <a:gd name="connsiteX118" fmla="*/ 2875436 w 12192000"/>
              <a:gd name="connsiteY118" fmla="*/ 1996977 h 2237474"/>
              <a:gd name="connsiteX119" fmla="*/ 2874892 w 12192000"/>
              <a:gd name="connsiteY119" fmla="*/ 1996085 h 2237474"/>
              <a:gd name="connsiteX120" fmla="*/ 2864145 w 12192000"/>
              <a:gd name="connsiteY120" fmla="*/ 1994061 h 2237474"/>
              <a:gd name="connsiteX121" fmla="*/ 2843662 w 12192000"/>
              <a:gd name="connsiteY121" fmla="*/ 1992498 h 2237474"/>
              <a:gd name="connsiteX122" fmla="*/ 2796128 w 12192000"/>
              <a:gd name="connsiteY122" fmla="*/ 1976403 h 2237474"/>
              <a:gd name="connsiteX123" fmla="*/ 2756784 w 12192000"/>
              <a:gd name="connsiteY123" fmla="*/ 1985116 h 2237474"/>
              <a:gd name="connsiteX124" fmla="*/ 2748833 w 12192000"/>
              <a:gd name="connsiteY124" fmla="*/ 1986323 h 2237474"/>
              <a:gd name="connsiteX125" fmla="*/ 2748661 w 12192000"/>
              <a:gd name="connsiteY125" fmla="*/ 1986122 h 2237474"/>
              <a:gd name="connsiteX126" fmla="*/ 2740251 w 12192000"/>
              <a:gd name="connsiteY126" fmla="*/ 1986946 h 2237474"/>
              <a:gd name="connsiteX127" fmla="*/ 2718916 w 12192000"/>
              <a:gd name="connsiteY127" fmla="*/ 1990867 h 2237474"/>
              <a:gd name="connsiteX128" fmla="*/ 2713522 w 12192000"/>
              <a:gd name="connsiteY128" fmla="*/ 1990173 h 2237474"/>
              <a:gd name="connsiteX129" fmla="*/ 2680597 w 12192000"/>
              <a:gd name="connsiteY129" fmla="*/ 1984996 h 2237474"/>
              <a:gd name="connsiteX130" fmla="*/ 2578178 w 12192000"/>
              <a:gd name="connsiteY130" fmla="*/ 1990531 h 2237474"/>
              <a:gd name="connsiteX131" fmla="*/ 2476147 w 12192000"/>
              <a:gd name="connsiteY131" fmla="*/ 1998305 h 2237474"/>
              <a:gd name="connsiteX132" fmla="*/ 2373568 w 12192000"/>
              <a:gd name="connsiteY132" fmla="*/ 2003219 h 2237474"/>
              <a:gd name="connsiteX133" fmla="*/ 2321399 w 12192000"/>
              <a:gd name="connsiteY133" fmla="*/ 1989467 h 2237474"/>
              <a:gd name="connsiteX134" fmla="*/ 2315525 w 12192000"/>
              <a:gd name="connsiteY134" fmla="*/ 1989708 h 2237474"/>
              <a:gd name="connsiteX135" fmla="*/ 2300792 w 12192000"/>
              <a:gd name="connsiteY135" fmla="*/ 1994290 h 2237474"/>
              <a:gd name="connsiteX136" fmla="*/ 2295469 w 12192000"/>
              <a:gd name="connsiteY136" fmla="*/ 1996659 h 2237474"/>
              <a:gd name="connsiteX137" fmla="*/ 2287219 w 12192000"/>
              <a:gd name="connsiteY137" fmla="*/ 1998750 h 2237474"/>
              <a:gd name="connsiteX138" fmla="*/ 2286948 w 12192000"/>
              <a:gd name="connsiteY138" fmla="*/ 1998596 h 2237474"/>
              <a:gd name="connsiteX139" fmla="*/ 2243069 w 12192000"/>
              <a:gd name="connsiteY139" fmla="*/ 2015111 h 2237474"/>
              <a:gd name="connsiteX140" fmla="*/ 2186609 w 12192000"/>
              <a:gd name="connsiteY140" fmla="*/ 2008263 h 2237474"/>
              <a:gd name="connsiteX141" fmla="*/ 2164831 w 12192000"/>
              <a:gd name="connsiteY141" fmla="*/ 2010143 h 2237474"/>
              <a:gd name="connsiteX142" fmla="*/ 2152836 w 12192000"/>
              <a:gd name="connsiteY142" fmla="*/ 2010048 h 2237474"/>
              <a:gd name="connsiteX143" fmla="*/ 2117102 w 12192000"/>
              <a:gd name="connsiteY143" fmla="*/ 2023004 h 2237474"/>
              <a:gd name="connsiteX144" fmla="*/ 2111935 w 12192000"/>
              <a:gd name="connsiteY144" fmla="*/ 2023163 h 2237474"/>
              <a:gd name="connsiteX145" fmla="*/ 2089991 w 12192000"/>
              <a:gd name="connsiteY145" fmla="*/ 2034193 h 2237474"/>
              <a:gd name="connsiteX146" fmla="*/ 2058061 w 12192000"/>
              <a:gd name="connsiteY146" fmla="*/ 2047942 h 2237474"/>
              <a:gd name="connsiteX147" fmla="*/ 2055737 w 12192000"/>
              <a:gd name="connsiteY147" fmla="*/ 2047704 h 2237474"/>
              <a:gd name="connsiteX148" fmla="*/ 2042244 w 12192000"/>
              <a:gd name="connsiteY148" fmla="*/ 2055560 h 2237474"/>
              <a:gd name="connsiteX149" fmla="*/ 1976224 w 12192000"/>
              <a:gd name="connsiteY149" fmla="*/ 2074257 h 2237474"/>
              <a:gd name="connsiteX150" fmla="*/ 1877728 w 12192000"/>
              <a:gd name="connsiteY150" fmla="*/ 2101004 h 2237474"/>
              <a:gd name="connsiteX151" fmla="*/ 1759056 w 12192000"/>
              <a:gd name="connsiteY151" fmla="*/ 2125608 h 2237474"/>
              <a:gd name="connsiteX152" fmla="*/ 1637948 w 12192000"/>
              <a:gd name="connsiteY152" fmla="*/ 2172597 h 2237474"/>
              <a:gd name="connsiteX153" fmla="*/ 1434549 w 12192000"/>
              <a:gd name="connsiteY153" fmla="*/ 2234522 h 2237474"/>
              <a:gd name="connsiteX154" fmla="*/ 1398481 w 12192000"/>
              <a:gd name="connsiteY154" fmla="*/ 2237074 h 2237474"/>
              <a:gd name="connsiteX155" fmla="*/ 1398407 w 12192000"/>
              <a:gd name="connsiteY155" fmla="*/ 2237095 h 2237474"/>
              <a:gd name="connsiteX156" fmla="*/ 1370962 w 12192000"/>
              <a:gd name="connsiteY156" fmla="*/ 2237474 h 2237474"/>
              <a:gd name="connsiteX157" fmla="*/ 1356367 w 12192000"/>
              <a:gd name="connsiteY157" fmla="*/ 2235089 h 2237474"/>
              <a:gd name="connsiteX158" fmla="*/ 1324828 w 12192000"/>
              <a:gd name="connsiteY158" fmla="*/ 2231968 h 2237474"/>
              <a:gd name="connsiteX159" fmla="*/ 1297744 w 12192000"/>
              <a:gd name="connsiteY159" fmla="*/ 2235849 h 2237474"/>
              <a:gd name="connsiteX160" fmla="*/ 1286236 w 12192000"/>
              <a:gd name="connsiteY160" fmla="*/ 2233135 h 2237474"/>
              <a:gd name="connsiteX161" fmla="*/ 1283504 w 12192000"/>
              <a:gd name="connsiteY161" fmla="*/ 2233797 h 2237474"/>
              <a:gd name="connsiteX162" fmla="*/ 1279765 w 12192000"/>
              <a:gd name="connsiteY162" fmla="*/ 2229639 h 2237474"/>
              <a:gd name="connsiteX163" fmla="*/ 1195347 w 12192000"/>
              <a:gd name="connsiteY163" fmla="*/ 2212354 h 2237474"/>
              <a:gd name="connsiteX164" fmla="*/ 970251 w 12192000"/>
              <a:gd name="connsiteY164" fmla="*/ 2221029 h 2237474"/>
              <a:gd name="connsiteX165" fmla="*/ 812914 w 12192000"/>
              <a:gd name="connsiteY165" fmla="*/ 2202752 h 2237474"/>
              <a:gd name="connsiteX166" fmla="*/ 800195 w 12192000"/>
              <a:gd name="connsiteY166" fmla="*/ 2209407 h 2237474"/>
              <a:gd name="connsiteX167" fmla="*/ 784978 w 12192000"/>
              <a:gd name="connsiteY167" fmla="*/ 2212360 h 2237474"/>
              <a:gd name="connsiteX168" fmla="*/ 681987 w 12192000"/>
              <a:gd name="connsiteY168" fmla="*/ 2216757 h 2237474"/>
              <a:gd name="connsiteX169" fmla="*/ 669923 w 12192000"/>
              <a:gd name="connsiteY169" fmla="*/ 2211682 h 2237474"/>
              <a:gd name="connsiteX170" fmla="*/ 648680 w 12192000"/>
              <a:gd name="connsiteY170" fmla="*/ 2206229 h 2237474"/>
              <a:gd name="connsiteX171" fmla="*/ 597225 w 12192000"/>
              <a:gd name="connsiteY171" fmla="*/ 2180999 h 2237474"/>
              <a:gd name="connsiteX172" fmla="*/ 558449 w 12192000"/>
              <a:gd name="connsiteY172" fmla="*/ 2182346 h 2237474"/>
              <a:gd name="connsiteX173" fmla="*/ 550517 w 12192000"/>
              <a:gd name="connsiteY173" fmla="*/ 2182060 h 2237474"/>
              <a:gd name="connsiteX174" fmla="*/ 550309 w 12192000"/>
              <a:gd name="connsiteY174" fmla="*/ 2181825 h 2237474"/>
              <a:gd name="connsiteX175" fmla="*/ 541836 w 12192000"/>
              <a:gd name="connsiteY175" fmla="*/ 2181063 h 2237474"/>
              <a:gd name="connsiteX176" fmla="*/ 536057 w 12192000"/>
              <a:gd name="connsiteY176" fmla="*/ 2181537 h 2237474"/>
              <a:gd name="connsiteX177" fmla="*/ 520671 w 12192000"/>
              <a:gd name="connsiteY177" fmla="*/ 2180980 h 2237474"/>
              <a:gd name="connsiteX178" fmla="*/ 515024 w 12192000"/>
              <a:gd name="connsiteY178" fmla="*/ 2179258 h 2237474"/>
              <a:gd name="connsiteX179" fmla="*/ 512278 w 12192000"/>
              <a:gd name="connsiteY179" fmla="*/ 2176369 h 2237474"/>
              <a:gd name="connsiteX180" fmla="*/ 480419 w 12192000"/>
              <a:gd name="connsiteY180" fmla="*/ 2167807 h 2237474"/>
              <a:gd name="connsiteX181" fmla="*/ 413835 w 12192000"/>
              <a:gd name="connsiteY181" fmla="*/ 2156783 h 2237474"/>
              <a:gd name="connsiteX182" fmla="*/ 376513 w 12192000"/>
              <a:gd name="connsiteY182" fmla="*/ 2154014 h 2237474"/>
              <a:gd name="connsiteX183" fmla="*/ 273386 w 12192000"/>
              <a:gd name="connsiteY183" fmla="*/ 2142551 h 2237474"/>
              <a:gd name="connsiteX184" fmla="*/ 169207 w 12192000"/>
              <a:gd name="connsiteY184" fmla="*/ 2128100 h 2237474"/>
              <a:gd name="connsiteX185" fmla="*/ 93149 w 12192000"/>
              <a:gd name="connsiteY185" fmla="*/ 2105324 h 2237474"/>
              <a:gd name="connsiteX186" fmla="*/ 88109 w 12192000"/>
              <a:gd name="connsiteY186" fmla="*/ 2106704 h 2237474"/>
              <a:gd name="connsiteX187" fmla="*/ 80022 w 12192000"/>
              <a:gd name="connsiteY187" fmla="*/ 2107254 h 2237474"/>
              <a:gd name="connsiteX188" fmla="*/ 79717 w 12192000"/>
              <a:gd name="connsiteY188" fmla="*/ 2107046 h 2237474"/>
              <a:gd name="connsiteX189" fmla="*/ 72352 w 12192000"/>
              <a:gd name="connsiteY189" fmla="*/ 2107991 h 2237474"/>
              <a:gd name="connsiteX190" fmla="*/ 37645 w 12192000"/>
              <a:gd name="connsiteY190" fmla="*/ 2115401 h 2237474"/>
              <a:gd name="connsiteX191" fmla="*/ 4572 w 12192000"/>
              <a:gd name="connsiteY191" fmla="*/ 2111091 h 2237474"/>
              <a:gd name="connsiteX192" fmla="*/ 0 w 12192000"/>
              <a:gd name="connsiteY192" fmla="*/ 2110468 h 2237474"/>
              <a:gd name="connsiteX193" fmla="*/ 0 w 12192000"/>
              <a:gd name="connsiteY193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03462 w 12192000"/>
              <a:gd name="connsiteY36" fmla="*/ 1042406 h 2237474"/>
              <a:gd name="connsiteX37" fmla="*/ 8968445 w 12192000"/>
              <a:gd name="connsiteY37" fmla="*/ 1052169 h 2237474"/>
              <a:gd name="connsiteX38" fmla="*/ 8886001 w 12192000"/>
              <a:gd name="connsiteY38" fmla="*/ 1067468 h 2237474"/>
              <a:gd name="connsiteX39" fmla="*/ 8838610 w 12192000"/>
              <a:gd name="connsiteY39" fmla="*/ 1075091 h 2237474"/>
              <a:gd name="connsiteX40" fmla="*/ 8750383 w 12192000"/>
              <a:gd name="connsiteY40" fmla="*/ 1097387 h 2237474"/>
              <a:gd name="connsiteX41" fmla="*/ 8665605 w 12192000"/>
              <a:gd name="connsiteY41" fmla="*/ 1110791 h 2237474"/>
              <a:gd name="connsiteX42" fmla="*/ 8584946 w 12192000"/>
              <a:gd name="connsiteY42" fmla="*/ 1135226 h 2237474"/>
              <a:gd name="connsiteX43" fmla="*/ 8460755 w 12192000"/>
              <a:gd name="connsiteY43" fmla="*/ 1203427 h 2237474"/>
              <a:gd name="connsiteX44" fmla="*/ 8419755 w 12192000"/>
              <a:gd name="connsiteY44" fmla="*/ 1216260 h 2237474"/>
              <a:gd name="connsiteX45" fmla="*/ 8411626 w 12192000"/>
              <a:gd name="connsiteY45" fmla="*/ 1214397 h 2237474"/>
              <a:gd name="connsiteX46" fmla="*/ 8363469 w 12192000"/>
              <a:gd name="connsiteY46" fmla="*/ 1246658 h 2237474"/>
              <a:gd name="connsiteX47" fmla="*/ 8275497 w 12192000"/>
              <a:gd name="connsiteY47" fmla="*/ 1264396 h 2237474"/>
              <a:gd name="connsiteX48" fmla="*/ 8206287 w 12192000"/>
              <a:gd name="connsiteY48" fmla="*/ 1273060 h 2237474"/>
              <a:gd name="connsiteX49" fmla="*/ 8139997 w 12192000"/>
              <a:gd name="connsiteY49" fmla="*/ 1282713 h 2237474"/>
              <a:gd name="connsiteX50" fmla="*/ 8074238 w 12192000"/>
              <a:gd name="connsiteY50" fmla="*/ 1301895 h 2237474"/>
              <a:gd name="connsiteX51" fmla="*/ 7942099 w 12192000"/>
              <a:gd name="connsiteY51" fmla="*/ 1336332 h 2237474"/>
              <a:gd name="connsiteX52" fmla="*/ 7902328 w 12192000"/>
              <a:gd name="connsiteY52" fmla="*/ 1345865 h 2237474"/>
              <a:gd name="connsiteX53" fmla="*/ 7840612 w 12192000"/>
              <a:gd name="connsiteY53" fmla="*/ 1369373 h 2237474"/>
              <a:gd name="connsiteX54" fmla="*/ 7786819 w 12192000"/>
              <a:gd name="connsiteY54" fmla="*/ 1378970 h 2237474"/>
              <a:gd name="connsiteX55" fmla="*/ 7548172 w 12192000"/>
              <a:gd name="connsiteY55" fmla="*/ 1417460 h 2237474"/>
              <a:gd name="connsiteX56" fmla="*/ 7483437 w 12192000"/>
              <a:gd name="connsiteY56" fmla="*/ 1478152 h 2237474"/>
              <a:gd name="connsiteX57" fmla="*/ 7377870 w 12192000"/>
              <a:gd name="connsiteY57" fmla="*/ 1523319 h 2237474"/>
              <a:gd name="connsiteX58" fmla="*/ 7230737 w 12192000"/>
              <a:gd name="connsiteY58" fmla="*/ 1562633 h 2237474"/>
              <a:gd name="connsiteX59" fmla="*/ 7224458 w 12192000"/>
              <a:gd name="connsiteY59" fmla="*/ 1573008 h 2237474"/>
              <a:gd name="connsiteX60" fmla="*/ 7183121 w 12192000"/>
              <a:gd name="connsiteY60" fmla="*/ 1595162 h 2237474"/>
              <a:gd name="connsiteX61" fmla="*/ 7164601 w 12192000"/>
              <a:gd name="connsiteY61" fmla="*/ 1606490 h 2237474"/>
              <a:gd name="connsiteX62" fmla="*/ 7031309 w 12192000"/>
              <a:gd name="connsiteY62" fmla="*/ 1619451 h 2237474"/>
              <a:gd name="connsiteX63" fmla="*/ 6900177 w 12192000"/>
              <a:gd name="connsiteY63" fmla="*/ 1636016 h 2237474"/>
              <a:gd name="connsiteX64" fmla="*/ 6795372 w 12192000"/>
              <a:gd name="connsiteY64" fmla="*/ 1644845 h 2237474"/>
              <a:gd name="connsiteX65" fmla="*/ 6692251 w 12192000"/>
              <a:gd name="connsiteY65" fmla="*/ 1656357 h 2237474"/>
              <a:gd name="connsiteX66" fmla="*/ 6655235 w 12192000"/>
              <a:gd name="connsiteY66" fmla="*/ 1661869 h 2237474"/>
              <a:gd name="connsiteX67" fmla="*/ 6554894 w 12192000"/>
              <a:gd name="connsiteY67" fmla="*/ 1664428 h 2237474"/>
              <a:gd name="connsiteX68" fmla="*/ 6516595 w 12192000"/>
              <a:gd name="connsiteY68" fmla="*/ 1667475 h 2237474"/>
              <a:gd name="connsiteX69" fmla="*/ 6508541 w 12192000"/>
              <a:gd name="connsiteY69" fmla="*/ 1668757 h 2237474"/>
              <a:gd name="connsiteX70" fmla="*/ 6471012 w 12192000"/>
              <a:gd name="connsiteY70" fmla="*/ 1678604 h 2237474"/>
              <a:gd name="connsiteX71" fmla="*/ 6364035 w 12192000"/>
              <a:gd name="connsiteY71" fmla="*/ 1667683 h 2237474"/>
              <a:gd name="connsiteX72" fmla="*/ 6280959 w 12192000"/>
              <a:gd name="connsiteY72" fmla="*/ 1689329 h 2237474"/>
              <a:gd name="connsiteX73" fmla="*/ 6243319 w 12192000"/>
              <a:gd name="connsiteY73" fmla="*/ 1695560 h 2237474"/>
              <a:gd name="connsiteX74" fmla="*/ 6098321 w 12192000"/>
              <a:gd name="connsiteY74" fmla="*/ 1721646 h 2237474"/>
              <a:gd name="connsiteX75" fmla="*/ 5880652 w 12192000"/>
              <a:gd name="connsiteY75" fmla="*/ 1779643 h 2237474"/>
              <a:gd name="connsiteX76" fmla="*/ 5785959 w 12192000"/>
              <a:gd name="connsiteY76" fmla="*/ 1775307 h 2237474"/>
              <a:gd name="connsiteX77" fmla="*/ 5643534 w 12192000"/>
              <a:gd name="connsiteY77" fmla="*/ 1802919 h 2237474"/>
              <a:gd name="connsiteX78" fmla="*/ 5518799 w 12192000"/>
              <a:gd name="connsiteY78" fmla="*/ 1818312 h 2237474"/>
              <a:gd name="connsiteX79" fmla="*/ 5505014 w 12192000"/>
              <a:gd name="connsiteY79" fmla="*/ 1819259 h 2237474"/>
              <a:gd name="connsiteX80" fmla="*/ 5453307 w 12192000"/>
              <a:gd name="connsiteY80" fmla="*/ 1815450 h 2237474"/>
              <a:gd name="connsiteX81" fmla="*/ 5221533 w 12192000"/>
              <a:gd name="connsiteY81" fmla="*/ 1846950 h 2237474"/>
              <a:gd name="connsiteX82" fmla="*/ 5149802 w 12192000"/>
              <a:gd name="connsiteY82" fmla="*/ 1844846 h 2237474"/>
              <a:gd name="connsiteX83" fmla="*/ 5114927 w 12192000"/>
              <a:gd name="connsiteY83" fmla="*/ 1847827 h 2237474"/>
              <a:gd name="connsiteX84" fmla="*/ 5108970 w 12192000"/>
              <a:gd name="connsiteY84" fmla="*/ 1847935 h 2237474"/>
              <a:gd name="connsiteX85" fmla="*/ 5067961 w 12192000"/>
              <a:gd name="connsiteY85" fmla="*/ 1845917 h 2237474"/>
              <a:gd name="connsiteX86" fmla="*/ 5007075 w 12192000"/>
              <a:gd name="connsiteY86" fmla="*/ 1838626 h 2237474"/>
              <a:gd name="connsiteX87" fmla="*/ 4944087 w 12192000"/>
              <a:gd name="connsiteY87" fmla="*/ 1823332 h 2237474"/>
              <a:gd name="connsiteX88" fmla="*/ 4907662 w 12192000"/>
              <a:gd name="connsiteY88" fmla="*/ 1816900 h 2237474"/>
              <a:gd name="connsiteX89" fmla="*/ 4882386 w 12192000"/>
              <a:gd name="connsiteY89" fmla="*/ 1809844 h 2237474"/>
              <a:gd name="connsiteX90" fmla="*/ 4811440 w 12192000"/>
              <a:gd name="connsiteY90" fmla="*/ 1804655 h 2237474"/>
              <a:gd name="connsiteX91" fmla="*/ 4691075 w 12192000"/>
              <a:gd name="connsiteY91" fmla="*/ 1801389 h 2237474"/>
              <a:gd name="connsiteX92" fmla="*/ 4611738 w 12192000"/>
              <a:gd name="connsiteY92" fmla="*/ 1776964 h 2237474"/>
              <a:gd name="connsiteX93" fmla="*/ 4560070 w 12192000"/>
              <a:gd name="connsiteY93" fmla="*/ 1785640 h 2237474"/>
              <a:gd name="connsiteX94" fmla="*/ 4536503 w 12192000"/>
              <a:gd name="connsiteY94" fmla="*/ 1785334 h 2237474"/>
              <a:gd name="connsiteX95" fmla="*/ 4513724 w 12192000"/>
              <a:gd name="connsiteY95" fmla="*/ 1791996 h 2237474"/>
              <a:gd name="connsiteX96" fmla="*/ 4459810 w 12192000"/>
              <a:gd name="connsiteY96" fmla="*/ 1797886 h 2237474"/>
              <a:gd name="connsiteX97" fmla="*/ 4379064 w 12192000"/>
              <a:gd name="connsiteY97" fmla="*/ 1817177 h 2237474"/>
              <a:gd name="connsiteX98" fmla="*/ 4290981 w 12192000"/>
              <a:gd name="connsiteY98" fmla="*/ 1839677 h 2237474"/>
              <a:gd name="connsiteX99" fmla="*/ 4238372 w 12192000"/>
              <a:gd name="connsiteY99" fmla="*/ 1851480 h 2237474"/>
              <a:gd name="connsiteX100" fmla="*/ 4232517 w 12192000"/>
              <a:gd name="connsiteY100" fmla="*/ 1852567 h 2237474"/>
              <a:gd name="connsiteX101" fmla="*/ 4191732 w 12192000"/>
              <a:gd name="connsiteY101" fmla="*/ 1857328 h 2237474"/>
              <a:gd name="connsiteX102" fmla="*/ 4065532 w 12192000"/>
              <a:gd name="connsiteY102" fmla="*/ 1855477 h 2237474"/>
              <a:gd name="connsiteX103" fmla="*/ 4028460 w 12192000"/>
              <a:gd name="connsiteY103" fmla="*/ 1855137 h 2237474"/>
              <a:gd name="connsiteX104" fmla="*/ 4002267 w 12192000"/>
              <a:gd name="connsiteY104" fmla="*/ 1852352 h 2237474"/>
              <a:gd name="connsiteX105" fmla="*/ 3931396 w 12192000"/>
              <a:gd name="connsiteY105" fmla="*/ 1858915 h 2237474"/>
              <a:gd name="connsiteX106" fmla="*/ 3812162 w 12192000"/>
              <a:gd name="connsiteY106" fmla="*/ 1875501 h 2237474"/>
              <a:gd name="connsiteX107" fmla="*/ 3729530 w 12192000"/>
              <a:gd name="connsiteY107" fmla="*/ 1864513 h 2237474"/>
              <a:gd name="connsiteX108" fmla="*/ 3680177 w 12192000"/>
              <a:gd name="connsiteY108" fmla="*/ 1881552 h 2237474"/>
              <a:gd name="connsiteX109" fmla="*/ 3567259 w 12192000"/>
              <a:gd name="connsiteY109" fmla="*/ 1893482 h 2237474"/>
              <a:gd name="connsiteX110" fmla="*/ 3405770 w 12192000"/>
              <a:gd name="connsiteY110" fmla="*/ 1904591 h 2237474"/>
              <a:gd name="connsiteX111" fmla="*/ 3280097 w 12192000"/>
              <a:gd name="connsiteY111" fmla="*/ 1919610 h 2237474"/>
              <a:gd name="connsiteX112" fmla="*/ 3123424 w 12192000"/>
              <a:gd name="connsiteY112" fmla="*/ 1952930 h 2237474"/>
              <a:gd name="connsiteX113" fmla="*/ 3009910 w 12192000"/>
              <a:gd name="connsiteY113" fmla="*/ 1957866 h 2237474"/>
              <a:gd name="connsiteX114" fmla="*/ 2995934 w 12192000"/>
              <a:gd name="connsiteY114" fmla="*/ 1967085 h 2237474"/>
              <a:gd name="connsiteX115" fmla="*/ 2980071 w 12192000"/>
              <a:gd name="connsiteY115" fmla="*/ 1972988 h 2237474"/>
              <a:gd name="connsiteX116" fmla="*/ 2978094 w 12192000"/>
              <a:gd name="connsiteY116" fmla="*/ 1972369 h 2237474"/>
              <a:gd name="connsiteX117" fmla="*/ 2942858 w 12192000"/>
              <a:gd name="connsiteY117" fmla="*/ 1981367 h 2237474"/>
              <a:gd name="connsiteX118" fmla="*/ 2875436 w 12192000"/>
              <a:gd name="connsiteY118" fmla="*/ 1996977 h 2237474"/>
              <a:gd name="connsiteX119" fmla="*/ 2874892 w 12192000"/>
              <a:gd name="connsiteY119" fmla="*/ 1996085 h 2237474"/>
              <a:gd name="connsiteX120" fmla="*/ 2864145 w 12192000"/>
              <a:gd name="connsiteY120" fmla="*/ 1994061 h 2237474"/>
              <a:gd name="connsiteX121" fmla="*/ 2843662 w 12192000"/>
              <a:gd name="connsiteY121" fmla="*/ 1992498 h 2237474"/>
              <a:gd name="connsiteX122" fmla="*/ 2796128 w 12192000"/>
              <a:gd name="connsiteY122" fmla="*/ 1976403 h 2237474"/>
              <a:gd name="connsiteX123" fmla="*/ 2756784 w 12192000"/>
              <a:gd name="connsiteY123" fmla="*/ 1985116 h 2237474"/>
              <a:gd name="connsiteX124" fmla="*/ 2748833 w 12192000"/>
              <a:gd name="connsiteY124" fmla="*/ 1986323 h 2237474"/>
              <a:gd name="connsiteX125" fmla="*/ 2748661 w 12192000"/>
              <a:gd name="connsiteY125" fmla="*/ 1986122 h 2237474"/>
              <a:gd name="connsiteX126" fmla="*/ 2740251 w 12192000"/>
              <a:gd name="connsiteY126" fmla="*/ 1986946 h 2237474"/>
              <a:gd name="connsiteX127" fmla="*/ 2718916 w 12192000"/>
              <a:gd name="connsiteY127" fmla="*/ 1990867 h 2237474"/>
              <a:gd name="connsiteX128" fmla="*/ 2713522 w 12192000"/>
              <a:gd name="connsiteY128" fmla="*/ 1990173 h 2237474"/>
              <a:gd name="connsiteX129" fmla="*/ 2680597 w 12192000"/>
              <a:gd name="connsiteY129" fmla="*/ 1984996 h 2237474"/>
              <a:gd name="connsiteX130" fmla="*/ 2578178 w 12192000"/>
              <a:gd name="connsiteY130" fmla="*/ 1990531 h 2237474"/>
              <a:gd name="connsiteX131" fmla="*/ 2476147 w 12192000"/>
              <a:gd name="connsiteY131" fmla="*/ 1998305 h 2237474"/>
              <a:gd name="connsiteX132" fmla="*/ 2373568 w 12192000"/>
              <a:gd name="connsiteY132" fmla="*/ 2003219 h 2237474"/>
              <a:gd name="connsiteX133" fmla="*/ 2321399 w 12192000"/>
              <a:gd name="connsiteY133" fmla="*/ 1989467 h 2237474"/>
              <a:gd name="connsiteX134" fmla="*/ 2315525 w 12192000"/>
              <a:gd name="connsiteY134" fmla="*/ 1989708 h 2237474"/>
              <a:gd name="connsiteX135" fmla="*/ 2300792 w 12192000"/>
              <a:gd name="connsiteY135" fmla="*/ 1994290 h 2237474"/>
              <a:gd name="connsiteX136" fmla="*/ 2295469 w 12192000"/>
              <a:gd name="connsiteY136" fmla="*/ 1996659 h 2237474"/>
              <a:gd name="connsiteX137" fmla="*/ 2287219 w 12192000"/>
              <a:gd name="connsiteY137" fmla="*/ 1998750 h 2237474"/>
              <a:gd name="connsiteX138" fmla="*/ 2286948 w 12192000"/>
              <a:gd name="connsiteY138" fmla="*/ 1998596 h 2237474"/>
              <a:gd name="connsiteX139" fmla="*/ 2243069 w 12192000"/>
              <a:gd name="connsiteY139" fmla="*/ 2015111 h 2237474"/>
              <a:gd name="connsiteX140" fmla="*/ 2186609 w 12192000"/>
              <a:gd name="connsiteY140" fmla="*/ 2008263 h 2237474"/>
              <a:gd name="connsiteX141" fmla="*/ 2164831 w 12192000"/>
              <a:gd name="connsiteY141" fmla="*/ 2010143 h 2237474"/>
              <a:gd name="connsiteX142" fmla="*/ 2152836 w 12192000"/>
              <a:gd name="connsiteY142" fmla="*/ 2010048 h 2237474"/>
              <a:gd name="connsiteX143" fmla="*/ 2117102 w 12192000"/>
              <a:gd name="connsiteY143" fmla="*/ 2023004 h 2237474"/>
              <a:gd name="connsiteX144" fmla="*/ 2111935 w 12192000"/>
              <a:gd name="connsiteY144" fmla="*/ 2023163 h 2237474"/>
              <a:gd name="connsiteX145" fmla="*/ 2089991 w 12192000"/>
              <a:gd name="connsiteY145" fmla="*/ 2034193 h 2237474"/>
              <a:gd name="connsiteX146" fmla="*/ 2058061 w 12192000"/>
              <a:gd name="connsiteY146" fmla="*/ 2047942 h 2237474"/>
              <a:gd name="connsiteX147" fmla="*/ 2055737 w 12192000"/>
              <a:gd name="connsiteY147" fmla="*/ 2047704 h 2237474"/>
              <a:gd name="connsiteX148" fmla="*/ 2042244 w 12192000"/>
              <a:gd name="connsiteY148" fmla="*/ 2055560 h 2237474"/>
              <a:gd name="connsiteX149" fmla="*/ 1976224 w 12192000"/>
              <a:gd name="connsiteY149" fmla="*/ 2074257 h 2237474"/>
              <a:gd name="connsiteX150" fmla="*/ 1877728 w 12192000"/>
              <a:gd name="connsiteY150" fmla="*/ 2101004 h 2237474"/>
              <a:gd name="connsiteX151" fmla="*/ 1759056 w 12192000"/>
              <a:gd name="connsiteY151" fmla="*/ 2125608 h 2237474"/>
              <a:gd name="connsiteX152" fmla="*/ 1637948 w 12192000"/>
              <a:gd name="connsiteY152" fmla="*/ 2172597 h 2237474"/>
              <a:gd name="connsiteX153" fmla="*/ 1434549 w 12192000"/>
              <a:gd name="connsiteY153" fmla="*/ 2234522 h 2237474"/>
              <a:gd name="connsiteX154" fmla="*/ 1398481 w 12192000"/>
              <a:gd name="connsiteY154" fmla="*/ 2237074 h 2237474"/>
              <a:gd name="connsiteX155" fmla="*/ 1398407 w 12192000"/>
              <a:gd name="connsiteY155" fmla="*/ 2237095 h 2237474"/>
              <a:gd name="connsiteX156" fmla="*/ 1370962 w 12192000"/>
              <a:gd name="connsiteY156" fmla="*/ 2237474 h 2237474"/>
              <a:gd name="connsiteX157" fmla="*/ 1356367 w 12192000"/>
              <a:gd name="connsiteY157" fmla="*/ 2235089 h 2237474"/>
              <a:gd name="connsiteX158" fmla="*/ 1324828 w 12192000"/>
              <a:gd name="connsiteY158" fmla="*/ 2231968 h 2237474"/>
              <a:gd name="connsiteX159" fmla="*/ 1297744 w 12192000"/>
              <a:gd name="connsiteY159" fmla="*/ 2235849 h 2237474"/>
              <a:gd name="connsiteX160" fmla="*/ 1286236 w 12192000"/>
              <a:gd name="connsiteY160" fmla="*/ 2233135 h 2237474"/>
              <a:gd name="connsiteX161" fmla="*/ 1283504 w 12192000"/>
              <a:gd name="connsiteY161" fmla="*/ 2233797 h 2237474"/>
              <a:gd name="connsiteX162" fmla="*/ 1279765 w 12192000"/>
              <a:gd name="connsiteY162" fmla="*/ 2229639 h 2237474"/>
              <a:gd name="connsiteX163" fmla="*/ 1195347 w 12192000"/>
              <a:gd name="connsiteY163" fmla="*/ 2212354 h 2237474"/>
              <a:gd name="connsiteX164" fmla="*/ 970251 w 12192000"/>
              <a:gd name="connsiteY164" fmla="*/ 2221029 h 2237474"/>
              <a:gd name="connsiteX165" fmla="*/ 812914 w 12192000"/>
              <a:gd name="connsiteY165" fmla="*/ 2202752 h 2237474"/>
              <a:gd name="connsiteX166" fmla="*/ 800195 w 12192000"/>
              <a:gd name="connsiteY166" fmla="*/ 2209407 h 2237474"/>
              <a:gd name="connsiteX167" fmla="*/ 784978 w 12192000"/>
              <a:gd name="connsiteY167" fmla="*/ 2212360 h 2237474"/>
              <a:gd name="connsiteX168" fmla="*/ 681987 w 12192000"/>
              <a:gd name="connsiteY168" fmla="*/ 2216757 h 2237474"/>
              <a:gd name="connsiteX169" fmla="*/ 669923 w 12192000"/>
              <a:gd name="connsiteY169" fmla="*/ 2211682 h 2237474"/>
              <a:gd name="connsiteX170" fmla="*/ 648680 w 12192000"/>
              <a:gd name="connsiteY170" fmla="*/ 2206229 h 2237474"/>
              <a:gd name="connsiteX171" fmla="*/ 597225 w 12192000"/>
              <a:gd name="connsiteY171" fmla="*/ 2180999 h 2237474"/>
              <a:gd name="connsiteX172" fmla="*/ 558449 w 12192000"/>
              <a:gd name="connsiteY172" fmla="*/ 2182346 h 2237474"/>
              <a:gd name="connsiteX173" fmla="*/ 550517 w 12192000"/>
              <a:gd name="connsiteY173" fmla="*/ 2182060 h 2237474"/>
              <a:gd name="connsiteX174" fmla="*/ 550309 w 12192000"/>
              <a:gd name="connsiteY174" fmla="*/ 2181825 h 2237474"/>
              <a:gd name="connsiteX175" fmla="*/ 541836 w 12192000"/>
              <a:gd name="connsiteY175" fmla="*/ 2181063 h 2237474"/>
              <a:gd name="connsiteX176" fmla="*/ 536057 w 12192000"/>
              <a:gd name="connsiteY176" fmla="*/ 2181537 h 2237474"/>
              <a:gd name="connsiteX177" fmla="*/ 520671 w 12192000"/>
              <a:gd name="connsiteY177" fmla="*/ 2180980 h 2237474"/>
              <a:gd name="connsiteX178" fmla="*/ 515024 w 12192000"/>
              <a:gd name="connsiteY178" fmla="*/ 2179258 h 2237474"/>
              <a:gd name="connsiteX179" fmla="*/ 512278 w 12192000"/>
              <a:gd name="connsiteY179" fmla="*/ 2176369 h 2237474"/>
              <a:gd name="connsiteX180" fmla="*/ 480419 w 12192000"/>
              <a:gd name="connsiteY180" fmla="*/ 2167807 h 2237474"/>
              <a:gd name="connsiteX181" fmla="*/ 413835 w 12192000"/>
              <a:gd name="connsiteY181" fmla="*/ 2156783 h 2237474"/>
              <a:gd name="connsiteX182" fmla="*/ 376513 w 12192000"/>
              <a:gd name="connsiteY182" fmla="*/ 2154014 h 2237474"/>
              <a:gd name="connsiteX183" fmla="*/ 273386 w 12192000"/>
              <a:gd name="connsiteY183" fmla="*/ 2142551 h 2237474"/>
              <a:gd name="connsiteX184" fmla="*/ 169207 w 12192000"/>
              <a:gd name="connsiteY184" fmla="*/ 2128100 h 2237474"/>
              <a:gd name="connsiteX185" fmla="*/ 93149 w 12192000"/>
              <a:gd name="connsiteY185" fmla="*/ 2105324 h 2237474"/>
              <a:gd name="connsiteX186" fmla="*/ 88109 w 12192000"/>
              <a:gd name="connsiteY186" fmla="*/ 2106704 h 2237474"/>
              <a:gd name="connsiteX187" fmla="*/ 80022 w 12192000"/>
              <a:gd name="connsiteY187" fmla="*/ 2107254 h 2237474"/>
              <a:gd name="connsiteX188" fmla="*/ 79717 w 12192000"/>
              <a:gd name="connsiteY188" fmla="*/ 2107046 h 2237474"/>
              <a:gd name="connsiteX189" fmla="*/ 72352 w 12192000"/>
              <a:gd name="connsiteY189" fmla="*/ 2107991 h 2237474"/>
              <a:gd name="connsiteX190" fmla="*/ 37645 w 12192000"/>
              <a:gd name="connsiteY190" fmla="*/ 2115401 h 2237474"/>
              <a:gd name="connsiteX191" fmla="*/ 4572 w 12192000"/>
              <a:gd name="connsiteY191" fmla="*/ 2111091 h 2237474"/>
              <a:gd name="connsiteX192" fmla="*/ 0 w 12192000"/>
              <a:gd name="connsiteY192" fmla="*/ 2110468 h 2237474"/>
              <a:gd name="connsiteX193" fmla="*/ 0 w 12192000"/>
              <a:gd name="connsiteY193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44189 w 12192000"/>
              <a:gd name="connsiteY24" fmla="*/ 938966 h 2237474"/>
              <a:gd name="connsiteX25" fmla="*/ 9500499 w 12192000"/>
              <a:gd name="connsiteY25" fmla="*/ 954680 h 2237474"/>
              <a:gd name="connsiteX26" fmla="*/ 9428195 w 12192000"/>
              <a:gd name="connsiteY26" fmla="*/ 986225 h 2237474"/>
              <a:gd name="connsiteX27" fmla="*/ 9410017 w 12192000"/>
              <a:gd name="connsiteY27" fmla="*/ 993931 h 2237474"/>
              <a:gd name="connsiteX28" fmla="*/ 9392919 w 12192000"/>
              <a:gd name="connsiteY28" fmla="*/ 994656 h 2237474"/>
              <a:gd name="connsiteX29" fmla="*/ 9278619 w 12192000"/>
              <a:gd name="connsiteY29" fmla="*/ 1011878 h 2237474"/>
              <a:gd name="connsiteX30" fmla="*/ 9268019 w 12192000"/>
              <a:gd name="connsiteY30" fmla="*/ 1007442 h 2237474"/>
              <a:gd name="connsiteX31" fmla="*/ 9234662 w 12192000"/>
              <a:gd name="connsiteY31" fmla="*/ 1023056 h 2237474"/>
              <a:gd name="connsiteX32" fmla="*/ 9181033 w 12192000"/>
              <a:gd name="connsiteY32" fmla="*/ 1037921 h 2237474"/>
              <a:gd name="connsiteX33" fmla="*/ 9155969 w 12192000"/>
              <a:gd name="connsiteY33" fmla="*/ 1046804 h 2237474"/>
              <a:gd name="connsiteX34" fmla="*/ 9133985 w 12192000"/>
              <a:gd name="connsiteY34" fmla="*/ 1046450 h 2237474"/>
              <a:gd name="connsiteX35" fmla="*/ 9003462 w 12192000"/>
              <a:gd name="connsiteY35" fmla="*/ 1042406 h 2237474"/>
              <a:gd name="connsiteX36" fmla="*/ 8968445 w 12192000"/>
              <a:gd name="connsiteY36" fmla="*/ 1052169 h 2237474"/>
              <a:gd name="connsiteX37" fmla="*/ 8886001 w 12192000"/>
              <a:gd name="connsiteY37" fmla="*/ 1067468 h 2237474"/>
              <a:gd name="connsiteX38" fmla="*/ 8838610 w 12192000"/>
              <a:gd name="connsiteY38" fmla="*/ 1075091 h 2237474"/>
              <a:gd name="connsiteX39" fmla="*/ 8750383 w 12192000"/>
              <a:gd name="connsiteY39" fmla="*/ 1097387 h 2237474"/>
              <a:gd name="connsiteX40" fmla="*/ 8665605 w 12192000"/>
              <a:gd name="connsiteY40" fmla="*/ 1110791 h 2237474"/>
              <a:gd name="connsiteX41" fmla="*/ 8584946 w 12192000"/>
              <a:gd name="connsiteY41" fmla="*/ 1135226 h 2237474"/>
              <a:gd name="connsiteX42" fmla="*/ 8460755 w 12192000"/>
              <a:gd name="connsiteY42" fmla="*/ 1203427 h 2237474"/>
              <a:gd name="connsiteX43" fmla="*/ 8419755 w 12192000"/>
              <a:gd name="connsiteY43" fmla="*/ 1216260 h 2237474"/>
              <a:gd name="connsiteX44" fmla="*/ 8411626 w 12192000"/>
              <a:gd name="connsiteY44" fmla="*/ 1214397 h 2237474"/>
              <a:gd name="connsiteX45" fmla="*/ 8363469 w 12192000"/>
              <a:gd name="connsiteY45" fmla="*/ 1246658 h 2237474"/>
              <a:gd name="connsiteX46" fmla="*/ 8275497 w 12192000"/>
              <a:gd name="connsiteY46" fmla="*/ 1264396 h 2237474"/>
              <a:gd name="connsiteX47" fmla="*/ 8206287 w 12192000"/>
              <a:gd name="connsiteY47" fmla="*/ 1273060 h 2237474"/>
              <a:gd name="connsiteX48" fmla="*/ 8139997 w 12192000"/>
              <a:gd name="connsiteY48" fmla="*/ 1282713 h 2237474"/>
              <a:gd name="connsiteX49" fmla="*/ 8074238 w 12192000"/>
              <a:gd name="connsiteY49" fmla="*/ 1301895 h 2237474"/>
              <a:gd name="connsiteX50" fmla="*/ 7942099 w 12192000"/>
              <a:gd name="connsiteY50" fmla="*/ 1336332 h 2237474"/>
              <a:gd name="connsiteX51" fmla="*/ 7902328 w 12192000"/>
              <a:gd name="connsiteY51" fmla="*/ 1345865 h 2237474"/>
              <a:gd name="connsiteX52" fmla="*/ 7840612 w 12192000"/>
              <a:gd name="connsiteY52" fmla="*/ 1369373 h 2237474"/>
              <a:gd name="connsiteX53" fmla="*/ 7786819 w 12192000"/>
              <a:gd name="connsiteY53" fmla="*/ 1378970 h 2237474"/>
              <a:gd name="connsiteX54" fmla="*/ 7548172 w 12192000"/>
              <a:gd name="connsiteY54" fmla="*/ 1417460 h 2237474"/>
              <a:gd name="connsiteX55" fmla="*/ 7483437 w 12192000"/>
              <a:gd name="connsiteY55" fmla="*/ 1478152 h 2237474"/>
              <a:gd name="connsiteX56" fmla="*/ 7377870 w 12192000"/>
              <a:gd name="connsiteY56" fmla="*/ 1523319 h 2237474"/>
              <a:gd name="connsiteX57" fmla="*/ 7230737 w 12192000"/>
              <a:gd name="connsiteY57" fmla="*/ 1562633 h 2237474"/>
              <a:gd name="connsiteX58" fmla="*/ 7224458 w 12192000"/>
              <a:gd name="connsiteY58" fmla="*/ 1573008 h 2237474"/>
              <a:gd name="connsiteX59" fmla="*/ 7183121 w 12192000"/>
              <a:gd name="connsiteY59" fmla="*/ 1595162 h 2237474"/>
              <a:gd name="connsiteX60" fmla="*/ 7164601 w 12192000"/>
              <a:gd name="connsiteY60" fmla="*/ 1606490 h 2237474"/>
              <a:gd name="connsiteX61" fmla="*/ 7031309 w 12192000"/>
              <a:gd name="connsiteY61" fmla="*/ 1619451 h 2237474"/>
              <a:gd name="connsiteX62" fmla="*/ 6900177 w 12192000"/>
              <a:gd name="connsiteY62" fmla="*/ 1636016 h 2237474"/>
              <a:gd name="connsiteX63" fmla="*/ 6795372 w 12192000"/>
              <a:gd name="connsiteY63" fmla="*/ 1644845 h 2237474"/>
              <a:gd name="connsiteX64" fmla="*/ 6692251 w 12192000"/>
              <a:gd name="connsiteY64" fmla="*/ 1656357 h 2237474"/>
              <a:gd name="connsiteX65" fmla="*/ 6655235 w 12192000"/>
              <a:gd name="connsiteY65" fmla="*/ 1661869 h 2237474"/>
              <a:gd name="connsiteX66" fmla="*/ 6554894 w 12192000"/>
              <a:gd name="connsiteY66" fmla="*/ 1664428 h 2237474"/>
              <a:gd name="connsiteX67" fmla="*/ 6516595 w 12192000"/>
              <a:gd name="connsiteY67" fmla="*/ 1667475 h 2237474"/>
              <a:gd name="connsiteX68" fmla="*/ 6508541 w 12192000"/>
              <a:gd name="connsiteY68" fmla="*/ 1668757 h 2237474"/>
              <a:gd name="connsiteX69" fmla="*/ 6471012 w 12192000"/>
              <a:gd name="connsiteY69" fmla="*/ 1678604 h 2237474"/>
              <a:gd name="connsiteX70" fmla="*/ 6364035 w 12192000"/>
              <a:gd name="connsiteY70" fmla="*/ 1667683 h 2237474"/>
              <a:gd name="connsiteX71" fmla="*/ 6280959 w 12192000"/>
              <a:gd name="connsiteY71" fmla="*/ 1689329 h 2237474"/>
              <a:gd name="connsiteX72" fmla="*/ 6243319 w 12192000"/>
              <a:gd name="connsiteY72" fmla="*/ 1695560 h 2237474"/>
              <a:gd name="connsiteX73" fmla="*/ 6098321 w 12192000"/>
              <a:gd name="connsiteY73" fmla="*/ 1721646 h 2237474"/>
              <a:gd name="connsiteX74" fmla="*/ 5880652 w 12192000"/>
              <a:gd name="connsiteY74" fmla="*/ 1779643 h 2237474"/>
              <a:gd name="connsiteX75" fmla="*/ 5785959 w 12192000"/>
              <a:gd name="connsiteY75" fmla="*/ 1775307 h 2237474"/>
              <a:gd name="connsiteX76" fmla="*/ 5643534 w 12192000"/>
              <a:gd name="connsiteY76" fmla="*/ 1802919 h 2237474"/>
              <a:gd name="connsiteX77" fmla="*/ 5518799 w 12192000"/>
              <a:gd name="connsiteY77" fmla="*/ 1818312 h 2237474"/>
              <a:gd name="connsiteX78" fmla="*/ 5505014 w 12192000"/>
              <a:gd name="connsiteY78" fmla="*/ 1819259 h 2237474"/>
              <a:gd name="connsiteX79" fmla="*/ 5453307 w 12192000"/>
              <a:gd name="connsiteY79" fmla="*/ 1815450 h 2237474"/>
              <a:gd name="connsiteX80" fmla="*/ 5221533 w 12192000"/>
              <a:gd name="connsiteY80" fmla="*/ 1846950 h 2237474"/>
              <a:gd name="connsiteX81" fmla="*/ 5149802 w 12192000"/>
              <a:gd name="connsiteY81" fmla="*/ 1844846 h 2237474"/>
              <a:gd name="connsiteX82" fmla="*/ 5114927 w 12192000"/>
              <a:gd name="connsiteY82" fmla="*/ 1847827 h 2237474"/>
              <a:gd name="connsiteX83" fmla="*/ 5108970 w 12192000"/>
              <a:gd name="connsiteY83" fmla="*/ 1847935 h 2237474"/>
              <a:gd name="connsiteX84" fmla="*/ 5067961 w 12192000"/>
              <a:gd name="connsiteY84" fmla="*/ 1845917 h 2237474"/>
              <a:gd name="connsiteX85" fmla="*/ 5007075 w 12192000"/>
              <a:gd name="connsiteY85" fmla="*/ 1838626 h 2237474"/>
              <a:gd name="connsiteX86" fmla="*/ 4944087 w 12192000"/>
              <a:gd name="connsiteY86" fmla="*/ 1823332 h 2237474"/>
              <a:gd name="connsiteX87" fmla="*/ 4907662 w 12192000"/>
              <a:gd name="connsiteY87" fmla="*/ 1816900 h 2237474"/>
              <a:gd name="connsiteX88" fmla="*/ 4882386 w 12192000"/>
              <a:gd name="connsiteY88" fmla="*/ 1809844 h 2237474"/>
              <a:gd name="connsiteX89" fmla="*/ 4811440 w 12192000"/>
              <a:gd name="connsiteY89" fmla="*/ 1804655 h 2237474"/>
              <a:gd name="connsiteX90" fmla="*/ 4691075 w 12192000"/>
              <a:gd name="connsiteY90" fmla="*/ 1801389 h 2237474"/>
              <a:gd name="connsiteX91" fmla="*/ 4611738 w 12192000"/>
              <a:gd name="connsiteY91" fmla="*/ 1776964 h 2237474"/>
              <a:gd name="connsiteX92" fmla="*/ 4560070 w 12192000"/>
              <a:gd name="connsiteY92" fmla="*/ 1785640 h 2237474"/>
              <a:gd name="connsiteX93" fmla="*/ 4536503 w 12192000"/>
              <a:gd name="connsiteY93" fmla="*/ 1785334 h 2237474"/>
              <a:gd name="connsiteX94" fmla="*/ 4513724 w 12192000"/>
              <a:gd name="connsiteY94" fmla="*/ 1791996 h 2237474"/>
              <a:gd name="connsiteX95" fmla="*/ 4459810 w 12192000"/>
              <a:gd name="connsiteY95" fmla="*/ 1797886 h 2237474"/>
              <a:gd name="connsiteX96" fmla="*/ 4379064 w 12192000"/>
              <a:gd name="connsiteY96" fmla="*/ 1817177 h 2237474"/>
              <a:gd name="connsiteX97" fmla="*/ 4290981 w 12192000"/>
              <a:gd name="connsiteY97" fmla="*/ 1839677 h 2237474"/>
              <a:gd name="connsiteX98" fmla="*/ 4238372 w 12192000"/>
              <a:gd name="connsiteY98" fmla="*/ 1851480 h 2237474"/>
              <a:gd name="connsiteX99" fmla="*/ 4232517 w 12192000"/>
              <a:gd name="connsiteY99" fmla="*/ 1852567 h 2237474"/>
              <a:gd name="connsiteX100" fmla="*/ 4191732 w 12192000"/>
              <a:gd name="connsiteY100" fmla="*/ 1857328 h 2237474"/>
              <a:gd name="connsiteX101" fmla="*/ 4065532 w 12192000"/>
              <a:gd name="connsiteY101" fmla="*/ 1855477 h 2237474"/>
              <a:gd name="connsiteX102" fmla="*/ 4028460 w 12192000"/>
              <a:gd name="connsiteY102" fmla="*/ 1855137 h 2237474"/>
              <a:gd name="connsiteX103" fmla="*/ 4002267 w 12192000"/>
              <a:gd name="connsiteY103" fmla="*/ 1852352 h 2237474"/>
              <a:gd name="connsiteX104" fmla="*/ 3931396 w 12192000"/>
              <a:gd name="connsiteY104" fmla="*/ 1858915 h 2237474"/>
              <a:gd name="connsiteX105" fmla="*/ 3812162 w 12192000"/>
              <a:gd name="connsiteY105" fmla="*/ 1875501 h 2237474"/>
              <a:gd name="connsiteX106" fmla="*/ 3729530 w 12192000"/>
              <a:gd name="connsiteY106" fmla="*/ 1864513 h 2237474"/>
              <a:gd name="connsiteX107" fmla="*/ 3680177 w 12192000"/>
              <a:gd name="connsiteY107" fmla="*/ 1881552 h 2237474"/>
              <a:gd name="connsiteX108" fmla="*/ 3567259 w 12192000"/>
              <a:gd name="connsiteY108" fmla="*/ 1893482 h 2237474"/>
              <a:gd name="connsiteX109" fmla="*/ 3405770 w 12192000"/>
              <a:gd name="connsiteY109" fmla="*/ 1904591 h 2237474"/>
              <a:gd name="connsiteX110" fmla="*/ 3280097 w 12192000"/>
              <a:gd name="connsiteY110" fmla="*/ 1919610 h 2237474"/>
              <a:gd name="connsiteX111" fmla="*/ 3123424 w 12192000"/>
              <a:gd name="connsiteY111" fmla="*/ 1952930 h 2237474"/>
              <a:gd name="connsiteX112" fmla="*/ 3009910 w 12192000"/>
              <a:gd name="connsiteY112" fmla="*/ 1957866 h 2237474"/>
              <a:gd name="connsiteX113" fmla="*/ 2995934 w 12192000"/>
              <a:gd name="connsiteY113" fmla="*/ 1967085 h 2237474"/>
              <a:gd name="connsiteX114" fmla="*/ 2980071 w 12192000"/>
              <a:gd name="connsiteY114" fmla="*/ 1972988 h 2237474"/>
              <a:gd name="connsiteX115" fmla="*/ 2978094 w 12192000"/>
              <a:gd name="connsiteY115" fmla="*/ 1972369 h 2237474"/>
              <a:gd name="connsiteX116" fmla="*/ 2942858 w 12192000"/>
              <a:gd name="connsiteY116" fmla="*/ 1981367 h 2237474"/>
              <a:gd name="connsiteX117" fmla="*/ 2875436 w 12192000"/>
              <a:gd name="connsiteY117" fmla="*/ 1996977 h 2237474"/>
              <a:gd name="connsiteX118" fmla="*/ 2874892 w 12192000"/>
              <a:gd name="connsiteY118" fmla="*/ 1996085 h 2237474"/>
              <a:gd name="connsiteX119" fmla="*/ 2864145 w 12192000"/>
              <a:gd name="connsiteY119" fmla="*/ 1994061 h 2237474"/>
              <a:gd name="connsiteX120" fmla="*/ 2843662 w 12192000"/>
              <a:gd name="connsiteY120" fmla="*/ 1992498 h 2237474"/>
              <a:gd name="connsiteX121" fmla="*/ 2796128 w 12192000"/>
              <a:gd name="connsiteY121" fmla="*/ 1976403 h 2237474"/>
              <a:gd name="connsiteX122" fmla="*/ 2756784 w 12192000"/>
              <a:gd name="connsiteY122" fmla="*/ 1985116 h 2237474"/>
              <a:gd name="connsiteX123" fmla="*/ 2748833 w 12192000"/>
              <a:gd name="connsiteY123" fmla="*/ 1986323 h 2237474"/>
              <a:gd name="connsiteX124" fmla="*/ 2748661 w 12192000"/>
              <a:gd name="connsiteY124" fmla="*/ 1986122 h 2237474"/>
              <a:gd name="connsiteX125" fmla="*/ 2740251 w 12192000"/>
              <a:gd name="connsiteY125" fmla="*/ 1986946 h 2237474"/>
              <a:gd name="connsiteX126" fmla="*/ 2718916 w 12192000"/>
              <a:gd name="connsiteY126" fmla="*/ 1990867 h 2237474"/>
              <a:gd name="connsiteX127" fmla="*/ 2713522 w 12192000"/>
              <a:gd name="connsiteY127" fmla="*/ 1990173 h 2237474"/>
              <a:gd name="connsiteX128" fmla="*/ 2680597 w 12192000"/>
              <a:gd name="connsiteY128" fmla="*/ 1984996 h 2237474"/>
              <a:gd name="connsiteX129" fmla="*/ 2578178 w 12192000"/>
              <a:gd name="connsiteY129" fmla="*/ 1990531 h 2237474"/>
              <a:gd name="connsiteX130" fmla="*/ 2476147 w 12192000"/>
              <a:gd name="connsiteY130" fmla="*/ 1998305 h 2237474"/>
              <a:gd name="connsiteX131" fmla="*/ 2373568 w 12192000"/>
              <a:gd name="connsiteY131" fmla="*/ 2003219 h 2237474"/>
              <a:gd name="connsiteX132" fmla="*/ 2321399 w 12192000"/>
              <a:gd name="connsiteY132" fmla="*/ 1989467 h 2237474"/>
              <a:gd name="connsiteX133" fmla="*/ 2315525 w 12192000"/>
              <a:gd name="connsiteY133" fmla="*/ 1989708 h 2237474"/>
              <a:gd name="connsiteX134" fmla="*/ 2300792 w 12192000"/>
              <a:gd name="connsiteY134" fmla="*/ 1994290 h 2237474"/>
              <a:gd name="connsiteX135" fmla="*/ 2295469 w 12192000"/>
              <a:gd name="connsiteY135" fmla="*/ 1996659 h 2237474"/>
              <a:gd name="connsiteX136" fmla="*/ 2287219 w 12192000"/>
              <a:gd name="connsiteY136" fmla="*/ 1998750 h 2237474"/>
              <a:gd name="connsiteX137" fmla="*/ 2286948 w 12192000"/>
              <a:gd name="connsiteY137" fmla="*/ 1998596 h 2237474"/>
              <a:gd name="connsiteX138" fmla="*/ 2243069 w 12192000"/>
              <a:gd name="connsiteY138" fmla="*/ 2015111 h 2237474"/>
              <a:gd name="connsiteX139" fmla="*/ 2186609 w 12192000"/>
              <a:gd name="connsiteY139" fmla="*/ 2008263 h 2237474"/>
              <a:gd name="connsiteX140" fmla="*/ 2164831 w 12192000"/>
              <a:gd name="connsiteY140" fmla="*/ 2010143 h 2237474"/>
              <a:gd name="connsiteX141" fmla="*/ 2152836 w 12192000"/>
              <a:gd name="connsiteY141" fmla="*/ 2010048 h 2237474"/>
              <a:gd name="connsiteX142" fmla="*/ 2117102 w 12192000"/>
              <a:gd name="connsiteY142" fmla="*/ 2023004 h 2237474"/>
              <a:gd name="connsiteX143" fmla="*/ 2111935 w 12192000"/>
              <a:gd name="connsiteY143" fmla="*/ 2023163 h 2237474"/>
              <a:gd name="connsiteX144" fmla="*/ 2089991 w 12192000"/>
              <a:gd name="connsiteY144" fmla="*/ 2034193 h 2237474"/>
              <a:gd name="connsiteX145" fmla="*/ 2058061 w 12192000"/>
              <a:gd name="connsiteY145" fmla="*/ 2047942 h 2237474"/>
              <a:gd name="connsiteX146" fmla="*/ 2055737 w 12192000"/>
              <a:gd name="connsiteY146" fmla="*/ 2047704 h 2237474"/>
              <a:gd name="connsiteX147" fmla="*/ 2042244 w 12192000"/>
              <a:gd name="connsiteY147" fmla="*/ 2055560 h 2237474"/>
              <a:gd name="connsiteX148" fmla="*/ 1976224 w 12192000"/>
              <a:gd name="connsiteY148" fmla="*/ 2074257 h 2237474"/>
              <a:gd name="connsiteX149" fmla="*/ 1877728 w 12192000"/>
              <a:gd name="connsiteY149" fmla="*/ 2101004 h 2237474"/>
              <a:gd name="connsiteX150" fmla="*/ 1759056 w 12192000"/>
              <a:gd name="connsiteY150" fmla="*/ 2125608 h 2237474"/>
              <a:gd name="connsiteX151" fmla="*/ 1637948 w 12192000"/>
              <a:gd name="connsiteY151" fmla="*/ 2172597 h 2237474"/>
              <a:gd name="connsiteX152" fmla="*/ 1434549 w 12192000"/>
              <a:gd name="connsiteY152" fmla="*/ 2234522 h 2237474"/>
              <a:gd name="connsiteX153" fmla="*/ 1398481 w 12192000"/>
              <a:gd name="connsiteY153" fmla="*/ 2237074 h 2237474"/>
              <a:gd name="connsiteX154" fmla="*/ 1398407 w 12192000"/>
              <a:gd name="connsiteY154" fmla="*/ 2237095 h 2237474"/>
              <a:gd name="connsiteX155" fmla="*/ 1370962 w 12192000"/>
              <a:gd name="connsiteY155" fmla="*/ 2237474 h 2237474"/>
              <a:gd name="connsiteX156" fmla="*/ 1356367 w 12192000"/>
              <a:gd name="connsiteY156" fmla="*/ 2235089 h 2237474"/>
              <a:gd name="connsiteX157" fmla="*/ 1324828 w 12192000"/>
              <a:gd name="connsiteY157" fmla="*/ 2231968 h 2237474"/>
              <a:gd name="connsiteX158" fmla="*/ 1297744 w 12192000"/>
              <a:gd name="connsiteY158" fmla="*/ 2235849 h 2237474"/>
              <a:gd name="connsiteX159" fmla="*/ 1286236 w 12192000"/>
              <a:gd name="connsiteY159" fmla="*/ 2233135 h 2237474"/>
              <a:gd name="connsiteX160" fmla="*/ 1283504 w 12192000"/>
              <a:gd name="connsiteY160" fmla="*/ 2233797 h 2237474"/>
              <a:gd name="connsiteX161" fmla="*/ 1279765 w 12192000"/>
              <a:gd name="connsiteY161" fmla="*/ 2229639 h 2237474"/>
              <a:gd name="connsiteX162" fmla="*/ 1195347 w 12192000"/>
              <a:gd name="connsiteY162" fmla="*/ 2212354 h 2237474"/>
              <a:gd name="connsiteX163" fmla="*/ 970251 w 12192000"/>
              <a:gd name="connsiteY163" fmla="*/ 2221029 h 2237474"/>
              <a:gd name="connsiteX164" fmla="*/ 812914 w 12192000"/>
              <a:gd name="connsiteY164" fmla="*/ 2202752 h 2237474"/>
              <a:gd name="connsiteX165" fmla="*/ 800195 w 12192000"/>
              <a:gd name="connsiteY165" fmla="*/ 2209407 h 2237474"/>
              <a:gd name="connsiteX166" fmla="*/ 784978 w 12192000"/>
              <a:gd name="connsiteY166" fmla="*/ 2212360 h 2237474"/>
              <a:gd name="connsiteX167" fmla="*/ 681987 w 12192000"/>
              <a:gd name="connsiteY167" fmla="*/ 2216757 h 2237474"/>
              <a:gd name="connsiteX168" fmla="*/ 669923 w 12192000"/>
              <a:gd name="connsiteY168" fmla="*/ 2211682 h 2237474"/>
              <a:gd name="connsiteX169" fmla="*/ 648680 w 12192000"/>
              <a:gd name="connsiteY169" fmla="*/ 2206229 h 2237474"/>
              <a:gd name="connsiteX170" fmla="*/ 597225 w 12192000"/>
              <a:gd name="connsiteY170" fmla="*/ 2180999 h 2237474"/>
              <a:gd name="connsiteX171" fmla="*/ 558449 w 12192000"/>
              <a:gd name="connsiteY171" fmla="*/ 2182346 h 2237474"/>
              <a:gd name="connsiteX172" fmla="*/ 550517 w 12192000"/>
              <a:gd name="connsiteY172" fmla="*/ 2182060 h 2237474"/>
              <a:gd name="connsiteX173" fmla="*/ 550309 w 12192000"/>
              <a:gd name="connsiteY173" fmla="*/ 2181825 h 2237474"/>
              <a:gd name="connsiteX174" fmla="*/ 541836 w 12192000"/>
              <a:gd name="connsiteY174" fmla="*/ 2181063 h 2237474"/>
              <a:gd name="connsiteX175" fmla="*/ 536057 w 12192000"/>
              <a:gd name="connsiteY175" fmla="*/ 2181537 h 2237474"/>
              <a:gd name="connsiteX176" fmla="*/ 520671 w 12192000"/>
              <a:gd name="connsiteY176" fmla="*/ 2180980 h 2237474"/>
              <a:gd name="connsiteX177" fmla="*/ 515024 w 12192000"/>
              <a:gd name="connsiteY177" fmla="*/ 2179258 h 2237474"/>
              <a:gd name="connsiteX178" fmla="*/ 512278 w 12192000"/>
              <a:gd name="connsiteY178" fmla="*/ 2176369 h 2237474"/>
              <a:gd name="connsiteX179" fmla="*/ 480419 w 12192000"/>
              <a:gd name="connsiteY179" fmla="*/ 2167807 h 2237474"/>
              <a:gd name="connsiteX180" fmla="*/ 413835 w 12192000"/>
              <a:gd name="connsiteY180" fmla="*/ 2156783 h 2237474"/>
              <a:gd name="connsiteX181" fmla="*/ 376513 w 12192000"/>
              <a:gd name="connsiteY181" fmla="*/ 2154014 h 2237474"/>
              <a:gd name="connsiteX182" fmla="*/ 273386 w 12192000"/>
              <a:gd name="connsiteY182" fmla="*/ 2142551 h 2237474"/>
              <a:gd name="connsiteX183" fmla="*/ 169207 w 12192000"/>
              <a:gd name="connsiteY183" fmla="*/ 2128100 h 2237474"/>
              <a:gd name="connsiteX184" fmla="*/ 93149 w 12192000"/>
              <a:gd name="connsiteY184" fmla="*/ 2105324 h 2237474"/>
              <a:gd name="connsiteX185" fmla="*/ 88109 w 12192000"/>
              <a:gd name="connsiteY185" fmla="*/ 2106704 h 2237474"/>
              <a:gd name="connsiteX186" fmla="*/ 80022 w 12192000"/>
              <a:gd name="connsiteY186" fmla="*/ 2107254 h 2237474"/>
              <a:gd name="connsiteX187" fmla="*/ 79717 w 12192000"/>
              <a:gd name="connsiteY187" fmla="*/ 2107046 h 2237474"/>
              <a:gd name="connsiteX188" fmla="*/ 72352 w 12192000"/>
              <a:gd name="connsiteY188" fmla="*/ 2107991 h 2237474"/>
              <a:gd name="connsiteX189" fmla="*/ 37645 w 12192000"/>
              <a:gd name="connsiteY189" fmla="*/ 2115401 h 2237474"/>
              <a:gd name="connsiteX190" fmla="*/ 4572 w 12192000"/>
              <a:gd name="connsiteY190" fmla="*/ 2111091 h 2237474"/>
              <a:gd name="connsiteX191" fmla="*/ 0 w 12192000"/>
              <a:gd name="connsiteY191" fmla="*/ 2110468 h 2237474"/>
              <a:gd name="connsiteX192" fmla="*/ 0 w 12192000"/>
              <a:gd name="connsiteY19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8975 w 12192000"/>
              <a:gd name="connsiteY12" fmla="*/ 755279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44189 w 12192000"/>
              <a:gd name="connsiteY24" fmla="*/ 938966 h 2237474"/>
              <a:gd name="connsiteX25" fmla="*/ 9500499 w 12192000"/>
              <a:gd name="connsiteY25" fmla="*/ 954680 h 2237474"/>
              <a:gd name="connsiteX26" fmla="*/ 9428195 w 12192000"/>
              <a:gd name="connsiteY26" fmla="*/ 986225 h 2237474"/>
              <a:gd name="connsiteX27" fmla="*/ 9410017 w 12192000"/>
              <a:gd name="connsiteY27" fmla="*/ 993931 h 2237474"/>
              <a:gd name="connsiteX28" fmla="*/ 9392919 w 12192000"/>
              <a:gd name="connsiteY28" fmla="*/ 994656 h 2237474"/>
              <a:gd name="connsiteX29" fmla="*/ 9278619 w 12192000"/>
              <a:gd name="connsiteY29" fmla="*/ 1011878 h 2237474"/>
              <a:gd name="connsiteX30" fmla="*/ 9268019 w 12192000"/>
              <a:gd name="connsiteY30" fmla="*/ 1007442 h 2237474"/>
              <a:gd name="connsiteX31" fmla="*/ 9234662 w 12192000"/>
              <a:gd name="connsiteY31" fmla="*/ 1023056 h 2237474"/>
              <a:gd name="connsiteX32" fmla="*/ 9181033 w 12192000"/>
              <a:gd name="connsiteY32" fmla="*/ 1037921 h 2237474"/>
              <a:gd name="connsiteX33" fmla="*/ 9155969 w 12192000"/>
              <a:gd name="connsiteY33" fmla="*/ 1046804 h 2237474"/>
              <a:gd name="connsiteX34" fmla="*/ 9133985 w 12192000"/>
              <a:gd name="connsiteY34" fmla="*/ 1046450 h 2237474"/>
              <a:gd name="connsiteX35" fmla="*/ 9003462 w 12192000"/>
              <a:gd name="connsiteY35" fmla="*/ 1042406 h 2237474"/>
              <a:gd name="connsiteX36" fmla="*/ 8968445 w 12192000"/>
              <a:gd name="connsiteY36" fmla="*/ 1052169 h 2237474"/>
              <a:gd name="connsiteX37" fmla="*/ 8886001 w 12192000"/>
              <a:gd name="connsiteY37" fmla="*/ 1067468 h 2237474"/>
              <a:gd name="connsiteX38" fmla="*/ 8838610 w 12192000"/>
              <a:gd name="connsiteY38" fmla="*/ 1075091 h 2237474"/>
              <a:gd name="connsiteX39" fmla="*/ 8750383 w 12192000"/>
              <a:gd name="connsiteY39" fmla="*/ 1097387 h 2237474"/>
              <a:gd name="connsiteX40" fmla="*/ 8665605 w 12192000"/>
              <a:gd name="connsiteY40" fmla="*/ 1110791 h 2237474"/>
              <a:gd name="connsiteX41" fmla="*/ 8584946 w 12192000"/>
              <a:gd name="connsiteY41" fmla="*/ 1135226 h 2237474"/>
              <a:gd name="connsiteX42" fmla="*/ 8460755 w 12192000"/>
              <a:gd name="connsiteY42" fmla="*/ 1203427 h 2237474"/>
              <a:gd name="connsiteX43" fmla="*/ 8419755 w 12192000"/>
              <a:gd name="connsiteY43" fmla="*/ 1216260 h 2237474"/>
              <a:gd name="connsiteX44" fmla="*/ 8411626 w 12192000"/>
              <a:gd name="connsiteY44" fmla="*/ 1214397 h 2237474"/>
              <a:gd name="connsiteX45" fmla="*/ 8363469 w 12192000"/>
              <a:gd name="connsiteY45" fmla="*/ 1246658 h 2237474"/>
              <a:gd name="connsiteX46" fmla="*/ 8275497 w 12192000"/>
              <a:gd name="connsiteY46" fmla="*/ 1264396 h 2237474"/>
              <a:gd name="connsiteX47" fmla="*/ 8206287 w 12192000"/>
              <a:gd name="connsiteY47" fmla="*/ 1273060 h 2237474"/>
              <a:gd name="connsiteX48" fmla="*/ 8139997 w 12192000"/>
              <a:gd name="connsiteY48" fmla="*/ 1282713 h 2237474"/>
              <a:gd name="connsiteX49" fmla="*/ 8074238 w 12192000"/>
              <a:gd name="connsiteY49" fmla="*/ 1301895 h 2237474"/>
              <a:gd name="connsiteX50" fmla="*/ 7942099 w 12192000"/>
              <a:gd name="connsiteY50" fmla="*/ 1336332 h 2237474"/>
              <a:gd name="connsiteX51" fmla="*/ 7902328 w 12192000"/>
              <a:gd name="connsiteY51" fmla="*/ 1345865 h 2237474"/>
              <a:gd name="connsiteX52" fmla="*/ 7840612 w 12192000"/>
              <a:gd name="connsiteY52" fmla="*/ 1369373 h 2237474"/>
              <a:gd name="connsiteX53" fmla="*/ 7786819 w 12192000"/>
              <a:gd name="connsiteY53" fmla="*/ 1378970 h 2237474"/>
              <a:gd name="connsiteX54" fmla="*/ 7548172 w 12192000"/>
              <a:gd name="connsiteY54" fmla="*/ 1417460 h 2237474"/>
              <a:gd name="connsiteX55" fmla="*/ 7483437 w 12192000"/>
              <a:gd name="connsiteY55" fmla="*/ 1478152 h 2237474"/>
              <a:gd name="connsiteX56" fmla="*/ 7377870 w 12192000"/>
              <a:gd name="connsiteY56" fmla="*/ 1523319 h 2237474"/>
              <a:gd name="connsiteX57" fmla="*/ 7230737 w 12192000"/>
              <a:gd name="connsiteY57" fmla="*/ 1562633 h 2237474"/>
              <a:gd name="connsiteX58" fmla="*/ 7224458 w 12192000"/>
              <a:gd name="connsiteY58" fmla="*/ 1573008 h 2237474"/>
              <a:gd name="connsiteX59" fmla="*/ 7183121 w 12192000"/>
              <a:gd name="connsiteY59" fmla="*/ 1595162 h 2237474"/>
              <a:gd name="connsiteX60" fmla="*/ 7164601 w 12192000"/>
              <a:gd name="connsiteY60" fmla="*/ 1606490 h 2237474"/>
              <a:gd name="connsiteX61" fmla="*/ 7031309 w 12192000"/>
              <a:gd name="connsiteY61" fmla="*/ 1619451 h 2237474"/>
              <a:gd name="connsiteX62" fmla="*/ 6900177 w 12192000"/>
              <a:gd name="connsiteY62" fmla="*/ 1636016 h 2237474"/>
              <a:gd name="connsiteX63" fmla="*/ 6795372 w 12192000"/>
              <a:gd name="connsiteY63" fmla="*/ 1644845 h 2237474"/>
              <a:gd name="connsiteX64" fmla="*/ 6692251 w 12192000"/>
              <a:gd name="connsiteY64" fmla="*/ 1656357 h 2237474"/>
              <a:gd name="connsiteX65" fmla="*/ 6655235 w 12192000"/>
              <a:gd name="connsiteY65" fmla="*/ 1661869 h 2237474"/>
              <a:gd name="connsiteX66" fmla="*/ 6554894 w 12192000"/>
              <a:gd name="connsiteY66" fmla="*/ 1664428 h 2237474"/>
              <a:gd name="connsiteX67" fmla="*/ 6516595 w 12192000"/>
              <a:gd name="connsiteY67" fmla="*/ 1667475 h 2237474"/>
              <a:gd name="connsiteX68" fmla="*/ 6508541 w 12192000"/>
              <a:gd name="connsiteY68" fmla="*/ 1668757 h 2237474"/>
              <a:gd name="connsiteX69" fmla="*/ 6471012 w 12192000"/>
              <a:gd name="connsiteY69" fmla="*/ 1678604 h 2237474"/>
              <a:gd name="connsiteX70" fmla="*/ 6364035 w 12192000"/>
              <a:gd name="connsiteY70" fmla="*/ 1667683 h 2237474"/>
              <a:gd name="connsiteX71" fmla="*/ 6280959 w 12192000"/>
              <a:gd name="connsiteY71" fmla="*/ 1689329 h 2237474"/>
              <a:gd name="connsiteX72" fmla="*/ 6243319 w 12192000"/>
              <a:gd name="connsiteY72" fmla="*/ 1695560 h 2237474"/>
              <a:gd name="connsiteX73" fmla="*/ 6098321 w 12192000"/>
              <a:gd name="connsiteY73" fmla="*/ 1721646 h 2237474"/>
              <a:gd name="connsiteX74" fmla="*/ 5880652 w 12192000"/>
              <a:gd name="connsiteY74" fmla="*/ 1779643 h 2237474"/>
              <a:gd name="connsiteX75" fmla="*/ 5785959 w 12192000"/>
              <a:gd name="connsiteY75" fmla="*/ 1775307 h 2237474"/>
              <a:gd name="connsiteX76" fmla="*/ 5643534 w 12192000"/>
              <a:gd name="connsiteY76" fmla="*/ 1802919 h 2237474"/>
              <a:gd name="connsiteX77" fmla="*/ 5518799 w 12192000"/>
              <a:gd name="connsiteY77" fmla="*/ 1818312 h 2237474"/>
              <a:gd name="connsiteX78" fmla="*/ 5505014 w 12192000"/>
              <a:gd name="connsiteY78" fmla="*/ 1819259 h 2237474"/>
              <a:gd name="connsiteX79" fmla="*/ 5453307 w 12192000"/>
              <a:gd name="connsiteY79" fmla="*/ 1815450 h 2237474"/>
              <a:gd name="connsiteX80" fmla="*/ 5221533 w 12192000"/>
              <a:gd name="connsiteY80" fmla="*/ 1846950 h 2237474"/>
              <a:gd name="connsiteX81" fmla="*/ 5149802 w 12192000"/>
              <a:gd name="connsiteY81" fmla="*/ 1844846 h 2237474"/>
              <a:gd name="connsiteX82" fmla="*/ 5114927 w 12192000"/>
              <a:gd name="connsiteY82" fmla="*/ 1847827 h 2237474"/>
              <a:gd name="connsiteX83" fmla="*/ 5108970 w 12192000"/>
              <a:gd name="connsiteY83" fmla="*/ 1847935 h 2237474"/>
              <a:gd name="connsiteX84" fmla="*/ 5067961 w 12192000"/>
              <a:gd name="connsiteY84" fmla="*/ 1845917 h 2237474"/>
              <a:gd name="connsiteX85" fmla="*/ 5007075 w 12192000"/>
              <a:gd name="connsiteY85" fmla="*/ 1838626 h 2237474"/>
              <a:gd name="connsiteX86" fmla="*/ 4944087 w 12192000"/>
              <a:gd name="connsiteY86" fmla="*/ 1823332 h 2237474"/>
              <a:gd name="connsiteX87" fmla="*/ 4907662 w 12192000"/>
              <a:gd name="connsiteY87" fmla="*/ 1816900 h 2237474"/>
              <a:gd name="connsiteX88" fmla="*/ 4882386 w 12192000"/>
              <a:gd name="connsiteY88" fmla="*/ 1809844 h 2237474"/>
              <a:gd name="connsiteX89" fmla="*/ 4811440 w 12192000"/>
              <a:gd name="connsiteY89" fmla="*/ 1804655 h 2237474"/>
              <a:gd name="connsiteX90" fmla="*/ 4691075 w 12192000"/>
              <a:gd name="connsiteY90" fmla="*/ 1801389 h 2237474"/>
              <a:gd name="connsiteX91" fmla="*/ 4611738 w 12192000"/>
              <a:gd name="connsiteY91" fmla="*/ 1776964 h 2237474"/>
              <a:gd name="connsiteX92" fmla="*/ 4560070 w 12192000"/>
              <a:gd name="connsiteY92" fmla="*/ 1785640 h 2237474"/>
              <a:gd name="connsiteX93" fmla="*/ 4536503 w 12192000"/>
              <a:gd name="connsiteY93" fmla="*/ 1785334 h 2237474"/>
              <a:gd name="connsiteX94" fmla="*/ 4513724 w 12192000"/>
              <a:gd name="connsiteY94" fmla="*/ 1791996 h 2237474"/>
              <a:gd name="connsiteX95" fmla="*/ 4459810 w 12192000"/>
              <a:gd name="connsiteY95" fmla="*/ 1797886 h 2237474"/>
              <a:gd name="connsiteX96" fmla="*/ 4379064 w 12192000"/>
              <a:gd name="connsiteY96" fmla="*/ 1817177 h 2237474"/>
              <a:gd name="connsiteX97" fmla="*/ 4290981 w 12192000"/>
              <a:gd name="connsiteY97" fmla="*/ 1839677 h 2237474"/>
              <a:gd name="connsiteX98" fmla="*/ 4238372 w 12192000"/>
              <a:gd name="connsiteY98" fmla="*/ 1851480 h 2237474"/>
              <a:gd name="connsiteX99" fmla="*/ 4232517 w 12192000"/>
              <a:gd name="connsiteY99" fmla="*/ 1852567 h 2237474"/>
              <a:gd name="connsiteX100" fmla="*/ 4191732 w 12192000"/>
              <a:gd name="connsiteY100" fmla="*/ 1857328 h 2237474"/>
              <a:gd name="connsiteX101" fmla="*/ 4065532 w 12192000"/>
              <a:gd name="connsiteY101" fmla="*/ 1855477 h 2237474"/>
              <a:gd name="connsiteX102" fmla="*/ 4028460 w 12192000"/>
              <a:gd name="connsiteY102" fmla="*/ 1855137 h 2237474"/>
              <a:gd name="connsiteX103" fmla="*/ 4002267 w 12192000"/>
              <a:gd name="connsiteY103" fmla="*/ 1852352 h 2237474"/>
              <a:gd name="connsiteX104" fmla="*/ 3931396 w 12192000"/>
              <a:gd name="connsiteY104" fmla="*/ 1858915 h 2237474"/>
              <a:gd name="connsiteX105" fmla="*/ 3812162 w 12192000"/>
              <a:gd name="connsiteY105" fmla="*/ 1875501 h 2237474"/>
              <a:gd name="connsiteX106" fmla="*/ 3729530 w 12192000"/>
              <a:gd name="connsiteY106" fmla="*/ 1864513 h 2237474"/>
              <a:gd name="connsiteX107" fmla="*/ 3680177 w 12192000"/>
              <a:gd name="connsiteY107" fmla="*/ 1881552 h 2237474"/>
              <a:gd name="connsiteX108" fmla="*/ 3567259 w 12192000"/>
              <a:gd name="connsiteY108" fmla="*/ 1893482 h 2237474"/>
              <a:gd name="connsiteX109" fmla="*/ 3405770 w 12192000"/>
              <a:gd name="connsiteY109" fmla="*/ 1904591 h 2237474"/>
              <a:gd name="connsiteX110" fmla="*/ 3280097 w 12192000"/>
              <a:gd name="connsiteY110" fmla="*/ 1919610 h 2237474"/>
              <a:gd name="connsiteX111" fmla="*/ 3123424 w 12192000"/>
              <a:gd name="connsiteY111" fmla="*/ 1952930 h 2237474"/>
              <a:gd name="connsiteX112" fmla="*/ 3009910 w 12192000"/>
              <a:gd name="connsiteY112" fmla="*/ 1957866 h 2237474"/>
              <a:gd name="connsiteX113" fmla="*/ 2995934 w 12192000"/>
              <a:gd name="connsiteY113" fmla="*/ 1967085 h 2237474"/>
              <a:gd name="connsiteX114" fmla="*/ 2980071 w 12192000"/>
              <a:gd name="connsiteY114" fmla="*/ 1972988 h 2237474"/>
              <a:gd name="connsiteX115" fmla="*/ 2978094 w 12192000"/>
              <a:gd name="connsiteY115" fmla="*/ 1972369 h 2237474"/>
              <a:gd name="connsiteX116" fmla="*/ 2942858 w 12192000"/>
              <a:gd name="connsiteY116" fmla="*/ 1981367 h 2237474"/>
              <a:gd name="connsiteX117" fmla="*/ 2875436 w 12192000"/>
              <a:gd name="connsiteY117" fmla="*/ 1996977 h 2237474"/>
              <a:gd name="connsiteX118" fmla="*/ 2874892 w 12192000"/>
              <a:gd name="connsiteY118" fmla="*/ 1996085 h 2237474"/>
              <a:gd name="connsiteX119" fmla="*/ 2864145 w 12192000"/>
              <a:gd name="connsiteY119" fmla="*/ 1994061 h 2237474"/>
              <a:gd name="connsiteX120" fmla="*/ 2843662 w 12192000"/>
              <a:gd name="connsiteY120" fmla="*/ 1992498 h 2237474"/>
              <a:gd name="connsiteX121" fmla="*/ 2796128 w 12192000"/>
              <a:gd name="connsiteY121" fmla="*/ 1976403 h 2237474"/>
              <a:gd name="connsiteX122" fmla="*/ 2756784 w 12192000"/>
              <a:gd name="connsiteY122" fmla="*/ 1985116 h 2237474"/>
              <a:gd name="connsiteX123" fmla="*/ 2748833 w 12192000"/>
              <a:gd name="connsiteY123" fmla="*/ 1986323 h 2237474"/>
              <a:gd name="connsiteX124" fmla="*/ 2748661 w 12192000"/>
              <a:gd name="connsiteY124" fmla="*/ 1986122 h 2237474"/>
              <a:gd name="connsiteX125" fmla="*/ 2740251 w 12192000"/>
              <a:gd name="connsiteY125" fmla="*/ 1986946 h 2237474"/>
              <a:gd name="connsiteX126" fmla="*/ 2718916 w 12192000"/>
              <a:gd name="connsiteY126" fmla="*/ 1990867 h 2237474"/>
              <a:gd name="connsiteX127" fmla="*/ 2713522 w 12192000"/>
              <a:gd name="connsiteY127" fmla="*/ 1990173 h 2237474"/>
              <a:gd name="connsiteX128" fmla="*/ 2680597 w 12192000"/>
              <a:gd name="connsiteY128" fmla="*/ 1984996 h 2237474"/>
              <a:gd name="connsiteX129" fmla="*/ 2578178 w 12192000"/>
              <a:gd name="connsiteY129" fmla="*/ 1990531 h 2237474"/>
              <a:gd name="connsiteX130" fmla="*/ 2476147 w 12192000"/>
              <a:gd name="connsiteY130" fmla="*/ 1998305 h 2237474"/>
              <a:gd name="connsiteX131" fmla="*/ 2373568 w 12192000"/>
              <a:gd name="connsiteY131" fmla="*/ 2003219 h 2237474"/>
              <a:gd name="connsiteX132" fmla="*/ 2321399 w 12192000"/>
              <a:gd name="connsiteY132" fmla="*/ 1989467 h 2237474"/>
              <a:gd name="connsiteX133" fmla="*/ 2315525 w 12192000"/>
              <a:gd name="connsiteY133" fmla="*/ 1989708 h 2237474"/>
              <a:gd name="connsiteX134" fmla="*/ 2300792 w 12192000"/>
              <a:gd name="connsiteY134" fmla="*/ 1994290 h 2237474"/>
              <a:gd name="connsiteX135" fmla="*/ 2295469 w 12192000"/>
              <a:gd name="connsiteY135" fmla="*/ 1996659 h 2237474"/>
              <a:gd name="connsiteX136" fmla="*/ 2287219 w 12192000"/>
              <a:gd name="connsiteY136" fmla="*/ 1998750 h 2237474"/>
              <a:gd name="connsiteX137" fmla="*/ 2286948 w 12192000"/>
              <a:gd name="connsiteY137" fmla="*/ 1998596 h 2237474"/>
              <a:gd name="connsiteX138" fmla="*/ 2243069 w 12192000"/>
              <a:gd name="connsiteY138" fmla="*/ 2015111 h 2237474"/>
              <a:gd name="connsiteX139" fmla="*/ 2186609 w 12192000"/>
              <a:gd name="connsiteY139" fmla="*/ 2008263 h 2237474"/>
              <a:gd name="connsiteX140" fmla="*/ 2164831 w 12192000"/>
              <a:gd name="connsiteY140" fmla="*/ 2010143 h 2237474"/>
              <a:gd name="connsiteX141" fmla="*/ 2152836 w 12192000"/>
              <a:gd name="connsiteY141" fmla="*/ 2010048 h 2237474"/>
              <a:gd name="connsiteX142" fmla="*/ 2117102 w 12192000"/>
              <a:gd name="connsiteY142" fmla="*/ 2023004 h 2237474"/>
              <a:gd name="connsiteX143" fmla="*/ 2111935 w 12192000"/>
              <a:gd name="connsiteY143" fmla="*/ 2023163 h 2237474"/>
              <a:gd name="connsiteX144" fmla="*/ 2089991 w 12192000"/>
              <a:gd name="connsiteY144" fmla="*/ 2034193 h 2237474"/>
              <a:gd name="connsiteX145" fmla="*/ 2058061 w 12192000"/>
              <a:gd name="connsiteY145" fmla="*/ 2047942 h 2237474"/>
              <a:gd name="connsiteX146" fmla="*/ 2055737 w 12192000"/>
              <a:gd name="connsiteY146" fmla="*/ 2047704 h 2237474"/>
              <a:gd name="connsiteX147" fmla="*/ 2042244 w 12192000"/>
              <a:gd name="connsiteY147" fmla="*/ 2055560 h 2237474"/>
              <a:gd name="connsiteX148" fmla="*/ 1976224 w 12192000"/>
              <a:gd name="connsiteY148" fmla="*/ 2074257 h 2237474"/>
              <a:gd name="connsiteX149" fmla="*/ 1877728 w 12192000"/>
              <a:gd name="connsiteY149" fmla="*/ 2101004 h 2237474"/>
              <a:gd name="connsiteX150" fmla="*/ 1759056 w 12192000"/>
              <a:gd name="connsiteY150" fmla="*/ 2125608 h 2237474"/>
              <a:gd name="connsiteX151" fmla="*/ 1637948 w 12192000"/>
              <a:gd name="connsiteY151" fmla="*/ 2172597 h 2237474"/>
              <a:gd name="connsiteX152" fmla="*/ 1434549 w 12192000"/>
              <a:gd name="connsiteY152" fmla="*/ 2234522 h 2237474"/>
              <a:gd name="connsiteX153" fmla="*/ 1398481 w 12192000"/>
              <a:gd name="connsiteY153" fmla="*/ 2237074 h 2237474"/>
              <a:gd name="connsiteX154" fmla="*/ 1398407 w 12192000"/>
              <a:gd name="connsiteY154" fmla="*/ 2237095 h 2237474"/>
              <a:gd name="connsiteX155" fmla="*/ 1370962 w 12192000"/>
              <a:gd name="connsiteY155" fmla="*/ 2237474 h 2237474"/>
              <a:gd name="connsiteX156" fmla="*/ 1356367 w 12192000"/>
              <a:gd name="connsiteY156" fmla="*/ 2235089 h 2237474"/>
              <a:gd name="connsiteX157" fmla="*/ 1324828 w 12192000"/>
              <a:gd name="connsiteY157" fmla="*/ 2231968 h 2237474"/>
              <a:gd name="connsiteX158" fmla="*/ 1297744 w 12192000"/>
              <a:gd name="connsiteY158" fmla="*/ 2235849 h 2237474"/>
              <a:gd name="connsiteX159" fmla="*/ 1286236 w 12192000"/>
              <a:gd name="connsiteY159" fmla="*/ 2233135 h 2237474"/>
              <a:gd name="connsiteX160" fmla="*/ 1283504 w 12192000"/>
              <a:gd name="connsiteY160" fmla="*/ 2233797 h 2237474"/>
              <a:gd name="connsiteX161" fmla="*/ 1279765 w 12192000"/>
              <a:gd name="connsiteY161" fmla="*/ 2229639 h 2237474"/>
              <a:gd name="connsiteX162" fmla="*/ 1195347 w 12192000"/>
              <a:gd name="connsiteY162" fmla="*/ 2212354 h 2237474"/>
              <a:gd name="connsiteX163" fmla="*/ 970251 w 12192000"/>
              <a:gd name="connsiteY163" fmla="*/ 2221029 h 2237474"/>
              <a:gd name="connsiteX164" fmla="*/ 812914 w 12192000"/>
              <a:gd name="connsiteY164" fmla="*/ 2202752 h 2237474"/>
              <a:gd name="connsiteX165" fmla="*/ 800195 w 12192000"/>
              <a:gd name="connsiteY165" fmla="*/ 2209407 h 2237474"/>
              <a:gd name="connsiteX166" fmla="*/ 784978 w 12192000"/>
              <a:gd name="connsiteY166" fmla="*/ 2212360 h 2237474"/>
              <a:gd name="connsiteX167" fmla="*/ 681987 w 12192000"/>
              <a:gd name="connsiteY167" fmla="*/ 2216757 h 2237474"/>
              <a:gd name="connsiteX168" fmla="*/ 669923 w 12192000"/>
              <a:gd name="connsiteY168" fmla="*/ 2211682 h 2237474"/>
              <a:gd name="connsiteX169" fmla="*/ 648680 w 12192000"/>
              <a:gd name="connsiteY169" fmla="*/ 2206229 h 2237474"/>
              <a:gd name="connsiteX170" fmla="*/ 597225 w 12192000"/>
              <a:gd name="connsiteY170" fmla="*/ 2180999 h 2237474"/>
              <a:gd name="connsiteX171" fmla="*/ 558449 w 12192000"/>
              <a:gd name="connsiteY171" fmla="*/ 2182346 h 2237474"/>
              <a:gd name="connsiteX172" fmla="*/ 550517 w 12192000"/>
              <a:gd name="connsiteY172" fmla="*/ 2182060 h 2237474"/>
              <a:gd name="connsiteX173" fmla="*/ 550309 w 12192000"/>
              <a:gd name="connsiteY173" fmla="*/ 2181825 h 2237474"/>
              <a:gd name="connsiteX174" fmla="*/ 541836 w 12192000"/>
              <a:gd name="connsiteY174" fmla="*/ 2181063 h 2237474"/>
              <a:gd name="connsiteX175" fmla="*/ 536057 w 12192000"/>
              <a:gd name="connsiteY175" fmla="*/ 2181537 h 2237474"/>
              <a:gd name="connsiteX176" fmla="*/ 520671 w 12192000"/>
              <a:gd name="connsiteY176" fmla="*/ 2180980 h 2237474"/>
              <a:gd name="connsiteX177" fmla="*/ 515024 w 12192000"/>
              <a:gd name="connsiteY177" fmla="*/ 2179258 h 2237474"/>
              <a:gd name="connsiteX178" fmla="*/ 512278 w 12192000"/>
              <a:gd name="connsiteY178" fmla="*/ 2176369 h 2237474"/>
              <a:gd name="connsiteX179" fmla="*/ 480419 w 12192000"/>
              <a:gd name="connsiteY179" fmla="*/ 2167807 h 2237474"/>
              <a:gd name="connsiteX180" fmla="*/ 413835 w 12192000"/>
              <a:gd name="connsiteY180" fmla="*/ 2156783 h 2237474"/>
              <a:gd name="connsiteX181" fmla="*/ 376513 w 12192000"/>
              <a:gd name="connsiteY181" fmla="*/ 2154014 h 2237474"/>
              <a:gd name="connsiteX182" fmla="*/ 273386 w 12192000"/>
              <a:gd name="connsiteY182" fmla="*/ 2142551 h 2237474"/>
              <a:gd name="connsiteX183" fmla="*/ 169207 w 12192000"/>
              <a:gd name="connsiteY183" fmla="*/ 2128100 h 2237474"/>
              <a:gd name="connsiteX184" fmla="*/ 93149 w 12192000"/>
              <a:gd name="connsiteY184" fmla="*/ 2105324 h 2237474"/>
              <a:gd name="connsiteX185" fmla="*/ 88109 w 12192000"/>
              <a:gd name="connsiteY185" fmla="*/ 2106704 h 2237474"/>
              <a:gd name="connsiteX186" fmla="*/ 80022 w 12192000"/>
              <a:gd name="connsiteY186" fmla="*/ 2107254 h 2237474"/>
              <a:gd name="connsiteX187" fmla="*/ 79717 w 12192000"/>
              <a:gd name="connsiteY187" fmla="*/ 2107046 h 2237474"/>
              <a:gd name="connsiteX188" fmla="*/ 72352 w 12192000"/>
              <a:gd name="connsiteY188" fmla="*/ 2107991 h 2237474"/>
              <a:gd name="connsiteX189" fmla="*/ 37645 w 12192000"/>
              <a:gd name="connsiteY189" fmla="*/ 2115401 h 2237474"/>
              <a:gd name="connsiteX190" fmla="*/ 4572 w 12192000"/>
              <a:gd name="connsiteY190" fmla="*/ 2111091 h 2237474"/>
              <a:gd name="connsiteX191" fmla="*/ 0 w 12192000"/>
              <a:gd name="connsiteY191" fmla="*/ 2110468 h 2237474"/>
              <a:gd name="connsiteX192" fmla="*/ 0 w 12192000"/>
              <a:gd name="connsiteY19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44189 w 12192000"/>
              <a:gd name="connsiteY24" fmla="*/ 938966 h 2237474"/>
              <a:gd name="connsiteX25" fmla="*/ 9500499 w 12192000"/>
              <a:gd name="connsiteY25" fmla="*/ 954680 h 2237474"/>
              <a:gd name="connsiteX26" fmla="*/ 9428195 w 12192000"/>
              <a:gd name="connsiteY26" fmla="*/ 986225 h 2237474"/>
              <a:gd name="connsiteX27" fmla="*/ 9410017 w 12192000"/>
              <a:gd name="connsiteY27" fmla="*/ 993931 h 2237474"/>
              <a:gd name="connsiteX28" fmla="*/ 9392919 w 12192000"/>
              <a:gd name="connsiteY28" fmla="*/ 994656 h 2237474"/>
              <a:gd name="connsiteX29" fmla="*/ 9278619 w 12192000"/>
              <a:gd name="connsiteY29" fmla="*/ 1011878 h 2237474"/>
              <a:gd name="connsiteX30" fmla="*/ 9268019 w 12192000"/>
              <a:gd name="connsiteY30" fmla="*/ 1007442 h 2237474"/>
              <a:gd name="connsiteX31" fmla="*/ 9234662 w 12192000"/>
              <a:gd name="connsiteY31" fmla="*/ 1023056 h 2237474"/>
              <a:gd name="connsiteX32" fmla="*/ 9181033 w 12192000"/>
              <a:gd name="connsiteY32" fmla="*/ 1037921 h 2237474"/>
              <a:gd name="connsiteX33" fmla="*/ 9155969 w 12192000"/>
              <a:gd name="connsiteY33" fmla="*/ 1046804 h 2237474"/>
              <a:gd name="connsiteX34" fmla="*/ 9133985 w 12192000"/>
              <a:gd name="connsiteY34" fmla="*/ 1046450 h 2237474"/>
              <a:gd name="connsiteX35" fmla="*/ 9003462 w 12192000"/>
              <a:gd name="connsiteY35" fmla="*/ 1042406 h 2237474"/>
              <a:gd name="connsiteX36" fmla="*/ 8968445 w 12192000"/>
              <a:gd name="connsiteY36" fmla="*/ 1052169 h 2237474"/>
              <a:gd name="connsiteX37" fmla="*/ 8886001 w 12192000"/>
              <a:gd name="connsiteY37" fmla="*/ 1067468 h 2237474"/>
              <a:gd name="connsiteX38" fmla="*/ 8838610 w 12192000"/>
              <a:gd name="connsiteY38" fmla="*/ 1075091 h 2237474"/>
              <a:gd name="connsiteX39" fmla="*/ 8750383 w 12192000"/>
              <a:gd name="connsiteY39" fmla="*/ 1097387 h 2237474"/>
              <a:gd name="connsiteX40" fmla="*/ 8665605 w 12192000"/>
              <a:gd name="connsiteY40" fmla="*/ 1110791 h 2237474"/>
              <a:gd name="connsiteX41" fmla="*/ 8584946 w 12192000"/>
              <a:gd name="connsiteY41" fmla="*/ 1135226 h 2237474"/>
              <a:gd name="connsiteX42" fmla="*/ 8460755 w 12192000"/>
              <a:gd name="connsiteY42" fmla="*/ 1203427 h 2237474"/>
              <a:gd name="connsiteX43" fmla="*/ 8419755 w 12192000"/>
              <a:gd name="connsiteY43" fmla="*/ 1216260 h 2237474"/>
              <a:gd name="connsiteX44" fmla="*/ 8411626 w 12192000"/>
              <a:gd name="connsiteY44" fmla="*/ 1214397 h 2237474"/>
              <a:gd name="connsiteX45" fmla="*/ 8363469 w 12192000"/>
              <a:gd name="connsiteY45" fmla="*/ 1246658 h 2237474"/>
              <a:gd name="connsiteX46" fmla="*/ 8275497 w 12192000"/>
              <a:gd name="connsiteY46" fmla="*/ 1264396 h 2237474"/>
              <a:gd name="connsiteX47" fmla="*/ 8206287 w 12192000"/>
              <a:gd name="connsiteY47" fmla="*/ 1273060 h 2237474"/>
              <a:gd name="connsiteX48" fmla="*/ 8139997 w 12192000"/>
              <a:gd name="connsiteY48" fmla="*/ 1282713 h 2237474"/>
              <a:gd name="connsiteX49" fmla="*/ 8074238 w 12192000"/>
              <a:gd name="connsiteY49" fmla="*/ 1301895 h 2237474"/>
              <a:gd name="connsiteX50" fmla="*/ 7942099 w 12192000"/>
              <a:gd name="connsiteY50" fmla="*/ 1336332 h 2237474"/>
              <a:gd name="connsiteX51" fmla="*/ 7902328 w 12192000"/>
              <a:gd name="connsiteY51" fmla="*/ 1345865 h 2237474"/>
              <a:gd name="connsiteX52" fmla="*/ 7840612 w 12192000"/>
              <a:gd name="connsiteY52" fmla="*/ 1369373 h 2237474"/>
              <a:gd name="connsiteX53" fmla="*/ 7786819 w 12192000"/>
              <a:gd name="connsiteY53" fmla="*/ 1378970 h 2237474"/>
              <a:gd name="connsiteX54" fmla="*/ 7548172 w 12192000"/>
              <a:gd name="connsiteY54" fmla="*/ 1417460 h 2237474"/>
              <a:gd name="connsiteX55" fmla="*/ 7483437 w 12192000"/>
              <a:gd name="connsiteY55" fmla="*/ 1478152 h 2237474"/>
              <a:gd name="connsiteX56" fmla="*/ 7377870 w 12192000"/>
              <a:gd name="connsiteY56" fmla="*/ 1523319 h 2237474"/>
              <a:gd name="connsiteX57" fmla="*/ 7230737 w 12192000"/>
              <a:gd name="connsiteY57" fmla="*/ 1562633 h 2237474"/>
              <a:gd name="connsiteX58" fmla="*/ 7224458 w 12192000"/>
              <a:gd name="connsiteY58" fmla="*/ 1573008 h 2237474"/>
              <a:gd name="connsiteX59" fmla="*/ 7183121 w 12192000"/>
              <a:gd name="connsiteY59" fmla="*/ 1595162 h 2237474"/>
              <a:gd name="connsiteX60" fmla="*/ 7164601 w 12192000"/>
              <a:gd name="connsiteY60" fmla="*/ 1606490 h 2237474"/>
              <a:gd name="connsiteX61" fmla="*/ 7031309 w 12192000"/>
              <a:gd name="connsiteY61" fmla="*/ 1619451 h 2237474"/>
              <a:gd name="connsiteX62" fmla="*/ 6900177 w 12192000"/>
              <a:gd name="connsiteY62" fmla="*/ 1636016 h 2237474"/>
              <a:gd name="connsiteX63" fmla="*/ 6795372 w 12192000"/>
              <a:gd name="connsiteY63" fmla="*/ 1644845 h 2237474"/>
              <a:gd name="connsiteX64" fmla="*/ 6692251 w 12192000"/>
              <a:gd name="connsiteY64" fmla="*/ 1656357 h 2237474"/>
              <a:gd name="connsiteX65" fmla="*/ 6655235 w 12192000"/>
              <a:gd name="connsiteY65" fmla="*/ 1661869 h 2237474"/>
              <a:gd name="connsiteX66" fmla="*/ 6554894 w 12192000"/>
              <a:gd name="connsiteY66" fmla="*/ 1664428 h 2237474"/>
              <a:gd name="connsiteX67" fmla="*/ 6516595 w 12192000"/>
              <a:gd name="connsiteY67" fmla="*/ 1667475 h 2237474"/>
              <a:gd name="connsiteX68" fmla="*/ 6508541 w 12192000"/>
              <a:gd name="connsiteY68" fmla="*/ 1668757 h 2237474"/>
              <a:gd name="connsiteX69" fmla="*/ 6471012 w 12192000"/>
              <a:gd name="connsiteY69" fmla="*/ 1678604 h 2237474"/>
              <a:gd name="connsiteX70" fmla="*/ 6364035 w 12192000"/>
              <a:gd name="connsiteY70" fmla="*/ 1667683 h 2237474"/>
              <a:gd name="connsiteX71" fmla="*/ 6280959 w 12192000"/>
              <a:gd name="connsiteY71" fmla="*/ 1689329 h 2237474"/>
              <a:gd name="connsiteX72" fmla="*/ 6243319 w 12192000"/>
              <a:gd name="connsiteY72" fmla="*/ 1695560 h 2237474"/>
              <a:gd name="connsiteX73" fmla="*/ 6098321 w 12192000"/>
              <a:gd name="connsiteY73" fmla="*/ 1721646 h 2237474"/>
              <a:gd name="connsiteX74" fmla="*/ 5880652 w 12192000"/>
              <a:gd name="connsiteY74" fmla="*/ 1779643 h 2237474"/>
              <a:gd name="connsiteX75" fmla="*/ 5785959 w 12192000"/>
              <a:gd name="connsiteY75" fmla="*/ 1775307 h 2237474"/>
              <a:gd name="connsiteX76" fmla="*/ 5643534 w 12192000"/>
              <a:gd name="connsiteY76" fmla="*/ 1802919 h 2237474"/>
              <a:gd name="connsiteX77" fmla="*/ 5518799 w 12192000"/>
              <a:gd name="connsiteY77" fmla="*/ 1818312 h 2237474"/>
              <a:gd name="connsiteX78" fmla="*/ 5505014 w 12192000"/>
              <a:gd name="connsiteY78" fmla="*/ 1819259 h 2237474"/>
              <a:gd name="connsiteX79" fmla="*/ 5453307 w 12192000"/>
              <a:gd name="connsiteY79" fmla="*/ 1815450 h 2237474"/>
              <a:gd name="connsiteX80" fmla="*/ 5221533 w 12192000"/>
              <a:gd name="connsiteY80" fmla="*/ 1846950 h 2237474"/>
              <a:gd name="connsiteX81" fmla="*/ 5149802 w 12192000"/>
              <a:gd name="connsiteY81" fmla="*/ 1844846 h 2237474"/>
              <a:gd name="connsiteX82" fmla="*/ 5114927 w 12192000"/>
              <a:gd name="connsiteY82" fmla="*/ 1847827 h 2237474"/>
              <a:gd name="connsiteX83" fmla="*/ 5108970 w 12192000"/>
              <a:gd name="connsiteY83" fmla="*/ 1847935 h 2237474"/>
              <a:gd name="connsiteX84" fmla="*/ 5067961 w 12192000"/>
              <a:gd name="connsiteY84" fmla="*/ 1845917 h 2237474"/>
              <a:gd name="connsiteX85" fmla="*/ 5007075 w 12192000"/>
              <a:gd name="connsiteY85" fmla="*/ 1838626 h 2237474"/>
              <a:gd name="connsiteX86" fmla="*/ 4944087 w 12192000"/>
              <a:gd name="connsiteY86" fmla="*/ 1823332 h 2237474"/>
              <a:gd name="connsiteX87" fmla="*/ 4907662 w 12192000"/>
              <a:gd name="connsiteY87" fmla="*/ 1816900 h 2237474"/>
              <a:gd name="connsiteX88" fmla="*/ 4882386 w 12192000"/>
              <a:gd name="connsiteY88" fmla="*/ 1809844 h 2237474"/>
              <a:gd name="connsiteX89" fmla="*/ 4811440 w 12192000"/>
              <a:gd name="connsiteY89" fmla="*/ 1804655 h 2237474"/>
              <a:gd name="connsiteX90" fmla="*/ 4691075 w 12192000"/>
              <a:gd name="connsiteY90" fmla="*/ 1801389 h 2237474"/>
              <a:gd name="connsiteX91" fmla="*/ 4611738 w 12192000"/>
              <a:gd name="connsiteY91" fmla="*/ 1776964 h 2237474"/>
              <a:gd name="connsiteX92" fmla="*/ 4560070 w 12192000"/>
              <a:gd name="connsiteY92" fmla="*/ 1785640 h 2237474"/>
              <a:gd name="connsiteX93" fmla="*/ 4536503 w 12192000"/>
              <a:gd name="connsiteY93" fmla="*/ 1785334 h 2237474"/>
              <a:gd name="connsiteX94" fmla="*/ 4513724 w 12192000"/>
              <a:gd name="connsiteY94" fmla="*/ 1791996 h 2237474"/>
              <a:gd name="connsiteX95" fmla="*/ 4459810 w 12192000"/>
              <a:gd name="connsiteY95" fmla="*/ 1797886 h 2237474"/>
              <a:gd name="connsiteX96" fmla="*/ 4379064 w 12192000"/>
              <a:gd name="connsiteY96" fmla="*/ 1817177 h 2237474"/>
              <a:gd name="connsiteX97" fmla="*/ 4290981 w 12192000"/>
              <a:gd name="connsiteY97" fmla="*/ 1839677 h 2237474"/>
              <a:gd name="connsiteX98" fmla="*/ 4238372 w 12192000"/>
              <a:gd name="connsiteY98" fmla="*/ 1851480 h 2237474"/>
              <a:gd name="connsiteX99" fmla="*/ 4232517 w 12192000"/>
              <a:gd name="connsiteY99" fmla="*/ 1852567 h 2237474"/>
              <a:gd name="connsiteX100" fmla="*/ 4191732 w 12192000"/>
              <a:gd name="connsiteY100" fmla="*/ 1857328 h 2237474"/>
              <a:gd name="connsiteX101" fmla="*/ 4065532 w 12192000"/>
              <a:gd name="connsiteY101" fmla="*/ 1855477 h 2237474"/>
              <a:gd name="connsiteX102" fmla="*/ 4028460 w 12192000"/>
              <a:gd name="connsiteY102" fmla="*/ 1855137 h 2237474"/>
              <a:gd name="connsiteX103" fmla="*/ 4002267 w 12192000"/>
              <a:gd name="connsiteY103" fmla="*/ 1852352 h 2237474"/>
              <a:gd name="connsiteX104" fmla="*/ 3931396 w 12192000"/>
              <a:gd name="connsiteY104" fmla="*/ 1858915 h 2237474"/>
              <a:gd name="connsiteX105" fmla="*/ 3812162 w 12192000"/>
              <a:gd name="connsiteY105" fmla="*/ 1875501 h 2237474"/>
              <a:gd name="connsiteX106" fmla="*/ 3729530 w 12192000"/>
              <a:gd name="connsiteY106" fmla="*/ 1864513 h 2237474"/>
              <a:gd name="connsiteX107" fmla="*/ 3680177 w 12192000"/>
              <a:gd name="connsiteY107" fmla="*/ 1881552 h 2237474"/>
              <a:gd name="connsiteX108" fmla="*/ 3567259 w 12192000"/>
              <a:gd name="connsiteY108" fmla="*/ 1893482 h 2237474"/>
              <a:gd name="connsiteX109" fmla="*/ 3405770 w 12192000"/>
              <a:gd name="connsiteY109" fmla="*/ 1904591 h 2237474"/>
              <a:gd name="connsiteX110" fmla="*/ 3280097 w 12192000"/>
              <a:gd name="connsiteY110" fmla="*/ 1919610 h 2237474"/>
              <a:gd name="connsiteX111" fmla="*/ 3123424 w 12192000"/>
              <a:gd name="connsiteY111" fmla="*/ 1952930 h 2237474"/>
              <a:gd name="connsiteX112" fmla="*/ 3009910 w 12192000"/>
              <a:gd name="connsiteY112" fmla="*/ 1957866 h 2237474"/>
              <a:gd name="connsiteX113" fmla="*/ 2995934 w 12192000"/>
              <a:gd name="connsiteY113" fmla="*/ 1967085 h 2237474"/>
              <a:gd name="connsiteX114" fmla="*/ 2980071 w 12192000"/>
              <a:gd name="connsiteY114" fmla="*/ 1972988 h 2237474"/>
              <a:gd name="connsiteX115" fmla="*/ 2978094 w 12192000"/>
              <a:gd name="connsiteY115" fmla="*/ 1972369 h 2237474"/>
              <a:gd name="connsiteX116" fmla="*/ 2942858 w 12192000"/>
              <a:gd name="connsiteY116" fmla="*/ 1981367 h 2237474"/>
              <a:gd name="connsiteX117" fmla="*/ 2875436 w 12192000"/>
              <a:gd name="connsiteY117" fmla="*/ 1996977 h 2237474"/>
              <a:gd name="connsiteX118" fmla="*/ 2874892 w 12192000"/>
              <a:gd name="connsiteY118" fmla="*/ 1996085 h 2237474"/>
              <a:gd name="connsiteX119" fmla="*/ 2864145 w 12192000"/>
              <a:gd name="connsiteY119" fmla="*/ 1994061 h 2237474"/>
              <a:gd name="connsiteX120" fmla="*/ 2843662 w 12192000"/>
              <a:gd name="connsiteY120" fmla="*/ 1992498 h 2237474"/>
              <a:gd name="connsiteX121" fmla="*/ 2796128 w 12192000"/>
              <a:gd name="connsiteY121" fmla="*/ 1976403 h 2237474"/>
              <a:gd name="connsiteX122" fmla="*/ 2756784 w 12192000"/>
              <a:gd name="connsiteY122" fmla="*/ 1985116 h 2237474"/>
              <a:gd name="connsiteX123" fmla="*/ 2748833 w 12192000"/>
              <a:gd name="connsiteY123" fmla="*/ 1986323 h 2237474"/>
              <a:gd name="connsiteX124" fmla="*/ 2748661 w 12192000"/>
              <a:gd name="connsiteY124" fmla="*/ 1986122 h 2237474"/>
              <a:gd name="connsiteX125" fmla="*/ 2740251 w 12192000"/>
              <a:gd name="connsiteY125" fmla="*/ 1986946 h 2237474"/>
              <a:gd name="connsiteX126" fmla="*/ 2718916 w 12192000"/>
              <a:gd name="connsiteY126" fmla="*/ 1990867 h 2237474"/>
              <a:gd name="connsiteX127" fmla="*/ 2713522 w 12192000"/>
              <a:gd name="connsiteY127" fmla="*/ 1990173 h 2237474"/>
              <a:gd name="connsiteX128" fmla="*/ 2680597 w 12192000"/>
              <a:gd name="connsiteY128" fmla="*/ 1984996 h 2237474"/>
              <a:gd name="connsiteX129" fmla="*/ 2578178 w 12192000"/>
              <a:gd name="connsiteY129" fmla="*/ 1990531 h 2237474"/>
              <a:gd name="connsiteX130" fmla="*/ 2476147 w 12192000"/>
              <a:gd name="connsiteY130" fmla="*/ 1998305 h 2237474"/>
              <a:gd name="connsiteX131" fmla="*/ 2373568 w 12192000"/>
              <a:gd name="connsiteY131" fmla="*/ 2003219 h 2237474"/>
              <a:gd name="connsiteX132" fmla="*/ 2321399 w 12192000"/>
              <a:gd name="connsiteY132" fmla="*/ 1989467 h 2237474"/>
              <a:gd name="connsiteX133" fmla="*/ 2315525 w 12192000"/>
              <a:gd name="connsiteY133" fmla="*/ 1989708 h 2237474"/>
              <a:gd name="connsiteX134" fmla="*/ 2300792 w 12192000"/>
              <a:gd name="connsiteY134" fmla="*/ 1994290 h 2237474"/>
              <a:gd name="connsiteX135" fmla="*/ 2295469 w 12192000"/>
              <a:gd name="connsiteY135" fmla="*/ 1996659 h 2237474"/>
              <a:gd name="connsiteX136" fmla="*/ 2287219 w 12192000"/>
              <a:gd name="connsiteY136" fmla="*/ 1998750 h 2237474"/>
              <a:gd name="connsiteX137" fmla="*/ 2286948 w 12192000"/>
              <a:gd name="connsiteY137" fmla="*/ 1998596 h 2237474"/>
              <a:gd name="connsiteX138" fmla="*/ 2243069 w 12192000"/>
              <a:gd name="connsiteY138" fmla="*/ 2015111 h 2237474"/>
              <a:gd name="connsiteX139" fmla="*/ 2186609 w 12192000"/>
              <a:gd name="connsiteY139" fmla="*/ 2008263 h 2237474"/>
              <a:gd name="connsiteX140" fmla="*/ 2164831 w 12192000"/>
              <a:gd name="connsiteY140" fmla="*/ 2010143 h 2237474"/>
              <a:gd name="connsiteX141" fmla="*/ 2152836 w 12192000"/>
              <a:gd name="connsiteY141" fmla="*/ 2010048 h 2237474"/>
              <a:gd name="connsiteX142" fmla="*/ 2117102 w 12192000"/>
              <a:gd name="connsiteY142" fmla="*/ 2023004 h 2237474"/>
              <a:gd name="connsiteX143" fmla="*/ 2111935 w 12192000"/>
              <a:gd name="connsiteY143" fmla="*/ 2023163 h 2237474"/>
              <a:gd name="connsiteX144" fmla="*/ 2089991 w 12192000"/>
              <a:gd name="connsiteY144" fmla="*/ 2034193 h 2237474"/>
              <a:gd name="connsiteX145" fmla="*/ 2058061 w 12192000"/>
              <a:gd name="connsiteY145" fmla="*/ 2047942 h 2237474"/>
              <a:gd name="connsiteX146" fmla="*/ 2055737 w 12192000"/>
              <a:gd name="connsiteY146" fmla="*/ 2047704 h 2237474"/>
              <a:gd name="connsiteX147" fmla="*/ 2042244 w 12192000"/>
              <a:gd name="connsiteY147" fmla="*/ 2055560 h 2237474"/>
              <a:gd name="connsiteX148" fmla="*/ 1976224 w 12192000"/>
              <a:gd name="connsiteY148" fmla="*/ 2074257 h 2237474"/>
              <a:gd name="connsiteX149" fmla="*/ 1877728 w 12192000"/>
              <a:gd name="connsiteY149" fmla="*/ 2101004 h 2237474"/>
              <a:gd name="connsiteX150" fmla="*/ 1759056 w 12192000"/>
              <a:gd name="connsiteY150" fmla="*/ 2125608 h 2237474"/>
              <a:gd name="connsiteX151" fmla="*/ 1637948 w 12192000"/>
              <a:gd name="connsiteY151" fmla="*/ 2172597 h 2237474"/>
              <a:gd name="connsiteX152" fmla="*/ 1434549 w 12192000"/>
              <a:gd name="connsiteY152" fmla="*/ 2234522 h 2237474"/>
              <a:gd name="connsiteX153" fmla="*/ 1398481 w 12192000"/>
              <a:gd name="connsiteY153" fmla="*/ 2237074 h 2237474"/>
              <a:gd name="connsiteX154" fmla="*/ 1398407 w 12192000"/>
              <a:gd name="connsiteY154" fmla="*/ 2237095 h 2237474"/>
              <a:gd name="connsiteX155" fmla="*/ 1370962 w 12192000"/>
              <a:gd name="connsiteY155" fmla="*/ 2237474 h 2237474"/>
              <a:gd name="connsiteX156" fmla="*/ 1356367 w 12192000"/>
              <a:gd name="connsiteY156" fmla="*/ 2235089 h 2237474"/>
              <a:gd name="connsiteX157" fmla="*/ 1324828 w 12192000"/>
              <a:gd name="connsiteY157" fmla="*/ 2231968 h 2237474"/>
              <a:gd name="connsiteX158" fmla="*/ 1297744 w 12192000"/>
              <a:gd name="connsiteY158" fmla="*/ 2235849 h 2237474"/>
              <a:gd name="connsiteX159" fmla="*/ 1286236 w 12192000"/>
              <a:gd name="connsiteY159" fmla="*/ 2233135 h 2237474"/>
              <a:gd name="connsiteX160" fmla="*/ 1283504 w 12192000"/>
              <a:gd name="connsiteY160" fmla="*/ 2233797 h 2237474"/>
              <a:gd name="connsiteX161" fmla="*/ 1279765 w 12192000"/>
              <a:gd name="connsiteY161" fmla="*/ 2229639 h 2237474"/>
              <a:gd name="connsiteX162" fmla="*/ 1195347 w 12192000"/>
              <a:gd name="connsiteY162" fmla="*/ 2212354 h 2237474"/>
              <a:gd name="connsiteX163" fmla="*/ 970251 w 12192000"/>
              <a:gd name="connsiteY163" fmla="*/ 2221029 h 2237474"/>
              <a:gd name="connsiteX164" fmla="*/ 812914 w 12192000"/>
              <a:gd name="connsiteY164" fmla="*/ 2202752 h 2237474"/>
              <a:gd name="connsiteX165" fmla="*/ 800195 w 12192000"/>
              <a:gd name="connsiteY165" fmla="*/ 2209407 h 2237474"/>
              <a:gd name="connsiteX166" fmla="*/ 784978 w 12192000"/>
              <a:gd name="connsiteY166" fmla="*/ 2212360 h 2237474"/>
              <a:gd name="connsiteX167" fmla="*/ 681987 w 12192000"/>
              <a:gd name="connsiteY167" fmla="*/ 2216757 h 2237474"/>
              <a:gd name="connsiteX168" fmla="*/ 669923 w 12192000"/>
              <a:gd name="connsiteY168" fmla="*/ 2211682 h 2237474"/>
              <a:gd name="connsiteX169" fmla="*/ 648680 w 12192000"/>
              <a:gd name="connsiteY169" fmla="*/ 2206229 h 2237474"/>
              <a:gd name="connsiteX170" fmla="*/ 597225 w 12192000"/>
              <a:gd name="connsiteY170" fmla="*/ 2180999 h 2237474"/>
              <a:gd name="connsiteX171" fmla="*/ 558449 w 12192000"/>
              <a:gd name="connsiteY171" fmla="*/ 2182346 h 2237474"/>
              <a:gd name="connsiteX172" fmla="*/ 550517 w 12192000"/>
              <a:gd name="connsiteY172" fmla="*/ 2182060 h 2237474"/>
              <a:gd name="connsiteX173" fmla="*/ 550309 w 12192000"/>
              <a:gd name="connsiteY173" fmla="*/ 2181825 h 2237474"/>
              <a:gd name="connsiteX174" fmla="*/ 541836 w 12192000"/>
              <a:gd name="connsiteY174" fmla="*/ 2181063 h 2237474"/>
              <a:gd name="connsiteX175" fmla="*/ 536057 w 12192000"/>
              <a:gd name="connsiteY175" fmla="*/ 2181537 h 2237474"/>
              <a:gd name="connsiteX176" fmla="*/ 520671 w 12192000"/>
              <a:gd name="connsiteY176" fmla="*/ 2180980 h 2237474"/>
              <a:gd name="connsiteX177" fmla="*/ 515024 w 12192000"/>
              <a:gd name="connsiteY177" fmla="*/ 2179258 h 2237474"/>
              <a:gd name="connsiteX178" fmla="*/ 512278 w 12192000"/>
              <a:gd name="connsiteY178" fmla="*/ 2176369 h 2237474"/>
              <a:gd name="connsiteX179" fmla="*/ 480419 w 12192000"/>
              <a:gd name="connsiteY179" fmla="*/ 2167807 h 2237474"/>
              <a:gd name="connsiteX180" fmla="*/ 413835 w 12192000"/>
              <a:gd name="connsiteY180" fmla="*/ 2156783 h 2237474"/>
              <a:gd name="connsiteX181" fmla="*/ 376513 w 12192000"/>
              <a:gd name="connsiteY181" fmla="*/ 2154014 h 2237474"/>
              <a:gd name="connsiteX182" fmla="*/ 273386 w 12192000"/>
              <a:gd name="connsiteY182" fmla="*/ 2142551 h 2237474"/>
              <a:gd name="connsiteX183" fmla="*/ 169207 w 12192000"/>
              <a:gd name="connsiteY183" fmla="*/ 2128100 h 2237474"/>
              <a:gd name="connsiteX184" fmla="*/ 93149 w 12192000"/>
              <a:gd name="connsiteY184" fmla="*/ 2105324 h 2237474"/>
              <a:gd name="connsiteX185" fmla="*/ 88109 w 12192000"/>
              <a:gd name="connsiteY185" fmla="*/ 2106704 h 2237474"/>
              <a:gd name="connsiteX186" fmla="*/ 80022 w 12192000"/>
              <a:gd name="connsiteY186" fmla="*/ 2107254 h 2237474"/>
              <a:gd name="connsiteX187" fmla="*/ 79717 w 12192000"/>
              <a:gd name="connsiteY187" fmla="*/ 2107046 h 2237474"/>
              <a:gd name="connsiteX188" fmla="*/ 72352 w 12192000"/>
              <a:gd name="connsiteY188" fmla="*/ 2107991 h 2237474"/>
              <a:gd name="connsiteX189" fmla="*/ 37645 w 12192000"/>
              <a:gd name="connsiteY189" fmla="*/ 2115401 h 2237474"/>
              <a:gd name="connsiteX190" fmla="*/ 4572 w 12192000"/>
              <a:gd name="connsiteY190" fmla="*/ 2111091 h 2237474"/>
              <a:gd name="connsiteX191" fmla="*/ 0 w 12192000"/>
              <a:gd name="connsiteY191" fmla="*/ 2110468 h 2237474"/>
              <a:gd name="connsiteX192" fmla="*/ 0 w 12192000"/>
              <a:gd name="connsiteY19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44189 w 12192000"/>
              <a:gd name="connsiteY24" fmla="*/ 938966 h 2237474"/>
              <a:gd name="connsiteX25" fmla="*/ 9500499 w 12192000"/>
              <a:gd name="connsiteY25" fmla="*/ 954680 h 2237474"/>
              <a:gd name="connsiteX26" fmla="*/ 9428195 w 12192000"/>
              <a:gd name="connsiteY26" fmla="*/ 986225 h 2237474"/>
              <a:gd name="connsiteX27" fmla="*/ 9410017 w 12192000"/>
              <a:gd name="connsiteY27" fmla="*/ 993931 h 2237474"/>
              <a:gd name="connsiteX28" fmla="*/ 9392919 w 12192000"/>
              <a:gd name="connsiteY28" fmla="*/ 994656 h 2237474"/>
              <a:gd name="connsiteX29" fmla="*/ 9278619 w 12192000"/>
              <a:gd name="connsiteY29" fmla="*/ 1011878 h 2237474"/>
              <a:gd name="connsiteX30" fmla="*/ 9268019 w 12192000"/>
              <a:gd name="connsiteY30" fmla="*/ 1007442 h 2237474"/>
              <a:gd name="connsiteX31" fmla="*/ 9234662 w 12192000"/>
              <a:gd name="connsiteY31" fmla="*/ 1023056 h 2237474"/>
              <a:gd name="connsiteX32" fmla="*/ 9181033 w 12192000"/>
              <a:gd name="connsiteY32" fmla="*/ 1037921 h 2237474"/>
              <a:gd name="connsiteX33" fmla="*/ 9155969 w 12192000"/>
              <a:gd name="connsiteY33" fmla="*/ 1046804 h 2237474"/>
              <a:gd name="connsiteX34" fmla="*/ 9133985 w 12192000"/>
              <a:gd name="connsiteY34" fmla="*/ 1046450 h 2237474"/>
              <a:gd name="connsiteX35" fmla="*/ 9003462 w 12192000"/>
              <a:gd name="connsiteY35" fmla="*/ 1042406 h 2237474"/>
              <a:gd name="connsiteX36" fmla="*/ 8968445 w 12192000"/>
              <a:gd name="connsiteY36" fmla="*/ 1052169 h 2237474"/>
              <a:gd name="connsiteX37" fmla="*/ 8886001 w 12192000"/>
              <a:gd name="connsiteY37" fmla="*/ 1067468 h 2237474"/>
              <a:gd name="connsiteX38" fmla="*/ 8838610 w 12192000"/>
              <a:gd name="connsiteY38" fmla="*/ 1075091 h 2237474"/>
              <a:gd name="connsiteX39" fmla="*/ 8750383 w 12192000"/>
              <a:gd name="connsiteY39" fmla="*/ 1097387 h 2237474"/>
              <a:gd name="connsiteX40" fmla="*/ 8665605 w 12192000"/>
              <a:gd name="connsiteY40" fmla="*/ 1110791 h 2237474"/>
              <a:gd name="connsiteX41" fmla="*/ 8584946 w 12192000"/>
              <a:gd name="connsiteY41" fmla="*/ 1135226 h 2237474"/>
              <a:gd name="connsiteX42" fmla="*/ 8460755 w 12192000"/>
              <a:gd name="connsiteY42" fmla="*/ 1203427 h 2237474"/>
              <a:gd name="connsiteX43" fmla="*/ 8419755 w 12192000"/>
              <a:gd name="connsiteY43" fmla="*/ 1216260 h 2237474"/>
              <a:gd name="connsiteX44" fmla="*/ 8411626 w 12192000"/>
              <a:gd name="connsiteY44" fmla="*/ 1214397 h 2237474"/>
              <a:gd name="connsiteX45" fmla="*/ 8363469 w 12192000"/>
              <a:gd name="connsiteY45" fmla="*/ 1246658 h 2237474"/>
              <a:gd name="connsiteX46" fmla="*/ 8275497 w 12192000"/>
              <a:gd name="connsiteY46" fmla="*/ 1264396 h 2237474"/>
              <a:gd name="connsiteX47" fmla="*/ 8206287 w 12192000"/>
              <a:gd name="connsiteY47" fmla="*/ 1273060 h 2237474"/>
              <a:gd name="connsiteX48" fmla="*/ 8139997 w 12192000"/>
              <a:gd name="connsiteY48" fmla="*/ 1282713 h 2237474"/>
              <a:gd name="connsiteX49" fmla="*/ 8074238 w 12192000"/>
              <a:gd name="connsiteY49" fmla="*/ 1301895 h 2237474"/>
              <a:gd name="connsiteX50" fmla="*/ 7942099 w 12192000"/>
              <a:gd name="connsiteY50" fmla="*/ 1336332 h 2237474"/>
              <a:gd name="connsiteX51" fmla="*/ 7902328 w 12192000"/>
              <a:gd name="connsiteY51" fmla="*/ 1345865 h 2237474"/>
              <a:gd name="connsiteX52" fmla="*/ 7840612 w 12192000"/>
              <a:gd name="connsiteY52" fmla="*/ 1369373 h 2237474"/>
              <a:gd name="connsiteX53" fmla="*/ 7786819 w 12192000"/>
              <a:gd name="connsiteY53" fmla="*/ 1378970 h 2237474"/>
              <a:gd name="connsiteX54" fmla="*/ 7548172 w 12192000"/>
              <a:gd name="connsiteY54" fmla="*/ 1417460 h 2237474"/>
              <a:gd name="connsiteX55" fmla="*/ 7483437 w 12192000"/>
              <a:gd name="connsiteY55" fmla="*/ 1478152 h 2237474"/>
              <a:gd name="connsiteX56" fmla="*/ 7377870 w 12192000"/>
              <a:gd name="connsiteY56" fmla="*/ 1523319 h 2237474"/>
              <a:gd name="connsiteX57" fmla="*/ 7230737 w 12192000"/>
              <a:gd name="connsiteY57" fmla="*/ 1562633 h 2237474"/>
              <a:gd name="connsiteX58" fmla="*/ 7224458 w 12192000"/>
              <a:gd name="connsiteY58" fmla="*/ 1573008 h 2237474"/>
              <a:gd name="connsiteX59" fmla="*/ 7183121 w 12192000"/>
              <a:gd name="connsiteY59" fmla="*/ 1595162 h 2237474"/>
              <a:gd name="connsiteX60" fmla="*/ 7164601 w 12192000"/>
              <a:gd name="connsiteY60" fmla="*/ 1606490 h 2237474"/>
              <a:gd name="connsiteX61" fmla="*/ 7031309 w 12192000"/>
              <a:gd name="connsiteY61" fmla="*/ 1619451 h 2237474"/>
              <a:gd name="connsiteX62" fmla="*/ 6900177 w 12192000"/>
              <a:gd name="connsiteY62" fmla="*/ 1636016 h 2237474"/>
              <a:gd name="connsiteX63" fmla="*/ 6795372 w 12192000"/>
              <a:gd name="connsiteY63" fmla="*/ 1644845 h 2237474"/>
              <a:gd name="connsiteX64" fmla="*/ 6692251 w 12192000"/>
              <a:gd name="connsiteY64" fmla="*/ 1656357 h 2237474"/>
              <a:gd name="connsiteX65" fmla="*/ 6655235 w 12192000"/>
              <a:gd name="connsiteY65" fmla="*/ 1661869 h 2237474"/>
              <a:gd name="connsiteX66" fmla="*/ 6554894 w 12192000"/>
              <a:gd name="connsiteY66" fmla="*/ 1664428 h 2237474"/>
              <a:gd name="connsiteX67" fmla="*/ 6516595 w 12192000"/>
              <a:gd name="connsiteY67" fmla="*/ 1667475 h 2237474"/>
              <a:gd name="connsiteX68" fmla="*/ 6508541 w 12192000"/>
              <a:gd name="connsiteY68" fmla="*/ 1668757 h 2237474"/>
              <a:gd name="connsiteX69" fmla="*/ 6471012 w 12192000"/>
              <a:gd name="connsiteY69" fmla="*/ 1678604 h 2237474"/>
              <a:gd name="connsiteX70" fmla="*/ 6364035 w 12192000"/>
              <a:gd name="connsiteY70" fmla="*/ 1667683 h 2237474"/>
              <a:gd name="connsiteX71" fmla="*/ 6280959 w 12192000"/>
              <a:gd name="connsiteY71" fmla="*/ 1689329 h 2237474"/>
              <a:gd name="connsiteX72" fmla="*/ 6243319 w 12192000"/>
              <a:gd name="connsiteY72" fmla="*/ 1695560 h 2237474"/>
              <a:gd name="connsiteX73" fmla="*/ 6098321 w 12192000"/>
              <a:gd name="connsiteY73" fmla="*/ 1721646 h 2237474"/>
              <a:gd name="connsiteX74" fmla="*/ 5880652 w 12192000"/>
              <a:gd name="connsiteY74" fmla="*/ 1779643 h 2237474"/>
              <a:gd name="connsiteX75" fmla="*/ 5785959 w 12192000"/>
              <a:gd name="connsiteY75" fmla="*/ 1775307 h 2237474"/>
              <a:gd name="connsiteX76" fmla="*/ 5643534 w 12192000"/>
              <a:gd name="connsiteY76" fmla="*/ 1802919 h 2237474"/>
              <a:gd name="connsiteX77" fmla="*/ 5518799 w 12192000"/>
              <a:gd name="connsiteY77" fmla="*/ 1818312 h 2237474"/>
              <a:gd name="connsiteX78" fmla="*/ 5505014 w 12192000"/>
              <a:gd name="connsiteY78" fmla="*/ 1819259 h 2237474"/>
              <a:gd name="connsiteX79" fmla="*/ 5453307 w 12192000"/>
              <a:gd name="connsiteY79" fmla="*/ 1815450 h 2237474"/>
              <a:gd name="connsiteX80" fmla="*/ 5221533 w 12192000"/>
              <a:gd name="connsiteY80" fmla="*/ 1846950 h 2237474"/>
              <a:gd name="connsiteX81" fmla="*/ 5149802 w 12192000"/>
              <a:gd name="connsiteY81" fmla="*/ 1844846 h 2237474"/>
              <a:gd name="connsiteX82" fmla="*/ 5114927 w 12192000"/>
              <a:gd name="connsiteY82" fmla="*/ 1847827 h 2237474"/>
              <a:gd name="connsiteX83" fmla="*/ 5108970 w 12192000"/>
              <a:gd name="connsiteY83" fmla="*/ 1847935 h 2237474"/>
              <a:gd name="connsiteX84" fmla="*/ 5067961 w 12192000"/>
              <a:gd name="connsiteY84" fmla="*/ 1845917 h 2237474"/>
              <a:gd name="connsiteX85" fmla="*/ 5007075 w 12192000"/>
              <a:gd name="connsiteY85" fmla="*/ 1838626 h 2237474"/>
              <a:gd name="connsiteX86" fmla="*/ 4944087 w 12192000"/>
              <a:gd name="connsiteY86" fmla="*/ 1823332 h 2237474"/>
              <a:gd name="connsiteX87" fmla="*/ 4907662 w 12192000"/>
              <a:gd name="connsiteY87" fmla="*/ 1816900 h 2237474"/>
              <a:gd name="connsiteX88" fmla="*/ 4882386 w 12192000"/>
              <a:gd name="connsiteY88" fmla="*/ 1809844 h 2237474"/>
              <a:gd name="connsiteX89" fmla="*/ 4811440 w 12192000"/>
              <a:gd name="connsiteY89" fmla="*/ 1804655 h 2237474"/>
              <a:gd name="connsiteX90" fmla="*/ 4691075 w 12192000"/>
              <a:gd name="connsiteY90" fmla="*/ 1801389 h 2237474"/>
              <a:gd name="connsiteX91" fmla="*/ 4611738 w 12192000"/>
              <a:gd name="connsiteY91" fmla="*/ 1776964 h 2237474"/>
              <a:gd name="connsiteX92" fmla="*/ 4560070 w 12192000"/>
              <a:gd name="connsiteY92" fmla="*/ 1785640 h 2237474"/>
              <a:gd name="connsiteX93" fmla="*/ 4536503 w 12192000"/>
              <a:gd name="connsiteY93" fmla="*/ 1785334 h 2237474"/>
              <a:gd name="connsiteX94" fmla="*/ 4513724 w 12192000"/>
              <a:gd name="connsiteY94" fmla="*/ 1791996 h 2237474"/>
              <a:gd name="connsiteX95" fmla="*/ 4459810 w 12192000"/>
              <a:gd name="connsiteY95" fmla="*/ 1797886 h 2237474"/>
              <a:gd name="connsiteX96" fmla="*/ 4379064 w 12192000"/>
              <a:gd name="connsiteY96" fmla="*/ 1817177 h 2237474"/>
              <a:gd name="connsiteX97" fmla="*/ 4290981 w 12192000"/>
              <a:gd name="connsiteY97" fmla="*/ 1839677 h 2237474"/>
              <a:gd name="connsiteX98" fmla="*/ 4238372 w 12192000"/>
              <a:gd name="connsiteY98" fmla="*/ 1851480 h 2237474"/>
              <a:gd name="connsiteX99" fmla="*/ 4232517 w 12192000"/>
              <a:gd name="connsiteY99" fmla="*/ 1852567 h 2237474"/>
              <a:gd name="connsiteX100" fmla="*/ 4191732 w 12192000"/>
              <a:gd name="connsiteY100" fmla="*/ 1857328 h 2237474"/>
              <a:gd name="connsiteX101" fmla="*/ 4065532 w 12192000"/>
              <a:gd name="connsiteY101" fmla="*/ 1855477 h 2237474"/>
              <a:gd name="connsiteX102" fmla="*/ 4028460 w 12192000"/>
              <a:gd name="connsiteY102" fmla="*/ 1855137 h 2237474"/>
              <a:gd name="connsiteX103" fmla="*/ 4002267 w 12192000"/>
              <a:gd name="connsiteY103" fmla="*/ 1852352 h 2237474"/>
              <a:gd name="connsiteX104" fmla="*/ 3931396 w 12192000"/>
              <a:gd name="connsiteY104" fmla="*/ 1858915 h 2237474"/>
              <a:gd name="connsiteX105" fmla="*/ 3812162 w 12192000"/>
              <a:gd name="connsiteY105" fmla="*/ 1875501 h 2237474"/>
              <a:gd name="connsiteX106" fmla="*/ 3729530 w 12192000"/>
              <a:gd name="connsiteY106" fmla="*/ 1864513 h 2237474"/>
              <a:gd name="connsiteX107" fmla="*/ 3680177 w 12192000"/>
              <a:gd name="connsiteY107" fmla="*/ 1881552 h 2237474"/>
              <a:gd name="connsiteX108" fmla="*/ 3567259 w 12192000"/>
              <a:gd name="connsiteY108" fmla="*/ 1893482 h 2237474"/>
              <a:gd name="connsiteX109" fmla="*/ 3405770 w 12192000"/>
              <a:gd name="connsiteY109" fmla="*/ 1904591 h 2237474"/>
              <a:gd name="connsiteX110" fmla="*/ 3280097 w 12192000"/>
              <a:gd name="connsiteY110" fmla="*/ 1919610 h 2237474"/>
              <a:gd name="connsiteX111" fmla="*/ 3123424 w 12192000"/>
              <a:gd name="connsiteY111" fmla="*/ 1952930 h 2237474"/>
              <a:gd name="connsiteX112" fmla="*/ 3009910 w 12192000"/>
              <a:gd name="connsiteY112" fmla="*/ 1957866 h 2237474"/>
              <a:gd name="connsiteX113" fmla="*/ 2995934 w 12192000"/>
              <a:gd name="connsiteY113" fmla="*/ 1967085 h 2237474"/>
              <a:gd name="connsiteX114" fmla="*/ 2980071 w 12192000"/>
              <a:gd name="connsiteY114" fmla="*/ 1972988 h 2237474"/>
              <a:gd name="connsiteX115" fmla="*/ 2978094 w 12192000"/>
              <a:gd name="connsiteY115" fmla="*/ 1972369 h 2237474"/>
              <a:gd name="connsiteX116" fmla="*/ 2942858 w 12192000"/>
              <a:gd name="connsiteY116" fmla="*/ 1981367 h 2237474"/>
              <a:gd name="connsiteX117" fmla="*/ 2875436 w 12192000"/>
              <a:gd name="connsiteY117" fmla="*/ 1996977 h 2237474"/>
              <a:gd name="connsiteX118" fmla="*/ 2874892 w 12192000"/>
              <a:gd name="connsiteY118" fmla="*/ 1996085 h 2237474"/>
              <a:gd name="connsiteX119" fmla="*/ 2864145 w 12192000"/>
              <a:gd name="connsiteY119" fmla="*/ 1994061 h 2237474"/>
              <a:gd name="connsiteX120" fmla="*/ 2843662 w 12192000"/>
              <a:gd name="connsiteY120" fmla="*/ 1992498 h 2237474"/>
              <a:gd name="connsiteX121" fmla="*/ 2796128 w 12192000"/>
              <a:gd name="connsiteY121" fmla="*/ 1976403 h 2237474"/>
              <a:gd name="connsiteX122" fmla="*/ 2756784 w 12192000"/>
              <a:gd name="connsiteY122" fmla="*/ 1985116 h 2237474"/>
              <a:gd name="connsiteX123" fmla="*/ 2748833 w 12192000"/>
              <a:gd name="connsiteY123" fmla="*/ 1986323 h 2237474"/>
              <a:gd name="connsiteX124" fmla="*/ 2748661 w 12192000"/>
              <a:gd name="connsiteY124" fmla="*/ 1986122 h 2237474"/>
              <a:gd name="connsiteX125" fmla="*/ 2740251 w 12192000"/>
              <a:gd name="connsiteY125" fmla="*/ 1986946 h 2237474"/>
              <a:gd name="connsiteX126" fmla="*/ 2718916 w 12192000"/>
              <a:gd name="connsiteY126" fmla="*/ 1990867 h 2237474"/>
              <a:gd name="connsiteX127" fmla="*/ 2713522 w 12192000"/>
              <a:gd name="connsiteY127" fmla="*/ 1990173 h 2237474"/>
              <a:gd name="connsiteX128" fmla="*/ 2680597 w 12192000"/>
              <a:gd name="connsiteY128" fmla="*/ 1984996 h 2237474"/>
              <a:gd name="connsiteX129" fmla="*/ 2578178 w 12192000"/>
              <a:gd name="connsiteY129" fmla="*/ 1990531 h 2237474"/>
              <a:gd name="connsiteX130" fmla="*/ 2476147 w 12192000"/>
              <a:gd name="connsiteY130" fmla="*/ 1998305 h 2237474"/>
              <a:gd name="connsiteX131" fmla="*/ 2373568 w 12192000"/>
              <a:gd name="connsiteY131" fmla="*/ 2003219 h 2237474"/>
              <a:gd name="connsiteX132" fmla="*/ 2321399 w 12192000"/>
              <a:gd name="connsiteY132" fmla="*/ 1989467 h 2237474"/>
              <a:gd name="connsiteX133" fmla="*/ 2315525 w 12192000"/>
              <a:gd name="connsiteY133" fmla="*/ 1989708 h 2237474"/>
              <a:gd name="connsiteX134" fmla="*/ 2300792 w 12192000"/>
              <a:gd name="connsiteY134" fmla="*/ 1994290 h 2237474"/>
              <a:gd name="connsiteX135" fmla="*/ 2295469 w 12192000"/>
              <a:gd name="connsiteY135" fmla="*/ 1996659 h 2237474"/>
              <a:gd name="connsiteX136" fmla="*/ 2287219 w 12192000"/>
              <a:gd name="connsiteY136" fmla="*/ 1998750 h 2237474"/>
              <a:gd name="connsiteX137" fmla="*/ 2286948 w 12192000"/>
              <a:gd name="connsiteY137" fmla="*/ 1998596 h 2237474"/>
              <a:gd name="connsiteX138" fmla="*/ 2243069 w 12192000"/>
              <a:gd name="connsiteY138" fmla="*/ 2015111 h 2237474"/>
              <a:gd name="connsiteX139" fmla="*/ 2186609 w 12192000"/>
              <a:gd name="connsiteY139" fmla="*/ 2008263 h 2237474"/>
              <a:gd name="connsiteX140" fmla="*/ 2164831 w 12192000"/>
              <a:gd name="connsiteY140" fmla="*/ 2010143 h 2237474"/>
              <a:gd name="connsiteX141" fmla="*/ 2152836 w 12192000"/>
              <a:gd name="connsiteY141" fmla="*/ 2010048 h 2237474"/>
              <a:gd name="connsiteX142" fmla="*/ 2117102 w 12192000"/>
              <a:gd name="connsiteY142" fmla="*/ 2023004 h 2237474"/>
              <a:gd name="connsiteX143" fmla="*/ 2111935 w 12192000"/>
              <a:gd name="connsiteY143" fmla="*/ 2023163 h 2237474"/>
              <a:gd name="connsiteX144" fmla="*/ 2089991 w 12192000"/>
              <a:gd name="connsiteY144" fmla="*/ 2034193 h 2237474"/>
              <a:gd name="connsiteX145" fmla="*/ 2058061 w 12192000"/>
              <a:gd name="connsiteY145" fmla="*/ 2047942 h 2237474"/>
              <a:gd name="connsiteX146" fmla="*/ 2055737 w 12192000"/>
              <a:gd name="connsiteY146" fmla="*/ 2047704 h 2237474"/>
              <a:gd name="connsiteX147" fmla="*/ 2042244 w 12192000"/>
              <a:gd name="connsiteY147" fmla="*/ 2055560 h 2237474"/>
              <a:gd name="connsiteX148" fmla="*/ 1976224 w 12192000"/>
              <a:gd name="connsiteY148" fmla="*/ 2074257 h 2237474"/>
              <a:gd name="connsiteX149" fmla="*/ 1877728 w 12192000"/>
              <a:gd name="connsiteY149" fmla="*/ 2101004 h 2237474"/>
              <a:gd name="connsiteX150" fmla="*/ 1759056 w 12192000"/>
              <a:gd name="connsiteY150" fmla="*/ 2125608 h 2237474"/>
              <a:gd name="connsiteX151" fmla="*/ 1637948 w 12192000"/>
              <a:gd name="connsiteY151" fmla="*/ 2172597 h 2237474"/>
              <a:gd name="connsiteX152" fmla="*/ 1434549 w 12192000"/>
              <a:gd name="connsiteY152" fmla="*/ 2234522 h 2237474"/>
              <a:gd name="connsiteX153" fmla="*/ 1398481 w 12192000"/>
              <a:gd name="connsiteY153" fmla="*/ 2237074 h 2237474"/>
              <a:gd name="connsiteX154" fmla="*/ 1398407 w 12192000"/>
              <a:gd name="connsiteY154" fmla="*/ 2237095 h 2237474"/>
              <a:gd name="connsiteX155" fmla="*/ 1370962 w 12192000"/>
              <a:gd name="connsiteY155" fmla="*/ 2237474 h 2237474"/>
              <a:gd name="connsiteX156" fmla="*/ 1356367 w 12192000"/>
              <a:gd name="connsiteY156" fmla="*/ 2235089 h 2237474"/>
              <a:gd name="connsiteX157" fmla="*/ 1324828 w 12192000"/>
              <a:gd name="connsiteY157" fmla="*/ 2231968 h 2237474"/>
              <a:gd name="connsiteX158" fmla="*/ 1297744 w 12192000"/>
              <a:gd name="connsiteY158" fmla="*/ 2235849 h 2237474"/>
              <a:gd name="connsiteX159" fmla="*/ 1286236 w 12192000"/>
              <a:gd name="connsiteY159" fmla="*/ 2233135 h 2237474"/>
              <a:gd name="connsiteX160" fmla="*/ 1283504 w 12192000"/>
              <a:gd name="connsiteY160" fmla="*/ 2233797 h 2237474"/>
              <a:gd name="connsiteX161" fmla="*/ 1279765 w 12192000"/>
              <a:gd name="connsiteY161" fmla="*/ 2229639 h 2237474"/>
              <a:gd name="connsiteX162" fmla="*/ 1195347 w 12192000"/>
              <a:gd name="connsiteY162" fmla="*/ 2212354 h 2237474"/>
              <a:gd name="connsiteX163" fmla="*/ 970251 w 12192000"/>
              <a:gd name="connsiteY163" fmla="*/ 2221029 h 2237474"/>
              <a:gd name="connsiteX164" fmla="*/ 812914 w 12192000"/>
              <a:gd name="connsiteY164" fmla="*/ 2202752 h 2237474"/>
              <a:gd name="connsiteX165" fmla="*/ 800195 w 12192000"/>
              <a:gd name="connsiteY165" fmla="*/ 2209407 h 2237474"/>
              <a:gd name="connsiteX166" fmla="*/ 784978 w 12192000"/>
              <a:gd name="connsiteY166" fmla="*/ 2212360 h 2237474"/>
              <a:gd name="connsiteX167" fmla="*/ 681987 w 12192000"/>
              <a:gd name="connsiteY167" fmla="*/ 2216757 h 2237474"/>
              <a:gd name="connsiteX168" fmla="*/ 669923 w 12192000"/>
              <a:gd name="connsiteY168" fmla="*/ 2211682 h 2237474"/>
              <a:gd name="connsiteX169" fmla="*/ 648680 w 12192000"/>
              <a:gd name="connsiteY169" fmla="*/ 2206229 h 2237474"/>
              <a:gd name="connsiteX170" fmla="*/ 597225 w 12192000"/>
              <a:gd name="connsiteY170" fmla="*/ 2180999 h 2237474"/>
              <a:gd name="connsiteX171" fmla="*/ 558449 w 12192000"/>
              <a:gd name="connsiteY171" fmla="*/ 2182346 h 2237474"/>
              <a:gd name="connsiteX172" fmla="*/ 550517 w 12192000"/>
              <a:gd name="connsiteY172" fmla="*/ 2182060 h 2237474"/>
              <a:gd name="connsiteX173" fmla="*/ 550309 w 12192000"/>
              <a:gd name="connsiteY173" fmla="*/ 2181825 h 2237474"/>
              <a:gd name="connsiteX174" fmla="*/ 541836 w 12192000"/>
              <a:gd name="connsiteY174" fmla="*/ 2181063 h 2237474"/>
              <a:gd name="connsiteX175" fmla="*/ 536057 w 12192000"/>
              <a:gd name="connsiteY175" fmla="*/ 2181537 h 2237474"/>
              <a:gd name="connsiteX176" fmla="*/ 520671 w 12192000"/>
              <a:gd name="connsiteY176" fmla="*/ 2180980 h 2237474"/>
              <a:gd name="connsiteX177" fmla="*/ 515024 w 12192000"/>
              <a:gd name="connsiteY177" fmla="*/ 2179258 h 2237474"/>
              <a:gd name="connsiteX178" fmla="*/ 512278 w 12192000"/>
              <a:gd name="connsiteY178" fmla="*/ 2176369 h 2237474"/>
              <a:gd name="connsiteX179" fmla="*/ 480419 w 12192000"/>
              <a:gd name="connsiteY179" fmla="*/ 2167807 h 2237474"/>
              <a:gd name="connsiteX180" fmla="*/ 413835 w 12192000"/>
              <a:gd name="connsiteY180" fmla="*/ 2156783 h 2237474"/>
              <a:gd name="connsiteX181" fmla="*/ 376513 w 12192000"/>
              <a:gd name="connsiteY181" fmla="*/ 2154014 h 2237474"/>
              <a:gd name="connsiteX182" fmla="*/ 273386 w 12192000"/>
              <a:gd name="connsiteY182" fmla="*/ 2142551 h 2237474"/>
              <a:gd name="connsiteX183" fmla="*/ 169207 w 12192000"/>
              <a:gd name="connsiteY183" fmla="*/ 2128100 h 2237474"/>
              <a:gd name="connsiteX184" fmla="*/ 93149 w 12192000"/>
              <a:gd name="connsiteY184" fmla="*/ 2105324 h 2237474"/>
              <a:gd name="connsiteX185" fmla="*/ 88109 w 12192000"/>
              <a:gd name="connsiteY185" fmla="*/ 2106704 h 2237474"/>
              <a:gd name="connsiteX186" fmla="*/ 80022 w 12192000"/>
              <a:gd name="connsiteY186" fmla="*/ 2107254 h 2237474"/>
              <a:gd name="connsiteX187" fmla="*/ 79717 w 12192000"/>
              <a:gd name="connsiteY187" fmla="*/ 2107046 h 2237474"/>
              <a:gd name="connsiteX188" fmla="*/ 72352 w 12192000"/>
              <a:gd name="connsiteY188" fmla="*/ 2107991 h 2237474"/>
              <a:gd name="connsiteX189" fmla="*/ 37645 w 12192000"/>
              <a:gd name="connsiteY189" fmla="*/ 2115401 h 2237474"/>
              <a:gd name="connsiteX190" fmla="*/ 4572 w 12192000"/>
              <a:gd name="connsiteY190" fmla="*/ 2111091 h 2237474"/>
              <a:gd name="connsiteX191" fmla="*/ 0 w 12192000"/>
              <a:gd name="connsiteY191" fmla="*/ 2110468 h 2237474"/>
              <a:gd name="connsiteX192" fmla="*/ 0 w 12192000"/>
              <a:gd name="connsiteY19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44189 w 12192000"/>
              <a:gd name="connsiteY24" fmla="*/ 938966 h 2237474"/>
              <a:gd name="connsiteX25" fmla="*/ 9500499 w 12192000"/>
              <a:gd name="connsiteY25" fmla="*/ 954680 h 2237474"/>
              <a:gd name="connsiteX26" fmla="*/ 9428195 w 12192000"/>
              <a:gd name="connsiteY26" fmla="*/ 986225 h 2237474"/>
              <a:gd name="connsiteX27" fmla="*/ 9410017 w 12192000"/>
              <a:gd name="connsiteY27" fmla="*/ 993931 h 2237474"/>
              <a:gd name="connsiteX28" fmla="*/ 9392919 w 12192000"/>
              <a:gd name="connsiteY28" fmla="*/ 994656 h 2237474"/>
              <a:gd name="connsiteX29" fmla="*/ 9278619 w 12192000"/>
              <a:gd name="connsiteY29" fmla="*/ 1011878 h 2237474"/>
              <a:gd name="connsiteX30" fmla="*/ 9268019 w 12192000"/>
              <a:gd name="connsiteY30" fmla="*/ 1007442 h 2237474"/>
              <a:gd name="connsiteX31" fmla="*/ 9234662 w 12192000"/>
              <a:gd name="connsiteY31" fmla="*/ 1023056 h 2237474"/>
              <a:gd name="connsiteX32" fmla="*/ 9181033 w 12192000"/>
              <a:gd name="connsiteY32" fmla="*/ 1037921 h 2237474"/>
              <a:gd name="connsiteX33" fmla="*/ 9155969 w 12192000"/>
              <a:gd name="connsiteY33" fmla="*/ 1046804 h 2237474"/>
              <a:gd name="connsiteX34" fmla="*/ 9133985 w 12192000"/>
              <a:gd name="connsiteY34" fmla="*/ 1046450 h 2237474"/>
              <a:gd name="connsiteX35" fmla="*/ 9003462 w 12192000"/>
              <a:gd name="connsiteY35" fmla="*/ 1042406 h 2237474"/>
              <a:gd name="connsiteX36" fmla="*/ 8968445 w 12192000"/>
              <a:gd name="connsiteY36" fmla="*/ 1052169 h 2237474"/>
              <a:gd name="connsiteX37" fmla="*/ 8886001 w 12192000"/>
              <a:gd name="connsiteY37" fmla="*/ 1067468 h 2237474"/>
              <a:gd name="connsiteX38" fmla="*/ 8838610 w 12192000"/>
              <a:gd name="connsiteY38" fmla="*/ 1075091 h 2237474"/>
              <a:gd name="connsiteX39" fmla="*/ 8750383 w 12192000"/>
              <a:gd name="connsiteY39" fmla="*/ 1097387 h 2237474"/>
              <a:gd name="connsiteX40" fmla="*/ 8665605 w 12192000"/>
              <a:gd name="connsiteY40" fmla="*/ 1110791 h 2237474"/>
              <a:gd name="connsiteX41" fmla="*/ 8584946 w 12192000"/>
              <a:gd name="connsiteY41" fmla="*/ 1135226 h 2237474"/>
              <a:gd name="connsiteX42" fmla="*/ 8460755 w 12192000"/>
              <a:gd name="connsiteY42" fmla="*/ 1203427 h 2237474"/>
              <a:gd name="connsiteX43" fmla="*/ 8419755 w 12192000"/>
              <a:gd name="connsiteY43" fmla="*/ 1216260 h 2237474"/>
              <a:gd name="connsiteX44" fmla="*/ 8411626 w 12192000"/>
              <a:gd name="connsiteY44" fmla="*/ 1214397 h 2237474"/>
              <a:gd name="connsiteX45" fmla="*/ 8363469 w 12192000"/>
              <a:gd name="connsiteY45" fmla="*/ 1246658 h 2237474"/>
              <a:gd name="connsiteX46" fmla="*/ 8275497 w 12192000"/>
              <a:gd name="connsiteY46" fmla="*/ 1264396 h 2237474"/>
              <a:gd name="connsiteX47" fmla="*/ 8206287 w 12192000"/>
              <a:gd name="connsiteY47" fmla="*/ 1273060 h 2237474"/>
              <a:gd name="connsiteX48" fmla="*/ 8139997 w 12192000"/>
              <a:gd name="connsiteY48" fmla="*/ 1282713 h 2237474"/>
              <a:gd name="connsiteX49" fmla="*/ 8074238 w 12192000"/>
              <a:gd name="connsiteY49" fmla="*/ 1301895 h 2237474"/>
              <a:gd name="connsiteX50" fmla="*/ 7942099 w 12192000"/>
              <a:gd name="connsiteY50" fmla="*/ 1336332 h 2237474"/>
              <a:gd name="connsiteX51" fmla="*/ 7902328 w 12192000"/>
              <a:gd name="connsiteY51" fmla="*/ 1345865 h 2237474"/>
              <a:gd name="connsiteX52" fmla="*/ 7840612 w 12192000"/>
              <a:gd name="connsiteY52" fmla="*/ 1369373 h 2237474"/>
              <a:gd name="connsiteX53" fmla="*/ 7786819 w 12192000"/>
              <a:gd name="connsiteY53" fmla="*/ 1378970 h 2237474"/>
              <a:gd name="connsiteX54" fmla="*/ 7548172 w 12192000"/>
              <a:gd name="connsiteY54" fmla="*/ 1417460 h 2237474"/>
              <a:gd name="connsiteX55" fmla="*/ 7483437 w 12192000"/>
              <a:gd name="connsiteY55" fmla="*/ 1478152 h 2237474"/>
              <a:gd name="connsiteX56" fmla="*/ 7377870 w 12192000"/>
              <a:gd name="connsiteY56" fmla="*/ 1523319 h 2237474"/>
              <a:gd name="connsiteX57" fmla="*/ 7230737 w 12192000"/>
              <a:gd name="connsiteY57" fmla="*/ 1562633 h 2237474"/>
              <a:gd name="connsiteX58" fmla="*/ 7224458 w 12192000"/>
              <a:gd name="connsiteY58" fmla="*/ 1573008 h 2237474"/>
              <a:gd name="connsiteX59" fmla="*/ 7183121 w 12192000"/>
              <a:gd name="connsiteY59" fmla="*/ 1595162 h 2237474"/>
              <a:gd name="connsiteX60" fmla="*/ 7164601 w 12192000"/>
              <a:gd name="connsiteY60" fmla="*/ 1606490 h 2237474"/>
              <a:gd name="connsiteX61" fmla="*/ 7031309 w 12192000"/>
              <a:gd name="connsiteY61" fmla="*/ 1619451 h 2237474"/>
              <a:gd name="connsiteX62" fmla="*/ 6900177 w 12192000"/>
              <a:gd name="connsiteY62" fmla="*/ 1636016 h 2237474"/>
              <a:gd name="connsiteX63" fmla="*/ 6795372 w 12192000"/>
              <a:gd name="connsiteY63" fmla="*/ 1644845 h 2237474"/>
              <a:gd name="connsiteX64" fmla="*/ 6692251 w 12192000"/>
              <a:gd name="connsiteY64" fmla="*/ 1656357 h 2237474"/>
              <a:gd name="connsiteX65" fmla="*/ 6655235 w 12192000"/>
              <a:gd name="connsiteY65" fmla="*/ 1661869 h 2237474"/>
              <a:gd name="connsiteX66" fmla="*/ 6554894 w 12192000"/>
              <a:gd name="connsiteY66" fmla="*/ 1664428 h 2237474"/>
              <a:gd name="connsiteX67" fmla="*/ 6516595 w 12192000"/>
              <a:gd name="connsiteY67" fmla="*/ 1667475 h 2237474"/>
              <a:gd name="connsiteX68" fmla="*/ 6508541 w 12192000"/>
              <a:gd name="connsiteY68" fmla="*/ 1668757 h 2237474"/>
              <a:gd name="connsiteX69" fmla="*/ 6471012 w 12192000"/>
              <a:gd name="connsiteY69" fmla="*/ 1678604 h 2237474"/>
              <a:gd name="connsiteX70" fmla="*/ 6364035 w 12192000"/>
              <a:gd name="connsiteY70" fmla="*/ 1667683 h 2237474"/>
              <a:gd name="connsiteX71" fmla="*/ 6280959 w 12192000"/>
              <a:gd name="connsiteY71" fmla="*/ 1689329 h 2237474"/>
              <a:gd name="connsiteX72" fmla="*/ 6243319 w 12192000"/>
              <a:gd name="connsiteY72" fmla="*/ 1695560 h 2237474"/>
              <a:gd name="connsiteX73" fmla="*/ 6098321 w 12192000"/>
              <a:gd name="connsiteY73" fmla="*/ 1721646 h 2237474"/>
              <a:gd name="connsiteX74" fmla="*/ 5880652 w 12192000"/>
              <a:gd name="connsiteY74" fmla="*/ 1779643 h 2237474"/>
              <a:gd name="connsiteX75" fmla="*/ 5785959 w 12192000"/>
              <a:gd name="connsiteY75" fmla="*/ 1775307 h 2237474"/>
              <a:gd name="connsiteX76" fmla="*/ 5643534 w 12192000"/>
              <a:gd name="connsiteY76" fmla="*/ 1802919 h 2237474"/>
              <a:gd name="connsiteX77" fmla="*/ 5518799 w 12192000"/>
              <a:gd name="connsiteY77" fmla="*/ 1818312 h 2237474"/>
              <a:gd name="connsiteX78" fmla="*/ 5505014 w 12192000"/>
              <a:gd name="connsiteY78" fmla="*/ 1819259 h 2237474"/>
              <a:gd name="connsiteX79" fmla="*/ 5453307 w 12192000"/>
              <a:gd name="connsiteY79" fmla="*/ 1815450 h 2237474"/>
              <a:gd name="connsiteX80" fmla="*/ 5221533 w 12192000"/>
              <a:gd name="connsiteY80" fmla="*/ 1846950 h 2237474"/>
              <a:gd name="connsiteX81" fmla="*/ 5149802 w 12192000"/>
              <a:gd name="connsiteY81" fmla="*/ 1844846 h 2237474"/>
              <a:gd name="connsiteX82" fmla="*/ 5114927 w 12192000"/>
              <a:gd name="connsiteY82" fmla="*/ 1847827 h 2237474"/>
              <a:gd name="connsiteX83" fmla="*/ 5108970 w 12192000"/>
              <a:gd name="connsiteY83" fmla="*/ 1847935 h 2237474"/>
              <a:gd name="connsiteX84" fmla="*/ 5067961 w 12192000"/>
              <a:gd name="connsiteY84" fmla="*/ 1845917 h 2237474"/>
              <a:gd name="connsiteX85" fmla="*/ 5007075 w 12192000"/>
              <a:gd name="connsiteY85" fmla="*/ 1838626 h 2237474"/>
              <a:gd name="connsiteX86" fmla="*/ 4944087 w 12192000"/>
              <a:gd name="connsiteY86" fmla="*/ 1823332 h 2237474"/>
              <a:gd name="connsiteX87" fmla="*/ 4907662 w 12192000"/>
              <a:gd name="connsiteY87" fmla="*/ 1816900 h 2237474"/>
              <a:gd name="connsiteX88" fmla="*/ 4882386 w 12192000"/>
              <a:gd name="connsiteY88" fmla="*/ 1809844 h 2237474"/>
              <a:gd name="connsiteX89" fmla="*/ 4811440 w 12192000"/>
              <a:gd name="connsiteY89" fmla="*/ 1804655 h 2237474"/>
              <a:gd name="connsiteX90" fmla="*/ 4691075 w 12192000"/>
              <a:gd name="connsiteY90" fmla="*/ 1801389 h 2237474"/>
              <a:gd name="connsiteX91" fmla="*/ 4611738 w 12192000"/>
              <a:gd name="connsiteY91" fmla="*/ 1776964 h 2237474"/>
              <a:gd name="connsiteX92" fmla="*/ 4560070 w 12192000"/>
              <a:gd name="connsiteY92" fmla="*/ 1785640 h 2237474"/>
              <a:gd name="connsiteX93" fmla="*/ 4536503 w 12192000"/>
              <a:gd name="connsiteY93" fmla="*/ 1785334 h 2237474"/>
              <a:gd name="connsiteX94" fmla="*/ 4513724 w 12192000"/>
              <a:gd name="connsiteY94" fmla="*/ 1791996 h 2237474"/>
              <a:gd name="connsiteX95" fmla="*/ 4459810 w 12192000"/>
              <a:gd name="connsiteY95" fmla="*/ 1797886 h 2237474"/>
              <a:gd name="connsiteX96" fmla="*/ 4379064 w 12192000"/>
              <a:gd name="connsiteY96" fmla="*/ 1817177 h 2237474"/>
              <a:gd name="connsiteX97" fmla="*/ 4290981 w 12192000"/>
              <a:gd name="connsiteY97" fmla="*/ 1839677 h 2237474"/>
              <a:gd name="connsiteX98" fmla="*/ 4238372 w 12192000"/>
              <a:gd name="connsiteY98" fmla="*/ 1851480 h 2237474"/>
              <a:gd name="connsiteX99" fmla="*/ 4232517 w 12192000"/>
              <a:gd name="connsiteY99" fmla="*/ 1852567 h 2237474"/>
              <a:gd name="connsiteX100" fmla="*/ 4191732 w 12192000"/>
              <a:gd name="connsiteY100" fmla="*/ 1857328 h 2237474"/>
              <a:gd name="connsiteX101" fmla="*/ 4065532 w 12192000"/>
              <a:gd name="connsiteY101" fmla="*/ 1855477 h 2237474"/>
              <a:gd name="connsiteX102" fmla="*/ 4028460 w 12192000"/>
              <a:gd name="connsiteY102" fmla="*/ 1855137 h 2237474"/>
              <a:gd name="connsiteX103" fmla="*/ 4002267 w 12192000"/>
              <a:gd name="connsiteY103" fmla="*/ 1852352 h 2237474"/>
              <a:gd name="connsiteX104" fmla="*/ 3931396 w 12192000"/>
              <a:gd name="connsiteY104" fmla="*/ 1858915 h 2237474"/>
              <a:gd name="connsiteX105" fmla="*/ 3812162 w 12192000"/>
              <a:gd name="connsiteY105" fmla="*/ 1875501 h 2237474"/>
              <a:gd name="connsiteX106" fmla="*/ 3729530 w 12192000"/>
              <a:gd name="connsiteY106" fmla="*/ 1864513 h 2237474"/>
              <a:gd name="connsiteX107" fmla="*/ 3680177 w 12192000"/>
              <a:gd name="connsiteY107" fmla="*/ 1881552 h 2237474"/>
              <a:gd name="connsiteX108" fmla="*/ 3567259 w 12192000"/>
              <a:gd name="connsiteY108" fmla="*/ 1893482 h 2237474"/>
              <a:gd name="connsiteX109" fmla="*/ 3405770 w 12192000"/>
              <a:gd name="connsiteY109" fmla="*/ 1904591 h 2237474"/>
              <a:gd name="connsiteX110" fmla="*/ 3280097 w 12192000"/>
              <a:gd name="connsiteY110" fmla="*/ 1919610 h 2237474"/>
              <a:gd name="connsiteX111" fmla="*/ 3123424 w 12192000"/>
              <a:gd name="connsiteY111" fmla="*/ 1952930 h 2237474"/>
              <a:gd name="connsiteX112" fmla="*/ 3009910 w 12192000"/>
              <a:gd name="connsiteY112" fmla="*/ 1957866 h 2237474"/>
              <a:gd name="connsiteX113" fmla="*/ 2995934 w 12192000"/>
              <a:gd name="connsiteY113" fmla="*/ 1967085 h 2237474"/>
              <a:gd name="connsiteX114" fmla="*/ 2980071 w 12192000"/>
              <a:gd name="connsiteY114" fmla="*/ 1972988 h 2237474"/>
              <a:gd name="connsiteX115" fmla="*/ 2978094 w 12192000"/>
              <a:gd name="connsiteY115" fmla="*/ 1972369 h 2237474"/>
              <a:gd name="connsiteX116" fmla="*/ 2942858 w 12192000"/>
              <a:gd name="connsiteY116" fmla="*/ 1981367 h 2237474"/>
              <a:gd name="connsiteX117" fmla="*/ 2875436 w 12192000"/>
              <a:gd name="connsiteY117" fmla="*/ 1996977 h 2237474"/>
              <a:gd name="connsiteX118" fmla="*/ 2874892 w 12192000"/>
              <a:gd name="connsiteY118" fmla="*/ 1996085 h 2237474"/>
              <a:gd name="connsiteX119" fmla="*/ 2864145 w 12192000"/>
              <a:gd name="connsiteY119" fmla="*/ 1994061 h 2237474"/>
              <a:gd name="connsiteX120" fmla="*/ 2843662 w 12192000"/>
              <a:gd name="connsiteY120" fmla="*/ 1992498 h 2237474"/>
              <a:gd name="connsiteX121" fmla="*/ 2796128 w 12192000"/>
              <a:gd name="connsiteY121" fmla="*/ 1976403 h 2237474"/>
              <a:gd name="connsiteX122" fmla="*/ 2756784 w 12192000"/>
              <a:gd name="connsiteY122" fmla="*/ 1985116 h 2237474"/>
              <a:gd name="connsiteX123" fmla="*/ 2748833 w 12192000"/>
              <a:gd name="connsiteY123" fmla="*/ 1986323 h 2237474"/>
              <a:gd name="connsiteX124" fmla="*/ 2748661 w 12192000"/>
              <a:gd name="connsiteY124" fmla="*/ 1986122 h 2237474"/>
              <a:gd name="connsiteX125" fmla="*/ 2740251 w 12192000"/>
              <a:gd name="connsiteY125" fmla="*/ 1986946 h 2237474"/>
              <a:gd name="connsiteX126" fmla="*/ 2718916 w 12192000"/>
              <a:gd name="connsiteY126" fmla="*/ 1990867 h 2237474"/>
              <a:gd name="connsiteX127" fmla="*/ 2713522 w 12192000"/>
              <a:gd name="connsiteY127" fmla="*/ 1990173 h 2237474"/>
              <a:gd name="connsiteX128" fmla="*/ 2680597 w 12192000"/>
              <a:gd name="connsiteY128" fmla="*/ 1984996 h 2237474"/>
              <a:gd name="connsiteX129" fmla="*/ 2578178 w 12192000"/>
              <a:gd name="connsiteY129" fmla="*/ 1990531 h 2237474"/>
              <a:gd name="connsiteX130" fmla="*/ 2476147 w 12192000"/>
              <a:gd name="connsiteY130" fmla="*/ 1998305 h 2237474"/>
              <a:gd name="connsiteX131" fmla="*/ 2373568 w 12192000"/>
              <a:gd name="connsiteY131" fmla="*/ 2003219 h 2237474"/>
              <a:gd name="connsiteX132" fmla="*/ 2321399 w 12192000"/>
              <a:gd name="connsiteY132" fmla="*/ 1989467 h 2237474"/>
              <a:gd name="connsiteX133" fmla="*/ 2315525 w 12192000"/>
              <a:gd name="connsiteY133" fmla="*/ 1989708 h 2237474"/>
              <a:gd name="connsiteX134" fmla="*/ 2300792 w 12192000"/>
              <a:gd name="connsiteY134" fmla="*/ 1994290 h 2237474"/>
              <a:gd name="connsiteX135" fmla="*/ 2295469 w 12192000"/>
              <a:gd name="connsiteY135" fmla="*/ 1996659 h 2237474"/>
              <a:gd name="connsiteX136" fmla="*/ 2287219 w 12192000"/>
              <a:gd name="connsiteY136" fmla="*/ 1998750 h 2237474"/>
              <a:gd name="connsiteX137" fmla="*/ 2286948 w 12192000"/>
              <a:gd name="connsiteY137" fmla="*/ 1998596 h 2237474"/>
              <a:gd name="connsiteX138" fmla="*/ 2243069 w 12192000"/>
              <a:gd name="connsiteY138" fmla="*/ 2015111 h 2237474"/>
              <a:gd name="connsiteX139" fmla="*/ 2186609 w 12192000"/>
              <a:gd name="connsiteY139" fmla="*/ 2008263 h 2237474"/>
              <a:gd name="connsiteX140" fmla="*/ 2164831 w 12192000"/>
              <a:gd name="connsiteY140" fmla="*/ 2010143 h 2237474"/>
              <a:gd name="connsiteX141" fmla="*/ 2152836 w 12192000"/>
              <a:gd name="connsiteY141" fmla="*/ 2010048 h 2237474"/>
              <a:gd name="connsiteX142" fmla="*/ 2117102 w 12192000"/>
              <a:gd name="connsiteY142" fmla="*/ 2023004 h 2237474"/>
              <a:gd name="connsiteX143" fmla="*/ 2111935 w 12192000"/>
              <a:gd name="connsiteY143" fmla="*/ 2023163 h 2237474"/>
              <a:gd name="connsiteX144" fmla="*/ 2089991 w 12192000"/>
              <a:gd name="connsiteY144" fmla="*/ 2034193 h 2237474"/>
              <a:gd name="connsiteX145" fmla="*/ 2058061 w 12192000"/>
              <a:gd name="connsiteY145" fmla="*/ 2047942 h 2237474"/>
              <a:gd name="connsiteX146" fmla="*/ 2055737 w 12192000"/>
              <a:gd name="connsiteY146" fmla="*/ 2047704 h 2237474"/>
              <a:gd name="connsiteX147" fmla="*/ 2042244 w 12192000"/>
              <a:gd name="connsiteY147" fmla="*/ 2055560 h 2237474"/>
              <a:gd name="connsiteX148" fmla="*/ 1976224 w 12192000"/>
              <a:gd name="connsiteY148" fmla="*/ 2074257 h 2237474"/>
              <a:gd name="connsiteX149" fmla="*/ 1877728 w 12192000"/>
              <a:gd name="connsiteY149" fmla="*/ 2101004 h 2237474"/>
              <a:gd name="connsiteX150" fmla="*/ 1759056 w 12192000"/>
              <a:gd name="connsiteY150" fmla="*/ 2125608 h 2237474"/>
              <a:gd name="connsiteX151" fmla="*/ 1637948 w 12192000"/>
              <a:gd name="connsiteY151" fmla="*/ 2172597 h 2237474"/>
              <a:gd name="connsiteX152" fmla="*/ 1434549 w 12192000"/>
              <a:gd name="connsiteY152" fmla="*/ 2234522 h 2237474"/>
              <a:gd name="connsiteX153" fmla="*/ 1398481 w 12192000"/>
              <a:gd name="connsiteY153" fmla="*/ 2237074 h 2237474"/>
              <a:gd name="connsiteX154" fmla="*/ 1398407 w 12192000"/>
              <a:gd name="connsiteY154" fmla="*/ 2237095 h 2237474"/>
              <a:gd name="connsiteX155" fmla="*/ 1370962 w 12192000"/>
              <a:gd name="connsiteY155" fmla="*/ 2237474 h 2237474"/>
              <a:gd name="connsiteX156" fmla="*/ 1356367 w 12192000"/>
              <a:gd name="connsiteY156" fmla="*/ 2235089 h 2237474"/>
              <a:gd name="connsiteX157" fmla="*/ 1324828 w 12192000"/>
              <a:gd name="connsiteY157" fmla="*/ 2231968 h 2237474"/>
              <a:gd name="connsiteX158" fmla="*/ 1297744 w 12192000"/>
              <a:gd name="connsiteY158" fmla="*/ 2235849 h 2237474"/>
              <a:gd name="connsiteX159" fmla="*/ 1286236 w 12192000"/>
              <a:gd name="connsiteY159" fmla="*/ 2233135 h 2237474"/>
              <a:gd name="connsiteX160" fmla="*/ 1283504 w 12192000"/>
              <a:gd name="connsiteY160" fmla="*/ 2233797 h 2237474"/>
              <a:gd name="connsiteX161" fmla="*/ 1279765 w 12192000"/>
              <a:gd name="connsiteY161" fmla="*/ 2229639 h 2237474"/>
              <a:gd name="connsiteX162" fmla="*/ 1195347 w 12192000"/>
              <a:gd name="connsiteY162" fmla="*/ 2212354 h 2237474"/>
              <a:gd name="connsiteX163" fmla="*/ 970251 w 12192000"/>
              <a:gd name="connsiteY163" fmla="*/ 2221029 h 2237474"/>
              <a:gd name="connsiteX164" fmla="*/ 812914 w 12192000"/>
              <a:gd name="connsiteY164" fmla="*/ 2202752 h 2237474"/>
              <a:gd name="connsiteX165" fmla="*/ 800195 w 12192000"/>
              <a:gd name="connsiteY165" fmla="*/ 2209407 h 2237474"/>
              <a:gd name="connsiteX166" fmla="*/ 784978 w 12192000"/>
              <a:gd name="connsiteY166" fmla="*/ 2212360 h 2237474"/>
              <a:gd name="connsiteX167" fmla="*/ 681987 w 12192000"/>
              <a:gd name="connsiteY167" fmla="*/ 2216757 h 2237474"/>
              <a:gd name="connsiteX168" fmla="*/ 669923 w 12192000"/>
              <a:gd name="connsiteY168" fmla="*/ 2211682 h 2237474"/>
              <a:gd name="connsiteX169" fmla="*/ 648680 w 12192000"/>
              <a:gd name="connsiteY169" fmla="*/ 2206229 h 2237474"/>
              <a:gd name="connsiteX170" fmla="*/ 597225 w 12192000"/>
              <a:gd name="connsiteY170" fmla="*/ 2180999 h 2237474"/>
              <a:gd name="connsiteX171" fmla="*/ 558449 w 12192000"/>
              <a:gd name="connsiteY171" fmla="*/ 2182346 h 2237474"/>
              <a:gd name="connsiteX172" fmla="*/ 550517 w 12192000"/>
              <a:gd name="connsiteY172" fmla="*/ 2182060 h 2237474"/>
              <a:gd name="connsiteX173" fmla="*/ 550309 w 12192000"/>
              <a:gd name="connsiteY173" fmla="*/ 2181825 h 2237474"/>
              <a:gd name="connsiteX174" fmla="*/ 541836 w 12192000"/>
              <a:gd name="connsiteY174" fmla="*/ 2181063 h 2237474"/>
              <a:gd name="connsiteX175" fmla="*/ 536057 w 12192000"/>
              <a:gd name="connsiteY175" fmla="*/ 2181537 h 2237474"/>
              <a:gd name="connsiteX176" fmla="*/ 520671 w 12192000"/>
              <a:gd name="connsiteY176" fmla="*/ 2180980 h 2237474"/>
              <a:gd name="connsiteX177" fmla="*/ 515024 w 12192000"/>
              <a:gd name="connsiteY177" fmla="*/ 2179258 h 2237474"/>
              <a:gd name="connsiteX178" fmla="*/ 512278 w 12192000"/>
              <a:gd name="connsiteY178" fmla="*/ 2176369 h 2237474"/>
              <a:gd name="connsiteX179" fmla="*/ 480419 w 12192000"/>
              <a:gd name="connsiteY179" fmla="*/ 2167807 h 2237474"/>
              <a:gd name="connsiteX180" fmla="*/ 413835 w 12192000"/>
              <a:gd name="connsiteY180" fmla="*/ 2156783 h 2237474"/>
              <a:gd name="connsiteX181" fmla="*/ 376513 w 12192000"/>
              <a:gd name="connsiteY181" fmla="*/ 2154014 h 2237474"/>
              <a:gd name="connsiteX182" fmla="*/ 273386 w 12192000"/>
              <a:gd name="connsiteY182" fmla="*/ 2142551 h 2237474"/>
              <a:gd name="connsiteX183" fmla="*/ 169207 w 12192000"/>
              <a:gd name="connsiteY183" fmla="*/ 2128100 h 2237474"/>
              <a:gd name="connsiteX184" fmla="*/ 93149 w 12192000"/>
              <a:gd name="connsiteY184" fmla="*/ 2105324 h 2237474"/>
              <a:gd name="connsiteX185" fmla="*/ 88109 w 12192000"/>
              <a:gd name="connsiteY185" fmla="*/ 2106704 h 2237474"/>
              <a:gd name="connsiteX186" fmla="*/ 80022 w 12192000"/>
              <a:gd name="connsiteY186" fmla="*/ 2107254 h 2237474"/>
              <a:gd name="connsiteX187" fmla="*/ 79717 w 12192000"/>
              <a:gd name="connsiteY187" fmla="*/ 2107046 h 2237474"/>
              <a:gd name="connsiteX188" fmla="*/ 72352 w 12192000"/>
              <a:gd name="connsiteY188" fmla="*/ 2107991 h 2237474"/>
              <a:gd name="connsiteX189" fmla="*/ 37645 w 12192000"/>
              <a:gd name="connsiteY189" fmla="*/ 2115401 h 2237474"/>
              <a:gd name="connsiteX190" fmla="*/ 4572 w 12192000"/>
              <a:gd name="connsiteY190" fmla="*/ 2111091 h 2237474"/>
              <a:gd name="connsiteX191" fmla="*/ 0 w 12192000"/>
              <a:gd name="connsiteY191" fmla="*/ 2110468 h 2237474"/>
              <a:gd name="connsiteX192" fmla="*/ 0 w 12192000"/>
              <a:gd name="connsiteY19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44189 w 12192000"/>
              <a:gd name="connsiteY24" fmla="*/ 938966 h 2237474"/>
              <a:gd name="connsiteX25" fmla="*/ 9500499 w 12192000"/>
              <a:gd name="connsiteY25" fmla="*/ 954680 h 2237474"/>
              <a:gd name="connsiteX26" fmla="*/ 9428195 w 12192000"/>
              <a:gd name="connsiteY26" fmla="*/ 986225 h 2237474"/>
              <a:gd name="connsiteX27" fmla="*/ 9410017 w 12192000"/>
              <a:gd name="connsiteY27" fmla="*/ 993931 h 2237474"/>
              <a:gd name="connsiteX28" fmla="*/ 9392919 w 12192000"/>
              <a:gd name="connsiteY28" fmla="*/ 994656 h 2237474"/>
              <a:gd name="connsiteX29" fmla="*/ 9278619 w 12192000"/>
              <a:gd name="connsiteY29" fmla="*/ 1011878 h 2237474"/>
              <a:gd name="connsiteX30" fmla="*/ 9268019 w 12192000"/>
              <a:gd name="connsiteY30" fmla="*/ 1007442 h 2237474"/>
              <a:gd name="connsiteX31" fmla="*/ 9234662 w 12192000"/>
              <a:gd name="connsiteY31" fmla="*/ 1023056 h 2237474"/>
              <a:gd name="connsiteX32" fmla="*/ 9181033 w 12192000"/>
              <a:gd name="connsiteY32" fmla="*/ 1037921 h 2237474"/>
              <a:gd name="connsiteX33" fmla="*/ 9155969 w 12192000"/>
              <a:gd name="connsiteY33" fmla="*/ 1046804 h 2237474"/>
              <a:gd name="connsiteX34" fmla="*/ 9133985 w 12192000"/>
              <a:gd name="connsiteY34" fmla="*/ 1046450 h 2237474"/>
              <a:gd name="connsiteX35" fmla="*/ 9003462 w 12192000"/>
              <a:gd name="connsiteY35" fmla="*/ 1042406 h 2237474"/>
              <a:gd name="connsiteX36" fmla="*/ 8968445 w 12192000"/>
              <a:gd name="connsiteY36" fmla="*/ 1052169 h 2237474"/>
              <a:gd name="connsiteX37" fmla="*/ 8886001 w 12192000"/>
              <a:gd name="connsiteY37" fmla="*/ 1067468 h 2237474"/>
              <a:gd name="connsiteX38" fmla="*/ 8838610 w 12192000"/>
              <a:gd name="connsiteY38" fmla="*/ 1075091 h 2237474"/>
              <a:gd name="connsiteX39" fmla="*/ 8750383 w 12192000"/>
              <a:gd name="connsiteY39" fmla="*/ 1097387 h 2237474"/>
              <a:gd name="connsiteX40" fmla="*/ 8665605 w 12192000"/>
              <a:gd name="connsiteY40" fmla="*/ 1110791 h 2237474"/>
              <a:gd name="connsiteX41" fmla="*/ 8584946 w 12192000"/>
              <a:gd name="connsiteY41" fmla="*/ 1135226 h 2237474"/>
              <a:gd name="connsiteX42" fmla="*/ 8460755 w 12192000"/>
              <a:gd name="connsiteY42" fmla="*/ 1203427 h 2237474"/>
              <a:gd name="connsiteX43" fmla="*/ 8419755 w 12192000"/>
              <a:gd name="connsiteY43" fmla="*/ 1216260 h 2237474"/>
              <a:gd name="connsiteX44" fmla="*/ 8411626 w 12192000"/>
              <a:gd name="connsiteY44" fmla="*/ 1214397 h 2237474"/>
              <a:gd name="connsiteX45" fmla="*/ 8363469 w 12192000"/>
              <a:gd name="connsiteY45" fmla="*/ 1246658 h 2237474"/>
              <a:gd name="connsiteX46" fmla="*/ 8275497 w 12192000"/>
              <a:gd name="connsiteY46" fmla="*/ 1264396 h 2237474"/>
              <a:gd name="connsiteX47" fmla="*/ 8206287 w 12192000"/>
              <a:gd name="connsiteY47" fmla="*/ 1273060 h 2237474"/>
              <a:gd name="connsiteX48" fmla="*/ 8139997 w 12192000"/>
              <a:gd name="connsiteY48" fmla="*/ 1282713 h 2237474"/>
              <a:gd name="connsiteX49" fmla="*/ 8074238 w 12192000"/>
              <a:gd name="connsiteY49" fmla="*/ 1301895 h 2237474"/>
              <a:gd name="connsiteX50" fmla="*/ 7942099 w 12192000"/>
              <a:gd name="connsiteY50" fmla="*/ 1336332 h 2237474"/>
              <a:gd name="connsiteX51" fmla="*/ 7902328 w 12192000"/>
              <a:gd name="connsiteY51" fmla="*/ 1345865 h 2237474"/>
              <a:gd name="connsiteX52" fmla="*/ 7840612 w 12192000"/>
              <a:gd name="connsiteY52" fmla="*/ 1369373 h 2237474"/>
              <a:gd name="connsiteX53" fmla="*/ 7786819 w 12192000"/>
              <a:gd name="connsiteY53" fmla="*/ 1378970 h 2237474"/>
              <a:gd name="connsiteX54" fmla="*/ 7548172 w 12192000"/>
              <a:gd name="connsiteY54" fmla="*/ 1417460 h 2237474"/>
              <a:gd name="connsiteX55" fmla="*/ 7483437 w 12192000"/>
              <a:gd name="connsiteY55" fmla="*/ 1478152 h 2237474"/>
              <a:gd name="connsiteX56" fmla="*/ 7377870 w 12192000"/>
              <a:gd name="connsiteY56" fmla="*/ 1523319 h 2237474"/>
              <a:gd name="connsiteX57" fmla="*/ 7230737 w 12192000"/>
              <a:gd name="connsiteY57" fmla="*/ 1562633 h 2237474"/>
              <a:gd name="connsiteX58" fmla="*/ 7224458 w 12192000"/>
              <a:gd name="connsiteY58" fmla="*/ 1573008 h 2237474"/>
              <a:gd name="connsiteX59" fmla="*/ 7183121 w 12192000"/>
              <a:gd name="connsiteY59" fmla="*/ 1595162 h 2237474"/>
              <a:gd name="connsiteX60" fmla="*/ 7164601 w 12192000"/>
              <a:gd name="connsiteY60" fmla="*/ 1606490 h 2237474"/>
              <a:gd name="connsiteX61" fmla="*/ 7031309 w 12192000"/>
              <a:gd name="connsiteY61" fmla="*/ 1619451 h 2237474"/>
              <a:gd name="connsiteX62" fmla="*/ 6900177 w 12192000"/>
              <a:gd name="connsiteY62" fmla="*/ 1636016 h 2237474"/>
              <a:gd name="connsiteX63" fmla="*/ 6795372 w 12192000"/>
              <a:gd name="connsiteY63" fmla="*/ 1644845 h 2237474"/>
              <a:gd name="connsiteX64" fmla="*/ 6692251 w 12192000"/>
              <a:gd name="connsiteY64" fmla="*/ 1656357 h 2237474"/>
              <a:gd name="connsiteX65" fmla="*/ 6655235 w 12192000"/>
              <a:gd name="connsiteY65" fmla="*/ 1661869 h 2237474"/>
              <a:gd name="connsiteX66" fmla="*/ 6554894 w 12192000"/>
              <a:gd name="connsiteY66" fmla="*/ 1664428 h 2237474"/>
              <a:gd name="connsiteX67" fmla="*/ 6516595 w 12192000"/>
              <a:gd name="connsiteY67" fmla="*/ 1667475 h 2237474"/>
              <a:gd name="connsiteX68" fmla="*/ 6508541 w 12192000"/>
              <a:gd name="connsiteY68" fmla="*/ 1668757 h 2237474"/>
              <a:gd name="connsiteX69" fmla="*/ 6471012 w 12192000"/>
              <a:gd name="connsiteY69" fmla="*/ 1678604 h 2237474"/>
              <a:gd name="connsiteX70" fmla="*/ 6364035 w 12192000"/>
              <a:gd name="connsiteY70" fmla="*/ 1667683 h 2237474"/>
              <a:gd name="connsiteX71" fmla="*/ 6280959 w 12192000"/>
              <a:gd name="connsiteY71" fmla="*/ 1689329 h 2237474"/>
              <a:gd name="connsiteX72" fmla="*/ 6243319 w 12192000"/>
              <a:gd name="connsiteY72" fmla="*/ 1695560 h 2237474"/>
              <a:gd name="connsiteX73" fmla="*/ 6098321 w 12192000"/>
              <a:gd name="connsiteY73" fmla="*/ 1721646 h 2237474"/>
              <a:gd name="connsiteX74" fmla="*/ 5880652 w 12192000"/>
              <a:gd name="connsiteY74" fmla="*/ 1779643 h 2237474"/>
              <a:gd name="connsiteX75" fmla="*/ 5785959 w 12192000"/>
              <a:gd name="connsiteY75" fmla="*/ 1775307 h 2237474"/>
              <a:gd name="connsiteX76" fmla="*/ 5643534 w 12192000"/>
              <a:gd name="connsiteY76" fmla="*/ 1802919 h 2237474"/>
              <a:gd name="connsiteX77" fmla="*/ 5518799 w 12192000"/>
              <a:gd name="connsiteY77" fmla="*/ 1818312 h 2237474"/>
              <a:gd name="connsiteX78" fmla="*/ 5505014 w 12192000"/>
              <a:gd name="connsiteY78" fmla="*/ 1819259 h 2237474"/>
              <a:gd name="connsiteX79" fmla="*/ 5453307 w 12192000"/>
              <a:gd name="connsiteY79" fmla="*/ 1815450 h 2237474"/>
              <a:gd name="connsiteX80" fmla="*/ 5221533 w 12192000"/>
              <a:gd name="connsiteY80" fmla="*/ 1846950 h 2237474"/>
              <a:gd name="connsiteX81" fmla="*/ 5149802 w 12192000"/>
              <a:gd name="connsiteY81" fmla="*/ 1844846 h 2237474"/>
              <a:gd name="connsiteX82" fmla="*/ 5114927 w 12192000"/>
              <a:gd name="connsiteY82" fmla="*/ 1847827 h 2237474"/>
              <a:gd name="connsiteX83" fmla="*/ 5108970 w 12192000"/>
              <a:gd name="connsiteY83" fmla="*/ 1847935 h 2237474"/>
              <a:gd name="connsiteX84" fmla="*/ 5067961 w 12192000"/>
              <a:gd name="connsiteY84" fmla="*/ 1845917 h 2237474"/>
              <a:gd name="connsiteX85" fmla="*/ 5007075 w 12192000"/>
              <a:gd name="connsiteY85" fmla="*/ 1838626 h 2237474"/>
              <a:gd name="connsiteX86" fmla="*/ 4944087 w 12192000"/>
              <a:gd name="connsiteY86" fmla="*/ 1823332 h 2237474"/>
              <a:gd name="connsiteX87" fmla="*/ 4907662 w 12192000"/>
              <a:gd name="connsiteY87" fmla="*/ 1816900 h 2237474"/>
              <a:gd name="connsiteX88" fmla="*/ 4882386 w 12192000"/>
              <a:gd name="connsiteY88" fmla="*/ 1809844 h 2237474"/>
              <a:gd name="connsiteX89" fmla="*/ 4811440 w 12192000"/>
              <a:gd name="connsiteY89" fmla="*/ 1804655 h 2237474"/>
              <a:gd name="connsiteX90" fmla="*/ 4691075 w 12192000"/>
              <a:gd name="connsiteY90" fmla="*/ 1801389 h 2237474"/>
              <a:gd name="connsiteX91" fmla="*/ 4611738 w 12192000"/>
              <a:gd name="connsiteY91" fmla="*/ 1776964 h 2237474"/>
              <a:gd name="connsiteX92" fmla="*/ 4560070 w 12192000"/>
              <a:gd name="connsiteY92" fmla="*/ 1785640 h 2237474"/>
              <a:gd name="connsiteX93" fmla="*/ 4536503 w 12192000"/>
              <a:gd name="connsiteY93" fmla="*/ 1785334 h 2237474"/>
              <a:gd name="connsiteX94" fmla="*/ 4513724 w 12192000"/>
              <a:gd name="connsiteY94" fmla="*/ 1791996 h 2237474"/>
              <a:gd name="connsiteX95" fmla="*/ 4459810 w 12192000"/>
              <a:gd name="connsiteY95" fmla="*/ 1797886 h 2237474"/>
              <a:gd name="connsiteX96" fmla="*/ 4379064 w 12192000"/>
              <a:gd name="connsiteY96" fmla="*/ 1817177 h 2237474"/>
              <a:gd name="connsiteX97" fmla="*/ 4290981 w 12192000"/>
              <a:gd name="connsiteY97" fmla="*/ 1839677 h 2237474"/>
              <a:gd name="connsiteX98" fmla="*/ 4238372 w 12192000"/>
              <a:gd name="connsiteY98" fmla="*/ 1851480 h 2237474"/>
              <a:gd name="connsiteX99" fmla="*/ 4232517 w 12192000"/>
              <a:gd name="connsiteY99" fmla="*/ 1852567 h 2237474"/>
              <a:gd name="connsiteX100" fmla="*/ 4191732 w 12192000"/>
              <a:gd name="connsiteY100" fmla="*/ 1857328 h 2237474"/>
              <a:gd name="connsiteX101" fmla="*/ 4065532 w 12192000"/>
              <a:gd name="connsiteY101" fmla="*/ 1855477 h 2237474"/>
              <a:gd name="connsiteX102" fmla="*/ 4028460 w 12192000"/>
              <a:gd name="connsiteY102" fmla="*/ 1855137 h 2237474"/>
              <a:gd name="connsiteX103" fmla="*/ 4002267 w 12192000"/>
              <a:gd name="connsiteY103" fmla="*/ 1852352 h 2237474"/>
              <a:gd name="connsiteX104" fmla="*/ 3931396 w 12192000"/>
              <a:gd name="connsiteY104" fmla="*/ 1858915 h 2237474"/>
              <a:gd name="connsiteX105" fmla="*/ 3812162 w 12192000"/>
              <a:gd name="connsiteY105" fmla="*/ 1875501 h 2237474"/>
              <a:gd name="connsiteX106" fmla="*/ 3729530 w 12192000"/>
              <a:gd name="connsiteY106" fmla="*/ 1864513 h 2237474"/>
              <a:gd name="connsiteX107" fmla="*/ 3680177 w 12192000"/>
              <a:gd name="connsiteY107" fmla="*/ 1881552 h 2237474"/>
              <a:gd name="connsiteX108" fmla="*/ 3567259 w 12192000"/>
              <a:gd name="connsiteY108" fmla="*/ 1893482 h 2237474"/>
              <a:gd name="connsiteX109" fmla="*/ 3405770 w 12192000"/>
              <a:gd name="connsiteY109" fmla="*/ 1904591 h 2237474"/>
              <a:gd name="connsiteX110" fmla="*/ 3280097 w 12192000"/>
              <a:gd name="connsiteY110" fmla="*/ 1919610 h 2237474"/>
              <a:gd name="connsiteX111" fmla="*/ 3123424 w 12192000"/>
              <a:gd name="connsiteY111" fmla="*/ 1952930 h 2237474"/>
              <a:gd name="connsiteX112" fmla="*/ 3009910 w 12192000"/>
              <a:gd name="connsiteY112" fmla="*/ 1957866 h 2237474"/>
              <a:gd name="connsiteX113" fmla="*/ 2995934 w 12192000"/>
              <a:gd name="connsiteY113" fmla="*/ 1967085 h 2237474"/>
              <a:gd name="connsiteX114" fmla="*/ 2980071 w 12192000"/>
              <a:gd name="connsiteY114" fmla="*/ 1972988 h 2237474"/>
              <a:gd name="connsiteX115" fmla="*/ 2978094 w 12192000"/>
              <a:gd name="connsiteY115" fmla="*/ 1972369 h 2237474"/>
              <a:gd name="connsiteX116" fmla="*/ 2942858 w 12192000"/>
              <a:gd name="connsiteY116" fmla="*/ 1981367 h 2237474"/>
              <a:gd name="connsiteX117" fmla="*/ 2875436 w 12192000"/>
              <a:gd name="connsiteY117" fmla="*/ 1996977 h 2237474"/>
              <a:gd name="connsiteX118" fmla="*/ 2874892 w 12192000"/>
              <a:gd name="connsiteY118" fmla="*/ 1996085 h 2237474"/>
              <a:gd name="connsiteX119" fmla="*/ 2864145 w 12192000"/>
              <a:gd name="connsiteY119" fmla="*/ 1994061 h 2237474"/>
              <a:gd name="connsiteX120" fmla="*/ 2843662 w 12192000"/>
              <a:gd name="connsiteY120" fmla="*/ 1992498 h 2237474"/>
              <a:gd name="connsiteX121" fmla="*/ 2796128 w 12192000"/>
              <a:gd name="connsiteY121" fmla="*/ 1976403 h 2237474"/>
              <a:gd name="connsiteX122" fmla="*/ 2756784 w 12192000"/>
              <a:gd name="connsiteY122" fmla="*/ 1985116 h 2237474"/>
              <a:gd name="connsiteX123" fmla="*/ 2748833 w 12192000"/>
              <a:gd name="connsiteY123" fmla="*/ 1986323 h 2237474"/>
              <a:gd name="connsiteX124" fmla="*/ 2748661 w 12192000"/>
              <a:gd name="connsiteY124" fmla="*/ 1986122 h 2237474"/>
              <a:gd name="connsiteX125" fmla="*/ 2740251 w 12192000"/>
              <a:gd name="connsiteY125" fmla="*/ 1986946 h 2237474"/>
              <a:gd name="connsiteX126" fmla="*/ 2718916 w 12192000"/>
              <a:gd name="connsiteY126" fmla="*/ 1990867 h 2237474"/>
              <a:gd name="connsiteX127" fmla="*/ 2713522 w 12192000"/>
              <a:gd name="connsiteY127" fmla="*/ 1990173 h 2237474"/>
              <a:gd name="connsiteX128" fmla="*/ 2680597 w 12192000"/>
              <a:gd name="connsiteY128" fmla="*/ 1984996 h 2237474"/>
              <a:gd name="connsiteX129" fmla="*/ 2578178 w 12192000"/>
              <a:gd name="connsiteY129" fmla="*/ 1990531 h 2237474"/>
              <a:gd name="connsiteX130" fmla="*/ 2476147 w 12192000"/>
              <a:gd name="connsiteY130" fmla="*/ 1998305 h 2237474"/>
              <a:gd name="connsiteX131" fmla="*/ 2373568 w 12192000"/>
              <a:gd name="connsiteY131" fmla="*/ 2003219 h 2237474"/>
              <a:gd name="connsiteX132" fmla="*/ 2321399 w 12192000"/>
              <a:gd name="connsiteY132" fmla="*/ 1989467 h 2237474"/>
              <a:gd name="connsiteX133" fmla="*/ 2315525 w 12192000"/>
              <a:gd name="connsiteY133" fmla="*/ 1989708 h 2237474"/>
              <a:gd name="connsiteX134" fmla="*/ 2300792 w 12192000"/>
              <a:gd name="connsiteY134" fmla="*/ 1994290 h 2237474"/>
              <a:gd name="connsiteX135" fmla="*/ 2295469 w 12192000"/>
              <a:gd name="connsiteY135" fmla="*/ 1996659 h 2237474"/>
              <a:gd name="connsiteX136" fmla="*/ 2287219 w 12192000"/>
              <a:gd name="connsiteY136" fmla="*/ 1998750 h 2237474"/>
              <a:gd name="connsiteX137" fmla="*/ 2286948 w 12192000"/>
              <a:gd name="connsiteY137" fmla="*/ 1998596 h 2237474"/>
              <a:gd name="connsiteX138" fmla="*/ 2243069 w 12192000"/>
              <a:gd name="connsiteY138" fmla="*/ 2015111 h 2237474"/>
              <a:gd name="connsiteX139" fmla="*/ 2186609 w 12192000"/>
              <a:gd name="connsiteY139" fmla="*/ 2008263 h 2237474"/>
              <a:gd name="connsiteX140" fmla="*/ 2164831 w 12192000"/>
              <a:gd name="connsiteY140" fmla="*/ 2010143 h 2237474"/>
              <a:gd name="connsiteX141" fmla="*/ 2152836 w 12192000"/>
              <a:gd name="connsiteY141" fmla="*/ 2010048 h 2237474"/>
              <a:gd name="connsiteX142" fmla="*/ 2117102 w 12192000"/>
              <a:gd name="connsiteY142" fmla="*/ 2023004 h 2237474"/>
              <a:gd name="connsiteX143" fmla="*/ 2111935 w 12192000"/>
              <a:gd name="connsiteY143" fmla="*/ 2023163 h 2237474"/>
              <a:gd name="connsiteX144" fmla="*/ 2089991 w 12192000"/>
              <a:gd name="connsiteY144" fmla="*/ 2034193 h 2237474"/>
              <a:gd name="connsiteX145" fmla="*/ 2058061 w 12192000"/>
              <a:gd name="connsiteY145" fmla="*/ 2047942 h 2237474"/>
              <a:gd name="connsiteX146" fmla="*/ 2055737 w 12192000"/>
              <a:gd name="connsiteY146" fmla="*/ 2047704 h 2237474"/>
              <a:gd name="connsiteX147" fmla="*/ 2042244 w 12192000"/>
              <a:gd name="connsiteY147" fmla="*/ 2055560 h 2237474"/>
              <a:gd name="connsiteX148" fmla="*/ 1976224 w 12192000"/>
              <a:gd name="connsiteY148" fmla="*/ 2074257 h 2237474"/>
              <a:gd name="connsiteX149" fmla="*/ 1877728 w 12192000"/>
              <a:gd name="connsiteY149" fmla="*/ 2101004 h 2237474"/>
              <a:gd name="connsiteX150" fmla="*/ 1759056 w 12192000"/>
              <a:gd name="connsiteY150" fmla="*/ 2125608 h 2237474"/>
              <a:gd name="connsiteX151" fmla="*/ 1637948 w 12192000"/>
              <a:gd name="connsiteY151" fmla="*/ 2172597 h 2237474"/>
              <a:gd name="connsiteX152" fmla="*/ 1434549 w 12192000"/>
              <a:gd name="connsiteY152" fmla="*/ 2234522 h 2237474"/>
              <a:gd name="connsiteX153" fmla="*/ 1398481 w 12192000"/>
              <a:gd name="connsiteY153" fmla="*/ 2237074 h 2237474"/>
              <a:gd name="connsiteX154" fmla="*/ 1398407 w 12192000"/>
              <a:gd name="connsiteY154" fmla="*/ 2237095 h 2237474"/>
              <a:gd name="connsiteX155" fmla="*/ 1370962 w 12192000"/>
              <a:gd name="connsiteY155" fmla="*/ 2237474 h 2237474"/>
              <a:gd name="connsiteX156" fmla="*/ 1356367 w 12192000"/>
              <a:gd name="connsiteY156" fmla="*/ 2235089 h 2237474"/>
              <a:gd name="connsiteX157" fmla="*/ 1324828 w 12192000"/>
              <a:gd name="connsiteY157" fmla="*/ 2231968 h 2237474"/>
              <a:gd name="connsiteX158" fmla="*/ 1297744 w 12192000"/>
              <a:gd name="connsiteY158" fmla="*/ 2235849 h 2237474"/>
              <a:gd name="connsiteX159" fmla="*/ 1286236 w 12192000"/>
              <a:gd name="connsiteY159" fmla="*/ 2233135 h 2237474"/>
              <a:gd name="connsiteX160" fmla="*/ 1283504 w 12192000"/>
              <a:gd name="connsiteY160" fmla="*/ 2233797 h 2237474"/>
              <a:gd name="connsiteX161" fmla="*/ 1279765 w 12192000"/>
              <a:gd name="connsiteY161" fmla="*/ 2229639 h 2237474"/>
              <a:gd name="connsiteX162" fmla="*/ 1195347 w 12192000"/>
              <a:gd name="connsiteY162" fmla="*/ 2212354 h 2237474"/>
              <a:gd name="connsiteX163" fmla="*/ 970251 w 12192000"/>
              <a:gd name="connsiteY163" fmla="*/ 2221029 h 2237474"/>
              <a:gd name="connsiteX164" fmla="*/ 812914 w 12192000"/>
              <a:gd name="connsiteY164" fmla="*/ 2202752 h 2237474"/>
              <a:gd name="connsiteX165" fmla="*/ 800195 w 12192000"/>
              <a:gd name="connsiteY165" fmla="*/ 2209407 h 2237474"/>
              <a:gd name="connsiteX166" fmla="*/ 784978 w 12192000"/>
              <a:gd name="connsiteY166" fmla="*/ 2212360 h 2237474"/>
              <a:gd name="connsiteX167" fmla="*/ 681987 w 12192000"/>
              <a:gd name="connsiteY167" fmla="*/ 2216757 h 2237474"/>
              <a:gd name="connsiteX168" fmla="*/ 669923 w 12192000"/>
              <a:gd name="connsiteY168" fmla="*/ 2211682 h 2237474"/>
              <a:gd name="connsiteX169" fmla="*/ 648680 w 12192000"/>
              <a:gd name="connsiteY169" fmla="*/ 2206229 h 2237474"/>
              <a:gd name="connsiteX170" fmla="*/ 597225 w 12192000"/>
              <a:gd name="connsiteY170" fmla="*/ 2180999 h 2237474"/>
              <a:gd name="connsiteX171" fmla="*/ 558449 w 12192000"/>
              <a:gd name="connsiteY171" fmla="*/ 2182346 h 2237474"/>
              <a:gd name="connsiteX172" fmla="*/ 550517 w 12192000"/>
              <a:gd name="connsiteY172" fmla="*/ 2182060 h 2237474"/>
              <a:gd name="connsiteX173" fmla="*/ 550309 w 12192000"/>
              <a:gd name="connsiteY173" fmla="*/ 2181825 h 2237474"/>
              <a:gd name="connsiteX174" fmla="*/ 541836 w 12192000"/>
              <a:gd name="connsiteY174" fmla="*/ 2181063 h 2237474"/>
              <a:gd name="connsiteX175" fmla="*/ 536057 w 12192000"/>
              <a:gd name="connsiteY175" fmla="*/ 2181537 h 2237474"/>
              <a:gd name="connsiteX176" fmla="*/ 520671 w 12192000"/>
              <a:gd name="connsiteY176" fmla="*/ 2180980 h 2237474"/>
              <a:gd name="connsiteX177" fmla="*/ 515024 w 12192000"/>
              <a:gd name="connsiteY177" fmla="*/ 2179258 h 2237474"/>
              <a:gd name="connsiteX178" fmla="*/ 512278 w 12192000"/>
              <a:gd name="connsiteY178" fmla="*/ 2176369 h 2237474"/>
              <a:gd name="connsiteX179" fmla="*/ 480419 w 12192000"/>
              <a:gd name="connsiteY179" fmla="*/ 2167807 h 2237474"/>
              <a:gd name="connsiteX180" fmla="*/ 413835 w 12192000"/>
              <a:gd name="connsiteY180" fmla="*/ 2156783 h 2237474"/>
              <a:gd name="connsiteX181" fmla="*/ 376513 w 12192000"/>
              <a:gd name="connsiteY181" fmla="*/ 2154014 h 2237474"/>
              <a:gd name="connsiteX182" fmla="*/ 273386 w 12192000"/>
              <a:gd name="connsiteY182" fmla="*/ 2142551 h 2237474"/>
              <a:gd name="connsiteX183" fmla="*/ 169207 w 12192000"/>
              <a:gd name="connsiteY183" fmla="*/ 2128100 h 2237474"/>
              <a:gd name="connsiteX184" fmla="*/ 93149 w 12192000"/>
              <a:gd name="connsiteY184" fmla="*/ 2105324 h 2237474"/>
              <a:gd name="connsiteX185" fmla="*/ 88109 w 12192000"/>
              <a:gd name="connsiteY185" fmla="*/ 2106704 h 2237474"/>
              <a:gd name="connsiteX186" fmla="*/ 80022 w 12192000"/>
              <a:gd name="connsiteY186" fmla="*/ 2107254 h 2237474"/>
              <a:gd name="connsiteX187" fmla="*/ 79717 w 12192000"/>
              <a:gd name="connsiteY187" fmla="*/ 2107046 h 2237474"/>
              <a:gd name="connsiteX188" fmla="*/ 72352 w 12192000"/>
              <a:gd name="connsiteY188" fmla="*/ 2107991 h 2237474"/>
              <a:gd name="connsiteX189" fmla="*/ 37645 w 12192000"/>
              <a:gd name="connsiteY189" fmla="*/ 2115401 h 2237474"/>
              <a:gd name="connsiteX190" fmla="*/ 4572 w 12192000"/>
              <a:gd name="connsiteY190" fmla="*/ 2111091 h 2237474"/>
              <a:gd name="connsiteX191" fmla="*/ 0 w 12192000"/>
              <a:gd name="connsiteY191" fmla="*/ 2110468 h 2237474"/>
              <a:gd name="connsiteX192" fmla="*/ 0 w 12192000"/>
              <a:gd name="connsiteY19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44189 w 12192000"/>
              <a:gd name="connsiteY24" fmla="*/ 938966 h 2237474"/>
              <a:gd name="connsiteX25" fmla="*/ 9500499 w 12192000"/>
              <a:gd name="connsiteY25" fmla="*/ 954680 h 2237474"/>
              <a:gd name="connsiteX26" fmla="*/ 9428195 w 12192000"/>
              <a:gd name="connsiteY26" fmla="*/ 986225 h 2237474"/>
              <a:gd name="connsiteX27" fmla="*/ 9410017 w 12192000"/>
              <a:gd name="connsiteY27" fmla="*/ 993931 h 2237474"/>
              <a:gd name="connsiteX28" fmla="*/ 9392919 w 12192000"/>
              <a:gd name="connsiteY28" fmla="*/ 994656 h 2237474"/>
              <a:gd name="connsiteX29" fmla="*/ 9278619 w 12192000"/>
              <a:gd name="connsiteY29" fmla="*/ 1011878 h 2237474"/>
              <a:gd name="connsiteX30" fmla="*/ 9268019 w 12192000"/>
              <a:gd name="connsiteY30" fmla="*/ 1007442 h 2237474"/>
              <a:gd name="connsiteX31" fmla="*/ 9234662 w 12192000"/>
              <a:gd name="connsiteY31" fmla="*/ 1023056 h 2237474"/>
              <a:gd name="connsiteX32" fmla="*/ 9181033 w 12192000"/>
              <a:gd name="connsiteY32" fmla="*/ 1037921 h 2237474"/>
              <a:gd name="connsiteX33" fmla="*/ 9155969 w 12192000"/>
              <a:gd name="connsiteY33" fmla="*/ 1046804 h 2237474"/>
              <a:gd name="connsiteX34" fmla="*/ 9133985 w 12192000"/>
              <a:gd name="connsiteY34" fmla="*/ 1046450 h 2237474"/>
              <a:gd name="connsiteX35" fmla="*/ 9003462 w 12192000"/>
              <a:gd name="connsiteY35" fmla="*/ 1042406 h 2237474"/>
              <a:gd name="connsiteX36" fmla="*/ 8968445 w 12192000"/>
              <a:gd name="connsiteY36" fmla="*/ 1052169 h 2237474"/>
              <a:gd name="connsiteX37" fmla="*/ 8886001 w 12192000"/>
              <a:gd name="connsiteY37" fmla="*/ 1067468 h 2237474"/>
              <a:gd name="connsiteX38" fmla="*/ 8838610 w 12192000"/>
              <a:gd name="connsiteY38" fmla="*/ 1075091 h 2237474"/>
              <a:gd name="connsiteX39" fmla="*/ 8750383 w 12192000"/>
              <a:gd name="connsiteY39" fmla="*/ 1097387 h 2237474"/>
              <a:gd name="connsiteX40" fmla="*/ 8665605 w 12192000"/>
              <a:gd name="connsiteY40" fmla="*/ 1110791 h 2237474"/>
              <a:gd name="connsiteX41" fmla="*/ 8584946 w 12192000"/>
              <a:gd name="connsiteY41" fmla="*/ 1135226 h 2237474"/>
              <a:gd name="connsiteX42" fmla="*/ 8460755 w 12192000"/>
              <a:gd name="connsiteY42" fmla="*/ 1203427 h 2237474"/>
              <a:gd name="connsiteX43" fmla="*/ 8419755 w 12192000"/>
              <a:gd name="connsiteY43" fmla="*/ 1216260 h 2237474"/>
              <a:gd name="connsiteX44" fmla="*/ 8411626 w 12192000"/>
              <a:gd name="connsiteY44" fmla="*/ 1214397 h 2237474"/>
              <a:gd name="connsiteX45" fmla="*/ 8363469 w 12192000"/>
              <a:gd name="connsiteY45" fmla="*/ 1246658 h 2237474"/>
              <a:gd name="connsiteX46" fmla="*/ 8275497 w 12192000"/>
              <a:gd name="connsiteY46" fmla="*/ 1264396 h 2237474"/>
              <a:gd name="connsiteX47" fmla="*/ 8206287 w 12192000"/>
              <a:gd name="connsiteY47" fmla="*/ 1273060 h 2237474"/>
              <a:gd name="connsiteX48" fmla="*/ 8139997 w 12192000"/>
              <a:gd name="connsiteY48" fmla="*/ 1282713 h 2237474"/>
              <a:gd name="connsiteX49" fmla="*/ 8074238 w 12192000"/>
              <a:gd name="connsiteY49" fmla="*/ 1301895 h 2237474"/>
              <a:gd name="connsiteX50" fmla="*/ 7942099 w 12192000"/>
              <a:gd name="connsiteY50" fmla="*/ 1336332 h 2237474"/>
              <a:gd name="connsiteX51" fmla="*/ 7902328 w 12192000"/>
              <a:gd name="connsiteY51" fmla="*/ 1345865 h 2237474"/>
              <a:gd name="connsiteX52" fmla="*/ 7840612 w 12192000"/>
              <a:gd name="connsiteY52" fmla="*/ 1369373 h 2237474"/>
              <a:gd name="connsiteX53" fmla="*/ 7786819 w 12192000"/>
              <a:gd name="connsiteY53" fmla="*/ 1378970 h 2237474"/>
              <a:gd name="connsiteX54" fmla="*/ 7548172 w 12192000"/>
              <a:gd name="connsiteY54" fmla="*/ 1417460 h 2237474"/>
              <a:gd name="connsiteX55" fmla="*/ 7483437 w 12192000"/>
              <a:gd name="connsiteY55" fmla="*/ 1478152 h 2237474"/>
              <a:gd name="connsiteX56" fmla="*/ 7377870 w 12192000"/>
              <a:gd name="connsiteY56" fmla="*/ 1523319 h 2237474"/>
              <a:gd name="connsiteX57" fmla="*/ 7230737 w 12192000"/>
              <a:gd name="connsiteY57" fmla="*/ 1562633 h 2237474"/>
              <a:gd name="connsiteX58" fmla="*/ 7224458 w 12192000"/>
              <a:gd name="connsiteY58" fmla="*/ 1573008 h 2237474"/>
              <a:gd name="connsiteX59" fmla="*/ 7183121 w 12192000"/>
              <a:gd name="connsiteY59" fmla="*/ 1595162 h 2237474"/>
              <a:gd name="connsiteX60" fmla="*/ 7164601 w 12192000"/>
              <a:gd name="connsiteY60" fmla="*/ 1606490 h 2237474"/>
              <a:gd name="connsiteX61" fmla="*/ 7031309 w 12192000"/>
              <a:gd name="connsiteY61" fmla="*/ 1619451 h 2237474"/>
              <a:gd name="connsiteX62" fmla="*/ 6900177 w 12192000"/>
              <a:gd name="connsiteY62" fmla="*/ 1636016 h 2237474"/>
              <a:gd name="connsiteX63" fmla="*/ 6795372 w 12192000"/>
              <a:gd name="connsiteY63" fmla="*/ 1644845 h 2237474"/>
              <a:gd name="connsiteX64" fmla="*/ 6692251 w 12192000"/>
              <a:gd name="connsiteY64" fmla="*/ 1656357 h 2237474"/>
              <a:gd name="connsiteX65" fmla="*/ 6655235 w 12192000"/>
              <a:gd name="connsiteY65" fmla="*/ 1661869 h 2237474"/>
              <a:gd name="connsiteX66" fmla="*/ 6554894 w 12192000"/>
              <a:gd name="connsiteY66" fmla="*/ 1664428 h 2237474"/>
              <a:gd name="connsiteX67" fmla="*/ 6516595 w 12192000"/>
              <a:gd name="connsiteY67" fmla="*/ 1667475 h 2237474"/>
              <a:gd name="connsiteX68" fmla="*/ 6508541 w 12192000"/>
              <a:gd name="connsiteY68" fmla="*/ 1668757 h 2237474"/>
              <a:gd name="connsiteX69" fmla="*/ 6471012 w 12192000"/>
              <a:gd name="connsiteY69" fmla="*/ 1678604 h 2237474"/>
              <a:gd name="connsiteX70" fmla="*/ 6364035 w 12192000"/>
              <a:gd name="connsiteY70" fmla="*/ 1667683 h 2237474"/>
              <a:gd name="connsiteX71" fmla="*/ 6280959 w 12192000"/>
              <a:gd name="connsiteY71" fmla="*/ 1689329 h 2237474"/>
              <a:gd name="connsiteX72" fmla="*/ 6243319 w 12192000"/>
              <a:gd name="connsiteY72" fmla="*/ 1695560 h 2237474"/>
              <a:gd name="connsiteX73" fmla="*/ 6098321 w 12192000"/>
              <a:gd name="connsiteY73" fmla="*/ 1721646 h 2237474"/>
              <a:gd name="connsiteX74" fmla="*/ 5880652 w 12192000"/>
              <a:gd name="connsiteY74" fmla="*/ 1779643 h 2237474"/>
              <a:gd name="connsiteX75" fmla="*/ 5785959 w 12192000"/>
              <a:gd name="connsiteY75" fmla="*/ 1775307 h 2237474"/>
              <a:gd name="connsiteX76" fmla="*/ 5643534 w 12192000"/>
              <a:gd name="connsiteY76" fmla="*/ 1802919 h 2237474"/>
              <a:gd name="connsiteX77" fmla="*/ 5518799 w 12192000"/>
              <a:gd name="connsiteY77" fmla="*/ 1818312 h 2237474"/>
              <a:gd name="connsiteX78" fmla="*/ 5505014 w 12192000"/>
              <a:gd name="connsiteY78" fmla="*/ 1819259 h 2237474"/>
              <a:gd name="connsiteX79" fmla="*/ 5453307 w 12192000"/>
              <a:gd name="connsiteY79" fmla="*/ 1815450 h 2237474"/>
              <a:gd name="connsiteX80" fmla="*/ 5221533 w 12192000"/>
              <a:gd name="connsiteY80" fmla="*/ 1846950 h 2237474"/>
              <a:gd name="connsiteX81" fmla="*/ 5149802 w 12192000"/>
              <a:gd name="connsiteY81" fmla="*/ 1844846 h 2237474"/>
              <a:gd name="connsiteX82" fmla="*/ 5114927 w 12192000"/>
              <a:gd name="connsiteY82" fmla="*/ 1847827 h 2237474"/>
              <a:gd name="connsiteX83" fmla="*/ 5108970 w 12192000"/>
              <a:gd name="connsiteY83" fmla="*/ 1847935 h 2237474"/>
              <a:gd name="connsiteX84" fmla="*/ 5067961 w 12192000"/>
              <a:gd name="connsiteY84" fmla="*/ 1845917 h 2237474"/>
              <a:gd name="connsiteX85" fmla="*/ 5007075 w 12192000"/>
              <a:gd name="connsiteY85" fmla="*/ 1838626 h 2237474"/>
              <a:gd name="connsiteX86" fmla="*/ 4944087 w 12192000"/>
              <a:gd name="connsiteY86" fmla="*/ 1823332 h 2237474"/>
              <a:gd name="connsiteX87" fmla="*/ 4907662 w 12192000"/>
              <a:gd name="connsiteY87" fmla="*/ 1816900 h 2237474"/>
              <a:gd name="connsiteX88" fmla="*/ 4882386 w 12192000"/>
              <a:gd name="connsiteY88" fmla="*/ 1809844 h 2237474"/>
              <a:gd name="connsiteX89" fmla="*/ 4811440 w 12192000"/>
              <a:gd name="connsiteY89" fmla="*/ 1804655 h 2237474"/>
              <a:gd name="connsiteX90" fmla="*/ 4691075 w 12192000"/>
              <a:gd name="connsiteY90" fmla="*/ 1801389 h 2237474"/>
              <a:gd name="connsiteX91" fmla="*/ 4611738 w 12192000"/>
              <a:gd name="connsiteY91" fmla="*/ 1776964 h 2237474"/>
              <a:gd name="connsiteX92" fmla="*/ 4560070 w 12192000"/>
              <a:gd name="connsiteY92" fmla="*/ 1785640 h 2237474"/>
              <a:gd name="connsiteX93" fmla="*/ 4536503 w 12192000"/>
              <a:gd name="connsiteY93" fmla="*/ 1785334 h 2237474"/>
              <a:gd name="connsiteX94" fmla="*/ 4513724 w 12192000"/>
              <a:gd name="connsiteY94" fmla="*/ 1791996 h 2237474"/>
              <a:gd name="connsiteX95" fmla="*/ 4459810 w 12192000"/>
              <a:gd name="connsiteY95" fmla="*/ 1797886 h 2237474"/>
              <a:gd name="connsiteX96" fmla="*/ 4379064 w 12192000"/>
              <a:gd name="connsiteY96" fmla="*/ 1817177 h 2237474"/>
              <a:gd name="connsiteX97" fmla="*/ 4290981 w 12192000"/>
              <a:gd name="connsiteY97" fmla="*/ 1839677 h 2237474"/>
              <a:gd name="connsiteX98" fmla="*/ 4238372 w 12192000"/>
              <a:gd name="connsiteY98" fmla="*/ 1851480 h 2237474"/>
              <a:gd name="connsiteX99" fmla="*/ 4232517 w 12192000"/>
              <a:gd name="connsiteY99" fmla="*/ 1852567 h 2237474"/>
              <a:gd name="connsiteX100" fmla="*/ 4191732 w 12192000"/>
              <a:gd name="connsiteY100" fmla="*/ 1857328 h 2237474"/>
              <a:gd name="connsiteX101" fmla="*/ 4065532 w 12192000"/>
              <a:gd name="connsiteY101" fmla="*/ 1855477 h 2237474"/>
              <a:gd name="connsiteX102" fmla="*/ 4028460 w 12192000"/>
              <a:gd name="connsiteY102" fmla="*/ 1855137 h 2237474"/>
              <a:gd name="connsiteX103" fmla="*/ 4002267 w 12192000"/>
              <a:gd name="connsiteY103" fmla="*/ 1852352 h 2237474"/>
              <a:gd name="connsiteX104" fmla="*/ 3931396 w 12192000"/>
              <a:gd name="connsiteY104" fmla="*/ 1858915 h 2237474"/>
              <a:gd name="connsiteX105" fmla="*/ 3812162 w 12192000"/>
              <a:gd name="connsiteY105" fmla="*/ 1875501 h 2237474"/>
              <a:gd name="connsiteX106" fmla="*/ 3729530 w 12192000"/>
              <a:gd name="connsiteY106" fmla="*/ 1864513 h 2237474"/>
              <a:gd name="connsiteX107" fmla="*/ 3680177 w 12192000"/>
              <a:gd name="connsiteY107" fmla="*/ 1881552 h 2237474"/>
              <a:gd name="connsiteX108" fmla="*/ 3567259 w 12192000"/>
              <a:gd name="connsiteY108" fmla="*/ 1893482 h 2237474"/>
              <a:gd name="connsiteX109" fmla="*/ 3405770 w 12192000"/>
              <a:gd name="connsiteY109" fmla="*/ 1904591 h 2237474"/>
              <a:gd name="connsiteX110" fmla="*/ 3280097 w 12192000"/>
              <a:gd name="connsiteY110" fmla="*/ 1919610 h 2237474"/>
              <a:gd name="connsiteX111" fmla="*/ 3123424 w 12192000"/>
              <a:gd name="connsiteY111" fmla="*/ 1952930 h 2237474"/>
              <a:gd name="connsiteX112" fmla="*/ 3009910 w 12192000"/>
              <a:gd name="connsiteY112" fmla="*/ 1957866 h 2237474"/>
              <a:gd name="connsiteX113" fmla="*/ 2995934 w 12192000"/>
              <a:gd name="connsiteY113" fmla="*/ 1967085 h 2237474"/>
              <a:gd name="connsiteX114" fmla="*/ 2980071 w 12192000"/>
              <a:gd name="connsiteY114" fmla="*/ 1972988 h 2237474"/>
              <a:gd name="connsiteX115" fmla="*/ 2978094 w 12192000"/>
              <a:gd name="connsiteY115" fmla="*/ 1972369 h 2237474"/>
              <a:gd name="connsiteX116" fmla="*/ 2942858 w 12192000"/>
              <a:gd name="connsiteY116" fmla="*/ 1981367 h 2237474"/>
              <a:gd name="connsiteX117" fmla="*/ 2875436 w 12192000"/>
              <a:gd name="connsiteY117" fmla="*/ 1996977 h 2237474"/>
              <a:gd name="connsiteX118" fmla="*/ 2874892 w 12192000"/>
              <a:gd name="connsiteY118" fmla="*/ 1996085 h 2237474"/>
              <a:gd name="connsiteX119" fmla="*/ 2864145 w 12192000"/>
              <a:gd name="connsiteY119" fmla="*/ 1994061 h 2237474"/>
              <a:gd name="connsiteX120" fmla="*/ 2843662 w 12192000"/>
              <a:gd name="connsiteY120" fmla="*/ 1992498 h 2237474"/>
              <a:gd name="connsiteX121" fmla="*/ 2796128 w 12192000"/>
              <a:gd name="connsiteY121" fmla="*/ 1976403 h 2237474"/>
              <a:gd name="connsiteX122" fmla="*/ 2756784 w 12192000"/>
              <a:gd name="connsiteY122" fmla="*/ 1985116 h 2237474"/>
              <a:gd name="connsiteX123" fmla="*/ 2748833 w 12192000"/>
              <a:gd name="connsiteY123" fmla="*/ 1986323 h 2237474"/>
              <a:gd name="connsiteX124" fmla="*/ 2748661 w 12192000"/>
              <a:gd name="connsiteY124" fmla="*/ 1986122 h 2237474"/>
              <a:gd name="connsiteX125" fmla="*/ 2740251 w 12192000"/>
              <a:gd name="connsiteY125" fmla="*/ 1986946 h 2237474"/>
              <a:gd name="connsiteX126" fmla="*/ 2718916 w 12192000"/>
              <a:gd name="connsiteY126" fmla="*/ 1990867 h 2237474"/>
              <a:gd name="connsiteX127" fmla="*/ 2713522 w 12192000"/>
              <a:gd name="connsiteY127" fmla="*/ 1990173 h 2237474"/>
              <a:gd name="connsiteX128" fmla="*/ 2680597 w 12192000"/>
              <a:gd name="connsiteY128" fmla="*/ 1984996 h 2237474"/>
              <a:gd name="connsiteX129" fmla="*/ 2578178 w 12192000"/>
              <a:gd name="connsiteY129" fmla="*/ 1990531 h 2237474"/>
              <a:gd name="connsiteX130" fmla="*/ 2476147 w 12192000"/>
              <a:gd name="connsiteY130" fmla="*/ 1998305 h 2237474"/>
              <a:gd name="connsiteX131" fmla="*/ 2373568 w 12192000"/>
              <a:gd name="connsiteY131" fmla="*/ 2003219 h 2237474"/>
              <a:gd name="connsiteX132" fmla="*/ 2321399 w 12192000"/>
              <a:gd name="connsiteY132" fmla="*/ 1989467 h 2237474"/>
              <a:gd name="connsiteX133" fmla="*/ 2315525 w 12192000"/>
              <a:gd name="connsiteY133" fmla="*/ 1989708 h 2237474"/>
              <a:gd name="connsiteX134" fmla="*/ 2300792 w 12192000"/>
              <a:gd name="connsiteY134" fmla="*/ 1994290 h 2237474"/>
              <a:gd name="connsiteX135" fmla="*/ 2295469 w 12192000"/>
              <a:gd name="connsiteY135" fmla="*/ 1996659 h 2237474"/>
              <a:gd name="connsiteX136" fmla="*/ 2287219 w 12192000"/>
              <a:gd name="connsiteY136" fmla="*/ 1998750 h 2237474"/>
              <a:gd name="connsiteX137" fmla="*/ 2286948 w 12192000"/>
              <a:gd name="connsiteY137" fmla="*/ 1998596 h 2237474"/>
              <a:gd name="connsiteX138" fmla="*/ 2243069 w 12192000"/>
              <a:gd name="connsiteY138" fmla="*/ 2015111 h 2237474"/>
              <a:gd name="connsiteX139" fmla="*/ 2186609 w 12192000"/>
              <a:gd name="connsiteY139" fmla="*/ 2008263 h 2237474"/>
              <a:gd name="connsiteX140" fmla="*/ 2164831 w 12192000"/>
              <a:gd name="connsiteY140" fmla="*/ 2010143 h 2237474"/>
              <a:gd name="connsiteX141" fmla="*/ 2152836 w 12192000"/>
              <a:gd name="connsiteY141" fmla="*/ 2010048 h 2237474"/>
              <a:gd name="connsiteX142" fmla="*/ 2117102 w 12192000"/>
              <a:gd name="connsiteY142" fmla="*/ 2023004 h 2237474"/>
              <a:gd name="connsiteX143" fmla="*/ 2111935 w 12192000"/>
              <a:gd name="connsiteY143" fmla="*/ 2023163 h 2237474"/>
              <a:gd name="connsiteX144" fmla="*/ 2089991 w 12192000"/>
              <a:gd name="connsiteY144" fmla="*/ 2034193 h 2237474"/>
              <a:gd name="connsiteX145" fmla="*/ 2058061 w 12192000"/>
              <a:gd name="connsiteY145" fmla="*/ 2047942 h 2237474"/>
              <a:gd name="connsiteX146" fmla="*/ 2055737 w 12192000"/>
              <a:gd name="connsiteY146" fmla="*/ 2047704 h 2237474"/>
              <a:gd name="connsiteX147" fmla="*/ 2042244 w 12192000"/>
              <a:gd name="connsiteY147" fmla="*/ 2055560 h 2237474"/>
              <a:gd name="connsiteX148" fmla="*/ 1976224 w 12192000"/>
              <a:gd name="connsiteY148" fmla="*/ 2074257 h 2237474"/>
              <a:gd name="connsiteX149" fmla="*/ 1877728 w 12192000"/>
              <a:gd name="connsiteY149" fmla="*/ 2101004 h 2237474"/>
              <a:gd name="connsiteX150" fmla="*/ 1759056 w 12192000"/>
              <a:gd name="connsiteY150" fmla="*/ 2125608 h 2237474"/>
              <a:gd name="connsiteX151" fmla="*/ 1637948 w 12192000"/>
              <a:gd name="connsiteY151" fmla="*/ 2172597 h 2237474"/>
              <a:gd name="connsiteX152" fmla="*/ 1434549 w 12192000"/>
              <a:gd name="connsiteY152" fmla="*/ 2234522 h 2237474"/>
              <a:gd name="connsiteX153" fmla="*/ 1398481 w 12192000"/>
              <a:gd name="connsiteY153" fmla="*/ 2237074 h 2237474"/>
              <a:gd name="connsiteX154" fmla="*/ 1398407 w 12192000"/>
              <a:gd name="connsiteY154" fmla="*/ 2237095 h 2237474"/>
              <a:gd name="connsiteX155" fmla="*/ 1370962 w 12192000"/>
              <a:gd name="connsiteY155" fmla="*/ 2237474 h 2237474"/>
              <a:gd name="connsiteX156" fmla="*/ 1356367 w 12192000"/>
              <a:gd name="connsiteY156" fmla="*/ 2235089 h 2237474"/>
              <a:gd name="connsiteX157" fmla="*/ 1324828 w 12192000"/>
              <a:gd name="connsiteY157" fmla="*/ 2231968 h 2237474"/>
              <a:gd name="connsiteX158" fmla="*/ 1297744 w 12192000"/>
              <a:gd name="connsiteY158" fmla="*/ 2235849 h 2237474"/>
              <a:gd name="connsiteX159" fmla="*/ 1286236 w 12192000"/>
              <a:gd name="connsiteY159" fmla="*/ 2233135 h 2237474"/>
              <a:gd name="connsiteX160" fmla="*/ 1283504 w 12192000"/>
              <a:gd name="connsiteY160" fmla="*/ 2233797 h 2237474"/>
              <a:gd name="connsiteX161" fmla="*/ 1279765 w 12192000"/>
              <a:gd name="connsiteY161" fmla="*/ 2229639 h 2237474"/>
              <a:gd name="connsiteX162" fmla="*/ 1195347 w 12192000"/>
              <a:gd name="connsiteY162" fmla="*/ 2212354 h 2237474"/>
              <a:gd name="connsiteX163" fmla="*/ 970251 w 12192000"/>
              <a:gd name="connsiteY163" fmla="*/ 2221029 h 2237474"/>
              <a:gd name="connsiteX164" fmla="*/ 812914 w 12192000"/>
              <a:gd name="connsiteY164" fmla="*/ 2202752 h 2237474"/>
              <a:gd name="connsiteX165" fmla="*/ 800195 w 12192000"/>
              <a:gd name="connsiteY165" fmla="*/ 2209407 h 2237474"/>
              <a:gd name="connsiteX166" fmla="*/ 784978 w 12192000"/>
              <a:gd name="connsiteY166" fmla="*/ 2212360 h 2237474"/>
              <a:gd name="connsiteX167" fmla="*/ 681987 w 12192000"/>
              <a:gd name="connsiteY167" fmla="*/ 2216757 h 2237474"/>
              <a:gd name="connsiteX168" fmla="*/ 669923 w 12192000"/>
              <a:gd name="connsiteY168" fmla="*/ 2211682 h 2237474"/>
              <a:gd name="connsiteX169" fmla="*/ 648680 w 12192000"/>
              <a:gd name="connsiteY169" fmla="*/ 2206229 h 2237474"/>
              <a:gd name="connsiteX170" fmla="*/ 597225 w 12192000"/>
              <a:gd name="connsiteY170" fmla="*/ 2180999 h 2237474"/>
              <a:gd name="connsiteX171" fmla="*/ 558449 w 12192000"/>
              <a:gd name="connsiteY171" fmla="*/ 2182346 h 2237474"/>
              <a:gd name="connsiteX172" fmla="*/ 550517 w 12192000"/>
              <a:gd name="connsiteY172" fmla="*/ 2182060 h 2237474"/>
              <a:gd name="connsiteX173" fmla="*/ 550309 w 12192000"/>
              <a:gd name="connsiteY173" fmla="*/ 2181825 h 2237474"/>
              <a:gd name="connsiteX174" fmla="*/ 541836 w 12192000"/>
              <a:gd name="connsiteY174" fmla="*/ 2181063 h 2237474"/>
              <a:gd name="connsiteX175" fmla="*/ 536057 w 12192000"/>
              <a:gd name="connsiteY175" fmla="*/ 2181537 h 2237474"/>
              <a:gd name="connsiteX176" fmla="*/ 520671 w 12192000"/>
              <a:gd name="connsiteY176" fmla="*/ 2180980 h 2237474"/>
              <a:gd name="connsiteX177" fmla="*/ 515024 w 12192000"/>
              <a:gd name="connsiteY177" fmla="*/ 2179258 h 2237474"/>
              <a:gd name="connsiteX178" fmla="*/ 512278 w 12192000"/>
              <a:gd name="connsiteY178" fmla="*/ 2176369 h 2237474"/>
              <a:gd name="connsiteX179" fmla="*/ 480419 w 12192000"/>
              <a:gd name="connsiteY179" fmla="*/ 2167807 h 2237474"/>
              <a:gd name="connsiteX180" fmla="*/ 413835 w 12192000"/>
              <a:gd name="connsiteY180" fmla="*/ 2156783 h 2237474"/>
              <a:gd name="connsiteX181" fmla="*/ 376513 w 12192000"/>
              <a:gd name="connsiteY181" fmla="*/ 2154014 h 2237474"/>
              <a:gd name="connsiteX182" fmla="*/ 273386 w 12192000"/>
              <a:gd name="connsiteY182" fmla="*/ 2142551 h 2237474"/>
              <a:gd name="connsiteX183" fmla="*/ 169207 w 12192000"/>
              <a:gd name="connsiteY183" fmla="*/ 2128100 h 2237474"/>
              <a:gd name="connsiteX184" fmla="*/ 93149 w 12192000"/>
              <a:gd name="connsiteY184" fmla="*/ 2105324 h 2237474"/>
              <a:gd name="connsiteX185" fmla="*/ 88109 w 12192000"/>
              <a:gd name="connsiteY185" fmla="*/ 2106704 h 2237474"/>
              <a:gd name="connsiteX186" fmla="*/ 80022 w 12192000"/>
              <a:gd name="connsiteY186" fmla="*/ 2107254 h 2237474"/>
              <a:gd name="connsiteX187" fmla="*/ 79717 w 12192000"/>
              <a:gd name="connsiteY187" fmla="*/ 2107046 h 2237474"/>
              <a:gd name="connsiteX188" fmla="*/ 72352 w 12192000"/>
              <a:gd name="connsiteY188" fmla="*/ 2107991 h 2237474"/>
              <a:gd name="connsiteX189" fmla="*/ 37645 w 12192000"/>
              <a:gd name="connsiteY189" fmla="*/ 2115401 h 2237474"/>
              <a:gd name="connsiteX190" fmla="*/ 4572 w 12192000"/>
              <a:gd name="connsiteY190" fmla="*/ 2111091 h 2237474"/>
              <a:gd name="connsiteX191" fmla="*/ 0 w 12192000"/>
              <a:gd name="connsiteY191" fmla="*/ 2110468 h 2237474"/>
              <a:gd name="connsiteX192" fmla="*/ 0 w 12192000"/>
              <a:gd name="connsiteY19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44189 w 12192000"/>
              <a:gd name="connsiteY24" fmla="*/ 938966 h 2237474"/>
              <a:gd name="connsiteX25" fmla="*/ 9500499 w 12192000"/>
              <a:gd name="connsiteY25" fmla="*/ 954680 h 2237474"/>
              <a:gd name="connsiteX26" fmla="*/ 9428195 w 12192000"/>
              <a:gd name="connsiteY26" fmla="*/ 986225 h 2237474"/>
              <a:gd name="connsiteX27" fmla="*/ 9410017 w 12192000"/>
              <a:gd name="connsiteY27" fmla="*/ 993931 h 2237474"/>
              <a:gd name="connsiteX28" fmla="*/ 9392919 w 12192000"/>
              <a:gd name="connsiteY28" fmla="*/ 994656 h 2237474"/>
              <a:gd name="connsiteX29" fmla="*/ 9278619 w 12192000"/>
              <a:gd name="connsiteY29" fmla="*/ 1011878 h 2237474"/>
              <a:gd name="connsiteX30" fmla="*/ 9268019 w 12192000"/>
              <a:gd name="connsiteY30" fmla="*/ 1007442 h 2237474"/>
              <a:gd name="connsiteX31" fmla="*/ 9234662 w 12192000"/>
              <a:gd name="connsiteY31" fmla="*/ 1023056 h 2237474"/>
              <a:gd name="connsiteX32" fmla="*/ 9181033 w 12192000"/>
              <a:gd name="connsiteY32" fmla="*/ 1037921 h 2237474"/>
              <a:gd name="connsiteX33" fmla="*/ 9155969 w 12192000"/>
              <a:gd name="connsiteY33" fmla="*/ 1046804 h 2237474"/>
              <a:gd name="connsiteX34" fmla="*/ 9133985 w 12192000"/>
              <a:gd name="connsiteY34" fmla="*/ 1046450 h 2237474"/>
              <a:gd name="connsiteX35" fmla="*/ 9003462 w 12192000"/>
              <a:gd name="connsiteY35" fmla="*/ 1042406 h 2237474"/>
              <a:gd name="connsiteX36" fmla="*/ 8968445 w 12192000"/>
              <a:gd name="connsiteY36" fmla="*/ 1052169 h 2237474"/>
              <a:gd name="connsiteX37" fmla="*/ 8886001 w 12192000"/>
              <a:gd name="connsiteY37" fmla="*/ 1067468 h 2237474"/>
              <a:gd name="connsiteX38" fmla="*/ 8838610 w 12192000"/>
              <a:gd name="connsiteY38" fmla="*/ 1075091 h 2237474"/>
              <a:gd name="connsiteX39" fmla="*/ 8750383 w 12192000"/>
              <a:gd name="connsiteY39" fmla="*/ 1097387 h 2237474"/>
              <a:gd name="connsiteX40" fmla="*/ 8665605 w 12192000"/>
              <a:gd name="connsiteY40" fmla="*/ 1110791 h 2237474"/>
              <a:gd name="connsiteX41" fmla="*/ 8584946 w 12192000"/>
              <a:gd name="connsiteY41" fmla="*/ 1135226 h 2237474"/>
              <a:gd name="connsiteX42" fmla="*/ 8460755 w 12192000"/>
              <a:gd name="connsiteY42" fmla="*/ 1203427 h 2237474"/>
              <a:gd name="connsiteX43" fmla="*/ 8419755 w 12192000"/>
              <a:gd name="connsiteY43" fmla="*/ 1216260 h 2237474"/>
              <a:gd name="connsiteX44" fmla="*/ 8411626 w 12192000"/>
              <a:gd name="connsiteY44" fmla="*/ 1214397 h 2237474"/>
              <a:gd name="connsiteX45" fmla="*/ 8363469 w 12192000"/>
              <a:gd name="connsiteY45" fmla="*/ 1246658 h 2237474"/>
              <a:gd name="connsiteX46" fmla="*/ 8275497 w 12192000"/>
              <a:gd name="connsiteY46" fmla="*/ 1264396 h 2237474"/>
              <a:gd name="connsiteX47" fmla="*/ 8206287 w 12192000"/>
              <a:gd name="connsiteY47" fmla="*/ 1273060 h 2237474"/>
              <a:gd name="connsiteX48" fmla="*/ 8139997 w 12192000"/>
              <a:gd name="connsiteY48" fmla="*/ 1282713 h 2237474"/>
              <a:gd name="connsiteX49" fmla="*/ 8074238 w 12192000"/>
              <a:gd name="connsiteY49" fmla="*/ 1301895 h 2237474"/>
              <a:gd name="connsiteX50" fmla="*/ 7942099 w 12192000"/>
              <a:gd name="connsiteY50" fmla="*/ 1336332 h 2237474"/>
              <a:gd name="connsiteX51" fmla="*/ 7902328 w 12192000"/>
              <a:gd name="connsiteY51" fmla="*/ 1345865 h 2237474"/>
              <a:gd name="connsiteX52" fmla="*/ 7840612 w 12192000"/>
              <a:gd name="connsiteY52" fmla="*/ 1369373 h 2237474"/>
              <a:gd name="connsiteX53" fmla="*/ 7786819 w 12192000"/>
              <a:gd name="connsiteY53" fmla="*/ 1378970 h 2237474"/>
              <a:gd name="connsiteX54" fmla="*/ 7548172 w 12192000"/>
              <a:gd name="connsiteY54" fmla="*/ 1417460 h 2237474"/>
              <a:gd name="connsiteX55" fmla="*/ 7483437 w 12192000"/>
              <a:gd name="connsiteY55" fmla="*/ 1478152 h 2237474"/>
              <a:gd name="connsiteX56" fmla="*/ 7377870 w 12192000"/>
              <a:gd name="connsiteY56" fmla="*/ 1523319 h 2237474"/>
              <a:gd name="connsiteX57" fmla="*/ 7230737 w 12192000"/>
              <a:gd name="connsiteY57" fmla="*/ 1562633 h 2237474"/>
              <a:gd name="connsiteX58" fmla="*/ 7224458 w 12192000"/>
              <a:gd name="connsiteY58" fmla="*/ 1573008 h 2237474"/>
              <a:gd name="connsiteX59" fmla="*/ 7183121 w 12192000"/>
              <a:gd name="connsiteY59" fmla="*/ 1595162 h 2237474"/>
              <a:gd name="connsiteX60" fmla="*/ 7164601 w 12192000"/>
              <a:gd name="connsiteY60" fmla="*/ 1606490 h 2237474"/>
              <a:gd name="connsiteX61" fmla="*/ 7031309 w 12192000"/>
              <a:gd name="connsiteY61" fmla="*/ 1619451 h 2237474"/>
              <a:gd name="connsiteX62" fmla="*/ 6900177 w 12192000"/>
              <a:gd name="connsiteY62" fmla="*/ 1636016 h 2237474"/>
              <a:gd name="connsiteX63" fmla="*/ 6795372 w 12192000"/>
              <a:gd name="connsiteY63" fmla="*/ 1644845 h 2237474"/>
              <a:gd name="connsiteX64" fmla="*/ 6692251 w 12192000"/>
              <a:gd name="connsiteY64" fmla="*/ 1656357 h 2237474"/>
              <a:gd name="connsiteX65" fmla="*/ 6655235 w 12192000"/>
              <a:gd name="connsiteY65" fmla="*/ 1661869 h 2237474"/>
              <a:gd name="connsiteX66" fmla="*/ 6554894 w 12192000"/>
              <a:gd name="connsiteY66" fmla="*/ 1664428 h 2237474"/>
              <a:gd name="connsiteX67" fmla="*/ 6516595 w 12192000"/>
              <a:gd name="connsiteY67" fmla="*/ 1667475 h 2237474"/>
              <a:gd name="connsiteX68" fmla="*/ 6508541 w 12192000"/>
              <a:gd name="connsiteY68" fmla="*/ 1668757 h 2237474"/>
              <a:gd name="connsiteX69" fmla="*/ 6471012 w 12192000"/>
              <a:gd name="connsiteY69" fmla="*/ 1678604 h 2237474"/>
              <a:gd name="connsiteX70" fmla="*/ 6364035 w 12192000"/>
              <a:gd name="connsiteY70" fmla="*/ 1667683 h 2237474"/>
              <a:gd name="connsiteX71" fmla="*/ 6280959 w 12192000"/>
              <a:gd name="connsiteY71" fmla="*/ 1689329 h 2237474"/>
              <a:gd name="connsiteX72" fmla="*/ 6243319 w 12192000"/>
              <a:gd name="connsiteY72" fmla="*/ 1695560 h 2237474"/>
              <a:gd name="connsiteX73" fmla="*/ 6098321 w 12192000"/>
              <a:gd name="connsiteY73" fmla="*/ 1721646 h 2237474"/>
              <a:gd name="connsiteX74" fmla="*/ 5880652 w 12192000"/>
              <a:gd name="connsiteY74" fmla="*/ 1779643 h 2237474"/>
              <a:gd name="connsiteX75" fmla="*/ 5785959 w 12192000"/>
              <a:gd name="connsiteY75" fmla="*/ 1775307 h 2237474"/>
              <a:gd name="connsiteX76" fmla="*/ 5643534 w 12192000"/>
              <a:gd name="connsiteY76" fmla="*/ 1802919 h 2237474"/>
              <a:gd name="connsiteX77" fmla="*/ 5518799 w 12192000"/>
              <a:gd name="connsiteY77" fmla="*/ 1818312 h 2237474"/>
              <a:gd name="connsiteX78" fmla="*/ 5505014 w 12192000"/>
              <a:gd name="connsiteY78" fmla="*/ 1819259 h 2237474"/>
              <a:gd name="connsiteX79" fmla="*/ 5453307 w 12192000"/>
              <a:gd name="connsiteY79" fmla="*/ 1815450 h 2237474"/>
              <a:gd name="connsiteX80" fmla="*/ 5221533 w 12192000"/>
              <a:gd name="connsiteY80" fmla="*/ 1846950 h 2237474"/>
              <a:gd name="connsiteX81" fmla="*/ 5149802 w 12192000"/>
              <a:gd name="connsiteY81" fmla="*/ 1844846 h 2237474"/>
              <a:gd name="connsiteX82" fmla="*/ 5114927 w 12192000"/>
              <a:gd name="connsiteY82" fmla="*/ 1847827 h 2237474"/>
              <a:gd name="connsiteX83" fmla="*/ 5108970 w 12192000"/>
              <a:gd name="connsiteY83" fmla="*/ 1847935 h 2237474"/>
              <a:gd name="connsiteX84" fmla="*/ 5067961 w 12192000"/>
              <a:gd name="connsiteY84" fmla="*/ 1845917 h 2237474"/>
              <a:gd name="connsiteX85" fmla="*/ 5007075 w 12192000"/>
              <a:gd name="connsiteY85" fmla="*/ 1838626 h 2237474"/>
              <a:gd name="connsiteX86" fmla="*/ 4944087 w 12192000"/>
              <a:gd name="connsiteY86" fmla="*/ 1823332 h 2237474"/>
              <a:gd name="connsiteX87" fmla="*/ 4907662 w 12192000"/>
              <a:gd name="connsiteY87" fmla="*/ 1816900 h 2237474"/>
              <a:gd name="connsiteX88" fmla="*/ 4882386 w 12192000"/>
              <a:gd name="connsiteY88" fmla="*/ 1809844 h 2237474"/>
              <a:gd name="connsiteX89" fmla="*/ 4811440 w 12192000"/>
              <a:gd name="connsiteY89" fmla="*/ 1804655 h 2237474"/>
              <a:gd name="connsiteX90" fmla="*/ 4691075 w 12192000"/>
              <a:gd name="connsiteY90" fmla="*/ 1801389 h 2237474"/>
              <a:gd name="connsiteX91" fmla="*/ 4611738 w 12192000"/>
              <a:gd name="connsiteY91" fmla="*/ 1776964 h 2237474"/>
              <a:gd name="connsiteX92" fmla="*/ 4560070 w 12192000"/>
              <a:gd name="connsiteY92" fmla="*/ 1785640 h 2237474"/>
              <a:gd name="connsiteX93" fmla="*/ 4536503 w 12192000"/>
              <a:gd name="connsiteY93" fmla="*/ 1785334 h 2237474"/>
              <a:gd name="connsiteX94" fmla="*/ 4513724 w 12192000"/>
              <a:gd name="connsiteY94" fmla="*/ 1791996 h 2237474"/>
              <a:gd name="connsiteX95" fmla="*/ 4459810 w 12192000"/>
              <a:gd name="connsiteY95" fmla="*/ 1797886 h 2237474"/>
              <a:gd name="connsiteX96" fmla="*/ 4379064 w 12192000"/>
              <a:gd name="connsiteY96" fmla="*/ 1817177 h 2237474"/>
              <a:gd name="connsiteX97" fmla="*/ 4290981 w 12192000"/>
              <a:gd name="connsiteY97" fmla="*/ 1839677 h 2237474"/>
              <a:gd name="connsiteX98" fmla="*/ 4238372 w 12192000"/>
              <a:gd name="connsiteY98" fmla="*/ 1851480 h 2237474"/>
              <a:gd name="connsiteX99" fmla="*/ 4232517 w 12192000"/>
              <a:gd name="connsiteY99" fmla="*/ 1852567 h 2237474"/>
              <a:gd name="connsiteX100" fmla="*/ 4191732 w 12192000"/>
              <a:gd name="connsiteY100" fmla="*/ 1857328 h 2237474"/>
              <a:gd name="connsiteX101" fmla="*/ 4065532 w 12192000"/>
              <a:gd name="connsiteY101" fmla="*/ 1855477 h 2237474"/>
              <a:gd name="connsiteX102" fmla="*/ 4028460 w 12192000"/>
              <a:gd name="connsiteY102" fmla="*/ 1855137 h 2237474"/>
              <a:gd name="connsiteX103" fmla="*/ 4002267 w 12192000"/>
              <a:gd name="connsiteY103" fmla="*/ 1852352 h 2237474"/>
              <a:gd name="connsiteX104" fmla="*/ 3931396 w 12192000"/>
              <a:gd name="connsiteY104" fmla="*/ 1858915 h 2237474"/>
              <a:gd name="connsiteX105" fmla="*/ 3812162 w 12192000"/>
              <a:gd name="connsiteY105" fmla="*/ 1875501 h 2237474"/>
              <a:gd name="connsiteX106" fmla="*/ 3729530 w 12192000"/>
              <a:gd name="connsiteY106" fmla="*/ 1864513 h 2237474"/>
              <a:gd name="connsiteX107" fmla="*/ 3680177 w 12192000"/>
              <a:gd name="connsiteY107" fmla="*/ 1881552 h 2237474"/>
              <a:gd name="connsiteX108" fmla="*/ 3567259 w 12192000"/>
              <a:gd name="connsiteY108" fmla="*/ 1893482 h 2237474"/>
              <a:gd name="connsiteX109" fmla="*/ 3405770 w 12192000"/>
              <a:gd name="connsiteY109" fmla="*/ 1904591 h 2237474"/>
              <a:gd name="connsiteX110" fmla="*/ 3280097 w 12192000"/>
              <a:gd name="connsiteY110" fmla="*/ 1919610 h 2237474"/>
              <a:gd name="connsiteX111" fmla="*/ 3123424 w 12192000"/>
              <a:gd name="connsiteY111" fmla="*/ 1952930 h 2237474"/>
              <a:gd name="connsiteX112" fmla="*/ 3009910 w 12192000"/>
              <a:gd name="connsiteY112" fmla="*/ 1957866 h 2237474"/>
              <a:gd name="connsiteX113" fmla="*/ 2995934 w 12192000"/>
              <a:gd name="connsiteY113" fmla="*/ 1967085 h 2237474"/>
              <a:gd name="connsiteX114" fmla="*/ 2980071 w 12192000"/>
              <a:gd name="connsiteY114" fmla="*/ 1972988 h 2237474"/>
              <a:gd name="connsiteX115" fmla="*/ 2978094 w 12192000"/>
              <a:gd name="connsiteY115" fmla="*/ 1972369 h 2237474"/>
              <a:gd name="connsiteX116" fmla="*/ 2942858 w 12192000"/>
              <a:gd name="connsiteY116" fmla="*/ 1981367 h 2237474"/>
              <a:gd name="connsiteX117" fmla="*/ 2875436 w 12192000"/>
              <a:gd name="connsiteY117" fmla="*/ 1996977 h 2237474"/>
              <a:gd name="connsiteX118" fmla="*/ 2874892 w 12192000"/>
              <a:gd name="connsiteY118" fmla="*/ 1996085 h 2237474"/>
              <a:gd name="connsiteX119" fmla="*/ 2864145 w 12192000"/>
              <a:gd name="connsiteY119" fmla="*/ 1994061 h 2237474"/>
              <a:gd name="connsiteX120" fmla="*/ 2843662 w 12192000"/>
              <a:gd name="connsiteY120" fmla="*/ 1992498 h 2237474"/>
              <a:gd name="connsiteX121" fmla="*/ 2796128 w 12192000"/>
              <a:gd name="connsiteY121" fmla="*/ 1976403 h 2237474"/>
              <a:gd name="connsiteX122" fmla="*/ 2756784 w 12192000"/>
              <a:gd name="connsiteY122" fmla="*/ 1985116 h 2237474"/>
              <a:gd name="connsiteX123" fmla="*/ 2748833 w 12192000"/>
              <a:gd name="connsiteY123" fmla="*/ 1986323 h 2237474"/>
              <a:gd name="connsiteX124" fmla="*/ 2748661 w 12192000"/>
              <a:gd name="connsiteY124" fmla="*/ 1986122 h 2237474"/>
              <a:gd name="connsiteX125" fmla="*/ 2740251 w 12192000"/>
              <a:gd name="connsiteY125" fmla="*/ 1986946 h 2237474"/>
              <a:gd name="connsiteX126" fmla="*/ 2718916 w 12192000"/>
              <a:gd name="connsiteY126" fmla="*/ 1990867 h 2237474"/>
              <a:gd name="connsiteX127" fmla="*/ 2713522 w 12192000"/>
              <a:gd name="connsiteY127" fmla="*/ 1990173 h 2237474"/>
              <a:gd name="connsiteX128" fmla="*/ 2680597 w 12192000"/>
              <a:gd name="connsiteY128" fmla="*/ 1984996 h 2237474"/>
              <a:gd name="connsiteX129" fmla="*/ 2578178 w 12192000"/>
              <a:gd name="connsiteY129" fmla="*/ 1990531 h 2237474"/>
              <a:gd name="connsiteX130" fmla="*/ 2476147 w 12192000"/>
              <a:gd name="connsiteY130" fmla="*/ 1998305 h 2237474"/>
              <a:gd name="connsiteX131" fmla="*/ 2373568 w 12192000"/>
              <a:gd name="connsiteY131" fmla="*/ 2003219 h 2237474"/>
              <a:gd name="connsiteX132" fmla="*/ 2321399 w 12192000"/>
              <a:gd name="connsiteY132" fmla="*/ 1989467 h 2237474"/>
              <a:gd name="connsiteX133" fmla="*/ 2315525 w 12192000"/>
              <a:gd name="connsiteY133" fmla="*/ 1989708 h 2237474"/>
              <a:gd name="connsiteX134" fmla="*/ 2300792 w 12192000"/>
              <a:gd name="connsiteY134" fmla="*/ 1994290 h 2237474"/>
              <a:gd name="connsiteX135" fmla="*/ 2295469 w 12192000"/>
              <a:gd name="connsiteY135" fmla="*/ 1996659 h 2237474"/>
              <a:gd name="connsiteX136" fmla="*/ 2287219 w 12192000"/>
              <a:gd name="connsiteY136" fmla="*/ 1998750 h 2237474"/>
              <a:gd name="connsiteX137" fmla="*/ 2286948 w 12192000"/>
              <a:gd name="connsiteY137" fmla="*/ 1998596 h 2237474"/>
              <a:gd name="connsiteX138" fmla="*/ 2243069 w 12192000"/>
              <a:gd name="connsiteY138" fmla="*/ 2015111 h 2237474"/>
              <a:gd name="connsiteX139" fmla="*/ 2186609 w 12192000"/>
              <a:gd name="connsiteY139" fmla="*/ 2008263 h 2237474"/>
              <a:gd name="connsiteX140" fmla="*/ 2164831 w 12192000"/>
              <a:gd name="connsiteY140" fmla="*/ 2010143 h 2237474"/>
              <a:gd name="connsiteX141" fmla="*/ 2152836 w 12192000"/>
              <a:gd name="connsiteY141" fmla="*/ 2010048 h 2237474"/>
              <a:gd name="connsiteX142" fmla="*/ 2117102 w 12192000"/>
              <a:gd name="connsiteY142" fmla="*/ 2023004 h 2237474"/>
              <a:gd name="connsiteX143" fmla="*/ 2111935 w 12192000"/>
              <a:gd name="connsiteY143" fmla="*/ 2023163 h 2237474"/>
              <a:gd name="connsiteX144" fmla="*/ 2089991 w 12192000"/>
              <a:gd name="connsiteY144" fmla="*/ 2034193 h 2237474"/>
              <a:gd name="connsiteX145" fmla="*/ 2058061 w 12192000"/>
              <a:gd name="connsiteY145" fmla="*/ 2047942 h 2237474"/>
              <a:gd name="connsiteX146" fmla="*/ 2055737 w 12192000"/>
              <a:gd name="connsiteY146" fmla="*/ 2047704 h 2237474"/>
              <a:gd name="connsiteX147" fmla="*/ 2042244 w 12192000"/>
              <a:gd name="connsiteY147" fmla="*/ 2055560 h 2237474"/>
              <a:gd name="connsiteX148" fmla="*/ 1976224 w 12192000"/>
              <a:gd name="connsiteY148" fmla="*/ 2074257 h 2237474"/>
              <a:gd name="connsiteX149" fmla="*/ 1877728 w 12192000"/>
              <a:gd name="connsiteY149" fmla="*/ 2101004 h 2237474"/>
              <a:gd name="connsiteX150" fmla="*/ 1759056 w 12192000"/>
              <a:gd name="connsiteY150" fmla="*/ 2125608 h 2237474"/>
              <a:gd name="connsiteX151" fmla="*/ 1637948 w 12192000"/>
              <a:gd name="connsiteY151" fmla="*/ 2172597 h 2237474"/>
              <a:gd name="connsiteX152" fmla="*/ 1434549 w 12192000"/>
              <a:gd name="connsiteY152" fmla="*/ 2234522 h 2237474"/>
              <a:gd name="connsiteX153" fmla="*/ 1398481 w 12192000"/>
              <a:gd name="connsiteY153" fmla="*/ 2237074 h 2237474"/>
              <a:gd name="connsiteX154" fmla="*/ 1398407 w 12192000"/>
              <a:gd name="connsiteY154" fmla="*/ 2237095 h 2237474"/>
              <a:gd name="connsiteX155" fmla="*/ 1370962 w 12192000"/>
              <a:gd name="connsiteY155" fmla="*/ 2237474 h 2237474"/>
              <a:gd name="connsiteX156" fmla="*/ 1356367 w 12192000"/>
              <a:gd name="connsiteY156" fmla="*/ 2235089 h 2237474"/>
              <a:gd name="connsiteX157" fmla="*/ 1324828 w 12192000"/>
              <a:gd name="connsiteY157" fmla="*/ 2231968 h 2237474"/>
              <a:gd name="connsiteX158" fmla="*/ 1297744 w 12192000"/>
              <a:gd name="connsiteY158" fmla="*/ 2235849 h 2237474"/>
              <a:gd name="connsiteX159" fmla="*/ 1286236 w 12192000"/>
              <a:gd name="connsiteY159" fmla="*/ 2233135 h 2237474"/>
              <a:gd name="connsiteX160" fmla="*/ 1283504 w 12192000"/>
              <a:gd name="connsiteY160" fmla="*/ 2233797 h 2237474"/>
              <a:gd name="connsiteX161" fmla="*/ 1279765 w 12192000"/>
              <a:gd name="connsiteY161" fmla="*/ 2229639 h 2237474"/>
              <a:gd name="connsiteX162" fmla="*/ 1195347 w 12192000"/>
              <a:gd name="connsiteY162" fmla="*/ 2212354 h 2237474"/>
              <a:gd name="connsiteX163" fmla="*/ 970251 w 12192000"/>
              <a:gd name="connsiteY163" fmla="*/ 2221029 h 2237474"/>
              <a:gd name="connsiteX164" fmla="*/ 812914 w 12192000"/>
              <a:gd name="connsiteY164" fmla="*/ 2202752 h 2237474"/>
              <a:gd name="connsiteX165" fmla="*/ 800195 w 12192000"/>
              <a:gd name="connsiteY165" fmla="*/ 2209407 h 2237474"/>
              <a:gd name="connsiteX166" fmla="*/ 784978 w 12192000"/>
              <a:gd name="connsiteY166" fmla="*/ 2212360 h 2237474"/>
              <a:gd name="connsiteX167" fmla="*/ 681987 w 12192000"/>
              <a:gd name="connsiteY167" fmla="*/ 2216757 h 2237474"/>
              <a:gd name="connsiteX168" fmla="*/ 669923 w 12192000"/>
              <a:gd name="connsiteY168" fmla="*/ 2211682 h 2237474"/>
              <a:gd name="connsiteX169" fmla="*/ 648680 w 12192000"/>
              <a:gd name="connsiteY169" fmla="*/ 2206229 h 2237474"/>
              <a:gd name="connsiteX170" fmla="*/ 597225 w 12192000"/>
              <a:gd name="connsiteY170" fmla="*/ 2180999 h 2237474"/>
              <a:gd name="connsiteX171" fmla="*/ 558449 w 12192000"/>
              <a:gd name="connsiteY171" fmla="*/ 2182346 h 2237474"/>
              <a:gd name="connsiteX172" fmla="*/ 550517 w 12192000"/>
              <a:gd name="connsiteY172" fmla="*/ 2182060 h 2237474"/>
              <a:gd name="connsiteX173" fmla="*/ 550309 w 12192000"/>
              <a:gd name="connsiteY173" fmla="*/ 2181825 h 2237474"/>
              <a:gd name="connsiteX174" fmla="*/ 541836 w 12192000"/>
              <a:gd name="connsiteY174" fmla="*/ 2181063 h 2237474"/>
              <a:gd name="connsiteX175" fmla="*/ 536057 w 12192000"/>
              <a:gd name="connsiteY175" fmla="*/ 2181537 h 2237474"/>
              <a:gd name="connsiteX176" fmla="*/ 520671 w 12192000"/>
              <a:gd name="connsiteY176" fmla="*/ 2180980 h 2237474"/>
              <a:gd name="connsiteX177" fmla="*/ 515024 w 12192000"/>
              <a:gd name="connsiteY177" fmla="*/ 2179258 h 2237474"/>
              <a:gd name="connsiteX178" fmla="*/ 512278 w 12192000"/>
              <a:gd name="connsiteY178" fmla="*/ 2176369 h 2237474"/>
              <a:gd name="connsiteX179" fmla="*/ 480419 w 12192000"/>
              <a:gd name="connsiteY179" fmla="*/ 2167807 h 2237474"/>
              <a:gd name="connsiteX180" fmla="*/ 413835 w 12192000"/>
              <a:gd name="connsiteY180" fmla="*/ 2156783 h 2237474"/>
              <a:gd name="connsiteX181" fmla="*/ 376513 w 12192000"/>
              <a:gd name="connsiteY181" fmla="*/ 2154014 h 2237474"/>
              <a:gd name="connsiteX182" fmla="*/ 273386 w 12192000"/>
              <a:gd name="connsiteY182" fmla="*/ 2142551 h 2237474"/>
              <a:gd name="connsiteX183" fmla="*/ 169207 w 12192000"/>
              <a:gd name="connsiteY183" fmla="*/ 2128100 h 2237474"/>
              <a:gd name="connsiteX184" fmla="*/ 93149 w 12192000"/>
              <a:gd name="connsiteY184" fmla="*/ 2105324 h 2237474"/>
              <a:gd name="connsiteX185" fmla="*/ 88109 w 12192000"/>
              <a:gd name="connsiteY185" fmla="*/ 2106704 h 2237474"/>
              <a:gd name="connsiteX186" fmla="*/ 80022 w 12192000"/>
              <a:gd name="connsiteY186" fmla="*/ 2107254 h 2237474"/>
              <a:gd name="connsiteX187" fmla="*/ 79717 w 12192000"/>
              <a:gd name="connsiteY187" fmla="*/ 2107046 h 2237474"/>
              <a:gd name="connsiteX188" fmla="*/ 72352 w 12192000"/>
              <a:gd name="connsiteY188" fmla="*/ 2107991 h 2237474"/>
              <a:gd name="connsiteX189" fmla="*/ 37645 w 12192000"/>
              <a:gd name="connsiteY189" fmla="*/ 2115401 h 2237474"/>
              <a:gd name="connsiteX190" fmla="*/ 4572 w 12192000"/>
              <a:gd name="connsiteY190" fmla="*/ 2111091 h 2237474"/>
              <a:gd name="connsiteX191" fmla="*/ 0 w 12192000"/>
              <a:gd name="connsiteY191" fmla="*/ 2110468 h 2237474"/>
              <a:gd name="connsiteX192" fmla="*/ 0 w 12192000"/>
              <a:gd name="connsiteY19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44189 w 12192000"/>
              <a:gd name="connsiteY24" fmla="*/ 938966 h 2237474"/>
              <a:gd name="connsiteX25" fmla="*/ 9500499 w 12192000"/>
              <a:gd name="connsiteY25" fmla="*/ 954680 h 2237474"/>
              <a:gd name="connsiteX26" fmla="*/ 9428195 w 12192000"/>
              <a:gd name="connsiteY26" fmla="*/ 986225 h 2237474"/>
              <a:gd name="connsiteX27" fmla="*/ 9410017 w 12192000"/>
              <a:gd name="connsiteY27" fmla="*/ 993931 h 2237474"/>
              <a:gd name="connsiteX28" fmla="*/ 9392919 w 12192000"/>
              <a:gd name="connsiteY28" fmla="*/ 994656 h 2237474"/>
              <a:gd name="connsiteX29" fmla="*/ 9278619 w 12192000"/>
              <a:gd name="connsiteY29" fmla="*/ 1011878 h 2237474"/>
              <a:gd name="connsiteX30" fmla="*/ 9268019 w 12192000"/>
              <a:gd name="connsiteY30" fmla="*/ 1007442 h 2237474"/>
              <a:gd name="connsiteX31" fmla="*/ 9234662 w 12192000"/>
              <a:gd name="connsiteY31" fmla="*/ 1023056 h 2237474"/>
              <a:gd name="connsiteX32" fmla="*/ 9181033 w 12192000"/>
              <a:gd name="connsiteY32" fmla="*/ 1037921 h 2237474"/>
              <a:gd name="connsiteX33" fmla="*/ 9155969 w 12192000"/>
              <a:gd name="connsiteY33" fmla="*/ 1046804 h 2237474"/>
              <a:gd name="connsiteX34" fmla="*/ 9133985 w 12192000"/>
              <a:gd name="connsiteY34" fmla="*/ 1046450 h 2237474"/>
              <a:gd name="connsiteX35" fmla="*/ 9003462 w 12192000"/>
              <a:gd name="connsiteY35" fmla="*/ 1042406 h 2237474"/>
              <a:gd name="connsiteX36" fmla="*/ 8968445 w 12192000"/>
              <a:gd name="connsiteY36" fmla="*/ 1052169 h 2237474"/>
              <a:gd name="connsiteX37" fmla="*/ 8886001 w 12192000"/>
              <a:gd name="connsiteY37" fmla="*/ 1067468 h 2237474"/>
              <a:gd name="connsiteX38" fmla="*/ 8838610 w 12192000"/>
              <a:gd name="connsiteY38" fmla="*/ 1075091 h 2237474"/>
              <a:gd name="connsiteX39" fmla="*/ 8750383 w 12192000"/>
              <a:gd name="connsiteY39" fmla="*/ 1097387 h 2237474"/>
              <a:gd name="connsiteX40" fmla="*/ 8665605 w 12192000"/>
              <a:gd name="connsiteY40" fmla="*/ 1110791 h 2237474"/>
              <a:gd name="connsiteX41" fmla="*/ 8584946 w 12192000"/>
              <a:gd name="connsiteY41" fmla="*/ 1135226 h 2237474"/>
              <a:gd name="connsiteX42" fmla="*/ 8460755 w 12192000"/>
              <a:gd name="connsiteY42" fmla="*/ 1203427 h 2237474"/>
              <a:gd name="connsiteX43" fmla="*/ 8419755 w 12192000"/>
              <a:gd name="connsiteY43" fmla="*/ 1216260 h 2237474"/>
              <a:gd name="connsiteX44" fmla="*/ 8411626 w 12192000"/>
              <a:gd name="connsiteY44" fmla="*/ 1214397 h 2237474"/>
              <a:gd name="connsiteX45" fmla="*/ 8363469 w 12192000"/>
              <a:gd name="connsiteY45" fmla="*/ 1246658 h 2237474"/>
              <a:gd name="connsiteX46" fmla="*/ 8275497 w 12192000"/>
              <a:gd name="connsiteY46" fmla="*/ 1264396 h 2237474"/>
              <a:gd name="connsiteX47" fmla="*/ 8206287 w 12192000"/>
              <a:gd name="connsiteY47" fmla="*/ 1273060 h 2237474"/>
              <a:gd name="connsiteX48" fmla="*/ 8139997 w 12192000"/>
              <a:gd name="connsiteY48" fmla="*/ 1282713 h 2237474"/>
              <a:gd name="connsiteX49" fmla="*/ 8074238 w 12192000"/>
              <a:gd name="connsiteY49" fmla="*/ 1301895 h 2237474"/>
              <a:gd name="connsiteX50" fmla="*/ 7942099 w 12192000"/>
              <a:gd name="connsiteY50" fmla="*/ 1336332 h 2237474"/>
              <a:gd name="connsiteX51" fmla="*/ 7902328 w 12192000"/>
              <a:gd name="connsiteY51" fmla="*/ 1345865 h 2237474"/>
              <a:gd name="connsiteX52" fmla="*/ 7840612 w 12192000"/>
              <a:gd name="connsiteY52" fmla="*/ 1369373 h 2237474"/>
              <a:gd name="connsiteX53" fmla="*/ 7786819 w 12192000"/>
              <a:gd name="connsiteY53" fmla="*/ 1378970 h 2237474"/>
              <a:gd name="connsiteX54" fmla="*/ 7548172 w 12192000"/>
              <a:gd name="connsiteY54" fmla="*/ 1417460 h 2237474"/>
              <a:gd name="connsiteX55" fmla="*/ 7483437 w 12192000"/>
              <a:gd name="connsiteY55" fmla="*/ 1478152 h 2237474"/>
              <a:gd name="connsiteX56" fmla="*/ 7377870 w 12192000"/>
              <a:gd name="connsiteY56" fmla="*/ 1523319 h 2237474"/>
              <a:gd name="connsiteX57" fmla="*/ 7230737 w 12192000"/>
              <a:gd name="connsiteY57" fmla="*/ 1562633 h 2237474"/>
              <a:gd name="connsiteX58" fmla="*/ 7224458 w 12192000"/>
              <a:gd name="connsiteY58" fmla="*/ 1573008 h 2237474"/>
              <a:gd name="connsiteX59" fmla="*/ 7183121 w 12192000"/>
              <a:gd name="connsiteY59" fmla="*/ 1595162 h 2237474"/>
              <a:gd name="connsiteX60" fmla="*/ 7164601 w 12192000"/>
              <a:gd name="connsiteY60" fmla="*/ 1606490 h 2237474"/>
              <a:gd name="connsiteX61" fmla="*/ 7031309 w 12192000"/>
              <a:gd name="connsiteY61" fmla="*/ 1619451 h 2237474"/>
              <a:gd name="connsiteX62" fmla="*/ 6900177 w 12192000"/>
              <a:gd name="connsiteY62" fmla="*/ 1636016 h 2237474"/>
              <a:gd name="connsiteX63" fmla="*/ 6795372 w 12192000"/>
              <a:gd name="connsiteY63" fmla="*/ 1644845 h 2237474"/>
              <a:gd name="connsiteX64" fmla="*/ 6692251 w 12192000"/>
              <a:gd name="connsiteY64" fmla="*/ 1656357 h 2237474"/>
              <a:gd name="connsiteX65" fmla="*/ 6655235 w 12192000"/>
              <a:gd name="connsiteY65" fmla="*/ 1661869 h 2237474"/>
              <a:gd name="connsiteX66" fmla="*/ 6554894 w 12192000"/>
              <a:gd name="connsiteY66" fmla="*/ 1664428 h 2237474"/>
              <a:gd name="connsiteX67" fmla="*/ 6516595 w 12192000"/>
              <a:gd name="connsiteY67" fmla="*/ 1667475 h 2237474"/>
              <a:gd name="connsiteX68" fmla="*/ 6508541 w 12192000"/>
              <a:gd name="connsiteY68" fmla="*/ 1668757 h 2237474"/>
              <a:gd name="connsiteX69" fmla="*/ 6471012 w 12192000"/>
              <a:gd name="connsiteY69" fmla="*/ 1678604 h 2237474"/>
              <a:gd name="connsiteX70" fmla="*/ 6364035 w 12192000"/>
              <a:gd name="connsiteY70" fmla="*/ 1667683 h 2237474"/>
              <a:gd name="connsiteX71" fmla="*/ 6280959 w 12192000"/>
              <a:gd name="connsiteY71" fmla="*/ 1689329 h 2237474"/>
              <a:gd name="connsiteX72" fmla="*/ 6243319 w 12192000"/>
              <a:gd name="connsiteY72" fmla="*/ 1695560 h 2237474"/>
              <a:gd name="connsiteX73" fmla="*/ 6098321 w 12192000"/>
              <a:gd name="connsiteY73" fmla="*/ 1721646 h 2237474"/>
              <a:gd name="connsiteX74" fmla="*/ 5880652 w 12192000"/>
              <a:gd name="connsiteY74" fmla="*/ 1779643 h 2237474"/>
              <a:gd name="connsiteX75" fmla="*/ 5785959 w 12192000"/>
              <a:gd name="connsiteY75" fmla="*/ 1775307 h 2237474"/>
              <a:gd name="connsiteX76" fmla="*/ 5643534 w 12192000"/>
              <a:gd name="connsiteY76" fmla="*/ 1802919 h 2237474"/>
              <a:gd name="connsiteX77" fmla="*/ 5518799 w 12192000"/>
              <a:gd name="connsiteY77" fmla="*/ 1818312 h 2237474"/>
              <a:gd name="connsiteX78" fmla="*/ 5505014 w 12192000"/>
              <a:gd name="connsiteY78" fmla="*/ 1819259 h 2237474"/>
              <a:gd name="connsiteX79" fmla="*/ 5453307 w 12192000"/>
              <a:gd name="connsiteY79" fmla="*/ 1815450 h 2237474"/>
              <a:gd name="connsiteX80" fmla="*/ 5221533 w 12192000"/>
              <a:gd name="connsiteY80" fmla="*/ 1846950 h 2237474"/>
              <a:gd name="connsiteX81" fmla="*/ 5149802 w 12192000"/>
              <a:gd name="connsiteY81" fmla="*/ 1844846 h 2237474"/>
              <a:gd name="connsiteX82" fmla="*/ 5114927 w 12192000"/>
              <a:gd name="connsiteY82" fmla="*/ 1847827 h 2237474"/>
              <a:gd name="connsiteX83" fmla="*/ 5108970 w 12192000"/>
              <a:gd name="connsiteY83" fmla="*/ 1847935 h 2237474"/>
              <a:gd name="connsiteX84" fmla="*/ 5067961 w 12192000"/>
              <a:gd name="connsiteY84" fmla="*/ 1845917 h 2237474"/>
              <a:gd name="connsiteX85" fmla="*/ 5007075 w 12192000"/>
              <a:gd name="connsiteY85" fmla="*/ 1838626 h 2237474"/>
              <a:gd name="connsiteX86" fmla="*/ 4944087 w 12192000"/>
              <a:gd name="connsiteY86" fmla="*/ 1823332 h 2237474"/>
              <a:gd name="connsiteX87" fmla="*/ 4907662 w 12192000"/>
              <a:gd name="connsiteY87" fmla="*/ 1816900 h 2237474"/>
              <a:gd name="connsiteX88" fmla="*/ 4882386 w 12192000"/>
              <a:gd name="connsiteY88" fmla="*/ 1809844 h 2237474"/>
              <a:gd name="connsiteX89" fmla="*/ 4811440 w 12192000"/>
              <a:gd name="connsiteY89" fmla="*/ 1804655 h 2237474"/>
              <a:gd name="connsiteX90" fmla="*/ 4691075 w 12192000"/>
              <a:gd name="connsiteY90" fmla="*/ 1801389 h 2237474"/>
              <a:gd name="connsiteX91" fmla="*/ 4611738 w 12192000"/>
              <a:gd name="connsiteY91" fmla="*/ 1776964 h 2237474"/>
              <a:gd name="connsiteX92" fmla="*/ 4560070 w 12192000"/>
              <a:gd name="connsiteY92" fmla="*/ 1785640 h 2237474"/>
              <a:gd name="connsiteX93" fmla="*/ 4536503 w 12192000"/>
              <a:gd name="connsiteY93" fmla="*/ 1785334 h 2237474"/>
              <a:gd name="connsiteX94" fmla="*/ 4513724 w 12192000"/>
              <a:gd name="connsiteY94" fmla="*/ 1791996 h 2237474"/>
              <a:gd name="connsiteX95" fmla="*/ 4459810 w 12192000"/>
              <a:gd name="connsiteY95" fmla="*/ 1797886 h 2237474"/>
              <a:gd name="connsiteX96" fmla="*/ 4379064 w 12192000"/>
              <a:gd name="connsiteY96" fmla="*/ 1817177 h 2237474"/>
              <a:gd name="connsiteX97" fmla="*/ 4290981 w 12192000"/>
              <a:gd name="connsiteY97" fmla="*/ 1839677 h 2237474"/>
              <a:gd name="connsiteX98" fmla="*/ 4238372 w 12192000"/>
              <a:gd name="connsiteY98" fmla="*/ 1851480 h 2237474"/>
              <a:gd name="connsiteX99" fmla="*/ 4232517 w 12192000"/>
              <a:gd name="connsiteY99" fmla="*/ 1852567 h 2237474"/>
              <a:gd name="connsiteX100" fmla="*/ 4191732 w 12192000"/>
              <a:gd name="connsiteY100" fmla="*/ 1857328 h 2237474"/>
              <a:gd name="connsiteX101" fmla="*/ 4065532 w 12192000"/>
              <a:gd name="connsiteY101" fmla="*/ 1855477 h 2237474"/>
              <a:gd name="connsiteX102" fmla="*/ 4028460 w 12192000"/>
              <a:gd name="connsiteY102" fmla="*/ 1855137 h 2237474"/>
              <a:gd name="connsiteX103" fmla="*/ 4002267 w 12192000"/>
              <a:gd name="connsiteY103" fmla="*/ 1852352 h 2237474"/>
              <a:gd name="connsiteX104" fmla="*/ 3931396 w 12192000"/>
              <a:gd name="connsiteY104" fmla="*/ 1858915 h 2237474"/>
              <a:gd name="connsiteX105" fmla="*/ 3812162 w 12192000"/>
              <a:gd name="connsiteY105" fmla="*/ 1875501 h 2237474"/>
              <a:gd name="connsiteX106" fmla="*/ 3729530 w 12192000"/>
              <a:gd name="connsiteY106" fmla="*/ 1864513 h 2237474"/>
              <a:gd name="connsiteX107" fmla="*/ 3680177 w 12192000"/>
              <a:gd name="connsiteY107" fmla="*/ 1881552 h 2237474"/>
              <a:gd name="connsiteX108" fmla="*/ 3567259 w 12192000"/>
              <a:gd name="connsiteY108" fmla="*/ 1893482 h 2237474"/>
              <a:gd name="connsiteX109" fmla="*/ 3405770 w 12192000"/>
              <a:gd name="connsiteY109" fmla="*/ 1904591 h 2237474"/>
              <a:gd name="connsiteX110" fmla="*/ 3280097 w 12192000"/>
              <a:gd name="connsiteY110" fmla="*/ 1919610 h 2237474"/>
              <a:gd name="connsiteX111" fmla="*/ 3123424 w 12192000"/>
              <a:gd name="connsiteY111" fmla="*/ 1952930 h 2237474"/>
              <a:gd name="connsiteX112" fmla="*/ 3009910 w 12192000"/>
              <a:gd name="connsiteY112" fmla="*/ 1957866 h 2237474"/>
              <a:gd name="connsiteX113" fmla="*/ 2995934 w 12192000"/>
              <a:gd name="connsiteY113" fmla="*/ 1967085 h 2237474"/>
              <a:gd name="connsiteX114" fmla="*/ 2980071 w 12192000"/>
              <a:gd name="connsiteY114" fmla="*/ 1972988 h 2237474"/>
              <a:gd name="connsiteX115" fmla="*/ 2978094 w 12192000"/>
              <a:gd name="connsiteY115" fmla="*/ 1972369 h 2237474"/>
              <a:gd name="connsiteX116" fmla="*/ 2942858 w 12192000"/>
              <a:gd name="connsiteY116" fmla="*/ 1981367 h 2237474"/>
              <a:gd name="connsiteX117" fmla="*/ 2875436 w 12192000"/>
              <a:gd name="connsiteY117" fmla="*/ 1996977 h 2237474"/>
              <a:gd name="connsiteX118" fmla="*/ 2874892 w 12192000"/>
              <a:gd name="connsiteY118" fmla="*/ 1996085 h 2237474"/>
              <a:gd name="connsiteX119" fmla="*/ 2864145 w 12192000"/>
              <a:gd name="connsiteY119" fmla="*/ 1994061 h 2237474"/>
              <a:gd name="connsiteX120" fmla="*/ 2843662 w 12192000"/>
              <a:gd name="connsiteY120" fmla="*/ 1992498 h 2237474"/>
              <a:gd name="connsiteX121" fmla="*/ 2796128 w 12192000"/>
              <a:gd name="connsiteY121" fmla="*/ 1976403 h 2237474"/>
              <a:gd name="connsiteX122" fmla="*/ 2756784 w 12192000"/>
              <a:gd name="connsiteY122" fmla="*/ 1985116 h 2237474"/>
              <a:gd name="connsiteX123" fmla="*/ 2748833 w 12192000"/>
              <a:gd name="connsiteY123" fmla="*/ 1986323 h 2237474"/>
              <a:gd name="connsiteX124" fmla="*/ 2748661 w 12192000"/>
              <a:gd name="connsiteY124" fmla="*/ 1986122 h 2237474"/>
              <a:gd name="connsiteX125" fmla="*/ 2740251 w 12192000"/>
              <a:gd name="connsiteY125" fmla="*/ 1986946 h 2237474"/>
              <a:gd name="connsiteX126" fmla="*/ 2718916 w 12192000"/>
              <a:gd name="connsiteY126" fmla="*/ 1990867 h 2237474"/>
              <a:gd name="connsiteX127" fmla="*/ 2713522 w 12192000"/>
              <a:gd name="connsiteY127" fmla="*/ 1990173 h 2237474"/>
              <a:gd name="connsiteX128" fmla="*/ 2680597 w 12192000"/>
              <a:gd name="connsiteY128" fmla="*/ 1984996 h 2237474"/>
              <a:gd name="connsiteX129" fmla="*/ 2578178 w 12192000"/>
              <a:gd name="connsiteY129" fmla="*/ 1990531 h 2237474"/>
              <a:gd name="connsiteX130" fmla="*/ 2476147 w 12192000"/>
              <a:gd name="connsiteY130" fmla="*/ 1998305 h 2237474"/>
              <a:gd name="connsiteX131" fmla="*/ 2373568 w 12192000"/>
              <a:gd name="connsiteY131" fmla="*/ 2003219 h 2237474"/>
              <a:gd name="connsiteX132" fmla="*/ 2321399 w 12192000"/>
              <a:gd name="connsiteY132" fmla="*/ 1989467 h 2237474"/>
              <a:gd name="connsiteX133" fmla="*/ 2315525 w 12192000"/>
              <a:gd name="connsiteY133" fmla="*/ 1989708 h 2237474"/>
              <a:gd name="connsiteX134" fmla="*/ 2300792 w 12192000"/>
              <a:gd name="connsiteY134" fmla="*/ 1994290 h 2237474"/>
              <a:gd name="connsiteX135" fmla="*/ 2295469 w 12192000"/>
              <a:gd name="connsiteY135" fmla="*/ 1996659 h 2237474"/>
              <a:gd name="connsiteX136" fmla="*/ 2287219 w 12192000"/>
              <a:gd name="connsiteY136" fmla="*/ 1998750 h 2237474"/>
              <a:gd name="connsiteX137" fmla="*/ 2286948 w 12192000"/>
              <a:gd name="connsiteY137" fmla="*/ 1998596 h 2237474"/>
              <a:gd name="connsiteX138" fmla="*/ 2243069 w 12192000"/>
              <a:gd name="connsiteY138" fmla="*/ 2015111 h 2237474"/>
              <a:gd name="connsiteX139" fmla="*/ 2186609 w 12192000"/>
              <a:gd name="connsiteY139" fmla="*/ 2008263 h 2237474"/>
              <a:gd name="connsiteX140" fmla="*/ 2164831 w 12192000"/>
              <a:gd name="connsiteY140" fmla="*/ 2010143 h 2237474"/>
              <a:gd name="connsiteX141" fmla="*/ 2152836 w 12192000"/>
              <a:gd name="connsiteY141" fmla="*/ 2010048 h 2237474"/>
              <a:gd name="connsiteX142" fmla="*/ 2117102 w 12192000"/>
              <a:gd name="connsiteY142" fmla="*/ 2023004 h 2237474"/>
              <a:gd name="connsiteX143" fmla="*/ 2111935 w 12192000"/>
              <a:gd name="connsiteY143" fmla="*/ 2023163 h 2237474"/>
              <a:gd name="connsiteX144" fmla="*/ 2089991 w 12192000"/>
              <a:gd name="connsiteY144" fmla="*/ 2034193 h 2237474"/>
              <a:gd name="connsiteX145" fmla="*/ 2058061 w 12192000"/>
              <a:gd name="connsiteY145" fmla="*/ 2047942 h 2237474"/>
              <a:gd name="connsiteX146" fmla="*/ 2055737 w 12192000"/>
              <a:gd name="connsiteY146" fmla="*/ 2047704 h 2237474"/>
              <a:gd name="connsiteX147" fmla="*/ 2042244 w 12192000"/>
              <a:gd name="connsiteY147" fmla="*/ 2055560 h 2237474"/>
              <a:gd name="connsiteX148" fmla="*/ 1976224 w 12192000"/>
              <a:gd name="connsiteY148" fmla="*/ 2074257 h 2237474"/>
              <a:gd name="connsiteX149" fmla="*/ 1877728 w 12192000"/>
              <a:gd name="connsiteY149" fmla="*/ 2101004 h 2237474"/>
              <a:gd name="connsiteX150" fmla="*/ 1759056 w 12192000"/>
              <a:gd name="connsiteY150" fmla="*/ 2125608 h 2237474"/>
              <a:gd name="connsiteX151" fmla="*/ 1637948 w 12192000"/>
              <a:gd name="connsiteY151" fmla="*/ 2172597 h 2237474"/>
              <a:gd name="connsiteX152" fmla="*/ 1434549 w 12192000"/>
              <a:gd name="connsiteY152" fmla="*/ 2234522 h 2237474"/>
              <a:gd name="connsiteX153" fmla="*/ 1398481 w 12192000"/>
              <a:gd name="connsiteY153" fmla="*/ 2237074 h 2237474"/>
              <a:gd name="connsiteX154" fmla="*/ 1398407 w 12192000"/>
              <a:gd name="connsiteY154" fmla="*/ 2237095 h 2237474"/>
              <a:gd name="connsiteX155" fmla="*/ 1370962 w 12192000"/>
              <a:gd name="connsiteY155" fmla="*/ 2237474 h 2237474"/>
              <a:gd name="connsiteX156" fmla="*/ 1356367 w 12192000"/>
              <a:gd name="connsiteY156" fmla="*/ 2235089 h 2237474"/>
              <a:gd name="connsiteX157" fmla="*/ 1324828 w 12192000"/>
              <a:gd name="connsiteY157" fmla="*/ 2231968 h 2237474"/>
              <a:gd name="connsiteX158" fmla="*/ 1297744 w 12192000"/>
              <a:gd name="connsiteY158" fmla="*/ 2235849 h 2237474"/>
              <a:gd name="connsiteX159" fmla="*/ 1286236 w 12192000"/>
              <a:gd name="connsiteY159" fmla="*/ 2233135 h 2237474"/>
              <a:gd name="connsiteX160" fmla="*/ 1283504 w 12192000"/>
              <a:gd name="connsiteY160" fmla="*/ 2233797 h 2237474"/>
              <a:gd name="connsiteX161" fmla="*/ 1279765 w 12192000"/>
              <a:gd name="connsiteY161" fmla="*/ 2229639 h 2237474"/>
              <a:gd name="connsiteX162" fmla="*/ 1195347 w 12192000"/>
              <a:gd name="connsiteY162" fmla="*/ 2212354 h 2237474"/>
              <a:gd name="connsiteX163" fmla="*/ 970251 w 12192000"/>
              <a:gd name="connsiteY163" fmla="*/ 2221029 h 2237474"/>
              <a:gd name="connsiteX164" fmla="*/ 812914 w 12192000"/>
              <a:gd name="connsiteY164" fmla="*/ 2202752 h 2237474"/>
              <a:gd name="connsiteX165" fmla="*/ 800195 w 12192000"/>
              <a:gd name="connsiteY165" fmla="*/ 2209407 h 2237474"/>
              <a:gd name="connsiteX166" fmla="*/ 784978 w 12192000"/>
              <a:gd name="connsiteY166" fmla="*/ 2212360 h 2237474"/>
              <a:gd name="connsiteX167" fmla="*/ 681987 w 12192000"/>
              <a:gd name="connsiteY167" fmla="*/ 2216757 h 2237474"/>
              <a:gd name="connsiteX168" fmla="*/ 669923 w 12192000"/>
              <a:gd name="connsiteY168" fmla="*/ 2211682 h 2237474"/>
              <a:gd name="connsiteX169" fmla="*/ 648680 w 12192000"/>
              <a:gd name="connsiteY169" fmla="*/ 2206229 h 2237474"/>
              <a:gd name="connsiteX170" fmla="*/ 597225 w 12192000"/>
              <a:gd name="connsiteY170" fmla="*/ 2180999 h 2237474"/>
              <a:gd name="connsiteX171" fmla="*/ 558449 w 12192000"/>
              <a:gd name="connsiteY171" fmla="*/ 2182346 h 2237474"/>
              <a:gd name="connsiteX172" fmla="*/ 550517 w 12192000"/>
              <a:gd name="connsiteY172" fmla="*/ 2182060 h 2237474"/>
              <a:gd name="connsiteX173" fmla="*/ 550309 w 12192000"/>
              <a:gd name="connsiteY173" fmla="*/ 2181825 h 2237474"/>
              <a:gd name="connsiteX174" fmla="*/ 541836 w 12192000"/>
              <a:gd name="connsiteY174" fmla="*/ 2181063 h 2237474"/>
              <a:gd name="connsiteX175" fmla="*/ 536057 w 12192000"/>
              <a:gd name="connsiteY175" fmla="*/ 2181537 h 2237474"/>
              <a:gd name="connsiteX176" fmla="*/ 520671 w 12192000"/>
              <a:gd name="connsiteY176" fmla="*/ 2180980 h 2237474"/>
              <a:gd name="connsiteX177" fmla="*/ 515024 w 12192000"/>
              <a:gd name="connsiteY177" fmla="*/ 2179258 h 2237474"/>
              <a:gd name="connsiteX178" fmla="*/ 512278 w 12192000"/>
              <a:gd name="connsiteY178" fmla="*/ 2176369 h 2237474"/>
              <a:gd name="connsiteX179" fmla="*/ 480419 w 12192000"/>
              <a:gd name="connsiteY179" fmla="*/ 2167807 h 2237474"/>
              <a:gd name="connsiteX180" fmla="*/ 413835 w 12192000"/>
              <a:gd name="connsiteY180" fmla="*/ 2156783 h 2237474"/>
              <a:gd name="connsiteX181" fmla="*/ 376513 w 12192000"/>
              <a:gd name="connsiteY181" fmla="*/ 2154014 h 2237474"/>
              <a:gd name="connsiteX182" fmla="*/ 273386 w 12192000"/>
              <a:gd name="connsiteY182" fmla="*/ 2142551 h 2237474"/>
              <a:gd name="connsiteX183" fmla="*/ 169207 w 12192000"/>
              <a:gd name="connsiteY183" fmla="*/ 2128100 h 2237474"/>
              <a:gd name="connsiteX184" fmla="*/ 93149 w 12192000"/>
              <a:gd name="connsiteY184" fmla="*/ 2105324 h 2237474"/>
              <a:gd name="connsiteX185" fmla="*/ 88109 w 12192000"/>
              <a:gd name="connsiteY185" fmla="*/ 2106704 h 2237474"/>
              <a:gd name="connsiteX186" fmla="*/ 80022 w 12192000"/>
              <a:gd name="connsiteY186" fmla="*/ 2107254 h 2237474"/>
              <a:gd name="connsiteX187" fmla="*/ 79717 w 12192000"/>
              <a:gd name="connsiteY187" fmla="*/ 2107046 h 2237474"/>
              <a:gd name="connsiteX188" fmla="*/ 72352 w 12192000"/>
              <a:gd name="connsiteY188" fmla="*/ 2107991 h 2237474"/>
              <a:gd name="connsiteX189" fmla="*/ 37645 w 12192000"/>
              <a:gd name="connsiteY189" fmla="*/ 2115401 h 2237474"/>
              <a:gd name="connsiteX190" fmla="*/ 4572 w 12192000"/>
              <a:gd name="connsiteY190" fmla="*/ 2111091 h 2237474"/>
              <a:gd name="connsiteX191" fmla="*/ 0 w 12192000"/>
              <a:gd name="connsiteY191" fmla="*/ 2110468 h 2237474"/>
              <a:gd name="connsiteX192" fmla="*/ 0 w 12192000"/>
              <a:gd name="connsiteY19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44189 w 12192000"/>
              <a:gd name="connsiteY24" fmla="*/ 938966 h 2237474"/>
              <a:gd name="connsiteX25" fmla="*/ 9500499 w 12192000"/>
              <a:gd name="connsiteY25" fmla="*/ 954680 h 2237474"/>
              <a:gd name="connsiteX26" fmla="*/ 9428195 w 12192000"/>
              <a:gd name="connsiteY26" fmla="*/ 986225 h 2237474"/>
              <a:gd name="connsiteX27" fmla="*/ 9410017 w 12192000"/>
              <a:gd name="connsiteY27" fmla="*/ 993931 h 2237474"/>
              <a:gd name="connsiteX28" fmla="*/ 9392919 w 12192000"/>
              <a:gd name="connsiteY28" fmla="*/ 994656 h 2237474"/>
              <a:gd name="connsiteX29" fmla="*/ 9278619 w 12192000"/>
              <a:gd name="connsiteY29" fmla="*/ 1011878 h 2237474"/>
              <a:gd name="connsiteX30" fmla="*/ 9268019 w 12192000"/>
              <a:gd name="connsiteY30" fmla="*/ 1007442 h 2237474"/>
              <a:gd name="connsiteX31" fmla="*/ 9234662 w 12192000"/>
              <a:gd name="connsiteY31" fmla="*/ 1023056 h 2237474"/>
              <a:gd name="connsiteX32" fmla="*/ 9181033 w 12192000"/>
              <a:gd name="connsiteY32" fmla="*/ 1037921 h 2237474"/>
              <a:gd name="connsiteX33" fmla="*/ 9155969 w 12192000"/>
              <a:gd name="connsiteY33" fmla="*/ 1046804 h 2237474"/>
              <a:gd name="connsiteX34" fmla="*/ 9133985 w 12192000"/>
              <a:gd name="connsiteY34" fmla="*/ 1046450 h 2237474"/>
              <a:gd name="connsiteX35" fmla="*/ 9003462 w 12192000"/>
              <a:gd name="connsiteY35" fmla="*/ 1042406 h 2237474"/>
              <a:gd name="connsiteX36" fmla="*/ 8968445 w 12192000"/>
              <a:gd name="connsiteY36" fmla="*/ 1052169 h 2237474"/>
              <a:gd name="connsiteX37" fmla="*/ 8886001 w 12192000"/>
              <a:gd name="connsiteY37" fmla="*/ 1067468 h 2237474"/>
              <a:gd name="connsiteX38" fmla="*/ 8838610 w 12192000"/>
              <a:gd name="connsiteY38" fmla="*/ 1075091 h 2237474"/>
              <a:gd name="connsiteX39" fmla="*/ 8750383 w 12192000"/>
              <a:gd name="connsiteY39" fmla="*/ 1097387 h 2237474"/>
              <a:gd name="connsiteX40" fmla="*/ 8665605 w 12192000"/>
              <a:gd name="connsiteY40" fmla="*/ 1110791 h 2237474"/>
              <a:gd name="connsiteX41" fmla="*/ 8584946 w 12192000"/>
              <a:gd name="connsiteY41" fmla="*/ 1135226 h 2237474"/>
              <a:gd name="connsiteX42" fmla="*/ 8460755 w 12192000"/>
              <a:gd name="connsiteY42" fmla="*/ 1203427 h 2237474"/>
              <a:gd name="connsiteX43" fmla="*/ 8419755 w 12192000"/>
              <a:gd name="connsiteY43" fmla="*/ 1216260 h 2237474"/>
              <a:gd name="connsiteX44" fmla="*/ 8411626 w 12192000"/>
              <a:gd name="connsiteY44" fmla="*/ 1214397 h 2237474"/>
              <a:gd name="connsiteX45" fmla="*/ 8363469 w 12192000"/>
              <a:gd name="connsiteY45" fmla="*/ 1246658 h 2237474"/>
              <a:gd name="connsiteX46" fmla="*/ 8275497 w 12192000"/>
              <a:gd name="connsiteY46" fmla="*/ 1264396 h 2237474"/>
              <a:gd name="connsiteX47" fmla="*/ 8206287 w 12192000"/>
              <a:gd name="connsiteY47" fmla="*/ 1273060 h 2237474"/>
              <a:gd name="connsiteX48" fmla="*/ 8139997 w 12192000"/>
              <a:gd name="connsiteY48" fmla="*/ 1282713 h 2237474"/>
              <a:gd name="connsiteX49" fmla="*/ 8074238 w 12192000"/>
              <a:gd name="connsiteY49" fmla="*/ 1301895 h 2237474"/>
              <a:gd name="connsiteX50" fmla="*/ 7942099 w 12192000"/>
              <a:gd name="connsiteY50" fmla="*/ 1336332 h 2237474"/>
              <a:gd name="connsiteX51" fmla="*/ 7902328 w 12192000"/>
              <a:gd name="connsiteY51" fmla="*/ 1345865 h 2237474"/>
              <a:gd name="connsiteX52" fmla="*/ 7840612 w 12192000"/>
              <a:gd name="connsiteY52" fmla="*/ 1369373 h 2237474"/>
              <a:gd name="connsiteX53" fmla="*/ 7786819 w 12192000"/>
              <a:gd name="connsiteY53" fmla="*/ 1378970 h 2237474"/>
              <a:gd name="connsiteX54" fmla="*/ 7548172 w 12192000"/>
              <a:gd name="connsiteY54" fmla="*/ 1417460 h 2237474"/>
              <a:gd name="connsiteX55" fmla="*/ 7483437 w 12192000"/>
              <a:gd name="connsiteY55" fmla="*/ 1478152 h 2237474"/>
              <a:gd name="connsiteX56" fmla="*/ 7377870 w 12192000"/>
              <a:gd name="connsiteY56" fmla="*/ 1523319 h 2237474"/>
              <a:gd name="connsiteX57" fmla="*/ 7230737 w 12192000"/>
              <a:gd name="connsiteY57" fmla="*/ 1562633 h 2237474"/>
              <a:gd name="connsiteX58" fmla="*/ 7224458 w 12192000"/>
              <a:gd name="connsiteY58" fmla="*/ 1573008 h 2237474"/>
              <a:gd name="connsiteX59" fmla="*/ 7183121 w 12192000"/>
              <a:gd name="connsiteY59" fmla="*/ 1595162 h 2237474"/>
              <a:gd name="connsiteX60" fmla="*/ 7164601 w 12192000"/>
              <a:gd name="connsiteY60" fmla="*/ 1606490 h 2237474"/>
              <a:gd name="connsiteX61" fmla="*/ 7031309 w 12192000"/>
              <a:gd name="connsiteY61" fmla="*/ 1619451 h 2237474"/>
              <a:gd name="connsiteX62" fmla="*/ 6900177 w 12192000"/>
              <a:gd name="connsiteY62" fmla="*/ 1636016 h 2237474"/>
              <a:gd name="connsiteX63" fmla="*/ 6795372 w 12192000"/>
              <a:gd name="connsiteY63" fmla="*/ 1644845 h 2237474"/>
              <a:gd name="connsiteX64" fmla="*/ 6692251 w 12192000"/>
              <a:gd name="connsiteY64" fmla="*/ 1656357 h 2237474"/>
              <a:gd name="connsiteX65" fmla="*/ 6655235 w 12192000"/>
              <a:gd name="connsiteY65" fmla="*/ 1661869 h 2237474"/>
              <a:gd name="connsiteX66" fmla="*/ 6554894 w 12192000"/>
              <a:gd name="connsiteY66" fmla="*/ 1664428 h 2237474"/>
              <a:gd name="connsiteX67" fmla="*/ 6516595 w 12192000"/>
              <a:gd name="connsiteY67" fmla="*/ 1667475 h 2237474"/>
              <a:gd name="connsiteX68" fmla="*/ 6508541 w 12192000"/>
              <a:gd name="connsiteY68" fmla="*/ 1668757 h 2237474"/>
              <a:gd name="connsiteX69" fmla="*/ 6471012 w 12192000"/>
              <a:gd name="connsiteY69" fmla="*/ 1678604 h 2237474"/>
              <a:gd name="connsiteX70" fmla="*/ 6364035 w 12192000"/>
              <a:gd name="connsiteY70" fmla="*/ 1667683 h 2237474"/>
              <a:gd name="connsiteX71" fmla="*/ 6280959 w 12192000"/>
              <a:gd name="connsiteY71" fmla="*/ 1689329 h 2237474"/>
              <a:gd name="connsiteX72" fmla="*/ 6243319 w 12192000"/>
              <a:gd name="connsiteY72" fmla="*/ 1695560 h 2237474"/>
              <a:gd name="connsiteX73" fmla="*/ 6098321 w 12192000"/>
              <a:gd name="connsiteY73" fmla="*/ 1721646 h 2237474"/>
              <a:gd name="connsiteX74" fmla="*/ 5880652 w 12192000"/>
              <a:gd name="connsiteY74" fmla="*/ 1779643 h 2237474"/>
              <a:gd name="connsiteX75" fmla="*/ 5785959 w 12192000"/>
              <a:gd name="connsiteY75" fmla="*/ 1775307 h 2237474"/>
              <a:gd name="connsiteX76" fmla="*/ 5643534 w 12192000"/>
              <a:gd name="connsiteY76" fmla="*/ 1802919 h 2237474"/>
              <a:gd name="connsiteX77" fmla="*/ 5518799 w 12192000"/>
              <a:gd name="connsiteY77" fmla="*/ 1818312 h 2237474"/>
              <a:gd name="connsiteX78" fmla="*/ 5505014 w 12192000"/>
              <a:gd name="connsiteY78" fmla="*/ 1819259 h 2237474"/>
              <a:gd name="connsiteX79" fmla="*/ 5453307 w 12192000"/>
              <a:gd name="connsiteY79" fmla="*/ 1815450 h 2237474"/>
              <a:gd name="connsiteX80" fmla="*/ 5221533 w 12192000"/>
              <a:gd name="connsiteY80" fmla="*/ 1846950 h 2237474"/>
              <a:gd name="connsiteX81" fmla="*/ 5149802 w 12192000"/>
              <a:gd name="connsiteY81" fmla="*/ 1844846 h 2237474"/>
              <a:gd name="connsiteX82" fmla="*/ 5114927 w 12192000"/>
              <a:gd name="connsiteY82" fmla="*/ 1847827 h 2237474"/>
              <a:gd name="connsiteX83" fmla="*/ 5108970 w 12192000"/>
              <a:gd name="connsiteY83" fmla="*/ 1847935 h 2237474"/>
              <a:gd name="connsiteX84" fmla="*/ 5067961 w 12192000"/>
              <a:gd name="connsiteY84" fmla="*/ 1845917 h 2237474"/>
              <a:gd name="connsiteX85" fmla="*/ 5007075 w 12192000"/>
              <a:gd name="connsiteY85" fmla="*/ 1838626 h 2237474"/>
              <a:gd name="connsiteX86" fmla="*/ 4944087 w 12192000"/>
              <a:gd name="connsiteY86" fmla="*/ 1823332 h 2237474"/>
              <a:gd name="connsiteX87" fmla="*/ 4907662 w 12192000"/>
              <a:gd name="connsiteY87" fmla="*/ 1816900 h 2237474"/>
              <a:gd name="connsiteX88" fmla="*/ 4882386 w 12192000"/>
              <a:gd name="connsiteY88" fmla="*/ 1809844 h 2237474"/>
              <a:gd name="connsiteX89" fmla="*/ 4811440 w 12192000"/>
              <a:gd name="connsiteY89" fmla="*/ 1804655 h 2237474"/>
              <a:gd name="connsiteX90" fmla="*/ 4691075 w 12192000"/>
              <a:gd name="connsiteY90" fmla="*/ 1801389 h 2237474"/>
              <a:gd name="connsiteX91" fmla="*/ 4611738 w 12192000"/>
              <a:gd name="connsiteY91" fmla="*/ 1776964 h 2237474"/>
              <a:gd name="connsiteX92" fmla="*/ 4560070 w 12192000"/>
              <a:gd name="connsiteY92" fmla="*/ 1785640 h 2237474"/>
              <a:gd name="connsiteX93" fmla="*/ 4536503 w 12192000"/>
              <a:gd name="connsiteY93" fmla="*/ 1785334 h 2237474"/>
              <a:gd name="connsiteX94" fmla="*/ 4513724 w 12192000"/>
              <a:gd name="connsiteY94" fmla="*/ 1791996 h 2237474"/>
              <a:gd name="connsiteX95" fmla="*/ 4459810 w 12192000"/>
              <a:gd name="connsiteY95" fmla="*/ 1797886 h 2237474"/>
              <a:gd name="connsiteX96" fmla="*/ 4379064 w 12192000"/>
              <a:gd name="connsiteY96" fmla="*/ 1817177 h 2237474"/>
              <a:gd name="connsiteX97" fmla="*/ 4290981 w 12192000"/>
              <a:gd name="connsiteY97" fmla="*/ 1839677 h 2237474"/>
              <a:gd name="connsiteX98" fmla="*/ 4238372 w 12192000"/>
              <a:gd name="connsiteY98" fmla="*/ 1851480 h 2237474"/>
              <a:gd name="connsiteX99" fmla="*/ 4232517 w 12192000"/>
              <a:gd name="connsiteY99" fmla="*/ 1852567 h 2237474"/>
              <a:gd name="connsiteX100" fmla="*/ 4191732 w 12192000"/>
              <a:gd name="connsiteY100" fmla="*/ 1857328 h 2237474"/>
              <a:gd name="connsiteX101" fmla="*/ 4065532 w 12192000"/>
              <a:gd name="connsiteY101" fmla="*/ 1855477 h 2237474"/>
              <a:gd name="connsiteX102" fmla="*/ 4028460 w 12192000"/>
              <a:gd name="connsiteY102" fmla="*/ 1855137 h 2237474"/>
              <a:gd name="connsiteX103" fmla="*/ 4002267 w 12192000"/>
              <a:gd name="connsiteY103" fmla="*/ 1852352 h 2237474"/>
              <a:gd name="connsiteX104" fmla="*/ 3931396 w 12192000"/>
              <a:gd name="connsiteY104" fmla="*/ 1858915 h 2237474"/>
              <a:gd name="connsiteX105" fmla="*/ 3812162 w 12192000"/>
              <a:gd name="connsiteY105" fmla="*/ 1875501 h 2237474"/>
              <a:gd name="connsiteX106" fmla="*/ 3729530 w 12192000"/>
              <a:gd name="connsiteY106" fmla="*/ 1864513 h 2237474"/>
              <a:gd name="connsiteX107" fmla="*/ 3680177 w 12192000"/>
              <a:gd name="connsiteY107" fmla="*/ 1881552 h 2237474"/>
              <a:gd name="connsiteX108" fmla="*/ 3567259 w 12192000"/>
              <a:gd name="connsiteY108" fmla="*/ 1893482 h 2237474"/>
              <a:gd name="connsiteX109" fmla="*/ 3405770 w 12192000"/>
              <a:gd name="connsiteY109" fmla="*/ 1904591 h 2237474"/>
              <a:gd name="connsiteX110" fmla="*/ 3280097 w 12192000"/>
              <a:gd name="connsiteY110" fmla="*/ 1919610 h 2237474"/>
              <a:gd name="connsiteX111" fmla="*/ 3123424 w 12192000"/>
              <a:gd name="connsiteY111" fmla="*/ 1952930 h 2237474"/>
              <a:gd name="connsiteX112" fmla="*/ 3009910 w 12192000"/>
              <a:gd name="connsiteY112" fmla="*/ 1957866 h 2237474"/>
              <a:gd name="connsiteX113" fmla="*/ 2995934 w 12192000"/>
              <a:gd name="connsiteY113" fmla="*/ 1967085 h 2237474"/>
              <a:gd name="connsiteX114" fmla="*/ 2980071 w 12192000"/>
              <a:gd name="connsiteY114" fmla="*/ 1972988 h 2237474"/>
              <a:gd name="connsiteX115" fmla="*/ 2978094 w 12192000"/>
              <a:gd name="connsiteY115" fmla="*/ 1972369 h 2237474"/>
              <a:gd name="connsiteX116" fmla="*/ 2942858 w 12192000"/>
              <a:gd name="connsiteY116" fmla="*/ 1981367 h 2237474"/>
              <a:gd name="connsiteX117" fmla="*/ 2875436 w 12192000"/>
              <a:gd name="connsiteY117" fmla="*/ 1996977 h 2237474"/>
              <a:gd name="connsiteX118" fmla="*/ 2874892 w 12192000"/>
              <a:gd name="connsiteY118" fmla="*/ 1996085 h 2237474"/>
              <a:gd name="connsiteX119" fmla="*/ 2864145 w 12192000"/>
              <a:gd name="connsiteY119" fmla="*/ 1994061 h 2237474"/>
              <a:gd name="connsiteX120" fmla="*/ 2843662 w 12192000"/>
              <a:gd name="connsiteY120" fmla="*/ 1992498 h 2237474"/>
              <a:gd name="connsiteX121" fmla="*/ 2796128 w 12192000"/>
              <a:gd name="connsiteY121" fmla="*/ 1976403 h 2237474"/>
              <a:gd name="connsiteX122" fmla="*/ 2756784 w 12192000"/>
              <a:gd name="connsiteY122" fmla="*/ 1985116 h 2237474"/>
              <a:gd name="connsiteX123" fmla="*/ 2748833 w 12192000"/>
              <a:gd name="connsiteY123" fmla="*/ 1986323 h 2237474"/>
              <a:gd name="connsiteX124" fmla="*/ 2748661 w 12192000"/>
              <a:gd name="connsiteY124" fmla="*/ 1986122 h 2237474"/>
              <a:gd name="connsiteX125" fmla="*/ 2740251 w 12192000"/>
              <a:gd name="connsiteY125" fmla="*/ 1986946 h 2237474"/>
              <a:gd name="connsiteX126" fmla="*/ 2718916 w 12192000"/>
              <a:gd name="connsiteY126" fmla="*/ 1990867 h 2237474"/>
              <a:gd name="connsiteX127" fmla="*/ 2713522 w 12192000"/>
              <a:gd name="connsiteY127" fmla="*/ 1990173 h 2237474"/>
              <a:gd name="connsiteX128" fmla="*/ 2680597 w 12192000"/>
              <a:gd name="connsiteY128" fmla="*/ 1984996 h 2237474"/>
              <a:gd name="connsiteX129" fmla="*/ 2578178 w 12192000"/>
              <a:gd name="connsiteY129" fmla="*/ 1990531 h 2237474"/>
              <a:gd name="connsiteX130" fmla="*/ 2476147 w 12192000"/>
              <a:gd name="connsiteY130" fmla="*/ 1998305 h 2237474"/>
              <a:gd name="connsiteX131" fmla="*/ 2373568 w 12192000"/>
              <a:gd name="connsiteY131" fmla="*/ 2003219 h 2237474"/>
              <a:gd name="connsiteX132" fmla="*/ 2321399 w 12192000"/>
              <a:gd name="connsiteY132" fmla="*/ 1989467 h 2237474"/>
              <a:gd name="connsiteX133" fmla="*/ 2315525 w 12192000"/>
              <a:gd name="connsiteY133" fmla="*/ 1989708 h 2237474"/>
              <a:gd name="connsiteX134" fmla="*/ 2300792 w 12192000"/>
              <a:gd name="connsiteY134" fmla="*/ 1994290 h 2237474"/>
              <a:gd name="connsiteX135" fmla="*/ 2295469 w 12192000"/>
              <a:gd name="connsiteY135" fmla="*/ 1996659 h 2237474"/>
              <a:gd name="connsiteX136" fmla="*/ 2287219 w 12192000"/>
              <a:gd name="connsiteY136" fmla="*/ 1998750 h 2237474"/>
              <a:gd name="connsiteX137" fmla="*/ 2286948 w 12192000"/>
              <a:gd name="connsiteY137" fmla="*/ 1998596 h 2237474"/>
              <a:gd name="connsiteX138" fmla="*/ 2243069 w 12192000"/>
              <a:gd name="connsiteY138" fmla="*/ 2015111 h 2237474"/>
              <a:gd name="connsiteX139" fmla="*/ 2186609 w 12192000"/>
              <a:gd name="connsiteY139" fmla="*/ 2008263 h 2237474"/>
              <a:gd name="connsiteX140" fmla="*/ 2164831 w 12192000"/>
              <a:gd name="connsiteY140" fmla="*/ 2010143 h 2237474"/>
              <a:gd name="connsiteX141" fmla="*/ 2152836 w 12192000"/>
              <a:gd name="connsiteY141" fmla="*/ 2010048 h 2237474"/>
              <a:gd name="connsiteX142" fmla="*/ 2117102 w 12192000"/>
              <a:gd name="connsiteY142" fmla="*/ 2023004 h 2237474"/>
              <a:gd name="connsiteX143" fmla="*/ 2111935 w 12192000"/>
              <a:gd name="connsiteY143" fmla="*/ 2023163 h 2237474"/>
              <a:gd name="connsiteX144" fmla="*/ 2089991 w 12192000"/>
              <a:gd name="connsiteY144" fmla="*/ 2034193 h 2237474"/>
              <a:gd name="connsiteX145" fmla="*/ 2058061 w 12192000"/>
              <a:gd name="connsiteY145" fmla="*/ 2047942 h 2237474"/>
              <a:gd name="connsiteX146" fmla="*/ 2055737 w 12192000"/>
              <a:gd name="connsiteY146" fmla="*/ 2047704 h 2237474"/>
              <a:gd name="connsiteX147" fmla="*/ 2042244 w 12192000"/>
              <a:gd name="connsiteY147" fmla="*/ 2055560 h 2237474"/>
              <a:gd name="connsiteX148" fmla="*/ 1976224 w 12192000"/>
              <a:gd name="connsiteY148" fmla="*/ 2074257 h 2237474"/>
              <a:gd name="connsiteX149" fmla="*/ 1877728 w 12192000"/>
              <a:gd name="connsiteY149" fmla="*/ 2101004 h 2237474"/>
              <a:gd name="connsiteX150" fmla="*/ 1759056 w 12192000"/>
              <a:gd name="connsiteY150" fmla="*/ 2125608 h 2237474"/>
              <a:gd name="connsiteX151" fmla="*/ 1637948 w 12192000"/>
              <a:gd name="connsiteY151" fmla="*/ 2172597 h 2237474"/>
              <a:gd name="connsiteX152" fmla="*/ 1434549 w 12192000"/>
              <a:gd name="connsiteY152" fmla="*/ 2234522 h 2237474"/>
              <a:gd name="connsiteX153" fmla="*/ 1398481 w 12192000"/>
              <a:gd name="connsiteY153" fmla="*/ 2237074 h 2237474"/>
              <a:gd name="connsiteX154" fmla="*/ 1398407 w 12192000"/>
              <a:gd name="connsiteY154" fmla="*/ 2237095 h 2237474"/>
              <a:gd name="connsiteX155" fmla="*/ 1370962 w 12192000"/>
              <a:gd name="connsiteY155" fmla="*/ 2237474 h 2237474"/>
              <a:gd name="connsiteX156" fmla="*/ 1356367 w 12192000"/>
              <a:gd name="connsiteY156" fmla="*/ 2235089 h 2237474"/>
              <a:gd name="connsiteX157" fmla="*/ 1324828 w 12192000"/>
              <a:gd name="connsiteY157" fmla="*/ 2231968 h 2237474"/>
              <a:gd name="connsiteX158" fmla="*/ 1297744 w 12192000"/>
              <a:gd name="connsiteY158" fmla="*/ 2235849 h 2237474"/>
              <a:gd name="connsiteX159" fmla="*/ 1286236 w 12192000"/>
              <a:gd name="connsiteY159" fmla="*/ 2233135 h 2237474"/>
              <a:gd name="connsiteX160" fmla="*/ 1283504 w 12192000"/>
              <a:gd name="connsiteY160" fmla="*/ 2233797 h 2237474"/>
              <a:gd name="connsiteX161" fmla="*/ 1279765 w 12192000"/>
              <a:gd name="connsiteY161" fmla="*/ 2229639 h 2237474"/>
              <a:gd name="connsiteX162" fmla="*/ 1195347 w 12192000"/>
              <a:gd name="connsiteY162" fmla="*/ 2212354 h 2237474"/>
              <a:gd name="connsiteX163" fmla="*/ 970251 w 12192000"/>
              <a:gd name="connsiteY163" fmla="*/ 2221029 h 2237474"/>
              <a:gd name="connsiteX164" fmla="*/ 812914 w 12192000"/>
              <a:gd name="connsiteY164" fmla="*/ 2202752 h 2237474"/>
              <a:gd name="connsiteX165" fmla="*/ 800195 w 12192000"/>
              <a:gd name="connsiteY165" fmla="*/ 2209407 h 2237474"/>
              <a:gd name="connsiteX166" fmla="*/ 784978 w 12192000"/>
              <a:gd name="connsiteY166" fmla="*/ 2212360 h 2237474"/>
              <a:gd name="connsiteX167" fmla="*/ 681987 w 12192000"/>
              <a:gd name="connsiteY167" fmla="*/ 2216757 h 2237474"/>
              <a:gd name="connsiteX168" fmla="*/ 669923 w 12192000"/>
              <a:gd name="connsiteY168" fmla="*/ 2211682 h 2237474"/>
              <a:gd name="connsiteX169" fmla="*/ 648680 w 12192000"/>
              <a:gd name="connsiteY169" fmla="*/ 2206229 h 2237474"/>
              <a:gd name="connsiteX170" fmla="*/ 597225 w 12192000"/>
              <a:gd name="connsiteY170" fmla="*/ 2180999 h 2237474"/>
              <a:gd name="connsiteX171" fmla="*/ 558449 w 12192000"/>
              <a:gd name="connsiteY171" fmla="*/ 2182346 h 2237474"/>
              <a:gd name="connsiteX172" fmla="*/ 550517 w 12192000"/>
              <a:gd name="connsiteY172" fmla="*/ 2182060 h 2237474"/>
              <a:gd name="connsiteX173" fmla="*/ 550309 w 12192000"/>
              <a:gd name="connsiteY173" fmla="*/ 2181825 h 2237474"/>
              <a:gd name="connsiteX174" fmla="*/ 541836 w 12192000"/>
              <a:gd name="connsiteY174" fmla="*/ 2181063 h 2237474"/>
              <a:gd name="connsiteX175" fmla="*/ 536057 w 12192000"/>
              <a:gd name="connsiteY175" fmla="*/ 2181537 h 2237474"/>
              <a:gd name="connsiteX176" fmla="*/ 520671 w 12192000"/>
              <a:gd name="connsiteY176" fmla="*/ 2180980 h 2237474"/>
              <a:gd name="connsiteX177" fmla="*/ 515024 w 12192000"/>
              <a:gd name="connsiteY177" fmla="*/ 2179258 h 2237474"/>
              <a:gd name="connsiteX178" fmla="*/ 512278 w 12192000"/>
              <a:gd name="connsiteY178" fmla="*/ 2176369 h 2237474"/>
              <a:gd name="connsiteX179" fmla="*/ 480419 w 12192000"/>
              <a:gd name="connsiteY179" fmla="*/ 2167807 h 2237474"/>
              <a:gd name="connsiteX180" fmla="*/ 413835 w 12192000"/>
              <a:gd name="connsiteY180" fmla="*/ 2156783 h 2237474"/>
              <a:gd name="connsiteX181" fmla="*/ 376513 w 12192000"/>
              <a:gd name="connsiteY181" fmla="*/ 2154014 h 2237474"/>
              <a:gd name="connsiteX182" fmla="*/ 273386 w 12192000"/>
              <a:gd name="connsiteY182" fmla="*/ 2142551 h 2237474"/>
              <a:gd name="connsiteX183" fmla="*/ 169207 w 12192000"/>
              <a:gd name="connsiteY183" fmla="*/ 2128100 h 2237474"/>
              <a:gd name="connsiteX184" fmla="*/ 93149 w 12192000"/>
              <a:gd name="connsiteY184" fmla="*/ 2105324 h 2237474"/>
              <a:gd name="connsiteX185" fmla="*/ 88109 w 12192000"/>
              <a:gd name="connsiteY185" fmla="*/ 2106704 h 2237474"/>
              <a:gd name="connsiteX186" fmla="*/ 80022 w 12192000"/>
              <a:gd name="connsiteY186" fmla="*/ 2107254 h 2237474"/>
              <a:gd name="connsiteX187" fmla="*/ 79717 w 12192000"/>
              <a:gd name="connsiteY187" fmla="*/ 2107046 h 2237474"/>
              <a:gd name="connsiteX188" fmla="*/ 72352 w 12192000"/>
              <a:gd name="connsiteY188" fmla="*/ 2107991 h 2237474"/>
              <a:gd name="connsiteX189" fmla="*/ 37645 w 12192000"/>
              <a:gd name="connsiteY189" fmla="*/ 2115401 h 2237474"/>
              <a:gd name="connsiteX190" fmla="*/ 4572 w 12192000"/>
              <a:gd name="connsiteY190" fmla="*/ 2111091 h 2237474"/>
              <a:gd name="connsiteX191" fmla="*/ 0 w 12192000"/>
              <a:gd name="connsiteY191" fmla="*/ 2110468 h 2237474"/>
              <a:gd name="connsiteX192" fmla="*/ 0 w 12192000"/>
              <a:gd name="connsiteY19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44189 w 12192000"/>
              <a:gd name="connsiteY24" fmla="*/ 938966 h 2237474"/>
              <a:gd name="connsiteX25" fmla="*/ 9500499 w 12192000"/>
              <a:gd name="connsiteY25" fmla="*/ 954680 h 2237474"/>
              <a:gd name="connsiteX26" fmla="*/ 9428195 w 12192000"/>
              <a:gd name="connsiteY26" fmla="*/ 986225 h 2237474"/>
              <a:gd name="connsiteX27" fmla="*/ 9410017 w 12192000"/>
              <a:gd name="connsiteY27" fmla="*/ 993931 h 2237474"/>
              <a:gd name="connsiteX28" fmla="*/ 9392919 w 12192000"/>
              <a:gd name="connsiteY28" fmla="*/ 994656 h 2237474"/>
              <a:gd name="connsiteX29" fmla="*/ 9278619 w 12192000"/>
              <a:gd name="connsiteY29" fmla="*/ 1011878 h 2237474"/>
              <a:gd name="connsiteX30" fmla="*/ 9268019 w 12192000"/>
              <a:gd name="connsiteY30" fmla="*/ 1007442 h 2237474"/>
              <a:gd name="connsiteX31" fmla="*/ 9234662 w 12192000"/>
              <a:gd name="connsiteY31" fmla="*/ 1023056 h 2237474"/>
              <a:gd name="connsiteX32" fmla="*/ 9181033 w 12192000"/>
              <a:gd name="connsiteY32" fmla="*/ 1037921 h 2237474"/>
              <a:gd name="connsiteX33" fmla="*/ 9155969 w 12192000"/>
              <a:gd name="connsiteY33" fmla="*/ 1046804 h 2237474"/>
              <a:gd name="connsiteX34" fmla="*/ 9133985 w 12192000"/>
              <a:gd name="connsiteY34" fmla="*/ 1046450 h 2237474"/>
              <a:gd name="connsiteX35" fmla="*/ 9003462 w 12192000"/>
              <a:gd name="connsiteY35" fmla="*/ 1042406 h 2237474"/>
              <a:gd name="connsiteX36" fmla="*/ 8968445 w 12192000"/>
              <a:gd name="connsiteY36" fmla="*/ 1052169 h 2237474"/>
              <a:gd name="connsiteX37" fmla="*/ 8886001 w 12192000"/>
              <a:gd name="connsiteY37" fmla="*/ 1067468 h 2237474"/>
              <a:gd name="connsiteX38" fmla="*/ 8838610 w 12192000"/>
              <a:gd name="connsiteY38" fmla="*/ 1075091 h 2237474"/>
              <a:gd name="connsiteX39" fmla="*/ 8750383 w 12192000"/>
              <a:gd name="connsiteY39" fmla="*/ 1097387 h 2237474"/>
              <a:gd name="connsiteX40" fmla="*/ 8665605 w 12192000"/>
              <a:gd name="connsiteY40" fmla="*/ 1110791 h 2237474"/>
              <a:gd name="connsiteX41" fmla="*/ 8584946 w 12192000"/>
              <a:gd name="connsiteY41" fmla="*/ 1135226 h 2237474"/>
              <a:gd name="connsiteX42" fmla="*/ 8460755 w 12192000"/>
              <a:gd name="connsiteY42" fmla="*/ 1203427 h 2237474"/>
              <a:gd name="connsiteX43" fmla="*/ 8419755 w 12192000"/>
              <a:gd name="connsiteY43" fmla="*/ 1216260 h 2237474"/>
              <a:gd name="connsiteX44" fmla="*/ 8411626 w 12192000"/>
              <a:gd name="connsiteY44" fmla="*/ 1214397 h 2237474"/>
              <a:gd name="connsiteX45" fmla="*/ 8363469 w 12192000"/>
              <a:gd name="connsiteY45" fmla="*/ 1246658 h 2237474"/>
              <a:gd name="connsiteX46" fmla="*/ 8275497 w 12192000"/>
              <a:gd name="connsiteY46" fmla="*/ 1264396 h 2237474"/>
              <a:gd name="connsiteX47" fmla="*/ 8206287 w 12192000"/>
              <a:gd name="connsiteY47" fmla="*/ 1273060 h 2237474"/>
              <a:gd name="connsiteX48" fmla="*/ 8139997 w 12192000"/>
              <a:gd name="connsiteY48" fmla="*/ 1282713 h 2237474"/>
              <a:gd name="connsiteX49" fmla="*/ 8074238 w 12192000"/>
              <a:gd name="connsiteY49" fmla="*/ 1301895 h 2237474"/>
              <a:gd name="connsiteX50" fmla="*/ 7942099 w 12192000"/>
              <a:gd name="connsiteY50" fmla="*/ 1336332 h 2237474"/>
              <a:gd name="connsiteX51" fmla="*/ 7902328 w 12192000"/>
              <a:gd name="connsiteY51" fmla="*/ 1345865 h 2237474"/>
              <a:gd name="connsiteX52" fmla="*/ 7840612 w 12192000"/>
              <a:gd name="connsiteY52" fmla="*/ 1369373 h 2237474"/>
              <a:gd name="connsiteX53" fmla="*/ 7786819 w 12192000"/>
              <a:gd name="connsiteY53" fmla="*/ 1378970 h 2237474"/>
              <a:gd name="connsiteX54" fmla="*/ 7548172 w 12192000"/>
              <a:gd name="connsiteY54" fmla="*/ 1417460 h 2237474"/>
              <a:gd name="connsiteX55" fmla="*/ 7483437 w 12192000"/>
              <a:gd name="connsiteY55" fmla="*/ 1478152 h 2237474"/>
              <a:gd name="connsiteX56" fmla="*/ 7377870 w 12192000"/>
              <a:gd name="connsiteY56" fmla="*/ 1523319 h 2237474"/>
              <a:gd name="connsiteX57" fmla="*/ 7230737 w 12192000"/>
              <a:gd name="connsiteY57" fmla="*/ 1562633 h 2237474"/>
              <a:gd name="connsiteX58" fmla="*/ 7224458 w 12192000"/>
              <a:gd name="connsiteY58" fmla="*/ 1573008 h 2237474"/>
              <a:gd name="connsiteX59" fmla="*/ 7183121 w 12192000"/>
              <a:gd name="connsiteY59" fmla="*/ 1595162 h 2237474"/>
              <a:gd name="connsiteX60" fmla="*/ 7164601 w 12192000"/>
              <a:gd name="connsiteY60" fmla="*/ 1606490 h 2237474"/>
              <a:gd name="connsiteX61" fmla="*/ 7031309 w 12192000"/>
              <a:gd name="connsiteY61" fmla="*/ 1619451 h 2237474"/>
              <a:gd name="connsiteX62" fmla="*/ 6900177 w 12192000"/>
              <a:gd name="connsiteY62" fmla="*/ 1636016 h 2237474"/>
              <a:gd name="connsiteX63" fmla="*/ 6795372 w 12192000"/>
              <a:gd name="connsiteY63" fmla="*/ 1644845 h 2237474"/>
              <a:gd name="connsiteX64" fmla="*/ 6692251 w 12192000"/>
              <a:gd name="connsiteY64" fmla="*/ 1656357 h 2237474"/>
              <a:gd name="connsiteX65" fmla="*/ 6655235 w 12192000"/>
              <a:gd name="connsiteY65" fmla="*/ 1661869 h 2237474"/>
              <a:gd name="connsiteX66" fmla="*/ 6554894 w 12192000"/>
              <a:gd name="connsiteY66" fmla="*/ 1664428 h 2237474"/>
              <a:gd name="connsiteX67" fmla="*/ 6516595 w 12192000"/>
              <a:gd name="connsiteY67" fmla="*/ 1667475 h 2237474"/>
              <a:gd name="connsiteX68" fmla="*/ 6508541 w 12192000"/>
              <a:gd name="connsiteY68" fmla="*/ 1668757 h 2237474"/>
              <a:gd name="connsiteX69" fmla="*/ 6471012 w 12192000"/>
              <a:gd name="connsiteY69" fmla="*/ 1678604 h 2237474"/>
              <a:gd name="connsiteX70" fmla="*/ 6364035 w 12192000"/>
              <a:gd name="connsiteY70" fmla="*/ 1667683 h 2237474"/>
              <a:gd name="connsiteX71" fmla="*/ 6280959 w 12192000"/>
              <a:gd name="connsiteY71" fmla="*/ 1689329 h 2237474"/>
              <a:gd name="connsiteX72" fmla="*/ 6243319 w 12192000"/>
              <a:gd name="connsiteY72" fmla="*/ 1695560 h 2237474"/>
              <a:gd name="connsiteX73" fmla="*/ 6098321 w 12192000"/>
              <a:gd name="connsiteY73" fmla="*/ 1721646 h 2237474"/>
              <a:gd name="connsiteX74" fmla="*/ 5880652 w 12192000"/>
              <a:gd name="connsiteY74" fmla="*/ 1779643 h 2237474"/>
              <a:gd name="connsiteX75" fmla="*/ 5785959 w 12192000"/>
              <a:gd name="connsiteY75" fmla="*/ 1775307 h 2237474"/>
              <a:gd name="connsiteX76" fmla="*/ 5643534 w 12192000"/>
              <a:gd name="connsiteY76" fmla="*/ 1802919 h 2237474"/>
              <a:gd name="connsiteX77" fmla="*/ 5518799 w 12192000"/>
              <a:gd name="connsiteY77" fmla="*/ 1818312 h 2237474"/>
              <a:gd name="connsiteX78" fmla="*/ 5505014 w 12192000"/>
              <a:gd name="connsiteY78" fmla="*/ 1819259 h 2237474"/>
              <a:gd name="connsiteX79" fmla="*/ 5453307 w 12192000"/>
              <a:gd name="connsiteY79" fmla="*/ 1815450 h 2237474"/>
              <a:gd name="connsiteX80" fmla="*/ 5221533 w 12192000"/>
              <a:gd name="connsiteY80" fmla="*/ 1846950 h 2237474"/>
              <a:gd name="connsiteX81" fmla="*/ 5149802 w 12192000"/>
              <a:gd name="connsiteY81" fmla="*/ 1844846 h 2237474"/>
              <a:gd name="connsiteX82" fmla="*/ 5114927 w 12192000"/>
              <a:gd name="connsiteY82" fmla="*/ 1847827 h 2237474"/>
              <a:gd name="connsiteX83" fmla="*/ 5108970 w 12192000"/>
              <a:gd name="connsiteY83" fmla="*/ 1847935 h 2237474"/>
              <a:gd name="connsiteX84" fmla="*/ 5067961 w 12192000"/>
              <a:gd name="connsiteY84" fmla="*/ 1845917 h 2237474"/>
              <a:gd name="connsiteX85" fmla="*/ 5007075 w 12192000"/>
              <a:gd name="connsiteY85" fmla="*/ 1838626 h 2237474"/>
              <a:gd name="connsiteX86" fmla="*/ 4944087 w 12192000"/>
              <a:gd name="connsiteY86" fmla="*/ 1823332 h 2237474"/>
              <a:gd name="connsiteX87" fmla="*/ 4907662 w 12192000"/>
              <a:gd name="connsiteY87" fmla="*/ 1816900 h 2237474"/>
              <a:gd name="connsiteX88" fmla="*/ 4882386 w 12192000"/>
              <a:gd name="connsiteY88" fmla="*/ 1809844 h 2237474"/>
              <a:gd name="connsiteX89" fmla="*/ 4811440 w 12192000"/>
              <a:gd name="connsiteY89" fmla="*/ 1804655 h 2237474"/>
              <a:gd name="connsiteX90" fmla="*/ 4691075 w 12192000"/>
              <a:gd name="connsiteY90" fmla="*/ 1801389 h 2237474"/>
              <a:gd name="connsiteX91" fmla="*/ 4611738 w 12192000"/>
              <a:gd name="connsiteY91" fmla="*/ 1776964 h 2237474"/>
              <a:gd name="connsiteX92" fmla="*/ 4560070 w 12192000"/>
              <a:gd name="connsiteY92" fmla="*/ 1785640 h 2237474"/>
              <a:gd name="connsiteX93" fmla="*/ 4536503 w 12192000"/>
              <a:gd name="connsiteY93" fmla="*/ 1785334 h 2237474"/>
              <a:gd name="connsiteX94" fmla="*/ 4513724 w 12192000"/>
              <a:gd name="connsiteY94" fmla="*/ 1791996 h 2237474"/>
              <a:gd name="connsiteX95" fmla="*/ 4459810 w 12192000"/>
              <a:gd name="connsiteY95" fmla="*/ 1797886 h 2237474"/>
              <a:gd name="connsiteX96" fmla="*/ 4379064 w 12192000"/>
              <a:gd name="connsiteY96" fmla="*/ 1817177 h 2237474"/>
              <a:gd name="connsiteX97" fmla="*/ 4290981 w 12192000"/>
              <a:gd name="connsiteY97" fmla="*/ 1839677 h 2237474"/>
              <a:gd name="connsiteX98" fmla="*/ 4238372 w 12192000"/>
              <a:gd name="connsiteY98" fmla="*/ 1851480 h 2237474"/>
              <a:gd name="connsiteX99" fmla="*/ 4232517 w 12192000"/>
              <a:gd name="connsiteY99" fmla="*/ 1852567 h 2237474"/>
              <a:gd name="connsiteX100" fmla="*/ 4191732 w 12192000"/>
              <a:gd name="connsiteY100" fmla="*/ 1857328 h 2237474"/>
              <a:gd name="connsiteX101" fmla="*/ 4065532 w 12192000"/>
              <a:gd name="connsiteY101" fmla="*/ 1855477 h 2237474"/>
              <a:gd name="connsiteX102" fmla="*/ 4028460 w 12192000"/>
              <a:gd name="connsiteY102" fmla="*/ 1855137 h 2237474"/>
              <a:gd name="connsiteX103" fmla="*/ 4002267 w 12192000"/>
              <a:gd name="connsiteY103" fmla="*/ 1852352 h 2237474"/>
              <a:gd name="connsiteX104" fmla="*/ 3931396 w 12192000"/>
              <a:gd name="connsiteY104" fmla="*/ 1858915 h 2237474"/>
              <a:gd name="connsiteX105" fmla="*/ 3812162 w 12192000"/>
              <a:gd name="connsiteY105" fmla="*/ 1875501 h 2237474"/>
              <a:gd name="connsiteX106" fmla="*/ 3729530 w 12192000"/>
              <a:gd name="connsiteY106" fmla="*/ 1864513 h 2237474"/>
              <a:gd name="connsiteX107" fmla="*/ 3680177 w 12192000"/>
              <a:gd name="connsiteY107" fmla="*/ 1881552 h 2237474"/>
              <a:gd name="connsiteX108" fmla="*/ 3567259 w 12192000"/>
              <a:gd name="connsiteY108" fmla="*/ 1893482 h 2237474"/>
              <a:gd name="connsiteX109" fmla="*/ 3405770 w 12192000"/>
              <a:gd name="connsiteY109" fmla="*/ 1904591 h 2237474"/>
              <a:gd name="connsiteX110" fmla="*/ 3280097 w 12192000"/>
              <a:gd name="connsiteY110" fmla="*/ 1919610 h 2237474"/>
              <a:gd name="connsiteX111" fmla="*/ 3123424 w 12192000"/>
              <a:gd name="connsiteY111" fmla="*/ 1952930 h 2237474"/>
              <a:gd name="connsiteX112" fmla="*/ 3009910 w 12192000"/>
              <a:gd name="connsiteY112" fmla="*/ 1957866 h 2237474"/>
              <a:gd name="connsiteX113" fmla="*/ 2995934 w 12192000"/>
              <a:gd name="connsiteY113" fmla="*/ 1967085 h 2237474"/>
              <a:gd name="connsiteX114" fmla="*/ 2980071 w 12192000"/>
              <a:gd name="connsiteY114" fmla="*/ 1972988 h 2237474"/>
              <a:gd name="connsiteX115" fmla="*/ 2978094 w 12192000"/>
              <a:gd name="connsiteY115" fmla="*/ 1972369 h 2237474"/>
              <a:gd name="connsiteX116" fmla="*/ 2942858 w 12192000"/>
              <a:gd name="connsiteY116" fmla="*/ 1981367 h 2237474"/>
              <a:gd name="connsiteX117" fmla="*/ 2875436 w 12192000"/>
              <a:gd name="connsiteY117" fmla="*/ 1996977 h 2237474"/>
              <a:gd name="connsiteX118" fmla="*/ 2874892 w 12192000"/>
              <a:gd name="connsiteY118" fmla="*/ 1996085 h 2237474"/>
              <a:gd name="connsiteX119" fmla="*/ 2864145 w 12192000"/>
              <a:gd name="connsiteY119" fmla="*/ 1994061 h 2237474"/>
              <a:gd name="connsiteX120" fmla="*/ 2843662 w 12192000"/>
              <a:gd name="connsiteY120" fmla="*/ 1992498 h 2237474"/>
              <a:gd name="connsiteX121" fmla="*/ 2796128 w 12192000"/>
              <a:gd name="connsiteY121" fmla="*/ 1976403 h 2237474"/>
              <a:gd name="connsiteX122" fmla="*/ 2756784 w 12192000"/>
              <a:gd name="connsiteY122" fmla="*/ 1985116 h 2237474"/>
              <a:gd name="connsiteX123" fmla="*/ 2748833 w 12192000"/>
              <a:gd name="connsiteY123" fmla="*/ 1986323 h 2237474"/>
              <a:gd name="connsiteX124" fmla="*/ 2748661 w 12192000"/>
              <a:gd name="connsiteY124" fmla="*/ 1986122 h 2237474"/>
              <a:gd name="connsiteX125" fmla="*/ 2740251 w 12192000"/>
              <a:gd name="connsiteY125" fmla="*/ 1986946 h 2237474"/>
              <a:gd name="connsiteX126" fmla="*/ 2718916 w 12192000"/>
              <a:gd name="connsiteY126" fmla="*/ 1990867 h 2237474"/>
              <a:gd name="connsiteX127" fmla="*/ 2713522 w 12192000"/>
              <a:gd name="connsiteY127" fmla="*/ 1990173 h 2237474"/>
              <a:gd name="connsiteX128" fmla="*/ 2680597 w 12192000"/>
              <a:gd name="connsiteY128" fmla="*/ 1984996 h 2237474"/>
              <a:gd name="connsiteX129" fmla="*/ 2578178 w 12192000"/>
              <a:gd name="connsiteY129" fmla="*/ 1990531 h 2237474"/>
              <a:gd name="connsiteX130" fmla="*/ 2476147 w 12192000"/>
              <a:gd name="connsiteY130" fmla="*/ 1998305 h 2237474"/>
              <a:gd name="connsiteX131" fmla="*/ 2373568 w 12192000"/>
              <a:gd name="connsiteY131" fmla="*/ 2003219 h 2237474"/>
              <a:gd name="connsiteX132" fmla="*/ 2321399 w 12192000"/>
              <a:gd name="connsiteY132" fmla="*/ 1989467 h 2237474"/>
              <a:gd name="connsiteX133" fmla="*/ 2315525 w 12192000"/>
              <a:gd name="connsiteY133" fmla="*/ 1989708 h 2237474"/>
              <a:gd name="connsiteX134" fmla="*/ 2300792 w 12192000"/>
              <a:gd name="connsiteY134" fmla="*/ 1994290 h 2237474"/>
              <a:gd name="connsiteX135" fmla="*/ 2295469 w 12192000"/>
              <a:gd name="connsiteY135" fmla="*/ 1996659 h 2237474"/>
              <a:gd name="connsiteX136" fmla="*/ 2287219 w 12192000"/>
              <a:gd name="connsiteY136" fmla="*/ 1998750 h 2237474"/>
              <a:gd name="connsiteX137" fmla="*/ 2286948 w 12192000"/>
              <a:gd name="connsiteY137" fmla="*/ 1998596 h 2237474"/>
              <a:gd name="connsiteX138" fmla="*/ 2243069 w 12192000"/>
              <a:gd name="connsiteY138" fmla="*/ 2015111 h 2237474"/>
              <a:gd name="connsiteX139" fmla="*/ 2186609 w 12192000"/>
              <a:gd name="connsiteY139" fmla="*/ 2008263 h 2237474"/>
              <a:gd name="connsiteX140" fmla="*/ 2164831 w 12192000"/>
              <a:gd name="connsiteY140" fmla="*/ 2010143 h 2237474"/>
              <a:gd name="connsiteX141" fmla="*/ 2152836 w 12192000"/>
              <a:gd name="connsiteY141" fmla="*/ 2010048 h 2237474"/>
              <a:gd name="connsiteX142" fmla="*/ 2117102 w 12192000"/>
              <a:gd name="connsiteY142" fmla="*/ 2023004 h 2237474"/>
              <a:gd name="connsiteX143" fmla="*/ 2111935 w 12192000"/>
              <a:gd name="connsiteY143" fmla="*/ 2023163 h 2237474"/>
              <a:gd name="connsiteX144" fmla="*/ 2089991 w 12192000"/>
              <a:gd name="connsiteY144" fmla="*/ 2034193 h 2237474"/>
              <a:gd name="connsiteX145" fmla="*/ 2058061 w 12192000"/>
              <a:gd name="connsiteY145" fmla="*/ 2047942 h 2237474"/>
              <a:gd name="connsiteX146" fmla="*/ 2055737 w 12192000"/>
              <a:gd name="connsiteY146" fmla="*/ 2047704 h 2237474"/>
              <a:gd name="connsiteX147" fmla="*/ 2042244 w 12192000"/>
              <a:gd name="connsiteY147" fmla="*/ 2055560 h 2237474"/>
              <a:gd name="connsiteX148" fmla="*/ 1976224 w 12192000"/>
              <a:gd name="connsiteY148" fmla="*/ 2074257 h 2237474"/>
              <a:gd name="connsiteX149" fmla="*/ 1877728 w 12192000"/>
              <a:gd name="connsiteY149" fmla="*/ 2101004 h 2237474"/>
              <a:gd name="connsiteX150" fmla="*/ 1759056 w 12192000"/>
              <a:gd name="connsiteY150" fmla="*/ 2125608 h 2237474"/>
              <a:gd name="connsiteX151" fmla="*/ 1637948 w 12192000"/>
              <a:gd name="connsiteY151" fmla="*/ 2172597 h 2237474"/>
              <a:gd name="connsiteX152" fmla="*/ 1434549 w 12192000"/>
              <a:gd name="connsiteY152" fmla="*/ 2234522 h 2237474"/>
              <a:gd name="connsiteX153" fmla="*/ 1398481 w 12192000"/>
              <a:gd name="connsiteY153" fmla="*/ 2237074 h 2237474"/>
              <a:gd name="connsiteX154" fmla="*/ 1398407 w 12192000"/>
              <a:gd name="connsiteY154" fmla="*/ 2237095 h 2237474"/>
              <a:gd name="connsiteX155" fmla="*/ 1370962 w 12192000"/>
              <a:gd name="connsiteY155" fmla="*/ 2237474 h 2237474"/>
              <a:gd name="connsiteX156" fmla="*/ 1356367 w 12192000"/>
              <a:gd name="connsiteY156" fmla="*/ 2235089 h 2237474"/>
              <a:gd name="connsiteX157" fmla="*/ 1324828 w 12192000"/>
              <a:gd name="connsiteY157" fmla="*/ 2231968 h 2237474"/>
              <a:gd name="connsiteX158" fmla="*/ 1297744 w 12192000"/>
              <a:gd name="connsiteY158" fmla="*/ 2235849 h 2237474"/>
              <a:gd name="connsiteX159" fmla="*/ 1286236 w 12192000"/>
              <a:gd name="connsiteY159" fmla="*/ 2233135 h 2237474"/>
              <a:gd name="connsiteX160" fmla="*/ 1283504 w 12192000"/>
              <a:gd name="connsiteY160" fmla="*/ 2233797 h 2237474"/>
              <a:gd name="connsiteX161" fmla="*/ 1279765 w 12192000"/>
              <a:gd name="connsiteY161" fmla="*/ 2229639 h 2237474"/>
              <a:gd name="connsiteX162" fmla="*/ 1195347 w 12192000"/>
              <a:gd name="connsiteY162" fmla="*/ 2212354 h 2237474"/>
              <a:gd name="connsiteX163" fmla="*/ 970251 w 12192000"/>
              <a:gd name="connsiteY163" fmla="*/ 2221029 h 2237474"/>
              <a:gd name="connsiteX164" fmla="*/ 812914 w 12192000"/>
              <a:gd name="connsiteY164" fmla="*/ 2202752 h 2237474"/>
              <a:gd name="connsiteX165" fmla="*/ 800195 w 12192000"/>
              <a:gd name="connsiteY165" fmla="*/ 2209407 h 2237474"/>
              <a:gd name="connsiteX166" fmla="*/ 784978 w 12192000"/>
              <a:gd name="connsiteY166" fmla="*/ 2212360 h 2237474"/>
              <a:gd name="connsiteX167" fmla="*/ 681987 w 12192000"/>
              <a:gd name="connsiteY167" fmla="*/ 2216757 h 2237474"/>
              <a:gd name="connsiteX168" fmla="*/ 669923 w 12192000"/>
              <a:gd name="connsiteY168" fmla="*/ 2211682 h 2237474"/>
              <a:gd name="connsiteX169" fmla="*/ 648680 w 12192000"/>
              <a:gd name="connsiteY169" fmla="*/ 2206229 h 2237474"/>
              <a:gd name="connsiteX170" fmla="*/ 597225 w 12192000"/>
              <a:gd name="connsiteY170" fmla="*/ 2180999 h 2237474"/>
              <a:gd name="connsiteX171" fmla="*/ 558449 w 12192000"/>
              <a:gd name="connsiteY171" fmla="*/ 2182346 h 2237474"/>
              <a:gd name="connsiteX172" fmla="*/ 550517 w 12192000"/>
              <a:gd name="connsiteY172" fmla="*/ 2182060 h 2237474"/>
              <a:gd name="connsiteX173" fmla="*/ 550309 w 12192000"/>
              <a:gd name="connsiteY173" fmla="*/ 2181825 h 2237474"/>
              <a:gd name="connsiteX174" fmla="*/ 541836 w 12192000"/>
              <a:gd name="connsiteY174" fmla="*/ 2181063 h 2237474"/>
              <a:gd name="connsiteX175" fmla="*/ 536057 w 12192000"/>
              <a:gd name="connsiteY175" fmla="*/ 2181537 h 2237474"/>
              <a:gd name="connsiteX176" fmla="*/ 520671 w 12192000"/>
              <a:gd name="connsiteY176" fmla="*/ 2180980 h 2237474"/>
              <a:gd name="connsiteX177" fmla="*/ 515024 w 12192000"/>
              <a:gd name="connsiteY177" fmla="*/ 2179258 h 2237474"/>
              <a:gd name="connsiteX178" fmla="*/ 512278 w 12192000"/>
              <a:gd name="connsiteY178" fmla="*/ 2176369 h 2237474"/>
              <a:gd name="connsiteX179" fmla="*/ 480419 w 12192000"/>
              <a:gd name="connsiteY179" fmla="*/ 2167807 h 2237474"/>
              <a:gd name="connsiteX180" fmla="*/ 413835 w 12192000"/>
              <a:gd name="connsiteY180" fmla="*/ 2156783 h 2237474"/>
              <a:gd name="connsiteX181" fmla="*/ 376513 w 12192000"/>
              <a:gd name="connsiteY181" fmla="*/ 2154014 h 2237474"/>
              <a:gd name="connsiteX182" fmla="*/ 273386 w 12192000"/>
              <a:gd name="connsiteY182" fmla="*/ 2142551 h 2237474"/>
              <a:gd name="connsiteX183" fmla="*/ 169207 w 12192000"/>
              <a:gd name="connsiteY183" fmla="*/ 2128100 h 2237474"/>
              <a:gd name="connsiteX184" fmla="*/ 93149 w 12192000"/>
              <a:gd name="connsiteY184" fmla="*/ 2105324 h 2237474"/>
              <a:gd name="connsiteX185" fmla="*/ 88109 w 12192000"/>
              <a:gd name="connsiteY185" fmla="*/ 2106704 h 2237474"/>
              <a:gd name="connsiteX186" fmla="*/ 80022 w 12192000"/>
              <a:gd name="connsiteY186" fmla="*/ 2107254 h 2237474"/>
              <a:gd name="connsiteX187" fmla="*/ 79717 w 12192000"/>
              <a:gd name="connsiteY187" fmla="*/ 2107046 h 2237474"/>
              <a:gd name="connsiteX188" fmla="*/ 72352 w 12192000"/>
              <a:gd name="connsiteY188" fmla="*/ 2107991 h 2237474"/>
              <a:gd name="connsiteX189" fmla="*/ 37645 w 12192000"/>
              <a:gd name="connsiteY189" fmla="*/ 2115401 h 2237474"/>
              <a:gd name="connsiteX190" fmla="*/ 4572 w 12192000"/>
              <a:gd name="connsiteY190" fmla="*/ 2111091 h 2237474"/>
              <a:gd name="connsiteX191" fmla="*/ 0 w 12192000"/>
              <a:gd name="connsiteY191" fmla="*/ 2110468 h 2237474"/>
              <a:gd name="connsiteX192" fmla="*/ 0 w 12192000"/>
              <a:gd name="connsiteY19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44189 w 12192000"/>
              <a:gd name="connsiteY24" fmla="*/ 938966 h 2237474"/>
              <a:gd name="connsiteX25" fmla="*/ 9500499 w 12192000"/>
              <a:gd name="connsiteY25" fmla="*/ 954680 h 2237474"/>
              <a:gd name="connsiteX26" fmla="*/ 9428195 w 12192000"/>
              <a:gd name="connsiteY26" fmla="*/ 986225 h 2237474"/>
              <a:gd name="connsiteX27" fmla="*/ 9410017 w 12192000"/>
              <a:gd name="connsiteY27" fmla="*/ 993931 h 2237474"/>
              <a:gd name="connsiteX28" fmla="*/ 9392919 w 12192000"/>
              <a:gd name="connsiteY28" fmla="*/ 994656 h 2237474"/>
              <a:gd name="connsiteX29" fmla="*/ 9278619 w 12192000"/>
              <a:gd name="connsiteY29" fmla="*/ 1011878 h 2237474"/>
              <a:gd name="connsiteX30" fmla="*/ 9268019 w 12192000"/>
              <a:gd name="connsiteY30" fmla="*/ 1007442 h 2237474"/>
              <a:gd name="connsiteX31" fmla="*/ 9234662 w 12192000"/>
              <a:gd name="connsiteY31" fmla="*/ 1023056 h 2237474"/>
              <a:gd name="connsiteX32" fmla="*/ 9181033 w 12192000"/>
              <a:gd name="connsiteY32" fmla="*/ 1037921 h 2237474"/>
              <a:gd name="connsiteX33" fmla="*/ 9155969 w 12192000"/>
              <a:gd name="connsiteY33" fmla="*/ 1046804 h 2237474"/>
              <a:gd name="connsiteX34" fmla="*/ 9133985 w 12192000"/>
              <a:gd name="connsiteY34" fmla="*/ 1046450 h 2237474"/>
              <a:gd name="connsiteX35" fmla="*/ 9003462 w 12192000"/>
              <a:gd name="connsiteY35" fmla="*/ 1042406 h 2237474"/>
              <a:gd name="connsiteX36" fmla="*/ 8968445 w 12192000"/>
              <a:gd name="connsiteY36" fmla="*/ 1052169 h 2237474"/>
              <a:gd name="connsiteX37" fmla="*/ 8886001 w 12192000"/>
              <a:gd name="connsiteY37" fmla="*/ 1067468 h 2237474"/>
              <a:gd name="connsiteX38" fmla="*/ 8838610 w 12192000"/>
              <a:gd name="connsiteY38" fmla="*/ 1075091 h 2237474"/>
              <a:gd name="connsiteX39" fmla="*/ 8750383 w 12192000"/>
              <a:gd name="connsiteY39" fmla="*/ 1097387 h 2237474"/>
              <a:gd name="connsiteX40" fmla="*/ 8665605 w 12192000"/>
              <a:gd name="connsiteY40" fmla="*/ 1110791 h 2237474"/>
              <a:gd name="connsiteX41" fmla="*/ 8584946 w 12192000"/>
              <a:gd name="connsiteY41" fmla="*/ 1135226 h 2237474"/>
              <a:gd name="connsiteX42" fmla="*/ 8460755 w 12192000"/>
              <a:gd name="connsiteY42" fmla="*/ 1203427 h 2237474"/>
              <a:gd name="connsiteX43" fmla="*/ 8419755 w 12192000"/>
              <a:gd name="connsiteY43" fmla="*/ 1216260 h 2237474"/>
              <a:gd name="connsiteX44" fmla="*/ 8411626 w 12192000"/>
              <a:gd name="connsiteY44" fmla="*/ 1214397 h 2237474"/>
              <a:gd name="connsiteX45" fmla="*/ 8363469 w 12192000"/>
              <a:gd name="connsiteY45" fmla="*/ 1246658 h 2237474"/>
              <a:gd name="connsiteX46" fmla="*/ 8275497 w 12192000"/>
              <a:gd name="connsiteY46" fmla="*/ 1264396 h 2237474"/>
              <a:gd name="connsiteX47" fmla="*/ 8206287 w 12192000"/>
              <a:gd name="connsiteY47" fmla="*/ 1273060 h 2237474"/>
              <a:gd name="connsiteX48" fmla="*/ 8139997 w 12192000"/>
              <a:gd name="connsiteY48" fmla="*/ 1282713 h 2237474"/>
              <a:gd name="connsiteX49" fmla="*/ 8074238 w 12192000"/>
              <a:gd name="connsiteY49" fmla="*/ 1301895 h 2237474"/>
              <a:gd name="connsiteX50" fmla="*/ 7942099 w 12192000"/>
              <a:gd name="connsiteY50" fmla="*/ 1336332 h 2237474"/>
              <a:gd name="connsiteX51" fmla="*/ 7902328 w 12192000"/>
              <a:gd name="connsiteY51" fmla="*/ 1345865 h 2237474"/>
              <a:gd name="connsiteX52" fmla="*/ 7840612 w 12192000"/>
              <a:gd name="connsiteY52" fmla="*/ 1369373 h 2237474"/>
              <a:gd name="connsiteX53" fmla="*/ 7786819 w 12192000"/>
              <a:gd name="connsiteY53" fmla="*/ 1378970 h 2237474"/>
              <a:gd name="connsiteX54" fmla="*/ 7548172 w 12192000"/>
              <a:gd name="connsiteY54" fmla="*/ 1417460 h 2237474"/>
              <a:gd name="connsiteX55" fmla="*/ 7483437 w 12192000"/>
              <a:gd name="connsiteY55" fmla="*/ 1478152 h 2237474"/>
              <a:gd name="connsiteX56" fmla="*/ 7377870 w 12192000"/>
              <a:gd name="connsiteY56" fmla="*/ 1523319 h 2237474"/>
              <a:gd name="connsiteX57" fmla="*/ 7230737 w 12192000"/>
              <a:gd name="connsiteY57" fmla="*/ 1562633 h 2237474"/>
              <a:gd name="connsiteX58" fmla="*/ 7224458 w 12192000"/>
              <a:gd name="connsiteY58" fmla="*/ 1573008 h 2237474"/>
              <a:gd name="connsiteX59" fmla="*/ 7183121 w 12192000"/>
              <a:gd name="connsiteY59" fmla="*/ 1595162 h 2237474"/>
              <a:gd name="connsiteX60" fmla="*/ 7164601 w 12192000"/>
              <a:gd name="connsiteY60" fmla="*/ 1606490 h 2237474"/>
              <a:gd name="connsiteX61" fmla="*/ 7031309 w 12192000"/>
              <a:gd name="connsiteY61" fmla="*/ 1619451 h 2237474"/>
              <a:gd name="connsiteX62" fmla="*/ 6900177 w 12192000"/>
              <a:gd name="connsiteY62" fmla="*/ 1636016 h 2237474"/>
              <a:gd name="connsiteX63" fmla="*/ 6795372 w 12192000"/>
              <a:gd name="connsiteY63" fmla="*/ 1644845 h 2237474"/>
              <a:gd name="connsiteX64" fmla="*/ 6692251 w 12192000"/>
              <a:gd name="connsiteY64" fmla="*/ 1656357 h 2237474"/>
              <a:gd name="connsiteX65" fmla="*/ 6655235 w 12192000"/>
              <a:gd name="connsiteY65" fmla="*/ 1661869 h 2237474"/>
              <a:gd name="connsiteX66" fmla="*/ 6554894 w 12192000"/>
              <a:gd name="connsiteY66" fmla="*/ 1664428 h 2237474"/>
              <a:gd name="connsiteX67" fmla="*/ 6516595 w 12192000"/>
              <a:gd name="connsiteY67" fmla="*/ 1667475 h 2237474"/>
              <a:gd name="connsiteX68" fmla="*/ 6508541 w 12192000"/>
              <a:gd name="connsiteY68" fmla="*/ 1668757 h 2237474"/>
              <a:gd name="connsiteX69" fmla="*/ 6471012 w 12192000"/>
              <a:gd name="connsiteY69" fmla="*/ 1678604 h 2237474"/>
              <a:gd name="connsiteX70" fmla="*/ 6364035 w 12192000"/>
              <a:gd name="connsiteY70" fmla="*/ 1667683 h 2237474"/>
              <a:gd name="connsiteX71" fmla="*/ 6280959 w 12192000"/>
              <a:gd name="connsiteY71" fmla="*/ 1689329 h 2237474"/>
              <a:gd name="connsiteX72" fmla="*/ 6243319 w 12192000"/>
              <a:gd name="connsiteY72" fmla="*/ 1695560 h 2237474"/>
              <a:gd name="connsiteX73" fmla="*/ 6098321 w 12192000"/>
              <a:gd name="connsiteY73" fmla="*/ 1721646 h 2237474"/>
              <a:gd name="connsiteX74" fmla="*/ 5880652 w 12192000"/>
              <a:gd name="connsiteY74" fmla="*/ 1779643 h 2237474"/>
              <a:gd name="connsiteX75" fmla="*/ 5785959 w 12192000"/>
              <a:gd name="connsiteY75" fmla="*/ 1775307 h 2237474"/>
              <a:gd name="connsiteX76" fmla="*/ 5643534 w 12192000"/>
              <a:gd name="connsiteY76" fmla="*/ 1802919 h 2237474"/>
              <a:gd name="connsiteX77" fmla="*/ 5518799 w 12192000"/>
              <a:gd name="connsiteY77" fmla="*/ 1818312 h 2237474"/>
              <a:gd name="connsiteX78" fmla="*/ 5505014 w 12192000"/>
              <a:gd name="connsiteY78" fmla="*/ 1819259 h 2237474"/>
              <a:gd name="connsiteX79" fmla="*/ 5453307 w 12192000"/>
              <a:gd name="connsiteY79" fmla="*/ 1815450 h 2237474"/>
              <a:gd name="connsiteX80" fmla="*/ 5221533 w 12192000"/>
              <a:gd name="connsiteY80" fmla="*/ 1846950 h 2237474"/>
              <a:gd name="connsiteX81" fmla="*/ 5149802 w 12192000"/>
              <a:gd name="connsiteY81" fmla="*/ 1844846 h 2237474"/>
              <a:gd name="connsiteX82" fmla="*/ 5114927 w 12192000"/>
              <a:gd name="connsiteY82" fmla="*/ 1847827 h 2237474"/>
              <a:gd name="connsiteX83" fmla="*/ 5108970 w 12192000"/>
              <a:gd name="connsiteY83" fmla="*/ 1847935 h 2237474"/>
              <a:gd name="connsiteX84" fmla="*/ 5067961 w 12192000"/>
              <a:gd name="connsiteY84" fmla="*/ 1845917 h 2237474"/>
              <a:gd name="connsiteX85" fmla="*/ 5007075 w 12192000"/>
              <a:gd name="connsiteY85" fmla="*/ 1838626 h 2237474"/>
              <a:gd name="connsiteX86" fmla="*/ 4944087 w 12192000"/>
              <a:gd name="connsiteY86" fmla="*/ 1823332 h 2237474"/>
              <a:gd name="connsiteX87" fmla="*/ 4907662 w 12192000"/>
              <a:gd name="connsiteY87" fmla="*/ 1816900 h 2237474"/>
              <a:gd name="connsiteX88" fmla="*/ 4882386 w 12192000"/>
              <a:gd name="connsiteY88" fmla="*/ 1809844 h 2237474"/>
              <a:gd name="connsiteX89" fmla="*/ 4811440 w 12192000"/>
              <a:gd name="connsiteY89" fmla="*/ 1804655 h 2237474"/>
              <a:gd name="connsiteX90" fmla="*/ 4691075 w 12192000"/>
              <a:gd name="connsiteY90" fmla="*/ 1801389 h 2237474"/>
              <a:gd name="connsiteX91" fmla="*/ 4611738 w 12192000"/>
              <a:gd name="connsiteY91" fmla="*/ 1776964 h 2237474"/>
              <a:gd name="connsiteX92" fmla="*/ 4560070 w 12192000"/>
              <a:gd name="connsiteY92" fmla="*/ 1785640 h 2237474"/>
              <a:gd name="connsiteX93" fmla="*/ 4536503 w 12192000"/>
              <a:gd name="connsiteY93" fmla="*/ 1785334 h 2237474"/>
              <a:gd name="connsiteX94" fmla="*/ 4513724 w 12192000"/>
              <a:gd name="connsiteY94" fmla="*/ 1791996 h 2237474"/>
              <a:gd name="connsiteX95" fmla="*/ 4459810 w 12192000"/>
              <a:gd name="connsiteY95" fmla="*/ 1797886 h 2237474"/>
              <a:gd name="connsiteX96" fmla="*/ 4379064 w 12192000"/>
              <a:gd name="connsiteY96" fmla="*/ 1817177 h 2237474"/>
              <a:gd name="connsiteX97" fmla="*/ 4290981 w 12192000"/>
              <a:gd name="connsiteY97" fmla="*/ 1839677 h 2237474"/>
              <a:gd name="connsiteX98" fmla="*/ 4238372 w 12192000"/>
              <a:gd name="connsiteY98" fmla="*/ 1851480 h 2237474"/>
              <a:gd name="connsiteX99" fmla="*/ 4232517 w 12192000"/>
              <a:gd name="connsiteY99" fmla="*/ 1852567 h 2237474"/>
              <a:gd name="connsiteX100" fmla="*/ 4191732 w 12192000"/>
              <a:gd name="connsiteY100" fmla="*/ 1857328 h 2237474"/>
              <a:gd name="connsiteX101" fmla="*/ 4065532 w 12192000"/>
              <a:gd name="connsiteY101" fmla="*/ 1855477 h 2237474"/>
              <a:gd name="connsiteX102" fmla="*/ 4028460 w 12192000"/>
              <a:gd name="connsiteY102" fmla="*/ 1855137 h 2237474"/>
              <a:gd name="connsiteX103" fmla="*/ 4002267 w 12192000"/>
              <a:gd name="connsiteY103" fmla="*/ 1852352 h 2237474"/>
              <a:gd name="connsiteX104" fmla="*/ 3931396 w 12192000"/>
              <a:gd name="connsiteY104" fmla="*/ 1858915 h 2237474"/>
              <a:gd name="connsiteX105" fmla="*/ 3812162 w 12192000"/>
              <a:gd name="connsiteY105" fmla="*/ 1875501 h 2237474"/>
              <a:gd name="connsiteX106" fmla="*/ 3729530 w 12192000"/>
              <a:gd name="connsiteY106" fmla="*/ 1864513 h 2237474"/>
              <a:gd name="connsiteX107" fmla="*/ 3680177 w 12192000"/>
              <a:gd name="connsiteY107" fmla="*/ 1881552 h 2237474"/>
              <a:gd name="connsiteX108" fmla="*/ 3567259 w 12192000"/>
              <a:gd name="connsiteY108" fmla="*/ 1893482 h 2237474"/>
              <a:gd name="connsiteX109" fmla="*/ 3405770 w 12192000"/>
              <a:gd name="connsiteY109" fmla="*/ 1904591 h 2237474"/>
              <a:gd name="connsiteX110" fmla="*/ 3280097 w 12192000"/>
              <a:gd name="connsiteY110" fmla="*/ 1919610 h 2237474"/>
              <a:gd name="connsiteX111" fmla="*/ 3123424 w 12192000"/>
              <a:gd name="connsiteY111" fmla="*/ 1952930 h 2237474"/>
              <a:gd name="connsiteX112" fmla="*/ 3009910 w 12192000"/>
              <a:gd name="connsiteY112" fmla="*/ 1957866 h 2237474"/>
              <a:gd name="connsiteX113" fmla="*/ 2995934 w 12192000"/>
              <a:gd name="connsiteY113" fmla="*/ 1967085 h 2237474"/>
              <a:gd name="connsiteX114" fmla="*/ 2980071 w 12192000"/>
              <a:gd name="connsiteY114" fmla="*/ 1972988 h 2237474"/>
              <a:gd name="connsiteX115" fmla="*/ 2978094 w 12192000"/>
              <a:gd name="connsiteY115" fmla="*/ 1972369 h 2237474"/>
              <a:gd name="connsiteX116" fmla="*/ 2942858 w 12192000"/>
              <a:gd name="connsiteY116" fmla="*/ 1981367 h 2237474"/>
              <a:gd name="connsiteX117" fmla="*/ 2875436 w 12192000"/>
              <a:gd name="connsiteY117" fmla="*/ 1996977 h 2237474"/>
              <a:gd name="connsiteX118" fmla="*/ 2874892 w 12192000"/>
              <a:gd name="connsiteY118" fmla="*/ 1996085 h 2237474"/>
              <a:gd name="connsiteX119" fmla="*/ 2864145 w 12192000"/>
              <a:gd name="connsiteY119" fmla="*/ 1994061 h 2237474"/>
              <a:gd name="connsiteX120" fmla="*/ 2843662 w 12192000"/>
              <a:gd name="connsiteY120" fmla="*/ 1992498 h 2237474"/>
              <a:gd name="connsiteX121" fmla="*/ 2796128 w 12192000"/>
              <a:gd name="connsiteY121" fmla="*/ 1976403 h 2237474"/>
              <a:gd name="connsiteX122" fmla="*/ 2756784 w 12192000"/>
              <a:gd name="connsiteY122" fmla="*/ 1985116 h 2237474"/>
              <a:gd name="connsiteX123" fmla="*/ 2748833 w 12192000"/>
              <a:gd name="connsiteY123" fmla="*/ 1986323 h 2237474"/>
              <a:gd name="connsiteX124" fmla="*/ 2748661 w 12192000"/>
              <a:gd name="connsiteY124" fmla="*/ 1986122 h 2237474"/>
              <a:gd name="connsiteX125" fmla="*/ 2740251 w 12192000"/>
              <a:gd name="connsiteY125" fmla="*/ 1986946 h 2237474"/>
              <a:gd name="connsiteX126" fmla="*/ 2718916 w 12192000"/>
              <a:gd name="connsiteY126" fmla="*/ 1990867 h 2237474"/>
              <a:gd name="connsiteX127" fmla="*/ 2713522 w 12192000"/>
              <a:gd name="connsiteY127" fmla="*/ 1990173 h 2237474"/>
              <a:gd name="connsiteX128" fmla="*/ 2680597 w 12192000"/>
              <a:gd name="connsiteY128" fmla="*/ 1984996 h 2237474"/>
              <a:gd name="connsiteX129" fmla="*/ 2578178 w 12192000"/>
              <a:gd name="connsiteY129" fmla="*/ 1990531 h 2237474"/>
              <a:gd name="connsiteX130" fmla="*/ 2476147 w 12192000"/>
              <a:gd name="connsiteY130" fmla="*/ 1998305 h 2237474"/>
              <a:gd name="connsiteX131" fmla="*/ 2373568 w 12192000"/>
              <a:gd name="connsiteY131" fmla="*/ 2003219 h 2237474"/>
              <a:gd name="connsiteX132" fmla="*/ 2321399 w 12192000"/>
              <a:gd name="connsiteY132" fmla="*/ 1989467 h 2237474"/>
              <a:gd name="connsiteX133" fmla="*/ 2315525 w 12192000"/>
              <a:gd name="connsiteY133" fmla="*/ 1989708 h 2237474"/>
              <a:gd name="connsiteX134" fmla="*/ 2300792 w 12192000"/>
              <a:gd name="connsiteY134" fmla="*/ 1994290 h 2237474"/>
              <a:gd name="connsiteX135" fmla="*/ 2295469 w 12192000"/>
              <a:gd name="connsiteY135" fmla="*/ 1996659 h 2237474"/>
              <a:gd name="connsiteX136" fmla="*/ 2287219 w 12192000"/>
              <a:gd name="connsiteY136" fmla="*/ 1998750 h 2237474"/>
              <a:gd name="connsiteX137" fmla="*/ 2286948 w 12192000"/>
              <a:gd name="connsiteY137" fmla="*/ 1998596 h 2237474"/>
              <a:gd name="connsiteX138" fmla="*/ 2243069 w 12192000"/>
              <a:gd name="connsiteY138" fmla="*/ 2015111 h 2237474"/>
              <a:gd name="connsiteX139" fmla="*/ 2186609 w 12192000"/>
              <a:gd name="connsiteY139" fmla="*/ 2008263 h 2237474"/>
              <a:gd name="connsiteX140" fmla="*/ 2164831 w 12192000"/>
              <a:gd name="connsiteY140" fmla="*/ 2010143 h 2237474"/>
              <a:gd name="connsiteX141" fmla="*/ 2152836 w 12192000"/>
              <a:gd name="connsiteY141" fmla="*/ 2010048 h 2237474"/>
              <a:gd name="connsiteX142" fmla="*/ 2117102 w 12192000"/>
              <a:gd name="connsiteY142" fmla="*/ 2023004 h 2237474"/>
              <a:gd name="connsiteX143" fmla="*/ 2111935 w 12192000"/>
              <a:gd name="connsiteY143" fmla="*/ 2023163 h 2237474"/>
              <a:gd name="connsiteX144" fmla="*/ 2089991 w 12192000"/>
              <a:gd name="connsiteY144" fmla="*/ 2034193 h 2237474"/>
              <a:gd name="connsiteX145" fmla="*/ 2058061 w 12192000"/>
              <a:gd name="connsiteY145" fmla="*/ 2047942 h 2237474"/>
              <a:gd name="connsiteX146" fmla="*/ 2055737 w 12192000"/>
              <a:gd name="connsiteY146" fmla="*/ 2047704 h 2237474"/>
              <a:gd name="connsiteX147" fmla="*/ 2042244 w 12192000"/>
              <a:gd name="connsiteY147" fmla="*/ 2055560 h 2237474"/>
              <a:gd name="connsiteX148" fmla="*/ 1976224 w 12192000"/>
              <a:gd name="connsiteY148" fmla="*/ 2074257 h 2237474"/>
              <a:gd name="connsiteX149" fmla="*/ 1877728 w 12192000"/>
              <a:gd name="connsiteY149" fmla="*/ 2101004 h 2237474"/>
              <a:gd name="connsiteX150" fmla="*/ 1759056 w 12192000"/>
              <a:gd name="connsiteY150" fmla="*/ 2125608 h 2237474"/>
              <a:gd name="connsiteX151" fmla="*/ 1637948 w 12192000"/>
              <a:gd name="connsiteY151" fmla="*/ 2172597 h 2237474"/>
              <a:gd name="connsiteX152" fmla="*/ 1434549 w 12192000"/>
              <a:gd name="connsiteY152" fmla="*/ 2234522 h 2237474"/>
              <a:gd name="connsiteX153" fmla="*/ 1398481 w 12192000"/>
              <a:gd name="connsiteY153" fmla="*/ 2237074 h 2237474"/>
              <a:gd name="connsiteX154" fmla="*/ 1398407 w 12192000"/>
              <a:gd name="connsiteY154" fmla="*/ 2237095 h 2237474"/>
              <a:gd name="connsiteX155" fmla="*/ 1370962 w 12192000"/>
              <a:gd name="connsiteY155" fmla="*/ 2237474 h 2237474"/>
              <a:gd name="connsiteX156" fmla="*/ 1356367 w 12192000"/>
              <a:gd name="connsiteY156" fmla="*/ 2235089 h 2237474"/>
              <a:gd name="connsiteX157" fmla="*/ 1324828 w 12192000"/>
              <a:gd name="connsiteY157" fmla="*/ 2231968 h 2237474"/>
              <a:gd name="connsiteX158" fmla="*/ 1297744 w 12192000"/>
              <a:gd name="connsiteY158" fmla="*/ 2235849 h 2237474"/>
              <a:gd name="connsiteX159" fmla="*/ 1286236 w 12192000"/>
              <a:gd name="connsiteY159" fmla="*/ 2233135 h 2237474"/>
              <a:gd name="connsiteX160" fmla="*/ 1283504 w 12192000"/>
              <a:gd name="connsiteY160" fmla="*/ 2233797 h 2237474"/>
              <a:gd name="connsiteX161" fmla="*/ 1279765 w 12192000"/>
              <a:gd name="connsiteY161" fmla="*/ 2229639 h 2237474"/>
              <a:gd name="connsiteX162" fmla="*/ 1195347 w 12192000"/>
              <a:gd name="connsiteY162" fmla="*/ 2212354 h 2237474"/>
              <a:gd name="connsiteX163" fmla="*/ 970251 w 12192000"/>
              <a:gd name="connsiteY163" fmla="*/ 2221029 h 2237474"/>
              <a:gd name="connsiteX164" fmla="*/ 812914 w 12192000"/>
              <a:gd name="connsiteY164" fmla="*/ 2202752 h 2237474"/>
              <a:gd name="connsiteX165" fmla="*/ 800195 w 12192000"/>
              <a:gd name="connsiteY165" fmla="*/ 2209407 h 2237474"/>
              <a:gd name="connsiteX166" fmla="*/ 784978 w 12192000"/>
              <a:gd name="connsiteY166" fmla="*/ 2212360 h 2237474"/>
              <a:gd name="connsiteX167" fmla="*/ 681987 w 12192000"/>
              <a:gd name="connsiteY167" fmla="*/ 2216757 h 2237474"/>
              <a:gd name="connsiteX168" fmla="*/ 669923 w 12192000"/>
              <a:gd name="connsiteY168" fmla="*/ 2211682 h 2237474"/>
              <a:gd name="connsiteX169" fmla="*/ 648680 w 12192000"/>
              <a:gd name="connsiteY169" fmla="*/ 2206229 h 2237474"/>
              <a:gd name="connsiteX170" fmla="*/ 597225 w 12192000"/>
              <a:gd name="connsiteY170" fmla="*/ 2180999 h 2237474"/>
              <a:gd name="connsiteX171" fmla="*/ 558449 w 12192000"/>
              <a:gd name="connsiteY171" fmla="*/ 2182346 h 2237474"/>
              <a:gd name="connsiteX172" fmla="*/ 550517 w 12192000"/>
              <a:gd name="connsiteY172" fmla="*/ 2182060 h 2237474"/>
              <a:gd name="connsiteX173" fmla="*/ 550309 w 12192000"/>
              <a:gd name="connsiteY173" fmla="*/ 2181825 h 2237474"/>
              <a:gd name="connsiteX174" fmla="*/ 541836 w 12192000"/>
              <a:gd name="connsiteY174" fmla="*/ 2181063 h 2237474"/>
              <a:gd name="connsiteX175" fmla="*/ 536057 w 12192000"/>
              <a:gd name="connsiteY175" fmla="*/ 2181537 h 2237474"/>
              <a:gd name="connsiteX176" fmla="*/ 520671 w 12192000"/>
              <a:gd name="connsiteY176" fmla="*/ 2180980 h 2237474"/>
              <a:gd name="connsiteX177" fmla="*/ 515024 w 12192000"/>
              <a:gd name="connsiteY177" fmla="*/ 2179258 h 2237474"/>
              <a:gd name="connsiteX178" fmla="*/ 512278 w 12192000"/>
              <a:gd name="connsiteY178" fmla="*/ 2176369 h 2237474"/>
              <a:gd name="connsiteX179" fmla="*/ 480419 w 12192000"/>
              <a:gd name="connsiteY179" fmla="*/ 2167807 h 2237474"/>
              <a:gd name="connsiteX180" fmla="*/ 413835 w 12192000"/>
              <a:gd name="connsiteY180" fmla="*/ 2156783 h 2237474"/>
              <a:gd name="connsiteX181" fmla="*/ 376513 w 12192000"/>
              <a:gd name="connsiteY181" fmla="*/ 2154014 h 2237474"/>
              <a:gd name="connsiteX182" fmla="*/ 273386 w 12192000"/>
              <a:gd name="connsiteY182" fmla="*/ 2142551 h 2237474"/>
              <a:gd name="connsiteX183" fmla="*/ 169207 w 12192000"/>
              <a:gd name="connsiteY183" fmla="*/ 2128100 h 2237474"/>
              <a:gd name="connsiteX184" fmla="*/ 93149 w 12192000"/>
              <a:gd name="connsiteY184" fmla="*/ 2105324 h 2237474"/>
              <a:gd name="connsiteX185" fmla="*/ 88109 w 12192000"/>
              <a:gd name="connsiteY185" fmla="*/ 2106704 h 2237474"/>
              <a:gd name="connsiteX186" fmla="*/ 80022 w 12192000"/>
              <a:gd name="connsiteY186" fmla="*/ 2107254 h 2237474"/>
              <a:gd name="connsiteX187" fmla="*/ 79717 w 12192000"/>
              <a:gd name="connsiteY187" fmla="*/ 2107046 h 2237474"/>
              <a:gd name="connsiteX188" fmla="*/ 72352 w 12192000"/>
              <a:gd name="connsiteY188" fmla="*/ 2107991 h 2237474"/>
              <a:gd name="connsiteX189" fmla="*/ 37645 w 12192000"/>
              <a:gd name="connsiteY189" fmla="*/ 2115401 h 2237474"/>
              <a:gd name="connsiteX190" fmla="*/ 4572 w 12192000"/>
              <a:gd name="connsiteY190" fmla="*/ 2111091 h 2237474"/>
              <a:gd name="connsiteX191" fmla="*/ 0 w 12192000"/>
              <a:gd name="connsiteY191" fmla="*/ 2110468 h 2237474"/>
              <a:gd name="connsiteX192" fmla="*/ 0 w 12192000"/>
              <a:gd name="connsiteY19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44189 w 12192000"/>
              <a:gd name="connsiteY24" fmla="*/ 938966 h 2237474"/>
              <a:gd name="connsiteX25" fmla="*/ 9500499 w 12192000"/>
              <a:gd name="connsiteY25" fmla="*/ 954680 h 2237474"/>
              <a:gd name="connsiteX26" fmla="*/ 9428195 w 12192000"/>
              <a:gd name="connsiteY26" fmla="*/ 986225 h 2237474"/>
              <a:gd name="connsiteX27" fmla="*/ 9410017 w 12192000"/>
              <a:gd name="connsiteY27" fmla="*/ 993931 h 2237474"/>
              <a:gd name="connsiteX28" fmla="*/ 9392919 w 12192000"/>
              <a:gd name="connsiteY28" fmla="*/ 994656 h 2237474"/>
              <a:gd name="connsiteX29" fmla="*/ 9278619 w 12192000"/>
              <a:gd name="connsiteY29" fmla="*/ 1011878 h 2237474"/>
              <a:gd name="connsiteX30" fmla="*/ 9268019 w 12192000"/>
              <a:gd name="connsiteY30" fmla="*/ 1007442 h 2237474"/>
              <a:gd name="connsiteX31" fmla="*/ 9234662 w 12192000"/>
              <a:gd name="connsiteY31" fmla="*/ 1023056 h 2237474"/>
              <a:gd name="connsiteX32" fmla="*/ 9181033 w 12192000"/>
              <a:gd name="connsiteY32" fmla="*/ 1037921 h 2237474"/>
              <a:gd name="connsiteX33" fmla="*/ 9155969 w 12192000"/>
              <a:gd name="connsiteY33" fmla="*/ 1046804 h 2237474"/>
              <a:gd name="connsiteX34" fmla="*/ 9133985 w 12192000"/>
              <a:gd name="connsiteY34" fmla="*/ 1046450 h 2237474"/>
              <a:gd name="connsiteX35" fmla="*/ 9003462 w 12192000"/>
              <a:gd name="connsiteY35" fmla="*/ 1042406 h 2237474"/>
              <a:gd name="connsiteX36" fmla="*/ 8968445 w 12192000"/>
              <a:gd name="connsiteY36" fmla="*/ 1052169 h 2237474"/>
              <a:gd name="connsiteX37" fmla="*/ 8886001 w 12192000"/>
              <a:gd name="connsiteY37" fmla="*/ 1067468 h 2237474"/>
              <a:gd name="connsiteX38" fmla="*/ 8838610 w 12192000"/>
              <a:gd name="connsiteY38" fmla="*/ 1075091 h 2237474"/>
              <a:gd name="connsiteX39" fmla="*/ 8750383 w 12192000"/>
              <a:gd name="connsiteY39" fmla="*/ 1097387 h 2237474"/>
              <a:gd name="connsiteX40" fmla="*/ 8665605 w 12192000"/>
              <a:gd name="connsiteY40" fmla="*/ 1110791 h 2237474"/>
              <a:gd name="connsiteX41" fmla="*/ 8584946 w 12192000"/>
              <a:gd name="connsiteY41" fmla="*/ 1135226 h 2237474"/>
              <a:gd name="connsiteX42" fmla="*/ 8460755 w 12192000"/>
              <a:gd name="connsiteY42" fmla="*/ 1203427 h 2237474"/>
              <a:gd name="connsiteX43" fmla="*/ 8419755 w 12192000"/>
              <a:gd name="connsiteY43" fmla="*/ 1216260 h 2237474"/>
              <a:gd name="connsiteX44" fmla="*/ 8411626 w 12192000"/>
              <a:gd name="connsiteY44" fmla="*/ 1214397 h 2237474"/>
              <a:gd name="connsiteX45" fmla="*/ 8363469 w 12192000"/>
              <a:gd name="connsiteY45" fmla="*/ 1246658 h 2237474"/>
              <a:gd name="connsiteX46" fmla="*/ 8275497 w 12192000"/>
              <a:gd name="connsiteY46" fmla="*/ 1264396 h 2237474"/>
              <a:gd name="connsiteX47" fmla="*/ 8206287 w 12192000"/>
              <a:gd name="connsiteY47" fmla="*/ 1273060 h 2237474"/>
              <a:gd name="connsiteX48" fmla="*/ 8139997 w 12192000"/>
              <a:gd name="connsiteY48" fmla="*/ 1282713 h 2237474"/>
              <a:gd name="connsiteX49" fmla="*/ 8074238 w 12192000"/>
              <a:gd name="connsiteY49" fmla="*/ 1301895 h 2237474"/>
              <a:gd name="connsiteX50" fmla="*/ 7942099 w 12192000"/>
              <a:gd name="connsiteY50" fmla="*/ 1336332 h 2237474"/>
              <a:gd name="connsiteX51" fmla="*/ 7902328 w 12192000"/>
              <a:gd name="connsiteY51" fmla="*/ 1345865 h 2237474"/>
              <a:gd name="connsiteX52" fmla="*/ 7840612 w 12192000"/>
              <a:gd name="connsiteY52" fmla="*/ 1369373 h 2237474"/>
              <a:gd name="connsiteX53" fmla="*/ 7786819 w 12192000"/>
              <a:gd name="connsiteY53" fmla="*/ 1378970 h 2237474"/>
              <a:gd name="connsiteX54" fmla="*/ 7548172 w 12192000"/>
              <a:gd name="connsiteY54" fmla="*/ 1417460 h 2237474"/>
              <a:gd name="connsiteX55" fmla="*/ 7483437 w 12192000"/>
              <a:gd name="connsiteY55" fmla="*/ 1478152 h 2237474"/>
              <a:gd name="connsiteX56" fmla="*/ 7377870 w 12192000"/>
              <a:gd name="connsiteY56" fmla="*/ 1523319 h 2237474"/>
              <a:gd name="connsiteX57" fmla="*/ 7230737 w 12192000"/>
              <a:gd name="connsiteY57" fmla="*/ 1562633 h 2237474"/>
              <a:gd name="connsiteX58" fmla="*/ 7224458 w 12192000"/>
              <a:gd name="connsiteY58" fmla="*/ 1573008 h 2237474"/>
              <a:gd name="connsiteX59" fmla="*/ 7183121 w 12192000"/>
              <a:gd name="connsiteY59" fmla="*/ 1595162 h 2237474"/>
              <a:gd name="connsiteX60" fmla="*/ 7164601 w 12192000"/>
              <a:gd name="connsiteY60" fmla="*/ 1606490 h 2237474"/>
              <a:gd name="connsiteX61" fmla="*/ 7031309 w 12192000"/>
              <a:gd name="connsiteY61" fmla="*/ 1619451 h 2237474"/>
              <a:gd name="connsiteX62" fmla="*/ 6900177 w 12192000"/>
              <a:gd name="connsiteY62" fmla="*/ 1636016 h 2237474"/>
              <a:gd name="connsiteX63" fmla="*/ 6795372 w 12192000"/>
              <a:gd name="connsiteY63" fmla="*/ 1644845 h 2237474"/>
              <a:gd name="connsiteX64" fmla="*/ 6692251 w 12192000"/>
              <a:gd name="connsiteY64" fmla="*/ 1656357 h 2237474"/>
              <a:gd name="connsiteX65" fmla="*/ 6655235 w 12192000"/>
              <a:gd name="connsiteY65" fmla="*/ 1661869 h 2237474"/>
              <a:gd name="connsiteX66" fmla="*/ 6554894 w 12192000"/>
              <a:gd name="connsiteY66" fmla="*/ 1664428 h 2237474"/>
              <a:gd name="connsiteX67" fmla="*/ 6516595 w 12192000"/>
              <a:gd name="connsiteY67" fmla="*/ 1667475 h 2237474"/>
              <a:gd name="connsiteX68" fmla="*/ 6508541 w 12192000"/>
              <a:gd name="connsiteY68" fmla="*/ 1668757 h 2237474"/>
              <a:gd name="connsiteX69" fmla="*/ 6471012 w 12192000"/>
              <a:gd name="connsiteY69" fmla="*/ 1678604 h 2237474"/>
              <a:gd name="connsiteX70" fmla="*/ 6364035 w 12192000"/>
              <a:gd name="connsiteY70" fmla="*/ 1667683 h 2237474"/>
              <a:gd name="connsiteX71" fmla="*/ 6280959 w 12192000"/>
              <a:gd name="connsiteY71" fmla="*/ 1689329 h 2237474"/>
              <a:gd name="connsiteX72" fmla="*/ 6243319 w 12192000"/>
              <a:gd name="connsiteY72" fmla="*/ 1695560 h 2237474"/>
              <a:gd name="connsiteX73" fmla="*/ 6098321 w 12192000"/>
              <a:gd name="connsiteY73" fmla="*/ 1721646 h 2237474"/>
              <a:gd name="connsiteX74" fmla="*/ 5880652 w 12192000"/>
              <a:gd name="connsiteY74" fmla="*/ 1779643 h 2237474"/>
              <a:gd name="connsiteX75" fmla="*/ 5785959 w 12192000"/>
              <a:gd name="connsiteY75" fmla="*/ 1775307 h 2237474"/>
              <a:gd name="connsiteX76" fmla="*/ 5643534 w 12192000"/>
              <a:gd name="connsiteY76" fmla="*/ 1802919 h 2237474"/>
              <a:gd name="connsiteX77" fmla="*/ 5518799 w 12192000"/>
              <a:gd name="connsiteY77" fmla="*/ 1818312 h 2237474"/>
              <a:gd name="connsiteX78" fmla="*/ 5505014 w 12192000"/>
              <a:gd name="connsiteY78" fmla="*/ 1819259 h 2237474"/>
              <a:gd name="connsiteX79" fmla="*/ 5453307 w 12192000"/>
              <a:gd name="connsiteY79" fmla="*/ 1815450 h 2237474"/>
              <a:gd name="connsiteX80" fmla="*/ 5221533 w 12192000"/>
              <a:gd name="connsiteY80" fmla="*/ 1846950 h 2237474"/>
              <a:gd name="connsiteX81" fmla="*/ 5149802 w 12192000"/>
              <a:gd name="connsiteY81" fmla="*/ 1844846 h 2237474"/>
              <a:gd name="connsiteX82" fmla="*/ 5114927 w 12192000"/>
              <a:gd name="connsiteY82" fmla="*/ 1847827 h 2237474"/>
              <a:gd name="connsiteX83" fmla="*/ 5108970 w 12192000"/>
              <a:gd name="connsiteY83" fmla="*/ 1847935 h 2237474"/>
              <a:gd name="connsiteX84" fmla="*/ 5067961 w 12192000"/>
              <a:gd name="connsiteY84" fmla="*/ 1845917 h 2237474"/>
              <a:gd name="connsiteX85" fmla="*/ 5007075 w 12192000"/>
              <a:gd name="connsiteY85" fmla="*/ 1838626 h 2237474"/>
              <a:gd name="connsiteX86" fmla="*/ 4944087 w 12192000"/>
              <a:gd name="connsiteY86" fmla="*/ 1823332 h 2237474"/>
              <a:gd name="connsiteX87" fmla="*/ 4907662 w 12192000"/>
              <a:gd name="connsiteY87" fmla="*/ 1816900 h 2237474"/>
              <a:gd name="connsiteX88" fmla="*/ 4882386 w 12192000"/>
              <a:gd name="connsiteY88" fmla="*/ 1809844 h 2237474"/>
              <a:gd name="connsiteX89" fmla="*/ 4811440 w 12192000"/>
              <a:gd name="connsiteY89" fmla="*/ 1804655 h 2237474"/>
              <a:gd name="connsiteX90" fmla="*/ 4691075 w 12192000"/>
              <a:gd name="connsiteY90" fmla="*/ 1801389 h 2237474"/>
              <a:gd name="connsiteX91" fmla="*/ 4611738 w 12192000"/>
              <a:gd name="connsiteY91" fmla="*/ 1776964 h 2237474"/>
              <a:gd name="connsiteX92" fmla="*/ 4560070 w 12192000"/>
              <a:gd name="connsiteY92" fmla="*/ 1785640 h 2237474"/>
              <a:gd name="connsiteX93" fmla="*/ 4536503 w 12192000"/>
              <a:gd name="connsiteY93" fmla="*/ 1785334 h 2237474"/>
              <a:gd name="connsiteX94" fmla="*/ 4513724 w 12192000"/>
              <a:gd name="connsiteY94" fmla="*/ 1791996 h 2237474"/>
              <a:gd name="connsiteX95" fmla="*/ 4459810 w 12192000"/>
              <a:gd name="connsiteY95" fmla="*/ 1797886 h 2237474"/>
              <a:gd name="connsiteX96" fmla="*/ 4379064 w 12192000"/>
              <a:gd name="connsiteY96" fmla="*/ 1817177 h 2237474"/>
              <a:gd name="connsiteX97" fmla="*/ 4290981 w 12192000"/>
              <a:gd name="connsiteY97" fmla="*/ 1839677 h 2237474"/>
              <a:gd name="connsiteX98" fmla="*/ 4238372 w 12192000"/>
              <a:gd name="connsiteY98" fmla="*/ 1851480 h 2237474"/>
              <a:gd name="connsiteX99" fmla="*/ 4232517 w 12192000"/>
              <a:gd name="connsiteY99" fmla="*/ 1852567 h 2237474"/>
              <a:gd name="connsiteX100" fmla="*/ 4191732 w 12192000"/>
              <a:gd name="connsiteY100" fmla="*/ 1857328 h 2237474"/>
              <a:gd name="connsiteX101" fmla="*/ 4065532 w 12192000"/>
              <a:gd name="connsiteY101" fmla="*/ 1855477 h 2237474"/>
              <a:gd name="connsiteX102" fmla="*/ 4028460 w 12192000"/>
              <a:gd name="connsiteY102" fmla="*/ 1855137 h 2237474"/>
              <a:gd name="connsiteX103" fmla="*/ 4002267 w 12192000"/>
              <a:gd name="connsiteY103" fmla="*/ 1852352 h 2237474"/>
              <a:gd name="connsiteX104" fmla="*/ 3931396 w 12192000"/>
              <a:gd name="connsiteY104" fmla="*/ 1858915 h 2237474"/>
              <a:gd name="connsiteX105" fmla="*/ 3812162 w 12192000"/>
              <a:gd name="connsiteY105" fmla="*/ 1875501 h 2237474"/>
              <a:gd name="connsiteX106" fmla="*/ 3729530 w 12192000"/>
              <a:gd name="connsiteY106" fmla="*/ 1864513 h 2237474"/>
              <a:gd name="connsiteX107" fmla="*/ 3680177 w 12192000"/>
              <a:gd name="connsiteY107" fmla="*/ 1881552 h 2237474"/>
              <a:gd name="connsiteX108" fmla="*/ 3567259 w 12192000"/>
              <a:gd name="connsiteY108" fmla="*/ 1893482 h 2237474"/>
              <a:gd name="connsiteX109" fmla="*/ 3405770 w 12192000"/>
              <a:gd name="connsiteY109" fmla="*/ 1904591 h 2237474"/>
              <a:gd name="connsiteX110" fmla="*/ 3280097 w 12192000"/>
              <a:gd name="connsiteY110" fmla="*/ 1919610 h 2237474"/>
              <a:gd name="connsiteX111" fmla="*/ 3123424 w 12192000"/>
              <a:gd name="connsiteY111" fmla="*/ 1952930 h 2237474"/>
              <a:gd name="connsiteX112" fmla="*/ 3009910 w 12192000"/>
              <a:gd name="connsiteY112" fmla="*/ 1957866 h 2237474"/>
              <a:gd name="connsiteX113" fmla="*/ 2995934 w 12192000"/>
              <a:gd name="connsiteY113" fmla="*/ 1967085 h 2237474"/>
              <a:gd name="connsiteX114" fmla="*/ 2980071 w 12192000"/>
              <a:gd name="connsiteY114" fmla="*/ 1972988 h 2237474"/>
              <a:gd name="connsiteX115" fmla="*/ 2978094 w 12192000"/>
              <a:gd name="connsiteY115" fmla="*/ 1972369 h 2237474"/>
              <a:gd name="connsiteX116" fmla="*/ 2942858 w 12192000"/>
              <a:gd name="connsiteY116" fmla="*/ 1981367 h 2237474"/>
              <a:gd name="connsiteX117" fmla="*/ 2875436 w 12192000"/>
              <a:gd name="connsiteY117" fmla="*/ 1996977 h 2237474"/>
              <a:gd name="connsiteX118" fmla="*/ 2874892 w 12192000"/>
              <a:gd name="connsiteY118" fmla="*/ 1996085 h 2237474"/>
              <a:gd name="connsiteX119" fmla="*/ 2864145 w 12192000"/>
              <a:gd name="connsiteY119" fmla="*/ 1994061 h 2237474"/>
              <a:gd name="connsiteX120" fmla="*/ 2843662 w 12192000"/>
              <a:gd name="connsiteY120" fmla="*/ 1992498 h 2237474"/>
              <a:gd name="connsiteX121" fmla="*/ 2796128 w 12192000"/>
              <a:gd name="connsiteY121" fmla="*/ 1976403 h 2237474"/>
              <a:gd name="connsiteX122" fmla="*/ 2756784 w 12192000"/>
              <a:gd name="connsiteY122" fmla="*/ 1985116 h 2237474"/>
              <a:gd name="connsiteX123" fmla="*/ 2748833 w 12192000"/>
              <a:gd name="connsiteY123" fmla="*/ 1986323 h 2237474"/>
              <a:gd name="connsiteX124" fmla="*/ 2748661 w 12192000"/>
              <a:gd name="connsiteY124" fmla="*/ 1986122 h 2237474"/>
              <a:gd name="connsiteX125" fmla="*/ 2740251 w 12192000"/>
              <a:gd name="connsiteY125" fmla="*/ 1986946 h 2237474"/>
              <a:gd name="connsiteX126" fmla="*/ 2718916 w 12192000"/>
              <a:gd name="connsiteY126" fmla="*/ 1990867 h 2237474"/>
              <a:gd name="connsiteX127" fmla="*/ 2713522 w 12192000"/>
              <a:gd name="connsiteY127" fmla="*/ 1990173 h 2237474"/>
              <a:gd name="connsiteX128" fmla="*/ 2680597 w 12192000"/>
              <a:gd name="connsiteY128" fmla="*/ 1984996 h 2237474"/>
              <a:gd name="connsiteX129" fmla="*/ 2578178 w 12192000"/>
              <a:gd name="connsiteY129" fmla="*/ 1990531 h 2237474"/>
              <a:gd name="connsiteX130" fmla="*/ 2476147 w 12192000"/>
              <a:gd name="connsiteY130" fmla="*/ 1998305 h 2237474"/>
              <a:gd name="connsiteX131" fmla="*/ 2373568 w 12192000"/>
              <a:gd name="connsiteY131" fmla="*/ 2003219 h 2237474"/>
              <a:gd name="connsiteX132" fmla="*/ 2321399 w 12192000"/>
              <a:gd name="connsiteY132" fmla="*/ 1989467 h 2237474"/>
              <a:gd name="connsiteX133" fmla="*/ 2315525 w 12192000"/>
              <a:gd name="connsiteY133" fmla="*/ 1989708 h 2237474"/>
              <a:gd name="connsiteX134" fmla="*/ 2300792 w 12192000"/>
              <a:gd name="connsiteY134" fmla="*/ 1994290 h 2237474"/>
              <a:gd name="connsiteX135" fmla="*/ 2295469 w 12192000"/>
              <a:gd name="connsiteY135" fmla="*/ 1996659 h 2237474"/>
              <a:gd name="connsiteX136" fmla="*/ 2287219 w 12192000"/>
              <a:gd name="connsiteY136" fmla="*/ 1998750 h 2237474"/>
              <a:gd name="connsiteX137" fmla="*/ 2286948 w 12192000"/>
              <a:gd name="connsiteY137" fmla="*/ 1998596 h 2237474"/>
              <a:gd name="connsiteX138" fmla="*/ 2243069 w 12192000"/>
              <a:gd name="connsiteY138" fmla="*/ 2015111 h 2237474"/>
              <a:gd name="connsiteX139" fmla="*/ 2186609 w 12192000"/>
              <a:gd name="connsiteY139" fmla="*/ 2008263 h 2237474"/>
              <a:gd name="connsiteX140" fmla="*/ 2164831 w 12192000"/>
              <a:gd name="connsiteY140" fmla="*/ 2010143 h 2237474"/>
              <a:gd name="connsiteX141" fmla="*/ 2152836 w 12192000"/>
              <a:gd name="connsiteY141" fmla="*/ 2010048 h 2237474"/>
              <a:gd name="connsiteX142" fmla="*/ 2117102 w 12192000"/>
              <a:gd name="connsiteY142" fmla="*/ 2023004 h 2237474"/>
              <a:gd name="connsiteX143" fmla="*/ 2111935 w 12192000"/>
              <a:gd name="connsiteY143" fmla="*/ 2023163 h 2237474"/>
              <a:gd name="connsiteX144" fmla="*/ 2089991 w 12192000"/>
              <a:gd name="connsiteY144" fmla="*/ 2034193 h 2237474"/>
              <a:gd name="connsiteX145" fmla="*/ 2058061 w 12192000"/>
              <a:gd name="connsiteY145" fmla="*/ 2047942 h 2237474"/>
              <a:gd name="connsiteX146" fmla="*/ 2055737 w 12192000"/>
              <a:gd name="connsiteY146" fmla="*/ 2047704 h 2237474"/>
              <a:gd name="connsiteX147" fmla="*/ 2042244 w 12192000"/>
              <a:gd name="connsiteY147" fmla="*/ 2055560 h 2237474"/>
              <a:gd name="connsiteX148" fmla="*/ 1976224 w 12192000"/>
              <a:gd name="connsiteY148" fmla="*/ 2074257 h 2237474"/>
              <a:gd name="connsiteX149" fmla="*/ 1877728 w 12192000"/>
              <a:gd name="connsiteY149" fmla="*/ 2101004 h 2237474"/>
              <a:gd name="connsiteX150" fmla="*/ 1759056 w 12192000"/>
              <a:gd name="connsiteY150" fmla="*/ 2125608 h 2237474"/>
              <a:gd name="connsiteX151" fmla="*/ 1637948 w 12192000"/>
              <a:gd name="connsiteY151" fmla="*/ 2172597 h 2237474"/>
              <a:gd name="connsiteX152" fmla="*/ 1434549 w 12192000"/>
              <a:gd name="connsiteY152" fmla="*/ 2234522 h 2237474"/>
              <a:gd name="connsiteX153" fmla="*/ 1398481 w 12192000"/>
              <a:gd name="connsiteY153" fmla="*/ 2237074 h 2237474"/>
              <a:gd name="connsiteX154" fmla="*/ 1398407 w 12192000"/>
              <a:gd name="connsiteY154" fmla="*/ 2237095 h 2237474"/>
              <a:gd name="connsiteX155" fmla="*/ 1370962 w 12192000"/>
              <a:gd name="connsiteY155" fmla="*/ 2237474 h 2237474"/>
              <a:gd name="connsiteX156" fmla="*/ 1356367 w 12192000"/>
              <a:gd name="connsiteY156" fmla="*/ 2235089 h 2237474"/>
              <a:gd name="connsiteX157" fmla="*/ 1324828 w 12192000"/>
              <a:gd name="connsiteY157" fmla="*/ 2231968 h 2237474"/>
              <a:gd name="connsiteX158" fmla="*/ 1297744 w 12192000"/>
              <a:gd name="connsiteY158" fmla="*/ 2235849 h 2237474"/>
              <a:gd name="connsiteX159" fmla="*/ 1286236 w 12192000"/>
              <a:gd name="connsiteY159" fmla="*/ 2233135 h 2237474"/>
              <a:gd name="connsiteX160" fmla="*/ 1283504 w 12192000"/>
              <a:gd name="connsiteY160" fmla="*/ 2233797 h 2237474"/>
              <a:gd name="connsiteX161" fmla="*/ 1279765 w 12192000"/>
              <a:gd name="connsiteY161" fmla="*/ 2229639 h 2237474"/>
              <a:gd name="connsiteX162" fmla="*/ 1195347 w 12192000"/>
              <a:gd name="connsiteY162" fmla="*/ 2212354 h 2237474"/>
              <a:gd name="connsiteX163" fmla="*/ 970251 w 12192000"/>
              <a:gd name="connsiteY163" fmla="*/ 2221029 h 2237474"/>
              <a:gd name="connsiteX164" fmla="*/ 812914 w 12192000"/>
              <a:gd name="connsiteY164" fmla="*/ 2202752 h 2237474"/>
              <a:gd name="connsiteX165" fmla="*/ 800195 w 12192000"/>
              <a:gd name="connsiteY165" fmla="*/ 2209407 h 2237474"/>
              <a:gd name="connsiteX166" fmla="*/ 784978 w 12192000"/>
              <a:gd name="connsiteY166" fmla="*/ 2212360 h 2237474"/>
              <a:gd name="connsiteX167" fmla="*/ 681987 w 12192000"/>
              <a:gd name="connsiteY167" fmla="*/ 2216757 h 2237474"/>
              <a:gd name="connsiteX168" fmla="*/ 669923 w 12192000"/>
              <a:gd name="connsiteY168" fmla="*/ 2211682 h 2237474"/>
              <a:gd name="connsiteX169" fmla="*/ 648680 w 12192000"/>
              <a:gd name="connsiteY169" fmla="*/ 2206229 h 2237474"/>
              <a:gd name="connsiteX170" fmla="*/ 597225 w 12192000"/>
              <a:gd name="connsiteY170" fmla="*/ 2180999 h 2237474"/>
              <a:gd name="connsiteX171" fmla="*/ 558449 w 12192000"/>
              <a:gd name="connsiteY171" fmla="*/ 2182346 h 2237474"/>
              <a:gd name="connsiteX172" fmla="*/ 550517 w 12192000"/>
              <a:gd name="connsiteY172" fmla="*/ 2182060 h 2237474"/>
              <a:gd name="connsiteX173" fmla="*/ 550309 w 12192000"/>
              <a:gd name="connsiteY173" fmla="*/ 2181825 h 2237474"/>
              <a:gd name="connsiteX174" fmla="*/ 541836 w 12192000"/>
              <a:gd name="connsiteY174" fmla="*/ 2181063 h 2237474"/>
              <a:gd name="connsiteX175" fmla="*/ 536057 w 12192000"/>
              <a:gd name="connsiteY175" fmla="*/ 2181537 h 2237474"/>
              <a:gd name="connsiteX176" fmla="*/ 520671 w 12192000"/>
              <a:gd name="connsiteY176" fmla="*/ 2180980 h 2237474"/>
              <a:gd name="connsiteX177" fmla="*/ 515024 w 12192000"/>
              <a:gd name="connsiteY177" fmla="*/ 2179258 h 2237474"/>
              <a:gd name="connsiteX178" fmla="*/ 512278 w 12192000"/>
              <a:gd name="connsiteY178" fmla="*/ 2176369 h 2237474"/>
              <a:gd name="connsiteX179" fmla="*/ 480419 w 12192000"/>
              <a:gd name="connsiteY179" fmla="*/ 2167807 h 2237474"/>
              <a:gd name="connsiteX180" fmla="*/ 413835 w 12192000"/>
              <a:gd name="connsiteY180" fmla="*/ 2156783 h 2237474"/>
              <a:gd name="connsiteX181" fmla="*/ 376513 w 12192000"/>
              <a:gd name="connsiteY181" fmla="*/ 2154014 h 2237474"/>
              <a:gd name="connsiteX182" fmla="*/ 273386 w 12192000"/>
              <a:gd name="connsiteY182" fmla="*/ 2142551 h 2237474"/>
              <a:gd name="connsiteX183" fmla="*/ 169207 w 12192000"/>
              <a:gd name="connsiteY183" fmla="*/ 2128100 h 2237474"/>
              <a:gd name="connsiteX184" fmla="*/ 93149 w 12192000"/>
              <a:gd name="connsiteY184" fmla="*/ 2105324 h 2237474"/>
              <a:gd name="connsiteX185" fmla="*/ 88109 w 12192000"/>
              <a:gd name="connsiteY185" fmla="*/ 2106704 h 2237474"/>
              <a:gd name="connsiteX186" fmla="*/ 80022 w 12192000"/>
              <a:gd name="connsiteY186" fmla="*/ 2107254 h 2237474"/>
              <a:gd name="connsiteX187" fmla="*/ 79717 w 12192000"/>
              <a:gd name="connsiteY187" fmla="*/ 2107046 h 2237474"/>
              <a:gd name="connsiteX188" fmla="*/ 72352 w 12192000"/>
              <a:gd name="connsiteY188" fmla="*/ 2107991 h 2237474"/>
              <a:gd name="connsiteX189" fmla="*/ 37645 w 12192000"/>
              <a:gd name="connsiteY189" fmla="*/ 2115401 h 2237474"/>
              <a:gd name="connsiteX190" fmla="*/ 4572 w 12192000"/>
              <a:gd name="connsiteY190" fmla="*/ 2111091 h 2237474"/>
              <a:gd name="connsiteX191" fmla="*/ 0 w 12192000"/>
              <a:gd name="connsiteY191" fmla="*/ 2110468 h 2237474"/>
              <a:gd name="connsiteX192" fmla="*/ 0 w 12192000"/>
              <a:gd name="connsiteY19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44189 w 12192000"/>
              <a:gd name="connsiteY24" fmla="*/ 938966 h 2237474"/>
              <a:gd name="connsiteX25" fmla="*/ 9500499 w 12192000"/>
              <a:gd name="connsiteY25" fmla="*/ 954680 h 2237474"/>
              <a:gd name="connsiteX26" fmla="*/ 9428195 w 12192000"/>
              <a:gd name="connsiteY26" fmla="*/ 986225 h 2237474"/>
              <a:gd name="connsiteX27" fmla="*/ 9410017 w 12192000"/>
              <a:gd name="connsiteY27" fmla="*/ 993931 h 2237474"/>
              <a:gd name="connsiteX28" fmla="*/ 9392919 w 12192000"/>
              <a:gd name="connsiteY28" fmla="*/ 994656 h 2237474"/>
              <a:gd name="connsiteX29" fmla="*/ 9278619 w 12192000"/>
              <a:gd name="connsiteY29" fmla="*/ 1011878 h 2237474"/>
              <a:gd name="connsiteX30" fmla="*/ 9268019 w 12192000"/>
              <a:gd name="connsiteY30" fmla="*/ 1007442 h 2237474"/>
              <a:gd name="connsiteX31" fmla="*/ 9234662 w 12192000"/>
              <a:gd name="connsiteY31" fmla="*/ 1023056 h 2237474"/>
              <a:gd name="connsiteX32" fmla="*/ 9181033 w 12192000"/>
              <a:gd name="connsiteY32" fmla="*/ 1037921 h 2237474"/>
              <a:gd name="connsiteX33" fmla="*/ 9155969 w 12192000"/>
              <a:gd name="connsiteY33" fmla="*/ 1046804 h 2237474"/>
              <a:gd name="connsiteX34" fmla="*/ 9133985 w 12192000"/>
              <a:gd name="connsiteY34" fmla="*/ 1046450 h 2237474"/>
              <a:gd name="connsiteX35" fmla="*/ 9003462 w 12192000"/>
              <a:gd name="connsiteY35" fmla="*/ 1042406 h 2237474"/>
              <a:gd name="connsiteX36" fmla="*/ 8968445 w 12192000"/>
              <a:gd name="connsiteY36" fmla="*/ 1052169 h 2237474"/>
              <a:gd name="connsiteX37" fmla="*/ 8886001 w 12192000"/>
              <a:gd name="connsiteY37" fmla="*/ 1067468 h 2237474"/>
              <a:gd name="connsiteX38" fmla="*/ 8838610 w 12192000"/>
              <a:gd name="connsiteY38" fmla="*/ 1075091 h 2237474"/>
              <a:gd name="connsiteX39" fmla="*/ 8750383 w 12192000"/>
              <a:gd name="connsiteY39" fmla="*/ 1097387 h 2237474"/>
              <a:gd name="connsiteX40" fmla="*/ 8665605 w 12192000"/>
              <a:gd name="connsiteY40" fmla="*/ 1110791 h 2237474"/>
              <a:gd name="connsiteX41" fmla="*/ 8584946 w 12192000"/>
              <a:gd name="connsiteY41" fmla="*/ 1135226 h 2237474"/>
              <a:gd name="connsiteX42" fmla="*/ 8460755 w 12192000"/>
              <a:gd name="connsiteY42" fmla="*/ 1203427 h 2237474"/>
              <a:gd name="connsiteX43" fmla="*/ 8419755 w 12192000"/>
              <a:gd name="connsiteY43" fmla="*/ 1216260 h 2237474"/>
              <a:gd name="connsiteX44" fmla="*/ 8411626 w 12192000"/>
              <a:gd name="connsiteY44" fmla="*/ 1214397 h 2237474"/>
              <a:gd name="connsiteX45" fmla="*/ 8363469 w 12192000"/>
              <a:gd name="connsiteY45" fmla="*/ 1246658 h 2237474"/>
              <a:gd name="connsiteX46" fmla="*/ 8275497 w 12192000"/>
              <a:gd name="connsiteY46" fmla="*/ 1264396 h 2237474"/>
              <a:gd name="connsiteX47" fmla="*/ 8206287 w 12192000"/>
              <a:gd name="connsiteY47" fmla="*/ 1273060 h 2237474"/>
              <a:gd name="connsiteX48" fmla="*/ 8139997 w 12192000"/>
              <a:gd name="connsiteY48" fmla="*/ 1282713 h 2237474"/>
              <a:gd name="connsiteX49" fmla="*/ 8074238 w 12192000"/>
              <a:gd name="connsiteY49" fmla="*/ 1301895 h 2237474"/>
              <a:gd name="connsiteX50" fmla="*/ 7942099 w 12192000"/>
              <a:gd name="connsiteY50" fmla="*/ 1336332 h 2237474"/>
              <a:gd name="connsiteX51" fmla="*/ 7902328 w 12192000"/>
              <a:gd name="connsiteY51" fmla="*/ 1345865 h 2237474"/>
              <a:gd name="connsiteX52" fmla="*/ 7840612 w 12192000"/>
              <a:gd name="connsiteY52" fmla="*/ 1369373 h 2237474"/>
              <a:gd name="connsiteX53" fmla="*/ 7786819 w 12192000"/>
              <a:gd name="connsiteY53" fmla="*/ 1378970 h 2237474"/>
              <a:gd name="connsiteX54" fmla="*/ 7548172 w 12192000"/>
              <a:gd name="connsiteY54" fmla="*/ 1417460 h 2237474"/>
              <a:gd name="connsiteX55" fmla="*/ 7483437 w 12192000"/>
              <a:gd name="connsiteY55" fmla="*/ 1478152 h 2237474"/>
              <a:gd name="connsiteX56" fmla="*/ 7377870 w 12192000"/>
              <a:gd name="connsiteY56" fmla="*/ 1523319 h 2237474"/>
              <a:gd name="connsiteX57" fmla="*/ 7230737 w 12192000"/>
              <a:gd name="connsiteY57" fmla="*/ 1562633 h 2237474"/>
              <a:gd name="connsiteX58" fmla="*/ 7224458 w 12192000"/>
              <a:gd name="connsiteY58" fmla="*/ 1573008 h 2237474"/>
              <a:gd name="connsiteX59" fmla="*/ 7183121 w 12192000"/>
              <a:gd name="connsiteY59" fmla="*/ 1595162 h 2237474"/>
              <a:gd name="connsiteX60" fmla="*/ 7164601 w 12192000"/>
              <a:gd name="connsiteY60" fmla="*/ 1606490 h 2237474"/>
              <a:gd name="connsiteX61" fmla="*/ 7031309 w 12192000"/>
              <a:gd name="connsiteY61" fmla="*/ 1619451 h 2237474"/>
              <a:gd name="connsiteX62" fmla="*/ 6900177 w 12192000"/>
              <a:gd name="connsiteY62" fmla="*/ 1636016 h 2237474"/>
              <a:gd name="connsiteX63" fmla="*/ 6795372 w 12192000"/>
              <a:gd name="connsiteY63" fmla="*/ 1644845 h 2237474"/>
              <a:gd name="connsiteX64" fmla="*/ 6692251 w 12192000"/>
              <a:gd name="connsiteY64" fmla="*/ 1656357 h 2237474"/>
              <a:gd name="connsiteX65" fmla="*/ 6655235 w 12192000"/>
              <a:gd name="connsiteY65" fmla="*/ 1661869 h 2237474"/>
              <a:gd name="connsiteX66" fmla="*/ 6554894 w 12192000"/>
              <a:gd name="connsiteY66" fmla="*/ 1664428 h 2237474"/>
              <a:gd name="connsiteX67" fmla="*/ 6516595 w 12192000"/>
              <a:gd name="connsiteY67" fmla="*/ 1667475 h 2237474"/>
              <a:gd name="connsiteX68" fmla="*/ 6508541 w 12192000"/>
              <a:gd name="connsiteY68" fmla="*/ 1668757 h 2237474"/>
              <a:gd name="connsiteX69" fmla="*/ 6471012 w 12192000"/>
              <a:gd name="connsiteY69" fmla="*/ 1678604 h 2237474"/>
              <a:gd name="connsiteX70" fmla="*/ 6364035 w 12192000"/>
              <a:gd name="connsiteY70" fmla="*/ 1667683 h 2237474"/>
              <a:gd name="connsiteX71" fmla="*/ 6280959 w 12192000"/>
              <a:gd name="connsiteY71" fmla="*/ 1689329 h 2237474"/>
              <a:gd name="connsiteX72" fmla="*/ 6243319 w 12192000"/>
              <a:gd name="connsiteY72" fmla="*/ 1695560 h 2237474"/>
              <a:gd name="connsiteX73" fmla="*/ 6098321 w 12192000"/>
              <a:gd name="connsiteY73" fmla="*/ 1721646 h 2237474"/>
              <a:gd name="connsiteX74" fmla="*/ 5880652 w 12192000"/>
              <a:gd name="connsiteY74" fmla="*/ 1779643 h 2237474"/>
              <a:gd name="connsiteX75" fmla="*/ 5785959 w 12192000"/>
              <a:gd name="connsiteY75" fmla="*/ 1775307 h 2237474"/>
              <a:gd name="connsiteX76" fmla="*/ 5643534 w 12192000"/>
              <a:gd name="connsiteY76" fmla="*/ 1802919 h 2237474"/>
              <a:gd name="connsiteX77" fmla="*/ 5518799 w 12192000"/>
              <a:gd name="connsiteY77" fmla="*/ 1818312 h 2237474"/>
              <a:gd name="connsiteX78" fmla="*/ 5505014 w 12192000"/>
              <a:gd name="connsiteY78" fmla="*/ 1819259 h 2237474"/>
              <a:gd name="connsiteX79" fmla="*/ 5453307 w 12192000"/>
              <a:gd name="connsiteY79" fmla="*/ 1815450 h 2237474"/>
              <a:gd name="connsiteX80" fmla="*/ 5221533 w 12192000"/>
              <a:gd name="connsiteY80" fmla="*/ 1846950 h 2237474"/>
              <a:gd name="connsiteX81" fmla="*/ 5149802 w 12192000"/>
              <a:gd name="connsiteY81" fmla="*/ 1844846 h 2237474"/>
              <a:gd name="connsiteX82" fmla="*/ 5114927 w 12192000"/>
              <a:gd name="connsiteY82" fmla="*/ 1847827 h 2237474"/>
              <a:gd name="connsiteX83" fmla="*/ 5108970 w 12192000"/>
              <a:gd name="connsiteY83" fmla="*/ 1847935 h 2237474"/>
              <a:gd name="connsiteX84" fmla="*/ 5067961 w 12192000"/>
              <a:gd name="connsiteY84" fmla="*/ 1845917 h 2237474"/>
              <a:gd name="connsiteX85" fmla="*/ 5007075 w 12192000"/>
              <a:gd name="connsiteY85" fmla="*/ 1838626 h 2237474"/>
              <a:gd name="connsiteX86" fmla="*/ 4944087 w 12192000"/>
              <a:gd name="connsiteY86" fmla="*/ 1823332 h 2237474"/>
              <a:gd name="connsiteX87" fmla="*/ 4907662 w 12192000"/>
              <a:gd name="connsiteY87" fmla="*/ 1816900 h 2237474"/>
              <a:gd name="connsiteX88" fmla="*/ 4882386 w 12192000"/>
              <a:gd name="connsiteY88" fmla="*/ 1809844 h 2237474"/>
              <a:gd name="connsiteX89" fmla="*/ 4811440 w 12192000"/>
              <a:gd name="connsiteY89" fmla="*/ 1804655 h 2237474"/>
              <a:gd name="connsiteX90" fmla="*/ 4691075 w 12192000"/>
              <a:gd name="connsiteY90" fmla="*/ 1801389 h 2237474"/>
              <a:gd name="connsiteX91" fmla="*/ 4611738 w 12192000"/>
              <a:gd name="connsiteY91" fmla="*/ 1776964 h 2237474"/>
              <a:gd name="connsiteX92" fmla="*/ 4560070 w 12192000"/>
              <a:gd name="connsiteY92" fmla="*/ 1785640 h 2237474"/>
              <a:gd name="connsiteX93" fmla="*/ 4536503 w 12192000"/>
              <a:gd name="connsiteY93" fmla="*/ 1785334 h 2237474"/>
              <a:gd name="connsiteX94" fmla="*/ 4513724 w 12192000"/>
              <a:gd name="connsiteY94" fmla="*/ 1791996 h 2237474"/>
              <a:gd name="connsiteX95" fmla="*/ 4459810 w 12192000"/>
              <a:gd name="connsiteY95" fmla="*/ 1797886 h 2237474"/>
              <a:gd name="connsiteX96" fmla="*/ 4379064 w 12192000"/>
              <a:gd name="connsiteY96" fmla="*/ 1817177 h 2237474"/>
              <a:gd name="connsiteX97" fmla="*/ 4290981 w 12192000"/>
              <a:gd name="connsiteY97" fmla="*/ 1839677 h 2237474"/>
              <a:gd name="connsiteX98" fmla="*/ 4238372 w 12192000"/>
              <a:gd name="connsiteY98" fmla="*/ 1851480 h 2237474"/>
              <a:gd name="connsiteX99" fmla="*/ 4232517 w 12192000"/>
              <a:gd name="connsiteY99" fmla="*/ 1852567 h 2237474"/>
              <a:gd name="connsiteX100" fmla="*/ 4191732 w 12192000"/>
              <a:gd name="connsiteY100" fmla="*/ 1857328 h 2237474"/>
              <a:gd name="connsiteX101" fmla="*/ 4065532 w 12192000"/>
              <a:gd name="connsiteY101" fmla="*/ 1855477 h 2237474"/>
              <a:gd name="connsiteX102" fmla="*/ 4028460 w 12192000"/>
              <a:gd name="connsiteY102" fmla="*/ 1855137 h 2237474"/>
              <a:gd name="connsiteX103" fmla="*/ 4002267 w 12192000"/>
              <a:gd name="connsiteY103" fmla="*/ 1852352 h 2237474"/>
              <a:gd name="connsiteX104" fmla="*/ 3931396 w 12192000"/>
              <a:gd name="connsiteY104" fmla="*/ 1858915 h 2237474"/>
              <a:gd name="connsiteX105" fmla="*/ 3812162 w 12192000"/>
              <a:gd name="connsiteY105" fmla="*/ 1875501 h 2237474"/>
              <a:gd name="connsiteX106" fmla="*/ 3729530 w 12192000"/>
              <a:gd name="connsiteY106" fmla="*/ 1864513 h 2237474"/>
              <a:gd name="connsiteX107" fmla="*/ 3680177 w 12192000"/>
              <a:gd name="connsiteY107" fmla="*/ 1881552 h 2237474"/>
              <a:gd name="connsiteX108" fmla="*/ 3567259 w 12192000"/>
              <a:gd name="connsiteY108" fmla="*/ 1893482 h 2237474"/>
              <a:gd name="connsiteX109" fmla="*/ 3405770 w 12192000"/>
              <a:gd name="connsiteY109" fmla="*/ 1904591 h 2237474"/>
              <a:gd name="connsiteX110" fmla="*/ 3280097 w 12192000"/>
              <a:gd name="connsiteY110" fmla="*/ 1919610 h 2237474"/>
              <a:gd name="connsiteX111" fmla="*/ 3123424 w 12192000"/>
              <a:gd name="connsiteY111" fmla="*/ 1952930 h 2237474"/>
              <a:gd name="connsiteX112" fmla="*/ 3009910 w 12192000"/>
              <a:gd name="connsiteY112" fmla="*/ 1957866 h 2237474"/>
              <a:gd name="connsiteX113" fmla="*/ 2995934 w 12192000"/>
              <a:gd name="connsiteY113" fmla="*/ 1967085 h 2237474"/>
              <a:gd name="connsiteX114" fmla="*/ 2980071 w 12192000"/>
              <a:gd name="connsiteY114" fmla="*/ 1972988 h 2237474"/>
              <a:gd name="connsiteX115" fmla="*/ 2978094 w 12192000"/>
              <a:gd name="connsiteY115" fmla="*/ 1972369 h 2237474"/>
              <a:gd name="connsiteX116" fmla="*/ 2942858 w 12192000"/>
              <a:gd name="connsiteY116" fmla="*/ 1981367 h 2237474"/>
              <a:gd name="connsiteX117" fmla="*/ 2875436 w 12192000"/>
              <a:gd name="connsiteY117" fmla="*/ 1996977 h 2237474"/>
              <a:gd name="connsiteX118" fmla="*/ 2874892 w 12192000"/>
              <a:gd name="connsiteY118" fmla="*/ 1996085 h 2237474"/>
              <a:gd name="connsiteX119" fmla="*/ 2864145 w 12192000"/>
              <a:gd name="connsiteY119" fmla="*/ 1994061 h 2237474"/>
              <a:gd name="connsiteX120" fmla="*/ 2843662 w 12192000"/>
              <a:gd name="connsiteY120" fmla="*/ 1992498 h 2237474"/>
              <a:gd name="connsiteX121" fmla="*/ 2796128 w 12192000"/>
              <a:gd name="connsiteY121" fmla="*/ 1976403 h 2237474"/>
              <a:gd name="connsiteX122" fmla="*/ 2756784 w 12192000"/>
              <a:gd name="connsiteY122" fmla="*/ 1985116 h 2237474"/>
              <a:gd name="connsiteX123" fmla="*/ 2748833 w 12192000"/>
              <a:gd name="connsiteY123" fmla="*/ 1986323 h 2237474"/>
              <a:gd name="connsiteX124" fmla="*/ 2748661 w 12192000"/>
              <a:gd name="connsiteY124" fmla="*/ 1986122 h 2237474"/>
              <a:gd name="connsiteX125" fmla="*/ 2740251 w 12192000"/>
              <a:gd name="connsiteY125" fmla="*/ 1986946 h 2237474"/>
              <a:gd name="connsiteX126" fmla="*/ 2718916 w 12192000"/>
              <a:gd name="connsiteY126" fmla="*/ 1990867 h 2237474"/>
              <a:gd name="connsiteX127" fmla="*/ 2713522 w 12192000"/>
              <a:gd name="connsiteY127" fmla="*/ 1990173 h 2237474"/>
              <a:gd name="connsiteX128" fmla="*/ 2680597 w 12192000"/>
              <a:gd name="connsiteY128" fmla="*/ 1984996 h 2237474"/>
              <a:gd name="connsiteX129" fmla="*/ 2578178 w 12192000"/>
              <a:gd name="connsiteY129" fmla="*/ 1990531 h 2237474"/>
              <a:gd name="connsiteX130" fmla="*/ 2476147 w 12192000"/>
              <a:gd name="connsiteY130" fmla="*/ 1998305 h 2237474"/>
              <a:gd name="connsiteX131" fmla="*/ 2373568 w 12192000"/>
              <a:gd name="connsiteY131" fmla="*/ 2003219 h 2237474"/>
              <a:gd name="connsiteX132" fmla="*/ 2321399 w 12192000"/>
              <a:gd name="connsiteY132" fmla="*/ 1989467 h 2237474"/>
              <a:gd name="connsiteX133" fmla="*/ 2315525 w 12192000"/>
              <a:gd name="connsiteY133" fmla="*/ 1989708 h 2237474"/>
              <a:gd name="connsiteX134" fmla="*/ 2300792 w 12192000"/>
              <a:gd name="connsiteY134" fmla="*/ 1994290 h 2237474"/>
              <a:gd name="connsiteX135" fmla="*/ 2295469 w 12192000"/>
              <a:gd name="connsiteY135" fmla="*/ 1996659 h 2237474"/>
              <a:gd name="connsiteX136" fmla="*/ 2287219 w 12192000"/>
              <a:gd name="connsiteY136" fmla="*/ 1998750 h 2237474"/>
              <a:gd name="connsiteX137" fmla="*/ 2286948 w 12192000"/>
              <a:gd name="connsiteY137" fmla="*/ 1998596 h 2237474"/>
              <a:gd name="connsiteX138" fmla="*/ 2243069 w 12192000"/>
              <a:gd name="connsiteY138" fmla="*/ 2015111 h 2237474"/>
              <a:gd name="connsiteX139" fmla="*/ 2186609 w 12192000"/>
              <a:gd name="connsiteY139" fmla="*/ 2008263 h 2237474"/>
              <a:gd name="connsiteX140" fmla="*/ 2164831 w 12192000"/>
              <a:gd name="connsiteY140" fmla="*/ 2010143 h 2237474"/>
              <a:gd name="connsiteX141" fmla="*/ 2152836 w 12192000"/>
              <a:gd name="connsiteY141" fmla="*/ 2010048 h 2237474"/>
              <a:gd name="connsiteX142" fmla="*/ 2117102 w 12192000"/>
              <a:gd name="connsiteY142" fmla="*/ 2023004 h 2237474"/>
              <a:gd name="connsiteX143" fmla="*/ 2111935 w 12192000"/>
              <a:gd name="connsiteY143" fmla="*/ 2023163 h 2237474"/>
              <a:gd name="connsiteX144" fmla="*/ 2089991 w 12192000"/>
              <a:gd name="connsiteY144" fmla="*/ 2034193 h 2237474"/>
              <a:gd name="connsiteX145" fmla="*/ 2058061 w 12192000"/>
              <a:gd name="connsiteY145" fmla="*/ 2047942 h 2237474"/>
              <a:gd name="connsiteX146" fmla="*/ 2055737 w 12192000"/>
              <a:gd name="connsiteY146" fmla="*/ 2047704 h 2237474"/>
              <a:gd name="connsiteX147" fmla="*/ 2042244 w 12192000"/>
              <a:gd name="connsiteY147" fmla="*/ 2055560 h 2237474"/>
              <a:gd name="connsiteX148" fmla="*/ 1976224 w 12192000"/>
              <a:gd name="connsiteY148" fmla="*/ 2074257 h 2237474"/>
              <a:gd name="connsiteX149" fmla="*/ 1877728 w 12192000"/>
              <a:gd name="connsiteY149" fmla="*/ 2101004 h 2237474"/>
              <a:gd name="connsiteX150" fmla="*/ 1759056 w 12192000"/>
              <a:gd name="connsiteY150" fmla="*/ 2125608 h 2237474"/>
              <a:gd name="connsiteX151" fmla="*/ 1637948 w 12192000"/>
              <a:gd name="connsiteY151" fmla="*/ 2172597 h 2237474"/>
              <a:gd name="connsiteX152" fmla="*/ 1434549 w 12192000"/>
              <a:gd name="connsiteY152" fmla="*/ 2234522 h 2237474"/>
              <a:gd name="connsiteX153" fmla="*/ 1398481 w 12192000"/>
              <a:gd name="connsiteY153" fmla="*/ 2237074 h 2237474"/>
              <a:gd name="connsiteX154" fmla="*/ 1398407 w 12192000"/>
              <a:gd name="connsiteY154" fmla="*/ 2237095 h 2237474"/>
              <a:gd name="connsiteX155" fmla="*/ 1370962 w 12192000"/>
              <a:gd name="connsiteY155" fmla="*/ 2237474 h 2237474"/>
              <a:gd name="connsiteX156" fmla="*/ 1356367 w 12192000"/>
              <a:gd name="connsiteY156" fmla="*/ 2235089 h 2237474"/>
              <a:gd name="connsiteX157" fmla="*/ 1324828 w 12192000"/>
              <a:gd name="connsiteY157" fmla="*/ 2231968 h 2237474"/>
              <a:gd name="connsiteX158" fmla="*/ 1297744 w 12192000"/>
              <a:gd name="connsiteY158" fmla="*/ 2235849 h 2237474"/>
              <a:gd name="connsiteX159" fmla="*/ 1286236 w 12192000"/>
              <a:gd name="connsiteY159" fmla="*/ 2233135 h 2237474"/>
              <a:gd name="connsiteX160" fmla="*/ 1283504 w 12192000"/>
              <a:gd name="connsiteY160" fmla="*/ 2233797 h 2237474"/>
              <a:gd name="connsiteX161" fmla="*/ 1279765 w 12192000"/>
              <a:gd name="connsiteY161" fmla="*/ 2229639 h 2237474"/>
              <a:gd name="connsiteX162" fmla="*/ 1195347 w 12192000"/>
              <a:gd name="connsiteY162" fmla="*/ 2212354 h 2237474"/>
              <a:gd name="connsiteX163" fmla="*/ 970251 w 12192000"/>
              <a:gd name="connsiteY163" fmla="*/ 2221029 h 2237474"/>
              <a:gd name="connsiteX164" fmla="*/ 812914 w 12192000"/>
              <a:gd name="connsiteY164" fmla="*/ 2202752 h 2237474"/>
              <a:gd name="connsiteX165" fmla="*/ 800195 w 12192000"/>
              <a:gd name="connsiteY165" fmla="*/ 2209407 h 2237474"/>
              <a:gd name="connsiteX166" fmla="*/ 784978 w 12192000"/>
              <a:gd name="connsiteY166" fmla="*/ 2212360 h 2237474"/>
              <a:gd name="connsiteX167" fmla="*/ 681987 w 12192000"/>
              <a:gd name="connsiteY167" fmla="*/ 2216757 h 2237474"/>
              <a:gd name="connsiteX168" fmla="*/ 669923 w 12192000"/>
              <a:gd name="connsiteY168" fmla="*/ 2211682 h 2237474"/>
              <a:gd name="connsiteX169" fmla="*/ 648680 w 12192000"/>
              <a:gd name="connsiteY169" fmla="*/ 2206229 h 2237474"/>
              <a:gd name="connsiteX170" fmla="*/ 597225 w 12192000"/>
              <a:gd name="connsiteY170" fmla="*/ 2180999 h 2237474"/>
              <a:gd name="connsiteX171" fmla="*/ 558449 w 12192000"/>
              <a:gd name="connsiteY171" fmla="*/ 2182346 h 2237474"/>
              <a:gd name="connsiteX172" fmla="*/ 550517 w 12192000"/>
              <a:gd name="connsiteY172" fmla="*/ 2182060 h 2237474"/>
              <a:gd name="connsiteX173" fmla="*/ 550309 w 12192000"/>
              <a:gd name="connsiteY173" fmla="*/ 2181825 h 2237474"/>
              <a:gd name="connsiteX174" fmla="*/ 541836 w 12192000"/>
              <a:gd name="connsiteY174" fmla="*/ 2181063 h 2237474"/>
              <a:gd name="connsiteX175" fmla="*/ 536057 w 12192000"/>
              <a:gd name="connsiteY175" fmla="*/ 2181537 h 2237474"/>
              <a:gd name="connsiteX176" fmla="*/ 520671 w 12192000"/>
              <a:gd name="connsiteY176" fmla="*/ 2180980 h 2237474"/>
              <a:gd name="connsiteX177" fmla="*/ 515024 w 12192000"/>
              <a:gd name="connsiteY177" fmla="*/ 2179258 h 2237474"/>
              <a:gd name="connsiteX178" fmla="*/ 512278 w 12192000"/>
              <a:gd name="connsiteY178" fmla="*/ 2176369 h 2237474"/>
              <a:gd name="connsiteX179" fmla="*/ 480419 w 12192000"/>
              <a:gd name="connsiteY179" fmla="*/ 2167807 h 2237474"/>
              <a:gd name="connsiteX180" fmla="*/ 413835 w 12192000"/>
              <a:gd name="connsiteY180" fmla="*/ 2156783 h 2237474"/>
              <a:gd name="connsiteX181" fmla="*/ 376513 w 12192000"/>
              <a:gd name="connsiteY181" fmla="*/ 2154014 h 2237474"/>
              <a:gd name="connsiteX182" fmla="*/ 273386 w 12192000"/>
              <a:gd name="connsiteY182" fmla="*/ 2142551 h 2237474"/>
              <a:gd name="connsiteX183" fmla="*/ 169207 w 12192000"/>
              <a:gd name="connsiteY183" fmla="*/ 2128100 h 2237474"/>
              <a:gd name="connsiteX184" fmla="*/ 93149 w 12192000"/>
              <a:gd name="connsiteY184" fmla="*/ 2105324 h 2237474"/>
              <a:gd name="connsiteX185" fmla="*/ 88109 w 12192000"/>
              <a:gd name="connsiteY185" fmla="*/ 2106704 h 2237474"/>
              <a:gd name="connsiteX186" fmla="*/ 80022 w 12192000"/>
              <a:gd name="connsiteY186" fmla="*/ 2107254 h 2237474"/>
              <a:gd name="connsiteX187" fmla="*/ 79717 w 12192000"/>
              <a:gd name="connsiteY187" fmla="*/ 2107046 h 2237474"/>
              <a:gd name="connsiteX188" fmla="*/ 72352 w 12192000"/>
              <a:gd name="connsiteY188" fmla="*/ 2107991 h 2237474"/>
              <a:gd name="connsiteX189" fmla="*/ 37645 w 12192000"/>
              <a:gd name="connsiteY189" fmla="*/ 2115401 h 2237474"/>
              <a:gd name="connsiteX190" fmla="*/ 4572 w 12192000"/>
              <a:gd name="connsiteY190" fmla="*/ 2111091 h 2237474"/>
              <a:gd name="connsiteX191" fmla="*/ 0 w 12192000"/>
              <a:gd name="connsiteY191" fmla="*/ 2110468 h 2237474"/>
              <a:gd name="connsiteX192" fmla="*/ 0 w 12192000"/>
              <a:gd name="connsiteY19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44189 w 12192000"/>
              <a:gd name="connsiteY24" fmla="*/ 938966 h 2237474"/>
              <a:gd name="connsiteX25" fmla="*/ 9500499 w 12192000"/>
              <a:gd name="connsiteY25" fmla="*/ 954680 h 2237474"/>
              <a:gd name="connsiteX26" fmla="*/ 9428195 w 12192000"/>
              <a:gd name="connsiteY26" fmla="*/ 986225 h 2237474"/>
              <a:gd name="connsiteX27" fmla="*/ 9410017 w 12192000"/>
              <a:gd name="connsiteY27" fmla="*/ 993931 h 2237474"/>
              <a:gd name="connsiteX28" fmla="*/ 9392919 w 12192000"/>
              <a:gd name="connsiteY28" fmla="*/ 994656 h 2237474"/>
              <a:gd name="connsiteX29" fmla="*/ 9278619 w 12192000"/>
              <a:gd name="connsiteY29" fmla="*/ 1011878 h 2237474"/>
              <a:gd name="connsiteX30" fmla="*/ 9268019 w 12192000"/>
              <a:gd name="connsiteY30" fmla="*/ 1007442 h 2237474"/>
              <a:gd name="connsiteX31" fmla="*/ 9234662 w 12192000"/>
              <a:gd name="connsiteY31" fmla="*/ 1023056 h 2237474"/>
              <a:gd name="connsiteX32" fmla="*/ 9181033 w 12192000"/>
              <a:gd name="connsiteY32" fmla="*/ 1037921 h 2237474"/>
              <a:gd name="connsiteX33" fmla="*/ 9155969 w 12192000"/>
              <a:gd name="connsiteY33" fmla="*/ 1046804 h 2237474"/>
              <a:gd name="connsiteX34" fmla="*/ 9133985 w 12192000"/>
              <a:gd name="connsiteY34" fmla="*/ 1046450 h 2237474"/>
              <a:gd name="connsiteX35" fmla="*/ 9003462 w 12192000"/>
              <a:gd name="connsiteY35" fmla="*/ 1042406 h 2237474"/>
              <a:gd name="connsiteX36" fmla="*/ 8968445 w 12192000"/>
              <a:gd name="connsiteY36" fmla="*/ 1052169 h 2237474"/>
              <a:gd name="connsiteX37" fmla="*/ 8886001 w 12192000"/>
              <a:gd name="connsiteY37" fmla="*/ 1067468 h 2237474"/>
              <a:gd name="connsiteX38" fmla="*/ 8838610 w 12192000"/>
              <a:gd name="connsiteY38" fmla="*/ 1075091 h 2237474"/>
              <a:gd name="connsiteX39" fmla="*/ 8750383 w 12192000"/>
              <a:gd name="connsiteY39" fmla="*/ 1097387 h 2237474"/>
              <a:gd name="connsiteX40" fmla="*/ 8665605 w 12192000"/>
              <a:gd name="connsiteY40" fmla="*/ 1110791 h 2237474"/>
              <a:gd name="connsiteX41" fmla="*/ 8584946 w 12192000"/>
              <a:gd name="connsiteY41" fmla="*/ 1135226 h 2237474"/>
              <a:gd name="connsiteX42" fmla="*/ 8460755 w 12192000"/>
              <a:gd name="connsiteY42" fmla="*/ 1203427 h 2237474"/>
              <a:gd name="connsiteX43" fmla="*/ 8419755 w 12192000"/>
              <a:gd name="connsiteY43" fmla="*/ 1216260 h 2237474"/>
              <a:gd name="connsiteX44" fmla="*/ 8411626 w 12192000"/>
              <a:gd name="connsiteY44" fmla="*/ 1214397 h 2237474"/>
              <a:gd name="connsiteX45" fmla="*/ 8363469 w 12192000"/>
              <a:gd name="connsiteY45" fmla="*/ 1246658 h 2237474"/>
              <a:gd name="connsiteX46" fmla="*/ 8275497 w 12192000"/>
              <a:gd name="connsiteY46" fmla="*/ 1264396 h 2237474"/>
              <a:gd name="connsiteX47" fmla="*/ 8206287 w 12192000"/>
              <a:gd name="connsiteY47" fmla="*/ 1273060 h 2237474"/>
              <a:gd name="connsiteX48" fmla="*/ 8139997 w 12192000"/>
              <a:gd name="connsiteY48" fmla="*/ 1282713 h 2237474"/>
              <a:gd name="connsiteX49" fmla="*/ 8074238 w 12192000"/>
              <a:gd name="connsiteY49" fmla="*/ 1301895 h 2237474"/>
              <a:gd name="connsiteX50" fmla="*/ 7942099 w 12192000"/>
              <a:gd name="connsiteY50" fmla="*/ 1336332 h 2237474"/>
              <a:gd name="connsiteX51" fmla="*/ 7902328 w 12192000"/>
              <a:gd name="connsiteY51" fmla="*/ 1345865 h 2237474"/>
              <a:gd name="connsiteX52" fmla="*/ 7840612 w 12192000"/>
              <a:gd name="connsiteY52" fmla="*/ 1369373 h 2237474"/>
              <a:gd name="connsiteX53" fmla="*/ 7786819 w 12192000"/>
              <a:gd name="connsiteY53" fmla="*/ 1378970 h 2237474"/>
              <a:gd name="connsiteX54" fmla="*/ 7548172 w 12192000"/>
              <a:gd name="connsiteY54" fmla="*/ 1417460 h 2237474"/>
              <a:gd name="connsiteX55" fmla="*/ 7483437 w 12192000"/>
              <a:gd name="connsiteY55" fmla="*/ 1478152 h 2237474"/>
              <a:gd name="connsiteX56" fmla="*/ 7377870 w 12192000"/>
              <a:gd name="connsiteY56" fmla="*/ 1523319 h 2237474"/>
              <a:gd name="connsiteX57" fmla="*/ 7230737 w 12192000"/>
              <a:gd name="connsiteY57" fmla="*/ 1562633 h 2237474"/>
              <a:gd name="connsiteX58" fmla="*/ 7224458 w 12192000"/>
              <a:gd name="connsiteY58" fmla="*/ 1573008 h 2237474"/>
              <a:gd name="connsiteX59" fmla="*/ 7183121 w 12192000"/>
              <a:gd name="connsiteY59" fmla="*/ 1595162 h 2237474"/>
              <a:gd name="connsiteX60" fmla="*/ 7164601 w 12192000"/>
              <a:gd name="connsiteY60" fmla="*/ 1606490 h 2237474"/>
              <a:gd name="connsiteX61" fmla="*/ 7031309 w 12192000"/>
              <a:gd name="connsiteY61" fmla="*/ 1619451 h 2237474"/>
              <a:gd name="connsiteX62" fmla="*/ 6900177 w 12192000"/>
              <a:gd name="connsiteY62" fmla="*/ 1636016 h 2237474"/>
              <a:gd name="connsiteX63" fmla="*/ 6795372 w 12192000"/>
              <a:gd name="connsiteY63" fmla="*/ 1644845 h 2237474"/>
              <a:gd name="connsiteX64" fmla="*/ 6692251 w 12192000"/>
              <a:gd name="connsiteY64" fmla="*/ 1656357 h 2237474"/>
              <a:gd name="connsiteX65" fmla="*/ 6655235 w 12192000"/>
              <a:gd name="connsiteY65" fmla="*/ 1661869 h 2237474"/>
              <a:gd name="connsiteX66" fmla="*/ 6554894 w 12192000"/>
              <a:gd name="connsiteY66" fmla="*/ 1664428 h 2237474"/>
              <a:gd name="connsiteX67" fmla="*/ 6516595 w 12192000"/>
              <a:gd name="connsiteY67" fmla="*/ 1667475 h 2237474"/>
              <a:gd name="connsiteX68" fmla="*/ 6508541 w 12192000"/>
              <a:gd name="connsiteY68" fmla="*/ 1668757 h 2237474"/>
              <a:gd name="connsiteX69" fmla="*/ 6471012 w 12192000"/>
              <a:gd name="connsiteY69" fmla="*/ 1678604 h 2237474"/>
              <a:gd name="connsiteX70" fmla="*/ 6364035 w 12192000"/>
              <a:gd name="connsiteY70" fmla="*/ 1667683 h 2237474"/>
              <a:gd name="connsiteX71" fmla="*/ 6280959 w 12192000"/>
              <a:gd name="connsiteY71" fmla="*/ 1689329 h 2237474"/>
              <a:gd name="connsiteX72" fmla="*/ 6243319 w 12192000"/>
              <a:gd name="connsiteY72" fmla="*/ 1695560 h 2237474"/>
              <a:gd name="connsiteX73" fmla="*/ 6098321 w 12192000"/>
              <a:gd name="connsiteY73" fmla="*/ 1721646 h 2237474"/>
              <a:gd name="connsiteX74" fmla="*/ 5880652 w 12192000"/>
              <a:gd name="connsiteY74" fmla="*/ 1779643 h 2237474"/>
              <a:gd name="connsiteX75" fmla="*/ 5785959 w 12192000"/>
              <a:gd name="connsiteY75" fmla="*/ 1775307 h 2237474"/>
              <a:gd name="connsiteX76" fmla="*/ 5643534 w 12192000"/>
              <a:gd name="connsiteY76" fmla="*/ 1802919 h 2237474"/>
              <a:gd name="connsiteX77" fmla="*/ 5518799 w 12192000"/>
              <a:gd name="connsiteY77" fmla="*/ 1818312 h 2237474"/>
              <a:gd name="connsiteX78" fmla="*/ 5505014 w 12192000"/>
              <a:gd name="connsiteY78" fmla="*/ 1819259 h 2237474"/>
              <a:gd name="connsiteX79" fmla="*/ 5453307 w 12192000"/>
              <a:gd name="connsiteY79" fmla="*/ 1815450 h 2237474"/>
              <a:gd name="connsiteX80" fmla="*/ 5221533 w 12192000"/>
              <a:gd name="connsiteY80" fmla="*/ 1846950 h 2237474"/>
              <a:gd name="connsiteX81" fmla="*/ 5149802 w 12192000"/>
              <a:gd name="connsiteY81" fmla="*/ 1844846 h 2237474"/>
              <a:gd name="connsiteX82" fmla="*/ 5114927 w 12192000"/>
              <a:gd name="connsiteY82" fmla="*/ 1847827 h 2237474"/>
              <a:gd name="connsiteX83" fmla="*/ 5108970 w 12192000"/>
              <a:gd name="connsiteY83" fmla="*/ 1847935 h 2237474"/>
              <a:gd name="connsiteX84" fmla="*/ 5067961 w 12192000"/>
              <a:gd name="connsiteY84" fmla="*/ 1845917 h 2237474"/>
              <a:gd name="connsiteX85" fmla="*/ 5007075 w 12192000"/>
              <a:gd name="connsiteY85" fmla="*/ 1838626 h 2237474"/>
              <a:gd name="connsiteX86" fmla="*/ 4944087 w 12192000"/>
              <a:gd name="connsiteY86" fmla="*/ 1823332 h 2237474"/>
              <a:gd name="connsiteX87" fmla="*/ 4907662 w 12192000"/>
              <a:gd name="connsiteY87" fmla="*/ 1816900 h 2237474"/>
              <a:gd name="connsiteX88" fmla="*/ 4882386 w 12192000"/>
              <a:gd name="connsiteY88" fmla="*/ 1809844 h 2237474"/>
              <a:gd name="connsiteX89" fmla="*/ 4811440 w 12192000"/>
              <a:gd name="connsiteY89" fmla="*/ 1804655 h 2237474"/>
              <a:gd name="connsiteX90" fmla="*/ 4691075 w 12192000"/>
              <a:gd name="connsiteY90" fmla="*/ 1801389 h 2237474"/>
              <a:gd name="connsiteX91" fmla="*/ 4611738 w 12192000"/>
              <a:gd name="connsiteY91" fmla="*/ 1776964 h 2237474"/>
              <a:gd name="connsiteX92" fmla="*/ 4536503 w 12192000"/>
              <a:gd name="connsiteY92" fmla="*/ 1785334 h 2237474"/>
              <a:gd name="connsiteX93" fmla="*/ 4513724 w 12192000"/>
              <a:gd name="connsiteY93" fmla="*/ 1791996 h 2237474"/>
              <a:gd name="connsiteX94" fmla="*/ 4459810 w 12192000"/>
              <a:gd name="connsiteY94" fmla="*/ 1797886 h 2237474"/>
              <a:gd name="connsiteX95" fmla="*/ 4379064 w 12192000"/>
              <a:gd name="connsiteY95" fmla="*/ 1817177 h 2237474"/>
              <a:gd name="connsiteX96" fmla="*/ 4290981 w 12192000"/>
              <a:gd name="connsiteY96" fmla="*/ 1839677 h 2237474"/>
              <a:gd name="connsiteX97" fmla="*/ 4238372 w 12192000"/>
              <a:gd name="connsiteY97" fmla="*/ 1851480 h 2237474"/>
              <a:gd name="connsiteX98" fmla="*/ 4232517 w 12192000"/>
              <a:gd name="connsiteY98" fmla="*/ 1852567 h 2237474"/>
              <a:gd name="connsiteX99" fmla="*/ 4191732 w 12192000"/>
              <a:gd name="connsiteY99" fmla="*/ 1857328 h 2237474"/>
              <a:gd name="connsiteX100" fmla="*/ 4065532 w 12192000"/>
              <a:gd name="connsiteY100" fmla="*/ 1855477 h 2237474"/>
              <a:gd name="connsiteX101" fmla="*/ 4028460 w 12192000"/>
              <a:gd name="connsiteY101" fmla="*/ 1855137 h 2237474"/>
              <a:gd name="connsiteX102" fmla="*/ 4002267 w 12192000"/>
              <a:gd name="connsiteY102" fmla="*/ 1852352 h 2237474"/>
              <a:gd name="connsiteX103" fmla="*/ 3931396 w 12192000"/>
              <a:gd name="connsiteY103" fmla="*/ 1858915 h 2237474"/>
              <a:gd name="connsiteX104" fmla="*/ 3812162 w 12192000"/>
              <a:gd name="connsiteY104" fmla="*/ 1875501 h 2237474"/>
              <a:gd name="connsiteX105" fmla="*/ 3729530 w 12192000"/>
              <a:gd name="connsiteY105" fmla="*/ 1864513 h 2237474"/>
              <a:gd name="connsiteX106" fmla="*/ 3680177 w 12192000"/>
              <a:gd name="connsiteY106" fmla="*/ 1881552 h 2237474"/>
              <a:gd name="connsiteX107" fmla="*/ 3567259 w 12192000"/>
              <a:gd name="connsiteY107" fmla="*/ 1893482 h 2237474"/>
              <a:gd name="connsiteX108" fmla="*/ 3405770 w 12192000"/>
              <a:gd name="connsiteY108" fmla="*/ 1904591 h 2237474"/>
              <a:gd name="connsiteX109" fmla="*/ 3280097 w 12192000"/>
              <a:gd name="connsiteY109" fmla="*/ 1919610 h 2237474"/>
              <a:gd name="connsiteX110" fmla="*/ 3123424 w 12192000"/>
              <a:gd name="connsiteY110" fmla="*/ 1952930 h 2237474"/>
              <a:gd name="connsiteX111" fmla="*/ 3009910 w 12192000"/>
              <a:gd name="connsiteY111" fmla="*/ 1957866 h 2237474"/>
              <a:gd name="connsiteX112" fmla="*/ 2995934 w 12192000"/>
              <a:gd name="connsiteY112" fmla="*/ 1967085 h 2237474"/>
              <a:gd name="connsiteX113" fmla="*/ 2980071 w 12192000"/>
              <a:gd name="connsiteY113" fmla="*/ 1972988 h 2237474"/>
              <a:gd name="connsiteX114" fmla="*/ 2978094 w 12192000"/>
              <a:gd name="connsiteY114" fmla="*/ 1972369 h 2237474"/>
              <a:gd name="connsiteX115" fmla="*/ 2942858 w 12192000"/>
              <a:gd name="connsiteY115" fmla="*/ 1981367 h 2237474"/>
              <a:gd name="connsiteX116" fmla="*/ 2875436 w 12192000"/>
              <a:gd name="connsiteY116" fmla="*/ 1996977 h 2237474"/>
              <a:gd name="connsiteX117" fmla="*/ 2874892 w 12192000"/>
              <a:gd name="connsiteY117" fmla="*/ 1996085 h 2237474"/>
              <a:gd name="connsiteX118" fmla="*/ 2864145 w 12192000"/>
              <a:gd name="connsiteY118" fmla="*/ 1994061 h 2237474"/>
              <a:gd name="connsiteX119" fmla="*/ 2843662 w 12192000"/>
              <a:gd name="connsiteY119" fmla="*/ 1992498 h 2237474"/>
              <a:gd name="connsiteX120" fmla="*/ 2796128 w 12192000"/>
              <a:gd name="connsiteY120" fmla="*/ 1976403 h 2237474"/>
              <a:gd name="connsiteX121" fmla="*/ 2756784 w 12192000"/>
              <a:gd name="connsiteY121" fmla="*/ 1985116 h 2237474"/>
              <a:gd name="connsiteX122" fmla="*/ 2748833 w 12192000"/>
              <a:gd name="connsiteY122" fmla="*/ 1986323 h 2237474"/>
              <a:gd name="connsiteX123" fmla="*/ 2748661 w 12192000"/>
              <a:gd name="connsiteY123" fmla="*/ 1986122 h 2237474"/>
              <a:gd name="connsiteX124" fmla="*/ 2740251 w 12192000"/>
              <a:gd name="connsiteY124" fmla="*/ 1986946 h 2237474"/>
              <a:gd name="connsiteX125" fmla="*/ 2718916 w 12192000"/>
              <a:gd name="connsiteY125" fmla="*/ 1990867 h 2237474"/>
              <a:gd name="connsiteX126" fmla="*/ 2713522 w 12192000"/>
              <a:gd name="connsiteY126" fmla="*/ 1990173 h 2237474"/>
              <a:gd name="connsiteX127" fmla="*/ 2680597 w 12192000"/>
              <a:gd name="connsiteY127" fmla="*/ 1984996 h 2237474"/>
              <a:gd name="connsiteX128" fmla="*/ 2578178 w 12192000"/>
              <a:gd name="connsiteY128" fmla="*/ 1990531 h 2237474"/>
              <a:gd name="connsiteX129" fmla="*/ 2476147 w 12192000"/>
              <a:gd name="connsiteY129" fmla="*/ 1998305 h 2237474"/>
              <a:gd name="connsiteX130" fmla="*/ 2373568 w 12192000"/>
              <a:gd name="connsiteY130" fmla="*/ 2003219 h 2237474"/>
              <a:gd name="connsiteX131" fmla="*/ 2321399 w 12192000"/>
              <a:gd name="connsiteY131" fmla="*/ 1989467 h 2237474"/>
              <a:gd name="connsiteX132" fmla="*/ 2315525 w 12192000"/>
              <a:gd name="connsiteY132" fmla="*/ 1989708 h 2237474"/>
              <a:gd name="connsiteX133" fmla="*/ 2300792 w 12192000"/>
              <a:gd name="connsiteY133" fmla="*/ 1994290 h 2237474"/>
              <a:gd name="connsiteX134" fmla="*/ 2295469 w 12192000"/>
              <a:gd name="connsiteY134" fmla="*/ 1996659 h 2237474"/>
              <a:gd name="connsiteX135" fmla="*/ 2287219 w 12192000"/>
              <a:gd name="connsiteY135" fmla="*/ 1998750 h 2237474"/>
              <a:gd name="connsiteX136" fmla="*/ 2286948 w 12192000"/>
              <a:gd name="connsiteY136" fmla="*/ 1998596 h 2237474"/>
              <a:gd name="connsiteX137" fmla="*/ 2243069 w 12192000"/>
              <a:gd name="connsiteY137" fmla="*/ 2015111 h 2237474"/>
              <a:gd name="connsiteX138" fmla="*/ 2186609 w 12192000"/>
              <a:gd name="connsiteY138" fmla="*/ 2008263 h 2237474"/>
              <a:gd name="connsiteX139" fmla="*/ 2164831 w 12192000"/>
              <a:gd name="connsiteY139" fmla="*/ 2010143 h 2237474"/>
              <a:gd name="connsiteX140" fmla="*/ 2152836 w 12192000"/>
              <a:gd name="connsiteY140" fmla="*/ 2010048 h 2237474"/>
              <a:gd name="connsiteX141" fmla="*/ 2117102 w 12192000"/>
              <a:gd name="connsiteY141" fmla="*/ 2023004 h 2237474"/>
              <a:gd name="connsiteX142" fmla="*/ 2111935 w 12192000"/>
              <a:gd name="connsiteY142" fmla="*/ 2023163 h 2237474"/>
              <a:gd name="connsiteX143" fmla="*/ 2089991 w 12192000"/>
              <a:gd name="connsiteY143" fmla="*/ 2034193 h 2237474"/>
              <a:gd name="connsiteX144" fmla="*/ 2058061 w 12192000"/>
              <a:gd name="connsiteY144" fmla="*/ 2047942 h 2237474"/>
              <a:gd name="connsiteX145" fmla="*/ 2055737 w 12192000"/>
              <a:gd name="connsiteY145" fmla="*/ 2047704 h 2237474"/>
              <a:gd name="connsiteX146" fmla="*/ 2042244 w 12192000"/>
              <a:gd name="connsiteY146" fmla="*/ 2055560 h 2237474"/>
              <a:gd name="connsiteX147" fmla="*/ 1976224 w 12192000"/>
              <a:gd name="connsiteY147" fmla="*/ 2074257 h 2237474"/>
              <a:gd name="connsiteX148" fmla="*/ 1877728 w 12192000"/>
              <a:gd name="connsiteY148" fmla="*/ 2101004 h 2237474"/>
              <a:gd name="connsiteX149" fmla="*/ 1759056 w 12192000"/>
              <a:gd name="connsiteY149" fmla="*/ 2125608 h 2237474"/>
              <a:gd name="connsiteX150" fmla="*/ 1637948 w 12192000"/>
              <a:gd name="connsiteY150" fmla="*/ 2172597 h 2237474"/>
              <a:gd name="connsiteX151" fmla="*/ 1434549 w 12192000"/>
              <a:gd name="connsiteY151" fmla="*/ 2234522 h 2237474"/>
              <a:gd name="connsiteX152" fmla="*/ 1398481 w 12192000"/>
              <a:gd name="connsiteY152" fmla="*/ 2237074 h 2237474"/>
              <a:gd name="connsiteX153" fmla="*/ 1398407 w 12192000"/>
              <a:gd name="connsiteY153" fmla="*/ 2237095 h 2237474"/>
              <a:gd name="connsiteX154" fmla="*/ 1370962 w 12192000"/>
              <a:gd name="connsiteY154" fmla="*/ 2237474 h 2237474"/>
              <a:gd name="connsiteX155" fmla="*/ 1356367 w 12192000"/>
              <a:gd name="connsiteY155" fmla="*/ 2235089 h 2237474"/>
              <a:gd name="connsiteX156" fmla="*/ 1324828 w 12192000"/>
              <a:gd name="connsiteY156" fmla="*/ 2231968 h 2237474"/>
              <a:gd name="connsiteX157" fmla="*/ 1297744 w 12192000"/>
              <a:gd name="connsiteY157" fmla="*/ 2235849 h 2237474"/>
              <a:gd name="connsiteX158" fmla="*/ 1286236 w 12192000"/>
              <a:gd name="connsiteY158" fmla="*/ 2233135 h 2237474"/>
              <a:gd name="connsiteX159" fmla="*/ 1283504 w 12192000"/>
              <a:gd name="connsiteY159" fmla="*/ 2233797 h 2237474"/>
              <a:gd name="connsiteX160" fmla="*/ 1279765 w 12192000"/>
              <a:gd name="connsiteY160" fmla="*/ 2229639 h 2237474"/>
              <a:gd name="connsiteX161" fmla="*/ 1195347 w 12192000"/>
              <a:gd name="connsiteY161" fmla="*/ 2212354 h 2237474"/>
              <a:gd name="connsiteX162" fmla="*/ 970251 w 12192000"/>
              <a:gd name="connsiteY162" fmla="*/ 2221029 h 2237474"/>
              <a:gd name="connsiteX163" fmla="*/ 812914 w 12192000"/>
              <a:gd name="connsiteY163" fmla="*/ 2202752 h 2237474"/>
              <a:gd name="connsiteX164" fmla="*/ 800195 w 12192000"/>
              <a:gd name="connsiteY164" fmla="*/ 2209407 h 2237474"/>
              <a:gd name="connsiteX165" fmla="*/ 784978 w 12192000"/>
              <a:gd name="connsiteY165" fmla="*/ 2212360 h 2237474"/>
              <a:gd name="connsiteX166" fmla="*/ 681987 w 12192000"/>
              <a:gd name="connsiteY166" fmla="*/ 2216757 h 2237474"/>
              <a:gd name="connsiteX167" fmla="*/ 669923 w 12192000"/>
              <a:gd name="connsiteY167" fmla="*/ 2211682 h 2237474"/>
              <a:gd name="connsiteX168" fmla="*/ 648680 w 12192000"/>
              <a:gd name="connsiteY168" fmla="*/ 2206229 h 2237474"/>
              <a:gd name="connsiteX169" fmla="*/ 597225 w 12192000"/>
              <a:gd name="connsiteY169" fmla="*/ 2180999 h 2237474"/>
              <a:gd name="connsiteX170" fmla="*/ 558449 w 12192000"/>
              <a:gd name="connsiteY170" fmla="*/ 2182346 h 2237474"/>
              <a:gd name="connsiteX171" fmla="*/ 550517 w 12192000"/>
              <a:gd name="connsiteY171" fmla="*/ 2182060 h 2237474"/>
              <a:gd name="connsiteX172" fmla="*/ 550309 w 12192000"/>
              <a:gd name="connsiteY172" fmla="*/ 2181825 h 2237474"/>
              <a:gd name="connsiteX173" fmla="*/ 541836 w 12192000"/>
              <a:gd name="connsiteY173" fmla="*/ 2181063 h 2237474"/>
              <a:gd name="connsiteX174" fmla="*/ 536057 w 12192000"/>
              <a:gd name="connsiteY174" fmla="*/ 2181537 h 2237474"/>
              <a:gd name="connsiteX175" fmla="*/ 520671 w 12192000"/>
              <a:gd name="connsiteY175" fmla="*/ 2180980 h 2237474"/>
              <a:gd name="connsiteX176" fmla="*/ 515024 w 12192000"/>
              <a:gd name="connsiteY176" fmla="*/ 2179258 h 2237474"/>
              <a:gd name="connsiteX177" fmla="*/ 512278 w 12192000"/>
              <a:gd name="connsiteY177" fmla="*/ 2176369 h 2237474"/>
              <a:gd name="connsiteX178" fmla="*/ 480419 w 12192000"/>
              <a:gd name="connsiteY178" fmla="*/ 2167807 h 2237474"/>
              <a:gd name="connsiteX179" fmla="*/ 413835 w 12192000"/>
              <a:gd name="connsiteY179" fmla="*/ 2156783 h 2237474"/>
              <a:gd name="connsiteX180" fmla="*/ 376513 w 12192000"/>
              <a:gd name="connsiteY180" fmla="*/ 2154014 h 2237474"/>
              <a:gd name="connsiteX181" fmla="*/ 273386 w 12192000"/>
              <a:gd name="connsiteY181" fmla="*/ 2142551 h 2237474"/>
              <a:gd name="connsiteX182" fmla="*/ 169207 w 12192000"/>
              <a:gd name="connsiteY182" fmla="*/ 2128100 h 2237474"/>
              <a:gd name="connsiteX183" fmla="*/ 93149 w 12192000"/>
              <a:gd name="connsiteY183" fmla="*/ 2105324 h 2237474"/>
              <a:gd name="connsiteX184" fmla="*/ 88109 w 12192000"/>
              <a:gd name="connsiteY184" fmla="*/ 2106704 h 2237474"/>
              <a:gd name="connsiteX185" fmla="*/ 80022 w 12192000"/>
              <a:gd name="connsiteY185" fmla="*/ 2107254 h 2237474"/>
              <a:gd name="connsiteX186" fmla="*/ 79717 w 12192000"/>
              <a:gd name="connsiteY186" fmla="*/ 2107046 h 2237474"/>
              <a:gd name="connsiteX187" fmla="*/ 72352 w 12192000"/>
              <a:gd name="connsiteY187" fmla="*/ 2107991 h 2237474"/>
              <a:gd name="connsiteX188" fmla="*/ 37645 w 12192000"/>
              <a:gd name="connsiteY188" fmla="*/ 2115401 h 2237474"/>
              <a:gd name="connsiteX189" fmla="*/ 4572 w 12192000"/>
              <a:gd name="connsiteY189" fmla="*/ 2111091 h 2237474"/>
              <a:gd name="connsiteX190" fmla="*/ 0 w 12192000"/>
              <a:gd name="connsiteY190" fmla="*/ 2110468 h 2237474"/>
              <a:gd name="connsiteX191" fmla="*/ 0 w 12192000"/>
              <a:gd name="connsiteY191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44189 w 12192000"/>
              <a:gd name="connsiteY24" fmla="*/ 938966 h 2237474"/>
              <a:gd name="connsiteX25" fmla="*/ 9500499 w 12192000"/>
              <a:gd name="connsiteY25" fmla="*/ 954680 h 2237474"/>
              <a:gd name="connsiteX26" fmla="*/ 9428195 w 12192000"/>
              <a:gd name="connsiteY26" fmla="*/ 986225 h 2237474"/>
              <a:gd name="connsiteX27" fmla="*/ 9410017 w 12192000"/>
              <a:gd name="connsiteY27" fmla="*/ 993931 h 2237474"/>
              <a:gd name="connsiteX28" fmla="*/ 9392919 w 12192000"/>
              <a:gd name="connsiteY28" fmla="*/ 994656 h 2237474"/>
              <a:gd name="connsiteX29" fmla="*/ 9278619 w 12192000"/>
              <a:gd name="connsiteY29" fmla="*/ 1011878 h 2237474"/>
              <a:gd name="connsiteX30" fmla="*/ 9268019 w 12192000"/>
              <a:gd name="connsiteY30" fmla="*/ 1007442 h 2237474"/>
              <a:gd name="connsiteX31" fmla="*/ 9234662 w 12192000"/>
              <a:gd name="connsiteY31" fmla="*/ 1023056 h 2237474"/>
              <a:gd name="connsiteX32" fmla="*/ 9181033 w 12192000"/>
              <a:gd name="connsiteY32" fmla="*/ 1037921 h 2237474"/>
              <a:gd name="connsiteX33" fmla="*/ 9155969 w 12192000"/>
              <a:gd name="connsiteY33" fmla="*/ 1046804 h 2237474"/>
              <a:gd name="connsiteX34" fmla="*/ 9133985 w 12192000"/>
              <a:gd name="connsiteY34" fmla="*/ 1046450 h 2237474"/>
              <a:gd name="connsiteX35" fmla="*/ 9003462 w 12192000"/>
              <a:gd name="connsiteY35" fmla="*/ 1042406 h 2237474"/>
              <a:gd name="connsiteX36" fmla="*/ 8968445 w 12192000"/>
              <a:gd name="connsiteY36" fmla="*/ 1052169 h 2237474"/>
              <a:gd name="connsiteX37" fmla="*/ 8886001 w 12192000"/>
              <a:gd name="connsiteY37" fmla="*/ 1067468 h 2237474"/>
              <a:gd name="connsiteX38" fmla="*/ 8838610 w 12192000"/>
              <a:gd name="connsiteY38" fmla="*/ 1075091 h 2237474"/>
              <a:gd name="connsiteX39" fmla="*/ 8750383 w 12192000"/>
              <a:gd name="connsiteY39" fmla="*/ 1097387 h 2237474"/>
              <a:gd name="connsiteX40" fmla="*/ 8665605 w 12192000"/>
              <a:gd name="connsiteY40" fmla="*/ 1110791 h 2237474"/>
              <a:gd name="connsiteX41" fmla="*/ 8584946 w 12192000"/>
              <a:gd name="connsiteY41" fmla="*/ 1135226 h 2237474"/>
              <a:gd name="connsiteX42" fmla="*/ 8460755 w 12192000"/>
              <a:gd name="connsiteY42" fmla="*/ 1203427 h 2237474"/>
              <a:gd name="connsiteX43" fmla="*/ 8419755 w 12192000"/>
              <a:gd name="connsiteY43" fmla="*/ 1216260 h 2237474"/>
              <a:gd name="connsiteX44" fmla="*/ 8411626 w 12192000"/>
              <a:gd name="connsiteY44" fmla="*/ 1214397 h 2237474"/>
              <a:gd name="connsiteX45" fmla="*/ 8363469 w 12192000"/>
              <a:gd name="connsiteY45" fmla="*/ 1246658 h 2237474"/>
              <a:gd name="connsiteX46" fmla="*/ 8275497 w 12192000"/>
              <a:gd name="connsiteY46" fmla="*/ 1264396 h 2237474"/>
              <a:gd name="connsiteX47" fmla="*/ 8206287 w 12192000"/>
              <a:gd name="connsiteY47" fmla="*/ 1273060 h 2237474"/>
              <a:gd name="connsiteX48" fmla="*/ 8139997 w 12192000"/>
              <a:gd name="connsiteY48" fmla="*/ 1282713 h 2237474"/>
              <a:gd name="connsiteX49" fmla="*/ 8074238 w 12192000"/>
              <a:gd name="connsiteY49" fmla="*/ 1301895 h 2237474"/>
              <a:gd name="connsiteX50" fmla="*/ 7942099 w 12192000"/>
              <a:gd name="connsiteY50" fmla="*/ 1336332 h 2237474"/>
              <a:gd name="connsiteX51" fmla="*/ 7902328 w 12192000"/>
              <a:gd name="connsiteY51" fmla="*/ 1345865 h 2237474"/>
              <a:gd name="connsiteX52" fmla="*/ 7840612 w 12192000"/>
              <a:gd name="connsiteY52" fmla="*/ 1369373 h 2237474"/>
              <a:gd name="connsiteX53" fmla="*/ 7786819 w 12192000"/>
              <a:gd name="connsiteY53" fmla="*/ 1378970 h 2237474"/>
              <a:gd name="connsiteX54" fmla="*/ 7548172 w 12192000"/>
              <a:gd name="connsiteY54" fmla="*/ 1417460 h 2237474"/>
              <a:gd name="connsiteX55" fmla="*/ 7483437 w 12192000"/>
              <a:gd name="connsiteY55" fmla="*/ 1478152 h 2237474"/>
              <a:gd name="connsiteX56" fmla="*/ 7377870 w 12192000"/>
              <a:gd name="connsiteY56" fmla="*/ 1523319 h 2237474"/>
              <a:gd name="connsiteX57" fmla="*/ 7230737 w 12192000"/>
              <a:gd name="connsiteY57" fmla="*/ 1562633 h 2237474"/>
              <a:gd name="connsiteX58" fmla="*/ 7224458 w 12192000"/>
              <a:gd name="connsiteY58" fmla="*/ 1573008 h 2237474"/>
              <a:gd name="connsiteX59" fmla="*/ 7183121 w 12192000"/>
              <a:gd name="connsiteY59" fmla="*/ 1595162 h 2237474"/>
              <a:gd name="connsiteX60" fmla="*/ 7164601 w 12192000"/>
              <a:gd name="connsiteY60" fmla="*/ 1606490 h 2237474"/>
              <a:gd name="connsiteX61" fmla="*/ 7031309 w 12192000"/>
              <a:gd name="connsiteY61" fmla="*/ 1619451 h 2237474"/>
              <a:gd name="connsiteX62" fmla="*/ 6900177 w 12192000"/>
              <a:gd name="connsiteY62" fmla="*/ 1636016 h 2237474"/>
              <a:gd name="connsiteX63" fmla="*/ 6795372 w 12192000"/>
              <a:gd name="connsiteY63" fmla="*/ 1644845 h 2237474"/>
              <a:gd name="connsiteX64" fmla="*/ 6692251 w 12192000"/>
              <a:gd name="connsiteY64" fmla="*/ 1656357 h 2237474"/>
              <a:gd name="connsiteX65" fmla="*/ 6655235 w 12192000"/>
              <a:gd name="connsiteY65" fmla="*/ 1661869 h 2237474"/>
              <a:gd name="connsiteX66" fmla="*/ 6554894 w 12192000"/>
              <a:gd name="connsiteY66" fmla="*/ 1664428 h 2237474"/>
              <a:gd name="connsiteX67" fmla="*/ 6516595 w 12192000"/>
              <a:gd name="connsiteY67" fmla="*/ 1667475 h 2237474"/>
              <a:gd name="connsiteX68" fmla="*/ 6508541 w 12192000"/>
              <a:gd name="connsiteY68" fmla="*/ 1668757 h 2237474"/>
              <a:gd name="connsiteX69" fmla="*/ 6471012 w 12192000"/>
              <a:gd name="connsiteY69" fmla="*/ 1678604 h 2237474"/>
              <a:gd name="connsiteX70" fmla="*/ 6364035 w 12192000"/>
              <a:gd name="connsiteY70" fmla="*/ 1667683 h 2237474"/>
              <a:gd name="connsiteX71" fmla="*/ 6280959 w 12192000"/>
              <a:gd name="connsiteY71" fmla="*/ 1689329 h 2237474"/>
              <a:gd name="connsiteX72" fmla="*/ 6243319 w 12192000"/>
              <a:gd name="connsiteY72" fmla="*/ 1695560 h 2237474"/>
              <a:gd name="connsiteX73" fmla="*/ 6098321 w 12192000"/>
              <a:gd name="connsiteY73" fmla="*/ 1721646 h 2237474"/>
              <a:gd name="connsiteX74" fmla="*/ 5880652 w 12192000"/>
              <a:gd name="connsiteY74" fmla="*/ 1779643 h 2237474"/>
              <a:gd name="connsiteX75" fmla="*/ 5785959 w 12192000"/>
              <a:gd name="connsiteY75" fmla="*/ 1775307 h 2237474"/>
              <a:gd name="connsiteX76" fmla="*/ 5643534 w 12192000"/>
              <a:gd name="connsiteY76" fmla="*/ 1802919 h 2237474"/>
              <a:gd name="connsiteX77" fmla="*/ 5518799 w 12192000"/>
              <a:gd name="connsiteY77" fmla="*/ 1818312 h 2237474"/>
              <a:gd name="connsiteX78" fmla="*/ 5505014 w 12192000"/>
              <a:gd name="connsiteY78" fmla="*/ 1819259 h 2237474"/>
              <a:gd name="connsiteX79" fmla="*/ 5453307 w 12192000"/>
              <a:gd name="connsiteY79" fmla="*/ 1815450 h 2237474"/>
              <a:gd name="connsiteX80" fmla="*/ 5221533 w 12192000"/>
              <a:gd name="connsiteY80" fmla="*/ 1846950 h 2237474"/>
              <a:gd name="connsiteX81" fmla="*/ 5149802 w 12192000"/>
              <a:gd name="connsiteY81" fmla="*/ 1844846 h 2237474"/>
              <a:gd name="connsiteX82" fmla="*/ 5114927 w 12192000"/>
              <a:gd name="connsiteY82" fmla="*/ 1847827 h 2237474"/>
              <a:gd name="connsiteX83" fmla="*/ 5108970 w 12192000"/>
              <a:gd name="connsiteY83" fmla="*/ 1847935 h 2237474"/>
              <a:gd name="connsiteX84" fmla="*/ 5067961 w 12192000"/>
              <a:gd name="connsiteY84" fmla="*/ 1845917 h 2237474"/>
              <a:gd name="connsiteX85" fmla="*/ 5007075 w 12192000"/>
              <a:gd name="connsiteY85" fmla="*/ 1838626 h 2237474"/>
              <a:gd name="connsiteX86" fmla="*/ 4944087 w 12192000"/>
              <a:gd name="connsiteY86" fmla="*/ 1823332 h 2237474"/>
              <a:gd name="connsiteX87" fmla="*/ 4907662 w 12192000"/>
              <a:gd name="connsiteY87" fmla="*/ 1816900 h 2237474"/>
              <a:gd name="connsiteX88" fmla="*/ 4882386 w 12192000"/>
              <a:gd name="connsiteY88" fmla="*/ 1809844 h 2237474"/>
              <a:gd name="connsiteX89" fmla="*/ 4811440 w 12192000"/>
              <a:gd name="connsiteY89" fmla="*/ 1804655 h 2237474"/>
              <a:gd name="connsiteX90" fmla="*/ 4691075 w 12192000"/>
              <a:gd name="connsiteY90" fmla="*/ 1801389 h 2237474"/>
              <a:gd name="connsiteX91" fmla="*/ 4640313 w 12192000"/>
              <a:gd name="connsiteY91" fmla="*/ 1784307 h 2237474"/>
              <a:gd name="connsiteX92" fmla="*/ 4536503 w 12192000"/>
              <a:gd name="connsiteY92" fmla="*/ 1785334 h 2237474"/>
              <a:gd name="connsiteX93" fmla="*/ 4513724 w 12192000"/>
              <a:gd name="connsiteY93" fmla="*/ 1791996 h 2237474"/>
              <a:gd name="connsiteX94" fmla="*/ 4459810 w 12192000"/>
              <a:gd name="connsiteY94" fmla="*/ 1797886 h 2237474"/>
              <a:gd name="connsiteX95" fmla="*/ 4379064 w 12192000"/>
              <a:gd name="connsiteY95" fmla="*/ 1817177 h 2237474"/>
              <a:gd name="connsiteX96" fmla="*/ 4290981 w 12192000"/>
              <a:gd name="connsiteY96" fmla="*/ 1839677 h 2237474"/>
              <a:gd name="connsiteX97" fmla="*/ 4238372 w 12192000"/>
              <a:gd name="connsiteY97" fmla="*/ 1851480 h 2237474"/>
              <a:gd name="connsiteX98" fmla="*/ 4232517 w 12192000"/>
              <a:gd name="connsiteY98" fmla="*/ 1852567 h 2237474"/>
              <a:gd name="connsiteX99" fmla="*/ 4191732 w 12192000"/>
              <a:gd name="connsiteY99" fmla="*/ 1857328 h 2237474"/>
              <a:gd name="connsiteX100" fmla="*/ 4065532 w 12192000"/>
              <a:gd name="connsiteY100" fmla="*/ 1855477 h 2237474"/>
              <a:gd name="connsiteX101" fmla="*/ 4028460 w 12192000"/>
              <a:gd name="connsiteY101" fmla="*/ 1855137 h 2237474"/>
              <a:gd name="connsiteX102" fmla="*/ 4002267 w 12192000"/>
              <a:gd name="connsiteY102" fmla="*/ 1852352 h 2237474"/>
              <a:gd name="connsiteX103" fmla="*/ 3931396 w 12192000"/>
              <a:gd name="connsiteY103" fmla="*/ 1858915 h 2237474"/>
              <a:gd name="connsiteX104" fmla="*/ 3812162 w 12192000"/>
              <a:gd name="connsiteY104" fmla="*/ 1875501 h 2237474"/>
              <a:gd name="connsiteX105" fmla="*/ 3729530 w 12192000"/>
              <a:gd name="connsiteY105" fmla="*/ 1864513 h 2237474"/>
              <a:gd name="connsiteX106" fmla="*/ 3680177 w 12192000"/>
              <a:gd name="connsiteY106" fmla="*/ 1881552 h 2237474"/>
              <a:gd name="connsiteX107" fmla="*/ 3567259 w 12192000"/>
              <a:gd name="connsiteY107" fmla="*/ 1893482 h 2237474"/>
              <a:gd name="connsiteX108" fmla="*/ 3405770 w 12192000"/>
              <a:gd name="connsiteY108" fmla="*/ 1904591 h 2237474"/>
              <a:gd name="connsiteX109" fmla="*/ 3280097 w 12192000"/>
              <a:gd name="connsiteY109" fmla="*/ 1919610 h 2237474"/>
              <a:gd name="connsiteX110" fmla="*/ 3123424 w 12192000"/>
              <a:gd name="connsiteY110" fmla="*/ 1952930 h 2237474"/>
              <a:gd name="connsiteX111" fmla="*/ 3009910 w 12192000"/>
              <a:gd name="connsiteY111" fmla="*/ 1957866 h 2237474"/>
              <a:gd name="connsiteX112" fmla="*/ 2995934 w 12192000"/>
              <a:gd name="connsiteY112" fmla="*/ 1967085 h 2237474"/>
              <a:gd name="connsiteX113" fmla="*/ 2980071 w 12192000"/>
              <a:gd name="connsiteY113" fmla="*/ 1972988 h 2237474"/>
              <a:gd name="connsiteX114" fmla="*/ 2978094 w 12192000"/>
              <a:gd name="connsiteY114" fmla="*/ 1972369 h 2237474"/>
              <a:gd name="connsiteX115" fmla="*/ 2942858 w 12192000"/>
              <a:gd name="connsiteY115" fmla="*/ 1981367 h 2237474"/>
              <a:gd name="connsiteX116" fmla="*/ 2875436 w 12192000"/>
              <a:gd name="connsiteY116" fmla="*/ 1996977 h 2237474"/>
              <a:gd name="connsiteX117" fmla="*/ 2874892 w 12192000"/>
              <a:gd name="connsiteY117" fmla="*/ 1996085 h 2237474"/>
              <a:gd name="connsiteX118" fmla="*/ 2864145 w 12192000"/>
              <a:gd name="connsiteY118" fmla="*/ 1994061 h 2237474"/>
              <a:gd name="connsiteX119" fmla="*/ 2843662 w 12192000"/>
              <a:gd name="connsiteY119" fmla="*/ 1992498 h 2237474"/>
              <a:gd name="connsiteX120" fmla="*/ 2796128 w 12192000"/>
              <a:gd name="connsiteY120" fmla="*/ 1976403 h 2237474"/>
              <a:gd name="connsiteX121" fmla="*/ 2756784 w 12192000"/>
              <a:gd name="connsiteY121" fmla="*/ 1985116 h 2237474"/>
              <a:gd name="connsiteX122" fmla="*/ 2748833 w 12192000"/>
              <a:gd name="connsiteY122" fmla="*/ 1986323 h 2237474"/>
              <a:gd name="connsiteX123" fmla="*/ 2748661 w 12192000"/>
              <a:gd name="connsiteY123" fmla="*/ 1986122 h 2237474"/>
              <a:gd name="connsiteX124" fmla="*/ 2740251 w 12192000"/>
              <a:gd name="connsiteY124" fmla="*/ 1986946 h 2237474"/>
              <a:gd name="connsiteX125" fmla="*/ 2718916 w 12192000"/>
              <a:gd name="connsiteY125" fmla="*/ 1990867 h 2237474"/>
              <a:gd name="connsiteX126" fmla="*/ 2713522 w 12192000"/>
              <a:gd name="connsiteY126" fmla="*/ 1990173 h 2237474"/>
              <a:gd name="connsiteX127" fmla="*/ 2680597 w 12192000"/>
              <a:gd name="connsiteY127" fmla="*/ 1984996 h 2237474"/>
              <a:gd name="connsiteX128" fmla="*/ 2578178 w 12192000"/>
              <a:gd name="connsiteY128" fmla="*/ 1990531 h 2237474"/>
              <a:gd name="connsiteX129" fmla="*/ 2476147 w 12192000"/>
              <a:gd name="connsiteY129" fmla="*/ 1998305 h 2237474"/>
              <a:gd name="connsiteX130" fmla="*/ 2373568 w 12192000"/>
              <a:gd name="connsiteY130" fmla="*/ 2003219 h 2237474"/>
              <a:gd name="connsiteX131" fmla="*/ 2321399 w 12192000"/>
              <a:gd name="connsiteY131" fmla="*/ 1989467 h 2237474"/>
              <a:gd name="connsiteX132" fmla="*/ 2315525 w 12192000"/>
              <a:gd name="connsiteY132" fmla="*/ 1989708 h 2237474"/>
              <a:gd name="connsiteX133" fmla="*/ 2300792 w 12192000"/>
              <a:gd name="connsiteY133" fmla="*/ 1994290 h 2237474"/>
              <a:gd name="connsiteX134" fmla="*/ 2295469 w 12192000"/>
              <a:gd name="connsiteY134" fmla="*/ 1996659 h 2237474"/>
              <a:gd name="connsiteX135" fmla="*/ 2287219 w 12192000"/>
              <a:gd name="connsiteY135" fmla="*/ 1998750 h 2237474"/>
              <a:gd name="connsiteX136" fmla="*/ 2286948 w 12192000"/>
              <a:gd name="connsiteY136" fmla="*/ 1998596 h 2237474"/>
              <a:gd name="connsiteX137" fmla="*/ 2243069 w 12192000"/>
              <a:gd name="connsiteY137" fmla="*/ 2015111 h 2237474"/>
              <a:gd name="connsiteX138" fmla="*/ 2186609 w 12192000"/>
              <a:gd name="connsiteY138" fmla="*/ 2008263 h 2237474"/>
              <a:gd name="connsiteX139" fmla="*/ 2164831 w 12192000"/>
              <a:gd name="connsiteY139" fmla="*/ 2010143 h 2237474"/>
              <a:gd name="connsiteX140" fmla="*/ 2152836 w 12192000"/>
              <a:gd name="connsiteY140" fmla="*/ 2010048 h 2237474"/>
              <a:gd name="connsiteX141" fmla="*/ 2117102 w 12192000"/>
              <a:gd name="connsiteY141" fmla="*/ 2023004 h 2237474"/>
              <a:gd name="connsiteX142" fmla="*/ 2111935 w 12192000"/>
              <a:gd name="connsiteY142" fmla="*/ 2023163 h 2237474"/>
              <a:gd name="connsiteX143" fmla="*/ 2089991 w 12192000"/>
              <a:gd name="connsiteY143" fmla="*/ 2034193 h 2237474"/>
              <a:gd name="connsiteX144" fmla="*/ 2058061 w 12192000"/>
              <a:gd name="connsiteY144" fmla="*/ 2047942 h 2237474"/>
              <a:gd name="connsiteX145" fmla="*/ 2055737 w 12192000"/>
              <a:gd name="connsiteY145" fmla="*/ 2047704 h 2237474"/>
              <a:gd name="connsiteX146" fmla="*/ 2042244 w 12192000"/>
              <a:gd name="connsiteY146" fmla="*/ 2055560 h 2237474"/>
              <a:gd name="connsiteX147" fmla="*/ 1976224 w 12192000"/>
              <a:gd name="connsiteY147" fmla="*/ 2074257 h 2237474"/>
              <a:gd name="connsiteX148" fmla="*/ 1877728 w 12192000"/>
              <a:gd name="connsiteY148" fmla="*/ 2101004 h 2237474"/>
              <a:gd name="connsiteX149" fmla="*/ 1759056 w 12192000"/>
              <a:gd name="connsiteY149" fmla="*/ 2125608 h 2237474"/>
              <a:gd name="connsiteX150" fmla="*/ 1637948 w 12192000"/>
              <a:gd name="connsiteY150" fmla="*/ 2172597 h 2237474"/>
              <a:gd name="connsiteX151" fmla="*/ 1434549 w 12192000"/>
              <a:gd name="connsiteY151" fmla="*/ 2234522 h 2237474"/>
              <a:gd name="connsiteX152" fmla="*/ 1398481 w 12192000"/>
              <a:gd name="connsiteY152" fmla="*/ 2237074 h 2237474"/>
              <a:gd name="connsiteX153" fmla="*/ 1398407 w 12192000"/>
              <a:gd name="connsiteY153" fmla="*/ 2237095 h 2237474"/>
              <a:gd name="connsiteX154" fmla="*/ 1370962 w 12192000"/>
              <a:gd name="connsiteY154" fmla="*/ 2237474 h 2237474"/>
              <a:gd name="connsiteX155" fmla="*/ 1356367 w 12192000"/>
              <a:gd name="connsiteY155" fmla="*/ 2235089 h 2237474"/>
              <a:gd name="connsiteX156" fmla="*/ 1324828 w 12192000"/>
              <a:gd name="connsiteY156" fmla="*/ 2231968 h 2237474"/>
              <a:gd name="connsiteX157" fmla="*/ 1297744 w 12192000"/>
              <a:gd name="connsiteY157" fmla="*/ 2235849 h 2237474"/>
              <a:gd name="connsiteX158" fmla="*/ 1286236 w 12192000"/>
              <a:gd name="connsiteY158" fmla="*/ 2233135 h 2237474"/>
              <a:gd name="connsiteX159" fmla="*/ 1283504 w 12192000"/>
              <a:gd name="connsiteY159" fmla="*/ 2233797 h 2237474"/>
              <a:gd name="connsiteX160" fmla="*/ 1279765 w 12192000"/>
              <a:gd name="connsiteY160" fmla="*/ 2229639 h 2237474"/>
              <a:gd name="connsiteX161" fmla="*/ 1195347 w 12192000"/>
              <a:gd name="connsiteY161" fmla="*/ 2212354 h 2237474"/>
              <a:gd name="connsiteX162" fmla="*/ 970251 w 12192000"/>
              <a:gd name="connsiteY162" fmla="*/ 2221029 h 2237474"/>
              <a:gd name="connsiteX163" fmla="*/ 812914 w 12192000"/>
              <a:gd name="connsiteY163" fmla="*/ 2202752 h 2237474"/>
              <a:gd name="connsiteX164" fmla="*/ 800195 w 12192000"/>
              <a:gd name="connsiteY164" fmla="*/ 2209407 h 2237474"/>
              <a:gd name="connsiteX165" fmla="*/ 784978 w 12192000"/>
              <a:gd name="connsiteY165" fmla="*/ 2212360 h 2237474"/>
              <a:gd name="connsiteX166" fmla="*/ 681987 w 12192000"/>
              <a:gd name="connsiteY166" fmla="*/ 2216757 h 2237474"/>
              <a:gd name="connsiteX167" fmla="*/ 669923 w 12192000"/>
              <a:gd name="connsiteY167" fmla="*/ 2211682 h 2237474"/>
              <a:gd name="connsiteX168" fmla="*/ 648680 w 12192000"/>
              <a:gd name="connsiteY168" fmla="*/ 2206229 h 2237474"/>
              <a:gd name="connsiteX169" fmla="*/ 597225 w 12192000"/>
              <a:gd name="connsiteY169" fmla="*/ 2180999 h 2237474"/>
              <a:gd name="connsiteX170" fmla="*/ 558449 w 12192000"/>
              <a:gd name="connsiteY170" fmla="*/ 2182346 h 2237474"/>
              <a:gd name="connsiteX171" fmla="*/ 550517 w 12192000"/>
              <a:gd name="connsiteY171" fmla="*/ 2182060 h 2237474"/>
              <a:gd name="connsiteX172" fmla="*/ 550309 w 12192000"/>
              <a:gd name="connsiteY172" fmla="*/ 2181825 h 2237474"/>
              <a:gd name="connsiteX173" fmla="*/ 541836 w 12192000"/>
              <a:gd name="connsiteY173" fmla="*/ 2181063 h 2237474"/>
              <a:gd name="connsiteX174" fmla="*/ 536057 w 12192000"/>
              <a:gd name="connsiteY174" fmla="*/ 2181537 h 2237474"/>
              <a:gd name="connsiteX175" fmla="*/ 520671 w 12192000"/>
              <a:gd name="connsiteY175" fmla="*/ 2180980 h 2237474"/>
              <a:gd name="connsiteX176" fmla="*/ 515024 w 12192000"/>
              <a:gd name="connsiteY176" fmla="*/ 2179258 h 2237474"/>
              <a:gd name="connsiteX177" fmla="*/ 512278 w 12192000"/>
              <a:gd name="connsiteY177" fmla="*/ 2176369 h 2237474"/>
              <a:gd name="connsiteX178" fmla="*/ 480419 w 12192000"/>
              <a:gd name="connsiteY178" fmla="*/ 2167807 h 2237474"/>
              <a:gd name="connsiteX179" fmla="*/ 413835 w 12192000"/>
              <a:gd name="connsiteY179" fmla="*/ 2156783 h 2237474"/>
              <a:gd name="connsiteX180" fmla="*/ 376513 w 12192000"/>
              <a:gd name="connsiteY180" fmla="*/ 2154014 h 2237474"/>
              <a:gd name="connsiteX181" fmla="*/ 273386 w 12192000"/>
              <a:gd name="connsiteY181" fmla="*/ 2142551 h 2237474"/>
              <a:gd name="connsiteX182" fmla="*/ 169207 w 12192000"/>
              <a:gd name="connsiteY182" fmla="*/ 2128100 h 2237474"/>
              <a:gd name="connsiteX183" fmla="*/ 93149 w 12192000"/>
              <a:gd name="connsiteY183" fmla="*/ 2105324 h 2237474"/>
              <a:gd name="connsiteX184" fmla="*/ 88109 w 12192000"/>
              <a:gd name="connsiteY184" fmla="*/ 2106704 h 2237474"/>
              <a:gd name="connsiteX185" fmla="*/ 80022 w 12192000"/>
              <a:gd name="connsiteY185" fmla="*/ 2107254 h 2237474"/>
              <a:gd name="connsiteX186" fmla="*/ 79717 w 12192000"/>
              <a:gd name="connsiteY186" fmla="*/ 2107046 h 2237474"/>
              <a:gd name="connsiteX187" fmla="*/ 72352 w 12192000"/>
              <a:gd name="connsiteY187" fmla="*/ 2107991 h 2237474"/>
              <a:gd name="connsiteX188" fmla="*/ 37645 w 12192000"/>
              <a:gd name="connsiteY188" fmla="*/ 2115401 h 2237474"/>
              <a:gd name="connsiteX189" fmla="*/ 4572 w 12192000"/>
              <a:gd name="connsiteY189" fmla="*/ 2111091 h 2237474"/>
              <a:gd name="connsiteX190" fmla="*/ 0 w 12192000"/>
              <a:gd name="connsiteY190" fmla="*/ 2110468 h 2237474"/>
              <a:gd name="connsiteX191" fmla="*/ 0 w 12192000"/>
              <a:gd name="connsiteY191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44189 w 12192000"/>
              <a:gd name="connsiteY24" fmla="*/ 938966 h 2237474"/>
              <a:gd name="connsiteX25" fmla="*/ 9500499 w 12192000"/>
              <a:gd name="connsiteY25" fmla="*/ 954680 h 2237474"/>
              <a:gd name="connsiteX26" fmla="*/ 9428195 w 12192000"/>
              <a:gd name="connsiteY26" fmla="*/ 986225 h 2237474"/>
              <a:gd name="connsiteX27" fmla="*/ 9410017 w 12192000"/>
              <a:gd name="connsiteY27" fmla="*/ 993931 h 2237474"/>
              <a:gd name="connsiteX28" fmla="*/ 9392919 w 12192000"/>
              <a:gd name="connsiteY28" fmla="*/ 994656 h 2237474"/>
              <a:gd name="connsiteX29" fmla="*/ 9278619 w 12192000"/>
              <a:gd name="connsiteY29" fmla="*/ 1011878 h 2237474"/>
              <a:gd name="connsiteX30" fmla="*/ 9268019 w 12192000"/>
              <a:gd name="connsiteY30" fmla="*/ 1007442 h 2237474"/>
              <a:gd name="connsiteX31" fmla="*/ 9234662 w 12192000"/>
              <a:gd name="connsiteY31" fmla="*/ 1023056 h 2237474"/>
              <a:gd name="connsiteX32" fmla="*/ 9181033 w 12192000"/>
              <a:gd name="connsiteY32" fmla="*/ 1037921 h 2237474"/>
              <a:gd name="connsiteX33" fmla="*/ 9155969 w 12192000"/>
              <a:gd name="connsiteY33" fmla="*/ 1046804 h 2237474"/>
              <a:gd name="connsiteX34" fmla="*/ 9133985 w 12192000"/>
              <a:gd name="connsiteY34" fmla="*/ 1046450 h 2237474"/>
              <a:gd name="connsiteX35" fmla="*/ 9003462 w 12192000"/>
              <a:gd name="connsiteY35" fmla="*/ 1042406 h 2237474"/>
              <a:gd name="connsiteX36" fmla="*/ 8968445 w 12192000"/>
              <a:gd name="connsiteY36" fmla="*/ 1052169 h 2237474"/>
              <a:gd name="connsiteX37" fmla="*/ 8886001 w 12192000"/>
              <a:gd name="connsiteY37" fmla="*/ 1067468 h 2237474"/>
              <a:gd name="connsiteX38" fmla="*/ 8838610 w 12192000"/>
              <a:gd name="connsiteY38" fmla="*/ 1075091 h 2237474"/>
              <a:gd name="connsiteX39" fmla="*/ 8750383 w 12192000"/>
              <a:gd name="connsiteY39" fmla="*/ 1097387 h 2237474"/>
              <a:gd name="connsiteX40" fmla="*/ 8665605 w 12192000"/>
              <a:gd name="connsiteY40" fmla="*/ 1110791 h 2237474"/>
              <a:gd name="connsiteX41" fmla="*/ 8584946 w 12192000"/>
              <a:gd name="connsiteY41" fmla="*/ 1135226 h 2237474"/>
              <a:gd name="connsiteX42" fmla="*/ 8460755 w 12192000"/>
              <a:gd name="connsiteY42" fmla="*/ 1203427 h 2237474"/>
              <a:gd name="connsiteX43" fmla="*/ 8419755 w 12192000"/>
              <a:gd name="connsiteY43" fmla="*/ 1216260 h 2237474"/>
              <a:gd name="connsiteX44" fmla="*/ 8411626 w 12192000"/>
              <a:gd name="connsiteY44" fmla="*/ 1214397 h 2237474"/>
              <a:gd name="connsiteX45" fmla="*/ 8363469 w 12192000"/>
              <a:gd name="connsiteY45" fmla="*/ 1246658 h 2237474"/>
              <a:gd name="connsiteX46" fmla="*/ 8275497 w 12192000"/>
              <a:gd name="connsiteY46" fmla="*/ 1264396 h 2237474"/>
              <a:gd name="connsiteX47" fmla="*/ 8206287 w 12192000"/>
              <a:gd name="connsiteY47" fmla="*/ 1273060 h 2237474"/>
              <a:gd name="connsiteX48" fmla="*/ 8139997 w 12192000"/>
              <a:gd name="connsiteY48" fmla="*/ 1282713 h 2237474"/>
              <a:gd name="connsiteX49" fmla="*/ 8074238 w 12192000"/>
              <a:gd name="connsiteY49" fmla="*/ 1301895 h 2237474"/>
              <a:gd name="connsiteX50" fmla="*/ 7942099 w 12192000"/>
              <a:gd name="connsiteY50" fmla="*/ 1336332 h 2237474"/>
              <a:gd name="connsiteX51" fmla="*/ 7902328 w 12192000"/>
              <a:gd name="connsiteY51" fmla="*/ 1345865 h 2237474"/>
              <a:gd name="connsiteX52" fmla="*/ 7840612 w 12192000"/>
              <a:gd name="connsiteY52" fmla="*/ 1369373 h 2237474"/>
              <a:gd name="connsiteX53" fmla="*/ 7786819 w 12192000"/>
              <a:gd name="connsiteY53" fmla="*/ 1378970 h 2237474"/>
              <a:gd name="connsiteX54" fmla="*/ 7548172 w 12192000"/>
              <a:gd name="connsiteY54" fmla="*/ 1417460 h 2237474"/>
              <a:gd name="connsiteX55" fmla="*/ 7483437 w 12192000"/>
              <a:gd name="connsiteY55" fmla="*/ 1478152 h 2237474"/>
              <a:gd name="connsiteX56" fmla="*/ 7377870 w 12192000"/>
              <a:gd name="connsiteY56" fmla="*/ 1523319 h 2237474"/>
              <a:gd name="connsiteX57" fmla="*/ 7230737 w 12192000"/>
              <a:gd name="connsiteY57" fmla="*/ 1562633 h 2237474"/>
              <a:gd name="connsiteX58" fmla="*/ 7224458 w 12192000"/>
              <a:gd name="connsiteY58" fmla="*/ 1573008 h 2237474"/>
              <a:gd name="connsiteX59" fmla="*/ 7183121 w 12192000"/>
              <a:gd name="connsiteY59" fmla="*/ 1595162 h 2237474"/>
              <a:gd name="connsiteX60" fmla="*/ 7164601 w 12192000"/>
              <a:gd name="connsiteY60" fmla="*/ 1606490 h 2237474"/>
              <a:gd name="connsiteX61" fmla="*/ 7031309 w 12192000"/>
              <a:gd name="connsiteY61" fmla="*/ 1619451 h 2237474"/>
              <a:gd name="connsiteX62" fmla="*/ 6900177 w 12192000"/>
              <a:gd name="connsiteY62" fmla="*/ 1636016 h 2237474"/>
              <a:gd name="connsiteX63" fmla="*/ 6795372 w 12192000"/>
              <a:gd name="connsiteY63" fmla="*/ 1644845 h 2237474"/>
              <a:gd name="connsiteX64" fmla="*/ 6692251 w 12192000"/>
              <a:gd name="connsiteY64" fmla="*/ 1656357 h 2237474"/>
              <a:gd name="connsiteX65" fmla="*/ 6655235 w 12192000"/>
              <a:gd name="connsiteY65" fmla="*/ 1661869 h 2237474"/>
              <a:gd name="connsiteX66" fmla="*/ 6554894 w 12192000"/>
              <a:gd name="connsiteY66" fmla="*/ 1664428 h 2237474"/>
              <a:gd name="connsiteX67" fmla="*/ 6516595 w 12192000"/>
              <a:gd name="connsiteY67" fmla="*/ 1667475 h 2237474"/>
              <a:gd name="connsiteX68" fmla="*/ 6508541 w 12192000"/>
              <a:gd name="connsiteY68" fmla="*/ 1668757 h 2237474"/>
              <a:gd name="connsiteX69" fmla="*/ 6471012 w 12192000"/>
              <a:gd name="connsiteY69" fmla="*/ 1678604 h 2237474"/>
              <a:gd name="connsiteX70" fmla="*/ 6364035 w 12192000"/>
              <a:gd name="connsiteY70" fmla="*/ 1667683 h 2237474"/>
              <a:gd name="connsiteX71" fmla="*/ 6280959 w 12192000"/>
              <a:gd name="connsiteY71" fmla="*/ 1689329 h 2237474"/>
              <a:gd name="connsiteX72" fmla="*/ 6243319 w 12192000"/>
              <a:gd name="connsiteY72" fmla="*/ 1695560 h 2237474"/>
              <a:gd name="connsiteX73" fmla="*/ 6098321 w 12192000"/>
              <a:gd name="connsiteY73" fmla="*/ 1721646 h 2237474"/>
              <a:gd name="connsiteX74" fmla="*/ 5880652 w 12192000"/>
              <a:gd name="connsiteY74" fmla="*/ 1779643 h 2237474"/>
              <a:gd name="connsiteX75" fmla="*/ 5785959 w 12192000"/>
              <a:gd name="connsiteY75" fmla="*/ 1775307 h 2237474"/>
              <a:gd name="connsiteX76" fmla="*/ 5643534 w 12192000"/>
              <a:gd name="connsiteY76" fmla="*/ 1802919 h 2237474"/>
              <a:gd name="connsiteX77" fmla="*/ 5518799 w 12192000"/>
              <a:gd name="connsiteY77" fmla="*/ 1818312 h 2237474"/>
              <a:gd name="connsiteX78" fmla="*/ 5505014 w 12192000"/>
              <a:gd name="connsiteY78" fmla="*/ 1819259 h 2237474"/>
              <a:gd name="connsiteX79" fmla="*/ 5453307 w 12192000"/>
              <a:gd name="connsiteY79" fmla="*/ 1815450 h 2237474"/>
              <a:gd name="connsiteX80" fmla="*/ 5221533 w 12192000"/>
              <a:gd name="connsiteY80" fmla="*/ 1846950 h 2237474"/>
              <a:gd name="connsiteX81" fmla="*/ 5149802 w 12192000"/>
              <a:gd name="connsiteY81" fmla="*/ 1844846 h 2237474"/>
              <a:gd name="connsiteX82" fmla="*/ 5114927 w 12192000"/>
              <a:gd name="connsiteY82" fmla="*/ 1847827 h 2237474"/>
              <a:gd name="connsiteX83" fmla="*/ 5108970 w 12192000"/>
              <a:gd name="connsiteY83" fmla="*/ 1847935 h 2237474"/>
              <a:gd name="connsiteX84" fmla="*/ 5067961 w 12192000"/>
              <a:gd name="connsiteY84" fmla="*/ 1845917 h 2237474"/>
              <a:gd name="connsiteX85" fmla="*/ 5007075 w 12192000"/>
              <a:gd name="connsiteY85" fmla="*/ 1838626 h 2237474"/>
              <a:gd name="connsiteX86" fmla="*/ 4944087 w 12192000"/>
              <a:gd name="connsiteY86" fmla="*/ 1823332 h 2237474"/>
              <a:gd name="connsiteX87" fmla="*/ 4907662 w 12192000"/>
              <a:gd name="connsiteY87" fmla="*/ 1816900 h 2237474"/>
              <a:gd name="connsiteX88" fmla="*/ 4882386 w 12192000"/>
              <a:gd name="connsiteY88" fmla="*/ 1809844 h 2237474"/>
              <a:gd name="connsiteX89" fmla="*/ 4811440 w 12192000"/>
              <a:gd name="connsiteY89" fmla="*/ 1804655 h 2237474"/>
              <a:gd name="connsiteX90" fmla="*/ 4691075 w 12192000"/>
              <a:gd name="connsiteY90" fmla="*/ 1801389 h 2237474"/>
              <a:gd name="connsiteX91" fmla="*/ 4640313 w 12192000"/>
              <a:gd name="connsiteY91" fmla="*/ 1784307 h 2237474"/>
              <a:gd name="connsiteX92" fmla="*/ 4536503 w 12192000"/>
              <a:gd name="connsiteY92" fmla="*/ 1785334 h 2237474"/>
              <a:gd name="connsiteX93" fmla="*/ 4513724 w 12192000"/>
              <a:gd name="connsiteY93" fmla="*/ 1791996 h 2237474"/>
              <a:gd name="connsiteX94" fmla="*/ 4459810 w 12192000"/>
              <a:gd name="connsiteY94" fmla="*/ 1797886 h 2237474"/>
              <a:gd name="connsiteX95" fmla="*/ 4379064 w 12192000"/>
              <a:gd name="connsiteY95" fmla="*/ 1817177 h 2237474"/>
              <a:gd name="connsiteX96" fmla="*/ 4290981 w 12192000"/>
              <a:gd name="connsiteY96" fmla="*/ 1839677 h 2237474"/>
              <a:gd name="connsiteX97" fmla="*/ 4238372 w 12192000"/>
              <a:gd name="connsiteY97" fmla="*/ 1851480 h 2237474"/>
              <a:gd name="connsiteX98" fmla="*/ 4232517 w 12192000"/>
              <a:gd name="connsiteY98" fmla="*/ 1852567 h 2237474"/>
              <a:gd name="connsiteX99" fmla="*/ 4191732 w 12192000"/>
              <a:gd name="connsiteY99" fmla="*/ 1857328 h 2237474"/>
              <a:gd name="connsiteX100" fmla="*/ 4065532 w 12192000"/>
              <a:gd name="connsiteY100" fmla="*/ 1855477 h 2237474"/>
              <a:gd name="connsiteX101" fmla="*/ 4028460 w 12192000"/>
              <a:gd name="connsiteY101" fmla="*/ 1855137 h 2237474"/>
              <a:gd name="connsiteX102" fmla="*/ 4002267 w 12192000"/>
              <a:gd name="connsiteY102" fmla="*/ 1852352 h 2237474"/>
              <a:gd name="connsiteX103" fmla="*/ 3931396 w 12192000"/>
              <a:gd name="connsiteY103" fmla="*/ 1858915 h 2237474"/>
              <a:gd name="connsiteX104" fmla="*/ 3812162 w 12192000"/>
              <a:gd name="connsiteY104" fmla="*/ 1875501 h 2237474"/>
              <a:gd name="connsiteX105" fmla="*/ 3729530 w 12192000"/>
              <a:gd name="connsiteY105" fmla="*/ 1864513 h 2237474"/>
              <a:gd name="connsiteX106" fmla="*/ 3680177 w 12192000"/>
              <a:gd name="connsiteY106" fmla="*/ 1881552 h 2237474"/>
              <a:gd name="connsiteX107" fmla="*/ 3567259 w 12192000"/>
              <a:gd name="connsiteY107" fmla="*/ 1893482 h 2237474"/>
              <a:gd name="connsiteX108" fmla="*/ 3405770 w 12192000"/>
              <a:gd name="connsiteY108" fmla="*/ 1904591 h 2237474"/>
              <a:gd name="connsiteX109" fmla="*/ 3280097 w 12192000"/>
              <a:gd name="connsiteY109" fmla="*/ 1919610 h 2237474"/>
              <a:gd name="connsiteX110" fmla="*/ 3123424 w 12192000"/>
              <a:gd name="connsiteY110" fmla="*/ 1952930 h 2237474"/>
              <a:gd name="connsiteX111" fmla="*/ 3009910 w 12192000"/>
              <a:gd name="connsiteY111" fmla="*/ 1957866 h 2237474"/>
              <a:gd name="connsiteX112" fmla="*/ 2995934 w 12192000"/>
              <a:gd name="connsiteY112" fmla="*/ 1967085 h 2237474"/>
              <a:gd name="connsiteX113" fmla="*/ 2980071 w 12192000"/>
              <a:gd name="connsiteY113" fmla="*/ 1972988 h 2237474"/>
              <a:gd name="connsiteX114" fmla="*/ 2942858 w 12192000"/>
              <a:gd name="connsiteY114" fmla="*/ 1981367 h 2237474"/>
              <a:gd name="connsiteX115" fmla="*/ 2875436 w 12192000"/>
              <a:gd name="connsiteY115" fmla="*/ 1996977 h 2237474"/>
              <a:gd name="connsiteX116" fmla="*/ 2874892 w 12192000"/>
              <a:gd name="connsiteY116" fmla="*/ 1996085 h 2237474"/>
              <a:gd name="connsiteX117" fmla="*/ 2864145 w 12192000"/>
              <a:gd name="connsiteY117" fmla="*/ 1994061 h 2237474"/>
              <a:gd name="connsiteX118" fmla="*/ 2843662 w 12192000"/>
              <a:gd name="connsiteY118" fmla="*/ 1992498 h 2237474"/>
              <a:gd name="connsiteX119" fmla="*/ 2796128 w 12192000"/>
              <a:gd name="connsiteY119" fmla="*/ 1976403 h 2237474"/>
              <a:gd name="connsiteX120" fmla="*/ 2756784 w 12192000"/>
              <a:gd name="connsiteY120" fmla="*/ 1985116 h 2237474"/>
              <a:gd name="connsiteX121" fmla="*/ 2748833 w 12192000"/>
              <a:gd name="connsiteY121" fmla="*/ 1986323 h 2237474"/>
              <a:gd name="connsiteX122" fmla="*/ 2748661 w 12192000"/>
              <a:gd name="connsiteY122" fmla="*/ 1986122 h 2237474"/>
              <a:gd name="connsiteX123" fmla="*/ 2740251 w 12192000"/>
              <a:gd name="connsiteY123" fmla="*/ 1986946 h 2237474"/>
              <a:gd name="connsiteX124" fmla="*/ 2718916 w 12192000"/>
              <a:gd name="connsiteY124" fmla="*/ 1990867 h 2237474"/>
              <a:gd name="connsiteX125" fmla="*/ 2713522 w 12192000"/>
              <a:gd name="connsiteY125" fmla="*/ 1990173 h 2237474"/>
              <a:gd name="connsiteX126" fmla="*/ 2680597 w 12192000"/>
              <a:gd name="connsiteY126" fmla="*/ 1984996 h 2237474"/>
              <a:gd name="connsiteX127" fmla="*/ 2578178 w 12192000"/>
              <a:gd name="connsiteY127" fmla="*/ 1990531 h 2237474"/>
              <a:gd name="connsiteX128" fmla="*/ 2476147 w 12192000"/>
              <a:gd name="connsiteY128" fmla="*/ 1998305 h 2237474"/>
              <a:gd name="connsiteX129" fmla="*/ 2373568 w 12192000"/>
              <a:gd name="connsiteY129" fmla="*/ 2003219 h 2237474"/>
              <a:gd name="connsiteX130" fmla="*/ 2321399 w 12192000"/>
              <a:gd name="connsiteY130" fmla="*/ 1989467 h 2237474"/>
              <a:gd name="connsiteX131" fmla="*/ 2315525 w 12192000"/>
              <a:gd name="connsiteY131" fmla="*/ 1989708 h 2237474"/>
              <a:gd name="connsiteX132" fmla="*/ 2300792 w 12192000"/>
              <a:gd name="connsiteY132" fmla="*/ 1994290 h 2237474"/>
              <a:gd name="connsiteX133" fmla="*/ 2295469 w 12192000"/>
              <a:gd name="connsiteY133" fmla="*/ 1996659 h 2237474"/>
              <a:gd name="connsiteX134" fmla="*/ 2287219 w 12192000"/>
              <a:gd name="connsiteY134" fmla="*/ 1998750 h 2237474"/>
              <a:gd name="connsiteX135" fmla="*/ 2286948 w 12192000"/>
              <a:gd name="connsiteY135" fmla="*/ 1998596 h 2237474"/>
              <a:gd name="connsiteX136" fmla="*/ 2243069 w 12192000"/>
              <a:gd name="connsiteY136" fmla="*/ 2015111 h 2237474"/>
              <a:gd name="connsiteX137" fmla="*/ 2186609 w 12192000"/>
              <a:gd name="connsiteY137" fmla="*/ 2008263 h 2237474"/>
              <a:gd name="connsiteX138" fmla="*/ 2164831 w 12192000"/>
              <a:gd name="connsiteY138" fmla="*/ 2010143 h 2237474"/>
              <a:gd name="connsiteX139" fmla="*/ 2152836 w 12192000"/>
              <a:gd name="connsiteY139" fmla="*/ 2010048 h 2237474"/>
              <a:gd name="connsiteX140" fmla="*/ 2117102 w 12192000"/>
              <a:gd name="connsiteY140" fmla="*/ 2023004 h 2237474"/>
              <a:gd name="connsiteX141" fmla="*/ 2111935 w 12192000"/>
              <a:gd name="connsiteY141" fmla="*/ 2023163 h 2237474"/>
              <a:gd name="connsiteX142" fmla="*/ 2089991 w 12192000"/>
              <a:gd name="connsiteY142" fmla="*/ 2034193 h 2237474"/>
              <a:gd name="connsiteX143" fmla="*/ 2058061 w 12192000"/>
              <a:gd name="connsiteY143" fmla="*/ 2047942 h 2237474"/>
              <a:gd name="connsiteX144" fmla="*/ 2055737 w 12192000"/>
              <a:gd name="connsiteY144" fmla="*/ 2047704 h 2237474"/>
              <a:gd name="connsiteX145" fmla="*/ 2042244 w 12192000"/>
              <a:gd name="connsiteY145" fmla="*/ 2055560 h 2237474"/>
              <a:gd name="connsiteX146" fmla="*/ 1976224 w 12192000"/>
              <a:gd name="connsiteY146" fmla="*/ 2074257 h 2237474"/>
              <a:gd name="connsiteX147" fmla="*/ 1877728 w 12192000"/>
              <a:gd name="connsiteY147" fmla="*/ 2101004 h 2237474"/>
              <a:gd name="connsiteX148" fmla="*/ 1759056 w 12192000"/>
              <a:gd name="connsiteY148" fmla="*/ 2125608 h 2237474"/>
              <a:gd name="connsiteX149" fmla="*/ 1637948 w 12192000"/>
              <a:gd name="connsiteY149" fmla="*/ 2172597 h 2237474"/>
              <a:gd name="connsiteX150" fmla="*/ 1434549 w 12192000"/>
              <a:gd name="connsiteY150" fmla="*/ 2234522 h 2237474"/>
              <a:gd name="connsiteX151" fmla="*/ 1398481 w 12192000"/>
              <a:gd name="connsiteY151" fmla="*/ 2237074 h 2237474"/>
              <a:gd name="connsiteX152" fmla="*/ 1398407 w 12192000"/>
              <a:gd name="connsiteY152" fmla="*/ 2237095 h 2237474"/>
              <a:gd name="connsiteX153" fmla="*/ 1370962 w 12192000"/>
              <a:gd name="connsiteY153" fmla="*/ 2237474 h 2237474"/>
              <a:gd name="connsiteX154" fmla="*/ 1356367 w 12192000"/>
              <a:gd name="connsiteY154" fmla="*/ 2235089 h 2237474"/>
              <a:gd name="connsiteX155" fmla="*/ 1324828 w 12192000"/>
              <a:gd name="connsiteY155" fmla="*/ 2231968 h 2237474"/>
              <a:gd name="connsiteX156" fmla="*/ 1297744 w 12192000"/>
              <a:gd name="connsiteY156" fmla="*/ 2235849 h 2237474"/>
              <a:gd name="connsiteX157" fmla="*/ 1286236 w 12192000"/>
              <a:gd name="connsiteY157" fmla="*/ 2233135 h 2237474"/>
              <a:gd name="connsiteX158" fmla="*/ 1283504 w 12192000"/>
              <a:gd name="connsiteY158" fmla="*/ 2233797 h 2237474"/>
              <a:gd name="connsiteX159" fmla="*/ 1279765 w 12192000"/>
              <a:gd name="connsiteY159" fmla="*/ 2229639 h 2237474"/>
              <a:gd name="connsiteX160" fmla="*/ 1195347 w 12192000"/>
              <a:gd name="connsiteY160" fmla="*/ 2212354 h 2237474"/>
              <a:gd name="connsiteX161" fmla="*/ 970251 w 12192000"/>
              <a:gd name="connsiteY161" fmla="*/ 2221029 h 2237474"/>
              <a:gd name="connsiteX162" fmla="*/ 812914 w 12192000"/>
              <a:gd name="connsiteY162" fmla="*/ 2202752 h 2237474"/>
              <a:gd name="connsiteX163" fmla="*/ 800195 w 12192000"/>
              <a:gd name="connsiteY163" fmla="*/ 2209407 h 2237474"/>
              <a:gd name="connsiteX164" fmla="*/ 784978 w 12192000"/>
              <a:gd name="connsiteY164" fmla="*/ 2212360 h 2237474"/>
              <a:gd name="connsiteX165" fmla="*/ 681987 w 12192000"/>
              <a:gd name="connsiteY165" fmla="*/ 2216757 h 2237474"/>
              <a:gd name="connsiteX166" fmla="*/ 669923 w 12192000"/>
              <a:gd name="connsiteY166" fmla="*/ 2211682 h 2237474"/>
              <a:gd name="connsiteX167" fmla="*/ 648680 w 12192000"/>
              <a:gd name="connsiteY167" fmla="*/ 2206229 h 2237474"/>
              <a:gd name="connsiteX168" fmla="*/ 597225 w 12192000"/>
              <a:gd name="connsiteY168" fmla="*/ 2180999 h 2237474"/>
              <a:gd name="connsiteX169" fmla="*/ 558449 w 12192000"/>
              <a:gd name="connsiteY169" fmla="*/ 2182346 h 2237474"/>
              <a:gd name="connsiteX170" fmla="*/ 550517 w 12192000"/>
              <a:gd name="connsiteY170" fmla="*/ 2182060 h 2237474"/>
              <a:gd name="connsiteX171" fmla="*/ 550309 w 12192000"/>
              <a:gd name="connsiteY171" fmla="*/ 2181825 h 2237474"/>
              <a:gd name="connsiteX172" fmla="*/ 541836 w 12192000"/>
              <a:gd name="connsiteY172" fmla="*/ 2181063 h 2237474"/>
              <a:gd name="connsiteX173" fmla="*/ 536057 w 12192000"/>
              <a:gd name="connsiteY173" fmla="*/ 2181537 h 2237474"/>
              <a:gd name="connsiteX174" fmla="*/ 520671 w 12192000"/>
              <a:gd name="connsiteY174" fmla="*/ 2180980 h 2237474"/>
              <a:gd name="connsiteX175" fmla="*/ 515024 w 12192000"/>
              <a:gd name="connsiteY175" fmla="*/ 2179258 h 2237474"/>
              <a:gd name="connsiteX176" fmla="*/ 512278 w 12192000"/>
              <a:gd name="connsiteY176" fmla="*/ 2176369 h 2237474"/>
              <a:gd name="connsiteX177" fmla="*/ 480419 w 12192000"/>
              <a:gd name="connsiteY177" fmla="*/ 2167807 h 2237474"/>
              <a:gd name="connsiteX178" fmla="*/ 413835 w 12192000"/>
              <a:gd name="connsiteY178" fmla="*/ 2156783 h 2237474"/>
              <a:gd name="connsiteX179" fmla="*/ 376513 w 12192000"/>
              <a:gd name="connsiteY179" fmla="*/ 2154014 h 2237474"/>
              <a:gd name="connsiteX180" fmla="*/ 273386 w 12192000"/>
              <a:gd name="connsiteY180" fmla="*/ 2142551 h 2237474"/>
              <a:gd name="connsiteX181" fmla="*/ 169207 w 12192000"/>
              <a:gd name="connsiteY181" fmla="*/ 2128100 h 2237474"/>
              <a:gd name="connsiteX182" fmla="*/ 93149 w 12192000"/>
              <a:gd name="connsiteY182" fmla="*/ 2105324 h 2237474"/>
              <a:gd name="connsiteX183" fmla="*/ 88109 w 12192000"/>
              <a:gd name="connsiteY183" fmla="*/ 2106704 h 2237474"/>
              <a:gd name="connsiteX184" fmla="*/ 80022 w 12192000"/>
              <a:gd name="connsiteY184" fmla="*/ 2107254 h 2237474"/>
              <a:gd name="connsiteX185" fmla="*/ 79717 w 12192000"/>
              <a:gd name="connsiteY185" fmla="*/ 2107046 h 2237474"/>
              <a:gd name="connsiteX186" fmla="*/ 72352 w 12192000"/>
              <a:gd name="connsiteY186" fmla="*/ 2107991 h 2237474"/>
              <a:gd name="connsiteX187" fmla="*/ 37645 w 12192000"/>
              <a:gd name="connsiteY187" fmla="*/ 2115401 h 2237474"/>
              <a:gd name="connsiteX188" fmla="*/ 4572 w 12192000"/>
              <a:gd name="connsiteY188" fmla="*/ 2111091 h 2237474"/>
              <a:gd name="connsiteX189" fmla="*/ 0 w 12192000"/>
              <a:gd name="connsiteY189" fmla="*/ 2110468 h 2237474"/>
              <a:gd name="connsiteX190" fmla="*/ 0 w 12192000"/>
              <a:gd name="connsiteY190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44189 w 12192000"/>
              <a:gd name="connsiteY24" fmla="*/ 938966 h 2237474"/>
              <a:gd name="connsiteX25" fmla="*/ 9500499 w 12192000"/>
              <a:gd name="connsiteY25" fmla="*/ 954680 h 2237474"/>
              <a:gd name="connsiteX26" fmla="*/ 9428195 w 12192000"/>
              <a:gd name="connsiteY26" fmla="*/ 986225 h 2237474"/>
              <a:gd name="connsiteX27" fmla="*/ 9410017 w 12192000"/>
              <a:gd name="connsiteY27" fmla="*/ 993931 h 2237474"/>
              <a:gd name="connsiteX28" fmla="*/ 9392919 w 12192000"/>
              <a:gd name="connsiteY28" fmla="*/ 994656 h 2237474"/>
              <a:gd name="connsiteX29" fmla="*/ 9278619 w 12192000"/>
              <a:gd name="connsiteY29" fmla="*/ 1011878 h 2237474"/>
              <a:gd name="connsiteX30" fmla="*/ 9268019 w 12192000"/>
              <a:gd name="connsiteY30" fmla="*/ 1007442 h 2237474"/>
              <a:gd name="connsiteX31" fmla="*/ 9234662 w 12192000"/>
              <a:gd name="connsiteY31" fmla="*/ 1023056 h 2237474"/>
              <a:gd name="connsiteX32" fmla="*/ 9181033 w 12192000"/>
              <a:gd name="connsiteY32" fmla="*/ 1037921 h 2237474"/>
              <a:gd name="connsiteX33" fmla="*/ 9155969 w 12192000"/>
              <a:gd name="connsiteY33" fmla="*/ 1046804 h 2237474"/>
              <a:gd name="connsiteX34" fmla="*/ 9133985 w 12192000"/>
              <a:gd name="connsiteY34" fmla="*/ 1046450 h 2237474"/>
              <a:gd name="connsiteX35" fmla="*/ 9003462 w 12192000"/>
              <a:gd name="connsiteY35" fmla="*/ 1042406 h 2237474"/>
              <a:gd name="connsiteX36" fmla="*/ 8968445 w 12192000"/>
              <a:gd name="connsiteY36" fmla="*/ 1052169 h 2237474"/>
              <a:gd name="connsiteX37" fmla="*/ 8886001 w 12192000"/>
              <a:gd name="connsiteY37" fmla="*/ 1067468 h 2237474"/>
              <a:gd name="connsiteX38" fmla="*/ 8838610 w 12192000"/>
              <a:gd name="connsiteY38" fmla="*/ 1075091 h 2237474"/>
              <a:gd name="connsiteX39" fmla="*/ 8750383 w 12192000"/>
              <a:gd name="connsiteY39" fmla="*/ 1097387 h 2237474"/>
              <a:gd name="connsiteX40" fmla="*/ 8665605 w 12192000"/>
              <a:gd name="connsiteY40" fmla="*/ 1110791 h 2237474"/>
              <a:gd name="connsiteX41" fmla="*/ 8584946 w 12192000"/>
              <a:gd name="connsiteY41" fmla="*/ 1135226 h 2237474"/>
              <a:gd name="connsiteX42" fmla="*/ 8460755 w 12192000"/>
              <a:gd name="connsiteY42" fmla="*/ 1203427 h 2237474"/>
              <a:gd name="connsiteX43" fmla="*/ 8419755 w 12192000"/>
              <a:gd name="connsiteY43" fmla="*/ 1216260 h 2237474"/>
              <a:gd name="connsiteX44" fmla="*/ 8411626 w 12192000"/>
              <a:gd name="connsiteY44" fmla="*/ 1214397 h 2237474"/>
              <a:gd name="connsiteX45" fmla="*/ 8363469 w 12192000"/>
              <a:gd name="connsiteY45" fmla="*/ 1246658 h 2237474"/>
              <a:gd name="connsiteX46" fmla="*/ 8275497 w 12192000"/>
              <a:gd name="connsiteY46" fmla="*/ 1264396 h 2237474"/>
              <a:gd name="connsiteX47" fmla="*/ 8206287 w 12192000"/>
              <a:gd name="connsiteY47" fmla="*/ 1273060 h 2237474"/>
              <a:gd name="connsiteX48" fmla="*/ 8139997 w 12192000"/>
              <a:gd name="connsiteY48" fmla="*/ 1282713 h 2237474"/>
              <a:gd name="connsiteX49" fmla="*/ 8074238 w 12192000"/>
              <a:gd name="connsiteY49" fmla="*/ 1301895 h 2237474"/>
              <a:gd name="connsiteX50" fmla="*/ 7942099 w 12192000"/>
              <a:gd name="connsiteY50" fmla="*/ 1336332 h 2237474"/>
              <a:gd name="connsiteX51" fmla="*/ 7902328 w 12192000"/>
              <a:gd name="connsiteY51" fmla="*/ 1345865 h 2237474"/>
              <a:gd name="connsiteX52" fmla="*/ 7840612 w 12192000"/>
              <a:gd name="connsiteY52" fmla="*/ 1369373 h 2237474"/>
              <a:gd name="connsiteX53" fmla="*/ 7786819 w 12192000"/>
              <a:gd name="connsiteY53" fmla="*/ 1378970 h 2237474"/>
              <a:gd name="connsiteX54" fmla="*/ 7548172 w 12192000"/>
              <a:gd name="connsiteY54" fmla="*/ 1417460 h 2237474"/>
              <a:gd name="connsiteX55" fmla="*/ 7483437 w 12192000"/>
              <a:gd name="connsiteY55" fmla="*/ 1478152 h 2237474"/>
              <a:gd name="connsiteX56" fmla="*/ 7377870 w 12192000"/>
              <a:gd name="connsiteY56" fmla="*/ 1523319 h 2237474"/>
              <a:gd name="connsiteX57" fmla="*/ 7230737 w 12192000"/>
              <a:gd name="connsiteY57" fmla="*/ 1562633 h 2237474"/>
              <a:gd name="connsiteX58" fmla="*/ 7224458 w 12192000"/>
              <a:gd name="connsiteY58" fmla="*/ 1573008 h 2237474"/>
              <a:gd name="connsiteX59" fmla="*/ 7183121 w 12192000"/>
              <a:gd name="connsiteY59" fmla="*/ 1595162 h 2237474"/>
              <a:gd name="connsiteX60" fmla="*/ 7164601 w 12192000"/>
              <a:gd name="connsiteY60" fmla="*/ 1606490 h 2237474"/>
              <a:gd name="connsiteX61" fmla="*/ 7031309 w 12192000"/>
              <a:gd name="connsiteY61" fmla="*/ 1619451 h 2237474"/>
              <a:gd name="connsiteX62" fmla="*/ 6900177 w 12192000"/>
              <a:gd name="connsiteY62" fmla="*/ 1636016 h 2237474"/>
              <a:gd name="connsiteX63" fmla="*/ 6795372 w 12192000"/>
              <a:gd name="connsiteY63" fmla="*/ 1644845 h 2237474"/>
              <a:gd name="connsiteX64" fmla="*/ 6692251 w 12192000"/>
              <a:gd name="connsiteY64" fmla="*/ 1656357 h 2237474"/>
              <a:gd name="connsiteX65" fmla="*/ 6655235 w 12192000"/>
              <a:gd name="connsiteY65" fmla="*/ 1661869 h 2237474"/>
              <a:gd name="connsiteX66" fmla="*/ 6554894 w 12192000"/>
              <a:gd name="connsiteY66" fmla="*/ 1664428 h 2237474"/>
              <a:gd name="connsiteX67" fmla="*/ 6516595 w 12192000"/>
              <a:gd name="connsiteY67" fmla="*/ 1667475 h 2237474"/>
              <a:gd name="connsiteX68" fmla="*/ 6508541 w 12192000"/>
              <a:gd name="connsiteY68" fmla="*/ 1668757 h 2237474"/>
              <a:gd name="connsiteX69" fmla="*/ 6471012 w 12192000"/>
              <a:gd name="connsiteY69" fmla="*/ 1678604 h 2237474"/>
              <a:gd name="connsiteX70" fmla="*/ 6364035 w 12192000"/>
              <a:gd name="connsiteY70" fmla="*/ 1667683 h 2237474"/>
              <a:gd name="connsiteX71" fmla="*/ 6280959 w 12192000"/>
              <a:gd name="connsiteY71" fmla="*/ 1689329 h 2237474"/>
              <a:gd name="connsiteX72" fmla="*/ 6243319 w 12192000"/>
              <a:gd name="connsiteY72" fmla="*/ 1695560 h 2237474"/>
              <a:gd name="connsiteX73" fmla="*/ 6098321 w 12192000"/>
              <a:gd name="connsiteY73" fmla="*/ 1721646 h 2237474"/>
              <a:gd name="connsiteX74" fmla="*/ 5880652 w 12192000"/>
              <a:gd name="connsiteY74" fmla="*/ 1779643 h 2237474"/>
              <a:gd name="connsiteX75" fmla="*/ 5785959 w 12192000"/>
              <a:gd name="connsiteY75" fmla="*/ 1775307 h 2237474"/>
              <a:gd name="connsiteX76" fmla="*/ 5643534 w 12192000"/>
              <a:gd name="connsiteY76" fmla="*/ 1802919 h 2237474"/>
              <a:gd name="connsiteX77" fmla="*/ 5518799 w 12192000"/>
              <a:gd name="connsiteY77" fmla="*/ 1818312 h 2237474"/>
              <a:gd name="connsiteX78" fmla="*/ 5505014 w 12192000"/>
              <a:gd name="connsiteY78" fmla="*/ 1819259 h 2237474"/>
              <a:gd name="connsiteX79" fmla="*/ 5453307 w 12192000"/>
              <a:gd name="connsiteY79" fmla="*/ 1815450 h 2237474"/>
              <a:gd name="connsiteX80" fmla="*/ 5221533 w 12192000"/>
              <a:gd name="connsiteY80" fmla="*/ 1846950 h 2237474"/>
              <a:gd name="connsiteX81" fmla="*/ 5149802 w 12192000"/>
              <a:gd name="connsiteY81" fmla="*/ 1844846 h 2237474"/>
              <a:gd name="connsiteX82" fmla="*/ 5114927 w 12192000"/>
              <a:gd name="connsiteY82" fmla="*/ 1847827 h 2237474"/>
              <a:gd name="connsiteX83" fmla="*/ 5108970 w 12192000"/>
              <a:gd name="connsiteY83" fmla="*/ 1847935 h 2237474"/>
              <a:gd name="connsiteX84" fmla="*/ 5067961 w 12192000"/>
              <a:gd name="connsiteY84" fmla="*/ 1845917 h 2237474"/>
              <a:gd name="connsiteX85" fmla="*/ 5007075 w 12192000"/>
              <a:gd name="connsiteY85" fmla="*/ 1838626 h 2237474"/>
              <a:gd name="connsiteX86" fmla="*/ 4944087 w 12192000"/>
              <a:gd name="connsiteY86" fmla="*/ 1823332 h 2237474"/>
              <a:gd name="connsiteX87" fmla="*/ 4907662 w 12192000"/>
              <a:gd name="connsiteY87" fmla="*/ 1816900 h 2237474"/>
              <a:gd name="connsiteX88" fmla="*/ 4882386 w 12192000"/>
              <a:gd name="connsiteY88" fmla="*/ 1809844 h 2237474"/>
              <a:gd name="connsiteX89" fmla="*/ 4811440 w 12192000"/>
              <a:gd name="connsiteY89" fmla="*/ 1804655 h 2237474"/>
              <a:gd name="connsiteX90" fmla="*/ 4691075 w 12192000"/>
              <a:gd name="connsiteY90" fmla="*/ 1801389 h 2237474"/>
              <a:gd name="connsiteX91" fmla="*/ 4640313 w 12192000"/>
              <a:gd name="connsiteY91" fmla="*/ 1784307 h 2237474"/>
              <a:gd name="connsiteX92" fmla="*/ 4536503 w 12192000"/>
              <a:gd name="connsiteY92" fmla="*/ 1785334 h 2237474"/>
              <a:gd name="connsiteX93" fmla="*/ 4513724 w 12192000"/>
              <a:gd name="connsiteY93" fmla="*/ 1791996 h 2237474"/>
              <a:gd name="connsiteX94" fmla="*/ 4459810 w 12192000"/>
              <a:gd name="connsiteY94" fmla="*/ 1797886 h 2237474"/>
              <a:gd name="connsiteX95" fmla="*/ 4379064 w 12192000"/>
              <a:gd name="connsiteY95" fmla="*/ 1817177 h 2237474"/>
              <a:gd name="connsiteX96" fmla="*/ 4290981 w 12192000"/>
              <a:gd name="connsiteY96" fmla="*/ 1839677 h 2237474"/>
              <a:gd name="connsiteX97" fmla="*/ 4238372 w 12192000"/>
              <a:gd name="connsiteY97" fmla="*/ 1851480 h 2237474"/>
              <a:gd name="connsiteX98" fmla="*/ 4232517 w 12192000"/>
              <a:gd name="connsiteY98" fmla="*/ 1852567 h 2237474"/>
              <a:gd name="connsiteX99" fmla="*/ 4191732 w 12192000"/>
              <a:gd name="connsiteY99" fmla="*/ 1857328 h 2237474"/>
              <a:gd name="connsiteX100" fmla="*/ 4065532 w 12192000"/>
              <a:gd name="connsiteY100" fmla="*/ 1855477 h 2237474"/>
              <a:gd name="connsiteX101" fmla="*/ 4028460 w 12192000"/>
              <a:gd name="connsiteY101" fmla="*/ 1855137 h 2237474"/>
              <a:gd name="connsiteX102" fmla="*/ 4002267 w 12192000"/>
              <a:gd name="connsiteY102" fmla="*/ 1852352 h 2237474"/>
              <a:gd name="connsiteX103" fmla="*/ 3931396 w 12192000"/>
              <a:gd name="connsiteY103" fmla="*/ 1858915 h 2237474"/>
              <a:gd name="connsiteX104" fmla="*/ 3812162 w 12192000"/>
              <a:gd name="connsiteY104" fmla="*/ 1875501 h 2237474"/>
              <a:gd name="connsiteX105" fmla="*/ 3758105 w 12192000"/>
              <a:gd name="connsiteY105" fmla="*/ 1871856 h 2237474"/>
              <a:gd name="connsiteX106" fmla="*/ 3680177 w 12192000"/>
              <a:gd name="connsiteY106" fmla="*/ 1881552 h 2237474"/>
              <a:gd name="connsiteX107" fmla="*/ 3567259 w 12192000"/>
              <a:gd name="connsiteY107" fmla="*/ 1893482 h 2237474"/>
              <a:gd name="connsiteX108" fmla="*/ 3405770 w 12192000"/>
              <a:gd name="connsiteY108" fmla="*/ 1904591 h 2237474"/>
              <a:gd name="connsiteX109" fmla="*/ 3280097 w 12192000"/>
              <a:gd name="connsiteY109" fmla="*/ 1919610 h 2237474"/>
              <a:gd name="connsiteX110" fmla="*/ 3123424 w 12192000"/>
              <a:gd name="connsiteY110" fmla="*/ 1952930 h 2237474"/>
              <a:gd name="connsiteX111" fmla="*/ 3009910 w 12192000"/>
              <a:gd name="connsiteY111" fmla="*/ 1957866 h 2237474"/>
              <a:gd name="connsiteX112" fmla="*/ 2995934 w 12192000"/>
              <a:gd name="connsiteY112" fmla="*/ 1967085 h 2237474"/>
              <a:gd name="connsiteX113" fmla="*/ 2980071 w 12192000"/>
              <a:gd name="connsiteY113" fmla="*/ 1972988 h 2237474"/>
              <a:gd name="connsiteX114" fmla="*/ 2942858 w 12192000"/>
              <a:gd name="connsiteY114" fmla="*/ 1981367 h 2237474"/>
              <a:gd name="connsiteX115" fmla="*/ 2875436 w 12192000"/>
              <a:gd name="connsiteY115" fmla="*/ 1996977 h 2237474"/>
              <a:gd name="connsiteX116" fmla="*/ 2874892 w 12192000"/>
              <a:gd name="connsiteY116" fmla="*/ 1996085 h 2237474"/>
              <a:gd name="connsiteX117" fmla="*/ 2864145 w 12192000"/>
              <a:gd name="connsiteY117" fmla="*/ 1994061 h 2237474"/>
              <a:gd name="connsiteX118" fmla="*/ 2843662 w 12192000"/>
              <a:gd name="connsiteY118" fmla="*/ 1992498 h 2237474"/>
              <a:gd name="connsiteX119" fmla="*/ 2796128 w 12192000"/>
              <a:gd name="connsiteY119" fmla="*/ 1976403 h 2237474"/>
              <a:gd name="connsiteX120" fmla="*/ 2756784 w 12192000"/>
              <a:gd name="connsiteY120" fmla="*/ 1985116 h 2237474"/>
              <a:gd name="connsiteX121" fmla="*/ 2748833 w 12192000"/>
              <a:gd name="connsiteY121" fmla="*/ 1986323 h 2237474"/>
              <a:gd name="connsiteX122" fmla="*/ 2748661 w 12192000"/>
              <a:gd name="connsiteY122" fmla="*/ 1986122 h 2237474"/>
              <a:gd name="connsiteX123" fmla="*/ 2740251 w 12192000"/>
              <a:gd name="connsiteY123" fmla="*/ 1986946 h 2237474"/>
              <a:gd name="connsiteX124" fmla="*/ 2718916 w 12192000"/>
              <a:gd name="connsiteY124" fmla="*/ 1990867 h 2237474"/>
              <a:gd name="connsiteX125" fmla="*/ 2713522 w 12192000"/>
              <a:gd name="connsiteY125" fmla="*/ 1990173 h 2237474"/>
              <a:gd name="connsiteX126" fmla="*/ 2680597 w 12192000"/>
              <a:gd name="connsiteY126" fmla="*/ 1984996 h 2237474"/>
              <a:gd name="connsiteX127" fmla="*/ 2578178 w 12192000"/>
              <a:gd name="connsiteY127" fmla="*/ 1990531 h 2237474"/>
              <a:gd name="connsiteX128" fmla="*/ 2476147 w 12192000"/>
              <a:gd name="connsiteY128" fmla="*/ 1998305 h 2237474"/>
              <a:gd name="connsiteX129" fmla="*/ 2373568 w 12192000"/>
              <a:gd name="connsiteY129" fmla="*/ 2003219 h 2237474"/>
              <a:gd name="connsiteX130" fmla="*/ 2321399 w 12192000"/>
              <a:gd name="connsiteY130" fmla="*/ 1989467 h 2237474"/>
              <a:gd name="connsiteX131" fmla="*/ 2315525 w 12192000"/>
              <a:gd name="connsiteY131" fmla="*/ 1989708 h 2237474"/>
              <a:gd name="connsiteX132" fmla="*/ 2300792 w 12192000"/>
              <a:gd name="connsiteY132" fmla="*/ 1994290 h 2237474"/>
              <a:gd name="connsiteX133" fmla="*/ 2295469 w 12192000"/>
              <a:gd name="connsiteY133" fmla="*/ 1996659 h 2237474"/>
              <a:gd name="connsiteX134" fmla="*/ 2287219 w 12192000"/>
              <a:gd name="connsiteY134" fmla="*/ 1998750 h 2237474"/>
              <a:gd name="connsiteX135" fmla="*/ 2286948 w 12192000"/>
              <a:gd name="connsiteY135" fmla="*/ 1998596 h 2237474"/>
              <a:gd name="connsiteX136" fmla="*/ 2243069 w 12192000"/>
              <a:gd name="connsiteY136" fmla="*/ 2015111 h 2237474"/>
              <a:gd name="connsiteX137" fmla="*/ 2186609 w 12192000"/>
              <a:gd name="connsiteY137" fmla="*/ 2008263 h 2237474"/>
              <a:gd name="connsiteX138" fmla="*/ 2164831 w 12192000"/>
              <a:gd name="connsiteY138" fmla="*/ 2010143 h 2237474"/>
              <a:gd name="connsiteX139" fmla="*/ 2152836 w 12192000"/>
              <a:gd name="connsiteY139" fmla="*/ 2010048 h 2237474"/>
              <a:gd name="connsiteX140" fmla="*/ 2117102 w 12192000"/>
              <a:gd name="connsiteY140" fmla="*/ 2023004 h 2237474"/>
              <a:gd name="connsiteX141" fmla="*/ 2111935 w 12192000"/>
              <a:gd name="connsiteY141" fmla="*/ 2023163 h 2237474"/>
              <a:gd name="connsiteX142" fmla="*/ 2089991 w 12192000"/>
              <a:gd name="connsiteY142" fmla="*/ 2034193 h 2237474"/>
              <a:gd name="connsiteX143" fmla="*/ 2058061 w 12192000"/>
              <a:gd name="connsiteY143" fmla="*/ 2047942 h 2237474"/>
              <a:gd name="connsiteX144" fmla="*/ 2055737 w 12192000"/>
              <a:gd name="connsiteY144" fmla="*/ 2047704 h 2237474"/>
              <a:gd name="connsiteX145" fmla="*/ 2042244 w 12192000"/>
              <a:gd name="connsiteY145" fmla="*/ 2055560 h 2237474"/>
              <a:gd name="connsiteX146" fmla="*/ 1976224 w 12192000"/>
              <a:gd name="connsiteY146" fmla="*/ 2074257 h 2237474"/>
              <a:gd name="connsiteX147" fmla="*/ 1877728 w 12192000"/>
              <a:gd name="connsiteY147" fmla="*/ 2101004 h 2237474"/>
              <a:gd name="connsiteX148" fmla="*/ 1759056 w 12192000"/>
              <a:gd name="connsiteY148" fmla="*/ 2125608 h 2237474"/>
              <a:gd name="connsiteX149" fmla="*/ 1637948 w 12192000"/>
              <a:gd name="connsiteY149" fmla="*/ 2172597 h 2237474"/>
              <a:gd name="connsiteX150" fmla="*/ 1434549 w 12192000"/>
              <a:gd name="connsiteY150" fmla="*/ 2234522 h 2237474"/>
              <a:gd name="connsiteX151" fmla="*/ 1398481 w 12192000"/>
              <a:gd name="connsiteY151" fmla="*/ 2237074 h 2237474"/>
              <a:gd name="connsiteX152" fmla="*/ 1398407 w 12192000"/>
              <a:gd name="connsiteY152" fmla="*/ 2237095 h 2237474"/>
              <a:gd name="connsiteX153" fmla="*/ 1370962 w 12192000"/>
              <a:gd name="connsiteY153" fmla="*/ 2237474 h 2237474"/>
              <a:gd name="connsiteX154" fmla="*/ 1356367 w 12192000"/>
              <a:gd name="connsiteY154" fmla="*/ 2235089 h 2237474"/>
              <a:gd name="connsiteX155" fmla="*/ 1324828 w 12192000"/>
              <a:gd name="connsiteY155" fmla="*/ 2231968 h 2237474"/>
              <a:gd name="connsiteX156" fmla="*/ 1297744 w 12192000"/>
              <a:gd name="connsiteY156" fmla="*/ 2235849 h 2237474"/>
              <a:gd name="connsiteX157" fmla="*/ 1286236 w 12192000"/>
              <a:gd name="connsiteY157" fmla="*/ 2233135 h 2237474"/>
              <a:gd name="connsiteX158" fmla="*/ 1283504 w 12192000"/>
              <a:gd name="connsiteY158" fmla="*/ 2233797 h 2237474"/>
              <a:gd name="connsiteX159" fmla="*/ 1279765 w 12192000"/>
              <a:gd name="connsiteY159" fmla="*/ 2229639 h 2237474"/>
              <a:gd name="connsiteX160" fmla="*/ 1195347 w 12192000"/>
              <a:gd name="connsiteY160" fmla="*/ 2212354 h 2237474"/>
              <a:gd name="connsiteX161" fmla="*/ 970251 w 12192000"/>
              <a:gd name="connsiteY161" fmla="*/ 2221029 h 2237474"/>
              <a:gd name="connsiteX162" fmla="*/ 812914 w 12192000"/>
              <a:gd name="connsiteY162" fmla="*/ 2202752 h 2237474"/>
              <a:gd name="connsiteX163" fmla="*/ 800195 w 12192000"/>
              <a:gd name="connsiteY163" fmla="*/ 2209407 h 2237474"/>
              <a:gd name="connsiteX164" fmla="*/ 784978 w 12192000"/>
              <a:gd name="connsiteY164" fmla="*/ 2212360 h 2237474"/>
              <a:gd name="connsiteX165" fmla="*/ 681987 w 12192000"/>
              <a:gd name="connsiteY165" fmla="*/ 2216757 h 2237474"/>
              <a:gd name="connsiteX166" fmla="*/ 669923 w 12192000"/>
              <a:gd name="connsiteY166" fmla="*/ 2211682 h 2237474"/>
              <a:gd name="connsiteX167" fmla="*/ 648680 w 12192000"/>
              <a:gd name="connsiteY167" fmla="*/ 2206229 h 2237474"/>
              <a:gd name="connsiteX168" fmla="*/ 597225 w 12192000"/>
              <a:gd name="connsiteY168" fmla="*/ 2180999 h 2237474"/>
              <a:gd name="connsiteX169" fmla="*/ 558449 w 12192000"/>
              <a:gd name="connsiteY169" fmla="*/ 2182346 h 2237474"/>
              <a:gd name="connsiteX170" fmla="*/ 550517 w 12192000"/>
              <a:gd name="connsiteY170" fmla="*/ 2182060 h 2237474"/>
              <a:gd name="connsiteX171" fmla="*/ 550309 w 12192000"/>
              <a:gd name="connsiteY171" fmla="*/ 2181825 h 2237474"/>
              <a:gd name="connsiteX172" fmla="*/ 541836 w 12192000"/>
              <a:gd name="connsiteY172" fmla="*/ 2181063 h 2237474"/>
              <a:gd name="connsiteX173" fmla="*/ 536057 w 12192000"/>
              <a:gd name="connsiteY173" fmla="*/ 2181537 h 2237474"/>
              <a:gd name="connsiteX174" fmla="*/ 520671 w 12192000"/>
              <a:gd name="connsiteY174" fmla="*/ 2180980 h 2237474"/>
              <a:gd name="connsiteX175" fmla="*/ 515024 w 12192000"/>
              <a:gd name="connsiteY175" fmla="*/ 2179258 h 2237474"/>
              <a:gd name="connsiteX176" fmla="*/ 512278 w 12192000"/>
              <a:gd name="connsiteY176" fmla="*/ 2176369 h 2237474"/>
              <a:gd name="connsiteX177" fmla="*/ 480419 w 12192000"/>
              <a:gd name="connsiteY177" fmla="*/ 2167807 h 2237474"/>
              <a:gd name="connsiteX178" fmla="*/ 413835 w 12192000"/>
              <a:gd name="connsiteY178" fmla="*/ 2156783 h 2237474"/>
              <a:gd name="connsiteX179" fmla="*/ 376513 w 12192000"/>
              <a:gd name="connsiteY179" fmla="*/ 2154014 h 2237474"/>
              <a:gd name="connsiteX180" fmla="*/ 273386 w 12192000"/>
              <a:gd name="connsiteY180" fmla="*/ 2142551 h 2237474"/>
              <a:gd name="connsiteX181" fmla="*/ 169207 w 12192000"/>
              <a:gd name="connsiteY181" fmla="*/ 2128100 h 2237474"/>
              <a:gd name="connsiteX182" fmla="*/ 93149 w 12192000"/>
              <a:gd name="connsiteY182" fmla="*/ 2105324 h 2237474"/>
              <a:gd name="connsiteX183" fmla="*/ 88109 w 12192000"/>
              <a:gd name="connsiteY183" fmla="*/ 2106704 h 2237474"/>
              <a:gd name="connsiteX184" fmla="*/ 80022 w 12192000"/>
              <a:gd name="connsiteY184" fmla="*/ 2107254 h 2237474"/>
              <a:gd name="connsiteX185" fmla="*/ 79717 w 12192000"/>
              <a:gd name="connsiteY185" fmla="*/ 2107046 h 2237474"/>
              <a:gd name="connsiteX186" fmla="*/ 72352 w 12192000"/>
              <a:gd name="connsiteY186" fmla="*/ 2107991 h 2237474"/>
              <a:gd name="connsiteX187" fmla="*/ 37645 w 12192000"/>
              <a:gd name="connsiteY187" fmla="*/ 2115401 h 2237474"/>
              <a:gd name="connsiteX188" fmla="*/ 4572 w 12192000"/>
              <a:gd name="connsiteY188" fmla="*/ 2111091 h 2237474"/>
              <a:gd name="connsiteX189" fmla="*/ 0 w 12192000"/>
              <a:gd name="connsiteY189" fmla="*/ 2110468 h 2237474"/>
              <a:gd name="connsiteX190" fmla="*/ 0 w 12192000"/>
              <a:gd name="connsiteY190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44189 w 12192000"/>
              <a:gd name="connsiteY24" fmla="*/ 938966 h 2237474"/>
              <a:gd name="connsiteX25" fmla="*/ 9500499 w 12192000"/>
              <a:gd name="connsiteY25" fmla="*/ 954680 h 2237474"/>
              <a:gd name="connsiteX26" fmla="*/ 9428195 w 12192000"/>
              <a:gd name="connsiteY26" fmla="*/ 986225 h 2237474"/>
              <a:gd name="connsiteX27" fmla="*/ 9410017 w 12192000"/>
              <a:gd name="connsiteY27" fmla="*/ 993931 h 2237474"/>
              <a:gd name="connsiteX28" fmla="*/ 9392919 w 12192000"/>
              <a:gd name="connsiteY28" fmla="*/ 994656 h 2237474"/>
              <a:gd name="connsiteX29" fmla="*/ 9278619 w 12192000"/>
              <a:gd name="connsiteY29" fmla="*/ 1011878 h 2237474"/>
              <a:gd name="connsiteX30" fmla="*/ 9268019 w 12192000"/>
              <a:gd name="connsiteY30" fmla="*/ 1007442 h 2237474"/>
              <a:gd name="connsiteX31" fmla="*/ 9234662 w 12192000"/>
              <a:gd name="connsiteY31" fmla="*/ 1023056 h 2237474"/>
              <a:gd name="connsiteX32" fmla="*/ 9181033 w 12192000"/>
              <a:gd name="connsiteY32" fmla="*/ 1037921 h 2237474"/>
              <a:gd name="connsiteX33" fmla="*/ 9155969 w 12192000"/>
              <a:gd name="connsiteY33" fmla="*/ 1046804 h 2237474"/>
              <a:gd name="connsiteX34" fmla="*/ 9133985 w 12192000"/>
              <a:gd name="connsiteY34" fmla="*/ 1046450 h 2237474"/>
              <a:gd name="connsiteX35" fmla="*/ 9003462 w 12192000"/>
              <a:gd name="connsiteY35" fmla="*/ 1042406 h 2237474"/>
              <a:gd name="connsiteX36" fmla="*/ 8968445 w 12192000"/>
              <a:gd name="connsiteY36" fmla="*/ 1052169 h 2237474"/>
              <a:gd name="connsiteX37" fmla="*/ 8886001 w 12192000"/>
              <a:gd name="connsiteY37" fmla="*/ 1067468 h 2237474"/>
              <a:gd name="connsiteX38" fmla="*/ 8838610 w 12192000"/>
              <a:gd name="connsiteY38" fmla="*/ 1075091 h 2237474"/>
              <a:gd name="connsiteX39" fmla="*/ 8750383 w 12192000"/>
              <a:gd name="connsiteY39" fmla="*/ 1097387 h 2237474"/>
              <a:gd name="connsiteX40" fmla="*/ 8665605 w 12192000"/>
              <a:gd name="connsiteY40" fmla="*/ 1110791 h 2237474"/>
              <a:gd name="connsiteX41" fmla="*/ 8584946 w 12192000"/>
              <a:gd name="connsiteY41" fmla="*/ 1135226 h 2237474"/>
              <a:gd name="connsiteX42" fmla="*/ 8460755 w 12192000"/>
              <a:gd name="connsiteY42" fmla="*/ 1203427 h 2237474"/>
              <a:gd name="connsiteX43" fmla="*/ 8419755 w 12192000"/>
              <a:gd name="connsiteY43" fmla="*/ 1216260 h 2237474"/>
              <a:gd name="connsiteX44" fmla="*/ 8411626 w 12192000"/>
              <a:gd name="connsiteY44" fmla="*/ 1214397 h 2237474"/>
              <a:gd name="connsiteX45" fmla="*/ 8363469 w 12192000"/>
              <a:gd name="connsiteY45" fmla="*/ 1246658 h 2237474"/>
              <a:gd name="connsiteX46" fmla="*/ 8275497 w 12192000"/>
              <a:gd name="connsiteY46" fmla="*/ 1264396 h 2237474"/>
              <a:gd name="connsiteX47" fmla="*/ 8206287 w 12192000"/>
              <a:gd name="connsiteY47" fmla="*/ 1273060 h 2237474"/>
              <a:gd name="connsiteX48" fmla="*/ 8139997 w 12192000"/>
              <a:gd name="connsiteY48" fmla="*/ 1282713 h 2237474"/>
              <a:gd name="connsiteX49" fmla="*/ 8074238 w 12192000"/>
              <a:gd name="connsiteY49" fmla="*/ 1301895 h 2237474"/>
              <a:gd name="connsiteX50" fmla="*/ 7942099 w 12192000"/>
              <a:gd name="connsiteY50" fmla="*/ 1336332 h 2237474"/>
              <a:gd name="connsiteX51" fmla="*/ 7902328 w 12192000"/>
              <a:gd name="connsiteY51" fmla="*/ 1345865 h 2237474"/>
              <a:gd name="connsiteX52" fmla="*/ 7840612 w 12192000"/>
              <a:gd name="connsiteY52" fmla="*/ 1369373 h 2237474"/>
              <a:gd name="connsiteX53" fmla="*/ 7786819 w 12192000"/>
              <a:gd name="connsiteY53" fmla="*/ 1378970 h 2237474"/>
              <a:gd name="connsiteX54" fmla="*/ 7548172 w 12192000"/>
              <a:gd name="connsiteY54" fmla="*/ 1417460 h 2237474"/>
              <a:gd name="connsiteX55" fmla="*/ 7483437 w 12192000"/>
              <a:gd name="connsiteY55" fmla="*/ 1478152 h 2237474"/>
              <a:gd name="connsiteX56" fmla="*/ 7377870 w 12192000"/>
              <a:gd name="connsiteY56" fmla="*/ 1523319 h 2237474"/>
              <a:gd name="connsiteX57" fmla="*/ 7230737 w 12192000"/>
              <a:gd name="connsiteY57" fmla="*/ 1562633 h 2237474"/>
              <a:gd name="connsiteX58" fmla="*/ 7224458 w 12192000"/>
              <a:gd name="connsiteY58" fmla="*/ 1573008 h 2237474"/>
              <a:gd name="connsiteX59" fmla="*/ 7183121 w 12192000"/>
              <a:gd name="connsiteY59" fmla="*/ 1595162 h 2237474"/>
              <a:gd name="connsiteX60" fmla="*/ 7164601 w 12192000"/>
              <a:gd name="connsiteY60" fmla="*/ 1606490 h 2237474"/>
              <a:gd name="connsiteX61" fmla="*/ 7031309 w 12192000"/>
              <a:gd name="connsiteY61" fmla="*/ 1619451 h 2237474"/>
              <a:gd name="connsiteX62" fmla="*/ 6900177 w 12192000"/>
              <a:gd name="connsiteY62" fmla="*/ 1636016 h 2237474"/>
              <a:gd name="connsiteX63" fmla="*/ 6795372 w 12192000"/>
              <a:gd name="connsiteY63" fmla="*/ 1644845 h 2237474"/>
              <a:gd name="connsiteX64" fmla="*/ 6692251 w 12192000"/>
              <a:gd name="connsiteY64" fmla="*/ 1656357 h 2237474"/>
              <a:gd name="connsiteX65" fmla="*/ 6655235 w 12192000"/>
              <a:gd name="connsiteY65" fmla="*/ 1661869 h 2237474"/>
              <a:gd name="connsiteX66" fmla="*/ 6554894 w 12192000"/>
              <a:gd name="connsiteY66" fmla="*/ 1664428 h 2237474"/>
              <a:gd name="connsiteX67" fmla="*/ 6516595 w 12192000"/>
              <a:gd name="connsiteY67" fmla="*/ 1667475 h 2237474"/>
              <a:gd name="connsiteX68" fmla="*/ 6508541 w 12192000"/>
              <a:gd name="connsiteY68" fmla="*/ 1668757 h 2237474"/>
              <a:gd name="connsiteX69" fmla="*/ 6471012 w 12192000"/>
              <a:gd name="connsiteY69" fmla="*/ 1678604 h 2237474"/>
              <a:gd name="connsiteX70" fmla="*/ 6364035 w 12192000"/>
              <a:gd name="connsiteY70" fmla="*/ 1667683 h 2237474"/>
              <a:gd name="connsiteX71" fmla="*/ 6280959 w 12192000"/>
              <a:gd name="connsiteY71" fmla="*/ 1689329 h 2237474"/>
              <a:gd name="connsiteX72" fmla="*/ 6243319 w 12192000"/>
              <a:gd name="connsiteY72" fmla="*/ 1695560 h 2237474"/>
              <a:gd name="connsiteX73" fmla="*/ 6098321 w 12192000"/>
              <a:gd name="connsiteY73" fmla="*/ 1721646 h 2237474"/>
              <a:gd name="connsiteX74" fmla="*/ 5880652 w 12192000"/>
              <a:gd name="connsiteY74" fmla="*/ 1779643 h 2237474"/>
              <a:gd name="connsiteX75" fmla="*/ 5785959 w 12192000"/>
              <a:gd name="connsiteY75" fmla="*/ 1775307 h 2237474"/>
              <a:gd name="connsiteX76" fmla="*/ 5643534 w 12192000"/>
              <a:gd name="connsiteY76" fmla="*/ 1802919 h 2237474"/>
              <a:gd name="connsiteX77" fmla="*/ 5518799 w 12192000"/>
              <a:gd name="connsiteY77" fmla="*/ 1818312 h 2237474"/>
              <a:gd name="connsiteX78" fmla="*/ 5505014 w 12192000"/>
              <a:gd name="connsiteY78" fmla="*/ 1819259 h 2237474"/>
              <a:gd name="connsiteX79" fmla="*/ 5453307 w 12192000"/>
              <a:gd name="connsiteY79" fmla="*/ 1815450 h 2237474"/>
              <a:gd name="connsiteX80" fmla="*/ 5221533 w 12192000"/>
              <a:gd name="connsiteY80" fmla="*/ 1846950 h 2237474"/>
              <a:gd name="connsiteX81" fmla="*/ 5149802 w 12192000"/>
              <a:gd name="connsiteY81" fmla="*/ 1844846 h 2237474"/>
              <a:gd name="connsiteX82" fmla="*/ 5114927 w 12192000"/>
              <a:gd name="connsiteY82" fmla="*/ 1847827 h 2237474"/>
              <a:gd name="connsiteX83" fmla="*/ 5108970 w 12192000"/>
              <a:gd name="connsiteY83" fmla="*/ 1847935 h 2237474"/>
              <a:gd name="connsiteX84" fmla="*/ 5067961 w 12192000"/>
              <a:gd name="connsiteY84" fmla="*/ 1845917 h 2237474"/>
              <a:gd name="connsiteX85" fmla="*/ 5007075 w 12192000"/>
              <a:gd name="connsiteY85" fmla="*/ 1838626 h 2237474"/>
              <a:gd name="connsiteX86" fmla="*/ 4944087 w 12192000"/>
              <a:gd name="connsiteY86" fmla="*/ 1823332 h 2237474"/>
              <a:gd name="connsiteX87" fmla="*/ 4907662 w 12192000"/>
              <a:gd name="connsiteY87" fmla="*/ 1816900 h 2237474"/>
              <a:gd name="connsiteX88" fmla="*/ 4882386 w 12192000"/>
              <a:gd name="connsiteY88" fmla="*/ 1809844 h 2237474"/>
              <a:gd name="connsiteX89" fmla="*/ 4811440 w 12192000"/>
              <a:gd name="connsiteY89" fmla="*/ 1804655 h 2237474"/>
              <a:gd name="connsiteX90" fmla="*/ 4691075 w 12192000"/>
              <a:gd name="connsiteY90" fmla="*/ 1801389 h 2237474"/>
              <a:gd name="connsiteX91" fmla="*/ 4640313 w 12192000"/>
              <a:gd name="connsiteY91" fmla="*/ 1784307 h 2237474"/>
              <a:gd name="connsiteX92" fmla="*/ 4536503 w 12192000"/>
              <a:gd name="connsiteY92" fmla="*/ 1785334 h 2237474"/>
              <a:gd name="connsiteX93" fmla="*/ 4513724 w 12192000"/>
              <a:gd name="connsiteY93" fmla="*/ 1791996 h 2237474"/>
              <a:gd name="connsiteX94" fmla="*/ 4459810 w 12192000"/>
              <a:gd name="connsiteY94" fmla="*/ 1797886 h 2237474"/>
              <a:gd name="connsiteX95" fmla="*/ 4379064 w 12192000"/>
              <a:gd name="connsiteY95" fmla="*/ 1817177 h 2237474"/>
              <a:gd name="connsiteX96" fmla="*/ 4290981 w 12192000"/>
              <a:gd name="connsiteY96" fmla="*/ 1839677 h 2237474"/>
              <a:gd name="connsiteX97" fmla="*/ 4238372 w 12192000"/>
              <a:gd name="connsiteY97" fmla="*/ 1851480 h 2237474"/>
              <a:gd name="connsiteX98" fmla="*/ 4232517 w 12192000"/>
              <a:gd name="connsiteY98" fmla="*/ 1852567 h 2237474"/>
              <a:gd name="connsiteX99" fmla="*/ 4191732 w 12192000"/>
              <a:gd name="connsiteY99" fmla="*/ 1857328 h 2237474"/>
              <a:gd name="connsiteX100" fmla="*/ 4065532 w 12192000"/>
              <a:gd name="connsiteY100" fmla="*/ 1855477 h 2237474"/>
              <a:gd name="connsiteX101" fmla="*/ 4028460 w 12192000"/>
              <a:gd name="connsiteY101" fmla="*/ 1855137 h 2237474"/>
              <a:gd name="connsiteX102" fmla="*/ 4002267 w 12192000"/>
              <a:gd name="connsiteY102" fmla="*/ 1852352 h 2237474"/>
              <a:gd name="connsiteX103" fmla="*/ 3931396 w 12192000"/>
              <a:gd name="connsiteY103" fmla="*/ 1858915 h 2237474"/>
              <a:gd name="connsiteX104" fmla="*/ 3812162 w 12192000"/>
              <a:gd name="connsiteY104" fmla="*/ 1875501 h 2237474"/>
              <a:gd name="connsiteX105" fmla="*/ 3758105 w 12192000"/>
              <a:gd name="connsiteY105" fmla="*/ 1871856 h 2237474"/>
              <a:gd name="connsiteX106" fmla="*/ 3680177 w 12192000"/>
              <a:gd name="connsiteY106" fmla="*/ 1881552 h 2237474"/>
              <a:gd name="connsiteX107" fmla="*/ 3567259 w 12192000"/>
              <a:gd name="connsiteY107" fmla="*/ 1893482 h 2237474"/>
              <a:gd name="connsiteX108" fmla="*/ 3405770 w 12192000"/>
              <a:gd name="connsiteY108" fmla="*/ 1904591 h 2237474"/>
              <a:gd name="connsiteX109" fmla="*/ 3280097 w 12192000"/>
              <a:gd name="connsiteY109" fmla="*/ 1919610 h 2237474"/>
              <a:gd name="connsiteX110" fmla="*/ 3123424 w 12192000"/>
              <a:gd name="connsiteY110" fmla="*/ 1952930 h 2237474"/>
              <a:gd name="connsiteX111" fmla="*/ 3009910 w 12192000"/>
              <a:gd name="connsiteY111" fmla="*/ 1957866 h 2237474"/>
              <a:gd name="connsiteX112" fmla="*/ 2995934 w 12192000"/>
              <a:gd name="connsiteY112" fmla="*/ 1967085 h 2237474"/>
              <a:gd name="connsiteX113" fmla="*/ 2980071 w 12192000"/>
              <a:gd name="connsiteY113" fmla="*/ 1972988 h 2237474"/>
              <a:gd name="connsiteX114" fmla="*/ 2942858 w 12192000"/>
              <a:gd name="connsiteY114" fmla="*/ 1981367 h 2237474"/>
              <a:gd name="connsiteX115" fmla="*/ 2875436 w 12192000"/>
              <a:gd name="connsiteY115" fmla="*/ 1996977 h 2237474"/>
              <a:gd name="connsiteX116" fmla="*/ 2874892 w 12192000"/>
              <a:gd name="connsiteY116" fmla="*/ 1996085 h 2237474"/>
              <a:gd name="connsiteX117" fmla="*/ 2864145 w 12192000"/>
              <a:gd name="connsiteY117" fmla="*/ 1994061 h 2237474"/>
              <a:gd name="connsiteX118" fmla="*/ 2843662 w 12192000"/>
              <a:gd name="connsiteY118" fmla="*/ 1992498 h 2237474"/>
              <a:gd name="connsiteX119" fmla="*/ 2796128 w 12192000"/>
              <a:gd name="connsiteY119" fmla="*/ 1976403 h 2237474"/>
              <a:gd name="connsiteX120" fmla="*/ 2756784 w 12192000"/>
              <a:gd name="connsiteY120" fmla="*/ 1985116 h 2237474"/>
              <a:gd name="connsiteX121" fmla="*/ 2748833 w 12192000"/>
              <a:gd name="connsiteY121" fmla="*/ 1986323 h 2237474"/>
              <a:gd name="connsiteX122" fmla="*/ 2748661 w 12192000"/>
              <a:gd name="connsiteY122" fmla="*/ 1986122 h 2237474"/>
              <a:gd name="connsiteX123" fmla="*/ 2740251 w 12192000"/>
              <a:gd name="connsiteY123" fmla="*/ 1986946 h 2237474"/>
              <a:gd name="connsiteX124" fmla="*/ 2718916 w 12192000"/>
              <a:gd name="connsiteY124" fmla="*/ 1990867 h 2237474"/>
              <a:gd name="connsiteX125" fmla="*/ 2713522 w 12192000"/>
              <a:gd name="connsiteY125" fmla="*/ 1990173 h 2237474"/>
              <a:gd name="connsiteX126" fmla="*/ 2680597 w 12192000"/>
              <a:gd name="connsiteY126" fmla="*/ 1984996 h 2237474"/>
              <a:gd name="connsiteX127" fmla="*/ 2578178 w 12192000"/>
              <a:gd name="connsiteY127" fmla="*/ 1990531 h 2237474"/>
              <a:gd name="connsiteX128" fmla="*/ 2476147 w 12192000"/>
              <a:gd name="connsiteY128" fmla="*/ 1998305 h 2237474"/>
              <a:gd name="connsiteX129" fmla="*/ 2373568 w 12192000"/>
              <a:gd name="connsiteY129" fmla="*/ 2003219 h 2237474"/>
              <a:gd name="connsiteX130" fmla="*/ 2321399 w 12192000"/>
              <a:gd name="connsiteY130" fmla="*/ 1989467 h 2237474"/>
              <a:gd name="connsiteX131" fmla="*/ 2315525 w 12192000"/>
              <a:gd name="connsiteY131" fmla="*/ 1989708 h 2237474"/>
              <a:gd name="connsiteX132" fmla="*/ 2300792 w 12192000"/>
              <a:gd name="connsiteY132" fmla="*/ 1994290 h 2237474"/>
              <a:gd name="connsiteX133" fmla="*/ 2295469 w 12192000"/>
              <a:gd name="connsiteY133" fmla="*/ 1996659 h 2237474"/>
              <a:gd name="connsiteX134" fmla="*/ 2287219 w 12192000"/>
              <a:gd name="connsiteY134" fmla="*/ 1998750 h 2237474"/>
              <a:gd name="connsiteX135" fmla="*/ 2286948 w 12192000"/>
              <a:gd name="connsiteY135" fmla="*/ 1998596 h 2237474"/>
              <a:gd name="connsiteX136" fmla="*/ 2243069 w 12192000"/>
              <a:gd name="connsiteY136" fmla="*/ 2015111 h 2237474"/>
              <a:gd name="connsiteX137" fmla="*/ 2186609 w 12192000"/>
              <a:gd name="connsiteY137" fmla="*/ 2008263 h 2237474"/>
              <a:gd name="connsiteX138" fmla="*/ 2164831 w 12192000"/>
              <a:gd name="connsiteY138" fmla="*/ 2010143 h 2237474"/>
              <a:gd name="connsiteX139" fmla="*/ 2152836 w 12192000"/>
              <a:gd name="connsiteY139" fmla="*/ 2010048 h 2237474"/>
              <a:gd name="connsiteX140" fmla="*/ 2117102 w 12192000"/>
              <a:gd name="connsiteY140" fmla="*/ 2023004 h 2237474"/>
              <a:gd name="connsiteX141" fmla="*/ 2111935 w 12192000"/>
              <a:gd name="connsiteY141" fmla="*/ 2023163 h 2237474"/>
              <a:gd name="connsiteX142" fmla="*/ 2089991 w 12192000"/>
              <a:gd name="connsiteY142" fmla="*/ 2034193 h 2237474"/>
              <a:gd name="connsiteX143" fmla="*/ 2058061 w 12192000"/>
              <a:gd name="connsiteY143" fmla="*/ 2047942 h 2237474"/>
              <a:gd name="connsiteX144" fmla="*/ 2055737 w 12192000"/>
              <a:gd name="connsiteY144" fmla="*/ 2047704 h 2237474"/>
              <a:gd name="connsiteX145" fmla="*/ 2042244 w 12192000"/>
              <a:gd name="connsiteY145" fmla="*/ 2055560 h 2237474"/>
              <a:gd name="connsiteX146" fmla="*/ 1976224 w 12192000"/>
              <a:gd name="connsiteY146" fmla="*/ 2074257 h 2237474"/>
              <a:gd name="connsiteX147" fmla="*/ 1877728 w 12192000"/>
              <a:gd name="connsiteY147" fmla="*/ 2101004 h 2237474"/>
              <a:gd name="connsiteX148" fmla="*/ 1759056 w 12192000"/>
              <a:gd name="connsiteY148" fmla="*/ 2125608 h 2237474"/>
              <a:gd name="connsiteX149" fmla="*/ 1637948 w 12192000"/>
              <a:gd name="connsiteY149" fmla="*/ 2172597 h 2237474"/>
              <a:gd name="connsiteX150" fmla="*/ 1434549 w 12192000"/>
              <a:gd name="connsiteY150" fmla="*/ 2234522 h 2237474"/>
              <a:gd name="connsiteX151" fmla="*/ 1398481 w 12192000"/>
              <a:gd name="connsiteY151" fmla="*/ 2237074 h 2237474"/>
              <a:gd name="connsiteX152" fmla="*/ 1398407 w 12192000"/>
              <a:gd name="connsiteY152" fmla="*/ 2237095 h 2237474"/>
              <a:gd name="connsiteX153" fmla="*/ 1370962 w 12192000"/>
              <a:gd name="connsiteY153" fmla="*/ 2237474 h 2237474"/>
              <a:gd name="connsiteX154" fmla="*/ 1356367 w 12192000"/>
              <a:gd name="connsiteY154" fmla="*/ 2235089 h 2237474"/>
              <a:gd name="connsiteX155" fmla="*/ 1324828 w 12192000"/>
              <a:gd name="connsiteY155" fmla="*/ 2231968 h 2237474"/>
              <a:gd name="connsiteX156" fmla="*/ 1297744 w 12192000"/>
              <a:gd name="connsiteY156" fmla="*/ 2235849 h 2237474"/>
              <a:gd name="connsiteX157" fmla="*/ 1286236 w 12192000"/>
              <a:gd name="connsiteY157" fmla="*/ 2233135 h 2237474"/>
              <a:gd name="connsiteX158" fmla="*/ 1283504 w 12192000"/>
              <a:gd name="connsiteY158" fmla="*/ 2233797 h 2237474"/>
              <a:gd name="connsiteX159" fmla="*/ 1279765 w 12192000"/>
              <a:gd name="connsiteY159" fmla="*/ 2229639 h 2237474"/>
              <a:gd name="connsiteX160" fmla="*/ 1195347 w 12192000"/>
              <a:gd name="connsiteY160" fmla="*/ 2212354 h 2237474"/>
              <a:gd name="connsiteX161" fmla="*/ 970251 w 12192000"/>
              <a:gd name="connsiteY161" fmla="*/ 2221029 h 2237474"/>
              <a:gd name="connsiteX162" fmla="*/ 812914 w 12192000"/>
              <a:gd name="connsiteY162" fmla="*/ 2202752 h 2237474"/>
              <a:gd name="connsiteX163" fmla="*/ 800195 w 12192000"/>
              <a:gd name="connsiteY163" fmla="*/ 2209407 h 2237474"/>
              <a:gd name="connsiteX164" fmla="*/ 784978 w 12192000"/>
              <a:gd name="connsiteY164" fmla="*/ 2212360 h 2237474"/>
              <a:gd name="connsiteX165" fmla="*/ 681987 w 12192000"/>
              <a:gd name="connsiteY165" fmla="*/ 2216757 h 2237474"/>
              <a:gd name="connsiteX166" fmla="*/ 669923 w 12192000"/>
              <a:gd name="connsiteY166" fmla="*/ 2211682 h 2237474"/>
              <a:gd name="connsiteX167" fmla="*/ 648680 w 12192000"/>
              <a:gd name="connsiteY167" fmla="*/ 2206229 h 2237474"/>
              <a:gd name="connsiteX168" fmla="*/ 597225 w 12192000"/>
              <a:gd name="connsiteY168" fmla="*/ 2180999 h 2237474"/>
              <a:gd name="connsiteX169" fmla="*/ 558449 w 12192000"/>
              <a:gd name="connsiteY169" fmla="*/ 2182346 h 2237474"/>
              <a:gd name="connsiteX170" fmla="*/ 550517 w 12192000"/>
              <a:gd name="connsiteY170" fmla="*/ 2182060 h 2237474"/>
              <a:gd name="connsiteX171" fmla="*/ 550309 w 12192000"/>
              <a:gd name="connsiteY171" fmla="*/ 2181825 h 2237474"/>
              <a:gd name="connsiteX172" fmla="*/ 541836 w 12192000"/>
              <a:gd name="connsiteY172" fmla="*/ 2181063 h 2237474"/>
              <a:gd name="connsiteX173" fmla="*/ 536057 w 12192000"/>
              <a:gd name="connsiteY173" fmla="*/ 2181537 h 2237474"/>
              <a:gd name="connsiteX174" fmla="*/ 520671 w 12192000"/>
              <a:gd name="connsiteY174" fmla="*/ 2180980 h 2237474"/>
              <a:gd name="connsiteX175" fmla="*/ 515024 w 12192000"/>
              <a:gd name="connsiteY175" fmla="*/ 2179258 h 2237474"/>
              <a:gd name="connsiteX176" fmla="*/ 512278 w 12192000"/>
              <a:gd name="connsiteY176" fmla="*/ 2176369 h 2237474"/>
              <a:gd name="connsiteX177" fmla="*/ 480419 w 12192000"/>
              <a:gd name="connsiteY177" fmla="*/ 2167807 h 2237474"/>
              <a:gd name="connsiteX178" fmla="*/ 413835 w 12192000"/>
              <a:gd name="connsiteY178" fmla="*/ 2156783 h 2237474"/>
              <a:gd name="connsiteX179" fmla="*/ 376513 w 12192000"/>
              <a:gd name="connsiteY179" fmla="*/ 2154014 h 2237474"/>
              <a:gd name="connsiteX180" fmla="*/ 273386 w 12192000"/>
              <a:gd name="connsiteY180" fmla="*/ 2142551 h 2237474"/>
              <a:gd name="connsiteX181" fmla="*/ 169207 w 12192000"/>
              <a:gd name="connsiteY181" fmla="*/ 2128100 h 2237474"/>
              <a:gd name="connsiteX182" fmla="*/ 93149 w 12192000"/>
              <a:gd name="connsiteY182" fmla="*/ 2105324 h 2237474"/>
              <a:gd name="connsiteX183" fmla="*/ 88109 w 12192000"/>
              <a:gd name="connsiteY183" fmla="*/ 2106704 h 2237474"/>
              <a:gd name="connsiteX184" fmla="*/ 80022 w 12192000"/>
              <a:gd name="connsiteY184" fmla="*/ 2107254 h 2237474"/>
              <a:gd name="connsiteX185" fmla="*/ 79717 w 12192000"/>
              <a:gd name="connsiteY185" fmla="*/ 2107046 h 2237474"/>
              <a:gd name="connsiteX186" fmla="*/ 72352 w 12192000"/>
              <a:gd name="connsiteY186" fmla="*/ 2107991 h 2237474"/>
              <a:gd name="connsiteX187" fmla="*/ 37645 w 12192000"/>
              <a:gd name="connsiteY187" fmla="*/ 2115401 h 2237474"/>
              <a:gd name="connsiteX188" fmla="*/ 4572 w 12192000"/>
              <a:gd name="connsiteY188" fmla="*/ 2111091 h 2237474"/>
              <a:gd name="connsiteX189" fmla="*/ 0 w 12192000"/>
              <a:gd name="connsiteY189" fmla="*/ 2110468 h 2237474"/>
              <a:gd name="connsiteX190" fmla="*/ 0 w 12192000"/>
              <a:gd name="connsiteY190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44189 w 12192000"/>
              <a:gd name="connsiteY24" fmla="*/ 938966 h 2237474"/>
              <a:gd name="connsiteX25" fmla="*/ 9500499 w 12192000"/>
              <a:gd name="connsiteY25" fmla="*/ 954680 h 2237474"/>
              <a:gd name="connsiteX26" fmla="*/ 9428195 w 12192000"/>
              <a:gd name="connsiteY26" fmla="*/ 986225 h 2237474"/>
              <a:gd name="connsiteX27" fmla="*/ 9410017 w 12192000"/>
              <a:gd name="connsiteY27" fmla="*/ 993931 h 2237474"/>
              <a:gd name="connsiteX28" fmla="*/ 9392919 w 12192000"/>
              <a:gd name="connsiteY28" fmla="*/ 994656 h 2237474"/>
              <a:gd name="connsiteX29" fmla="*/ 9278619 w 12192000"/>
              <a:gd name="connsiteY29" fmla="*/ 1011878 h 2237474"/>
              <a:gd name="connsiteX30" fmla="*/ 9268019 w 12192000"/>
              <a:gd name="connsiteY30" fmla="*/ 1007442 h 2237474"/>
              <a:gd name="connsiteX31" fmla="*/ 9234662 w 12192000"/>
              <a:gd name="connsiteY31" fmla="*/ 1023056 h 2237474"/>
              <a:gd name="connsiteX32" fmla="*/ 9181033 w 12192000"/>
              <a:gd name="connsiteY32" fmla="*/ 1037921 h 2237474"/>
              <a:gd name="connsiteX33" fmla="*/ 9155969 w 12192000"/>
              <a:gd name="connsiteY33" fmla="*/ 1046804 h 2237474"/>
              <a:gd name="connsiteX34" fmla="*/ 9133985 w 12192000"/>
              <a:gd name="connsiteY34" fmla="*/ 1046450 h 2237474"/>
              <a:gd name="connsiteX35" fmla="*/ 9003462 w 12192000"/>
              <a:gd name="connsiteY35" fmla="*/ 1042406 h 2237474"/>
              <a:gd name="connsiteX36" fmla="*/ 8968445 w 12192000"/>
              <a:gd name="connsiteY36" fmla="*/ 1052169 h 2237474"/>
              <a:gd name="connsiteX37" fmla="*/ 8886001 w 12192000"/>
              <a:gd name="connsiteY37" fmla="*/ 1067468 h 2237474"/>
              <a:gd name="connsiteX38" fmla="*/ 8838610 w 12192000"/>
              <a:gd name="connsiteY38" fmla="*/ 1075091 h 2237474"/>
              <a:gd name="connsiteX39" fmla="*/ 8750383 w 12192000"/>
              <a:gd name="connsiteY39" fmla="*/ 1097387 h 2237474"/>
              <a:gd name="connsiteX40" fmla="*/ 8665605 w 12192000"/>
              <a:gd name="connsiteY40" fmla="*/ 1110791 h 2237474"/>
              <a:gd name="connsiteX41" fmla="*/ 8584946 w 12192000"/>
              <a:gd name="connsiteY41" fmla="*/ 1135226 h 2237474"/>
              <a:gd name="connsiteX42" fmla="*/ 8460755 w 12192000"/>
              <a:gd name="connsiteY42" fmla="*/ 1203427 h 2237474"/>
              <a:gd name="connsiteX43" fmla="*/ 8419755 w 12192000"/>
              <a:gd name="connsiteY43" fmla="*/ 1216260 h 2237474"/>
              <a:gd name="connsiteX44" fmla="*/ 8411626 w 12192000"/>
              <a:gd name="connsiteY44" fmla="*/ 1214397 h 2237474"/>
              <a:gd name="connsiteX45" fmla="*/ 8363469 w 12192000"/>
              <a:gd name="connsiteY45" fmla="*/ 1246658 h 2237474"/>
              <a:gd name="connsiteX46" fmla="*/ 8275497 w 12192000"/>
              <a:gd name="connsiteY46" fmla="*/ 1264396 h 2237474"/>
              <a:gd name="connsiteX47" fmla="*/ 8206287 w 12192000"/>
              <a:gd name="connsiteY47" fmla="*/ 1273060 h 2237474"/>
              <a:gd name="connsiteX48" fmla="*/ 8139997 w 12192000"/>
              <a:gd name="connsiteY48" fmla="*/ 1282713 h 2237474"/>
              <a:gd name="connsiteX49" fmla="*/ 8074238 w 12192000"/>
              <a:gd name="connsiteY49" fmla="*/ 1301895 h 2237474"/>
              <a:gd name="connsiteX50" fmla="*/ 7942099 w 12192000"/>
              <a:gd name="connsiteY50" fmla="*/ 1336332 h 2237474"/>
              <a:gd name="connsiteX51" fmla="*/ 7902328 w 12192000"/>
              <a:gd name="connsiteY51" fmla="*/ 1345865 h 2237474"/>
              <a:gd name="connsiteX52" fmla="*/ 7840612 w 12192000"/>
              <a:gd name="connsiteY52" fmla="*/ 1369373 h 2237474"/>
              <a:gd name="connsiteX53" fmla="*/ 7786819 w 12192000"/>
              <a:gd name="connsiteY53" fmla="*/ 1378970 h 2237474"/>
              <a:gd name="connsiteX54" fmla="*/ 7548172 w 12192000"/>
              <a:gd name="connsiteY54" fmla="*/ 1417460 h 2237474"/>
              <a:gd name="connsiteX55" fmla="*/ 7483437 w 12192000"/>
              <a:gd name="connsiteY55" fmla="*/ 1478152 h 2237474"/>
              <a:gd name="connsiteX56" fmla="*/ 7377870 w 12192000"/>
              <a:gd name="connsiteY56" fmla="*/ 1523319 h 2237474"/>
              <a:gd name="connsiteX57" fmla="*/ 7230737 w 12192000"/>
              <a:gd name="connsiteY57" fmla="*/ 1562633 h 2237474"/>
              <a:gd name="connsiteX58" fmla="*/ 7224458 w 12192000"/>
              <a:gd name="connsiteY58" fmla="*/ 1573008 h 2237474"/>
              <a:gd name="connsiteX59" fmla="*/ 7183121 w 12192000"/>
              <a:gd name="connsiteY59" fmla="*/ 1595162 h 2237474"/>
              <a:gd name="connsiteX60" fmla="*/ 7164601 w 12192000"/>
              <a:gd name="connsiteY60" fmla="*/ 1606490 h 2237474"/>
              <a:gd name="connsiteX61" fmla="*/ 7031309 w 12192000"/>
              <a:gd name="connsiteY61" fmla="*/ 1619451 h 2237474"/>
              <a:gd name="connsiteX62" fmla="*/ 6900177 w 12192000"/>
              <a:gd name="connsiteY62" fmla="*/ 1636016 h 2237474"/>
              <a:gd name="connsiteX63" fmla="*/ 6795372 w 12192000"/>
              <a:gd name="connsiteY63" fmla="*/ 1644845 h 2237474"/>
              <a:gd name="connsiteX64" fmla="*/ 6692251 w 12192000"/>
              <a:gd name="connsiteY64" fmla="*/ 1656357 h 2237474"/>
              <a:gd name="connsiteX65" fmla="*/ 6655235 w 12192000"/>
              <a:gd name="connsiteY65" fmla="*/ 1661869 h 2237474"/>
              <a:gd name="connsiteX66" fmla="*/ 6554894 w 12192000"/>
              <a:gd name="connsiteY66" fmla="*/ 1664428 h 2237474"/>
              <a:gd name="connsiteX67" fmla="*/ 6516595 w 12192000"/>
              <a:gd name="connsiteY67" fmla="*/ 1667475 h 2237474"/>
              <a:gd name="connsiteX68" fmla="*/ 6508541 w 12192000"/>
              <a:gd name="connsiteY68" fmla="*/ 1668757 h 2237474"/>
              <a:gd name="connsiteX69" fmla="*/ 6471012 w 12192000"/>
              <a:gd name="connsiteY69" fmla="*/ 1678604 h 2237474"/>
              <a:gd name="connsiteX70" fmla="*/ 6364035 w 12192000"/>
              <a:gd name="connsiteY70" fmla="*/ 1667683 h 2237474"/>
              <a:gd name="connsiteX71" fmla="*/ 6280959 w 12192000"/>
              <a:gd name="connsiteY71" fmla="*/ 1689329 h 2237474"/>
              <a:gd name="connsiteX72" fmla="*/ 6243319 w 12192000"/>
              <a:gd name="connsiteY72" fmla="*/ 1695560 h 2237474"/>
              <a:gd name="connsiteX73" fmla="*/ 6098321 w 12192000"/>
              <a:gd name="connsiteY73" fmla="*/ 1721646 h 2237474"/>
              <a:gd name="connsiteX74" fmla="*/ 5880652 w 12192000"/>
              <a:gd name="connsiteY74" fmla="*/ 1779643 h 2237474"/>
              <a:gd name="connsiteX75" fmla="*/ 5785959 w 12192000"/>
              <a:gd name="connsiteY75" fmla="*/ 1775307 h 2237474"/>
              <a:gd name="connsiteX76" fmla="*/ 5643534 w 12192000"/>
              <a:gd name="connsiteY76" fmla="*/ 1802919 h 2237474"/>
              <a:gd name="connsiteX77" fmla="*/ 5518799 w 12192000"/>
              <a:gd name="connsiteY77" fmla="*/ 1818312 h 2237474"/>
              <a:gd name="connsiteX78" fmla="*/ 5505014 w 12192000"/>
              <a:gd name="connsiteY78" fmla="*/ 1819259 h 2237474"/>
              <a:gd name="connsiteX79" fmla="*/ 5453307 w 12192000"/>
              <a:gd name="connsiteY79" fmla="*/ 1815450 h 2237474"/>
              <a:gd name="connsiteX80" fmla="*/ 5221533 w 12192000"/>
              <a:gd name="connsiteY80" fmla="*/ 1846950 h 2237474"/>
              <a:gd name="connsiteX81" fmla="*/ 5149802 w 12192000"/>
              <a:gd name="connsiteY81" fmla="*/ 1844846 h 2237474"/>
              <a:gd name="connsiteX82" fmla="*/ 5114927 w 12192000"/>
              <a:gd name="connsiteY82" fmla="*/ 1847827 h 2237474"/>
              <a:gd name="connsiteX83" fmla="*/ 5108970 w 12192000"/>
              <a:gd name="connsiteY83" fmla="*/ 1847935 h 2237474"/>
              <a:gd name="connsiteX84" fmla="*/ 5067961 w 12192000"/>
              <a:gd name="connsiteY84" fmla="*/ 1845917 h 2237474"/>
              <a:gd name="connsiteX85" fmla="*/ 5007075 w 12192000"/>
              <a:gd name="connsiteY85" fmla="*/ 1838626 h 2237474"/>
              <a:gd name="connsiteX86" fmla="*/ 4944087 w 12192000"/>
              <a:gd name="connsiteY86" fmla="*/ 1823332 h 2237474"/>
              <a:gd name="connsiteX87" fmla="*/ 4907662 w 12192000"/>
              <a:gd name="connsiteY87" fmla="*/ 1816900 h 2237474"/>
              <a:gd name="connsiteX88" fmla="*/ 4882386 w 12192000"/>
              <a:gd name="connsiteY88" fmla="*/ 1809844 h 2237474"/>
              <a:gd name="connsiteX89" fmla="*/ 4811440 w 12192000"/>
              <a:gd name="connsiteY89" fmla="*/ 1804655 h 2237474"/>
              <a:gd name="connsiteX90" fmla="*/ 4691075 w 12192000"/>
              <a:gd name="connsiteY90" fmla="*/ 1801389 h 2237474"/>
              <a:gd name="connsiteX91" fmla="*/ 4640313 w 12192000"/>
              <a:gd name="connsiteY91" fmla="*/ 1784307 h 2237474"/>
              <a:gd name="connsiteX92" fmla="*/ 4536503 w 12192000"/>
              <a:gd name="connsiteY92" fmla="*/ 1785334 h 2237474"/>
              <a:gd name="connsiteX93" fmla="*/ 4513724 w 12192000"/>
              <a:gd name="connsiteY93" fmla="*/ 1791996 h 2237474"/>
              <a:gd name="connsiteX94" fmla="*/ 4459810 w 12192000"/>
              <a:gd name="connsiteY94" fmla="*/ 1797886 h 2237474"/>
              <a:gd name="connsiteX95" fmla="*/ 4379064 w 12192000"/>
              <a:gd name="connsiteY95" fmla="*/ 1817177 h 2237474"/>
              <a:gd name="connsiteX96" fmla="*/ 4290981 w 12192000"/>
              <a:gd name="connsiteY96" fmla="*/ 1839677 h 2237474"/>
              <a:gd name="connsiteX97" fmla="*/ 4238372 w 12192000"/>
              <a:gd name="connsiteY97" fmla="*/ 1851480 h 2237474"/>
              <a:gd name="connsiteX98" fmla="*/ 4232517 w 12192000"/>
              <a:gd name="connsiteY98" fmla="*/ 1852567 h 2237474"/>
              <a:gd name="connsiteX99" fmla="*/ 4191732 w 12192000"/>
              <a:gd name="connsiteY99" fmla="*/ 1857328 h 2237474"/>
              <a:gd name="connsiteX100" fmla="*/ 4065532 w 12192000"/>
              <a:gd name="connsiteY100" fmla="*/ 1855477 h 2237474"/>
              <a:gd name="connsiteX101" fmla="*/ 4028460 w 12192000"/>
              <a:gd name="connsiteY101" fmla="*/ 1855137 h 2237474"/>
              <a:gd name="connsiteX102" fmla="*/ 4002267 w 12192000"/>
              <a:gd name="connsiteY102" fmla="*/ 1852352 h 2237474"/>
              <a:gd name="connsiteX103" fmla="*/ 3931396 w 12192000"/>
              <a:gd name="connsiteY103" fmla="*/ 1858915 h 2237474"/>
              <a:gd name="connsiteX104" fmla="*/ 3812162 w 12192000"/>
              <a:gd name="connsiteY104" fmla="*/ 1875501 h 2237474"/>
              <a:gd name="connsiteX105" fmla="*/ 3758105 w 12192000"/>
              <a:gd name="connsiteY105" fmla="*/ 1871856 h 2237474"/>
              <a:gd name="connsiteX106" fmla="*/ 3715896 w 12192000"/>
              <a:gd name="connsiteY106" fmla="*/ 1881552 h 2237474"/>
              <a:gd name="connsiteX107" fmla="*/ 3567259 w 12192000"/>
              <a:gd name="connsiteY107" fmla="*/ 1893482 h 2237474"/>
              <a:gd name="connsiteX108" fmla="*/ 3405770 w 12192000"/>
              <a:gd name="connsiteY108" fmla="*/ 1904591 h 2237474"/>
              <a:gd name="connsiteX109" fmla="*/ 3280097 w 12192000"/>
              <a:gd name="connsiteY109" fmla="*/ 1919610 h 2237474"/>
              <a:gd name="connsiteX110" fmla="*/ 3123424 w 12192000"/>
              <a:gd name="connsiteY110" fmla="*/ 1952930 h 2237474"/>
              <a:gd name="connsiteX111" fmla="*/ 3009910 w 12192000"/>
              <a:gd name="connsiteY111" fmla="*/ 1957866 h 2237474"/>
              <a:gd name="connsiteX112" fmla="*/ 2995934 w 12192000"/>
              <a:gd name="connsiteY112" fmla="*/ 1967085 h 2237474"/>
              <a:gd name="connsiteX113" fmla="*/ 2980071 w 12192000"/>
              <a:gd name="connsiteY113" fmla="*/ 1972988 h 2237474"/>
              <a:gd name="connsiteX114" fmla="*/ 2942858 w 12192000"/>
              <a:gd name="connsiteY114" fmla="*/ 1981367 h 2237474"/>
              <a:gd name="connsiteX115" fmla="*/ 2875436 w 12192000"/>
              <a:gd name="connsiteY115" fmla="*/ 1996977 h 2237474"/>
              <a:gd name="connsiteX116" fmla="*/ 2874892 w 12192000"/>
              <a:gd name="connsiteY116" fmla="*/ 1996085 h 2237474"/>
              <a:gd name="connsiteX117" fmla="*/ 2864145 w 12192000"/>
              <a:gd name="connsiteY117" fmla="*/ 1994061 h 2237474"/>
              <a:gd name="connsiteX118" fmla="*/ 2843662 w 12192000"/>
              <a:gd name="connsiteY118" fmla="*/ 1992498 h 2237474"/>
              <a:gd name="connsiteX119" fmla="*/ 2796128 w 12192000"/>
              <a:gd name="connsiteY119" fmla="*/ 1976403 h 2237474"/>
              <a:gd name="connsiteX120" fmla="*/ 2756784 w 12192000"/>
              <a:gd name="connsiteY120" fmla="*/ 1985116 h 2237474"/>
              <a:gd name="connsiteX121" fmla="*/ 2748833 w 12192000"/>
              <a:gd name="connsiteY121" fmla="*/ 1986323 h 2237474"/>
              <a:gd name="connsiteX122" fmla="*/ 2748661 w 12192000"/>
              <a:gd name="connsiteY122" fmla="*/ 1986122 h 2237474"/>
              <a:gd name="connsiteX123" fmla="*/ 2740251 w 12192000"/>
              <a:gd name="connsiteY123" fmla="*/ 1986946 h 2237474"/>
              <a:gd name="connsiteX124" fmla="*/ 2718916 w 12192000"/>
              <a:gd name="connsiteY124" fmla="*/ 1990867 h 2237474"/>
              <a:gd name="connsiteX125" fmla="*/ 2713522 w 12192000"/>
              <a:gd name="connsiteY125" fmla="*/ 1990173 h 2237474"/>
              <a:gd name="connsiteX126" fmla="*/ 2680597 w 12192000"/>
              <a:gd name="connsiteY126" fmla="*/ 1984996 h 2237474"/>
              <a:gd name="connsiteX127" fmla="*/ 2578178 w 12192000"/>
              <a:gd name="connsiteY127" fmla="*/ 1990531 h 2237474"/>
              <a:gd name="connsiteX128" fmla="*/ 2476147 w 12192000"/>
              <a:gd name="connsiteY128" fmla="*/ 1998305 h 2237474"/>
              <a:gd name="connsiteX129" fmla="*/ 2373568 w 12192000"/>
              <a:gd name="connsiteY129" fmla="*/ 2003219 h 2237474"/>
              <a:gd name="connsiteX130" fmla="*/ 2321399 w 12192000"/>
              <a:gd name="connsiteY130" fmla="*/ 1989467 h 2237474"/>
              <a:gd name="connsiteX131" fmla="*/ 2315525 w 12192000"/>
              <a:gd name="connsiteY131" fmla="*/ 1989708 h 2237474"/>
              <a:gd name="connsiteX132" fmla="*/ 2300792 w 12192000"/>
              <a:gd name="connsiteY132" fmla="*/ 1994290 h 2237474"/>
              <a:gd name="connsiteX133" fmla="*/ 2295469 w 12192000"/>
              <a:gd name="connsiteY133" fmla="*/ 1996659 h 2237474"/>
              <a:gd name="connsiteX134" fmla="*/ 2287219 w 12192000"/>
              <a:gd name="connsiteY134" fmla="*/ 1998750 h 2237474"/>
              <a:gd name="connsiteX135" fmla="*/ 2286948 w 12192000"/>
              <a:gd name="connsiteY135" fmla="*/ 1998596 h 2237474"/>
              <a:gd name="connsiteX136" fmla="*/ 2243069 w 12192000"/>
              <a:gd name="connsiteY136" fmla="*/ 2015111 h 2237474"/>
              <a:gd name="connsiteX137" fmla="*/ 2186609 w 12192000"/>
              <a:gd name="connsiteY137" fmla="*/ 2008263 h 2237474"/>
              <a:gd name="connsiteX138" fmla="*/ 2164831 w 12192000"/>
              <a:gd name="connsiteY138" fmla="*/ 2010143 h 2237474"/>
              <a:gd name="connsiteX139" fmla="*/ 2152836 w 12192000"/>
              <a:gd name="connsiteY139" fmla="*/ 2010048 h 2237474"/>
              <a:gd name="connsiteX140" fmla="*/ 2117102 w 12192000"/>
              <a:gd name="connsiteY140" fmla="*/ 2023004 h 2237474"/>
              <a:gd name="connsiteX141" fmla="*/ 2111935 w 12192000"/>
              <a:gd name="connsiteY141" fmla="*/ 2023163 h 2237474"/>
              <a:gd name="connsiteX142" fmla="*/ 2089991 w 12192000"/>
              <a:gd name="connsiteY142" fmla="*/ 2034193 h 2237474"/>
              <a:gd name="connsiteX143" fmla="*/ 2058061 w 12192000"/>
              <a:gd name="connsiteY143" fmla="*/ 2047942 h 2237474"/>
              <a:gd name="connsiteX144" fmla="*/ 2055737 w 12192000"/>
              <a:gd name="connsiteY144" fmla="*/ 2047704 h 2237474"/>
              <a:gd name="connsiteX145" fmla="*/ 2042244 w 12192000"/>
              <a:gd name="connsiteY145" fmla="*/ 2055560 h 2237474"/>
              <a:gd name="connsiteX146" fmla="*/ 1976224 w 12192000"/>
              <a:gd name="connsiteY146" fmla="*/ 2074257 h 2237474"/>
              <a:gd name="connsiteX147" fmla="*/ 1877728 w 12192000"/>
              <a:gd name="connsiteY147" fmla="*/ 2101004 h 2237474"/>
              <a:gd name="connsiteX148" fmla="*/ 1759056 w 12192000"/>
              <a:gd name="connsiteY148" fmla="*/ 2125608 h 2237474"/>
              <a:gd name="connsiteX149" fmla="*/ 1637948 w 12192000"/>
              <a:gd name="connsiteY149" fmla="*/ 2172597 h 2237474"/>
              <a:gd name="connsiteX150" fmla="*/ 1434549 w 12192000"/>
              <a:gd name="connsiteY150" fmla="*/ 2234522 h 2237474"/>
              <a:gd name="connsiteX151" fmla="*/ 1398481 w 12192000"/>
              <a:gd name="connsiteY151" fmla="*/ 2237074 h 2237474"/>
              <a:gd name="connsiteX152" fmla="*/ 1398407 w 12192000"/>
              <a:gd name="connsiteY152" fmla="*/ 2237095 h 2237474"/>
              <a:gd name="connsiteX153" fmla="*/ 1370962 w 12192000"/>
              <a:gd name="connsiteY153" fmla="*/ 2237474 h 2237474"/>
              <a:gd name="connsiteX154" fmla="*/ 1356367 w 12192000"/>
              <a:gd name="connsiteY154" fmla="*/ 2235089 h 2237474"/>
              <a:gd name="connsiteX155" fmla="*/ 1324828 w 12192000"/>
              <a:gd name="connsiteY155" fmla="*/ 2231968 h 2237474"/>
              <a:gd name="connsiteX156" fmla="*/ 1297744 w 12192000"/>
              <a:gd name="connsiteY156" fmla="*/ 2235849 h 2237474"/>
              <a:gd name="connsiteX157" fmla="*/ 1286236 w 12192000"/>
              <a:gd name="connsiteY157" fmla="*/ 2233135 h 2237474"/>
              <a:gd name="connsiteX158" fmla="*/ 1283504 w 12192000"/>
              <a:gd name="connsiteY158" fmla="*/ 2233797 h 2237474"/>
              <a:gd name="connsiteX159" fmla="*/ 1279765 w 12192000"/>
              <a:gd name="connsiteY159" fmla="*/ 2229639 h 2237474"/>
              <a:gd name="connsiteX160" fmla="*/ 1195347 w 12192000"/>
              <a:gd name="connsiteY160" fmla="*/ 2212354 h 2237474"/>
              <a:gd name="connsiteX161" fmla="*/ 970251 w 12192000"/>
              <a:gd name="connsiteY161" fmla="*/ 2221029 h 2237474"/>
              <a:gd name="connsiteX162" fmla="*/ 812914 w 12192000"/>
              <a:gd name="connsiteY162" fmla="*/ 2202752 h 2237474"/>
              <a:gd name="connsiteX163" fmla="*/ 800195 w 12192000"/>
              <a:gd name="connsiteY163" fmla="*/ 2209407 h 2237474"/>
              <a:gd name="connsiteX164" fmla="*/ 784978 w 12192000"/>
              <a:gd name="connsiteY164" fmla="*/ 2212360 h 2237474"/>
              <a:gd name="connsiteX165" fmla="*/ 681987 w 12192000"/>
              <a:gd name="connsiteY165" fmla="*/ 2216757 h 2237474"/>
              <a:gd name="connsiteX166" fmla="*/ 669923 w 12192000"/>
              <a:gd name="connsiteY166" fmla="*/ 2211682 h 2237474"/>
              <a:gd name="connsiteX167" fmla="*/ 648680 w 12192000"/>
              <a:gd name="connsiteY167" fmla="*/ 2206229 h 2237474"/>
              <a:gd name="connsiteX168" fmla="*/ 597225 w 12192000"/>
              <a:gd name="connsiteY168" fmla="*/ 2180999 h 2237474"/>
              <a:gd name="connsiteX169" fmla="*/ 558449 w 12192000"/>
              <a:gd name="connsiteY169" fmla="*/ 2182346 h 2237474"/>
              <a:gd name="connsiteX170" fmla="*/ 550517 w 12192000"/>
              <a:gd name="connsiteY170" fmla="*/ 2182060 h 2237474"/>
              <a:gd name="connsiteX171" fmla="*/ 550309 w 12192000"/>
              <a:gd name="connsiteY171" fmla="*/ 2181825 h 2237474"/>
              <a:gd name="connsiteX172" fmla="*/ 541836 w 12192000"/>
              <a:gd name="connsiteY172" fmla="*/ 2181063 h 2237474"/>
              <a:gd name="connsiteX173" fmla="*/ 536057 w 12192000"/>
              <a:gd name="connsiteY173" fmla="*/ 2181537 h 2237474"/>
              <a:gd name="connsiteX174" fmla="*/ 520671 w 12192000"/>
              <a:gd name="connsiteY174" fmla="*/ 2180980 h 2237474"/>
              <a:gd name="connsiteX175" fmla="*/ 515024 w 12192000"/>
              <a:gd name="connsiteY175" fmla="*/ 2179258 h 2237474"/>
              <a:gd name="connsiteX176" fmla="*/ 512278 w 12192000"/>
              <a:gd name="connsiteY176" fmla="*/ 2176369 h 2237474"/>
              <a:gd name="connsiteX177" fmla="*/ 480419 w 12192000"/>
              <a:gd name="connsiteY177" fmla="*/ 2167807 h 2237474"/>
              <a:gd name="connsiteX178" fmla="*/ 413835 w 12192000"/>
              <a:gd name="connsiteY178" fmla="*/ 2156783 h 2237474"/>
              <a:gd name="connsiteX179" fmla="*/ 376513 w 12192000"/>
              <a:gd name="connsiteY179" fmla="*/ 2154014 h 2237474"/>
              <a:gd name="connsiteX180" fmla="*/ 273386 w 12192000"/>
              <a:gd name="connsiteY180" fmla="*/ 2142551 h 2237474"/>
              <a:gd name="connsiteX181" fmla="*/ 169207 w 12192000"/>
              <a:gd name="connsiteY181" fmla="*/ 2128100 h 2237474"/>
              <a:gd name="connsiteX182" fmla="*/ 93149 w 12192000"/>
              <a:gd name="connsiteY182" fmla="*/ 2105324 h 2237474"/>
              <a:gd name="connsiteX183" fmla="*/ 88109 w 12192000"/>
              <a:gd name="connsiteY183" fmla="*/ 2106704 h 2237474"/>
              <a:gd name="connsiteX184" fmla="*/ 80022 w 12192000"/>
              <a:gd name="connsiteY184" fmla="*/ 2107254 h 2237474"/>
              <a:gd name="connsiteX185" fmla="*/ 79717 w 12192000"/>
              <a:gd name="connsiteY185" fmla="*/ 2107046 h 2237474"/>
              <a:gd name="connsiteX186" fmla="*/ 72352 w 12192000"/>
              <a:gd name="connsiteY186" fmla="*/ 2107991 h 2237474"/>
              <a:gd name="connsiteX187" fmla="*/ 37645 w 12192000"/>
              <a:gd name="connsiteY187" fmla="*/ 2115401 h 2237474"/>
              <a:gd name="connsiteX188" fmla="*/ 4572 w 12192000"/>
              <a:gd name="connsiteY188" fmla="*/ 2111091 h 2237474"/>
              <a:gd name="connsiteX189" fmla="*/ 0 w 12192000"/>
              <a:gd name="connsiteY189" fmla="*/ 2110468 h 2237474"/>
              <a:gd name="connsiteX190" fmla="*/ 0 w 12192000"/>
              <a:gd name="connsiteY190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78619 w 12192000"/>
              <a:gd name="connsiteY28" fmla="*/ 1011878 h 2237474"/>
              <a:gd name="connsiteX29" fmla="*/ 9268019 w 12192000"/>
              <a:gd name="connsiteY29" fmla="*/ 1007442 h 2237474"/>
              <a:gd name="connsiteX30" fmla="*/ 9234662 w 12192000"/>
              <a:gd name="connsiteY30" fmla="*/ 1023056 h 2237474"/>
              <a:gd name="connsiteX31" fmla="*/ 9181033 w 12192000"/>
              <a:gd name="connsiteY31" fmla="*/ 1037921 h 2237474"/>
              <a:gd name="connsiteX32" fmla="*/ 9155969 w 12192000"/>
              <a:gd name="connsiteY32" fmla="*/ 1046804 h 2237474"/>
              <a:gd name="connsiteX33" fmla="*/ 9133985 w 12192000"/>
              <a:gd name="connsiteY33" fmla="*/ 1046450 h 2237474"/>
              <a:gd name="connsiteX34" fmla="*/ 9003462 w 12192000"/>
              <a:gd name="connsiteY34" fmla="*/ 1042406 h 2237474"/>
              <a:gd name="connsiteX35" fmla="*/ 8968445 w 12192000"/>
              <a:gd name="connsiteY35" fmla="*/ 1052169 h 2237474"/>
              <a:gd name="connsiteX36" fmla="*/ 8886001 w 12192000"/>
              <a:gd name="connsiteY36" fmla="*/ 1067468 h 2237474"/>
              <a:gd name="connsiteX37" fmla="*/ 8838610 w 12192000"/>
              <a:gd name="connsiteY37" fmla="*/ 1075091 h 2237474"/>
              <a:gd name="connsiteX38" fmla="*/ 8750383 w 12192000"/>
              <a:gd name="connsiteY38" fmla="*/ 1097387 h 2237474"/>
              <a:gd name="connsiteX39" fmla="*/ 8665605 w 12192000"/>
              <a:gd name="connsiteY39" fmla="*/ 1110791 h 2237474"/>
              <a:gd name="connsiteX40" fmla="*/ 8584946 w 12192000"/>
              <a:gd name="connsiteY40" fmla="*/ 1135226 h 2237474"/>
              <a:gd name="connsiteX41" fmla="*/ 8460755 w 12192000"/>
              <a:gd name="connsiteY41" fmla="*/ 1203427 h 2237474"/>
              <a:gd name="connsiteX42" fmla="*/ 8419755 w 12192000"/>
              <a:gd name="connsiteY42" fmla="*/ 1216260 h 2237474"/>
              <a:gd name="connsiteX43" fmla="*/ 8411626 w 12192000"/>
              <a:gd name="connsiteY43" fmla="*/ 1214397 h 2237474"/>
              <a:gd name="connsiteX44" fmla="*/ 8363469 w 12192000"/>
              <a:gd name="connsiteY44" fmla="*/ 1246658 h 2237474"/>
              <a:gd name="connsiteX45" fmla="*/ 8275497 w 12192000"/>
              <a:gd name="connsiteY45" fmla="*/ 1264396 h 2237474"/>
              <a:gd name="connsiteX46" fmla="*/ 8206287 w 12192000"/>
              <a:gd name="connsiteY46" fmla="*/ 1273060 h 2237474"/>
              <a:gd name="connsiteX47" fmla="*/ 8139997 w 12192000"/>
              <a:gd name="connsiteY47" fmla="*/ 1282713 h 2237474"/>
              <a:gd name="connsiteX48" fmla="*/ 8074238 w 12192000"/>
              <a:gd name="connsiteY48" fmla="*/ 1301895 h 2237474"/>
              <a:gd name="connsiteX49" fmla="*/ 7942099 w 12192000"/>
              <a:gd name="connsiteY49" fmla="*/ 1336332 h 2237474"/>
              <a:gd name="connsiteX50" fmla="*/ 7902328 w 12192000"/>
              <a:gd name="connsiteY50" fmla="*/ 1345865 h 2237474"/>
              <a:gd name="connsiteX51" fmla="*/ 7840612 w 12192000"/>
              <a:gd name="connsiteY51" fmla="*/ 1369373 h 2237474"/>
              <a:gd name="connsiteX52" fmla="*/ 7786819 w 12192000"/>
              <a:gd name="connsiteY52" fmla="*/ 1378970 h 2237474"/>
              <a:gd name="connsiteX53" fmla="*/ 7548172 w 12192000"/>
              <a:gd name="connsiteY53" fmla="*/ 1417460 h 2237474"/>
              <a:gd name="connsiteX54" fmla="*/ 7483437 w 12192000"/>
              <a:gd name="connsiteY54" fmla="*/ 1478152 h 2237474"/>
              <a:gd name="connsiteX55" fmla="*/ 7377870 w 12192000"/>
              <a:gd name="connsiteY55" fmla="*/ 1523319 h 2237474"/>
              <a:gd name="connsiteX56" fmla="*/ 7230737 w 12192000"/>
              <a:gd name="connsiteY56" fmla="*/ 1562633 h 2237474"/>
              <a:gd name="connsiteX57" fmla="*/ 7224458 w 12192000"/>
              <a:gd name="connsiteY57" fmla="*/ 1573008 h 2237474"/>
              <a:gd name="connsiteX58" fmla="*/ 7183121 w 12192000"/>
              <a:gd name="connsiteY58" fmla="*/ 1595162 h 2237474"/>
              <a:gd name="connsiteX59" fmla="*/ 7164601 w 12192000"/>
              <a:gd name="connsiteY59" fmla="*/ 1606490 h 2237474"/>
              <a:gd name="connsiteX60" fmla="*/ 7031309 w 12192000"/>
              <a:gd name="connsiteY60" fmla="*/ 1619451 h 2237474"/>
              <a:gd name="connsiteX61" fmla="*/ 6900177 w 12192000"/>
              <a:gd name="connsiteY61" fmla="*/ 1636016 h 2237474"/>
              <a:gd name="connsiteX62" fmla="*/ 6795372 w 12192000"/>
              <a:gd name="connsiteY62" fmla="*/ 1644845 h 2237474"/>
              <a:gd name="connsiteX63" fmla="*/ 6692251 w 12192000"/>
              <a:gd name="connsiteY63" fmla="*/ 1656357 h 2237474"/>
              <a:gd name="connsiteX64" fmla="*/ 6655235 w 12192000"/>
              <a:gd name="connsiteY64" fmla="*/ 1661869 h 2237474"/>
              <a:gd name="connsiteX65" fmla="*/ 6554894 w 12192000"/>
              <a:gd name="connsiteY65" fmla="*/ 1664428 h 2237474"/>
              <a:gd name="connsiteX66" fmla="*/ 6516595 w 12192000"/>
              <a:gd name="connsiteY66" fmla="*/ 1667475 h 2237474"/>
              <a:gd name="connsiteX67" fmla="*/ 6508541 w 12192000"/>
              <a:gd name="connsiteY67" fmla="*/ 1668757 h 2237474"/>
              <a:gd name="connsiteX68" fmla="*/ 6471012 w 12192000"/>
              <a:gd name="connsiteY68" fmla="*/ 1678604 h 2237474"/>
              <a:gd name="connsiteX69" fmla="*/ 6364035 w 12192000"/>
              <a:gd name="connsiteY69" fmla="*/ 1667683 h 2237474"/>
              <a:gd name="connsiteX70" fmla="*/ 6280959 w 12192000"/>
              <a:gd name="connsiteY70" fmla="*/ 1689329 h 2237474"/>
              <a:gd name="connsiteX71" fmla="*/ 6243319 w 12192000"/>
              <a:gd name="connsiteY71" fmla="*/ 1695560 h 2237474"/>
              <a:gd name="connsiteX72" fmla="*/ 6098321 w 12192000"/>
              <a:gd name="connsiteY72" fmla="*/ 1721646 h 2237474"/>
              <a:gd name="connsiteX73" fmla="*/ 5880652 w 12192000"/>
              <a:gd name="connsiteY73" fmla="*/ 1779643 h 2237474"/>
              <a:gd name="connsiteX74" fmla="*/ 5785959 w 12192000"/>
              <a:gd name="connsiteY74" fmla="*/ 1775307 h 2237474"/>
              <a:gd name="connsiteX75" fmla="*/ 5643534 w 12192000"/>
              <a:gd name="connsiteY75" fmla="*/ 1802919 h 2237474"/>
              <a:gd name="connsiteX76" fmla="*/ 5518799 w 12192000"/>
              <a:gd name="connsiteY76" fmla="*/ 1818312 h 2237474"/>
              <a:gd name="connsiteX77" fmla="*/ 5505014 w 12192000"/>
              <a:gd name="connsiteY77" fmla="*/ 1819259 h 2237474"/>
              <a:gd name="connsiteX78" fmla="*/ 5453307 w 12192000"/>
              <a:gd name="connsiteY78" fmla="*/ 1815450 h 2237474"/>
              <a:gd name="connsiteX79" fmla="*/ 5221533 w 12192000"/>
              <a:gd name="connsiteY79" fmla="*/ 1846950 h 2237474"/>
              <a:gd name="connsiteX80" fmla="*/ 5149802 w 12192000"/>
              <a:gd name="connsiteY80" fmla="*/ 1844846 h 2237474"/>
              <a:gd name="connsiteX81" fmla="*/ 5114927 w 12192000"/>
              <a:gd name="connsiteY81" fmla="*/ 1847827 h 2237474"/>
              <a:gd name="connsiteX82" fmla="*/ 5108970 w 12192000"/>
              <a:gd name="connsiteY82" fmla="*/ 1847935 h 2237474"/>
              <a:gd name="connsiteX83" fmla="*/ 5067961 w 12192000"/>
              <a:gd name="connsiteY83" fmla="*/ 1845917 h 2237474"/>
              <a:gd name="connsiteX84" fmla="*/ 5007075 w 12192000"/>
              <a:gd name="connsiteY84" fmla="*/ 1838626 h 2237474"/>
              <a:gd name="connsiteX85" fmla="*/ 4944087 w 12192000"/>
              <a:gd name="connsiteY85" fmla="*/ 1823332 h 2237474"/>
              <a:gd name="connsiteX86" fmla="*/ 4907662 w 12192000"/>
              <a:gd name="connsiteY86" fmla="*/ 1816900 h 2237474"/>
              <a:gd name="connsiteX87" fmla="*/ 4882386 w 12192000"/>
              <a:gd name="connsiteY87" fmla="*/ 1809844 h 2237474"/>
              <a:gd name="connsiteX88" fmla="*/ 4811440 w 12192000"/>
              <a:gd name="connsiteY88" fmla="*/ 1804655 h 2237474"/>
              <a:gd name="connsiteX89" fmla="*/ 4691075 w 12192000"/>
              <a:gd name="connsiteY89" fmla="*/ 1801389 h 2237474"/>
              <a:gd name="connsiteX90" fmla="*/ 4640313 w 12192000"/>
              <a:gd name="connsiteY90" fmla="*/ 1784307 h 2237474"/>
              <a:gd name="connsiteX91" fmla="*/ 4536503 w 12192000"/>
              <a:gd name="connsiteY91" fmla="*/ 1785334 h 2237474"/>
              <a:gd name="connsiteX92" fmla="*/ 4513724 w 12192000"/>
              <a:gd name="connsiteY92" fmla="*/ 1791996 h 2237474"/>
              <a:gd name="connsiteX93" fmla="*/ 4459810 w 12192000"/>
              <a:gd name="connsiteY93" fmla="*/ 1797886 h 2237474"/>
              <a:gd name="connsiteX94" fmla="*/ 4379064 w 12192000"/>
              <a:gd name="connsiteY94" fmla="*/ 1817177 h 2237474"/>
              <a:gd name="connsiteX95" fmla="*/ 4290981 w 12192000"/>
              <a:gd name="connsiteY95" fmla="*/ 1839677 h 2237474"/>
              <a:gd name="connsiteX96" fmla="*/ 4238372 w 12192000"/>
              <a:gd name="connsiteY96" fmla="*/ 1851480 h 2237474"/>
              <a:gd name="connsiteX97" fmla="*/ 4232517 w 12192000"/>
              <a:gd name="connsiteY97" fmla="*/ 1852567 h 2237474"/>
              <a:gd name="connsiteX98" fmla="*/ 4191732 w 12192000"/>
              <a:gd name="connsiteY98" fmla="*/ 1857328 h 2237474"/>
              <a:gd name="connsiteX99" fmla="*/ 4065532 w 12192000"/>
              <a:gd name="connsiteY99" fmla="*/ 1855477 h 2237474"/>
              <a:gd name="connsiteX100" fmla="*/ 4028460 w 12192000"/>
              <a:gd name="connsiteY100" fmla="*/ 1855137 h 2237474"/>
              <a:gd name="connsiteX101" fmla="*/ 4002267 w 12192000"/>
              <a:gd name="connsiteY101" fmla="*/ 1852352 h 2237474"/>
              <a:gd name="connsiteX102" fmla="*/ 3931396 w 12192000"/>
              <a:gd name="connsiteY102" fmla="*/ 1858915 h 2237474"/>
              <a:gd name="connsiteX103" fmla="*/ 3812162 w 12192000"/>
              <a:gd name="connsiteY103" fmla="*/ 1875501 h 2237474"/>
              <a:gd name="connsiteX104" fmla="*/ 3758105 w 12192000"/>
              <a:gd name="connsiteY104" fmla="*/ 1871856 h 2237474"/>
              <a:gd name="connsiteX105" fmla="*/ 3715896 w 12192000"/>
              <a:gd name="connsiteY105" fmla="*/ 1881552 h 2237474"/>
              <a:gd name="connsiteX106" fmla="*/ 3567259 w 12192000"/>
              <a:gd name="connsiteY106" fmla="*/ 1893482 h 2237474"/>
              <a:gd name="connsiteX107" fmla="*/ 3405770 w 12192000"/>
              <a:gd name="connsiteY107" fmla="*/ 1904591 h 2237474"/>
              <a:gd name="connsiteX108" fmla="*/ 3280097 w 12192000"/>
              <a:gd name="connsiteY108" fmla="*/ 1919610 h 2237474"/>
              <a:gd name="connsiteX109" fmla="*/ 3123424 w 12192000"/>
              <a:gd name="connsiteY109" fmla="*/ 1952930 h 2237474"/>
              <a:gd name="connsiteX110" fmla="*/ 3009910 w 12192000"/>
              <a:gd name="connsiteY110" fmla="*/ 1957866 h 2237474"/>
              <a:gd name="connsiteX111" fmla="*/ 2995934 w 12192000"/>
              <a:gd name="connsiteY111" fmla="*/ 1967085 h 2237474"/>
              <a:gd name="connsiteX112" fmla="*/ 2980071 w 12192000"/>
              <a:gd name="connsiteY112" fmla="*/ 1972988 h 2237474"/>
              <a:gd name="connsiteX113" fmla="*/ 2942858 w 12192000"/>
              <a:gd name="connsiteY113" fmla="*/ 1981367 h 2237474"/>
              <a:gd name="connsiteX114" fmla="*/ 2875436 w 12192000"/>
              <a:gd name="connsiteY114" fmla="*/ 1996977 h 2237474"/>
              <a:gd name="connsiteX115" fmla="*/ 2874892 w 12192000"/>
              <a:gd name="connsiteY115" fmla="*/ 1996085 h 2237474"/>
              <a:gd name="connsiteX116" fmla="*/ 2864145 w 12192000"/>
              <a:gd name="connsiteY116" fmla="*/ 1994061 h 2237474"/>
              <a:gd name="connsiteX117" fmla="*/ 2843662 w 12192000"/>
              <a:gd name="connsiteY117" fmla="*/ 1992498 h 2237474"/>
              <a:gd name="connsiteX118" fmla="*/ 2796128 w 12192000"/>
              <a:gd name="connsiteY118" fmla="*/ 1976403 h 2237474"/>
              <a:gd name="connsiteX119" fmla="*/ 2756784 w 12192000"/>
              <a:gd name="connsiteY119" fmla="*/ 1985116 h 2237474"/>
              <a:gd name="connsiteX120" fmla="*/ 2748833 w 12192000"/>
              <a:gd name="connsiteY120" fmla="*/ 1986323 h 2237474"/>
              <a:gd name="connsiteX121" fmla="*/ 2748661 w 12192000"/>
              <a:gd name="connsiteY121" fmla="*/ 1986122 h 2237474"/>
              <a:gd name="connsiteX122" fmla="*/ 2740251 w 12192000"/>
              <a:gd name="connsiteY122" fmla="*/ 1986946 h 2237474"/>
              <a:gd name="connsiteX123" fmla="*/ 2718916 w 12192000"/>
              <a:gd name="connsiteY123" fmla="*/ 1990867 h 2237474"/>
              <a:gd name="connsiteX124" fmla="*/ 2713522 w 12192000"/>
              <a:gd name="connsiteY124" fmla="*/ 1990173 h 2237474"/>
              <a:gd name="connsiteX125" fmla="*/ 2680597 w 12192000"/>
              <a:gd name="connsiteY125" fmla="*/ 1984996 h 2237474"/>
              <a:gd name="connsiteX126" fmla="*/ 2578178 w 12192000"/>
              <a:gd name="connsiteY126" fmla="*/ 1990531 h 2237474"/>
              <a:gd name="connsiteX127" fmla="*/ 2476147 w 12192000"/>
              <a:gd name="connsiteY127" fmla="*/ 1998305 h 2237474"/>
              <a:gd name="connsiteX128" fmla="*/ 2373568 w 12192000"/>
              <a:gd name="connsiteY128" fmla="*/ 2003219 h 2237474"/>
              <a:gd name="connsiteX129" fmla="*/ 2321399 w 12192000"/>
              <a:gd name="connsiteY129" fmla="*/ 1989467 h 2237474"/>
              <a:gd name="connsiteX130" fmla="*/ 2315525 w 12192000"/>
              <a:gd name="connsiteY130" fmla="*/ 1989708 h 2237474"/>
              <a:gd name="connsiteX131" fmla="*/ 2300792 w 12192000"/>
              <a:gd name="connsiteY131" fmla="*/ 1994290 h 2237474"/>
              <a:gd name="connsiteX132" fmla="*/ 2295469 w 12192000"/>
              <a:gd name="connsiteY132" fmla="*/ 1996659 h 2237474"/>
              <a:gd name="connsiteX133" fmla="*/ 2287219 w 12192000"/>
              <a:gd name="connsiteY133" fmla="*/ 1998750 h 2237474"/>
              <a:gd name="connsiteX134" fmla="*/ 2286948 w 12192000"/>
              <a:gd name="connsiteY134" fmla="*/ 1998596 h 2237474"/>
              <a:gd name="connsiteX135" fmla="*/ 2243069 w 12192000"/>
              <a:gd name="connsiteY135" fmla="*/ 2015111 h 2237474"/>
              <a:gd name="connsiteX136" fmla="*/ 2186609 w 12192000"/>
              <a:gd name="connsiteY136" fmla="*/ 2008263 h 2237474"/>
              <a:gd name="connsiteX137" fmla="*/ 2164831 w 12192000"/>
              <a:gd name="connsiteY137" fmla="*/ 2010143 h 2237474"/>
              <a:gd name="connsiteX138" fmla="*/ 2152836 w 12192000"/>
              <a:gd name="connsiteY138" fmla="*/ 2010048 h 2237474"/>
              <a:gd name="connsiteX139" fmla="*/ 2117102 w 12192000"/>
              <a:gd name="connsiteY139" fmla="*/ 2023004 h 2237474"/>
              <a:gd name="connsiteX140" fmla="*/ 2111935 w 12192000"/>
              <a:gd name="connsiteY140" fmla="*/ 2023163 h 2237474"/>
              <a:gd name="connsiteX141" fmla="*/ 2089991 w 12192000"/>
              <a:gd name="connsiteY141" fmla="*/ 2034193 h 2237474"/>
              <a:gd name="connsiteX142" fmla="*/ 2058061 w 12192000"/>
              <a:gd name="connsiteY142" fmla="*/ 2047942 h 2237474"/>
              <a:gd name="connsiteX143" fmla="*/ 2055737 w 12192000"/>
              <a:gd name="connsiteY143" fmla="*/ 2047704 h 2237474"/>
              <a:gd name="connsiteX144" fmla="*/ 2042244 w 12192000"/>
              <a:gd name="connsiteY144" fmla="*/ 2055560 h 2237474"/>
              <a:gd name="connsiteX145" fmla="*/ 1976224 w 12192000"/>
              <a:gd name="connsiteY145" fmla="*/ 2074257 h 2237474"/>
              <a:gd name="connsiteX146" fmla="*/ 1877728 w 12192000"/>
              <a:gd name="connsiteY146" fmla="*/ 2101004 h 2237474"/>
              <a:gd name="connsiteX147" fmla="*/ 1759056 w 12192000"/>
              <a:gd name="connsiteY147" fmla="*/ 2125608 h 2237474"/>
              <a:gd name="connsiteX148" fmla="*/ 1637948 w 12192000"/>
              <a:gd name="connsiteY148" fmla="*/ 2172597 h 2237474"/>
              <a:gd name="connsiteX149" fmla="*/ 1434549 w 12192000"/>
              <a:gd name="connsiteY149" fmla="*/ 2234522 h 2237474"/>
              <a:gd name="connsiteX150" fmla="*/ 1398481 w 12192000"/>
              <a:gd name="connsiteY150" fmla="*/ 2237074 h 2237474"/>
              <a:gd name="connsiteX151" fmla="*/ 1398407 w 12192000"/>
              <a:gd name="connsiteY151" fmla="*/ 2237095 h 2237474"/>
              <a:gd name="connsiteX152" fmla="*/ 1370962 w 12192000"/>
              <a:gd name="connsiteY152" fmla="*/ 2237474 h 2237474"/>
              <a:gd name="connsiteX153" fmla="*/ 1356367 w 12192000"/>
              <a:gd name="connsiteY153" fmla="*/ 2235089 h 2237474"/>
              <a:gd name="connsiteX154" fmla="*/ 1324828 w 12192000"/>
              <a:gd name="connsiteY154" fmla="*/ 2231968 h 2237474"/>
              <a:gd name="connsiteX155" fmla="*/ 1297744 w 12192000"/>
              <a:gd name="connsiteY155" fmla="*/ 2235849 h 2237474"/>
              <a:gd name="connsiteX156" fmla="*/ 1286236 w 12192000"/>
              <a:gd name="connsiteY156" fmla="*/ 2233135 h 2237474"/>
              <a:gd name="connsiteX157" fmla="*/ 1283504 w 12192000"/>
              <a:gd name="connsiteY157" fmla="*/ 2233797 h 2237474"/>
              <a:gd name="connsiteX158" fmla="*/ 1279765 w 12192000"/>
              <a:gd name="connsiteY158" fmla="*/ 2229639 h 2237474"/>
              <a:gd name="connsiteX159" fmla="*/ 1195347 w 12192000"/>
              <a:gd name="connsiteY159" fmla="*/ 2212354 h 2237474"/>
              <a:gd name="connsiteX160" fmla="*/ 970251 w 12192000"/>
              <a:gd name="connsiteY160" fmla="*/ 2221029 h 2237474"/>
              <a:gd name="connsiteX161" fmla="*/ 812914 w 12192000"/>
              <a:gd name="connsiteY161" fmla="*/ 2202752 h 2237474"/>
              <a:gd name="connsiteX162" fmla="*/ 800195 w 12192000"/>
              <a:gd name="connsiteY162" fmla="*/ 2209407 h 2237474"/>
              <a:gd name="connsiteX163" fmla="*/ 784978 w 12192000"/>
              <a:gd name="connsiteY163" fmla="*/ 2212360 h 2237474"/>
              <a:gd name="connsiteX164" fmla="*/ 681987 w 12192000"/>
              <a:gd name="connsiteY164" fmla="*/ 2216757 h 2237474"/>
              <a:gd name="connsiteX165" fmla="*/ 669923 w 12192000"/>
              <a:gd name="connsiteY165" fmla="*/ 2211682 h 2237474"/>
              <a:gd name="connsiteX166" fmla="*/ 648680 w 12192000"/>
              <a:gd name="connsiteY166" fmla="*/ 2206229 h 2237474"/>
              <a:gd name="connsiteX167" fmla="*/ 597225 w 12192000"/>
              <a:gd name="connsiteY167" fmla="*/ 2180999 h 2237474"/>
              <a:gd name="connsiteX168" fmla="*/ 558449 w 12192000"/>
              <a:gd name="connsiteY168" fmla="*/ 2182346 h 2237474"/>
              <a:gd name="connsiteX169" fmla="*/ 550517 w 12192000"/>
              <a:gd name="connsiteY169" fmla="*/ 2182060 h 2237474"/>
              <a:gd name="connsiteX170" fmla="*/ 550309 w 12192000"/>
              <a:gd name="connsiteY170" fmla="*/ 2181825 h 2237474"/>
              <a:gd name="connsiteX171" fmla="*/ 541836 w 12192000"/>
              <a:gd name="connsiteY171" fmla="*/ 2181063 h 2237474"/>
              <a:gd name="connsiteX172" fmla="*/ 536057 w 12192000"/>
              <a:gd name="connsiteY172" fmla="*/ 2181537 h 2237474"/>
              <a:gd name="connsiteX173" fmla="*/ 520671 w 12192000"/>
              <a:gd name="connsiteY173" fmla="*/ 2180980 h 2237474"/>
              <a:gd name="connsiteX174" fmla="*/ 515024 w 12192000"/>
              <a:gd name="connsiteY174" fmla="*/ 2179258 h 2237474"/>
              <a:gd name="connsiteX175" fmla="*/ 512278 w 12192000"/>
              <a:gd name="connsiteY175" fmla="*/ 2176369 h 2237474"/>
              <a:gd name="connsiteX176" fmla="*/ 480419 w 12192000"/>
              <a:gd name="connsiteY176" fmla="*/ 2167807 h 2237474"/>
              <a:gd name="connsiteX177" fmla="*/ 413835 w 12192000"/>
              <a:gd name="connsiteY177" fmla="*/ 2156783 h 2237474"/>
              <a:gd name="connsiteX178" fmla="*/ 376513 w 12192000"/>
              <a:gd name="connsiteY178" fmla="*/ 2154014 h 2237474"/>
              <a:gd name="connsiteX179" fmla="*/ 273386 w 12192000"/>
              <a:gd name="connsiteY179" fmla="*/ 2142551 h 2237474"/>
              <a:gd name="connsiteX180" fmla="*/ 169207 w 12192000"/>
              <a:gd name="connsiteY180" fmla="*/ 2128100 h 2237474"/>
              <a:gd name="connsiteX181" fmla="*/ 93149 w 12192000"/>
              <a:gd name="connsiteY181" fmla="*/ 2105324 h 2237474"/>
              <a:gd name="connsiteX182" fmla="*/ 88109 w 12192000"/>
              <a:gd name="connsiteY182" fmla="*/ 2106704 h 2237474"/>
              <a:gd name="connsiteX183" fmla="*/ 80022 w 12192000"/>
              <a:gd name="connsiteY183" fmla="*/ 2107254 h 2237474"/>
              <a:gd name="connsiteX184" fmla="*/ 79717 w 12192000"/>
              <a:gd name="connsiteY184" fmla="*/ 2107046 h 2237474"/>
              <a:gd name="connsiteX185" fmla="*/ 72352 w 12192000"/>
              <a:gd name="connsiteY185" fmla="*/ 2107991 h 2237474"/>
              <a:gd name="connsiteX186" fmla="*/ 37645 w 12192000"/>
              <a:gd name="connsiteY186" fmla="*/ 2115401 h 2237474"/>
              <a:gd name="connsiteX187" fmla="*/ 4572 w 12192000"/>
              <a:gd name="connsiteY187" fmla="*/ 2111091 h 2237474"/>
              <a:gd name="connsiteX188" fmla="*/ 0 w 12192000"/>
              <a:gd name="connsiteY188" fmla="*/ 2110468 h 2237474"/>
              <a:gd name="connsiteX189" fmla="*/ 0 w 12192000"/>
              <a:gd name="connsiteY189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60755 w 12192000"/>
              <a:gd name="connsiteY40" fmla="*/ 1203427 h 2237474"/>
              <a:gd name="connsiteX41" fmla="*/ 8419755 w 12192000"/>
              <a:gd name="connsiteY41" fmla="*/ 1216260 h 2237474"/>
              <a:gd name="connsiteX42" fmla="*/ 8411626 w 12192000"/>
              <a:gd name="connsiteY42" fmla="*/ 1214397 h 2237474"/>
              <a:gd name="connsiteX43" fmla="*/ 8363469 w 12192000"/>
              <a:gd name="connsiteY43" fmla="*/ 1246658 h 2237474"/>
              <a:gd name="connsiteX44" fmla="*/ 8275497 w 12192000"/>
              <a:gd name="connsiteY44" fmla="*/ 1264396 h 2237474"/>
              <a:gd name="connsiteX45" fmla="*/ 8206287 w 12192000"/>
              <a:gd name="connsiteY45" fmla="*/ 1273060 h 2237474"/>
              <a:gd name="connsiteX46" fmla="*/ 8139997 w 12192000"/>
              <a:gd name="connsiteY46" fmla="*/ 1282713 h 2237474"/>
              <a:gd name="connsiteX47" fmla="*/ 8074238 w 12192000"/>
              <a:gd name="connsiteY47" fmla="*/ 1301895 h 2237474"/>
              <a:gd name="connsiteX48" fmla="*/ 7942099 w 12192000"/>
              <a:gd name="connsiteY48" fmla="*/ 1336332 h 2237474"/>
              <a:gd name="connsiteX49" fmla="*/ 7902328 w 12192000"/>
              <a:gd name="connsiteY49" fmla="*/ 1345865 h 2237474"/>
              <a:gd name="connsiteX50" fmla="*/ 7840612 w 12192000"/>
              <a:gd name="connsiteY50" fmla="*/ 1369373 h 2237474"/>
              <a:gd name="connsiteX51" fmla="*/ 7786819 w 12192000"/>
              <a:gd name="connsiteY51" fmla="*/ 1378970 h 2237474"/>
              <a:gd name="connsiteX52" fmla="*/ 7548172 w 12192000"/>
              <a:gd name="connsiteY52" fmla="*/ 1417460 h 2237474"/>
              <a:gd name="connsiteX53" fmla="*/ 7483437 w 12192000"/>
              <a:gd name="connsiteY53" fmla="*/ 1478152 h 2237474"/>
              <a:gd name="connsiteX54" fmla="*/ 7377870 w 12192000"/>
              <a:gd name="connsiteY54" fmla="*/ 1523319 h 2237474"/>
              <a:gd name="connsiteX55" fmla="*/ 7230737 w 12192000"/>
              <a:gd name="connsiteY55" fmla="*/ 1562633 h 2237474"/>
              <a:gd name="connsiteX56" fmla="*/ 7224458 w 12192000"/>
              <a:gd name="connsiteY56" fmla="*/ 1573008 h 2237474"/>
              <a:gd name="connsiteX57" fmla="*/ 7183121 w 12192000"/>
              <a:gd name="connsiteY57" fmla="*/ 1595162 h 2237474"/>
              <a:gd name="connsiteX58" fmla="*/ 7164601 w 12192000"/>
              <a:gd name="connsiteY58" fmla="*/ 1606490 h 2237474"/>
              <a:gd name="connsiteX59" fmla="*/ 7031309 w 12192000"/>
              <a:gd name="connsiteY59" fmla="*/ 1619451 h 2237474"/>
              <a:gd name="connsiteX60" fmla="*/ 6900177 w 12192000"/>
              <a:gd name="connsiteY60" fmla="*/ 1636016 h 2237474"/>
              <a:gd name="connsiteX61" fmla="*/ 6795372 w 12192000"/>
              <a:gd name="connsiteY61" fmla="*/ 1644845 h 2237474"/>
              <a:gd name="connsiteX62" fmla="*/ 6692251 w 12192000"/>
              <a:gd name="connsiteY62" fmla="*/ 1656357 h 2237474"/>
              <a:gd name="connsiteX63" fmla="*/ 6655235 w 12192000"/>
              <a:gd name="connsiteY63" fmla="*/ 1661869 h 2237474"/>
              <a:gd name="connsiteX64" fmla="*/ 6554894 w 12192000"/>
              <a:gd name="connsiteY64" fmla="*/ 1664428 h 2237474"/>
              <a:gd name="connsiteX65" fmla="*/ 6516595 w 12192000"/>
              <a:gd name="connsiteY65" fmla="*/ 1667475 h 2237474"/>
              <a:gd name="connsiteX66" fmla="*/ 6508541 w 12192000"/>
              <a:gd name="connsiteY66" fmla="*/ 1668757 h 2237474"/>
              <a:gd name="connsiteX67" fmla="*/ 6471012 w 12192000"/>
              <a:gd name="connsiteY67" fmla="*/ 1678604 h 2237474"/>
              <a:gd name="connsiteX68" fmla="*/ 6364035 w 12192000"/>
              <a:gd name="connsiteY68" fmla="*/ 1667683 h 2237474"/>
              <a:gd name="connsiteX69" fmla="*/ 6280959 w 12192000"/>
              <a:gd name="connsiteY69" fmla="*/ 1689329 h 2237474"/>
              <a:gd name="connsiteX70" fmla="*/ 6243319 w 12192000"/>
              <a:gd name="connsiteY70" fmla="*/ 1695560 h 2237474"/>
              <a:gd name="connsiteX71" fmla="*/ 6098321 w 12192000"/>
              <a:gd name="connsiteY71" fmla="*/ 1721646 h 2237474"/>
              <a:gd name="connsiteX72" fmla="*/ 5880652 w 12192000"/>
              <a:gd name="connsiteY72" fmla="*/ 1779643 h 2237474"/>
              <a:gd name="connsiteX73" fmla="*/ 5785959 w 12192000"/>
              <a:gd name="connsiteY73" fmla="*/ 1775307 h 2237474"/>
              <a:gd name="connsiteX74" fmla="*/ 5643534 w 12192000"/>
              <a:gd name="connsiteY74" fmla="*/ 1802919 h 2237474"/>
              <a:gd name="connsiteX75" fmla="*/ 5518799 w 12192000"/>
              <a:gd name="connsiteY75" fmla="*/ 1818312 h 2237474"/>
              <a:gd name="connsiteX76" fmla="*/ 5505014 w 12192000"/>
              <a:gd name="connsiteY76" fmla="*/ 1819259 h 2237474"/>
              <a:gd name="connsiteX77" fmla="*/ 5453307 w 12192000"/>
              <a:gd name="connsiteY77" fmla="*/ 1815450 h 2237474"/>
              <a:gd name="connsiteX78" fmla="*/ 5221533 w 12192000"/>
              <a:gd name="connsiteY78" fmla="*/ 1846950 h 2237474"/>
              <a:gd name="connsiteX79" fmla="*/ 5149802 w 12192000"/>
              <a:gd name="connsiteY79" fmla="*/ 1844846 h 2237474"/>
              <a:gd name="connsiteX80" fmla="*/ 5114927 w 12192000"/>
              <a:gd name="connsiteY80" fmla="*/ 1847827 h 2237474"/>
              <a:gd name="connsiteX81" fmla="*/ 5108970 w 12192000"/>
              <a:gd name="connsiteY81" fmla="*/ 1847935 h 2237474"/>
              <a:gd name="connsiteX82" fmla="*/ 5067961 w 12192000"/>
              <a:gd name="connsiteY82" fmla="*/ 1845917 h 2237474"/>
              <a:gd name="connsiteX83" fmla="*/ 5007075 w 12192000"/>
              <a:gd name="connsiteY83" fmla="*/ 1838626 h 2237474"/>
              <a:gd name="connsiteX84" fmla="*/ 4944087 w 12192000"/>
              <a:gd name="connsiteY84" fmla="*/ 1823332 h 2237474"/>
              <a:gd name="connsiteX85" fmla="*/ 4907662 w 12192000"/>
              <a:gd name="connsiteY85" fmla="*/ 1816900 h 2237474"/>
              <a:gd name="connsiteX86" fmla="*/ 4882386 w 12192000"/>
              <a:gd name="connsiteY86" fmla="*/ 1809844 h 2237474"/>
              <a:gd name="connsiteX87" fmla="*/ 4811440 w 12192000"/>
              <a:gd name="connsiteY87" fmla="*/ 1804655 h 2237474"/>
              <a:gd name="connsiteX88" fmla="*/ 4691075 w 12192000"/>
              <a:gd name="connsiteY88" fmla="*/ 1801389 h 2237474"/>
              <a:gd name="connsiteX89" fmla="*/ 4640313 w 12192000"/>
              <a:gd name="connsiteY89" fmla="*/ 1784307 h 2237474"/>
              <a:gd name="connsiteX90" fmla="*/ 4536503 w 12192000"/>
              <a:gd name="connsiteY90" fmla="*/ 1785334 h 2237474"/>
              <a:gd name="connsiteX91" fmla="*/ 4513724 w 12192000"/>
              <a:gd name="connsiteY91" fmla="*/ 1791996 h 2237474"/>
              <a:gd name="connsiteX92" fmla="*/ 4459810 w 12192000"/>
              <a:gd name="connsiteY92" fmla="*/ 1797886 h 2237474"/>
              <a:gd name="connsiteX93" fmla="*/ 4379064 w 12192000"/>
              <a:gd name="connsiteY93" fmla="*/ 1817177 h 2237474"/>
              <a:gd name="connsiteX94" fmla="*/ 4290981 w 12192000"/>
              <a:gd name="connsiteY94" fmla="*/ 1839677 h 2237474"/>
              <a:gd name="connsiteX95" fmla="*/ 4238372 w 12192000"/>
              <a:gd name="connsiteY95" fmla="*/ 1851480 h 2237474"/>
              <a:gd name="connsiteX96" fmla="*/ 4232517 w 12192000"/>
              <a:gd name="connsiteY96" fmla="*/ 1852567 h 2237474"/>
              <a:gd name="connsiteX97" fmla="*/ 4191732 w 12192000"/>
              <a:gd name="connsiteY97" fmla="*/ 1857328 h 2237474"/>
              <a:gd name="connsiteX98" fmla="*/ 4065532 w 12192000"/>
              <a:gd name="connsiteY98" fmla="*/ 1855477 h 2237474"/>
              <a:gd name="connsiteX99" fmla="*/ 4028460 w 12192000"/>
              <a:gd name="connsiteY99" fmla="*/ 1855137 h 2237474"/>
              <a:gd name="connsiteX100" fmla="*/ 4002267 w 12192000"/>
              <a:gd name="connsiteY100" fmla="*/ 1852352 h 2237474"/>
              <a:gd name="connsiteX101" fmla="*/ 3931396 w 12192000"/>
              <a:gd name="connsiteY101" fmla="*/ 1858915 h 2237474"/>
              <a:gd name="connsiteX102" fmla="*/ 3812162 w 12192000"/>
              <a:gd name="connsiteY102" fmla="*/ 1875501 h 2237474"/>
              <a:gd name="connsiteX103" fmla="*/ 3758105 w 12192000"/>
              <a:gd name="connsiteY103" fmla="*/ 1871856 h 2237474"/>
              <a:gd name="connsiteX104" fmla="*/ 3715896 w 12192000"/>
              <a:gd name="connsiteY104" fmla="*/ 1881552 h 2237474"/>
              <a:gd name="connsiteX105" fmla="*/ 3567259 w 12192000"/>
              <a:gd name="connsiteY105" fmla="*/ 1893482 h 2237474"/>
              <a:gd name="connsiteX106" fmla="*/ 3405770 w 12192000"/>
              <a:gd name="connsiteY106" fmla="*/ 1904591 h 2237474"/>
              <a:gd name="connsiteX107" fmla="*/ 3280097 w 12192000"/>
              <a:gd name="connsiteY107" fmla="*/ 1919610 h 2237474"/>
              <a:gd name="connsiteX108" fmla="*/ 3123424 w 12192000"/>
              <a:gd name="connsiteY108" fmla="*/ 1952930 h 2237474"/>
              <a:gd name="connsiteX109" fmla="*/ 3009910 w 12192000"/>
              <a:gd name="connsiteY109" fmla="*/ 1957866 h 2237474"/>
              <a:gd name="connsiteX110" fmla="*/ 2995934 w 12192000"/>
              <a:gd name="connsiteY110" fmla="*/ 1967085 h 2237474"/>
              <a:gd name="connsiteX111" fmla="*/ 2980071 w 12192000"/>
              <a:gd name="connsiteY111" fmla="*/ 1972988 h 2237474"/>
              <a:gd name="connsiteX112" fmla="*/ 2942858 w 12192000"/>
              <a:gd name="connsiteY112" fmla="*/ 1981367 h 2237474"/>
              <a:gd name="connsiteX113" fmla="*/ 2875436 w 12192000"/>
              <a:gd name="connsiteY113" fmla="*/ 1996977 h 2237474"/>
              <a:gd name="connsiteX114" fmla="*/ 2874892 w 12192000"/>
              <a:gd name="connsiteY114" fmla="*/ 1996085 h 2237474"/>
              <a:gd name="connsiteX115" fmla="*/ 2864145 w 12192000"/>
              <a:gd name="connsiteY115" fmla="*/ 1994061 h 2237474"/>
              <a:gd name="connsiteX116" fmla="*/ 2843662 w 12192000"/>
              <a:gd name="connsiteY116" fmla="*/ 1992498 h 2237474"/>
              <a:gd name="connsiteX117" fmla="*/ 2796128 w 12192000"/>
              <a:gd name="connsiteY117" fmla="*/ 1976403 h 2237474"/>
              <a:gd name="connsiteX118" fmla="*/ 2756784 w 12192000"/>
              <a:gd name="connsiteY118" fmla="*/ 1985116 h 2237474"/>
              <a:gd name="connsiteX119" fmla="*/ 2748833 w 12192000"/>
              <a:gd name="connsiteY119" fmla="*/ 1986323 h 2237474"/>
              <a:gd name="connsiteX120" fmla="*/ 2748661 w 12192000"/>
              <a:gd name="connsiteY120" fmla="*/ 1986122 h 2237474"/>
              <a:gd name="connsiteX121" fmla="*/ 2740251 w 12192000"/>
              <a:gd name="connsiteY121" fmla="*/ 1986946 h 2237474"/>
              <a:gd name="connsiteX122" fmla="*/ 2718916 w 12192000"/>
              <a:gd name="connsiteY122" fmla="*/ 1990867 h 2237474"/>
              <a:gd name="connsiteX123" fmla="*/ 2713522 w 12192000"/>
              <a:gd name="connsiteY123" fmla="*/ 1990173 h 2237474"/>
              <a:gd name="connsiteX124" fmla="*/ 2680597 w 12192000"/>
              <a:gd name="connsiteY124" fmla="*/ 1984996 h 2237474"/>
              <a:gd name="connsiteX125" fmla="*/ 2578178 w 12192000"/>
              <a:gd name="connsiteY125" fmla="*/ 1990531 h 2237474"/>
              <a:gd name="connsiteX126" fmla="*/ 2476147 w 12192000"/>
              <a:gd name="connsiteY126" fmla="*/ 1998305 h 2237474"/>
              <a:gd name="connsiteX127" fmla="*/ 2373568 w 12192000"/>
              <a:gd name="connsiteY127" fmla="*/ 2003219 h 2237474"/>
              <a:gd name="connsiteX128" fmla="*/ 2321399 w 12192000"/>
              <a:gd name="connsiteY128" fmla="*/ 1989467 h 2237474"/>
              <a:gd name="connsiteX129" fmla="*/ 2315525 w 12192000"/>
              <a:gd name="connsiteY129" fmla="*/ 1989708 h 2237474"/>
              <a:gd name="connsiteX130" fmla="*/ 2300792 w 12192000"/>
              <a:gd name="connsiteY130" fmla="*/ 1994290 h 2237474"/>
              <a:gd name="connsiteX131" fmla="*/ 2295469 w 12192000"/>
              <a:gd name="connsiteY131" fmla="*/ 1996659 h 2237474"/>
              <a:gd name="connsiteX132" fmla="*/ 2287219 w 12192000"/>
              <a:gd name="connsiteY132" fmla="*/ 1998750 h 2237474"/>
              <a:gd name="connsiteX133" fmla="*/ 2286948 w 12192000"/>
              <a:gd name="connsiteY133" fmla="*/ 1998596 h 2237474"/>
              <a:gd name="connsiteX134" fmla="*/ 2243069 w 12192000"/>
              <a:gd name="connsiteY134" fmla="*/ 2015111 h 2237474"/>
              <a:gd name="connsiteX135" fmla="*/ 2186609 w 12192000"/>
              <a:gd name="connsiteY135" fmla="*/ 2008263 h 2237474"/>
              <a:gd name="connsiteX136" fmla="*/ 2164831 w 12192000"/>
              <a:gd name="connsiteY136" fmla="*/ 2010143 h 2237474"/>
              <a:gd name="connsiteX137" fmla="*/ 2152836 w 12192000"/>
              <a:gd name="connsiteY137" fmla="*/ 2010048 h 2237474"/>
              <a:gd name="connsiteX138" fmla="*/ 2117102 w 12192000"/>
              <a:gd name="connsiteY138" fmla="*/ 2023004 h 2237474"/>
              <a:gd name="connsiteX139" fmla="*/ 2111935 w 12192000"/>
              <a:gd name="connsiteY139" fmla="*/ 2023163 h 2237474"/>
              <a:gd name="connsiteX140" fmla="*/ 2089991 w 12192000"/>
              <a:gd name="connsiteY140" fmla="*/ 2034193 h 2237474"/>
              <a:gd name="connsiteX141" fmla="*/ 2058061 w 12192000"/>
              <a:gd name="connsiteY141" fmla="*/ 2047942 h 2237474"/>
              <a:gd name="connsiteX142" fmla="*/ 2055737 w 12192000"/>
              <a:gd name="connsiteY142" fmla="*/ 2047704 h 2237474"/>
              <a:gd name="connsiteX143" fmla="*/ 2042244 w 12192000"/>
              <a:gd name="connsiteY143" fmla="*/ 2055560 h 2237474"/>
              <a:gd name="connsiteX144" fmla="*/ 1976224 w 12192000"/>
              <a:gd name="connsiteY144" fmla="*/ 2074257 h 2237474"/>
              <a:gd name="connsiteX145" fmla="*/ 1877728 w 12192000"/>
              <a:gd name="connsiteY145" fmla="*/ 2101004 h 2237474"/>
              <a:gd name="connsiteX146" fmla="*/ 1759056 w 12192000"/>
              <a:gd name="connsiteY146" fmla="*/ 2125608 h 2237474"/>
              <a:gd name="connsiteX147" fmla="*/ 1637948 w 12192000"/>
              <a:gd name="connsiteY147" fmla="*/ 2172597 h 2237474"/>
              <a:gd name="connsiteX148" fmla="*/ 1434549 w 12192000"/>
              <a:gd name="connsiteY148" fmla="*/ 2234522 h 2237474"/>
              <a:gd name="connsiteX149" fmla="*/ 1398481 w 12192000"/>
              <a:gd name="connsiteY149" fmla="*/ 2237074 h 2237474"/>
              <a:gd name="connsiteX150" fmla="*/ 1398407 w 12192000"/>
              <a:gd name="connsiteY150" fmla="*/ 2237095 h 2237474"/>
              <a:gd name="connsiteX151" fmla="*/ 1370962 w 12192000"/>
              <a:gd name="connsiteY151" fmla="*/ 2237474 h 2237474"/>
              <a:gd name="connsiteX152" fmla="*/ 1356367 w 12192000"/>
              <a:gd name="connsiteY152" fmla="*/ 2235089 h 2237474"/>
              <a:gd name="connsiteX153" fmla="*/ 1324828 w 12192000"/>
              <a:gd name="connsiteY153" fmla="*/ 2231968 h 2237474"/>
              <a:gd name="connsiteX154" fmla="*/ 1297744 w 12192000"/>
              <a:gd name="connsiteY154" fmla="*/ 2235849 h 2237474"/>
              <a:gd name="connsiteX155" fmla="*/ 1286236 w 12192000"/>
              <a:gd name="connsiteY155" fmla="*/ 2233135 h 2237474"/>
              <a:gd name="connsiteX156" fmla="*/ 1283504 w 12192000"/>
              <a:gd name="connsiteY156" fmla="*/ 2233797 h 2237474"/>
              <a:gd name="connsiteX157" fmla="*/ 1279765 w 12192000"/>
              <a:gd name="connsiteY157" fmla="*/ 2229639 h 2237474"/>
              <a:gd name="connsiteX158" fmla="*/ 1195347 w 12192000"/>
              <a:gd name="connsiteY158" fmla="*/ 2212354 h 2237474"/>
              <a:gd name="connsiteX159" fmla="*/ 970251 w 12192000"/>
              <a:gd name="connsiteY159" fmla="*/ 2221029 h 2237474"/>
              <a:gd name="connsiteX160" fmla="*/ 812914 w 12192000"/>
              <a:gd name="connsiteY160" fmla="*/ 2202752 h 2237474"/>
              <a:gd name="connsiteX161" fmla="*/ 800195 w 12192000"/>
              <a:gd name="connsiteY161" fmla="*/ 2209407 h 2237474"/>
              <a:gd name="connsiteX162" fmla="*/ 784978 w 12192000"/>
              <a:gd name="connsiteY162" fmla="*/ 2212360 h 2237474"/>
              <a:gd name="connsiteX163" fmla="*/ 681987 w 12192000"/>
              <a:gd name="connsiteY163" fmla="*/ 2216757 h 2237474"/>
              <a:gd name="connsiteX164" fmla="*/ 669923 w 12192000"/>
              <a:gd name="connsiteY164" fmla="*/ 2211682 h 2237474"/>
              <a:gd name="connsiteX165" fmla="*/ 648680 w 12192000"/>
              <a:gd name="connsiteY165" fmla="*/ 2206229 h 2237474"/>
              <a:gd name="connsiteX166" fmla="*/ 597225 w 12192000"/>
              <a:gd name="connsiteY166" fmla="*/ 2180999 h 2237474"/>
              <a:gd name="connsiteX167" fmla="*/ 558449 w 12192000"/>
              <a:gd name="connsiteY167" fmla="*/ 2182346 h 2237474"/>
              <a:gd name="connsiteX168" fmla="*/ 550517 w 12192000"/>
              <a:gd name="connsiteY168" fmla="*/ 2182060 h 2237474"/>
              <a:gd name="connsiteX169" fmla="*/ 550309 w 12192000"/>
              <a:gd name="connsiteY169" fmla="*/ 2181825 h 2237474"/>
              <a:gd name="connsiteX170" fmla="*/ 541836 w 12192000"/>
              <a:gd name="connsiteY170" fmla="*/ 2181063 h 2237474"/>
              <a:gd name="connsiteX171" fmla="*/ 536057 w 12192000"/>
              <a:gd name="connsiteY171" fmla="*/ 2181537 h 2237474"/>
              <a:gd name="connsiteX172" fmla="*/ 520671 w 12192000"/>
              <a:gd name="connsiteY172" fmla="*/ 2180980 h 2237474"/>
              <a:gd name="connsiteX173" fmla="*/ 515024 w 12192000"/>
              <a:gd name="connsiteY173" fmla="*/ 2179258 h 2237474"/>
              <a:gd name="connsiteX174" fmla="*/ 512278 w 12192000"/>
              <a:gd name="connsiteY174" fmla="*/ 2176369 h 2237474"/>
              <a:gd name="connsiteX175" fmla="*/ 480419 w 12192000"/>
              <a:gd name="connsiteY175" fmla="*/ 2167807 h 2237474"/>
              <a:gd name="connsiteX176" fmla="*/ 413835 w 12192000"/>
              <a:gd name="connsiteY176" fmla="*/ 2156783 h 2237474"/>
              <a:gd name="connsiteX177" fmla="*/ 376513 w 12192000"/>
              <a:gd name="connsiteY177" fmla="*/ 2154014 h 2237474"/>
              <a:gd name="connsiteX178" fmla="*/ 273386 w 12192000"/>
              <a:gd name="connsiteY178" fmla="*/ 2142551 h 2237474"/>
              <a:gd name="connsiteX179" fmla="*/ 169207 w 12192000"/>
              <a:gd name="connsiteY179" fmla="*/ 2128100 h 2237474"/>
              <a:gd name="connsiteX180" fmla="*/ 93149 w 12192000"/>
              <a:gd name="connsiteY180" fmla="*/ 2105324 h 2237474"/>
              <a:gd name="connsiteX181" fmla="*/ 88109 w 12192000"/>
              <a:gd name="connsiteY181" fmla="*/ 2106704 h 2237474"/>
              <a:gd name="connsiteX182" fmla="*/ 80022 w 12192000"/>
              <a:gd name="connsiteY182" fmla="*/ 2107254 h 2237474"/>
              <a:gd name="connsiteX183" fmla="*/ 79717 w 12192000"/>
              <a:gd name="connsiteY183" fmla="*/ 2107046 h 2237474"/>
              <a:gd name="connsiteX184" fmla="*/ 72352 w 12192000"/>
              <a:gd name="connsiteY184" fmla="*/ 2107991 h 2237474"/>
              <a:gd name="connsiteX185" fmla="*/ 37645 w 12192000"/>
              <a:gd name="connsiteY185" fmla="*/ 2115401 h 2237474"/>
              <a:gd name="connsiteX186" fmla="*/ 4572 w 12192000"/>
              <a:gd name="connsiteY186" fmla="*/ 2111091 h 2237474"/>
              <a:gd name="connsiteX187" fmla="*/ 0 w 12192000"/>
              <a:gd name="connsiteY187" fmla="*/ 2110468 h 2237474"/>
              <a:gd name="connsiteX188" fmla="*/ 0 w 12192000"/>
              <a:gd name="connsiteY188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80071 w 12192000"/>
              <a:gd name="connsiteY110" fmla="*/ 1972988 h 2237474"/>
              <a:gd name="connsiteX111" fmla="*/ 2942858 w 12192000"/>
              <a:gd name="connsiteY111" fmla="*/ 1981367 h 2237474"/>
              <a:gd name="connsiteX112" fmla="*/ 2875436 w 12192000"/>
              <a:gd name="connsiteY112" fmla="*/ 1996977 h 2237474"/>
              <a:gd name="connsiteX113" fmla="*/ 2874892 w 12192000"/>
              <a:gd name="connsiteY113" fmla="*/ 1996085 h 2237474"/>
              <a:gd name="connsiteX114" fmla="*/ 2864145 w 12192000"/>
              <a:gd name="connsiteY114" fmla="*/ 1994061 h 2237474"/>
              <a:gd name="connsiteX115" fmla="*/ 2843662 w 12192000"/>
              <a:gd name="connsiteY115" fmla="*/ 1992498 h 2237474"/>
              <a:gd name="connsiteX116" fmla="*/ 2796128 w 12192000"/>
              <a:gd name="connsiteY116" fmla="*/ 1976403 h 2237474"/>
              <a:gd name="connsiteX117" fmla="*/ 2756784 w 12192000"/>
              <a:gd name="connsiteY117" fmla="*/ 1985116 h 2237474"/>
              <a:gd name="connsiteX118" fmla="*/ 2748833 w 12192000"/>
              <a:gd name="connsiteY118" fmla="*/ 1986323 h 2237474"/>
              <a:gd name="connsiteX119" fmla="*/ 2748661 w 12192000"/>
              <a:gd name="connsiteY119" fmla="*/ 1986122 h 2237474"/>
              <a:gd name="connsiteX120" fmla="*/ 2740251 w 12192000"/>
              <a:gd name="connsiteY120" fmla="*/ 1986946 h 2237474"/>
              <a:gd name="connsiteX121" fmla="*/ 2718916 w 12192000"/>
              <a:gd name="connsiteY121" fmla="*/ 1990867 h 2237474"/>
              <a:gd name="connsiteX122" fmla="*/ 2713522 w 12192000"/>
              <a:gd name="connsiteY122" fmla="*/ 1990173 h 2237474"/>
              <a:gd name="connsiteX123" fmla="*/ 2680597 w 12192000"/>
              <a:gd name="connsiteY123" fmla="*/ 1984996 h 2237474"/>
              <a:gd name="connsiteX124" fmla="*/ 2578178 w 12192000"/>
              <a:gd name="connsiteY124" fmla="*/ 1990531 h 2237474"/>
              <a:gd name="connsiteX125" fmla="*/ 2476147 w 12192000"/>
              <a:gd name="connsiteY125" fmla="*/ 1998305 h 2237474"/>
              <a:gd name="connsiteX126" fmla="*/ 2373568 w 12192000"/>
              <a:gd name="connsiteY126" fmla="*/ 2003219 h 2237474"/>
              <a:gd name="connsiteX127" fmla="*/ 2321399 w 12192000"/>
              <a:gd name="connsiteY127" fmla="*/ 1989467 h 2237474"/>
              <a:gd name="connsiteX128" fmla="*/ 2315525 w 12192000"/>
              <a:gd name="connsiteY128" fmla="*/ 1989708 h 2237474"/>
              <a:gd name="connsiteX129" fmla="*/ 2300792 w 12192000"/>
              <a:gd name="connsiteY129" fmla="*/ 1994290 h 2237474"/>
              <a:gd name="connsiteX130" fmla="*/ 2295469 w 12192000"/>
              <a:gd name="connsiteY130" fmla="*/ 1996659 h 2237474"/>
              <a:gd name="connsiteX131" fmla="*/ 2287219 w 12192000"/>
              <a:gd name="connsiteY131" fmla="*/ 1998750 h 2237474"/>
              <a:gd name="connsiteX132" fmla="*/ 2286948 w 12192000"/>
              <a:gd name="connsiteY132" fmla="*/ 1998596 h 2237474"/>
              <a:gd name="connsiteX133" fmla="*/ 2243069 w 12192000"/>
              <a:gd name="connsiteY133" fmla="*/ 2015111 h 2237474"/>
              <a:gd name="connsiteX134" fmla="*/ 2186609 w 12192000"/>
              <a:gd name="connsiteY134" fmla="*/ 2008263 h 2237474"/>
              <a:gd name="connsiteX135" fmla="*/ 2164831 w 12192000"/>
              <a:gd name="connsiteY135" fmla="*/ 2010143 h 2237474"/>
              <a:gd name="connsiteX136" fmla="*/ 2152836 w 12192000"/>
              <a:gd name="connsiteY136" fmla="*/ 2010048 h 2237474"/>
              <a:gd name="connsiteX137" fmla="*/ 2117102 w 12192000"/>
              <a:gd name="connsiteY137" fmla="*/ 2023004 h 2237474"/>
              <a:gd name="connsiteX138" fmla="*/ 2111935 w 12192000"/>
              <a:gd name="connsiteY138" fmla="*/ 2023163 h 2237474"/>
              <a:gd name="connsiteX139" fmla="*/ 2089991 w 12192000"/>
              <a:gd name="connsiteY139" fmla="*/ 2034193 h 2237474"/>
              <a:gd name="connsiteX140" fmla="*/ 2058061 w 12192000"/>
              <a:gd name="connsiteY140" fmla="*/ 2047942 h 2237474"/>
              <a:gd name="connsiteX141" fmla="*/ 2055737 w 12192000"/>
              <a:gd name="connsiteY141" fmla="*/ 2047704 h 2237474"/>
              <a:gd name="connsiteX142" fmla="*/ 2042244 w 12192000"/>
              <a:gd name="connsiteY142" fmla="*/ 2055560 h 2237474"/>
              <a:gd name="connsiteX143" fmla="*/ 1976224 w 12192000"/>
              <a:gd name="connsiteY143" fmla="*/ 2074257 h 2237474"/>
              <a:gd name="connsiteX144" fmla="*/ 1877728 w 12192000"/>
              <a:gd name="connsiteY144" fmla="*/ 2101004 h 2237474"/>
              <a:gd name="connsiteX145" fmla="*/ 1759056 w 12192000"/>
              <a:gd name="connsiteY145" fmla="*/ 2125608 h 2237474"/>
              <a:gd name="connsiteX146" fmla="*/ 1637948 w 12192000"/>
              <a:gd name="connsiteY146" fmla="*/ 2172597 h 2237474"/>
              <a:gd name="connsiteX147" fmla="*/ 1434549 w 12192000"/>
              <a:gd name="connsiteY147" fmla="*/ 2234522 h 2237474"/>
              <a:gd name="connsiteX148" fmla="*/ 1398481 w 12192000"/>
              <a:gd name="connsiteY148" fmla="*/ 2237074 h 2237474"/>
              <a:gd name="connsiteX149" fmla="*/ 1398407 w 12192000"/>
              <a:gd name="connsiteY149" fmla="*/ 2237095 h 2237474"/>
              <a:gd name="connsiteX150" fmla="*/ 1370962 w 12192000"/>
              <a:gd name="connsiteY150" fmla="*/ 2237474 h 2237474"/>
              <a:gd name="connsiteX151" fmla="*/ 1356367 w 12192000"/>
              <a:gd name="connsiteY151" fmla="*/ 2235089 h 2237474"/>
              <a:gd name="connsiteX152" fmla="*/ 1324828 w 12192000"/>
              <a:gd name="connsiteY152" fmla="*/ 2231968 h 2237474"/>
              <a:gd name="connsiteX153" fmla="*/ 1297744 w 12192000"/>
              <a:gd name="connsiteY153" fmla="*/ 2235849 h 2237474"/>
              <a:gd name="connsiteX154" fmla="*/ 1286236 w 12192000"/>
              <a:gd name="connsiteY154" fmla="*/ 2233135 h 2237474"/>
              <a:gd name="connsiteX155" fmla="*/ 1283504 w 12192000"/>
              <a:gd name="connsiteY155" fmla="*/ 2233797 h 2237474"/>
              <a:gd name="connsiteX156" fmla="*/ 1279765 w 12192000"/>
              <a:gd name="connsiteY156" fmla="*/ 2229639 h 2237474"/>
              <a:gd name="connsiteX157" fmla="*/ 1195347 w 12192000"/>
              <a:gd name="connsiteY157" fmla="*/ 2212354 h 2237474"/>
              <a:gd name="connsiteX158" fmla="*/ 970251 w 12192000"/>
              <a:gd name="connsiteY158" fmla="*/ 2221029 h 2237474"/>
              <a:gd name="connsiteX159" fmla="*/ 812914 w 12192000"/>
              <a:gd name="connsiteY159" fmla="*/ 2202752 h 2237474"/>
              <a:gd name="connsiteX160" fmla="*/ 800195 w 12192000"/>
              <a:gd name="connsiteY160" fmla="*/ 2209407 h 2237474"/>
              <a:gd name="connsiteX161" fmla="*/ 784978 w 12192000"/>
              <a:gd name="connsiteY161" fmla="*/ 2212360 h 2237474"/>
              <a:gd name="connsiteX162" fmla="*/ 681987 w 12192000"/>
              <a:gd name="connsiteY162" fmla="*/ 2216757 h 2237474"/>
              <a:gd name="connsiteX163" fmla="*/ 669923 w 12192000"/>
              <a:gd name="connsiteY163" fmla="*/ 2211682 h 2237474"/>
              <a:gd name="connsiteX164" fmla="*/ 648680 w 12192000"/>
              <a:gd name="connsiteY164" fmla="*/ 2206229 h 2237474"/>
              <a:gd name="connsiteX165" fmla="*/ 597225 w 12192000"/>
              <a:gd name="connsiteY165" fmla="*/ 2180999 h 2237474"/>
              <a:gd name="connsiteX166" fmla="*/ 558449 w 12192000"/>
              <a:gd name="connsiteY166" fmla="*/ 2182346 h 2237474"/>
              <a:gd name="connsiteX167" fmla="*/ 550517 w 12192000"/>
              <a:gd name="connsiteY167" fmla="*/ 2182060 h 2237474"/>
              <a:gd name="connsiteX168" fmla="*/ 550309 w 12192000"/>
              <a:gd name="connsiteY168" fmla="*/ 2181825 h 2237474"/>
              <a:gd name="connsiteX169" fmla="*/ 541836 w 12192000"/>
              <a:gd name="connsiteY169" fmla="*/ 2181063 h 2237474"/>
              <a:gd name="connsiteX170" fmla="*/ 536057 w 12192000"/>
              <a:gd name="connsiteY170" fmla="*/ 2181537 h 2237474"/>
              <a:gd name="connsiteX171" fmla="*/ 520671 w 12192000"/>
              <a:gd name="connsiteY171" fmla="*/ 2180980 h 2237474"/>
              <a:gd name="connsiteX172" fmla="*/ 515024 w 12192000"/>
              <a:gd name="connsiteY172" fmla="*/ 2179258 h 2237474"/>
              <a:gd name="connsiteX173" fmla="*/ 512278 w 12192000"/>
              <a:gd name="connsiteY173" fmla="*/ 2176369 h 2237474"/>
              <a:gd name="connsiteX174" fmla="*/ 480419 w 12192000"/>
              <a:gd name="connsiteY174" fmla="*/ 2167807 h 2237474"/>
              <a:gd name="connsiteX175" fmla="*/ 413835 w 12192000"/>
              <a:gd name="connsiteY175" fmla="*/ 2156783 h 2237474"/>
              <a:gd name="connsiteX176" fmla="*/ 376513 w 12192000"/>
              <a:gd name="connsiteY176" fmla="*/ 2154014 h 2237474"/>
              <a:gd name="connsiteX177" fmla="*/ 273386 w 12192000"/>
              <a:gd name="connsiteY177" fmla="*/ 2142551 h 2237474"/>
              <a:gd name="connsiteX178" fmla="*/ 169207 w 12192000"/>
              <a:gd name="connsiteY178" fmla="*/ 2128100 h 2237474"/>
              <a:gd name="connsiteX179" fmla="*/ 93149 w 12192000"/>
              <a:gd name="connsiteY179" fmla="*/ 2105324 h 2237474"/>
              <a:gd name="connsiteX180" fmla="*/ 88109 w 12192000"/>
              <a:gd name="connsiteY180" fmla="*/ 2106704 h 2237474"/>
              <a:gd name="connsiteX181" fmla="*/ 80022 w 12192000"/>
              <a:gd name="connsiteY181" fmla="*/ 2107254 h 2237474"/>
              <a:gd name="connsiteX182" fmla="*/ 79717 w 12192000"/>
              <a:gd name="connsiteY182" fmla="*/ 2107046 h 2237474"/>
              <a:gd name="connsiteX183" fmla="*/ 72352 w 12192000"/>
              <a:gd name="connsiteY183" fmla="*/ 2107991 h 2237474"/>
              <a:gd name="connsiteX184" fmla="*/ 37645 w 12192000"/>
              <a:gd name="connsiteY184" fmla="*/ 2115401 h 2237474"/>
              <a:gd name="connsiteX185" fmla="*/ 4572 w 12192000"/>
              <a:gd name="connsiteY185" fmla="*/ 2111091 h 2237474"/>
              <a:gd name="connsiteX186" fmla="*/ 0 w 12192000"/>
              <a:gd name="connsiteY186" fmla="*/ 2110468 h 2237474"/>
              <a:gd name="connsiteX187" fmla="*/ 0 w 12192000"/>
              <a:gd name="connsiteY187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64145 w 12192000"/>
              <a:gd name="connsiteY113" fmla="*/ 1994061 h 2237474"/>
              <a:gd name="connsiteX114" fmla="*/ 2843662 w 12192000"/>
              <a:gd name="connsiteY114" fmla="*/ 1992498 h 2237474"/>
              <a:gd name="connsiteX115" fmla="*/ 2796128 w 12192000"/>
              <a:gd name="connsiteY115" fmla="*/ 1976403 h 2237474"/>
              <a:gd name="connsiteX116" fmla="*/ 2756784 w 12192000"/>
              <a:gd name="connsiteY116" fmla="*/ 1985116 h 2237474"/>
              <a:gd name="connsiteX117" fmla="*/ 2748833 w 12192000"/>
              <a:gd name="connsiteY117" fmla="*/ 1986323 h 2237474"/>
              <a:gd name="connsiteX118" fmla="*/ 2748661 w 12192000"/>
              <a:gd name="connsiteY118" fmla="*/ 1986122 h 2237474"/>
              <a:gd name="connsiteX119" fmla="*/ 2740251 w 12192000"/>
              <a:gd name="connsiteY119" fmla="*/ 1986946 h 2237474"/>
              <a:gd name="connsiteX120" fmla="*/ 2718916 w 12192000"/>
              <a:gd name="connsiteY120" fmla="*/ 1990867 h 2237474"/>
              <a:gd name="connsiteX121" fmla="*/ 2713522 w 12192000"/>
              <a:gd name="connsiteY121" fmla="*/ 1990173 h 2237474"/>
              <a:gd name="connsiteX122" fmla="*/ 2680597 w 12192000"/>
              <a:gd name="connsiteY122" fmla="*/ 1984996 h 2237474"/>
              <a:gd name="connsiteX123" fmla="*/ 2578178 w 12192000"/>
              <a:gd name="connsiteY123" fmla="*/ 1990531 h 2237474"/>
              <a:gd name="connsiteX124" fmla="*/ 2476147 w 12192000"/>
              <a:gd name="connsiteY124" fmla="*/ 1998305 h 2237474"/>
              <a:gd name="connsiteX125" fmla="*/ 2373568 w 12192000"/>
              <a:gd name="connsiteY125" fmla="*/ 2003219 h 2237474"/>
              <a:gd name="connsiteX126" fmla="*/ 2321399 w 12192000"/>
              <a:gd name="connsiteY126" fmla="*/ 1989467 h 2237474"/>
              <a:gd name="connsiteX127" fmla="*/ 2315525 w 12192000"/>
              <a:gd name="connsiteY127" fmla="*/ 1989708 h 2237474"/>
              <a:gd name="connsiteX128" fmla="*/ 2300792 w 12192000"/>
              <a:gd name="connsiteY128" fmla="*/ 1994290 h 2237474"/>
              <a:gd name="connsiteX129" fmla="*/ 2295469 w 12192000"/>
              <a:gd name="connsiteY129" fmla="*/ 1996659 h 2237474"/>
              <a:gd name="connsiteX130" fmla="*/ 2287219 w 12192000"/>
              <a:gd name="connsiteY130" fmla="*/ 1998750 h 2237474"/>
              <a:gd name="connsiteX131" fmla="*/ 2286948 w 12192000"/>
              <a:gd name="connsiteY131" fmla="*/ 1998596 h 2237474"/>
              <a:gd name="connsiteX132" fmla="*/ 2243069 w 12192000"/>
              <a:gd name="connsiteY132" fmla="*/ 2015111 h 2237474"/>
              <a:gd name="connsiteX133" fmla="*/ 2186609 w 12192000"/>
              <a:gd name="connsiteY133" fmla="*/ 2008263 h 2237474"/>
              <a:gd name="connsiteX134" fmla="*/ 2164831 w 12192000"/>
              <a:gd name="connsiteY134" fmla="*/ 2010143 h 2237474"/>
              <a:gd name="connsiteX135" fmla="*/ 2152836 w 12192000"/>
              <a:gd name="connsiteY135" fmla="*/ 2010048 h 2237474"/>
              <a:gd name="connsiteX136" fmla="*/ 2117102 w 12192000"/>
              <a:gd name="connsiteY136" fmla="*/ 2023004 h 2237474"/>
              <a:gd name="connsiteX137" fmla="*/ 2111935 w 12192000"/>
              <a:gd name="connsiteY137" fmla="*/ 2023163 h 2237474"/>
              <a:gd name="connsiteX138" fmla="*/ 2089991 w 12192000"/>
              <a:gd name="connsiteY138" fmla="*/ 2034193 h 2237474"/>
              <a:gd name="connsiteX139" fmla="*/ 2058061 w 12192000"/>
              <a:gd name="connsiteY139" fmla="*/ 2047942 h 2237474"/>
              <a:gd name="connsiteX140" fmla="*/ 2055737 w 12192000"/>
              <a:gd name="connsiteY140" fmla="*/ 2047704 h 2237474"/>
              <a:gd name="connsiteX141" fmla="*/ 2042244 w 12192000"/>
              <a:gd name="connsiteY141" fmla="*/ 2055560 h 2237474"/>
              <a:gd name="connsiteX142" fmla="*/ 1976224 w 12192000"/>
              <a:gd name="connsiteY142" fmla="*/ 2074257 h 2237474"/>
              <a:gd name="connsiteX143" fmla="*/ 1877728 w 12192000"/>
              <a:gd name="connsiteY143" fmla="*/ 2101004 h 2237474"/>
              <a:gd name="connsiteX144" fmla="*/ 1759056 w 12192000"/>
              <a:gd name="connsiteY144" fmla="*/ 2125608 h 2237474"/>
              <a:gd name="connsiteX145" fmla="*/ 1637948 w 12192000"/>
              <a:gd name="connsiteY145" fmla="*/ 2172597 h 2237474"/>
              <a:gd name="connsiteX146" fmla="*/ 1434549 w 12192000"/>
              <a:gd name="connsiteY146" fmla="*/ 2234522 h 2237474"/>
              <a:gd name="connsiteX147" fmla="*/ 1398481 w 12192000"/>
              <a:gd name="connsiteY147" fmla="*/ 2237074 h 2237474"/>
              <a:gd name="connsiteX148" fmla="*/ 1398407 w 12192000"/>
              <a:gd name="connsiteY148" fmla="*/ 2237095 h 2237474"/>
              <a:gd name="connsiteX149" fmla="*/ 1370962 w 12192000"/>
              <a:gd name="connsiteY149" fmla="*/ 2237474 h 2237474"/>
              <a:gd name="connsiteX150" fmla="*/ 1356367 w 12192000"/>
              <a:gd name="connsiteY150" fmla="*/ 2235089 h 2237474"/>
              <a:gd name="connsiteX151" fmla="*/ 1324828 w 12192000"/>
              <a:gd name="connsiteY151" fmla="*/ 2231968 h 2237474"/>
              <a:gd name="connsiteX152" fmla="*/ 1297744 w 12192000"/>
              <a:gd name="connsiteY152" fmla="*/ 2235849 h 2237474"/>
              <a:gd name="connsiteX153" fmla="*/ 1286236 w 12192000"/>
              <a:gd name="connsiteY153" fmla="*/ 2233135 h 2237474"/>
              <a:gd name="connsiteX154" fmla="*/ 1283504 w 12192000"/>
              <a:gd name="connsiteY154" fmla="*/ 2233797 h 2237474"/>
              <a:gd name="connsiteX155" fmla="*/ 1279765 w 12192000"/>
              <a:gd name="connsiteY155" fmla="*/ 2229639 h 2237474"/>
              <a:gd name="connsiteX156" fmla="*/ 1195347 w 12192000"/>
              <a:gd name="connsiteY156" fmla="*/ 2212354 h 2237474"/>
              <a:gd name="connsiteX157" fmla="*/ 970251 w 12192000"/>
              <a:gd name="connsiteY157" fmla="*/ 2221029 h 2237474"/>
              <a:gd name="connsiteX158" fmla="*/ 812914 w 12192000"/>
              <a:gd name="connsiteY158" fmla="*/ 2202752 h 2237474"/>
              <a:gd name="connsiteX159" fmla="*/ 800195 w 12192000"/>
              <a:gd name="connsiteY159" fmla="*/ 2209407 h 2237474"/>
              <a:gd name="connsiteX160" fmla="*/ 784978 w 12192000"/>
              <a:gd name="connsiteY160" fmla="*/ 2212360 h 2237474"/>
              <a:gd name="connsiteX161" fmla="*/ 681987 w 12192000"/>
              <a:gd name="connsiteY161" fmla="*/ 2216757 h 2237474"/>
              <a:gd name="connsiteX162" fmla="*/ 669923 w 12192000"/>
              <a:gd name="connsiteY162" fmla="*/ 2211682 h 2237474"/>
              <a:gd name="connsiteX163" fmla="*/ 648680 w 12192000"/>
              <a:gd name="connsiteY163" fmla="*/ 2206229 h 2237474"/>
              <a:gd name="connsiteX164" fmla="*/ 597225 w 12192000"/>
              <a:gd name="connsiteY164" fmla="*/ 2180999 h 2237474"/>
              <a:gd name="connsiteX165" fmla="*/ 558449 w 12192000"/>
              <a:gd name="connsiteY165" fmla="*/ 2182346 h 2237474"/>
              <a:gd name="connsiteX166" fmla="*/ 550517 w 12192000"/>
              <a:gd name="connsiteY166" fmla="*/ 2182060 h 2237474"/>
              <a:gd name="connsiteX167" fmla="*/ 550309 w 12192000"/>
              <a:gd name="connsiteY167" fmla="*/ 2181825 h 2237474"/>
              <a:gd name="connsiteX168" fmla="*/ 541836 w 12192000"/>
              <a:gd name="connsiteY168" fmla="*/ 2181063 h 2237474"/>
              <a:gd name="connsiteX169" fmla="*/ 536057 w 12192000"/>
              <a:gd name="connsiteY169" fmla="*/ 2181537 h 2237474"/>
              <a:gd name="connsiteX170" fmla="*/ 520671 w 12192000"/>
              <a:gd name="connsiteY170" fmla="*/ 2180980 h 2237474"/>
              <a:gd name="connsiteX171" fmla="*/ 515024 w 12192000"/>
              <a:gd name="connsiteY171" fmla="*/ 2179258 h 2237474"/>
              <a:gd name="connsiteX172" fmla="*/ 512278 w 12192000"/>
              <a:gd name="connsiteY172" fmla="*/ 2176369 h 2237474"/>
              <a:gd name="connsiteX173" fmla="*/ 480419 w 12192000"/>
              <a:gd name="connsiteY173" fmla="*/ 2167807 h 2237474"/>
              <a:gd name="connsiteX174" fmla="*/ 413835 w 12192000"/>
              <a:gd name="connsiteY174" fmla="*/ 2156783 h 2237474"/>
              <a:gd name="connsiteX175" fmla="*/ 376513 w 12192000"/>
              <a:gd name="connsiteY175" fmla="*/ 2154014 h 2237474"/>
              <a:gd name="connsiteX176" fmla="*/ 273386 w 12192000"/>
              <a:gd name="connsiteY176" fmla="*/ 2142551 h 2237474"/>
              <a:gd name="connsiteX177" fmla="*/ 169207 w 12192000"/>
              <a:gd name="connsiteY177" fmla="*/ 2128100 h 2237474"/>
              <a:gd name="connsiteX178" fmla="*/ 93149 w 12192000"/>
              <a:gd name="connsiteY178" fmla="*/ 2105324 h 2237474"/>
              <a:gd name="connsiteX179" fmla="*/ 88109 w 12192000"/>
              <a:gd name="connsiteY179" fmla="*/ 2106704 h 2237474"/>
              <a:gd name="connsiteX180" fmla="*/ 80022 w 12192000"/>
              <a:gd name="connsiteY180" fmla="*/ 2107254 h 2237474"/>
              <a:gd name="connsiteX181" fmla="*/ 79717 w 12192000"/>
              <a:gd name="connsiteY181" fmla="*/ 2107046 h 2237474"/>
              <a:gd name="connsiteX182" fmla="*/ 72352 w 12192000"/>
              <a:gd name="connsiteY182" fmla="*/ 2107991 h 2237474"/>
              <a:gd name="connsiteX183" fmla="*/ 37645 w 12192000"/>
              <a:gd name="connsiteY183" fmla="*/ 2115401 h 2237474"/>
              <a:gd name="connsiteX184" fmla="*/ 4572 w 12192000"/>
              <a:gd name="connsiteY184" fmla="*/ 2111091 h 2237474"/>
              <a:gd name="connsiteX185" fmla="*/ 0 w 12192000"/>
              <a:gd name="connsiteY185" fmla="*/ 2110468 h 2237474"/>
              <a:gd name="connsiteX186" fmla="*/ 0 w 12192000"/>
              <a:gd name="connsiteY186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64145 w 12192000"/>
              <a:gd name="connsiteY113" fmla="*/ 1994061 h 2237474"/>
              <a:gd name="connsiteX114" fmla="*/ 2843662 w 12192000"/>
              <a:gd name="connsiteY114" fmla="*/ 1992498 h 2237474"/>
              <a:gd name="connsiteX115" fmla="*/ 2796128 w 12192000"/>
              <a:gd name="connsiteY115" fmla="*/ 1976403 h 2237474"/>
              <a:gd name="connsiteX116" fmla="*/ 2756784 w 12192000"/>
              <a:gd name="connsiteY116" fmla="*/ 1985116 h 2237474"/>
              <a:gd name="connsiteX117" fmla="*/ 2748833 w 12192000"/>
              <a:gd name="connsiteY117" fmla="*/ 1986323 h 2237474"/>
              <a:gd name="connsiteX118" fmla="*/ 2748661 w 12192000"/>
              <a:gd name="connsiteY118" fmla="*/ 1986122 h 2237474"/>
              <a:gd name="connsiteX119" fmla="*/ 2718916 w 12192000"/>
              <a:gd name="connsiteY119" fmla="*/ 1990867 h 2237474"/>
              <a:gd name="connsiteX120" fmla="*/ 2713522 w 12192000"/>
              <a:gd name="connsiteY120" fmla="*/ 1990173 h 2237474"/>
              <a:gd name="connsiteX121" fmla="*/ 2680597 w 12192000"/>
              <a:gd name="connsiteY121" fmla="*/ 1984996 h 2237474"/>
              <a:gd name="connsiteX122" fmla="*/ 2578178 w 12192000"/>
              <a:gd name="connsiteY122" fmla="*/ 1990531 h 2237474"/>
              <a:gd name="connsiteX123" fmla="*/ 2476147 w 12192000"/>
              <a:gd name="connsiteY123" fmla="*/ 1998305 h 2237474"/>
              <a:gd name="connsiteX124" fmla="*/ 2373568 w 12192000"/>
              <a:gd name="connsiteY124" fmla="*/ 2003219 h 2237474"/>
              <a:gd name="connsiteX125" fmla="*/ 2321399 w 12192000"/>
              <a:gd name="connsiteY125" fmla="*/ 1989467 h 2237474"/>
              <a:gd name="connsiteX126" fmla="*/ 2315525 w 12192000"/>
              <a:gd name="connsiteY126" fmla="*/ 1989708 h 2237474"/>
              <a:gd name="connsiteX127" fmla="*/ 2300792 w 12192000"/>
              <a:gd name="connsiteY127" fmla="*/ 1994290 h 2237474"/>
              <a:gd name="connsiteX128" fmla="*/ 2295469 w 12192000"/>
              <a:gd name="connsiteY128" fmla="*/ 1996659 h 2237474"/>
              <a:gd name="connsiteX129" fmla="*/ 2287219 w 12192000"/>
              <a:gd name="connsiteY129" fmla="*/ 1998750 h 2237474"/>
              <a:gd name="connsiteX130" fmla="*/ 2286948 w 12192000"/>
              <a:gd name="connsiteY130" fmla="*/ 1998596 h 2237474"/>
              <a:gd name="connsiteX131" fmla="*/ 2243069 w 12192000"/>
              <a:gd name="connsiteY131" fmla="*/ 2015111 h 2237474"/>
              <a:gd name="connsiteX132" fmla="*/ 2186609 w 12192000"/>
              <a:gd name="connsiteY132" fmla="*/ 2008263 h 2237474"/>
              <a:gd name="connsiteX133" fmla="*/ 2164831 w 12192000"/>
              <a:gd name="connsiteY133" fmla="*/ 2010143 h 2237474"/>
              <a:gd name="connsiteX134" fmla="*/ 2152836 w 12192000"/>
              <a:gd name="connsiteY134" fmla="*/ 2010048 h 2237474"/>
              <a:gd name="connsiteX135" fmla="*/ 2117102 w 12192000"/>
              <a:gd name="connsiteY135" fmla="*/ 2023004 h 2237474"/>
              <a:gd name="connsiteX136" fmla="*/ 2111935 w 12192000"/>
              <a:gd name="connsiteY136" fmla="*/ 2023163 h 2237474"/>
              <a:gd name="connsiteX137" fmla="*/ 2089991 w 12192000"/>
              <a:gd name="connsiteY137" fmla="*/ 2034193 h 2237474"/>
              <a:gd name="connsiteX138" fmla="*/ 2058061 w 12192000"/>
              <a:gd name="connsiteY138" fmla="*/ 2047942 h 2237474"/>
              <a:gd name="connsiteX139" fmla="*/ 2055737 w 12192000"/>
              <a:gd name="connsiteY139" fmla="*/ 2047704 h 2237474"/>
              <a:gd name="connsiteX140" fmla="*/ 2042244 w 12192000"/>
              <a:gd name="connsiteY140" fmla="*/ 2055560 h 2237474"/>
              <a:gd name="connsiteX141" fmla="*/ 1976224 w 12192000"/>
              <a:gd name="connsiteY141" fmla="*/ 2074257 h 2237474"/>
              <a:gd name="connsiteX142" fmla="*/ 1877728 w 12192000"/>
              <a:gd name="connsiteY142" fmla="*/ 2101004 h 2237474"/>
              <a:gd name="connsiteX143" fmla="*/ 1759056 w 12192000"/>
              <a:gd name="connsiteY143" fmla="*/ 2125608 h 2237474"/>
              <a:gd name="connsiteX144" fmla="*/ 1637948 w 12192000"/>
              <a:gd name="connsiteY144" fmla="*/ 2172597 h 2237474"/>
              <a:gd name="connsiteX145" fmla="*/ 1434549 w 12192000"/>
              <a:gd name="connsiteY145" fmla="*/ 2234522 h 2237474"/>
              <a:gd name="connsiteX146" fmla="*/ 1398481 w 12192000"/>
              <a:gd name="connsiteY146" fmla="*/ 2237074 h 2237474"/>
              <a:gd name="connsiteX147" fmla="*/ 1398407 w 12192000"/>
              <a:gd name="connsiteY147" fmla="*/ 2237095 h 2237474"/>
              <a:gd name="connsiteX148" fmla="*/ 1370962 w 12192000"/>
              <a:gd name="connsiteY148" fmla="*/ 2237474 h 2237474"/>
              <a:gd name="connsiteX149" fmla="*/ 1356367 w 12192000"/>
              <a:gd name="connsiteY149" fmla="*/ 2235089 h 2237474"/>
              <a:gd name="connsiteX150" fmla="*/ 1324828 w 12192000"/>
              <a:gd name="connsiteY150" fmla="*/ 2231968 h 2237474"/>
              <a:gd name="connsiteX151" fmla="*/ 1297744 w 12192000"/>
              <a:gd name="connsiteY151" fmla="*/ 2235849 h 2237474"/>
              <a:gd name="connsiteX152" fmla="*/ 1286236 w 12192000"/>
              <a:gd name="connsiteY152" fmla="*/ 2233135 h 2237474"/>
              <a:gd name="connsiteX153" fmla="*/ 1283504 w 12192000"/>
              <a:gd name="connsiteY153" fmla="*/ 2233797 h 2237474"/>
              <a:gd name="connsiteX154" fmla="*/ 1279765 w 12192000"/>
              <a:gd name="connsiteY154" fmla="*/ 2229639 h 2237474"/>
              <a:gd name="connsiteX155" fmla="*/ 1195347 w 12192000"/>
              <a:gd name="connsiteY155" fmla="*/ 2212354 h 2237474"/>
              <a:gd name="connsiteX156" fmla="*/ 970251 w 12192000"/>
              <a:gd name="connsiteY156" fmla="*/ 2221029 h 2237474"/>
              <a:gd name="connsiteX157" fmla="*/ 812914 w 12192000"/>
              <a:gd name="connsiteY157" fmla="*/ 2202752 h 2237474"/>
              <a:gd name="connsiteX158" fmla="*/ 800195 w 12192000"/>
              <a:gd name="connsiteY158" fmla="*/ 2209407 h 2237474"/>
              <a:gd name="connsiteX159" fmla="*/ 784978 w 12192000"/>
              <a:gd name="connsiteY159" fmla="*/ 2212360 h 2237474"/>
              <a:gd name="connsiteX160" fmla="*/ 681987 w 12192000"/>
              <a:gd name="connsiteY160" fmla="*/ 2216757 h 2237474"/>
              <a:gd name="connsiteX161" fmla="*/ 669923 w 12192000"/>
              <a:gd name="connsiteY161" fmla="*/ 2211682 h 2237474"/>
              <a:gd name="connsiteX162" fmla="*/ 648680 w 12192000"/>
              <a:gd name="connsiteY162" fmla="*/ 2206229 h 2237474"/>
              <a:gd name="connsiteX163" fmla="*/ 597225 w 12192000"/>
              <a:gd name="connsiteY163" fmla="*/ 2180999 h 2237474"/>
              <a:gd name="connsiteX164" fmla="*/ 558449 w 12192000"/>
              <a:gd name="connsiteY164" fmla="*/ 2182346 h 2237474"/>
              <a:gd name="connsiteX165" fmla="*/ 550517 w 12192000"/>
              <a:gd name="connsiteY165" fmla="*/ 2182060 h 2237474"/>
              <a:gd name="connsiteX166" fmla="*/ 550309 w 12192000"/>
              <a:gd name="connsiteY166" fmla="*/ 2181825 h 2237474"/>
              <a:gd name="connsiteX167" fmla="*/ 541836 w 12192000"/>
              <a:gd name="connsiteY167" fmla="*/ 2181063 h 2237474"/>
              <a:gd name="connsiteX168" fmla="*/ 536057 w 12192000"/>
              <a:gd name="connsiteY168" fmla="*/ 2181537 h 2237474"/>
              <a:gd name="connsiteX169" fmla="*/ 520671 w 12192000"/>
              <a:gd name="connsiteY169" fmla="*/ 2180980 h 2237474"/>
              <a:gd name="connsiteX170" fmla="*/ 515024 w 12192000"/>
              <a:gd name="connsiteY170" fmla="*/ 2179258 h 2237474"/>
              <a:gd name="connsiteX171" fmla="*/ 512278 w 12192000"/>
              <a:gd name="connsiteY171" fmla="*/ 2176369 h 2237474"/>
              <a:gd name="connsiteX172" fmla="*/ 480419 w 12192000"/>
              <a:gd name="connsiteY172" fmla="*/ 2167807 h 2237474"/>
              <a:gd name="connsiteX173" fmla="*/ 413835 w 12192000"/>
              <a:gd name="connsiteY173" fmla="*/ 2156783 h 2237474"/>
              <a:gd name="connsiteX174" fmla="*/ 376513 w 12192000"/>
              <a:gd name="connsiteY174" fmla="*/ 2154014 h 2237474"/>
              <a:gd name="connsiteX175" fmla="*/ 273386 w 12192000"/>
              <a:gd name="connsiteY175" fmla="*/ 2142551 h 2237474"/>
              <a:gd name="connsiteX176" fmla="*/ 169207 w 12192000"/>
              <a:gd name="connsiteY176" fmla="*/ 2128100 h 2237474"/>
              <a:gd name="connsiteX177" fmla="*/ 93149 w 12192000"/>
              <a:gd name="connsiteY177" fmla="*/ 2105324 h 2237474"/>
              <a:gd name="connsiteX178" fmla="*/ 88109 w 12192000"/>
              <a:gd name="connsiteY178" fmla="*/ 2106704 h 2237474"/>
              <a:gd name="connsiteX179" fmla="*/ 80022 w 12192000"/>
              <a:gd name="connsiteY179" fmla="*/ 2107254 h 2237474"/>
              <a:gd name="connsiteX180" fmla="*/ 79717 w 12192000"/>
              <a:gd name="connsiteY180" fmla="*/ 2107046 h 2237474"/>
              <a:gd name="connsiteX181" fmla="*/ 72352 w 12192000"/>
              <a:gd name="connsiteY181" fmla="*/ 2107991 h 2237474"/>
              <a:gd name="connsiteX182" fmla="*/ 37645 w 12192000"/>
              <a:gd name="connsiteY182" fmla="*/ 2115401 h 2237474"/>
              <a:gd name="connsiteX183" fmla="*/ 4572 w 12192000"/>
              <a:gd name="connsiteY183" fmla="*/ 2111091 h 2237474"/>
              <a:gd name="connsiteX184" fmla="*/ 0 w 12192000"/>
              <a:gd name="connsiteY184" fmla="*/ 2110468 h 2237474"/>
              <a:gd name="connsiteX185" fmla="*/ 0 w 12192000"/>
              <a:gd name="connsiteY18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96128 w 12192000"/>
              <a:gd name="connsiteY114" fmla="*/ 1976403 h 2237474"/>
              <a:gd name="connsiteX115" fmla="*/ 2756784 w 12192000"/>
              <a:gd name="connsiteY115" fmla="*/ 1985116 h 2237474"/>
              <a:gd name="connsiteX116" fmla="*/ 2748833 w 12192000"/>
              <a:gd name="connsiteY116" fmla="*/ 1986323 h 2237474"/>
              <a:gd name="connsiteX117" fmla="*/ 2748661 w 12192000"/>
              <a:gd name="connsiteY117" fmla="*/ 1986122 h 2237474"/>
              <a:gd name="connsiteX118" fmla="*/ 2718916 w 12192000"/>
              <a:gd name="connsiteY118" fmla="*/ 1990867 h 2237474"/>
              <a:gd name="connsiteX119" fmla="*/ 2713522 w 12192000"/>
              <a:gd name="connsiteY119" fmla="*/ 1990173 h 2237474"/>
              <a:gd name="connsiteX120" fmla="*/ 2680597 w 12192000"/>
              <a:gd name="connsiteY120" fmla="*/ 1984996 h 2237474"/>
              <a:gd name="connsiteX121" fmla="*/ 2578178 w 12192000"/>
              <a:gd name="connsiteY121" fmla="*/ 1990531 h 2237474"/>
              <a:gd name="connsiteX122" fmla="*/ 2476147 w 12192000"/>
              <a:gd name="connsiteY122" fmla="*/ 1998305 h 2237474"/>
              <a:gd name="connsiteX123" fmla="*/ 2373568 w 12192000"/>
              <a:gd name="connsiteY123" fmla="*/ 2003219 h 2237474"/>
              <a:gd name="connsiteX124" fmla="*/ 2321399 w 12192000"/>
              <a:gd name="connsiteY124" fmla="*/ 1989467 h 2237474"/>
              <a:gd name="connsiteX125" fmla="*/ 2315525 w 12192000"/>
              <a:gd name="connsiteY125" fmla="*/ 1989708 h 2237474"/>
              <a:gd name="connsiteX126" fmla="*/ 2300792 w 12192000"/>
              <a:gd name="connsiteY126" fmla="*/ 1994290 h 2237474"/>
              <a:gd name="connsiteX127" fmla="*/ 2295469 w 12192000"/>
              <a:gd name="connsiteY127" fmla="*/ 1996659 h 2237474"/>
              <a:gd name="connsiteX128" fmla="*/ 2287219 w 12192000"/>
              <a:gd name="connsiteY128" fmla="*/ 1998750 h 2237474"/>
              <a:gd name="connsiteX129" fmla="*/ 2286948 w 12192000"/>
              <a:gd name="connsiteY129" fmla="*/ 1998596 h 2237474"/>
              <a:gd name="connsiteX130" fmla="*/ 2243069 w 12192000"/>
              <a:gd name="connsiteY130" fmla="*/ 2015111 h 2237474"/>
              <a:gd name="connsiteX131" fmla="*/ 2186609 w 12192000"/>
              <a:gd name="connsiteY131" fmla="*/ 2008263 h 2237474"/>
              <a:gd name="connsiteX132" fmla="*/ 2164831 w 12192000"/>
              <a:gd name="connsiteY132" fmla="*/ 2010143 h 2237474"/>
              <a:gd name="connsiteX133" fmla="*/ 2152836 w 12192000"/>
              <a:gd name="connsiteY133" fmla="*/ 2010048 h 2237474"/>
              <a:gd name="connsiteX134" fmla="*/ 2117102 w 12192000"/>
              <a:gd name="connsiteY134" fmla="*/ 2023004 h 2237474"/>
              <a:gd name="connsiteX135" fmla="*/ 2111935 w 12192000"/>
              <a:gd name="connsiteY135" fmla="*/ 2023163 h 2237474"/>
              <a:gd name="connsiteX136" fmla="*/ 2089991 w 12192000"/>
              <a:gd name="connsiteY136" fmla="*/ 2034193 h 2237474"/>
              <a:gd name="connsiteX137" fmla="*/ 2058061 w 12192000"/>
              <a:gd name="connsiteY137" fmla="*/ 2047942 h 2237474"/>
              <a:gd name="connsiteX138" fmla="*/ 2055737 w 12192000"/>
              <a:gd name="connsiteY138" fmla="*/ 2047704 h 2237474"/>
              <a:gd name="connsiteX139" fmla="*/ 2042244 w 12192000"/>
              <a:gd name="connsiteY139" fmla="*/ 2055560 h 2237474"/>
              <a:gd name="connsiteX140" fmla="*/ 1976224 w 12192000"/>
              <a:gd name="connsiteY140" fmla="*/ 2074257 h 2237474"/>
              <a:gd name="connsiteX141" fmla="*/ 1877728 w 12192000"/>
              <a:gd name="connsiteY141" fmla="*/ 2101004 h 2237474"/>
              <a:gd name="connsiteX142" fmla="*/ 1759056 w 12192000"/>
              <a:gd name="connsiteY142" fmla="*/ 2125608 h 2237474"/>
              <a:gd name="connsiteX143" fmla="*/ 1637948 w 12192000"/>
              <a:gd name="connsiteY143" fmla="*/ 2172597 h 2237474"/>
              <a:gd name="connsiteX144" fmla="*/ 1434549 w 12192000"/>
              <a:gd name="connsiteY144" fmla="*/ 2234522 h 2237474"/>
              <a:gd name="connsiteX145" fmla="*/ 1398481 w 12192000"/>
              <a:gd name="connsiteY145" fmla="*/ 2237074 h 2237474"/>
              <a:gd name="connsiteX146" fmla="*/ 1398407 w 12192000"/>
              <a:gd name="connsiteY146" fmla="*/ 2237095 h 2237474"/>
              <a:gd name="connsiteX147" fmla="*/ 1370962 w 12192000"/>
              <a:gd name="connsiteY147" fmla="*/ 2237474 h 2237474"/>
              <a:gd name="connsiteX148" fmla="*/ 1356367 w 12192000"/>
              <a:gd name="connsiteY148" fmla="*/ 2235089 h 2237474"/>
              <a:gd name="connsiteX149" fmla="*/ 1324828 w 12192000"/>
              <a:gd name="connsiteY149" fmla="*/ 2231968 h 2237474"/>
              <a:gd name="connsiteX150" fmla="*/ 1297744 w 12192000"/>
              <a:gd name="connsiteY150" fmla="*/ 2235849 h 2237474"/>
              <a:gd name="connsiteX151" fmla="*/ 1286236 w 12192000"/>
              <a:gd name="connsiteY151" fmla="*/ 2233135 h 2237474"/>
              <a:gd name="connsiteX152" fmla="*/ 1283504 w 12192000"/>
              <a:gd name="connsiteY152" fmla="*/ 2233797 h 2237474"/>
              <a:gd name="connsiteX153" fmla="*/ 1279765 w 12192000"/>
              <a:gd name="connsiteY153" fmla="*/ 2229639 h 2237474"/>
              <a:gd name="connsiteX154" fmla="*/ 1195347 w 12192000"/>
              <a:gd name="connsiteY154" fmla="*/ 2212354 h 2237474"/>
              <a:gd name="connsiteX155" fmla="*/ 970251 w 12192000"/>
              <a:gd name="connsiteY155" fmla="*/ 2221029 h 2237474"/>
              <a:gd name="connsiteX156" fmla="*/ 812914 w 12192000"/>
              <a:gd name="connsiteY156" fmla="*/ 2202752 h 2237474"/>
              <a:gd name="connsiteX157" fmla="*/ 800195 w 12192000"/>
              <a:gd name="connsiteY157" fmla="*/ 2209407 h 2237474"/>
              <a:gd name="connsiteX158" fmla="*/ 784978 w 12192000"/>
              <a:gd name="connsiteY158" fmla="*/ 2212360 h 2237474"/>
              <a:gd name="connsiteX159" fmla="*/ 681987 w 12192000"/>
              <a:gd name="connsiteY159" fmla="*/ 2216757 h 2237474"/>
              <a:gd name="connsiteX160" fmla="*/ 669923 w 12192000"/>
              <a:gd name="connsiteY160" fmla="*/ 2211682 h 2237474"/>
              <a:gd name="connsiteX161" fmla="*/ 648680 w 12192000"/>
              <a:gd name="connsiteY161" fmla="*/ 2206229 h 2237474"/>
              <a:gd name="connsiteX162" fmla="*/ 597225 w 12192000"/>
              <a:gd name="connsiteY162" fmla="*/ 2180999 h 2237474"/>
              <a:gd name="connsiteX163" fmla="*/ 558449 w 12192000"/>
              <a:gd name="connsiteY163" fmla="*/ 2182346 h 2237474"/>
              <a:gd name="connsiteX164" fmla="*/ 550517 w 12192000"/>
              <a:gd name="connsiteY164" fmla="*/ 2182060 h 2237474"/>
              <a:gd name="connsiteX165" fmla="*/ 550309 w 12192000"/>
              <a:gd name="connsiteY165" fmla="*/ 2181825 h 2237474"/>
              <a:gd name="connsiteX166" fmla="*/ 541836 w 12192000"/>
              <a:gd name="connsiteY166" fmla="*/ 2181063 h 2237474"/>
              <a:gd name="connsiteX167" fmla="*/ 536057 w 12192000"/>
              <a:gd name="connsiteY167" fmla="*/ 2181537 h 2237474"/>
              <a:gd name="connsiteX168" fmla="*/ 520671 w 12192000"/>
              <a:gd name="connsiteY168" fmla="*/ 2180980 h 2237474"/>
              <a:gd name="connsiteX169" fmla="*/ 515024 w 12192000"/>
              <a:gd name="connsiteY169" fmla="*/ 2179258 h 2237474"/>
              <a:gd name="connsiteX170" fmla="*/ 512278 w 12192000"/>
              <a:gd name="connsiteY170" fmla="*/ 2176369 h 2237474"/>
              <a:gd name="connsiteX171" fmla="*/ 480419 w 12192000"/>
              <a:gd name="connsiteY171" fmla="*/ 2167807 h 2237474"/>
              <a:gd name="connsiteX172" fmla="*/ 413835 w 12192000"/>
              <a:gd name="connsiteY172" fmla="*/ 2156783 h 2237474"/>
              <a:gd name="connsiteX173" fmla="*/ 376513 w 12192000"/>
              <a:gd name="connsiteY173" fmla="*/ 2154014 h 2237474"/>
              <a:gd name="connsiteX174" fmla="*/ 273386 w 12192000"/>
              <a:gd name="connsiteY174" fmla="*/ 2142551 h 2237474"/>
              <a:gd name="connsiteX175" fmla="*/ 169207 w 12192000"/>
              <a:gd name="connsiteY175" fmla="*/ 2128100 h 2237474"/>
              <a:gd name="connsiteX176" fmla="*/ 93149 w 12192000"/>
              <a:gd name="connsiteY176" fmla="*/ 2105324 h 2237474"/>
              <a:gd name="connsiteX177" fmla="*/ 88109 w 12192000"/>
              <a:gd name="connsiteY177" fmla="*/ 2106704 h 2237474"/>
              <a:gd name="connsiteX178" fmla="*/ 80022 w 12192000"/>
              <a:gd name="connsiteY178" fmla="*/ 2107254 h 2237474"/>
              <a:gd name="connsiteX179" fmla="*/ 79717 w 12192000"/>
              <a:gd name="connsiteY179" fmla="*/ 2107046 h 2237474"/>
              <a:gd name="connsiteX180" fmla="*/ 72352 w 12192000"/>
              <a:gd name="connsiteY180" fmla="*/ 2107991 h 2237474"/>
              <a:gd name="connsiteX181" fmla="*/ 37645 w 12192000"/>
              <a:gd name="connsiteY181" fmla="*/ 2115401 h 2237474"/>
              <a:gd name="connsiteX182" fmla="*/ 4572 w 12192000"/>
              <a:gd name="connsiteY182" fmla="*/ 2111091 h 2237474"/>
              <a:gd name="connsiteX183" fmla="*/ 0 w 12192000"/>
              <a:gd name="connsiteY183" fmla="*/ 2110468 h 2237474"/>
              <a:gd name="connsiteX184" fmla="*/ 0 w 12192000"/>
              <a:gd name="connsiteY184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96128 w 12192000"/>
              <a:gd name="connsiteY114" fmla="*/ 1976403 h 2237474"/>
              <a:gd name="connsiteX115" fmla="*/ 2756784 w 12192000"/>
              <a:gd name="connsiteY115" fmla="*/ 1985116 h 2237474"/>
              <a:gd name="connsiteX116" fmla="*/ 2748833 w 12192000"/>
              <a:gd name="connsiteY116" fmla="*/ 1986323 h 2237474"/>
              <a:gd name="connsiteX117" fmla="*/ 2748661 w 12192000"/>
              <a:gd name="connsiteY117" fmla="*/ 1986122 h 2237474"/>
              <a:gd name="connsiteX118" fmla="*/ 2718916 w 12192000"/>
              <a:gd name="connsiteY118" fmla="*/ 1990867 h 2237474"/>
              <a:gd name="connsiteX119" fmla="*/ 2713522 w 12192000"/>
              <a:gd name="connsiteY119" fmla="*/ 1990173 h 2237474"/>
              <a:gd name="connsiteX120" fmla="*/ 2680597 w 12192000"/>
              <a:gd name="connsiteY120" fmla="*/ 1984996 h 2237474"/>
              <a:gd name="connsiteX121" fmla="*/ 2578178 w 12192000"/>
              <a:gd name="connsiteY121" fmla="*/ 1990531 h 2237474"/>
              <a:gd name="connsiteX122" fmla="*/ 2476147 w 12192000"/>
              <a:gd name="connsiteY122" fmla="*/ 1998305 h 2237474"/>
              <a:gd name="connsiteX123" fmla="*/ 2373568 w 12192000"/>
              <a:gd name="connsiteY123" fmla="*/ 2003219 h 2237474"/>
              <a:gd name="connsiteX124" fmla="*/ 2321399 w 12192000"/>
              <a:gd name="connsiteY124" fmla="*/ 1989467 h 2237474"/>
              <a:gd name="connsiteX125" fmla="*/ 2315525 w 12192000"/>
              <a:gd name="connsiteY125" fmla="*/ 1989708 h 2237474"/>
              <a:gd name="connsiteX126" fmla="*/ 2300792 w 12192000"/>
              <a:gd name="connsiteY126" fmla="*/ 1994290 h 2237474"/>
              <a:gd name="connsiteX127" fmla="*/ 2295469 w 12192000"/>
              <a:gd name="connsiteY127" fmla="*/ 1996659 h 2237474"/>
              <a:gd name="connsiteX128" fmla="*/ 2287219 w 12192000"/>
              <a:gd name="connsiteY128" fmla="*/ 1998750 h 2237474"/>
              <a:gd name="connsiteX129" fmla="*/ 2243069 w 12192000"/>
              <a:gd name="connsiteY129" fmla="*/ 2015111 h 2237474"/>
              <a:gd name="connsiteX130" fmla="*/ 2186609 w 12192000"/>
              <a:gd name="connsiteY130" fmla="*/ 2008263 h 2237474"/>
              <a:gd name="connsiteX131" fmla="*/ 2164831 w 12192000"/>
              <a:gd name="connsiteY131" fmla="*/ 2010143 h 2237474"/>
              <a:gd name="connsiteX132" fmla="*/ 2152836 w 12192000"/>
              <a:gd name="connsiteY132" fmla="*/ 2010048 h 2237474"/>
              <a:gd name="connsiteX133" fmla="*/ 2117102 w 12192000"/>
              <a:gd name="connsiteY133" fmla="*/ 2023004 h 2237474"/>
              <a:gd name="connsiteX134" fmla="*/ 2111935 w 12192000"/>
              <a:gd name="connsiteY134" fmla="*/ 2023163 h 2237474"/>
              <a:gd name="connsiteX135" fmla="*/ 2089991 w 12192000"/>
              <a:gd name="connsiteY135" fmla="*/ 2034193 h 2237474"/>
              <a:gd name="connsiteX136" fmla="*/ 2058061 w 12192000"/>
              <a:gd name="connsiteY136" fmla="*/ 2047942 h 2237474"/>
              <a:gd name="connsiteX137" fmla="*/ 2055737 w 12192000"/>
              <a:gd name="connsiteY137" fmla="*/ 2047704 h 2237474"/>
              <a:gd name="connsiteX138" fmla="*/ 2042244 w 12192000"/>
              <a:gd name="connsiteY138" fmla="*/ 2055560 h 2237474"/>
              <a:gd name="connsiteX139" fmla="*/ 1976224 w 12192000"/>
              <a:gd name="connsiteY139" fmla="*/ 2074257 h 2237474"/>
              <a:gd name="connsiteX140" fmla="*/ 1877728 w 12192000"/>
              <a:gd name="connsiteY140" fmla="*/ 2101004 h 2237474"/>
              <a:gd name="connsiteX141" fmla="*/ 1759056 w 12192000"/>
              <a:gd name="connsiteY141" fmla="*/ 2125608 h 2237474"/>
              <a:gd name="connsiteX142" fmla="*/ 1637948 w 12192000"/>
              <a:gd name="connsiteY142" fmla="*/ 2172597 h 2237474"/>
              <a:gd name="connsiteX143" fmla="*/ 1434549 w 12192000"/>
              <a:gd name="connsiteY143" fmla="*/ 2234522 h 2237474"/>
              <a:gd name="connsiteX144" fmla="*/ 1398481 w 12192000"/>
              <a:gd name="connsiteY144" fmla="*/ 2237074 h 2237474"/>
              <a:gd name="connsiteX145" fmla="*/ 1398407 w 12192000"/>
              <a:gd name="connsiteY145" fmla="*/ 2237095 h 2237474"/>
              <a:gd name="connsiteX146" fmla="*/ 1370962 w 12192000"/>
              <a:gd name="connsiteY146" fmla="*/ 2237474 h 2237474"/>
              <a:gd name="connsiteX147" fmla="*/ 1356367 w 12192000"/>
              <a:gd name="connsiteY147" fmla="*/ 2235089 h 2237474"/>
              <a:gd name="connsiteX148" fmla="*/ 1324828 w 12192000"/>
              <a:gd name="connsiteY148" fmla="*/ 2231968 h 2237474"/>
              <a:gd name="connsiteX149" fmla="*/ 1297744 w 12192000"/>
              <a:gd name="connsiteY149" fmla="*/ 2235849 h 2237474"/>
              <a:gd name="connsiteX150" fmla="*/ 1286236 w 12192000"/>
              <a:gd name="connsiteY150" fmla="*/ 2233135 h 2237474"/>
              <a:gd name="connsiteX151" fmla="*/ 1283504 w 12192000"/>
              <a:gd name="connsiteY151" fmla="*/ 2233797 h 2237474"/>
              <a:gd name="connsiteX152" fmla="*/ 1279765 w 12192000"/>
              <a:gd name="connsiteY152" fmla="*/ 2229639 h 2237474"/>
              <a:gd name="connsiteX153" fmla="*/ 1195347 w 12192000"/>
              <a:gd name="connsiteY153" fmla="*/ 2212354 h 2237474"/>
              <a:gd name="connsiteX154" fmla="*/ 970251 w 12192000"/>
              <a:gd name="connsiteY154" fmla="*/ 2221029 h 2237474"/>
              <a:gd name="connsiteX155" fmla="*/ 812914 w 12192000"/>
              <a:gd name="connsiteY155" fmla="*/ 2202752 h 2237474"/>
              <a:gd name="connsiteX156" fmla="*/ 800195 w 12192000"/>
              <a:gd name="connsiteY156" fmla="*/ 2209407 h 2237474"/>
              <a:gd name="connsiteX157" fmla="*/ 784978 w 12192000"/>
              <a:gd name="connsiteY157" fmla="*/ 2212360 h 2237474"/>
              <a:gd name="connsiteX158" fmla="*/ 681987 w 12192000"/>
              <a:gd name="connsiteY158" fmla="*/ 2216757 h 2237474"/>
              <a:gd name="connsiteX159" fmla="*/ 669923 w 12192000"/>
              <a:gd name="connsiteY159" fmla="*/ 2211682 h 2237474"/>
              <a:gd name="connsiteX160" fmla="*/ 648680 w 12192000"/>
              <a:gd name="connsiteY160" fmla="*/ 2206229 h 2237474"/>
              <a:gd name="connsiteX161" fmla="*/ 597225 w 12192000"/>
              <a:gd name="connsiteY161" fmla="*/ 2180999 h 2237474"/>
              <a:gd name="connsiteX162" fmla="*/ 558449 w 12192000"/>
              <a:gd name="connsiteY162" fmla="*/ 2182346 h 2237474"/>
              <a:gd name="connsiteX163" fmla="*/ 550517 w 12192000"/>
              <a:gd name="connsiteY163" fmla="*/ 2182060 h 2237474"/>
              <a:gd name="connsiteX164" fmla="*/ 550309 w 12192000"/>
              <a:gd name="connsiteY164" fmla="*/ 2181825 h 2237474"/>
              <a:gd name="connsiteX165" fmla="*/ 541836 w 12192000"/>
              <a:gd name="connsiteY165" fmla="*/ 2181063 h 2237474"/>
              <a:gd name="connsiteX166" fmla="*/ 536057 w 12192000"/>
              <a:gd name="connsiteY166" fmla="*/ 2181537 h 2237474"/>
              <a:gd name="connsiteX167" fmla="*/ 520671 w 12192000"/>
              <a:gd name="connsiteY167" fmla="*/ 2180980 h 2237474"/>
              <a:gd name="connsiteX168" fmla="*/ 515024 w 12192000"/>
              <a:gd name="connsiteY168" fmla="*/ 2179258 h 2237474"/>
              <a:gd name="connsiteX169" fmla="*/ 512278 w 12192000"/>
              <a:gd name="connsiteY169" fmla="*/ 2176369 h 2237474"/>
              <a:gd name="connsiteX170" fmla="*/ 480419 w 12192000"/>
              <a:gd name="connsiteY170" fmla="*/ 2167807 h 2237474"/>
              <a:gd name="connsiteX171" fmla="*/ 413835 w 12192000"/>
              <a:gd name="connsiteY171" fmla="*/ 2156783 h 2237474"/>
              <a:gd name="connsiteX172" fmla="*/ 376513 w 12192000"/>
              <a:gd name="connsiteY172" fmla="*/ 2154014 h 2237474"/>
              <a:gd name="connsiteX173" fmla="*/ 273386 w 12192000"/>
              <a:gd name="connsiteY173" fmla="*/ 2142551 h 2237474"/>
              <a:gd name="connsiteX174" fmla="*/ 169207 w 12192000"/>
              <a:gd name="connsiteY174" fmla="*/ 2128100 h 2237474"/>
              <a:gd name="connsiteX175" fmla="*/ 93149 w 12192000"/>
              <a:gd name="connsiteY175" fmla="*/ 2105324 h 2237474"/>
              <a:gd name="connsiteX176" fmla="*/ 88109 w 12192000"/>
              <a:gd name="connsiteY176" fmla="*/ 2106704 h 2237474"/>
              <a:gd name="connsiteX177" fmla="*/ 80022 w 12192000"/>
              <a:gd name="connsiteY177" fmla="*/ 2107254 h 2237474"/>
              <a:gd name="connsiteX178" fmla="*/ 79717 w 12192000"/>
              <a:gd name="connsiteY178" fmla="*/ 2107046 h 2237474"/>
              <a:gd name="connsiteX179" fmla="*/ 72352 w 12192000"/>
              <a:gd name="connsiteY179" fmla="*/ 2107991 h 2237474"/>
              <a:gd name="connsiteX180" fmla="*/ 37645 w 12192000"/>
              <a:gd name="connsiteY180" fmla="*/ 2115401 h 2237474"/>
              <a:gd name="connsiteX181" fmla="*/ 4572 w 12192000"/>
              <a:gd name="connsiteY181" fmla="*/ 2111091 h 2237474"/>
              <a:gd name="connsiteX182" fmla="*/ 0 w 12192000"/>
              <a:gd name="connsiteY182" fmla="*/ 2110468 h 2237474"/>
              <a:gd name="connsiteX183" fmla="*/ 0 w 12192000"/>
              <a:gd name="connsiteY183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96128 w 12192000"/>
              <a:gd name="connsiteY114" fmla="*/ 1976403 h 2237474"/>
              <a:gd name="connsiteX115" fmla="*/ 2756784 w 12192000"/>
              <a:gd name="connsiteY115" fmla="*/ 1985116 h 2237474"/>
              <a:gd name="connsiteX116" fmla="*/ 2748833 w 12192000"/>
              <a:gd name="connsiteY116" fmla="*/ 1986323 h 2237474"/>
              <a:gd name="connsiteX117" fmla="*/ 2748661 w 12192000"/>
              <a:gd name="connsiteY117" fmla="*/ 1986122 h 2237474"/>
              <a:gd name="connsiteX118" fmla="*/ 2718916 w 12192000"/>
              <a:gd name="connsiteY118" fmla="*/ 1990867 h 2237474"/>
              <a:gd name="connsiteX119" fmla="*/ 2713522 w 12192000"/>
              <a:gd name="connsiteY119" fmla="*/ 1990173 h 2237474"/>
              <a:gd name="connsiteX120" fmla="*/ 2680597 w 12192000"/>
              <a:gd name="connsiteY120" fmla="*/ 1984996 h 2237474"/>
              <a:gd name="connsiteX121" fmla="*/ 2578178 w 12192000"/>
              <a:gd name="connsiteY121" fmla="*/ 1990531 h 2237474"/>
              <a:gd name="connsiteX122" fmla="*/ 2476147 w 12192000"/>
              <a:gd name="connsiteY122" fmla="*/ 1998305 h 2237474"/>
              <a:gd name="connsiteX123" fmla="*/ 2373568 w 12192000"/>
              <a:gd name="connsiteY123" fmla="*/ 2003219 h 2237474"/>
              <a:gd name="connsiteX124" fmla="*/ 2321399 w 12192000"/>
              <a:gd name="connsiteY124" fmla="*/ 1989467 h 2237474"/>
              <a:gd name="connsiteX125" fmla="*/ 2315525 w 12192000"/>
              <a:gd name="connsiteY125" fmla="*/ 1989708 h 2237474"/>
              <a:gd name="connsiteX126" fmla="*/ 2300792 w 12192000"/>
              <a:gd name="connsiteY126" fmla="*/ 1994290 h 2237474"/>
              <a:gd name="connsiteX127" fmla="*/ 2287219 w 12192000"/>
              <a:gd name="connsiteY127" fmla="*/ 1998750 h 2237474"/>
              <a:gd name="connsiteX128" fmla="*/ 2243069 w 12192000"/>
              <a:gd name="connsiteY128" fmla="*/ 2015111 h 2237474"/>
              <a:gd name="connsiteX129" fmla="*/ 2186609 w 12192000"/>
              <a:gd name="connsiteY129" fmla="*/ 2008263 h 2237474"/>
              <a:gd name="connsiteX130" fmla="*/ 2164831 w 12192000"/>
              <a:gd name="connsiteY130" fmla="*/ 2010143 h 2237474"/>
              <a:gd name="connsiteX131" fmla="*/ 2152836 w 12192000"/>
              <a:gd name="connsiteY131" fmla="*/ 2010048 h 2237474"/>
              <a:gd name="connsiteX132" fmla="*/ 2117102 w 12192000"/>
              <a:gd name="connsiteY132" fmla="*/ 2023004 h 2237474"/>
              <a:gd name="connsiteX133" fmla="*/ 2111935 w 12192000"/>
              <a:gd name="connsiteY133" fmla="*/ 2023163 h 2237474"/>
              <a:gd name="connsiteX134" fmla="*/ 2089991 w 12192000"/>
              <a:gd name="connsiteY134" fmla="*/ 2034193 h 2237474"/>
              <a:gd name="connsiteX135" fmla="*/ 2058061 w 12192000"/>
              <a:gd name="connsiteY135" fmla="*/ 2047942 h 2237474"/>
              <a:gd name="connsiteX136" fmla="*/ 2055737 w 12192000"/>
              <a:gd name="connsiteY136" fmla="*/ 2047704 h 2237474"/>
              <a:gd name="connsiteX137" fmla="*/ 2042244 w 12192000"/>
              <a:gd name="connsiteY137" fmla="*/ 2055560 h 2237474"/>
              <a:gd name="connsiteX138" fmla="*/ 1976224 w 12192000"/>
              <a:gd name="connsiteY138" fmla="*/ 2074257 h 2237474"/>
              <a:gd name="connsiteX139" fmla="*/ 1877728 w 12192000"/>
              <a:gd name="connsiteY139" fmla="*/ 2101004 h 2237474"/>
              <a:gd name="connsiteX140" fmla="*/ 1759056 w 12192000"/>
              <a:gd name="connsiteY140" fmla="*/ 2125608 h 2237474"/>
              <a:gd name="connsiteX141" fmla="*/ 1637948 w 12192000"/>
              <a:gd name="connsiteY141" fmla="*/ 2172597 h 2237474"/>
              <a:gd name="connsiteX142" fmla="*/ 1434549 w 12192000"/>
              <a:gd name="connsiteY142" fmla="*/ 2234522 h 2237474"/>
              <a:gd name="connsiteX143" fmla="*/ 1398481 w 12192000"/>
              <a:gd name="connsiteY143" fmla="*/ 2237074 h 2237474"/>
              <a:gd name="connsiteX144" fmla="*/ 1398407 w 12192000"/>
              <a:gd name="connsiteY144" fmla="*/ 2237095 h 2237474"/>
              <a:gd name="connsiteX145" fmla="*/ 1370962 w 12192000"/>
              <a:gd name="connsiteY145" fmla="*/ 2237474 h 2237474"/>
              <a:gd name="connsiteX146" fmla="*/ 1356367 w 12192000"/>
              <a:gd name="connsiteY146" fmla="*/ 2235089 h 2237474"/>
              <a:gd name="connsiteX147" fmla="*/ 1324828 w 12192000"/>
              <a:gd name="connsiteY147" fmla="*/ 2231968 h 2237474"/>
              <a:gd name="connsiteX148" fmla="*/ 1297744 w 12192000"/>
              <a:gd name="connsiteY148" fmla="*/ 2235849 h 2237474"/>
              <a:gd name="connsiteX149" fmla="*/ 1286236 w 12192000"/>
              <a:gd name="connsiteY149" fmla="*/ 2233135 h 2237474"/>
              <a:gd name="connsiteX150" fmla="*/ 1283504 w 12192000"/>
              <a:gd name="connsiteY150" fmla="*/ 2233797 h 2237474"/>
              <a:gd name="connsiteX151" fmla="*/ 1279765 w 12192000"/>
              <a:gd name="connsiteY151" fmla="*/ 2229639 h 2237474"/>
              <a:gd name="connsiteX152" fmla="*/ 1195347 w 12192000"/>
              <a:gd name="connsiteY152" fmla="*/ 2212354 h 2237474"/>
              <a:gd name="connsiteX153" fmla="*/ 970251 w 12192000"/>
              <a:gd name="connsiteY153" fmla="*/ 2221029 h 2237474"/>
              <a:gd name="connsiteX154" fmla="*/ 812914 w 12192000"/>
              <a:gd name="connsiteY154" fmla="*/ 2202752 h 2237474"/>
              <a:gd name="connsiteX155" fmla="*/ 800195 w 12192000"/>
              <a:gd name="connsiteY155" fmla="*/ 2209407 h 2237474"/>
              <a:gd name="connsiteX156" fmla="*/ 784978 w 12192000"/>
              <a:gd name="connsiteY156" fmla="*/ 2212360 h 2237474"/>
              <a:gd name="connsiteX157" fmla="*/ 681987 w 12192000"/>
              <a:gd name="connsiteY157" fmla="*/ 2216757 h 2237474"/>
              <a:gd name="connsiteX158" fmla="*/ 669923 w 12192000"/>
              <a:gd name="connsiteY158" fmla="*/ 2211682 h 2237474"/>
              <a:gd name="connsiteX159" fmla="*/ 648680 w 12192000"/>
              <a:gd name="connsiteY159" fmla="*/ 2206229 h 2237474"/>
              <a:gd name="connsiteX160" fmla="*/ 597225 w 12192000"/>
              <a:gd name="connsiteY160" fmla="*/ 2180999 h 2237474"/>
              <a:gd name="connsiteX161" fmla="*/ 558449 w 12192000"/>
              <a:gd name="connsiteY161" fmla="*/ 2182346 h 2237474"/>
              <a:gd name="connsiteX162" fmla="*/ 550517 w 12192000"/>
              <a:gd name="connsiteY162" fmla="*/ 2182060 h 2237474"/>
              <a:gd name="connsiteX163" fmla="*/ 550309 w 12192000"/>
              <a:gd name="connsiteY163" fmla="*/ 2181825 h 2237474"/>
              <a:gd name="connsiteX164" fmla="*/ 541836 w 12192000"/>
              <a:gd name="connsiteY164" fmla="*/ 2181063 h 2237474"/>
              <a:gd name="connsiteX165" fmla="*/ 536057 w 12192000"/>
              <a:gd name="connsiteY165" fmla="*/ 2181537 h 2237474"/>
              <a:gd name="connsiteX166" fmla="*/ 520671 w 12192000"/>
              <a:gd name="connsiteY166" fmla="*/ 2180980 h 2237474"/>
              <a:gd name="connsiteX167" fmla="*/ 515024 w 12192000"/>
              <a:gd name="connsiteY167" fmla="*/ 2179258 h 2237474"/>
              <a:gd name="connsiteX168" fmla="*/ 512278 w 12192000"/>
              <a:gd name="connsiteY168" fmla="*/ 2176369 h 2237474"/>
              <a:gd name="connsiteX169" fmla="*/ 480419 w 12192000"/>
              <a:gd name="connsiteY169" fmla="*/ 2167807 h 2237474"/>
              <a:gd name="connsiteX170" fmla="*/ 413835 w 12192000"/>
              <a:gd name="connsiteY170" fmla="*/ 2156783 h 2237474"/>
              <a:gd name="connsiteX171" fmla="*/ 376513 w 12192000"/>
              <a:gd name="connsiteY171" fmla="*/ 2154014 h 2237474"/>
              <a:gd name="connsiteX172" fmla="*/ 273386 w 12192000"/>
              <a:gd name="connsiteY172" fmla="*/ 2142551 h 2237474"/>
              <a:gd name="connsiteX173" fmla="*/ 169207 w 12192000"/>
              <a:gd name="connsiteY173" fmla="*/ 2128100 h 2237474"/>
              <a:gd name="connsiteX174" fmla="*/ 93149 w 12192000"/>
              <a:gd name="connsiteY174" fmla="*/ 2105324 h 2237474"/>
              <a:gd name="connsiteX175" fmla="*/ 88109 w 12192000"/>
              <a:gd name="connsiteY175" fmla="*/ 2106704 h 2237474"/>
              <a:gd name="connsiteX176" fmla="*/ 80022 w 12192000"/>
              <a:gd name="connsiteY176" fmla="*/ 2107254 h 2237474"/>
              <a:gd name="connsiteX177" fmla="*/ 79717 w 12192000"/>
              <a:gd name="connsiteY177" fmla="*/ 2107046 h 2237474"/>
              <a:gd name="connsiteX178" fmla="*/ 72352 w 12192000"/>
              <a:gd name="connsiteY178" fmla="*/ 2107991 h 2237474"/>
              <a:gd name="connsiteX179" fmla="*/ 37645 w 12192000"/>
              <a:gd name="connsiteY179" fmla="*/ 2115401 h 2237474"/>
              <a:gd name="connsiteX180" fmla="*/ 4572 w 12192000"/>
              <a:gd name="connsiteY180" fmla="*/ 2111091 h 2237474"/>
              <a:gd name="connsiteX181" fmla="*/ 0 w 12192000"/>
              <a:gd name="connsiteY181" fmla="*/ 2110468 h 2237474"/>
              <a:gd name="connsiteX182" fmla="*/ 0 w 12192000"/>
              <a:gd name="connsiteY18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96128 w 12192000"/>
              <a:gd name="connsiteY114" fmla="*/ 1976403 h 2237474"/>
              <a:gd name="connsiteX115" fmla="*/ 2756784 w 12192000"/>
              <a:gd name="connsiteY115" fmla="*/ 1985116 h 2237474"/>
              <a:gd name="connsiteX116" fmla="*/ 2748833 w 12192000"/>
              <a:gd name="connsiteY116" fmla="*/ 1986323 h 2237474"/>
              <a:gd name="connsiteX117" fmla="*/ 2748661 w 12192000"/>
              <a:gd name="connsiteY117" fmla="*/ 1986122 h 2237474"/>
              <a:gd name="connsiteX118" fmla="*/ 2718916 w 12192000"/>
              <a:gd name="connsiteY118" fmla="*/ 1990867 h 2237474"/>
              <a:gd name="connsiteX119" fmla="*/ 2713522 w 12192000"/>
              <a:gd name="connsiteY119" fmla="*/ 1990173 h 2237474"/>
              <a:gd name="connsiteX120" fmla="*/ 2680597 w 12192000"/>
              <a:gd name="connsiteY120" fmla="*/ 1984996 h 2237474"/>
              <a:gd name="connsiteX121" fmla="*/ 2578178 w 12192000"/>
              <a:gd name="connsiteY121" fmla="*/ 1990531 h 2237474"/>
              <a:gd name="connsiteX122" fmla="*/ 2476147 w 12192000"/>
              <a:gd name="connsiteY122" fmla="*/ 1998305 h 2237474"/>
              <a:gd name="connsiteX123" fmla="*/ 2373568 w 12192000"/>
              <a:gd name="connsiteY123" fmla="*/ 2003219 h 2237474"/>
              <a:gd name="connsiteX124" fmla="*/ 2315525 w 12192000"/>
              <a:gd name="connsiteY124" fmla="*/ 1989708 h 2237474"/>
              <a:gd name="connsiteX125" fmla="*/ 2300792 w 12192000"/>
              <a:gd name="connsiteY125" fmla="*/ 1994290 h 2237474"/>
              <a:gd name="connsiteX126" fmla="*/ 2287219 w 12192000"/>
              <a:gd name="connsiteY126" fmla="*/ 1998750 h 2237474"/>
              <a:gd name="connsiteX127" fmla="*/ 2243069 w 12192000"/>
              <a:gd name="connsiteY127" fmla="*/ 2015111 h 2237474"/>
              <a:gd name="connsiteX128" fmla="*/ 2186609 w 12192000"/>
              <a:gd name="connsiteY128" fmla="*/ 2008263 h 2237474"/>
              <a:gd name="connsiteX129" fmla="*/ 2164831 w 12192000"/>
              <a:gd name="connsiteY129" fmla="*/ 2010143 h 2237474"/>
              <a:gd name="connsiteX130" fmla="*/ 2152836 w 12192000"/>
              <a:gd name="connsiteY130" fmla="*/ 2010048 h 2237474"/>
              <a:gd name="connsiteX131" fmla="*/ 2117102 w 12192000"/>
              <a:gd name="connsiteY131" fmla="*/ 2023004 h 2237474"/>
              <a:gd name="connsiteX132" fmla="*/ 2111935 w 12192000"/>
              <a:gd name="connsiteY132" fmla="*/ 2023163 h 2237474"/>
              <a:gd name="connsiteX133" fmla="*/ 2089991 w 12192000"/>
              <a:gd name="connsiteY133" fmla="*/ 2034193 h 2237474"/>
              <a:gd name="connsiteX134" fmla="*/ 2058061 w 12192000"/>
              <a:gd name="connsiteY134" fmla="*/ 2047942 h 2237474"/>
              <a:gd name="connsiteX135" fmla="*/ 2055737 w 12192000"/>
              <a:gd name="connsiteY135" fmla="*/ 2047704 h 2237474"/>
              <a:gd name="connsiteX136" fmla="*/ 2042244 w 12192000"/>
              <a:gd name="connsiteY136" fmla="*/ 2055560 h 2237474"/>
              <a:gd name="connsiteX137" fmla="*/ 1976224 w 12192000"/>
              <a:gd name="connsiteY137" fmla="*/ 2074257 h 2237474"/>
              <a:gd name="connsiteX138" fmla="*/ 1877728 w 12192000"/>
              <a:gd name="connsiteY138" fmla="*/ 2101004 h 2237474"/>
              <a:gd name="connsiteX139" fmla="*/ 1759056 w 12192000"/>
              <a:gd name="connsiteY139" fmla="*/ 2125608 h 2237474"/>
              <a:gd name="connsiteX140" fmla="*/ 1637948 w 12192000"/>
              <a:gd name="connsiteY140" fmla="*/ 2172597 h 2237474"/>
              <a:gd name="connsiteX141" fmla="*/ 1434549 w 12192000"/>
              <a:gd name="connsiteY141" fmla="*/ 2234522 h 2237474"/>
              <a:gd name="connsiteX142" fmla="*/ 1398481 w 12192000"/>
              <a:gd name="connsiteY142" fmla="*/ 2237074 h 2237474"/>
              <a:gd name="connsiteX143" fmla="*/ 1398407 w 12192000"/>
              <a:gd name="connsiteY143" fmla="*/ 2237095 h 2237474"/>
              <a:gd name="connsiteX144" fmla="*/ 1370962 w 12192000"/>
              <a:gd name="connsiteY144" fmla="*/ 2237474 h 2237474"/>
              <a:gd name="connsiteX145" fmla="*/ 1356367 w 12192000"/>
              <a:gd name="connsiteY145" fmla="*/ 2235089 h 2237474"/>
              <a:gd name="connsiteX146" fmla="*/ 1324828 w 12192000"/>
              <a:gd name="connsiteY146" fmla="*/ 2231968 h 2237474"/>
              <a:gd name="connsiteX147" fmla="*/ 1297744 w 12192000"/>
              <a:gd name="connsiteY147" fmla="*/ 2235849 h 2237474"/>
              <a:gd name="connsiteX148" fmla="*/ 1286236 w 12192000"/>
              <a:gd name="connsiteY148" fmla="*/ 2233135 h 2237474"/>
              <a:gd name="connsiteX149" fmla="*/ 1283504 w 12192000"/>
              <a:gd name="connsiteY149" fmla="*/ 2233797 h 2237474"/>
              <a:gd name="connsiteX150" fmla="*/ 1279765 w 12192000"/>
              <a:gd name="connsiteY150" fmla="*/ 2229639 h 2237474"/>
              <a:gd name="connsiteX151" fmla="*/ 1195347 w 12192000"/>
              <a:gd name="connsiteY151" fmla="*/ 2212354 h 2237474"/>
              <a:gd name="connsiteX152" fmla="*/ 970251 w 12192000"/>
              <a:gd name="connsiteY152" fmla="*/ 2221029 h 2237474"/>
              <a:gd name="connsiteX153" fmla="*/ 812914 w 12192000"/>
              <a:gd name="connsiteY153" fmla="*/ 2202752 h 2237474"/>
              <a:gd name="connsiteX154" fmla="*/ 800195 w 12192000"/>
              <a:gd name="connsiteY154" fmla="*/ 2209407 h 2237474"/>
              <a:gd name="connsiteX155" fmla="*/ 784978 w 12192000"/>
              <a:gd name="connsiteY155" fmla="*/ 2212360 h 2237474"/>
              <a:gd name="connsiteX156" fmla="*/ 681987 w 12192000"/>
              <a:gd name="connsiteY156" fmla="*/ 2216757 h 2237474"/>
              <a:gd name="connsiteX157" fmla="*/ 669923 w 12192000"/>
              <a:gd name="connsiteY157" fmla="*/ 2211682 h 2237474"/>
              <a:gd name="connsiteX158" fmla="*/ 648680 w 12192000"/>
              <a:gd name="connsiteY158" fmla="*/ 2206229 h 2237474"/>
              <a:gd name="connsiteX159" fmla="*/ 597225 w 12192000"/>
              <a:gd name="connsiteY159" fmla="*/ 2180999 h 2237474"/>
              <a:gd name="connsiteX160" fmla="*/ 558449 w 12192000"/>
              <a:gd name="connsiteY160" fmla="*/ 2182346 h 2237474"/>
              <a:gd name="connsiteX161" fmla="*/ 550517 w 12192000"/>
              <a:gd name="connsiteY161" fmla="*/ 2182060 h 2237474"/>
              <a:gd name="connsiteX162" fmla="*/ 550309 w 12192000"/>
              <a:gd name="connsiteY162" fmla="*/ 2181825 h 2237474"/>
              <a:gd name="connsiteX163" fmla="*/ 541836 w 12192000"/>
              <a:gd name="connsiteY163" fmla="*/ 2181063 h 2237474"/>
              <a:gd name="connsiteX164" fmla="*/ 536057 w 12192000"/>
              <a:gd name="connsiteY164" fmla="*/ 2181537 h 2237474"/>
              <a:gd name="connsiteX165" fmla="*/ 520671 w 12192000"/>
              <a:gd name="connsiteY165" fmla="*/ 2180980 h 2237474"/>
              <a:gd name="connsiteX166" fmla="*/ 515024 w 12192000"/>
              <a:gd name="connsiteY166" fmla="*/ 2179258 h 2237474"/>
              <a:gd name="connsiteX167" fmla="*/ 512278 w 12192000"/>
              <a:gd name="connsiteY167" fmla="*/ 2176369 h 2237474"/>
              <a:gd name="connsiteX168" fmla="*/ 480419 w 12192000"/>
              <a:gd name="connsiteY168" fmla="*/ 2167807 h 2237474"/>
              <a:gd name="connsiteX169" fmla="*/ 413835 w 12192000"/>
              <a:gd name="connsiteY169" fmla="*/ 2156783 h 2237474"/>
              <a:gd name="connsiteX170" fmla="*/ 376513 w 12192000"/>
              <a:gd name="connsiteY170" fmla="*/ 2154014 h 2237474"/>
              <a:gd name="connsiteX171" fmla="*/ 273386 w 12192000"/>
              <a:gd name="connsiteY171" fmla="*/ 2142551 h 2237474"/>
              <a:gd name="connsiteX172" fmla="*/ 169207 w 12192000"/>
              <a:gd name="connsiteY172" fmla="*/ 2128100 h 2237474"/>
              <a:gd name="connsiteX173" fmla="*/ 93149 w 12192000"/>
              <a:gd name="connsiteY173" fmla="*/ 2105324 h 2237474"/>
              <a:gd name="connsiteX174" fmla="*/ 88109 w 12192000"/>
              <a:gd name="connsiteY174" fmla="*/ 2106704 h 2237474"/>
              <a:gd name="connsiteX175" fmla="*/ 80022 w 12192000"/>
              <a:gd name="connsiteY175" fmla="*/ 2107254 h 2237474"/>
              <a:gd name="connsiteX176" fmla="*/ 79717 w 12192000"/>
              <a:gd name="connsiteY176" fmla="*/ 2107046 h 2237474"/>
              <a:gd name="connsiteX177" fmla="*/ 72352 w 12192000"/>
              <a:gd name="connsiteY177" fmla="*/ 2107991 h 2237474"/>
              <a:gd name="connsiteX178" fmla="*/ 37645 w 12192000"/>
              <a:gd name="connsiteY178" fmla="*/ 2115401 h 2237474"/>
              <a:gd name="connsiteX179" fmla="*/ 4572 w 12192000"/>
              <a:gd name="connsiteY179" fmla="*/ 2111091 h 2237474"/>
              <a:gd name="connsiteX180" fmla="*/ 0 w 12192000"/>
              <a:gd name="connsiteY180" fmla="*/ 2110468 h 2237474"/>
              <a:gd name="connsiteX181" fmla="*/ 0 w 12192000"/>
              <a:gd name="connsiteY181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96128 w 12192000"/>
              <a:gd name="connsiteY114" fmla="*/ 1976403 h 2237474"/>
              <a:gd name="connsiteX115" fmla="*/ 2756784 w 12192000"/>
              <a:gd name="connsiteY115" fmla="*/ 1985116 h 2237474"/>
              <a:gd name="connsiteX116" fmla="*/ 2748833 w 12192000"/>
              <a:gd name="connsiteY116" fmla="*/ 1986323 h 2237474"/>
              <a:gd name="connsiteX117" fmla="*/ 2748661 w 12192000"/>
              <a:gd name="connsiteY117" fmla="*/ 1986122 h 2237474"/>
              <a:gd name="connsiteX118" fmla="*/ 2718916 w 12192000"/>
              <a:gd name="connsiteY118" fmla="*/ 1990867 h 2237474"/>
              <a:gd name="connsiteX119" fmla="*/ 2713522 w 12192000"/>
              <a:gd name="connsiteY119" fmla="*/ 1990173 h 2237474"/>
              <a:gd name="connsiteX120" fmla="*/ 2680597 w 12192000"/>
              <a:gd name="connsiteY120" fmla="*/ 1984996 h 2237474"/>
              <a:gd name="connsiteX121" fmla="*/ 2578178 w 12192000"/>
              <a:gd name="connsiteY121" fmla="*/ 1990531 h 2237474"/>
              <a:gd name="connsiteX122" fmla="*/ 2476147 w 12192000"/>
              <a:gd name="connsiteY122" fmla="*/ 1998305 h 2237474"/>
              <a:gd name="connsiteX123" fmla="*/ 2373568 w 12192000"/>
              <a:gd name="connsiteY123" fmla="*/ 2003219 h 2237474"/>
              <a:gd name="connsiteX124" fmla="*/ 2300792 w 12192000"/>
              <a:gd name="connsiteY124" fmla="*/ 1994290 h 2237474"/>
              <a:gd name="connsiteX125" fmla="*/ 2287219 w 12192000"/>
              <a:gd name="connsiteY125" fmla="*/ 1998750 h 2237474"/>
              <a:gd name="connsiteX126" fmla="*/ 2243069 w 12192000"/>
              <a:gd name="connsiteY126" fmla="*/ 2015111 h 2237474"/>
              <a:gd name="connsiteX127" fmla="*/ 2186609 w 12192000"/>
              <a:gd name="connsiteY127" fmla="*/ 2008263 h 2237474"/>
              <a:gd name="connsiteX128" fmla="*/ 2164831 w 12192000"/>
              <a:gd name="connsiteY128" fmla="*/ 2010143 h 2237474"/>
              <a:gd name="connsiteX129" fmla="*/ 2152836 w 12192000"/>
              <a:gd name="connsiteY129" fmla="*/ 2010048 h 2237474"/>
              <a:gd name="connsiteX130" fmla="*/ 2117102 w 12192000"/>
              <a:gd name="connsiteY130" fmla="*/ 2023004 h 2237474"/>
              <a:gd name="connsiteX131" fmla="*/ 2111935 w 12192000"/>
              <a:gd name="connsiteY131" fmla="*/ 2023163 h 2237474"/>
              <a:gd name="connsiteX132" fmla="*/ 2089991 w 12192000"/>
              <a:gd name="connsiteY132" fmla="*/ 2034193 h 2237474"/>
              <a:gd name="connsiteX133" fmla="*/ 2058061 w 12192000"/>
              <a:gd name="connsiteY133" fmla="*/ 2047942 h 2237474"/>
              <a:gd name="connsiteX134" fmla="*/ 2055737 w 12192000"/>
              <a:gd name="connsiteY134" fmla="*/ 2047704 h 2237474"/>
              <a:gd name="connsiteX135" fmla="*/ 2042244 w 12192000"/>
              <a:gd name="connsiteY135" fmla="*/ 2055560 h 2237474"/>
              <a:gd name="connsiteX136" fmla="*/ 1976224 w 12192000"/>
              <a:gd name="connsiteY136" fmla="*/ 2074257 h 2237474"/>
              <a:gd name="connsiteX137" fmla="*/ 1877728 w 12192000"/>
              <a:gd name="connsiteY137" fmla="*/ 2101004 h 2237474"/>
              <a:gd name="connsiteX138" fmla="*/ 1759056 w 12192000"/>
              <a:gd name="connsiteY138" fmla="*/ 2125608 h 2237474"/>
              <a:gd name="connsiteX139" fmla="*/ 1637948 w 12192000"/>
              <a:gd name="connsiteY139" fmla="*/ 2172597 h 2237474"/>
              <a:gd name="connsiteX140" fmla="*/ 1434549 w 12192000"/>
              <a:gd name="connsiteY140" fmla="*/ 2234522 h 2237474"/>
              <a:gd name="connsiteX141" fmla="*/ 1398481 w 12192000"/>
              <a:gd name="connsiteY141" fmla="*/ 2237074 h 2237474"/>
              <a:gd name="connsiteX142" fmla="*/ 1398407 w 12192000"/>
              <a:gd name="connsiteY142" fmla="*/ 2237095 h 2237474"/>
              <a:gd name="connsiteX143" fmla="*/ 1370962 w 12192000"/>
              <a:gd name="connsiteY143" fmla="*/ 2237474 h 2237474"/>
              <a:gd name="connsiteX144" fmla="*/ 1356367 w 12192000"/>
              <a:gd name="connsiteY144" fmla="*/ 2235089 h 2237474"/>
              <a:gd name="connsiteX145" fmla="*/ 1324828 w 12192000"/>
              <a:gd name="connsiteY145" fmla="*/ 2231968 h 2237474"/>
              <a:gd name="connsiteX146" fmla="*/ 1297744 w 12192000"/>
              <a:gd name="connsiteY146" fmla="*/ 2235849 h 2237474"/>
              <a:gd name="connsiteX147" fmla="*/ 1286236 w 12192000"/>
              <a:gd name="connsiteY147" fmla="*/ 2233135 h 2237474"/>
              <a:gd name="connsiteX148" fmla="*/ 1283504 w 12192000"/>
              <a:gd name="connsiteY148" fmla="*/ 2233797 h 2237474"/>
              <a:gd name="connsiteX149" fmla="*/ 1279765 w 12192000"/>
              <a:gd name="connsiteY149" fmla="*/ 2229639 h 2237474"/>
              <a:gd name="connsiteX150" fmla="*/ 1195347 w 12192000"/>
              <a:gd name="connsiteY150" fmla="*/ 2212354 h 2237474"/>
              <a:gd name="connsiteX151" fmla="*/ 970251 w 12192000"/>
              <a:gd name="connsiteY151" fmla="*/ 2221029 h 2237474"/>
              <a:gd name="connsiteX152" fmla="*/ 812914 w 12192000"/>
              <a:gd name="connsiteY152" fmla="*/ 2202752 h 2237474"/>
              <a:gd name="connsiteX153" fmla="*/ 800195 w 12192000"/>
              <a:gd name="connsiteY153" fmla="*/ 2209407 h 2237474"/>
              <a:gd name="connsiteX154" fmla="*/ 784978 w 12192000"/>
              <a:gd name="connsiteY154" fmla="*/ 2212360 h 2237474"/>
              <a:gd name="connsiteX155" fmla="*/ 681987 w 12192000"/>
              <a:gd name="connsiteY155" fmla="*/ 2216757 h 2237474"/>
              <a:gd name="connsiteX156" fmla="*/ 669923 w 12192000"/>
              <a:gd name="connsiteY156" fmla="*/ 2211682 h 2237474"/>
              <a:gd name="connsiteX157" fmla="*/ 648680 w 12192000"/>
              <a:gd name="connsiteY157" fmla="*/ 2206229 h 2237474"/>
              <a:gd name="connsiteX158" fmla="*/ 597225 w 12192000"/>
              <a:gd name="connsiteY158" fmla="*/ 2180999 h 2237474"/>
              <a:gd name="connsiteX159" fmla="*/ 558449 w 12192000"/>
              <a:gd name="connsiteY159" fmla="*/ 2182346 h 2237474"/>
              <a:gd name="connsiteX160" fmla="*/ 550517 w 12192000"/>
              <a:gd name="connsiteY160" fmla="*/ 2182060 h 2237474"/>
              <a:gd name="connsiteX161" fmla="*/ 550309 w 12192000"/>
              <a:gd name="connsiteY161" fmla="*/ 2181825 h 2237474"/>
              <a:gd name="connsiteX162" fmla="*/ 541836 w 12192000"/>
              <a:gd name="connsiteY162" fmla="*/ 2181063 h 2237474"/>
              <a:gd name="connsiteX163" fmla="*/ 536057 w 12192000"/>
              <a:gd name="connsiteY163" fmla="*/ 2181537 h 2237474"/>
              <a:gd name="connsiteX164" fmla="*/ 520671 w 12192000"/>
              <a:gd name="connsiteY164" fmla="*/ 2180980 h 2237474"/>
              <a:gd name="connsiteX165" fmla="*/ 515024 w 12192000"/>
              <a:gd name="connsiteY165" fmla="*/ 2179258 h 2237474"/>
              <a:gd name="connsiteX166" fmla="*/ 512278 w 12192000"/>
              <a:gd name="connsiteY166" fmla="*/ 2176369 h 2237474"/>
              <a:gd name="connsiteX167" fmla="*/ 480419 w 12192000"/>
              <a:gd name="connsiteY167" fmla="*/ 2167807 h 2237474"/>
              <a:gd name="connsiteX168" fmla="*/ 413835 w 12192000"/>
              <a:gd name="connsiteY168" fmla="*/ 2156783 h 2237474"/>
              <a:gd name="connsiteX169" fmla="*/ 376513 w 12192000"/>
              <a:gd name="connsiteY169" fmla="*/ 2154014 h 2237474"/>
              <a:gd name="connsiteX170" fmla="*/ 273386 w 12192000"/>
              <a:gd name="connsiteY170" fmla="*/ 2142551 h 2237474"/>
              <a:gd name="connsiteX171" fmla="*/ 169207 w 12192000"/>
              <a:gd name="connsiteY171" fmla="*/ 2128100 h 2237474"/>
              <a:gd name="connsiteX172" fmla="*/ 93149 w 12192000"/>
              <a:gd name="connsiteY172" fmla="*/ 2105324 h 2237474"/>
              <a:gd name="connsiteX173" fmla="*/ 88109 w 12192000"/>
              <a:gd name="connsiteY173" fmla="*/ 2106704 h 2237474"/>
              <a:gd name="connsiteX174" fmla="*/ 80022 w 12192000"/>
              <a:gd name="connsiteY174" fmla="*/ 2107254 h 2237474"/>
              <a:gd name="connsiteX175" fmla="*/ 79717 w 12192000"/>
              <a:gd name="connsiteY175" fmla="*/ 2107046 h 2237474"/>
              <a:gd name="connsiteX176" fmla="*/ 72352 w 12192000"/>
              <a:gd name="connsiteY176" fmla="*/ 2107991 h 2237474"/>
              <a:gd name="connsiteX177" fmla="*/ 37645 w 12192000"/>
              <a:gd name="connsiteY177" fmla="*/ 2115401 h 2237474"/>
              <a:gd name="connsiteX178" fmla="*/ 4572 w 12192000"/>
              <a:gd name="connsiteY178" fmla="*/ 2111091 h 2237474"/>
              <a:gd name="connsiteX179" fmla="*/ 0 w 12192000"/>
              <a:gd name="connsiteY179" fmla="*/ 2110468 h 2237474"/>
              <a:gd name="connsiteX180" fmla="*/ 0 w 12192000"/>
              <a:gd name="connsiteY180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96128 w 12192000"/>
              <a:gd name="connsiteY114" fmla="*/ 1976403 h 2237474"/>
              <a:gd name="connsiteX115" fmla="*/ 2756784 w 12192000"/>
              <a:gd name="connsiteY115" fmla="*/ 1985116 h 2237474"/>
              <a:gd name="connsiteX116" fmla="*/ 2748833 w 12192000"/>
              <a:gd name="connsiteY116" fmla="*/ 1986323 h 2237474"/>
              <a:gd name="connsiteX117" fmla="*/ 2748661 w 12192000"/>
              <a:gd name="connsiteY117" fmla="*/ 1986122 h 2237474"/>
              <a:gd name="connsiteX118" fmla="*/ 2718916 w 12192000"/>
              <a:gd name="connsiteY118" fmla="*/ 1990867 h 2237474"/>
              <a:gd name="connsiteX119" fmla="*/ 2713522 w 12192000"/>
              <a:gd name="connsiteY119" fmla="*/ 1990173 h 2237474"/>
              <a:gd name="connsiteX120" fmla="*/ 2680597 w 12192000"/>
              <a:gd name="connsiteY120" fmla="*/ 1984996 h 2237474"/>
              <a:gd name="connsiteX121" fmla="*/ 2578178 w 12192000"/>
              <a:gd name="connsiteY121" fmla="*/ 1990531 h 2237474"/>
              <a:gd name="connsiteX122" fmla="*/ 2476147 w 12192000"/>
              <a:gd name="connsiteY122" fmla="*/ 1998305 h 2237474"/>
              <a:gd name="connsiteX123" fmla="*/ 2373568 w 12192000"/>
              <a:gd name="connsiteY123" fmla="*/ 2003219 h 2237474"/>
              <a:gd name="connsiteX124" fmla="*/ 2287219 w 12192000"/>
              <a:gd name="connsiteY124" fmla="*/ 1998750 h 2237474"/>
              <a:gd name="connsiteX125" fmla="*/ 2243069 w 12192000"/>
              <a:gd name="connsiteY125" fmla="*/ 2015111 h 2237474"/>
              <a:gd name="connsiteX126" fmla="*/ 2186609 w 12192000"/>
              <a:gd name="connsiteY126" fmla="*/ 2008263 h 2237474"/>
              <a:gd name="connsiteX127" fmla="*/ 2164831 w 12192000"/>
              <a:gd name="connsiteY127" fmla="*/ 2010143 h 2237474"/>
              <a:gd name="connsiteX128" fmla="*/ 2152836 w 12192000"/>
              <a:gd name="connsiteY128" fmla="*/ 2010048 h 2237474"/>
              <a:gd name="connsiteX129" fmla="*/ 2117102 w 12192000"/>
              <a:gd name="connsiteY129" fmla="*/ 2023004 h 2237474"/>
              <a:gd name="connsiteX130" fmla="*/ 2111935 w 12192000"/>
              <a:gd name="connsiteY130" fmla="*/ 2023163 h 2237474"/>
              <a:gd name="connsiteX131" fmla="*/ 2089991 w 12192000"/>
              <a:gd name="connsiteY131" fmla="*/ 2034193 h 2237474"/>
              <a:gd name="connsiteX132" fmla="*/ 2058061 w 12192000"/>
              <a:gd name="connsiteY132" fmla="*/ 2047942 h 2237474"/>
              <a:gd name="connsiteX133" fmla="*/ 2055737 w 12192000"/>
              <a:gd name="connsiteY133" fmla="*/ 2047704 h 2237474"/>
              <a:gd name="connsiteX134" fmla="*/ 2042244 w 12192000"/>
              <a:gd name="connsiteY134" fmla="*/ 2055560 h 2237474"/>
              <a:gd name="connsiteX135" fmla="*/ 1976224 w 12192000"/>
              <a:gd name="connsiteY135" fmla="*/ 2074257 h 2237474"/>
              <a:gd name="connsiteX136" fmla="*/ 1877728 w 12192000"/>
              <a:gd name="connsiteY136" fmla="*/ 2101004 h 2237474"/>
              <a:gd name="connsiteX137" fmla="*/ 1759056 w 12192000"/>
              <a:gd name="connsiteY137" fmla="*/ 2125608 h 2237474"/>
              <a:gd name="connsiteX138" fmla="*/ 1637948 w 12192000"/>
              <a:gd name="connsiteY138" fmla="*/ 2172597 h 2237474"/>
              <a:gd name="connsiteX139" fmla="*/ 1434549 w 12192000"/>
              <a:gd name="connsiteY139" fmla="*/ 2234522 h 2237474"/>
              <a:gd name="connsiteX140" fmla="*/ 1398481 w 12192000"/>
              <a:gd name="connsiteY140" fmla="*/ 2237074 h 2237474"/>
              <a:gd name="connsiteX141" fmla="*/ 1398407 w 12192000"/>
              <a:gd name="connsiteY141" fmla="*/ 2237095 h 2237474"/>
              <a:gd name="connsiteX142" fmla="*/ 1370962 w 12192000"/>
              <a:gd name="connsiteY142" fmla="*/ 2237474 h 2237474"/>
              <a:gd name="connsiteX143" fmla="*/ 1356367 w 12192000"/>
              <a:gd name="connsiteY143" fmla="*/ 2235089 h 2237474"/>
              <a:gd name="connsiteX144" fmla="*/ 1324828 w 12192000"/>
              <a:gd name="connsiteY144" fmla="*/ 2231968 h 2237474"/>
              <a:gd name="connsiteX145" fmla="*/ 1297744 w 12192000"/>
              <a:gd name="connsiteY145" fmla="*/ 2235849 h 2237474"/>
              <a:gd name="connsiteX146" fmla="*/ 1286236 w 12192000"/>
              <a:gd name="connsiteY146" fmla="*/ 2233135 h 2237474"/>
              <a:gd name="connsiteX147" fmla="*/ 1283504 w 12192000"/>
              <a:gd name="connsiteY147" fmla="*/ 2233797 h 2237474"/>
              <a:gd name="connsiteX148" fmla="*/ 1279765 w 12192000"/>
              <a:gd name="connsiteY148" fmla="*/ 2229639 h 2237474"/>
              <a:gd name="connsiteX149" fmla="*/ 1195347 w 12192000"/>
              <a:gd name="connsiteY149" fmla="*/ 2212354 h 2237474"/>
              <a:gd name="connsiteX150" fmla="*/ 970251 w 12192000"/>
              <a:gd name="connsiteY150" fmla="*/ 2221029 h 2237474"/>
              <a:gd name="connsiteX151" fmla="*/ 812914 w 12192000"/>
              <a:gd name="connsiteY151" fmla="*/ 2202752 h 2237474"/>
              <a:gd name="connsiteX152" fmla="*/ 800195 w 12192000"/>
              <a:gd name="connsiteY152" fmla="*/ 2209407 h 2237474"/>
              <a:gd name="connsiteX153" fmla="*/ 784978 w 12192000"/>
              <a:gd name="connsiteY153" fmla="*/ 2212360 h 2237474"/>
              <a:gd name="connsiteX154" fmla="*/ 681987 w 12192000"/>
              <a:gd name="connsiteY154" fmla="*/ 2216757 h 2237474"/>
              <a:gd name="connsiteX155" fmla="*/ 669923 w 12192000"/>
              <a:gd name="connsiteY155" fmla="*/ 2211682 h 2237474"/>
              <a:gd name="connsiteX156" fmla="*/ 648680 w 12192000"/>
              <a:gd name="connsiteY156" fmla="*/ 2206229 h 2237474"/>
              <a:gd name="connsiteX157" fmla="*/ 597225 w 12192000"/>
              <a:gd name="connsiteY157" fmla="*/ 2180999 h 2237474"/>
              <a:gd name="connsiteX158" fmla="*/ 558449 w 12192000"/>
              <a:gd name="connsiteY158" fmla="*/ 2182346 h 2237474"/>
              <a:gd name="connsiteX159" fmla="*/ 550517 w 12192000"/>
              <a:gd name="connsiteY159" fmla="*/ 2182060 h 2237474"/>
              <a:gd name="connsiteX160" fmla="*/ 550309 w 12192000"/>
              <a:gd name="connsiteY160" fmla="*/ 2181825 h 2237474"/>
              <a:gd name="connsiteX161" fmla="*/ 541836 w 12192000"/>
              <a:gd name="connsiteY161" fmla="*/ 2181063 h 2237474"/>
              <a:gd name="connsiteX162" fmla="*/ 536057 w 12192000"/>
              <a:gd name="connsiteY162" fmla="*/ 2181537 h 2237474"/>
              <a:gd name="connsiteX163" fmla="*/ 520671 w 12192000"/>
              <a:gd name="connsiteY163" fmla="*/ 2180980 h 2237474"/>
              <a:gd name="connsiteX164" fmla="*/ 515024 w 12192000"/>
              <a:gd name="connsiteY164" fmla="*/ 2179258 h 2237474"/>
              <a:gd name="connsiteX165" fmla="*/ 512278 w 12192000"/>
              <a:gd name="connsiteY165" fmla="*/ 2176369 h 2237474"/>
              <a:gd name="connsiteX166" fmla="*/ 480419 w 12192000"/>
              <a:gd name="connsiteY166" fmla="*/ 2167807 h 2237474"/>
              <a:gd name="connsiteX167" fmla="*/ 413835 w 12192000"/>
              <a:gd name="connsiteY167" fmla="*/ 2156783 h 2237474"/>
              <a:gd name="connsiteX168" fmla="*/ 376513 w 12192000"/>
              <a:gd name="connsiteY168" fmla="*/ 2154014 h 2237474"/>
              <a:gd name="connsiteX169" fmla="*/ 273386 w 12192000"/>
              <a:gd name="connsiteY169" fmla="*/ 2142551 h 2237474"/>
              <a:gd name="connsiteX170" fmla="*/ 169207 w 12192000"/>
              <a:gd name="connsiteY170" fmla="*/ 2128100 h 2237474"/>
              <a:gd name="connsiteX171" fmla="*/ 93149 w 12192000"/>
              <a:gd name="connsiteY171" fmla="*/ 2105324 h 2237474"/>
              <a:gd name="connsiteX172" fmla="*/ 88109 w 12192000"/>
              <a:gd name="connsiteY172" fmla="*/ 2106704 h 2237474"/>
              <a:gd name="connsiteX173" fmla="*/ 80022 w 12192000"/>
              <a:gd name="connsiteY173" fmla="*/ 2107254 h 2237474"/>
              <a:gd name="connsiteX174" fmla="*/ 79717 w 12192000"/>
              <a:gd name="connsiteY174" fmla="*/ 2107046 h 2237474"/>
              <a:gd name="connsiteX175" fmla="*/ 72352 w 12192000"/>
              <a:gd name="connsiteY175" fmla="*/ 2107991 h 2237474"/>
              <a:gd name="connsiteX176" fmla="*/ 37645 w 12192000"/>
              <a:gd name="connsiteY176" fmla="*/ 2115401 h 2237474"/>
              <a:gd name="connsiteX177" fmla="*/ 4572 w 12192000"/>
              <a:gd name="connsiteY177" fmla="*/ 2111091 h 2237474"/>
              <a:gd name="connsiteX178" fmla="*/ 0 w 12192000"/>
              <a:gd name="connsiteY178" fmla="*/ 2110468 h 2237474"/>
              <a:gd name="connsiteX179" fmla="*/ 0 w 12192000"/>
              <a:gd name="connsiteY179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96128 w 12192000"/>
              <a:gd name="connsiteY114" fmla="*/ 1976403 h 2237474"/>
              <a:gd name="connsiteX115" fmla="*/ 2756784 w 12192000"/>
              <a:gd name="connsiteY115" fmla="*/ 1985116 h 2237474"/>
              <a:gd name="connsiteX116" fmla="*/ 2748833 w 12192000"/>
              <a:gd name="connsiteY116" fmla="*/ 1986323 h 2237474"/>
              <a:gd name="connsiteX117" fmla="*/ 2748661 w 12192000"/>
              <a:gd name="connsiteY117" fmla="*/ 1986122 h 2237474"/>
              <a:gd name="connsiteX118" fmla="*/ 2718916 w 12192000"/>
              <a:gd name="connsiteY118" fmla="*/ 1990867 h 2237474"/>
              <a:gd name="connsiteX119" fmla="*/ 2713522 w 12192000"/>
              <a:gd name="connsiteY119" fmla="*/ 1990173 h 2237474"/>
              <a:gd name="connsiteX120" fmla="*/ 2578178 w 12192000"/>
              <a:gd name="connsiteY120" fmla="*/ 1990531 h 2237474"/>
              <a:gd name="connsiteX121" fmla="*/ 2476147 w 12192000"/>
              <a:gd name="connsiteY121" fmla="*/ 1998305 h 2237474"/>
              <a:gd name="connsiteX122" fmla="*/ 2373568 w 12192000"/>
              <a:gd name="connsiteY122" fmla="*/ 2003219 h 2237474"/>
              <a:gd name="connsiteX123" fmla="*/ 2287219 w 12192000"/>
              <a:gd name="connsiteY123" fmla="*/ 1998750 h 2237474"/>
              <a:gd name="connsiteX124" fmla="*/ 2243069 w 12192000"/>
              <a:gd name="connsiteY124" fmla="*/ 2015111 h 2237474"/>
              <a:gd name="connsiteX125" fmla="*/ 2186609 w 12192000"/>
              <a:gd name="connsiteY125" fmla="*/ 2008263 h 2237474"/>
              <a:gd name="connsiteX126" fmla="*/ 2164831 w 12192000"/>
              <a:gd name="connsiteY126" fmla="*/ 2010143 h 2237474"/>
              <a:gd name="connsiteX127" fmla="*/ 2152836 w 12192000"/>
              <a:gd name="connsiteY127" fmla="*/ 2010048 h 2237474"/>
              <a:gd name="connsiteX128" fmla="*/ 2117102 w 12192000"/>
              <a:gd name="connsiteY128" fmla="*/ 2023004 h 2237474"/>
              <a:gd name="connsiteX129" fmla="*/ 2111935 w 12192000"/>
              <a:gd name="connsiteY129" fmla="*/ 2023163 h 2237474"/>
              <a:gd name="connsiteX130" fmla="*/ 2089991 w 12192000"/>
              <a:gd name="connsiteY130" fmla="*/ 2034193 h 2237474"/>
              <a:gd name="connsiteX131" fmla="*/ 2058061 w 12192000"/>
              <a:gd name="connsiteY131" fmla="*/ 2047942 h 2237474"/>
              <a:gd name="connsiteX132" fmla="*/ 2055737 w 12192000"/>
              <a:gd name="connsiteY132" fmla="*/ 2047704 h 2237474"/>
              <a:gd name="connsiteX133" fmla="*/ 2042244 w 12192000"/>
              <a:gd name="connsiteY133" fmla="*/ 2055560 h 2237474"/>
              <a:gd name="connsiteX134" fmla="*/ 1976224 w 12192000"/>
              <a:gd name="connsiteY134" fmla="*/ 2074257 h 2237474"/>
              <a:gd name="connsiteX135" fmla="*/ 1877728 w 12192000"/>
              <a:gd name="connsiteY135" fmla="*/ 2101004 h 2237474"/>
              <a:gd name="connsiteX136" fmla="*/ 1759056 w 12192000"/>
              <a:gd name="connsiteY136" fmla="*/ 2125608 h 2237474"/>
              <a:gd name="connsiteX137" fmla="*/ 1637948 w 12192000"/>
              <a:gd name="connsiteY137" fmla="*/ 2172597 h 2237474"/>
              <a:gd name="connsiteX138" fmla="*/ 1434549 w 12192000"/>
              <a:gd name="connsiteY138" fmla="*/ 2234522 h 2237474"/>
              <a:gd name="connsiteX139" fmla="*/ 1398481 w 12192000"/>
              <a:gd name="connsiteY139" fmla="*/ 2237074 h 2237474"/>
              <a:gd name="connsiteX140" fmla="*/ 1398407 w 12192000"/>
              <a:gd name="connsiteY140" fmla="*/ 2237095 h 2237474"/>
              <a:gd name="connsiteX141" fmla="*/ 1370962 w 12192000"/>
              <a:gd name="connsiteY141" fmla="*/ 2237474 h 2237474"/>
              <a:gd name="connsiteX142" fmla="*/ 1356367 w 12192000"/>
              <a:gd name="connsiteY142" fmla="*/ 2235089 h 2237474"/>
              <a:gd name="connsiteX143" fmla="*/ 1324828 w 12192000"/>
              <a:gd name="connsiteY143" fmla="*/ 2231968 h 2237474"/>
              <a:gd name="connsiteX144" fmla="*/ 1297744 w 12192000"/>
              <a:gd name="connsiteY144" fmla="*/ 2235849 h 2237474"/>
              <a:gd name="connsiteX145" fmla="*/ 1286236 w 12192000"/>
              <a:gd name="connsiteY145" fmla="*/ 2233135 h 2237474"/>
              <a:gd name="connsiteX146" fmla="*/ 1283504 w 12192000"/>
              <a:gd name="connsiteY146" fmla="*/ 2233797 h 2237474"/>
              <a:gd name="connsiteX147" fmla="*/ 1279765 w 12192000"/>
              <a:gd name="connsiteY147" fmla="*/ 2229639 h 2237474"/>
              <a:gd name="connsiteX148" fmla="*/ 1195347 w 12192000"/>
              <a:gd name="connsiteY148" fmla="*/ 2212354 h 2237474"/>
              <a:gd name="connsiteX149" fmla="*/ 970251 w 12192000"/>
              <a:gd name="connsiteY149" fmla="*/ 2221029 h 2237474"/>
              <a:gd name="connsiteX150" fmla="*/ 812914 w 12192000"/>
              <a:gd name="connsiteY150" fmla="*/ 2202752 h 2237474"/>
              <a:gd name="connsiteX151" fmla="*/ 800195 w 12192000"/>
              <a:gd name="connsiteY151" fmla="*/ 2209407 h 2237474"/>
              <a:gd name="connsiteX152" fmla="*/ 784978 w 12192000"/>
              <a:gd name="connsiteY152" fmla="*/ 2212360 h 2237474"/>
              <a:gd name="connsiteX153" fmla="*/ 681987 w 12192000"/>
              <a:gd name="connsiteY153" fmla="*/ 2216757 h 2237474"/>
              <a:gd name="connsiteX154" fmla="*/ 669923 w 12192000"/>
              <a:gd name="connsiteY154" fmla="*/ 2211682 h 2237474"/>
              <a:gd name="connsiteX155" fmla="*/ 648680 w 12192000"/>
              <a:gd name="connsiteY155" fmla="*/ 2206229 h 2237474"/>
              <a:gd name="connsiteX156" fmla="*/ 597225 w 12192000"/>
              <a:gd name="connsiteY156" fmla="*/ 2180999 h 2237474"/>
              <a:gd name="connsiteX157" fmla="*/ 558449 w 12192000"/>
              <a:gd name="connsiteY157" fmla="*/ 2182346 h 2237474"/>
              <a:gd name="connsiteX158" fmla="*/ 550517 w 12192000"/>
              <a:gd name="connsiteY158" fmla="*/ 2182060 h 2237474"/>
              <a:gd name="connsiteX159" fmla="*/ 550309 w 12192000"/>
              <a:gd name="connsiteY159" fmla="*/ 2181825 h 2237474"/>
              <a:gd name="connsiteX160" fmla="*/ 541836 w 12192000"/>
              <a:gd name="connsiteY160" fmla="*/ 2181063 h 2237474"/>
              <a:gd name="connsiteX161" fmla="*/ 536057 w 12192000"/>
              <a:gd name="connsiteY161" fmla="*/ 2181537 h 2237474"/>
              <a:gd name="connsiteX162" fmla="*/ 520671 w 12192000"/>
              <a:gd name="connsiteY162" fmla="*/ 2180980 h 2237474"/>
              <a:gd name="connsiteX163" fmla="*/ 515024 w 12192000"/>
              <a:gd name="connsiteY163" fmla="*/ 2179258 h 2237474"/>
              <a:gd name="connsiteX164" fmla="*/ 512278 w 12192000"/>
              <a:gd name="connsiteY164" fmla="*/ 2176369 h 2237474"/>
              <a:gd name="connsiteX165" fmla="*/ 480419 w 12192000"/>
              <a:gd name="connsiteY165" fmla="*/ 2167807 h 2237474"/>
              <a:gd name="connsiteX166" fmla="*/ 413835 w 12192000"/>
              <a:gd name="connsiteY166" fmla="*/ 2156783 h 2237474"/>
              <a:gd name="connsiteX167" fmla="*/ 376513 w 12192000"/>
              <a:gd name="connsiteY167" fmla="*/ 2154014 h 2237474"/>
              <a:gd name="connsiteX168" fmla="*/ 273386 w 12192000"/>
              <a:gd name="connsiteY168" fmla="*/ 2142551 h 2237474"/>
              <a:gd name="connsiteX169" fmla="*/ 169207 w 12192000"/>
              <a:gd name="connsiteY169" fmla="*/ 2128100 h 2237474"/>
              <a:gd name="connsiteX170" fmla="*/ 93149 w 12192000"/>
              <a:gd name="connsiteY170" fmla="*/ 2105324 h 2237474"/>
              <a:gd name="connsiteX171" fmla="*/ 88109 w 12192000"/>
              <a:gd name="connsiteY171" fmla="*/ 2106704 h 2237474"/>
              <a:gd name="connsiteX172" fmla="*/ 80022 w 12192000"/>
              <a:gd name="connsiteY172" fmla="*/ 2107254 h 2237474"/>
              <a:gd name="connsiteX173" fmla="*/ 79717 w 12192000"/>
              <a:gd name="connsiteY173" fmla="*/ 2107046 h 2237474"/>
              <a:gd name="connsiteX174" fmla="*/ 72352 w 12192000"/>
              <a:gd name="connsiteY174" fmla="*/ 2107991 h 2237474"/>
              <a:gd name="connsiteX175" fmla="*/ 37645 w 12192000"/>
              <a:gd name="connsiteY175" fmla="*/ 2115401 h 2237474"/>
              <a:gd name="connsiteX176" fmla="*/ 4572 w 12192000"/>
              <a:gd name="connsiteY176" fmla="*/ 2111091 h 2237474"/>
              <a:gd name="connsiteX177" fmla="*/ 0 w 12192000"/>
              <a:gd name="connsiteY177" fmla="*/ 2110468 h 2237474"/>
              <a:gd name="connsiteX178" fmla="*/ 0 w 12192000"/>
              <a:gd name="connsiteY178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56784 w 12192000"/>
              <a:gd name="connsiteY114" fmla="*/ 1985116 h 2237474"/>
              <a:gd name="connsiteX115" fmla="*/ 2748833 w 12192000"/>
              <a:gd name="connsiteY115" fmla="*/ 1986323 h 2237474"/>
              <a:gd name="connsiteX116" fmla="*/ 2748661 w 12192000"/>
              <a:gd name="connsiteY116" fmla="*/ 1986122 h 2237474"/>
              <a:gd name="connsiteX117" fmla="*/ 2718916 w 12192000"/>
              <a:gd name="connsiteY117" fmla="*/ 1990867 h 2237474"/>
              <a:gd name="connsiteX118" fmla="*/ 2713522 w 12192000"/>
              <a:gd name="connsiteY118" fmla="*/ 1990173 h 2237474"/>
              <a:gd name="connsiteX119" fmla="*/ 2578178 w 12192000"/>
              <a:gd name="connsiteY119" fmla="*/ 1990531 h 2237474"/>
              <a:gd name="connsiteX120" fmla="*/ 2476147 w 12192000"/>
              <a:gd name="connsiteY120" fmla="*/ 1998305 h 2237474"/>
              <a:gd name="connsiteX121" fmla="*/ 2373568 w 12192000"/>
              <a:gd name="connsiteY121" fmla="*/ 2003219 h 2237474"/>
              <a:gd name="connsiteX122" fmla="*/ 2287219 w 12192000"/>
              <a:gd name="connsiteY122" fmla="*/ 1998750 h 2237474"/>
              <a:gd name="connsiteX123" fmla="*/ 2243069 w 12192000"/>
              <a:gd name="connsiteY123" fmla="*/ 2015111 h 2237474"/>
              <a:gd name="connsiteX124" fmla="*/ 2186609 w 12192000"/>
              <a:gd name="connsiteY124" fmla="*/ 2008263 h 2237474"/>
              <a:gd name="connsiteX125" fmla="*/ 2164831 w 12192000"/>
              <a:gd name="connsiteY125" fmla="*/ 2010143 h 2237474"/>
              <a:gd name="connsiteX126" fmla="*/ 2152836 w 12192000"/>
              <a:gd name="connsiteY126" fmla="*/ 2010048 h 2237474"/>
              <a:gd name="connsiteX127" fmla="*/ 2117102 w 12192000"/>
              <a:gd name="connsiteY127" fmla="*/ 2023004 h 2237474"/>
              <a:gd name="connsiteX128" fmla="*/ 2111935 w 12192000"/>
              <a:gd name="connsiteY128" fmla="*/ 2023163 h 2237474"/>
              <a:gd name="connsiteX129" fmla="*/ 2089991 w 12192000"/>
              <a:gd name="connsiteY129" fmla="*/ 2034193 h 2237474"/>
              <a:gd name="connsiteX130" fmla="*/ 2058061 w 12192000"/>
              <a:gd name="connsiteY130" fmla="*/ 2047942 h 2237474"/>
              <a:gd name="connsiteX131" fmla="*/ 2055737 w 12192000"/>
              <a:gd name="connsiteY131" fmla="*/ 2047704 h 2237474"/>
              <a:gd name="connsiteX132" fmla="*/ 2042244 w 12192000"/>
              <a:gd name="connsiteY132" fmla="*/ 2055560 h 2237474"/>
              <a:gd name="connsiteX133" fmla="*/ 1976224 w 12192000"/>
              <a:gd name="connsiteY133" fmla="*/ 2074257 h 2237474"/>
              <a:gd name="connsiteX134" fmla="*/ 1877728 w 12192000"/>
              <a:gd name="connsiteY134" fmla="*/ 2101004 h 2237474"/>
              <a:gd name="connsiteX135" fmla="*/ 1759056 w 12192000"/>
              <a:gd name="connsiteY135" fmla="*/ 2125608 h 2237474"/>
              <a:gd name="connsiteX136" fmla="*/ 1637948 w 12192000"/>
              <a:gd name="connsiteY136" fmla="*/ 2172597 h 2237474"/>
              <a:gd name="connsiteX137" fmla="*/ 1434549 w 12192000"/>
              <a:gd name="connsiteY137" fmla="*/ 2234522 h 2237474"/>
              <a:gd name="connsiteX138" fmla="*/ 1398481 w 12192000"/>
              <a:gd name="connsiteY138" fmla="*/ 2237074 h 2237474"/>
              <a:gd name="connsiteX139" fmla="*/ 1398407 w 12192000"/>
              <a:gd name="connsiteY139" fmla="*/ 2237095 h 2237474"/>
              <a:gd name="connsiteX140" fmla="*/ 1370962 w 12192000"/>
              <a:gd name="connsiteY140" fmla="*/ 2237474 h 2237474"/>
              <a:gd name="connsiteX141" fmla="*/ 1356367 w 12192000"/>
              <a:gd name="connsiteY141" fmla="*/ 2235089 h 2237474"/>
              <a:gd name="connsiteX142" fmla="*/ 1324828 w 12192000"/>
              <a:gd name="connsiteY142" fmla="*/ 2231968 h 2237474"/>
              <a:gd name="connsiteX143" fmla="*/ 1297744 w 12192000"/>
              <a:gd name="connsiteY143" fmla="*/ 2235849 h 2237474"/>
              <a:gd name="connsiteX144" fmla="*/ 1286236 w 12192000"/>
              <a:gd name="connsiteY144" fmla="*/ 2233135 h 2237474"/>
              <a:gd name="connsiteX145" fmla="*/ 1283504 w 12192000"/>
              <a:gd name="connsiteY145" fmla="*/ 2233797 h 2237474"/>
              <a:gd name="connsiteX146" fmla="*/ 1279765 w 12192000"/>
              <a:gd name="connsiteY146" fmla="*/ 2229639 h 2237474"/>
              <a:gd name="connsiteX147" fmla="*/ 1195347 w 12192000"/>
              <a:gd name="connsiteY147" fmla="*/ 2212354 h 2237474"/>
              <a:gd name="connsiteX148" fmla="*/ 970251 w 12192000"/>
              <a:gd name="connsiteY148" fmla="*/ 2221029 h 2237474"/>
              <a:gd name="connsiteX149" fmla="*/ 812914 w 12192000"/>
              <a:gd name="connsiteY149" fmla="*/ 2202752 h 2237474"/>
              <a:gd name="connsiteX150" fmla="*/ 800195 w 12192000"/>
              <a:gd name="connsiteY150" fmla="*/ 2209407 h 2237474"/>
              <a:gd name="connsiteX151" fmla="*/ 784978 w 12192000"/>
              <a:gd name="connsiteY151" fmla="*/ 2212360 h 2237474"/>
              <a:gd name="connsiteX152" fmla="*/ 681987 w 12192000"/>
              <a:gd name="connsiteY152" fmla="*/ 2216757 h 2237474"/>
              <a:gd name="connsiteX153" fmla="*/ 669923 w 12192000"/>
              <a:gd name="connsiteY153" fmla="*/ 2211682 h 2237474"/>
              <a:gd name="connsiteX154" fmla="*/ 648680 w 12192000"/>
              <a:gd name="connsiteY154" fmla="*/ 2206229 h 2237474"/>
              <a:gd name="connsiteX155" fmla="*/ 597225 w 12192000"/>
              <a:gd name="connsiteY155" fmla="*/ 2180999 h 2237474"/>
              <a:gd name="connsiteX156" fmla="*/ 558449 w 12192000"/>
              <a:gd name="connsiteY156" fmla="*/ 2182346 h 2237474"/>
              <a:gd name="connsiteX157" fmla="*/ 550517 w 12192000"/>
              <a:gd name="connsiteY157" fmla="*/ 2182060 h 2237474"/>
              <a:gd name="connsiteX158" fmla="*/ 550309 w 12192000"/>
              <a:gd name="connsiteY158" fmla="*/ 2181825 h 2237474"/>
              <a:gd name="connsiteX159" fmla="*/ 541836 w 12192000"/>
              <a:gd name="connsiteY159" fmla="*/ 2181063 h 2237474"/>
              <a:gd name="connsiteX160" fmla="*/ 536057 w 12192000"/>
              <a:gd name="connsiteY160" fmla="*/ 2181537 h 2237474"/>
              <a:gd name="connsiteX161" fmla="*/ 520671 w 12192000"/>
              <a:gd name="connsiteY161" fmla="*/ 2180980 h 2237474"/>
              <a:gd name="connsiteX162" fmla="*/ 515024 w 12192000"/>
              <a:gd name="connsiteY162" fmla="*/ 2179258 h 2237474"/>
              <a:gd name="connsiteX163" fmla="*/ 512278 w 12192000"/>
              <a:gd name="connsiteY163" fmla="*/ 2176369 h 2237474"/>
              <a:gd name="connsiteX164" fmla="*/ 480419 w 12192000"/>
              <a:gd name="connsiteY164" fmla="*/ 2167807 h 2237474"/>
              <a:gd name="connsiteX165" fmla="*/ 413835 w 12192000"/>
              <a:gd name="connsiteY165" fmla="*/ 2156783 h 2237474"/>
              <a:gd name="connsiteX166" fmla="*/ 376513 w 12192000"/>
              <a:gd name="connsiteY166" fmla="*/ 2154014 h 2237474"/>
              <a:gd name="connsiteX167" fmla="*/ 273386 w 12192000"/>
              <a:gd name="connsiteY167" fmla="*/ 2142551 h 2237474"/>
              <a:gd name="connsiteX168" fmla="*/ 169207 w 12192000"/>
              <a:gd name="connsiteY168" fmla="*/ 2128100 h 2237474"/>
              <a:gd name="connsiteX169" fmla="*/ 93149 w 12192000"/>
              <a:gd name="connsiteY169" fmla="*/ 2105324 h 2237474"/>
              <a:gd name="connsiteX170" fmla="*/ 88109 w 12192000"/>
              <a:gd name="connsiteY170" fmla="*/ 2106704 h 2237474"/>
              <a:gd name="connsiteX171" fmla="*/ 80022 w 12192000"/>
              <a:gd name="connsiteY171" fmla="*/ 2107254 h 2237474"/>
              <a:gd name="connsiteX172" fmla="*/ 79717 w 12192000"/>
              <a:gd name="connsiteY172" fmla="*/ 2107046 h 2237474"/>
              <a:gd name="connsiteX173" fmla="*/ 72352 w 12192000"/>
              <a:gd name="connsiteY173" fmla="*/ 2107991 h 2237474"/>
              <a:gd name="connsiteX174" fmla="*/ 37645 w 12192000"/>
              <a:gd name="connsiteY174" fmla="*/ 2115401 h 2237474"/>
              <a:gd name="connsiteX175" fmla="*/ 4572 w 12192000"/>
              <a:gd name="connsiteY175" fmla="*/ 2111091 h 2237474"/>
              <a:gd name="connsiteX176" fmla="*/ 0 w 12192000"/>
              <a:gd name="connsiteY176" fmla="*/ 2110468 h 2237474"/>
              <a:gd name="connsiteX177" fmla="*/ 0 w 12192000"/>
              <a:gd name="connsiteY177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56784 w 12192000"/>
              <a:gd name="connsiteY114" fmla="*/ 1985116 h 2237474"/>
              <a:gd name="connsiteX115" fmla="*/ 2748833 w 12192000"/>
              <a:gd name="connsiteY115" fmla="*/ 1986323 h 2237474"/>
              <a:gd name="connsiteX116" fmla="*/ 2718916 w 12192000"/>
              <a:gd name="connsiteY116" fmla="*/ 1990867 h 2237474"/>
              <a:gd name="connsiteX117" fmla="*/ 2713522 w 12192000"/>
              <a:gd name="connsiteY117" fmla="*/ 1990173 h 2237474"/>
              <a:gd name="connsiteX118" fmla="*/ 2578178 w 12192000"/>
              <a:gd name="connsiteY118" fmla="*/ 1990531 h 2237474"/>
              <a:gd name="connsiteX119" fmla="*/ 2476147 w 12192000"/>
              <a:gd name="connsiteY119" fmla="*/ 1998305 h 2237474"/>
              <a:gd name="connsiteX120" fmla="*/ 2373568 w 12192000"/>
              <a:gd name="connsiteY120" fmla="*/ 2003219 h 2237474"/>
              <a:gd name="connsiteX121" fmla="*/ 2287219 w 12192000"/>
              <a:gd name="connsiteY121" fmla="*/ 1998750 h 2237474"/>
              <a:gd name="connsiteX122" fmla="*/ 2243069 w 12192000"/>
              <a:gd name="connsiteY122" fmla="*/ 2015111 h 2237474"/>
              <a:gd name="connsiteX123" fmla="*/ 2186609 w 12192000"/>
              <a:gd name="connsiteY123" fmla="*/ 2008263 h 2237474"/>
              <a:gd name="connsiteX124" fmla="*/ 2164831 w 12192000"/>
              <a:gd name="connsiteY124" fmla="*/ 2010143 h 2237474"/>
              <a:gd name="connsiteX125" fmla="*/ 2152836 w 12192000"/>
              <a:gd name="connsiteY125" fmla="*/ 2010048 h 2237474"/>
              <a:gd name="connsiteX126" fmla="*/ 2117102 w 12192000"/>
              <a:gd name="connsiteY126" fmla="*/ 2023004 h 2237474"/>
              <a:gd name="connsiteX127" fmla="*/ 2111935 w 12192000"/>
              <a:gd name="connsiteY127" fmla="*/ 2023163 h 2237474"/>
              <a:gd name="connsiteX128" fmla="*/ 2089991 w 12192000"/>
              <a:gd name="connsiteY128" fmla="*/ 2034193 h 2237474"/>
              <a:gd name="connsiteX129" fmla="*/ 2058061 w 12192000"/>
              <a:gd name="connsiteY129" fmla="*/ 2047942 h 2237474"/>
              <a:gd name="connsiteX130" fmla="*/ 2055737 w 12192000"/>
              <a:gd name="connsiteY130" fmla="*/ 2047704 h 2237474"/>
              <a:gd name="connsiteX131" fmla="*/ 2042244 w 12192000"/>
              <a:gd name="connsiteY131" fmla="*/ 2055560 h 2237474"/>
              <a:gd name="connsiteX132" fmla="*/ 1976224 w 12192000"/>
              <a:gd name="connsiteY132" fmla="*/ 2074257 h 2237474"/>
              <a:gd name="connsiteX133" fmla="*/ 1877728 w 12192000"/>
              <a:gd name="connsiteY133" fmla="*/ 2101004 h 2237474"/>
              <a:gd name="connsiteX134" fmla="*/ 1759056 w 12192000"/>
              <a:gd name="connsiteY134" fmla="*/ 2125608 h 2237474"/>
              <a:gd name="connsiteX135" fmla="*/ 1637948 w 12192000"/>
              <a:gd name="connsiteY135" fmla="*/ 2172597 h 2237474"/>
              <a:gd name="connsiteX136" fmla="*/ 1434549 w 12192000"/>
              <a:gd name="connsiteY136" fmla="*/ 2234522 h 2237474"/>
              <a:gd name="connsiteX137" fmla="*/ 1398481 w 12192000"/>
              <a:gd name="connsiteY137" fmla="*/ 2237074 h 2237474"/>
              <a:gd name="connsiteX138" fmla="*/ 1398407 w 12192000"/>
              <a:gd name="connsiteY138" fmla="*/ 2237095 h 2237474"/>
              <a:gd name="connsiteX139" fmla="*/ 1370962 w 12192000"/>
              <a:gd name="connsiteY139" fmla="*/ 2237474 h 2237474"/>
              <a:gd name="connsiteX140" fmla="*/ 1356367 w 12192000"/>
              <a:gd name="connsiteY140" fmla="*/ 2235089 h 2237474"/>
              <a:gd name="connsiteX141" fmla="*/ 1324828 w 12192000"/>
              <a:gd name="connsiteY141" fmla="*/ 2231968 h 2237474"/>
              <a:gd name="connsiteX142" fmla="*/ 1297744 w 12192000"/>
              <a:gd name="connsiteY142" fmla="*/ 2235849 h 2237474"/>
              <a:gd name="connsiteX143" fmla="*/ 1286236 w 12192000"/>
              <a:gd name="connsiteY143" fmla="*/ 2233135 h 2237474"/>
              <a:gd name="connsiteX144" fmla="*/ 1283504 w 12192000"/>
              <a:gd name="connsiteY144" fmla="*/ 2233797 h 2237474"/>
              <a:gd name="connsiteX145" fmla="*/ 1279765 w 12192000"/>
              <a:gd name="connsiteY145" fmla="*/ 2229639 h 2237474"/>
              <a:gd name="connsiteX146" fmla="*/ 1195347 w 12192000"/>
              <a:gd name="connsiteY146" fmla="*/ 2212354 h 2237474"/>
              <a:gd name="connsiteX147" fmla="*/ 970251 w 12192000"/>
              <a:gd name="connsiteY147" fmla="*/ 2221029 h 2237474"/>
              <a:gd name="connsiteX148" fmla="*/ 812914 w 12192000"/>
              <a:gd name="connsiteY148" fmla="*/ 2202752 h 2237474"/>
              <a:gd name="connsiteX149" fmla="*/ 800195 w 12192000"/>
              <a:gd name="connsiteY149" fmla="*/ 2209407 h 2237474"/>
              <a:gd name="connsiteX150" fmla="*/ 784978 w 12192000"/>
              <a:gd name="connsiteY150" fmla="*/ 2212360 h 2237474"/>
              <a:gd name="connsiteX151" fmla="*/ 681987 w 12192000"/>
              <a:gd name="connsiteY151" fmla="*/ 2216757 h 2237474"/>
              <a:gd name="connsiteX152" fmla="*/ 669923 w 12192000"/>
              <a:gd name="connsiteY152" fmla="*/ 2211682 h 2237474"/>
              <a:gd name="connsiteX153" fmla="*/ 648680 w 12192000"/>
              <a:gd name="connsiteY153" fmla="*/ 2206229 h 2237474"/>
              <a:gd name="connsiteX154" fmla="*/ 597225 w 12192000"/>
              <a:gd name="connsiteY154" fmla="*/ 2180999 h 2237474"/>
              <a:gd name="connsiteX155" fmla="*/ 558449 w 12192000"/>
              <a:gd name="connsiteY155" fmla="*/ 2182346 h 2237474"/>
              <a:gd name="connsiteX156" fmla="*/ 550517 w 12192000"/>
              <a:gd name="connsiteY156" fmla="*/ 2182060 h 2237474"/>
              <a:gd name="connsiteX157" fmla="*/ 550309 w 12192000"/>
              <a:gd name="connsiteY157" fmla="*/ 2181825 h 2237474"/>
              <a:gd name="connsiteX158" fmla="*/ 541836 w 12192000"/>
              <a:gd name="connsiteY158" fmla="*/ 2181063 h 2237474"/>
              <a:gd name="connsiteX159" fmla="*/ 536057 w 12192000"/>
              <a:gd name="connsiteY159" fmla="*/ 2181537 h 2237474"/>
              <a:gd name="connsiteX160" fmla="*/ 520671 w 12192000"/>
              <a:gd name="connsiteY160" fmla="*/ 2180980 h 2237474"/>
              <a:gd name="connsiteX161" fmla="*/ 515024 w 12192000"/>
              <a:gd name="connsiteY161" fmla="*/ 2179258 h 2237474"/>
              <a:gd name="connsiteX162" fmla="*/ 512278 w 12192000"/>
              <a:gd name="connsiteY162" fmla="*/ 2176369 h 2237474"/>
              <a:gd name="connsiteX163" fmla="*/ 480419 w 12192000"/>
              <a:gd name="connsiteY163" fmla="*/ 2167807 h 2237474"/>
              <a:gd name="connsiteX164" fmla="*/ 413835 w 12192000"/>
              <a:gd name="connsiteY164" fmla="*/ 2156783 h 2237474"/>
              <a:gd name="connsiteX165" fmla="*/ 376513 w 12192000"/>
              <a:gd name="connsiteY165" fmla="*/ 2154014 h 2237474"/>
              <a:gd name="connsiteX166" fmla="*/ 273386 w 12192000"/>
              <a:gd name="connsiteY166" fmla="*/ 2142551 h 2237474"/>
              <a:gd name="connsiteX167" fmla="*/ 169207 w 12192000"/>
              <a:gd name="connsiteY167" fmla="*/ 2128100 h 2237474"/>
              <a:gd name="connsiteX168" fmla="*/ 93149 w 12192000"/>
              <a:gd name="connsiteY168" fmla="*/ 2105324 h 2237474"/>
              <a:gd name="connsiteX169" fmla="*/ 88109 w 12192000"/>
              <a:gd name="connsiteY169" fmla="*/ 2106704 h 2237474"/>
              <a:gd name="connsiteX170" fmla="*/ 80022 w 12192000"/>
              <a:gd name="connsiteY170" fmla="*/ 2107254 h 2237474"/>
              <a:gd name="connsiteX171" fmla="*/ 79717 w 12192000"/>
              <a:gd name="connsiteY171" fmla="*/ 2107046 h 2237474"/>
              <a:gd name="connsiteX172" fmla="*/ 72352 w 12192000"/>
              <a:gd name="connsiteY172" fmla="*/ 2107991 h 2237474"/>
              <a:gd name="connsiteX173" fmla="*/ 37645 w 12192000"/>
              <a:gd name="connsiteY173" fmla="*/ 2115401 h 2237474"/>
              <a:gd name="connsiteX174" fmla="*/ 4572 w 12192000"/>
              <a:gd name="connsiteY174" fmla="*/ 2111091 h 2237474"/>
              <a:gd name="connsiteX175" fmla="*/ 0 w 12192000"/>
              <a:gd name="connsiteY175" fmla="*/ 2110468 h 2237474"/>
              <a:gd name="connsiteX176" fmla="*/ 0 w 12192000"/>
              <a:gd name="connsiteY176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56784 w 12192000"/>
              <a:gd name="connsiteY114" fmla="*/ 1985116 h 2237474"/>
              <a:gd name="connsiteX115" fmla="*/ 2718916 w 12192000"/>
              <a:gd name="connsiteY115" fmla="*/ 1990867 h 2237474"/>
              <a:gd name="connsiteX116" fmla="*/ 2713522 w 12192000"/>
              <a:gd name="connsiteY116" fmla="*/ 1990173 h 2237474"/>
              <a:gd name="connsiteX117" fmla="*/ 2578178 w 12192000"/>
              <a:gd name="connsiteY117" fmla="*/ 1990531 h 2237474"/>
              <a:gd name="connsiteX118" fmla="*/ 2476147 w 12192000"/>
              <a:gd name="connsiteY118" fmla="*/ 1998305 h 2237474"/>
              <a:gd name="connsiteX119" fmla="*/ 2373568 w 12192000"/>
              <a:gd name="connsiteY119" fmla="*/ 2003219 h 2237474"/>
              <a:gd name="connsiteX120" fmla="*/ 2287219 w 12192000"/>
              <a:gd name="connsiteY120" fmla="*/ 1998750 h 2237474"/>
              <a:gd name="connsiteX121" fmla="*/ 2243069 w 12192000"/>
              <a:gd name="connsiteY121" fmla="*/ 2015111 h 2237474"/>
              <a:gd name="connsiteX122" fmla="*/ 2186609 w 12192000"/>
              <a:gd name="connsiteY122" fmla="*/ 2008263 h 2237474"/>
              <a:gd name="connsiteX123" fmla="*/ 2164831 w 12192000"/>
              <a:gd name="connsiteY123" fmla="*/ 2010143 h 2237474"/>
              <a:gd name="connsiteX124" fmla="*/ 2152836 w 12192000"/>
              <a:gd name="connsiteY124" fmla="*/ 2010048 h 2237474"/>
              <a:gd name="connsiteX125" fmla="*/ 2117102 w 12192000"/>
              <a:gd name="connsiteY125" fmla="*/ 2023004 h 2237474"/>
              <a:gd name="connsiteX126" fmla="*/ 2111935 w 12192000"/>
              <a:gd name="connsiteY126" fmla="*/ 2023163 h 2237474"/>
              <a:gd name="connsiteX127" fmla="*/ 2089991 w 12192000"/>
              <a:gd name="connsiteY127" fmla="*/ 2034193 h 2237474"/>
              <a:gd name="connsiteX128" fmla="*/ 2058061 w 12192000"/>
              <a:gd name="connsiteY128" fmla="*/ 2047942 h 2237474"/>
              <a:gd name="connsiteX129" fmla="*/ 2055737 w 12192000"/>
              <a:gd name="connsiteY129" fmla="*/ 2047704 h 2237474"/>
              <a:gd name="connsiteX130" fmla="*/ 2042244 w 12192000"/>
              <a:gd name="connsiteY130" fmla="*/ 2055560 h 2237474"/>
              <a:gd name="connsiteX131" fmla="*/ 1976224 w 12192000"/>
              <a:gd name="connsiteY131" fmla="*/ 2074257 h 2237474"/>
              <a:gd name="connsiteX132" fmla="*/ 1877728 w 12192000"/>
              <a:gd name="connsiteY132" fmla="*/ 2101004 h 2237474"/>
              <a:gd name="connsiteX133" fmla="*/ 1759056 w 12192000"/>
              <a:gd name="connsiteY133" fmla="*/ 2125608 h 2237474"/>
              <a:gd name="connsiteX134" fmla="*/ 1637948 w 12192000"/>
              <a:gd name="connsiteY134" fmla="*/ 2172597 h 2237474"/>
              <a:gd name="connsiteX135" fmla="*/ 1434549 w 12192000"/>
              <a:gd name="connsiteY135" fmla="*/ 2234522 h 2237474"/>
              <a:gd name="connsiteX136" fmla="*/ 1398481 w 12192000"/>
              <a:gd name="connsiteY136" fmla="*/ 2237074 h 2237474"/>
              <a:gd name="connsiteX137" fmla="*/ 1398407 w 12192000"/>
              <a:gd name="connsiteY137" fmla="*/ 2237095 h 2237474"/>
              <a:gd name="connsiteX138" fmla="*/ 1370962 w 12192000"/>
              <a:gd name="connsiteY138" fmla="*/ 2237474 h 2237474"/>
              <a:gd name="connsiteX139" fmla="*/ 1356367 w 12192000"/>
              <a:gd name="connsiteY139" fmla="*/ 2235089 h 2237474"/>
              <a:gd name="connsiteX140" fmla="*/ 1324828 w 12192000"/>
              <a:gd name="connsiteY140" fmla="*/ 2231968 h 2237474"/>
              <a:gd name="connsiteX141" fmla="*/ 1297744 w 12192000"/>
              <a:gd name="connsiteY141" fmla="*/ 2235849 h 2237474"/>
              <a:gd name="connsiteX142" fmla="*/ 1286236 w 12192000"/>
              <a:gd name="connsiteY142" fmla="*/ 2233135 h 2237474"/>
              <a:gd name="connsiteX143" fmla="*/ 1283504 w 12192000"/>
              <a:gd name="connsiteY143" fmla="*/ 2233797 h 2237474"/>
              <a:gd name="connsiteX144" fmla="*/ 1279765 w 12192000"/>
              <a:gd name="connsiteY144" fmla="*/ 2229639 h 2237474"/>
              <a:gd name="connsiteX145" fmla="*/ 1195347 w 12192000"/>
              <a:gd name="connsiteY145" fmla="*/ 2212354 h 2237474"/>
              <a:gd name="connsiteX146" fmla="*/ 970251 w 12192000"/>
              <a:gd name="connsiteY146" fmla="*/ 2221029 h 2237474"/>
              <a:gd name="connsiteX147" fmla="*/ 812914 w 12192000"/>
              <a:gd name="connsiteY147" fmla="*/ 2202752 h 2237474"/>
              <a:gd name="connsiteX148" fmla="*/ 800195 w 12192000"/>
              <a:gd name="connsiteY148" fmla="*/ 2209407 h 2237474"/>
              <a:gd name="connsiteX149" fmla="*/ 784978 w 12192000"/>
              <a:gd name="connsiteY149" fmla="*/ 2212360 h 2237474"/>
              <a:gd name="connsiteX150" fmla="*/ 681987 w 12192000"/>
              <a:gd name="connsiteY150" fmla="*/ 2216757 h 2237474"/>
              <a:gd name="connsiteX151" fmla="*/ 669923 w 12192000"/>
              <a:gd name="connsiteY151" fmla="*/ 2211682 h 2237474"/>
              <a:gd name="connsiteX152" fmla="*/ 648680 w 12192000"/>
              <a:gd name="connsiteY152" fmla="*/ 2206229 h 2237474"/>
              <a:gd name="connsiteX153" fmla="*/ 597225 w 12192000"/>
              <a:gd name="connsiteY153" fmla="*/ 2180999 h 2237474"/>
              <a:gd name="connsiteX154" fmla="*/ 558449 w 12192000"/>
              <a:gd name="connsiteY154" fmla="*/ 2182346 h 2237474"/>
              <a:gd name="connsiteX155" fmla="*/ 550517 w 12192000"/>
              <a:gd name="connsiteY155" fmla="*/ 2182060 h 2237474"/>
              <a:gd name="connsiteX156" fmla="*/ 550309 w 12192000"/>
              <a:gd name="connsiteY156" fmla="*/ 2181825 h 2237474"/>
              <a:gd name="connsiteX157" fmla="*/ 541836 w 12192000"/>
              <a:gd name="connsiteY157" fmla="*/ 2181063 h 2237474"/>
              <a:gd name="connsiteX158" fmla="*/ 536057 w 12192000"/>
              <a:gd name="connsiteY158" fmla="*/ 2181537 h 2237474"/>
              <a:gd name="connsiteX159" fmla="*/ 520671 w 12192000"/>
              <a:gd name="connsiteY159" fmla="*/ 2180980 h 2237474"/>
              <a:gd name="connsiteX160" fmla="*/ 515024 w 12192000"/>
              <a:gd name="connsiteY160" fmla="*/ 2179258 h 2237474"/>
              <a:gd name="connsiteX161" fmla="*/ 512278 w 12192000"/>
              <a:gd name="connsiteY161" fmla="*/ 2176369 h 2237474"/>
              <a:gd name="connsiteX162" fmla="*/ 480419 w 12192000"/>
              <a:gd name="connsiteY162" fmla="*/ 2167807 h 2237474"/>
              <a:gd name="connsiteX163" fmla="*/ 413835 w 12192000"/>
              <a:gd name="connsiteY163" fmla="*/ 2156783 h 2237474"/>
              <a:gd name="connsiteX164" fmla="*/ 376513 w 12192000"/>
              <a:gd name="connsiteY164" fmla="*/ 2154014 h 2237474"/>
              <a:gd name="connsiteX165" fmla="*/ 273386 w 12192000"/>
              <a:gd name="connsiteY165" fmla="*/ 2142551 h 2237474"/>
              <a:gd name="connsiteX166" fmla="*/ 169207 w 12192000"/>
              <a:gd name="connsiteY166" fmla="*/ 2128100 h 2237474"/>
              <a:gd name="connsiteX167" fmla="*/ 93149 w 12192000"/>
              <a:gd name="connsiteY167" fmla="*/ 2105324 h 2237474"/>
              <a:gd name="connsiteX168" fmla="*/ 88109 w 12192000"/>
              <a:gd name="connsiteY168" fmla="*/ 2106704 h 2237474"/>
              <a:gd name="connsiteX169" fmla="*/ 80022 w 12192000"/>
              <a:gd name="connsiteY169" fmla="*/ 2107254 h 2237474"/>
              <a:gd name="connsiteX170" fmla="*/ 79717 w 12192000"/>
              <a:gd name="connsiteY170" fmla="*/ 2107046 h 2237474"/>
              <a:gd name="connsiteX171" fmla="*/ 72352 w 12192000"/>
              <a:gd name="connsiteY171" fmla="*/ 2107991 h 2237474"/>
              <a:gd name="connsiteX172" fmla="*/ 37645 w 12192000"/>
              <a:gd name="connsiteY172" fmla="*/ 2115401 h 2237474"/>
              <a:gd name="connsiteX173" fmla="*/ 4572 w 12192000"/>
              <a:gd name="connsiteY173" fmla="*/ 2111091 h 2237474"/>
              <a:gd name="connsiteX174" fmla="*/ 0 w 12192000"/>
              <a:gd name="connsiteY174" fmla="*/ 2110468 h 2237474"/>
              <a:gd name="connsiteX175" fmla="*/ 0 w 12192000"/>
              <a:gd name="connsiteY17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15111 h 2237474"/>
              <a:gd name="connsiteX121" fmla="*/ 2186609 w 12192000"/>
              <a:gd name="connsiteY121" fmla="*/ 2008263 h 2237474"/>
              <a:gd name="connsiteX122" fmla="*/ 2164831 w 12192000"/>
              <a:gd name="connsiteY122" fmla="*/ 2010143 h 2237474"/>
              <a:gd name="connsiteX123" fmla="*/ 2152836 w 12192000"/>
              <a:gd name="connsiteY123" fmla="*/ 2010048 h 2237474"/>
              <a:gd name="connsiteX124" fmla="*/ 2117102 w 12192000"/>
              <a:gd name="connsiteY124" fmla="*/ 2023004 h 2237474"/>
              <a:gd name="connsiteX125" fmla="*/ 2111935 w 12192000"/>
              <a:gd name="connsiteY125" fmla="*/ 2023163 h 2237474"/>
              <a:gd name="connsiteX126" fmla="*/ 2089991 w 12192000"/>
              <a:gd name="connsiteY126" fmla="*/ 2034193 h 2237474"/>
              <a:gd name="connsiteX127" fmla="*/ 2058061 w 12192000"/>
              <a:gd name="connsiteY127" fmla="*/ 2047942 h 2237474"/>
              <a:gd name="connsiteX128" fmla="*/ 2055737 w 12192000"/>
              <a:gd name="connsiteY128" fmla="*/ 2047704 h 2237474"/>
              <a:gd name="connsiteX129" fmla="*/ 2042244 w 12192000"/>
              <a:gd name="connsiteY129" fmla="*/ 2055560 h 2237474"/>
              <a:gd name="connsiteX130" fmla="*/ 1976224 w 12192000"/>
              <a:gd name="connsiteY130" fmla="*/ 2074257 h 2237474"/>
              <a:gd name="connsiteX131" fmla="*/ 1877728 w 12192000"/>
              <a:gd name="connsiteY131" fmla="*/ 2101004 h 2237474"/>
              <a:gd name="connsiteX132" fmla="*/ 1759056 w 12192000"/>
              <a:gd name="connsiteY132" fmla="*/ 2125608 h 2237474"/>
              <a:gd name="connsiteX133" fmla="*/ 1637948 w 12192000"/>
              <a:gd name="connsiteY133" fmla="*/ 2172597 h 2237474"/>
              <a:gd name="connsiteX134" fmla="*/ 1434549 w 12192000"/>
              <a:gd name="connsiteY134" fmla="*/ 2234522 h 2237474"/>
              <a:gd name="connsiteX135" fmla="*/ 1398481 w 12192000"/>
              <a:gd name="connsiteY135" fmla="*/ 2237074 h 2237474"/>
              <a:gd name="connsiteX136" fmla="*/ 1398407 w 12192000"/>
              <a:gd name="connsiteY136" fmla="*/ 2237095 h 2237474"/>
              <a:gd name="connsiteX137" fmla="*/ 1370962 w 12192000"/>
              <a:gd name="connsiteY137" fmla="*/ 2237474 h 2237474"/>
              <a:gd name="connsiteX138" fmla="*/ 1356367 w 12192000"/>
              <a:gd name="connsiteY138" fmla="*/ 2235089 h 2237474"/>
              <a:gd name="connsiteX139" fmla="*/ 1324828 w 12192000"/>
              <a:gd name="connsiteY139" fmla="*/ 2231968 h 2237474"/>
              <a:gd name="connsiteX140" fmla="*/ 1297744 w 12192000"/>
              <a:gd name="connsiteY140" fmla="*/ 2235849 h 2237474"/>
              <a:gd name="connsiteX141" fmla="*/ 1286236 w 12192000"/>
              <a:gd name="connsiteY141" fmla="*/ 2233135 h 2237474"/>
              <a:gd name="connsiteX142" fmla="*/ 1283504 w 12192000"/>
              <a:gd name="connsiteY142" fmla="*/ 2233797 h 2237474"/>
              <a:gd name="connsiteX143" fmla="*/ 1279765 w 12192000"/>
              <a:gd name="connsiteY143" fmla="*/ 2229639 h 2237474"/>
              <a:gd name="connsiteX144" fmla="*/ 1195347 w 12192000"/>
              <a:gd name="connsiteY144" fmla="*/ 2212354 h 2237474"/>
              <a:gd name="connsiteX145" fmla="*/ 970251 w 12192000"/>
              <a:gd name="connsiteY145" fmla="*/ 2221029 h 2237474"/>
              <a:gd name="connsiteX146" fmla="*/ 812914 w 12192000"/>
              <a:gd name="connsiteY146" fmla="*/ 2202752 h 2237474"/>
              <a:gd name="connsiteX147" fmla="*/ 800195 w 12192000"/>
              <a:gd name="connsiteY147" fmla="*/ 2209407 h 2237474"/>
              <a:gd name="connsiteX148" fmla="*/ 784978 w 12192000"/>
              <a:gd name="connsiteY148" fmla="*/ 2212360 h 2237474"/>
              <a:gd name="connsiteX149" fmla="*/ 681987 w 12192000"/>
              <a:gd name="connsiteY149" fmla="*/ 2216757 h 2237474"/>
              <a:gd name="connsiteX150" fmla="*/ 669923 w 12192000"/>
              <a:gd name="connsiteY150" fmla="*/ 2211682 h 2237474"/>
              <a:gd name="connsiteX151" fmla="*/ 648680 w 12192000"/>
              <a:gd name="connsiteY151" fmla="*/ 2206229 h 2237474"/>
              <a:gd name="connsiteX152" fmla="*/ 597225 w 12192000"/>
              <a:gd name="connsiteY152" fmla="*/ 2180999 h 2237474"/>
              <a:gd name="connsiteX153" fmla="*/ 558449 w 12192000"/>
              <a:gd name="connsiteY153" fmla="*/ 2182346 h 2237474"/>
              <a:gd name="connsiteX154" fmla="*/ 550517 w 12192000"/>
              <a:gd name="connsiteY154" fmla="*/ 2182060 h 2237474"/>
              <a:gd name="connsiteX155" fmla="*/ 550309 w 12192000"/>
              <a:gd name="connsiteY155" fmla="*/ 2181825 h 2237474"/>
              <a:gd name="connsiteX156" fmla="*/ 541836 w 12192000"/>
              <a:gd name="connsiteY156" fmla="*/ 2181063 h 2237474"/>
              <a:gd name="connsiteX157" fmla="*/ 536057 w 12192000"/>
              <a:gd name="connsiteY157" fmla="*/ 2181537 h 2237474"/>
              <a:gd name="connsiteX158" fmla="*/ 520671 w 12192000"/>
              <a:gd name="connsiteY158" fmla="*/ 2180980 h 2237474"/>
              <a:gd name="connsiteX159" fmla="*/ 515024 w 12192000"/>
              <a:gd name="connsiteY159" fmla="*/ 2179258 h 2237474"/>
              <a:gd name="connsiteX160" fmla="*/ 512278 w 12192000"/>
              <a:gd name="connsiteY160" fmla="*/ 2176369 h 2237474"/>
              <a:gd name="connsiteX161" fmla="*/ 480419 w 12192000"/>
              <a:gd name="connsiteY161" fmla="*/ 2167807 h 2237474"/>
              <a:gd name="connsiteX162" fmla="*/ 413835 w 12192000"/>
              <a:gd name="connsiteY162" fmla="*/ 2156783 h 2237474"/>
              <a:gd name="connsiteX163" fmla="*/ 376513 w 12192000"/>
              <a:gd name="connsiteY163" fmla="*/ 2154014 h 2237474"/>
              <a:gd name="connsiteX164" fmla="*/ 273386 w 12192000"/>
              <a:gd name="connsiteY164" fmla="*/ 2142551 h 2237474"/>
              <a:gd name="connsiteX165" fmla="*/ 169207 w 12192000"/>
              <a:gd name="connsiteY165" fmla="*/ 2128100 h 2237474"/>
              <a:gd name="connsiteX166" fmla="*/ 93149 w 12192000"/>
              <a:gd name="connsiteY166" fmla="*/ 2105324 h 2237474"/>
              <a:gd name="connsiteX167" fmla="*/ 88109 w 12192000"/>
              <a:gd name="connsiteY167" fmla="*/ 2106704 h 2237474"/>
              <a:gd name="connsiteX168" fmla="*/ 80022 w 12192000"/>
              <a:gd name="connsiteY168" fmla="*/ 2107254 h 2237474"/>
              <a:gd name="connsiteX169" fmla="*/ 79717 w 12192000"/>
              <a:gd name="connsiteY169" fmla="*/ 2107046 h 2237474"/>
              <a:gd name="connsiteX170" fmla="*/ 72352 w 12192000"/>
              <a:gd name="connsiteY170" fmla="*/ 2107991 h 2237474"/>
              <a:gd name="connsiteX171" fmla="*/ 37645 w 12192000"/>
              <a:gd name="connsiteY171" fmla="*/ 2115401 h 2237474"/>
              <a:gd name="connsiteX172" fmla="*/ 4572 w 12192000"/>
              <a:gd name="connsiteY172" fmla="*/ 2111091 h 2237474"/>
              <a:gd name="connsiteX173" fmla="*/ 0 w 12192000"/>
              <a:gd name="connsiteY173" fmla="*/ 2110468 h 2237474"/>
              <a:gd name="connsiteX174" fmla="*/ 0 w 12192000"/>
              <a:gd name="connsiteY174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15111 h 2237474"/>
              <a:gd name="connsiteX121" fmla="*/ 2186609 w 12192000"/>
              <a:gd name="connsiteY121" fmla="*/ 2008263 h 2237474"/>
              <a:gd name="connsiteX122" fmla="*/ 2164831 w 12192000"/>
              <a:gd name="connsiteY122" fmla="*/ 2010143 h 2237474"/>
              <a:gd name="connsiteX123" fmla="*/ 2152836 w 12192000"/>
              <a:gd name="connsiteY123" fmla="*/ 2010048 h 2237474"/>
              <a:gd name="connsiteX124" fmla="*/ 2117102 w 12192000"/>
              <a:gd name="connsiteY124" fmla="*/ 2023004 h 2237474"/>
              <a:gd name="connsiteX125" fmla="*/ 2111935 w 12192000"/>
              <a:gd name="connsiteY125" fmla="*/ 2023163 h 2237474"/>
              <a:gd name="connsiteX126" fmla="*/ 2089991 w 12192000"/>
              <a:gd name="connsiteY126" fmla="*/ 2034193 h 2237474"/>
              <a:gd name="connsiteX127" fmla="*/ 2058061 w 12192000"/>
              <a:gd name="connsiteY127" fmla="*/ 2047942 h 2237474"/>
              <a:gd name="connsiteX128" fmla="*/ 2055737 w 12192000"/>
              <a:gd name="connsiteY128" fmla="*/ 2047704 h 2237474"/>
              <a:gd name="connsiteX129" fmla="*/ 2042244 w 12192000"/>
              <a:gd name="connsiteY129" fmla="*/ 2055560 h 2237474"/>
              <a:gd name="connsiteX130" fmla="*/ 1976224 w 12192000"/>
              <a:gd name="connsiteY130" fmla="*/ 2074257 h 2237474"/>
              <a:gd name="connsiteX131" fmla="*/ 1877728 w 12192000"/>
              <a:gd name="connsiteY131" fmla="*/ 2101004 h 2237474"/>
              <a:gd name="connsiteX132" fmla="*/ 1759056 w 12192000"/>
              <a:gd name="connsiteY132" fmla="*/ 2125608 h 2237474"/>
              <a:gd name="connsiteX133" fmla="*/ 1637948 w 12192000"/>
              <a:gd name="connsiteY133" fmla="*/ 2172597 h 2237474"/>
              <a:gd name="connsiteX134" fmla="*/ 1434549 w 12192000"/>
              <a:gd name="connsiteY134" fmla="*/ 2234522 h 2237474"/>
              <a:gd name="connsiteX135" fmla="*/ 1398481 w 12192000"/>
              <a:gd name="connsiteY135" fmla="*/ 2237074 h 2237474"/>
              <a:gd name="connsiteX136" fmla="*/ 1398407 w 12192000"/>
              <a:gd name="connsiteY136" fmla="*/ 2237095 h 2237474"/>
              <a:gd name="connsiteX137" fmla="*/ 1370962 w 12192000"/>
              <a:gd name="connsiteY137" fmla="*/ 2237474 h 2237474"/>
              <a:gd name="connsiteX138" fmla="*/ 1356367 w 12192000"/>
              <a:gd name="connsiteY138" fmla="*/ 2235089 h 2237474"/>
              <a:gd name="connsiteX139" fmla="*/ 1324828 w 12192000"/>
              <a:gd name="connsiteY139" fmla="*/ 2231968 h 2237474"/>
              <a:gd name="connsiteX140" fmla="*/ 1297744 w 12192000"/>
              <a:gd name="connsiteY140" fmla="*/ 2235849 h 2237474"/>
              <a:gd name="connsiteX141" fmla="*/ 1286236 w 12192000"/>
              <a:gd name="connsiteY141" fmla="*/ 2233135 h 2237474"/>
              <a:gd name="connsiteX142" fmla="*/ 1279765 w 12192000"/>
              <a:gd name="connsiteY142" fmla="*/ 2229639 h 2237474"/>
              <a:gd name="connsiteX143" fmla="*/ 1195347 w 12192000"/>
              <a:gd name="connsiteY143" fmla="*/ 2212354 h 2237474"/>
              <a:gd name="connsiteX144" fmla="*/ 970251 w 12192000"/>
              <a:gd name="connsiteY144" fmla="*/ 2221029 h 2237474"/>
              <a:gd name="connsiteX145" fmla="*/ 812914 w 12192000"/>
              <a:gd name="connsiteY145" fmla="*/ 2202752 h 2237474"/>
              <a:gd name="connsiteX146" fmla="*/ 800195 w 12192000"/>
              <a:gd name="connsiteY146" fmla="*/ 2209407 h 2237474"/>
              <a:gd name="connsiteX147" fmla="*/ 784978 w 12192000"/>
              <a:gd name="connsiteY147" fmla="*/ 2212360 h 2237474"/>
              <a:gd name="connsiteX148" fmla="*/ 681987 w 12192000"/>
              <a:gd name="connsiteY148" fmla="*/ 2216757 h 2237474"/>
              <a:gd name="connsiteX149" fmla="*/ 669923 w 12192000"/>
              <a:gd name="connsiteY149" fmla="*/ 2211682 h 2237474"/>
              <a:gd name="connsiteX150" fmla="*/ 648680 w 12192000"/>
              <a:gd name="connsiteY150" fmla="*/ 2206229 h 2237474"/>
              <a:gd name="connsiteX151" fmla="*/ 597225 w 12192000"/>
              <a:gd name="connsiteY151" fmla="*/ 2180999 h 2237474"/>
              <a:gd name="connsiteX152" fmla="*/ 558449 w 12192000"/>
              <a:gd name="connsiteY152" fmla="*/ 2182346 h 2237474"/>
              <a:gd name="connsiteX153" fmla="*/ 550517 w 12192000"/>
              <a:gd name="connsiteY153" fmla="*/ 2182060 h 2237474"/>
              <a:gd name="connsiteX154" fmla="*/ 550309 w 12192000"/>
              <a:gd name="connsiteY154" fmla="*/ 2181825 h 2237474"/>
              <a:gd name="connsiteX155" fmla="*/ 541836 w 12192000"/>
              <a:gd name="connsiteY155" fmla="*/ 2181063 h 2237474"/>
              <a:gd name="connsiteX156" fmla="*/ 536057 w 12192000"/>
              <a:gd name="connsiteY156" fmla="*/ 2181537 h 2237474"/>
              <a:gd name="connsiteX157" fmla="*/ 520671 w 12192000"/>
              <a:gd name="connsiteY157" fmla="*/ 2180980 h 2237474"/>
              <a:gd name="connsiteX158" fmla="*/ 515024 w 12192000"/>
              <a:gd name="connsiteY158" fmla="*/ 2179258 h 2237474"/>
              <a:gd name="connsiteX159" fmla="*/ 512278 w 12192000"/>
              <a:gd name="connsiteY159" fmla="*/ 2176369 h 2237474"/>
              <a:gd name="connsiteX160" fmla="*/ 480419 w 12192000"/>
              <a:gd name="connsiteY160" fmla="*/ 2167807 h 2237474"/>
              <a:gd name="connsiteX161" fmla="*/ 413835 w 12192000"/>
              <a:gd name="connsiteY161" fmla="*/ 2156783 h 2237474"/>
              <a:gd name="connsiteX162" fmla="*/ 376513 w 12192000"/>
              <a:gd name="connsiteY162" fmla="*/ 2154014 h 2237474"/>
              <a:gd name="connsiteX163" fmla="*/ 273386 w 12192000"/>
              <a:gd name="connsiteY163" fmla="*/ 2142551 h 2237474"/>
              <a:gd name="connsiteX164" fmla="*/ 169207 w 12192000"/>
              <a:gd name="connsiteY164" fmla="*/ 2128100 h 2237474"/>
              <a:gd name="connsiteX165" fmla="*/ 93149 w 12192000"/>
              <a:gd name="connsiteY165" fmla="*/ 2105324 h 2237474"/>
              <a:gd name="connsiteX166" fmla="*/ 88109 w 12192000"/>
              <a:gd name="connsiteY166" fmla="*/ 2106704 h 2237474"/>
              <a:gd name="connsiteX167" fmla="*/ 80022 w 12192000"/>
              <a:gd name="connsiteY167" fmla="*/ 2107254 h 2237474"/>
              <a:gd name="connsiteX168" fmla="*/ 79717 w 12192000"/>
              <a:gd name="connsiteY168" fmla="*/ 2107046 h 2237474"/>
              <a:gd name="connsiteX169" fmla="*/ 72352 w 12192000"/>
              <a:gd name="connsiteY169" fmla="*/ 2107991 h 2237474"/>
              <a:gd name="connsiteX170" fmla="*/ 37645 w 12192000"/>
              <a:gd name="connsiteY170" fmla="*/ 2115401 h 2237474"/>
              <a:gd name="connsiteX171" fmla="*/ 4572 w 12192000"/>
              <a:gd name="connsiteY171" fmla="*/ 2111091 h 2237474"/>
              <a:gd name="connsiteX172" fmla="*/ 0 w 12192000"/>
              <a:gd name="connsiteY172" fmla="*/ 2110468 h 2237474"/>
              <a:gd name="connsiteX173" fmla="*/ 0 w 12192000"/>
              <a:gd name="connsiteY173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15111 h 2237474"/>
              <a:gd name="connsiteX121" fmla="*/ 2186609 w 12192000"/>
              <a:gd name="connsiteY121" fmla="*/ 2008263 h 2237474"/>
              <a:gd name="connsiteX122" fmla="*/ 2164831 w 12192000"/>
              <a:gd name="connsiteY122" fmla="*/ 2010143 h 2237474"/>
              <a:gd name="connsiteX123" fmla="*/ 2152836 w 12192000"/>
              <a:gd name="connsiteY123" fmla="*/ 2010048 h 2237474"/>
              <a:gd name="connsiteX124" fmla="*/ 2117102 w 12192000"/>
              <a:gd name="connsiteY124" fmla="*/ 2023004 h 2237474"/>
              <a:gd name="connsiteX125" fmla="*/ 2111935 w 12192000"/>
              <a:gd name="connsiteY125" fmla="*/ 2023163 h 2237474"/>
              <a:gd name="connsiteX126" fmla="*/ 2089991 w 12192000"/>
              <a:gd name="connsiteY126" fmla="*/ 2034193 h 2237474"/>
              <a:gd name="connsiteX127" fmla="*/ 2058061 w 12192000"/>
              <a:gd name="connsiteY127" fmla="*/ 2047942 h 2237474"/>
              <a:gd name="connsiteX128" fmla="*/ 2055737 w 12192000"/>
              <a:gd name="connsiteY128" fmla="*/ 2047704 h 2237474"/>
              <a:gd name="connsiteX129" fmla="*/ 2042244 w 12192000"/>
              <a:gd name="connsiteY129" fmla="*/ 2055560 h 2237474"/>
              <a:gd name="connsiteX130" fmla="*/ 1976224 w 12192000"/>
              <a:gd name="connsiteY130" fmla="*/ 2074257 h 2237474"/>
              <a:gd name="connsiteX131" fmla="*/ 1877728 w 12192000"/>
              <a:gd name="connsiteY131" fmla="*/ 2101004 h 2237474"/>
              <a:gd name="connsiteX132" fmla="*/ 1759056 w 12192000"/>
              <a:gd name="connsiteY132" fmla="*/ 2125608 h 2237474"/>
              <a:gd name="connsiteX133" fmla="*/ 1637948 w 12192000"/>
              <a:gd name="connsiteY133" fmla="*/ 2172597 h 2237474"/>
              <a:gd name="connsiteX134" fmla="*/ 1434549 w 12192000"/>
              <a:gd name="connsiteY134" fmla="*/ 2234522 h 2237474"/>
              <a:gd name="connsiteX135" fmla="*/ 1398481 w 12192000"/>
              <a:gd name="connsiteY135" fmla="*/ 2237074 h 2237474"/>
              <a:gd name="connsiteX136" fmla="*/ 1398407 w 12192000"/>
              <a:gd name="connsiteY136" fmla="*/ 2237095 h 2237474"/>
              <a:gd name="connsiteX137" fmla="*/ 1370962 w 12192000"/>
              <a:gd name="connsiteY137" fmla="*/ 2237474 h 2237474"/>
              <a:gd name="connsiteX138" fmla="*/ 1356367 w 12192000"/>
              <a:gd name="connsiteY138" fmla="*/ 2235089 h 2237474"/>
              <a:gd name="connsiteX139" fmla="*/ 1324828 w 12192000"/>
              <a:gd name="connsiteY139" fmla="*/ 2231968 h 2237474"/>
              <a:gd name="connsiteX140" fmla="*/ 1297744 w 12192000"/>
              <a:gd name="connsiteY140" fmla="*/ 2235849 h 2237474"/>
              <a:gd name="connsiteX141" fmla="*/ 1279765 w 12192000"/>
              <a:gd name="connsiteY141" fmla="*/ 2229639 h 2237474"/>
              <a:gd name="connsiteX142" fmla="*/ 1195347 w 12192000"/>
              <a:gd name="connsiteY142" fmla="*/ 2212354 h 2237474"/>
              <a:gd name="connsiteX143" fmla="*/ 970251 w 12192000"/>
              <a:gd name="connsiteY143" fmla="*/ 2221029 h 2237474"/>
              <a:gd name="connsiteX144" fmla="*/ 812914 w 12192000"/>
              <a:gd name="connsiteY144" fmla="*/ 2202752 h 2237474"/>
              <a:gd name="connsiteX145" fmla="*/ 800195 w 12192000"/>
              <a:gd name="connsiteY145" fmla="*/ 2209407 h 2237474"/>
              <a:gd name="connsiteX146" fmla="*/ 784978 w 12192000"/>
              <a:gd name="connsiteY146" fmla="*/ 2212360 h 2237474"/>
              <a:gd name="connsiteX147" fmla="*/ 681987 w 12192000"/>
              <a:gd name="connsiteY147" fmla="*/ 2216757 h 2237474"/>
              <a:gd name="connsiteX148" fmla="*/ 669923 w 12192000"/>
              <a:gd name="connsiteY148" fmla="*/ 2211682 h 2237474"/>
              <a:gd name="connsiteX149" fmla="*/ 648680 w 12192000"/>
              <a:gd name="connsiteY149" fmla="*/ 2206229 h 2237474"/>
              <a:gd name="connsiteX150" fmla="*/ 597225 w 12192000"/>
              <a:gd name="connsiteY150" fmla="*/ 2180999 h 2237474"/>
              <a:gd name="connsiteX151" fmla="*/ 558449 w 12192000"/>
              <a:gd name="connsiteY151" fmla="*/ 2182346 h 2237474"/>
              <a:gd name="connsiteX152" fmla="*/ 550517 w 12192000"/>
              <a:gd name="connsiteY152" fmla="*/ 2182060 h 2237474"/>
              <a:gd name="connsiteX153" fmla="*/ 550309 w 12192000"/>
              <a:gd name="connsiteY153" fmla="*/ 2181825 h 2237474"/>
              <a:gd name="connsiteX154" fmla="*/ 541836 w 12192000"/>
              <a:gd name="connsiteY154" fmla="*/ 2181063 h 2237474"/>
              <a:gd name="connsiteX155" fmla="*/ 536057 w 12192000"/>
              <a:gd name="connsiteY155" fmla="*/ 2181537 h 2237474"/>
              <a:gd name="connsiteX156" fmla="*/ 520671 w 12192000"/>
              <a:gd name="connsiteY156" fmla="*/ 2180980 h 2237474"/>
              <a:gd name="connsiteX157" fmla="*/ 515024 w 12192000"/>
              <a:gd name="connsiteY157" fmla="*/ 2179258 h 2237474"/>
              <a:gd name="connsiteX158" fmla="*/ 512278 w 12192000"/>
              <a:gd name="connsiteY158" fmla="*/ 2176369 h 2237474"/>
              <a:gd name="connsiteX159" fmla="*/ 480419 w 12192000"/>
              <a:gd name="connsiteY159" fmla="*/ 2167807 h 2237474"/>
              <a:gd name="connsiteX160" fmla="*/ 413835 w 12192000"/>
              <a:gd name="connsiteY160" fmla="*/ 2156783 h 2237474"/>
              <a:gd name="connsiteX161" fmla="*/ 376513 w 12192000"/>
              <a:gd name="connsiteY161" fmla="*/ 2154014 h 2237474"/>
              <a:gd name="connsiteX162" fmla="*/ 273386 w 12192000"/>
              <a:gd name="connsiteY162" fmla="*/ 2142551 h 2237474"/>
              <a:gd name="connsiteX163" fmla="*/ 169207 w 12192000"/>
              <a:gd name="connsiteY163" fmla="*/ 2128100 h 2237474"/>
              <a:gd name="connsiteX164" fmla="*/ 93149 w 12192000"/>
              <a:gd name="connsiteY164" fmla="*/ 2105324 h 2237474"/>
              <a:gd name="connsiteX165" fmla="*/ 88109 w 12192000"/>
              <a:gd name="connsiteY165" fmla="*/ 2106704 h 2237474"/>
              <a:gd name="connsiteX166" fmla="*/ 80022 w 12192000"/>
              <a:gd name="connsiteY166" fmla="*/ 2107254 h 2237474"/>
              <a:gd name="connsiteX167" fmla="*/ 79717 w 12192000"/>
              <a:gd name="connsiteY167" fmla="*/ 2107046 h 2237474"/>
              <a:gd name="connsiteX168" fmla="*/ 72352 w 12192000"/>
              <a:gd name="connsiteY168" fmla="*/ 2107991 h 2237474"/>
              <a:gd name="connsiteX169" fmla="*/ 37645 w 12192000"/>
              <a:gd name="connsiteY169" fmla="*/ 2115401 h 2237474"/>
              <a:gd name="connsiteX170" fmla="*/ 4572 w 12192000"/>
              <a:gd name="connsiteY170" fmla="*/ 2111091 h 2237474"/>
              <a:gd name="connsiteX171" fmla="*/ 0 w 12192000"/>
              <a:gd name="connsiteY171" fmla="*/ 2110468 h 2237474"/>
              <a:gd name="connsiteX172" fmla="*/ 0 w 12192000"/>
              <a:gd name="connsiteY17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15111 h 2237474"/>
              <a:gd name="connsiteX121" fmla="*/ 2186609 w 12192000"/>
              <a:gd name="connsiteY121" fmla="*/ 2008263 h 2237474"/>
              <a:gd name="connsiteX122" fmla="*/ 2164831 w 12192000"/>
              <a:gd name="connsiteY122" fmla="*/ 2010143 h 2237474"/>
              <a:gd name="connsiteX123" fmla="*/ 2152836 w 12192000"/>
              <a:gd name="connsiteY123" fmla="*/ 2010048 h 2237474"/>
              <a:gd name="connsiteX124" fmla="*/ 2117102 w 12192000"/>
              <a:gd name="connsiteY124" fmla="*/ 2023004 h 2237474"/>
              <a:gd name="connsiteX125" fmla="*/ 2111935 w 12192000"/>
              <a:gd name="connsiteY125" fmla="*/ 2023163 h 2237474"/>
              <a:gd name="connsiteX126" fmla="*/ 2089991 w 12192000"/>
              <a:gd name="connsiteY126" fmla="*/ 2034193 h 2237474"/>
              <a:gd name="connsiteX127" fmla="*/ 2058061 w 12192000"/>
              <a:gd name="connsiteY127" fmla="*/ 2047942 h 2237474"/>
              <a:gd name="connsiteX128" fmla="*/ 2055737 w 12192000"/>
              <a:gd name="connsiteY128" fmla="*/ 2047704 h 2237474"/>
              <a:gd name="connsiteX129" fmla="*/ 2042244 w 12192000"/>
              <a:gd name="connsiteY129" fmla="*/ 2055560 h 2237474"/>
              <a:gd name="connsiteX130" fmla="*/ 1976224 w 12192000"/>
              <a:gd name="connsiteY130" fmla="*/ 2074257 h 2237474"/>
              <a:gd name="connsiteX131" fmla="*/ 1877728 w 12192000"/>
              <a:gd name="connsiteY131" fmla="*/ 2101004 h 2237474"/>
              <a:gd name="connsiteX132" fmla="*/ 1759056 w 12192000"/>
              <a:gd name="connsiteY132" fmla="*/ 2125608 h 2237474"/>
              <a:gd name="connsiteX133" fmla="*/ 1637948 w 12192000"/>
              <a:gd name="connsiteY133" fmla="*/ 2172597 h 2237474"/>
              <a:gd name="connsiteX134" fmla="*/ 1434549 w 12192000"/>
              <a:gd name="connsiteY134" fmla="*/ 2234522 h 2237474"/>
              <a:gd name="connsiteX135" fmla="*/ 1398481 w 12192000"/>
              <a:gd name="connsiteY135" fmla="*/ 2237074 h 2237474"/>
              <a:gd name="connsiteX136" fmla="*/ 1398407 w 12192000"/>
              <a:gd name="connsiteY136" fmla="*/ 2237095 h 2237474"/>
              <a:gd name="connsiteX137" fmla="*/ 1370962 w 12192000"/>
              <a:gd name="connsiteY137" fmla="*/ 2237474 h 2237474"/>
              <a:gd name="connsiteX138" fmla="*/ 1356367 w 12192000"/>
              <a:gd name="connsiteY138" fmla="*/ 2235089 h 2237474"/>
              <a:gd name="connsiteX139" fmla="*/ 1324828 w 12192000"/>
              <a:gd name="connsiteY139" fmla="*/ 2231968 h 2237474"/>
              <a:gd name="connsiteX140" fmla="*/ 1279765 w 12192000"/>
              <a:gd name="connsiteY140" fmla="*/ 2229639 h 2237474"/>
              <a:gd name="connsiteX141" fmla="*/ 1195347 w 12192000"/>
              <a:gd name="connsiteY141" fmla="*/ 2212354 h 2237474"/>
              <a:gd name="connsiteX142" fmla="*/ 970251 w 12192000"/>
              <a:gd name="connsiteY142" fmla="*/ 2221029 h 2237474"/>
              <a:gd name="connsiteX143" fmla="*/ 812914 w 12192000"/>
              <a:gd name="connsiteY143" fmla="*/ 2202752 h 2237474"/>
              <a:gd name="connsiteX144" fmla="*/ 800195 w 12192000"/>
              <a:gd name="connsiteY144" fmla="*/ 2209407 h 2237474"/>
              <a:gd name="connsiteX145" fmla="*/ 784978 w 12192000"/>
              <a:gd name="connsiteY145" fmla="*/ 2212360 h 2237474"/>
              <a:gd name="connsiteX146" fmla="*/ 681987 w 12192000"/>
              <a:gd name="connsiteY146" fmla="*/ 2216757 h 2237474"/>
              <a:gd name="connsiteX147" fmla="*/ 669923 w 12192000"/>
              <a:gd name="connsiteY147" fmla="*/ 2211682 h 2237474"/>
              <a:gd name="connsiteX148" fmla="*/ 648680 w 12192000"/>
              <a:gd name="connsiteY148" fmla="*/ 2206229 h 2237474"/>
              <a:gd name="connsiteX149" fmla="*/ 597225 w 12192000"/>
              <a:gd name="connsiteY149" fmla="*/ 2180999 h 2237474"/>
              <a:gd name="connsiteX150" fmla="*/ 558449 w 12192000"/>
              <a:gd name="connsiteY150" fmla="*/ 2182346 h 2237474"/>
              <a:gd name="connsiteX151" fmla="*/ 550517 w 12192000"/>
              <a:gd name="connsiteY151" fmla="*/ 2182060 h 2237474"/>
              <a:gd name="connsiteX152" fmla="*/ 550309 w 12192000"/>
              <a:gd name="connsiteY152" fmla="*/ 2181825 h 2237474"/>
              <a:gd name="connsiteX153" fmla="*/ 541836 w 12192000"/>
              <a:gd name="connsiteY153" fmla="*/ 2181063 h 2237474"/>
              <a:gd name="connsiteX154" fmla="*/ 536057 w 12192000"/>
              <a:gd name="connsiteY154" fmla="*/ 2181537 h 2237474"/>
              <a:gd name="connsiteX155" fmla="*/ 520671 w 12192000"/>
              <a:gd name="connsiteY155" fmla="*/ 2180980 h 2237474"/>
              <a:gd name="connsiteX156" fmla="*/ 515024 w 12192000"/>
              <a:gd name="connsiteY156" fmla="*/ 2179258 h 2237474"/>
              <a:gd name="connsiteX157" fmla="*/ 512278 w 12192000"/>
              <a:gd name="connsiteY157" fmla="*/ 2176369 h 2237474"/>
              <a:gd name="connsiteX158" fmla="*/ 480419 w 12192000"/>
              <a:gd name="connsiteY158" fmla="*/ 2167807 h 2237474"/>
              <a:gd name="connsiteX159" fmla="*/ 413835 w 12192000"/>
              <a:gd name="connsiteY159" fmla="*/ 2156783 h 2237474"/>
              <a:gd name="connsiteX160" fmla="*/ 376513 w 12192000"/>
              <a:gd name="connsiteY160" fmla="*/ 2154014 h 2237474"/>
              <a:gd name="connsiteX161" fmla="*/ 273386 w 12192000"/>
              <a:gd name="connsiteY161" fmla="*/ 2142551 h 2237474"/>
              <a:gd name="connsiteX162" fmla="*/ 169207 w 12192000"/>
              <a:gd name="connsiteY162" fmla="*/ 2128100 h 2237474"/>
              <a:gd name="connsiteX163" fmla="*/ 93149 w 12192000"/>
              <a:gd name="connsiteY163" fmla="*/ 2105324 h 2237474"/>
              <a:gd name="connsiteX164" fmla="*/ 88109 w 12192000"/>
              <a:gd name="connsiteY164" fmla="*/ 2106704 h 2237474"/>
              <a:gd name="connsiteX165" fmla="*/ 80022 w 12192000"/>
              <a:gd name="connsiteY165" fmla="*/ 2107254 h 2237474"/>
              <a:gd name="connsiteX166" fmla="*/ 79717 w 12192000"/>
              <a:gd name="connsiteY166" fmla="*/ 2107046 h 2237474"/>
              <a:gd name="connsiteX167" fmla="*/ 72352 w 12192000"/>
              <a:gd name="connsiteY167" fmla="*/ 2107991 h 2237474"/>
              <a:gd name="connsiteX168" fmla="*/ 37645 w 12192000"/>
              <a:gd name="connsiteY168" fmla="*/ 2115401 h 2237474"/>
              <a:gd name="connsiteX169" fmla="*/ 4572 w 12192000"/>
              <a:gd name="connsiteY169" fmla="*/ 2111091 h 2237474"/>
              <a:gd name="connsiteX170" fmla="*/ 0 w 12192000"/>
              <a:gd name="connsiteY170" fmla="*/ 2110468 h 2237474"/>
              <a:gd name="connsiteX171" fmla="*/ 0 w 12192000"/>
              <a:gd name="connsiteY171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15111 h 2237474"/>
              <a:gd name="connsiteX121" fmla="*/ 2186609 w 12192000"/>
              <a:gd name="connsiteY121" fmla="*/ 2008263 h 2237474"/>
              <a:gd name="connsiteX122" fmla="*/ 2164831 w 12192000"/>
              <a:gd name="connsiteY122" fmla="*/ 2010143 h 2237474"/>
              <a:gd name="connsiteX123" fmla="*/ 2152836 w 12192000"/>
              <a:gd name="connsiteY123" fmla="*/ 2010048 h 2237474"/>
              <a:gd name="connsiteX124" fmla="*/ 2117102 w 12192000"/>
              <a:gd name="connsiteY124" fmla="*/ 2023004 h 2237474"/>
              <a:gd name="connsiteX125" fmla="*/ 2111935 w 12192000"/>
              <a:gd name="connsiteY125" fmla="*/ 2023163 h 2237474"/>
              <a:gd name="connsiteX126" fmla="*/ 2089991 w 12192000"/>
              <a:gd name="connsiteY126" fmla="*/ 2034193 h 2237474"/>
              <a:gd name="connsiteX127" fmla="*/ 2058061 w 12192000"/>
              <a:gd name="connsiteY127" fmla="*/ 2047942 h 2237474"/>
              <a:gd name="connsiteX128" fmla="*/ 2055737 w 12192000"/>
              <a:gd name="connsiteY128" fmla="*/ 2047704 h 2237474"/>
              <a:gd name="connsiteX129" fmla="*/ 2042244 w 12192000"/>
              <a:gd name="connsiteY129" fmla="*/ 2055560 h 2237474"/>
              <a:gd name="connsiteX130" fmla="*/ 1877728 w 12192000"/>
              <a:gd name="connsiteY130" fmla="*/ 2101004 h 2237474"/>
              <a:gd name="connsiteX131" fmla="*/ 1759056 w 12192000"/>
              <a:gd name="connsiteY131" fmla="*/ 2125608 h 2237474"/>
              <a:gd name="connsiteX132" fmla="*/ 1637948 w 12192000"/>
              <a:gd name="connsiteY132" fmla="*/ 2172597 h 2237474"/>
              <a:gd name="connsiteX133" fmla="*/ 1434549 w 12192000"/>
              <a:gd name="connsiteY133" fmla="*/ 2234522 h 2237474"/>
              <a:gd name="connsiteX134" fmla="*/ 1398481 w 12192000"/>
              <a:gd name="connsiteY134" fmla="*/ 2237074 h 2237474"/>
              <a:gd name="connsiteX135" fmla="*/ 1398407 w 12192000"/>
              <a:gd name="connsiteY135" fmla="*/ 2237095 h 2237474"/>
              <a:gd name="connsiteX136" fmla="*/ 1370962 w 12192000"/>
              <a:gd name="connsiteY136" fmla="*/ 2237474 h 2237474"/>
              <a:gd name="connsiteX137" fmla="*/ 1356367 w 12192000"/>
              <a:gd name="connsiteY137" fmla="*/ 2235089 h 2237474"/>
              <a:gd name="connsiteX138" fmla="*/ 1324828 w 12192000"/>
              <a:gd name="connsiteY138" fmla="*/ 2231968 h 2237474"/>
              <a:gd name="connsiteX139" fmla="*/ 1279765 w 12192000"/>
              <a:gd name="connsiteY139" fmla="*/ 2229639 h 2237474"/>
              <a:gd name="connsiteX140" fmla="*/ 1195347 w 12192000"/>
              <a:gd name="connsiteY140" fmla="*/ 2212354 h 2237474"/>
              <a:gd name="connsiteX141" fmla="*/ 970251 w 12192000"/>
              <a:gd name="connsiteY141" fmla="*/ 2221029 h 2237474"/>
              <a:gd name="connsiteX142" fmla="*/ 812914 w 12192000"/>
              <a:gd name="connsiteY142" fmla="*/ 2202752 h 2237474"/>
              <a:gd name="connsiteX143" fmla="*/ 800195 w 12192000"/>
              <a:gd name="connsiteY143" fmla="*/ 2209407 h 2237474"/>
              <a:gd name="connsiteX144" fmla="*/ 784978 w 12192000"/>
              <a:gd name="connsiteY144" fmla="*/ 2212360 h 2237474"/>
              <a:gd name="connsiteX145" fmla="*/ 681987 w 12192000"/>
              <a:gd name="connsiteY145" fmla="*/ 2216757 h 2237474"/>
              <a:gd name="connsiteX146" fmla="*/ 669923 w 12192000"/>
              <a:gd name="connsiteY146" fmla="*/ 2211682 h 2237474"/>
              <a:gd name="connsiteX147" fmla="*/ 648680 w 12192000"/>
              <a:gd name="connsiteY147" fmla="*/ 2206229 h 2237474"/>
              <a:gd name="connsiteX148" fmla="*/ 597225 w 12192000"/>
              <a:gd name="connsiteY148" fmla="*/ 2180999 h 2237474"/>
              <a:gd name="connsiteX149" fmla="*/ 558449 w 12192000"/>
              <a:gd name="connsiteY149" fmla="*/ 2182346 h 2237474"/>
              <a:gd name="connsiteX150" fmla="*/ 550517 w 12192000"/>
              <a:gd name="connsiteY150" fmla="*/ 2182060 h 2237474"/>
              <a:gd name="connsiteX151" fmla="*/ 550309 w 12192000"/>
              <a:gd name="connsiteY151" fmla="*/ 2181825 h 2237474"/>
              <a:gd name="connsiteX152" fmla="*/ 541836 w 12192000"/>
              <a:gd name="connsiteY152" fmla="*/ 2181063 h 2237474"/>
              <a:gd name="connsiteX153" fmla="*/ 536057 w 12192000"/>
              <a:gd name="connsiteY153" fmla="*/ 2181537 h 2237474"/>
              <a:gd name="connsiteX154" fmla="*/ 520671 w 12192000"/>
              <a:gd name="connsiteY154" fmla="*/ 2180980 h 2237474"/>
              <a:gd name="connsiteX155" fmla="*/ 515024 w 12192000"/>
              <a:gd name="connsiteY155" fmla="*/ 2179258 h 2237474"/>
              <a:gd name="connsiteX156" fmla="*/ 512278 w 12192000"/>
              <a:gd name="connsiteY156" fmla="*/ 2176369 h 2237474"/>
              <a:gd name="connsiteX157" fmla="*/ 480419 w 12192000"/>
              <a:gd name="connsiteY157" fmla="*/ 2167807 h 2237474"/>
              <a:gd name="connsiteX158" fmla="*/ 413835 w 12192000"/>
              <a:gd name="connsiteY158" fmla="*/ 2156783 h 2237474"/>
              <a:gd name="connsiteX159" fmla="*/ 376513 w 12192000"/>
              <a:gd name="connsiteY159" fmla="*/ 2154014 h 2237474"/>
              <a:gd name="connsiteX160" fmla="*/ 273386 w 12192000"/>
              <a:gd name="connsiteY160" fmla="*/ 2142551 h 2237474"/>
              <a:gd name="connsiteX161" fmla="*/ 169207 w 12192000"/>
              <a:gd name="connsiteY161" fmla="*/ 2128100 h 2237474"/>
              <a:gd name="connsiteX162" fmla="*/ 93149 w 12192000"/>
              <a:gd name="connsiteY162" fmla="*/ 2105324 h 2237474"/>
              <a:gd name="connsiteX163" fmla="*/ 88109 w 12192000"/>
              <a:gd name="connsiteY163" fmla="*/ 2106704 h 2237474"/>
              <a:gd name="connsiteX164" fmla="*/ 80022 w 12192000"/>
              <a:gd name="connsiteY164" fmla="*/ 2107254 h 2237474"/>
              <a:gd name="connsiteX165" fmla="*/ 79717 w 12192000"/>
              <a:gd name="connsiteY165" fmla="*/ 2107046 h 2237474"/>
              <a:gd name="connsiteX166" fmla="*/ 72352 w 12192000"/>
              <a:gd name="connsiteY166" fmla="*/ 2107991 h 2237474"/>
              <a:gd name="connsiteX167" fmla="*/ 37645 w 12192000"/>
              <a:gd name="connsiteY167" fmla="*/ 2115401 h 2237474"/>
              <a:gd name="connsiteX168" fmla="*/ 4572 w 12192000"/>
              <a:gd name="connsiteY168" fmla="*/ 2111091 h 2237474"/>
              <a:gd name="connsiteX169" fmla="*/ 0 w 12192000"/>
              <a:gd name="connsiteY169" fmla="*/ 2110468 h 2237474"/>
              <a:gd name="connsiteX170" fmla="*/ 0 w 12192000"/>
              <a:gd name="connsiteY170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15111 h 2237474"/>
              <a:gd name="connsiteX121" fmla="*/ 2186609 w 12192000"/>
              <a:gd name="connsiteY121" fmla="*/ 2008263 h 2237474"/>
              <a:gd name="connsiteX122" fmla="*/ 2164831 w 12192000"/>
              <a:gd name="connsiteY122" fmla="*/ 2010143 h 2237474"/>
              <a:gd name="connsiteX123" fmla="*/ 2152836 w 12192000"/>
              <a:gd name="connsiteY123" fmla="*/ 2010048 h 2237474"/>
              <a:gd name="connsiteX124" fmla="*/ 2117102 w 12192000"/>
              <a:gd name="connsiteY124" fmla="*/ 2023004 h 2237474"/>
              <a:gd name="connsiteX125" fmla="*/ 2111935 w 12192000"/>
              <a:gd name="connsiteY125" fmla="*/ 2023163 h 2237474"/>
              <a:gd name="connsiteX126" fmla="*/ 2089991 w 12192000"/>
              <a:gd name="connsiteY126" fmla="*/ 2034193 h 2237474"/>
              <a:gd name="connsiteX127" fmla="*/ 2058061 w 12192000"/>
              <a:gd name="connsiteY127" fmla="*/ 2047942 h 2237474"/>
              <a:gd name="connsiteX128" fmla="*/ 2055737 w 12192000"/>
              <a:gd name="connsiteY128" fmla="*/ 2047704 h 2237474"/>
              <a:gd name="connsiteX129" fmla="*/ 2042244 w 12192000"/>
              <a:gd name="connsiteY129" fmla="*/ 2055560 h 2237474"/>
              <a:gd name="connsiteX130" fmla="*/ 1877728 w 12192000"/>
              <a:gd name="connsiteY130" fmla="*/ 2101004 h 2237474"/>
              <a:gd name="connsiteX131" fmla="*/ 1759056 w 12192000"/>
              <a:gd name="connsiteY131" fmla="*/ 2125608 h 2237474"/>
              <a:gd name="connsiteX132" fmla="*/ 1637948 w 12192000"/>
              <a:gd name="connsiteY132" fmla="*/ 2172597 h 2237474"/>
              <a:gd name="connsiteX133" fmla="*/ 1434549 w 12192000"/>
              <a:gd name="connsiteY133" fmla="*/ 2234522 h 2237474"/>
              <a:gd name="connsiteX134" fmla="*/ 1398481 w 12192000"/>
              <a:gd name="connsiteY134" fmla="*/ 2237074 h 2237474"/>
              <a:gd name="connsiteX135" fmla="*/ 1398407 w 12192000"/>
              <a:gd name="connsiteY135" fmla="*/ 2237095 h 2237474"/>
              <a:gd name="connsiteX136" fmla="*/ 1370962 w 12192000"/>
              <a:gd name="connsiteY136" fmla="*/ 2237474 h 2237474"/>
              <a:gd name="connsiteX137" fmla="*/ 1356367 w 12192000"/>
              <a:gd name="connsiteY137" fmla="*/ 2235089 h 2237474"/>
              <a:gd name="connsiteX138" fmla="*/ 1324828 w 12192000"/>
              <a:gd name="connsiteY138" fmla="*/ 2231968 h 2237474"/>
              <a:gd name="connsiteX139" fmla="*/ 1279765 w 12192000"/>
              <a:gd name="connsiteY139" fmla="*/ 2229639 h 2237474"/>
              <a:gd name="connsiteX140" fmla="*/ 1195347 w 12192000"/>
              <a:gd name="connsiteY140" fmla="*/ 2212354 h 2237474"/>
              <a:gd name="connsiteX141" fmla="*/ 970251 w 12192000"/>
              <a:gd name="connsiteY141" fmla="*/ 2221029 h 2237474"/>
              <a:gd name="connsiteX142" fmla="*/ 812914 w 12192000"/>
              <a:gd name="connsiteY142" fmla="*/ 2202752 h 2237474"/>
              <a:gd name="connsiteX143" fmla="*/ 800195 w 12192000"/>
              <a:gd name="connsiteY143" fmla="*/ 2209407 h 2237474"/>
              <a:gd name="connsiteX144" fmla="*/ 784978 w 12192000"/>
              <a:gd name="connsiteY144" fmla="*/ 2212360 h 2237474"/>
              <a:gd name="connsiteX145" fmla="*/ 681987 w 12192000"/>
              <a:gd name="connsiteY145" fmla="*/ 2216757 h 2237474"/>
              <a:gd name="connsiteX146" fmla="*/ 669923 w 12192000"/>
              <a:gd name="connsiteY146" fmla="*/ 2211682 h 2237474"/>
              <a:gd name="connsiteX147" fmla="*/ 648680 w 12192000"/>
              <a:gd name="connsiteY147" fmla="*/ 2206229 h 2237474"/>
              <a:gd name="connsiteX148" fmla="*/ 597225 w 12192000"/>
              <a:gd name="connsiteY148" fmla="*/ 2180999 h 2237474"/>
              <a:gd name="connsiteX149" fmla="*/ 558449 w 12192000"/>
              <a:gd name="connsiteY149" fmla="*/ 2182346 h 2237474"/>
              <a:gd name="connsiteX150" fmla="*/ 550517 w 12192000"/>
              <a:gd name="connsiteY150" fmla="*/ 2182060 h 2237474"/>
              <a:gd name="connsiteX151" fmla="*/ 550309 w 12192000"/>
              <a:gd name="connsiteY151" fmla="*/ 2181825 h 2237474"/>
              <a:gd name="connsiteX152" fmla="*/ 541836 w 12192000"/>
              <a:gd name="connsiteY152" fmla="*/ 2181063 h 2237474"/>
              <a:gd name="connsiteX153" fmla="*/ 536057 w 12192000"/>
              <a:gd name="connsiteY153" fmla="*/ 2181537 h 2237474"/>
              <a:gd name="connsiteX154" fmla="*/ 520671 w 12192000"/>
              <a:gd name="connsiteY154" fmla="*/ 2180980 h 2237474"/>
              <a:gd name="connsiteX155" fmla="*/ 515024 w 12192000"/>
              <a:gd name="connsiteY155" fmla="*/ 2179258 h 2237474"/>
              <a:gd name="connsiteX156" fmla="*/ 512278 w 12192000"/>
              <a:gd name="connsiteY156" fmla="*/ 2176369 h 2237474"/>
              <a:gd name="connsiteX157" fmla="*/ 480419 w 12192000"/>
              <a:gd name="connsiteY157" fmla="*/ 2167807 h 2237474"/>
              <a:gd name="connsiteX158" fmla="*/ 413835 w 12192000"/>
              <a:gd name="connsiteY158" fmla="*/ 2156783 h 2237474"/>
              <a:gd name="connsiteX159" fmla="*/ 376513 w 12192000"/>
              <a:gd name="connsiteY159" fmla="*/ 2154014 h 2237474"/>
              <a:gd name="connsiteX160" fmla="*/ 273386 w 12192000"/>
              <a:gd name="connsiteY160" fmla="*/ 2142551 h 2237474"/>
              <a:gd name="connsiteX161" fmla="*/ 169207 w 12192000"/>
              <a:gd name="connsiteY161" fmla="*/ 2128100 h 2237474"/>
              <a:gd name="connsiteX162" fmla="*/ 93149 w 12192000"/>
              <a:gd name="connsiteY162" fmla="*/ 2105324 h 2237474"/>
              <a:gd name="connsiteX163" fmla="*/ 88109 w 12192000"/>
              <a:gd name="connsiteY163" fmla="*/ 2106704 h 2237474"/>
              <a:gd name="connsiteX164" fmla="*/ 80022 w 12192000"/>
              <a:gd name="connsiteY164" fmla="*/ 2107254 h 2237474"/>
              <a:gd name="connsiteX165" fmla="*/ 79717 w 12192000"/>
              <a:gd name="connsiteY165" fmla="*/ 2107046 h 2237474"/>
              <a:gd name="connsiteX166" fmla="*/ 72352 w 12192000"/>
              <a:gd name="connsiteY166" fmla="*/ 2107991 h 2237474"/>
              <a:gd name="connsiteX167" fmla="*/ 37645 w 12192000"/>
              <a:gd name="connsiteY167" fmla="*/ 2115401 h 2237474"/>
              <a:gd name="connsiteX168" fmla="*/ 4572 w 12192000"/>
              <a:gd name="connsiteY168" fmla="*/ 2111091 h 2237474"/>
              <a:gd name="connsiteX169" fmla="*/ 0 w 12192000"/>
              <a:gd name="connsiteY169" fmla="*/ 2110468 h 2237474"/>
              <a:gd name="connsiteX170" fmla="*/ 0 w 12192000"/>
              <a:gd name="connsiteY170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15111 h 2237474"/>
              <a:gd name="connsiteX121" fmla="*/ 2186609 w 12192000"/>
              <a:gd name="connsiteY121" fmla="*/ 2008263 h 2237474"/>
              <a:gd name="connsiteX122" fmla="*/ 2164831 w 12192000"/>
              <a:gd name="connsiteY122" fmla="*/ 2010143 h 2237474"/>
              <a:gd name="connsiteX123" fmla="*/ 2152836 w 12192000"/>
              <a:gd name="connsiteY123" fmla="*/ 2010048 h 2237474"/>
              <a:gd name="connsiteX124" fmla="*/ 2117102 w 12192000"/>
              <a:gd name="connsiteY124" fmla="*/ 2023004 h 2237474"/>
              <a:gd name="connsiteX125" fmla="*/ 2111935 w 12192000"/>
              <a:gd name="connsiteY125" fmla="*/ 2023163 h 2237474"/>
              <a:gd name="connsiteX126" fmla="*/ 2089991 w 12192000"/>
              <a:gd name="connsiteY126" fmla="*/ 2034193 h 2237474"/>
              <a:gd name="connsiteX127" fmla="*/ 2058061 w 12192000"/>
              <a:gd name="connsiteY127" fmla="*/ 2047942 h 2237474"/>
              <a:gd name="connsiteX128" fmla="*/ 2042244 w 12192000"/>
              <a:gd name="connsiteY128" fmla="*/ 2055560 h 2237474"/>
              <a:gd name="connsiteX129" fmla="*/ 1877728 w 12192000"/>
              <a:gd name="connsiteY129" fmla="*/ 2101004 h 2237474"/>
              <a:gd name="connsiteX130" fmla="*/ 1759056 w 12192000"/>
              <a:gd name="connsiteY130" fmla="*/ 2125608 h 2237474"/>
              <a:gd name="connsiteX131" fmla="*/ 1637948 w 12192000"/>
              <a:gd name="connsiteY131" fmla="*/ 2172597 h 2237474"/>
              <a:gd name="connsiteX132" fmla="*/ 1434549 w 12192000"/>
              <a:gd name="connsiteY132" fmla="*/ 2234522 h 2237474"/>
              <a:gd name="connsiteX133" fmla="*/ 1398481 w 12192000"/>
              <a:gd name="connsiteY133" fmla="*/ 2237074 h 2237474"/>
              <a:gd name="connsiteX134" fmla="*/ 1398407 w 12192000"/>
              <a:gd name="connsiteY134" fmla="*/ 2237095 h 2237474"/>
              <a:gd name="connsiteX135" fmla="*/ 1370962 w 12192000"/>
              <a:gd name="connsiteY135" fmla="*/ 2237474 h 2237474"/>
              <a:gd name="connsiteX136" fmla="*/ 1356367 w 12192000"/>
              <a:gd name="connsiteY136" fmla="*/ 2235089 h 2237474"/>
              <a:gd name="connsiteX137" fmla="*/ 1324828 w 12192000"/>
              <a:gd name="connsiteY137" fmla="*/ 2231968 h 2237474"/>
              <a:gd name="connsiteX138" fmla="*/ 1279765 w 12192000"/>
              <a:gd name="connsiteY138" fmla="*/ 2229639 h 2237474"/>
              <a:gd name="connsiteX139" fmla="*/ 1195347 w 12192000"/>
              <a:gd name="connsiteY139" fmla="*/ 2212354 h 2237474"/>
              <a:gd name="connsiteX140" fmla="*/ 970251 w 12192000"/>
              <a:gd name="connsiteY140" fmla="*/ 2221029 h 2237474"/>
              <a:gd name="connsiteX141" fmla="*/ 812914 w 12192000"/>
              <a:gd name="connsiteY141" fmla="*/ 2202752 h 2237474"/>
              <a:gd name="connsiteX142" fmla="*/ 800195 w 12192000"/>
              <a:gd name="connsiteY142" fmla="*/ 2209407 h 2237474"/>
              <a:gd name="connsiteX143" fmla="*/ 784978 w 12192000"/>
              <a:gd name="connsiteY143" fmla="*/ 2212360 h 2237474"/>
              <a:gd name="connsiteX144" fmla="*/ 681987 w 12192000"/>
              <a:gd name="connsiteY144" fmla="*/ 2216757 h 2237474"/>
              <a:gd name="connsiteX145" fmla="*/ 669923 w 12192000"/>
              <a:gd name="connsiteY145" fmla="*/ 2211682 h 2237474"/>
              <a:gd name="connsiteX146" fmla="*/ 648680 w 12192000"/>
              <a:gd name="connsiteY146" fmla="*/ 2206229 h 2237474"/>
              <a:gd name="connsiteX147" fmla="*/ 597225 w 12192000"/>
              <a:gd name="connsiteY147" fmla="*/ 2180999 h 2237474"/>
              <a:gd name="connsiteX148" fmla="*/ 558449 w 12192000"/>
              <a:gd name="connsiteY148" fmla="*/ 2182346 h 2237474"/>
              <a:gd name="connsiteX149" fmla="*/ 550517 w 12192000"/>
              <a:gd name="connsiteY149" fmla="*/ 2182060 h 2237474"/>
              <a:gd name="connsiteX150" fmla="*/ 550309 w 12192000"/>
              <a:gd name="connsiteY150" fmla="*/ 2181825 h 2237474"/>
              <a:gd name="connsiteX151" fmla="*/ 541836 w 12192000"/>
              <a:gd name="connsiteY151" fmla="*/ 2181063 h 2237474"/>
              <a:gd name="connsiteX152" fmla="*/ 536057 w 12192000"/>
              <a:gd name="connsiteY152" fmla="*/ 2181537 h 2237474"/>
              <a:gd name="connsiteX153" fmla="*/ 520671 w 12192000"/>
              <a:gd name="connsiteY153" fmla="*/ 2180980 h 2237474"/>
              <a:gd name="connsiteX154" fmla="*/ 515024 w 12192000"/>
              <a:gd name="connsiteY154" fmla="*/ 2179258 h 2237474"/>
              <a:gd name="connsiteX155" fmla="*/ 512278 w 12192000"/>
              <a:gd name="connsiteY155" fmla="*/ 2176369 h 2237474"/>
              <a:gd name="connsiteX156" fmla="*/ 480419 w 12192000"/>
              <a:gd name="connsiteY156" fmla="*/ 2167807 h 2237474"/>
              <a:gd name="connsiteX157" fmla="*/ 413835 w 12192000"/>
              <a:gd name="connsiteY157" fmla="*/ 2156783 h 2237474"/>
              <a:gd name="connsiteX158" fmla="*/ 376513 w 12192000"/>
              <a:gd name="connsiteY158" fmla="*/ 2154014 h 2237474"/>
              <a:gd name="connsiteX159" fmla="*/ 273386 w 12192000"/>
              <a:gd name="connsiteY159" fmla="*/ 2142551 h 2237474"/>
              <a:gd name="connsiteX160" fmla="*/ 169207 w 12192000"/>
              <a:gd name="connsiteY160" fmla="*/ 2128100 h 2237474"/>
              <a:gd name="connsiteX161" fmla="*/ 93149 w 12192000"/>
              <a:gd name="connsiteY161" fmla="*/ 2105324 h 2237474"/>
              <a:gd name="connsiteX162" fmla="*/ 88109 w 12192000"/>
              <a:gd name="connsiteY162" fmla="*/ 2106704 h 2237474"/>
              <a:gd name="connsiteX163" fmla="*/ 80022 w 12192000"/>
              <a:gd name="connsiteY163" fmla="*/ 2107254 h 2237474"/>
              <a:gd name="connsiteX164" fmla="*/ 79717 w 12192000"/>
              <a:gd name="connsiteY164" fmla="*/ 2107046 h 2237474"/>
              <a:gd name="connsiteX165" fmla="*/ 72352 w 12192000"/>
              <a:gd name="connsiteY165" fmla="*/ 2107991 h 2237474"/>
              <a:gd name="connsiteX166" fmla="*/ 37645 w 12192000"/>
              <a:gd name="connsiteY166" fmla="*/ 2115401 h 2237474"/>
              <a:gd name="connsiteX167" fmla="*/ 4572 w 12192000"/>
              <a:gd name="connsiteY167" fmla="*/ 2111091 h 2237474"/>
              <a:gd name="connsiteX168" fmla="*/ 0 w 12192000"/>
              <a:gd name="connsiteY168" fmla="*/ 2110468 h 2237474"/>
              <a:gd name="connsiteX169" fmla="*/ 0 w 12192000"/>
              <a:gd name="connsiteY169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15111 h 2237474"/>
              <a:gd name="connsiteX121" fmla="*/ 2186609 w 12192000"/>
              <a:gd name="connsiteY121" fmla="*/ 2008263 h 2237474"/>
              <a:gd name="connsiteX122" fmla="*/ 2164831 w 12192000"/>
              <a:gd name="connsiteY122" fmla="*/ 2010143 h 2237474"/>
              <a:gd name="connsiteX123" fmla="*/ 2117102 w 12192000"/>
              <a:gd name="connsiteY123" fmla="*/ 2023004 h 2237474"/>
              <a:gd name="connsiteX124" fmla="*/ 2111935 w 12192000"/>
              <a:gd name="connsiteY124" fmla="*/ 2023163 h 2237474"/>
              <a:gd name="connsiteX125" fmla="*/ 2089991 w 12192000"/>
              <a:gd name="connsiteY125" fmla="*/ 2034193 h 2237474"/>
              <a:gd name="connsiteX126" fmla="*/ 2058061 w 12192000"/>
              <a:gd name="connsiteY126" fmla="*/ 2047942 h 2237474"/>
              <a:gd name="connsiteX127" fmla="*/ 2042244 w 12192000"/>
              <a:gd name="connsiteY127" fmla="*/ 2055560 h 2237474"/>
              <a:gd name="connsiteX128" fmla="*/ 1877728 w 12192000"/>
              <a:gd name="connsiteY128" fmla="*/ 2101004 h 2237474"/>
              <a:gd name="connsiteX129" fmla="*/ 1759056 w 12192000"/>
              <a:gd name="connsiteY129" fmla="*/ 2125608 h 2237474"/>
              <a:gd name="connsiteX130" fmla="*/ 1637948 w 12192000"/>
              <a:gd name="connsiteY130" fmla="*/ 2172597 h 2237474"/>
              <a:gd name="connsiteX131" fmla="*/ 1434549 w 12192000"/>
              <a:gd name="connsiteY131" fmla="*/ 2234522 h 2237474"/>
              <a:gd name="connsiteX132" fmla="*/ 1398481 w 12192000"/>
              <a:gd name="connsiteY132" fmla="*/ 2237074 h 2237474"/>
              <a:gd name="connsiteX133" fmla="*/ 1398407 w 12192000"/>
              <a:gd name="connsiteY133" fmla="*/ 2237095 h 2237474"/>
              <a:gd name="connsiteX134" fmla="*/ 1370962 w 12192000"/>
              <a:gd name="connsiteY134" fmla="*/ 2237474 h 2237474"/>
              <a:gd name="connsiteX135" fmla="*/ 1356367 w 12192000"/>
              <a:gd name="connsiteY135" fmla="*/ 2235089 h 2237474"/>
              <a:gd name="connsiteX136" fmla="*/ 1324828 w 12192000"/>
              <a:gd name="connsiteY136" fmla="*/ 2231968 h 2237474"/>
              <a:gd name="connsiteX137" fmla="*/ 1279765 w 12192000"/>
              <a:gd name="connsiteY137" fmla="*/ 2229639 h 2237474"/>
              <a:gd name="connsiteX138" fmla="*/ 1195347 w 12192000"/>
              <a:gd name="connsiteY138" fmla="*/ 2212354 h 2237474"/>
              <a:gd name="connsiteX139" fmla="*/ 970251 w 12192000"/>
              <a:gd name="connsiteY139" fmla="*/ 2221029 h 2237474"/>
              <a:gd name="connsiteX140" fmla="*/ 812914 w 12192000"/>
              <a:gd name="connsiteY140" fmla="*/ 2202752 h 2237474"/>
              <a:gd name="connsiteX141" fmla="*/ 800195 w 12192000"/>
              <a:gd name="connsiteY141" fmla="*/ 2209407 h 2237474"/>
              <a:gd name="connsiteX142" fmla="*/ 784978 w 12192000"/>
              <a:gd name="connsiteY142" fmla="*/ 2212360 h 2237474"/>
              <a:gd name="connsiteX143" fmla="*/ 681987 w 12192000"/>
              <a:gd name="connsiteY143" fmla="*/ 2216757 h 2237474"/>
              <a:gd name="connsiteX144" fmla="*/ 669923 w 12192000"/>
              <a:gd name="connsiteY144" fmla="*/ 2211682 h 2237474"/>
              <a:gd name="connsiteX145" fmla="*/ 648680 w 12192000"/>
              <a:gd name="connsiteY145" fmla="*/ 2206229 h 2237474"/>
              <a:gd name="connsiteX146" fmla="*/ 597225 w 12192000"/>
              <a:gd name="connsiteY146" fmla="*/ 2180999 h 2237474"/>
              <a:gd name="connsiteX147" fmla="*/ 558449 w 12192000"/>
              <a:gd name="connsiteY147" fmla="*/ 2182346 h 2237474"/>
              <a:gd name="connsiteX148" fmla="*/ 550517 w 12192000"/>
              <a:gd name="connsiteY148" fmla="*/ 2182060 h 2237474"/>
              <a:gd name="connsiteX149" fmla="*/ 550309 w 12192000"/>
              <a:gd name="connsiteY149" fmla="*/ 2181825 h 2237474"/>
              <a:gd name="connsiteX150" fmla="*/ 541836 w 12192000"/>
              <a:gd name="connsiteY150" fmla="*/ 2181063 h 2237474"/>
              <a:gd name="connsiteX151" fmla="*/ 536057 w 12192000"/>
              <a:gd name="connsiteY151" fmla="*/ 2181537 h 2237474"/>
              <a:gd name="connsiteX152" fmla="*/ 520671 w 12192000"/>
              <a:gd name="connsiteY152" fmla="*/ 2180980 h 2237474"/>
              <a:gd name="connsiteX153" fmla="*/ 515024 w 12192000"/>
              <a:gd name="connsiteY153" fmla="*/ 2179258 h 2237474"/>
              <a:gd name="connsiteX154" fmla="*/ 512278 w 12192000"/>
              <a:gd name="connsiteY154" fmla="*/ 2176369 h 2237474"/>
              <a:gd name="connsiteX155" fmla="*/ 480419 w 12192000"/>
              <a:gd name="connsiteY155" fmla="*/ 2167807 h 2237474"/>
              <a:gd name="connsiteX156" fmla="*/ 413835 w 12192000"/>
              <a:gd name="connsiteY156" fmla="*/ 2156783 h 2237474"/>
              <a:gd name="connsiteX157" fmla="*/ 376513 w 12192000"/>
              <a:gd name="connsiteY157" fmla="*/ 2154014 h 2237474"/>
              <a:gd name="connsiteX158" fmla="*/ 273386 w 12192000"/>
              <a:gd name="connsiteY158" fmla="*/ 2142551 h 2237474"/>
              <a:gd name="connsiteX159" fmla="*/ 169207 w 12192000"/>
              <a:gd name="connsiteY159" fmla="*/ 2128100 h 2237474"/>
              <a:gd name="connsiteX160" fmla="*/ 93149 w 12192000"/>
              <a:gd name="connsiteY160" fmla="*/ 2105324 h 2237474"/>
              <a:gd name="connsiteX161" fmla="*/ 88109 w 12192000"/>
              <a:gd name="connsiteY161" fmla="*/ 2106704 h 2237474"/>
              <a:gd name="connsiteX162" fmla="*/ 80022 w 12192000"/>
              <a:gd name="connsiteY162" fmla="*/ 2107254 h 2237474"/>
              <a:gd name="connsiteX163" fmla="*/ 79717 w 12192000"/>
              <a:gd name="connsiteY163" fmla="*/ 2107046 h 2237474"/>
              <a:gd name="connsiteX164" fmla="*/ 72352 w 12192000"/>
              <a:gd name="connsiteY164" fmla="*/ 2107991 h 2237474"/>
              <a:gd name="connsiteX165" fmla="*/ 37645 w 12192000"/>
              <a:gd name="connsiteY165" fmla="*/ 2115401 h 2237474"/>
              <a:gd name="connsiteX166" fmla="*/ 4572 w 12192000"/>
              <a:gd name="connsiteY166" fmla="*/ 2111091 h 2237474"/>
              <a:gd name="connsiteX167" fmla="*/ 0 w 12192000"/>
              <a:gd name="connsiteY167" fmla="*/ 2110468 h 2237474"/>
              <a:gd name="connsiteX168" fmla="*/ 0 w 12192000"/>
              <a:gd name="connsiteY168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15111 h 2237474"/>
              <a:gd name="connsiteX121" fmla="*/ 2186609 w 12192000"/>
              <a:gd name="connsiteY121" fmla="*/ 2008263 h 2237474"/>
              <a:gd name="connsiteX122" fmla="*/ 2164831 w 12192000"/>
              <a:gd name="connsiteY122" fmla="*/ 2010143 h 2237474"/>
              <a:gd name="connsiteX123" fmla="*/ 2117102 w 12192000"/>
              <a:gd name="connsiteY123" fmla="*/ 2023004 h 2237474"/>
              <a:gd name="connsiteX124" fmla="*/ 2089991 w 12192000"/>
              <a:gd name="connsiteY124" fmla="*/ 2034193 h 2237474"/>
              <a:gd name="connsiteX125" fmla="*/ 2058061 w 12192000"/>
              <a:gd name="connsiteY125" fmla="*/ 2047942 h 2237474"/>
              <a:gd name="connsiteX126" fmla="*/ 2042244 w 12192000"/>
              <a:gd name="connsiteY126" fmla="*/ 2055560 h 2237474"/>
              <a:gd name="connsiteX127" fmla="*/ 1877728 w 12192000"/>
              <a:gd name="connsiteY127" fmla="*/ 2101004 h 2237474"/>
              <a:gd name="connsiteX128" fmla="*/ 1759056 w 12192000"/>
              <a:gd name="connsiteY128" fmla="*/ 2125608 h 2237474"/>
              <a:gd name="connsiteX129" fmla="*/ 1637948 w 12192000"/>
              <a:gd name="connsiteY129" fmla="*/ 2172597 h 2237474"/>
              <a:gd name="connsiteX130" fmla="*/ 1434549 w 12192000"/>
              <a:gd name="connsiteY130" fmla="*/ 2234522 h 2237474"/>
              <a:gd name="connsiteX131" fmla="*/ 1398481 w 12192000"/>
              <a:gd name="connsiteY131" fmla="*/ 2237074 h 2237474"/>
              <a:gd name="connsiteX132" fmla="*/ 1398407 w 12192000"/>
              <a:gd name="connsiteY132" fmla="*/ 2237095 h 2237474"/>
              <a:gd name="connsiteX133" fmla="*/ 1370962 w 12192000"/>
              <a:gd name="connsiteY133" fmla="*/ 2237474 h 2237474"/>
              <a:gd name="connsiteX134" fmla="*/ 1356367 w 12192000"/>
              <a:gd name="connsiteY134" fmla="*/ 2235089 h 2237474"/>
              <a:gd name="connsiteX135" fmla="*/ 1324828 w 12192000"/>
              <a:gd name="connsiteY135" fmla="*/ 2231968 h 2237474"/>
              <a:gd name="connsiteX136" fmla="*/ 1279765 w 12192000"/>
              <a:gd name="connsiteY136" fmla="*/ 2229639 h 2237474"/>
              <a:gd name="connsiteX137" fmla="*/ 1195347 w 12192000"/>
              <a:gd name="connsiteY137" fmla="*/ 2212354 h 2237474"/>
              <a:gd name="connsiteX138" fmla="*/ 970251 w 12192000"/>
              <a:gd name="connsiteY138" fmla="*/ 2221029 h 2237474"/>
              <a:gd name="connsiteX139" fmla="*/ 812914 w 12192000"/>
              <a:gd name="connsiteY139" fmla="*/ 2202752 h 2237474"/>
              <a:gd name="connsiteX140" fmla="*/ 800195 w 12192000"/>
              <a:gd name="connsiteY140" fmla="*/ 2209407 h 2237474"/>
              <a:gd name="connsiteX141" fmla="*/ 784978 w 12192000"/>
              <a:gd name="connsiteY141" fmla="*/ 2212360 h 2237474"/>
              <a:gd name="connsiteX142" fmla="*/ 681987 w 12192000"/>
              <a:gd name="connsiteY142" fmla="*/ 2216757 h 2237474"/>
              <a:gd name="connsiteX143" fmla="*/ 669923 w 12192000"/>
              <a:gd name="connsiteY143" fmla="*/ 2211682 h 2237474"/>
              <a:gd name="connsiteX144" fmla="*/ 648680 w 12192000"/>
              <a:gd name="connsiteY144" fmla="*/ 2206229 h 2237474"/>
              <a:gd name="connsiteX145" fmla="*/ 597225 w 12192000"/>
              <a:gd name="connsiteY145" fmla="*/ 2180999 h 2237474"/>
              <a:gd name="connsiteX146" fmla="*/ 558449 w 12192000"/>
              <a:gd name="connsiteY146" fmla="*/ 2182346 h 2237474"/>
              <a:gd name="connsiteX147" fmla="*/ 550517 w 12192000"/>
              <a:gd name="connsiteY147" fmla="*/ 2182060 h 2237474"/>
              <a:gd name="connsiteX148" fmla="*/ 550309 w 12192000"/>
              <a:gd name="connsiteY148" fmla="*/ 2181825 h 2237474"/>
              <a:gd name="connsiteX149" fmla="*/ 541836 w 12192000"/>
              <a:gd name="connsiteY149" fmla="*/ 2181063 h 2237474"/>
              <a:gd name="connsiteX150" fmla="*/ 536057 w 12192000"/>
              <a:gd name="connsiteY150" fmla="*/ 2181537 h 2237474"/>
              <a:gd name="connsiteX151" fmla="*/ 520671 w 12192000"/>
              <a:gd name="connsiteY151" fmla="*/ 2180980 h 2237474"/>
              <a:gd name="connsiteX152" fmla="*/ 515024 w 12192000"/>
              <a:gd name="connsiteY152" fmla="*/ 2179258 h 2237474"/>
              <a:gd name="connsiteX153" fmla="*/ 512278 w 12192000"/>
              <a:gd name="connsiteY153" fmla="*/ 2176369 h 2237474"/>
              <a:gd name="connsiteX154" fmla="*/ 480419 w 12192000"/>
              <a:gd name="connsiteY154" fmla="*/ 2167807 h 2237474"/>
              <a:gd name="connsiteX155" fmla="*/ 413835 w 12192000"/>
              <a:gd name="connsiteY155" fmla="*/ 2156783 h 2237474"/>
              <a:gd name="connsiteX156" fmla="*/ 376513 w 12192000"/>
              <a:gd name="connsiteY156" fmla="*/ 2154014 h 2237474"/>
              <a:gd name="connsiteX157" fmla="*/ 273386 w 12192000"/>
              <a:gd name="connsiteY157" fmla="*/ 2142551 h 2237474"/>
              <a:gd name="connsiteX158" fmla="*/ 169207 w 12192000"/>
              <a:gd name="connsiteY158" fmla="*/ 2128100 h 2237474"/>
              <a:gd name="connsiteX159" fmla="*/ 93149 w 12192000"/>
              <a:gd name="connsiteY159" fmla="*/ 2105324 h 2237474"/>
              <a:gd name="connsiteX160" fmla="*/ 88109 w 12192000"/>
              <a:gd name="connsiteY160" fmla="*/ 2106704 h 2237474"/>
              <a:gd name="connsiteX161" fmla="*/ 80022 w 12192000"/>
              <a:gd name="connsiteY161" fmla="*/ 2107254 h 2237474"/>
              <a:gd name="connsiteX162" fmla="*/ 79717 w 12192000"/>
              <a:gd name="connsiteY162" fmla="*/ 2107046 h 2237474"/>
              <a:gd name="connsiteX163" fmla="*/ 72352 w 12192000"/>
              <a:gd name="connsiteY163" fmla="*/ 2107991 h 2237474"/>
              <a:gd name="connsiteX164" fmla="*/ 37645 w 12192000"/>
              <a:gd name="connsiteY164" fmla="*/ 2115401 h 2237474"/>
              <a:gd name="connsiteX165" fmla="*/ 4572 w 12192000"/>
              <a:gd name="connsiteY165" fmla="*/ 2111091 h 2237474"/>
              <a:gd name="connsiteX166" fmla="*/ 0 w 12192000"/>
              <a:gd name="connsiteY166" fmla="*/ 2110468 h 2237474"/>
              <a:gd name="connsiteX167" fmla="*/ 0 w 12192000"/>
              <a:gd name="connsiteY167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15111 h 2237474"/>
              <a:gd name="connsiteX121" fmla="*/ 2186609 w 12192000"/>
              <a:gd name="connsiteY121" fmla="*/ 2008263 h 2237474"/>
              <a:gd name="connsiteX122" fmla="*/ 2164831 w 12192000"/>
              <a:gd name="connsiteY122" fmla="*/ 2010143 h 2237474"/>
              <a:gd name="connsiteX123" fmla="*/ 2089991 w 12192000"/>
              <a:gd name="connsiteY123" fmla="*/ 2034193 h 2237474"/>
              <a:gd name="connsiteX124" fmla="*/ 2058061 w 12192000"/>
              <a:gd name="connsiteY124" fmla="*/ 2047942 h 2237474"/>
              <a:gd name="connsiteX125" fmla="*/ 2042244 w 12192000"/>
              <a:gd name="connsiteY125" fmla="*/ 2055560 h 2237474"/>
              <a:gd name="connsiteX126" fmla="*/ 1877728 w 12192000"/>
              <a:gd name="connsiteY126" fmla="*/ 2101004 h 2237474"/>
              <a:gd name="connsiteX127" fmla="*/ 1759056 w 12192000"/>
              <a:gd name="connsiteY127" fmla="*/ 2125608 h 2237474"/>
              <a:gd name="connsiteX128" fmla="*/ 1637948 w 12192000"/>
              <a:gd name="connsiteY128" fmla="*/ 2172597 h 2237474"/>
              <a:gd name="connsiteX129" fmla="*/ 1434549 w 12192000"/>
              <a:gd name="connsiteY129" fmla="*/ 2234522 h 2237474"/>
              <a:gd name="connsiteX130" fmla="*/ 1398481 w 12192000"/>
              <a:gd name="connsiteY130" fmla="*/ 2237074 h 2237474"/>
              <a:gd name="connsiteX131" fmla="*/ 1398407 w 12192000"/>
              <a:gd name="connsiteY131" fmla="*/ 2237095 h 2237474"/>
              <a:gd name="connsiteX132" fmla="*/ 1370962 w 12192000"/>
              <a:gd name="connsiteY132" fmla="*/ 2237474 h 2237474"/>
              <a:gd name="connsiteX133" fmla="*/ 1356367 w 12192000"/>
              <a:gd name="connsiteY133" fmla="*/ 2235089 h 2237474"/>
              <a:gd name="connsiteX134" fmla="*/ 1324828 w 12192000"/>
              <a:gd name="connsiteY134" fmla="*/ 2231968 h 2237474"/>
              <a:gd name="connsiteX135" fmla="*/ 1279765 w 12192000"/>
              <a:gd name="connsiteY135" fmla="*/ 2229639 h 2237474"/>
              <a:gd name="connsiteX136" fmla="*/ 1195347 w 12192000"/>
              <a:gd name="connsiteY136" fmla="*/ 2212354 h 2237474"/>
              <a:gd name="connsiteX137" fmla="*/ 970251 w 12192000"/>
              <a:gd name="connsiteY137" fmla="*/ 2221029 h 2237474"/>
              <a:gd name="connsiteX138" fmla="*/ 812914 w 12192000"/>
              <a:gd name="connsiteY138" fmla="*/ 2202752 h 2237474"/>
              <a:gd name="connsiteX139" fmla="*/ 800195 w 12192000"/>
              <a:gd name="connsiteY139" fmla="*/ 2209407 h 2237474"/>
              <a:gd name="connsiteX140" fmla="*/ 784978 w 12192000"/>
              <a:gd name="connsiteY140" fmla="*/ 2212360 h 2237474"/>
              <a:gd name="connsiteX141" fmla="*/ 681987 w 12192000"/>
              <a:gd name="connsiteY141" fmla="*/ 2216757 h 2237474"/>
              <a:gd name="connsiteX142" fmla="*/ 669923 w 12192000"/>
              <a:gd name="connsiteY142" fmla="*/ 2211682 h 2237474"/>
              <a:gd name="connsiteX143" fmla="*/ 648680 w 12192000"/>
              <a:gd name="connsiteY143" fmla="*/ 2206229 h 2237474"/>
              <a:gd name="connsiteX144" fmla="*/ 597225 w 12192000"/>
              <a:gd name="connsiteY144" fmla="*/ 2180999 h 2237474"/>
              <a:gd name="connsiteX145" fmla="*/ 558449 w 12192000"/>
              <a:gd name="connsiteY145" fmla="*/ 2182346 h 2237474"/>
              <a:gd name="connsiteX146" fmla="*/ 550517 w 12192000"/>
              <a:gd name="connsiteY146" fmla="*/ 2182060 h 2237474"/>
              <a:gd name="connsiteX147" fmla="*/ 550309 w 12192000"/>
              <a:gd name="connsiteY147" fmla="*/ 2181825 h 2237474"/>
              <a:gd name="connsiteX148" fmla="*/ 541836 w 12192000"/>
              <a:gd name="connsiteY148" fmla="*/ 2181063 h 2237474"/>
              <a:gd name="connsiteX149" fmla="*/ 536057 w 12192000"/>
              <a:gd name="connsiteY149" fmla="*/ 2181537 h 2237474"/>
              <a:gd name="connsiteX150" fmla="*/ 520671 w 12192000"/>
              <a:gd name="connsiteY150" fmla="*/ 2180980 h 2237474"/>
              <a:gd name="connsiteX151" fmla="*/ 515024 w 12192000"/>
              <a:gd name="connsiteY151" fmla="*/ 2179258 h 2237474"/>
              <a:gd name="connsiteX152" fmla="*/ 512278 w 12192000"/>
              <a:gd name="connsiteY152" fmla="*/ 2176369 h 2237474"/>
              <a:gd name="connsiteX153" fmla="*/ 480419 w 12192000"/>
              <a:gd name="connsiteY153" fmla="*/ 2167807 h 2237474"/>
              <a:gd name="connsiteX154" fmla="*/ 413835 w 12192000"/>
              <a:gd name="connsiteY154" fmla="*/ 2156783 h 2237474"/>
              <a:gd name="connsiteX155" fmla="*/ 376513 w 12192000"/>
              <a:gd name="connsiteY155" fmla="*/ 2154014 h 2237474"/>
              <a:gd name="connsiteX156" fmla="*/ 273386 w 12192000"/>
              <a:gd name="connsiteY156" fmla="*/ 2142551 h 2237474"/>
              <a:gd name="connsiteX157" fmla="*/ 169207 w 12192000"/>
              <a:gd name="connsiteY157" fmla="*/ 2128100 h 2237474"/>
              <a:gd name="connsiteX158" fmla="*/ 93149 w 12192000"/>
              <a:gd name="connsiteY158" fmla="*/ 2105324 h 2237474"/>
              <a:gd name="connsiteX159" fmla="*/ 88109 w 12192000"/>
              <a:gd name="connsiteY159" fmla="*/ 2106704 h 2237474"/>
              <a:gd name="connsiteX160" fmla="*/ 80022 w 12192000"/>
              <a:gd name="connsiteY160" fmla="*/ 2107254 h 2237474"/>
              <a:gd name="connsiteX161" fmla="*/ 79717 w 12192000"/>
              <a:gd name="connsiteY161" fmla="*/ 2107046 h 2237474"/>
              <a:gd name="connsiteX162" fmla="*/ 72352 w 12192000"/>
              <a:gd name="connsiteY162" fmla="*/ 2107991 h 2237474"/>
              <a:gd name="connsiteX163" fmla="*/ 37645 w 12192000"/>
              <a:gd name="connsiteY163" fmla="*/ 2115401 h 2237474"/>
              <a:gd name="connsiteX164" fmla="*/ 4572 w 12192000"/>
              <a:gd name="connsiteY164" fmla="*/ 2111091 h 2237474"/>
              <a:gd name="connsiteX165" fmla="*/ 0 w 12192000"/>
              <a:gd name="connsiteY165" fmla="*/ 2110468 h 2237474"/>
              <a:gd name="connsiteX166" fmla="*/ 0 w 12192000"/>
              <a:gd name="connsiteY166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15111 h 2237474"/>
              <a:gd name="connsiteX121" fmla="*/ 2186609 w 12192000"/>
              <a:gd name="connsiteY121" fmla="*/ 2008263 h 2237474"/>
              <a:gd name="connsiteX122" fmla="*/ 2164831 w 12192000"/>
              <a:gd name="connsiteY122" fmla="*/ 2010143 h 2237474"/>
              <a:gd name="connsiteX123" fmla="*/ 2085228 w 12192000"/>
              <a:gd name="connsiteY123" fmla="*/ 2046431 h 2237474"/>
              <a:gd name="connsiteX124" fmla="*/ 2058061 w 12192000"/>
              <a:gd name="connsiteY124" fmla="*/ 2047942 h 2237474"/>
              <a:gd name="connsiteX125" fmla="*/ 2042244 w 12192000"/>
              <a:gd name="connsiteY125" fmla="*/ 2055560 h 2237474"/>
              <a:gd name="connsiteX126" fmla="*/ 1877728 w 12192000"/>
              <a:gd name="connsiteY126" fmla="*/ 2101004 h 2237474"/>
              <a:gd name="connsiteX127" fmla="*/ 1759056 w 12192000"/>
              <a:gd name="connsiteY127" fmla="*/ 2125608 h 2237474"/>
              <a:gd name="connsiteX128" fmla="*/ 1637948 w 12192000"/>
              <a:gd name="connsiteY128" fmla="*/ 2172597 h 2237474"/>
              <a:gd name="connsiteX129" fmla="*/ 1434549 w 12192000"/>
              <a:gd name="connsiteY129" fmla="*/ 2234522 h 2237474"/>
              <a:gd name="connsiteX130" fmla="*/ 1398481 w 12192000"/>
              <a:gd name="connsiteY130" fmla="*/ 2237074 h 2237474"/>
              <a:gd name="connsiteX131" fmla="*/ 1398407 w 12192000"/>
              <a:gd name="connsiteY131" fmla="*/ 2237095 h 2237474"/>
              <a:gd name="connsiteX132" fmla="*/ 1370962 w 12192000"/>
              <a:gd name="connsiteY132" fmla="*/ 2237474 h 2237474"/>
              <a:gd name="connsiteX133" fmla="*/ 1356367 w 12192000"/>
              <a:gd name="connsiteY133" fmla="*/ 2235089 h 2237474"/>
              <a:gd name="connsiteX134" fmla="*/ 1324828 w 12192000"/>
              <a:gd name="connsiteY134" fmla="*/ 2231968 h 2237474"/>
              <a:gd name="connsiteX135" fmla="*/ 1279765 w 12192000"/>
              <a:gd name="connsiteY135" fmla="*/ 2229639 h 2237474"/>
              <a:gd name="connsiteX136" fmla="*/ 1195347 w 12192000"/>
              <a:gd name="connsiteY136" fmla="*/ 2212354 h 2237474"/>
              <a:gd name="connsiteX137" fmla="*/ 970251 w 12192000"/>
              <a:gd name="connsiteY137" fmla="*/ 2221029 h 2237474"/>
              <a:gd name="connsiteX138" fmla="*/ 812914 w 12192000"/>
              <a:gd name="connsiteY138" fmla="*/ 2202752 h 2237474"/>
              <a:gd name="connsiteX139" fmla="*/ 800195 w 12192000"/>
              <a:gd name="connsiteY139" fmla="*/ 2209407 h 2237474"/>
              <a:gd name="connsiteX140" fmla="*/ 784978 w 12192000"/>
              <a:gd name="connsiteY140" fmla="*/ 2212360 h 2237474"/>
              <a:gd name="connsiteX141" fmla="*/ 681987 w 12192000"/>
              <a:gd name="connsiteY141" fmla="*/ 2216757 h 2237474"/>
              <a:gd name="connsiteX142" fmla="*/ 669923 w 12192000"/>
              <a:gd name="connsiteY142" fmla="*/ 2211682 h 2237474"/>
              <a:gd name="connsiteX143" fmla="*/ 648680 w 12192000"/>
              <a:gd name="connsiteY143" fmla="*/ 2206229 h 2237474"/>
              <a:gd name="connsiteX144" fmla="*/ 597225 w 12192000"/>
              <a:gd name="connsiteY144" fmla="*/ 2180999 h 2237474"/>
              <a:gd name="connsiteX145" fmla="*/ 558449 w 12192000"/>
              <a:gd name="connsiteY145" fmla="*/ 2182346 h 2237474"/>
              <a:gd name="connsiteX146" fmla="*/ 550517 w 12192000"/>
              <a:gd name="connsiteY146" fmla="*/ 2182060 h 2237474"/>
              <a:gd name="connsiteX147" fmla="*/ 550309 w 12192000"/>
              <a:gd name="connsiteY147" fmla="*/ 2181825 h 2237474"/>
              <a:gd name="connsiteX148" fmla="*/ 541836 w 12192000"/>
              <a:gd name="connsiteY148" fmla="*/ 2181063 h 2237474"/>
              <a:gd name="connsiteX149" fmla="*/ 536057 w 12192000"/>
              <a:gd name="connsiteY149" fmla="*/ 2181537 h 2237474"/>
              <a:gd name="connsiteX150" fmla="*/ 520671 w 12192000"/>
              <a:gd name="connsiteY150" fmla="*/ 2180980 h 2237474"/>
              <a:gd name="connsiteX151" fmla="*/ 515024 w 12192000"/>
              <a:gd name="connsiteY151" fmla="*/ 2179258 h 2237474"/>
              <a:gd name="connsiteX152" fmla="*/ 512278 w 12192000"/>
              <a:gd name="connsiteY152" fmla="*/ 2176369 h 2237474"/>
              <a:gd name="connsiteX153" fmla="*/ 480419 w 12192000"/>
              <a:gd name="connsiteY153" fmla="*/ 2167807 h 2237474"/>
              <a:gd name="connsiteX154" fmla="*/ 413835 w 12192000"/>
              <a:gd name="connsiteY154" fmla="*/ 2156783 h 2237474"/>
              <a:gd name="connsiteX155" fmla="*/ 376513 w 12192000"/>
              <a:gd name="connsiteY155" fmla="*/ 2154014 h 2237474"/>
              <a:gd name="connsiteX156" fmla="*/ 273386 w 12192000"/>
              <a:gd name="connsiteY156" fmla="*/ 2142551 h 2237474"/>
              <a:gd name="connsiteX157" fmla="*/ 169207 w 12192000"/>
              <a:gd name="connsiteY157" fmla="*/ 2128100 h 2237474"/>
              <a:gd name="connsiteX158" fmla="*/ 93149 w 12192000"/>
              <a:gd name="connsiteY158" fmla="*/ 2105324 h 2237474"/>
              <a:gd name="connsiteX159" fmla="*/ 88109 w 12192000"/>
              <a:gd name="connsiteY159" fmla="*/ 2106704 h 2237474"/>
              <a:gd name="connsiteX160" fmla="*/ 80022 w 12192000"/>
              <a:gd name="connsiteY160" fmla="*/ 2107254 h 2237474"/>
              <a:gd name="connsiteX161" fmla="*/ 79717 w 12192000"/>
              <a:gd name="connsiteY161" fmla="*/ 2107046 h 2237474"/>
              <a:gd name="connsiteX162" fmla="*/ 72352 w 12192000"/>
              <a:gd name="connsiteY162" fmla="*/ 2107991 h 2237474"/>
              <a:gd name="connsiteX163" fmla="*/ 37645 w 12192000"/>
              <a:gd name="connsiteY163" fmla="*/ 2115401 h 2237474"/>
              <a:gd name="connsiteX164" fmla="*/ 4572 w 12192000"/>
              <a:gd name="connsiteY164" fmla="*/ 2111091 h 2237474"/>
              <a:gd name="connsiteX165" fmla="*/ 0 w 12192000"/>
              <a:gd name="connsiteY165" fmla="*/ 2110468 h 2237474"/>
              <a:gd name="connsiteX166" fmla="*/ 0 w 12192000"/>
              <a:gd name="connsiteY166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1511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02752 h 2237474"/>
              <a:gd name="connsiteX138" fmla="*/ 800195 w 12192000"/>
              <a:gd name="connsiteY138" fmla="*/ 2209407 h 2237474"/>
              <a:gd name="connsiteX139" fmla="*/ 784978 w 12192000"/>
              <a:gd name="connsiteY139" fmla="*/ 2212360 h 2237474"/>
              <a:gd name="connsiteX140" fmla="*/ 681987 w 12192000"/>
              <a:gd name="connsiteY140" fmla="*/ 2216757 h 2237474"/>
              <a:gd name="connsiteX141" fmla="*/ 669923 w 12192000"/>
              <a:gd name="connsiteY141" fmla="*/ 2211682 h 2237474"/>
              <a:gd name="connsiteX142" fmla="*/ 648680 w 12192000"/>
              <a:gd name="connsiteY142" fmla="*/ 2206229 h 2237474"/>
              <a:gd name="connsiteX143" fmla="*/ 597225 w 12192000"/>
              <a:gd name="connsiteY143" fmla="*/ 2180999 h 2237474"/>
              <a:gd name="connsiteX144" fmla="*/ 558449 w 12192000"/>
              <a:gd name="connsiteY144" fmla="*/ 2182346 h 2237474"/>
              <a:gd name="connsiteX145" fmla="*/ 550517 w 12192000"/>
              <a:gd name="connsiteY145" fmla="*/ 2182060 h 2237474"/>
              <a:gd name="connsiteX146" fmla="*/ 550309 w 12192000"/>
              <a:gd name="connsiteY146" fmla="*/ 2181825 h 2237474"/>
              <a:gd name="connsiteX147" fmla="*/ 541836 w 12192000"/>
              <a:gd name="connsiteY147" fmla="*/ 2181063 h 2237474"/>
              <a:gd name="connsiteX148" fmla="*/ 536057 w 12192000"/>
              <a:gd name="connsiteY148" fmla="*/ 2181537 h 2237474"/>
              <a:gd name="connsiteX149" fmla="*/ 520671 w 12192000"/>
              <a:gd name="connsiteY149" fmla="*/ 2180980 h 2237474"/>
              <a:gd name="connsiteX150" fmla="*/ 515024 w 12192000"/>
              <a:gd name="connsiteY150" fmla="*/ 2179258 h 2237474"/>
              <a:gd name="connsiteX151" fmla="*/ 512278 w 12192000"/>
              <a:gd name="connsiteY151" fmla="*/ 2176369 h 2237474"/>
              <a:gd name="connsiteX152" fmla="*/ 480419 w 12192000"/>
              <a:gd name="connsiteY152" fmla="*/ 2167807 h 2237474"/>
              <a:gd name="connsiteX153" fmla="*/ 413835 w 12192000"/>
              <a:gd name="connsiteY153" fmla="*/ 2156783 h 2237474"/>
              <a:gd name="connsiteX154" fmla="*/ 376513 w 12192000"/>
              <a:gd name="connsiteY154" fmla="*/ 2154014 h 2237474"/>
              <a:gd name="connsiteX155" fmla="*/ 273386 w 12192000"/>
              <a:gd name="connsiteY155" fmla="*/ 2142551 h 2237474"/>
              <a:gd name="connsiteX156" fmla="*/ 169207 w 12192000"/>
              <a:gd name="connsiteY156" fmla="*/ 2128100 h 2237474"/>
              <a:gd name="connsiteX157" fmla="*/ 93149 w 12192000"/>
              <a:gd name="connsiteY157" fmla="*/ 2105324 h 2237474"/>
              <a:gd name="connsiteX158" fmla="*/ 88109 w 12192000"/>
              <a:gd name="connsiteY158" fmla="*/ 2106704 h 2237474"/>
              <a:gd name="connsiteX159" fmla="*/ 80022 w 12192000"/>
              <a:gd name="connsiteY159" fmla="*/ 2107254 h 2237474"/>
              <a:gd name="connsiteX160" fmla="*/ 79717 w 12192000"/>
              <a:gd name="connsiteY160" fmla="*/ 2107046 h 2237474"/>
              <a:gd name="connsiteX161" fmla="*/ 72352 w 12192000"/>
              <a:gd name="connsiteY161" fmla="*/ 2107991 h 2237474"/>
              <a:gd name="connsiteX162" fmla="*/ 37645 w 12192000"/>
              <a:gd name="connsiteY162" fmla="*/ 2115401 h 2237474"/>
              <a:gd name="connsiteX163" fmla="*/ 4572 w 12192000"/>
              <a:gd name="connsiteY163" fmla="*/ 2111091 h 2237474"/>
              <a:gd name="connsiteX164" fmla="*/ 0 w 12192000"/>
              <a:gd name="connsiteY164" fmla="*/ 2110468 h 2237474"/>
              <a:gd name="connsiteX165" fmla="*/ 0 w 12192000"/>
              <a:gd name="connsiteY16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02752 h 2237474"/>
              <a:gd name="connsiteX138" fmla="*/ 800195 w 12192000"/>
              <a:gd name="connsiteY138" fmla="*/ 2209407 h 2237474"/>
              <a:gd name="connsiteX139" fmla="*/ 784978 w 12192000"/>
              <a:gd name="connsiteY139" fmla="*/ 2212360 h 2237474"/>
              <a:gd name="connsiteX140" fmla="*/ 681987 w 12192000"/>
              <a:gd name="connsiteY140" fmla="*/ 2216757 h 2237474"/>
              <a:gd name="connsiteX141" fmla="*/ 669923 w 12192000"/>
              <a:gd name="connsiteY141" fmla="*/ 2211682 h 2237474"/>
              <a:gd name="connsiteX142" fmla="*/ 648680 w 12192000"/>
              <a:gd name="connsiteY142" fmla="*/ 2206229 h 2237474"/>
              <a:gd name="connsiteX143" fmla="*/ 597225 w 12192000"/>
              <a:gd name="connsiteY143" fmla="*/ 2180999 h 2237474"/>
              <a:gd name="connsiteX144" fmla="*/ 558449 w 12192000"/>
              <a:gd name="connsiteY144" fmla="*/ 2182346 h 2237474"/>
              <a:gd name="connsiteX145" fmla="*/ 550517 w 12192000"/>
              <a:gd name="connsiteY145" fmla="*/ 2182060 h 2237474"/>
              <a:gd name="connsiteX146" fmla="*/ 550309 w 12192000"/>
              <a:gd name="connsiteY146" fmla="*/ 2181825 h 2237474"/>
              <a:gd name="connsiteX147" fmla="*/ 541836 w 12192000"/>
              <a:gd name="connsiteY147" fmla="*/ 2181063 h 2237474"/>
              <a:gd name="connsiteX148" fmla="*/ 536057 w 12192000"/>
              <a:gd name="connsiteY148" fmla="*/ 2181537 h 2237474"/>
              <a:gd name="connsiteX149" fmla="*/ 520671 w 12192000"/>
              <a:gd name="connsiteY149" fmla="*/ 2180980 h 2237474"/>
              <a:gd name="connsiteX150" fmla="*/ 515024 w 12192000"/>
              <a:gd name="connsiteY150" fmla="*/ 2179258 h 2237474"/>
              <a:gd name="connsiteX151" fmla="*/ 512278 w 12192000"/>
              <a:gd name="connsiteY151" fmla="*/ 2176369 h 2237474"/>
              <a:gd name="connsiteX152" fmla="*/ 480419 w 12192000"/>
              <a:gd name="connsiteY152" fmla="*/ 2167807 h 2237474"/>
              <a:gd name="connsiteX153" fmla="*/ 413835 w 12192000"/>
              <a:gd name="connsiteY153" fmla="*/ 2156783 h 2237474"/>
              <a:gd name="connsiteX154" fmla="*/ 376513 w 12192000"/>
              <a:gd name="connsiteY154" fmla="*/ 2154014 h 2237474"/>
              <a:gd name="connsiteX155" fmla="*/ 273386 w 12192000"/>
              <a:gd name="connsiteY155" fmla="*/ 2142551 h 2237474"/>
              <a:gd name="connsiteX156" fmla="*/ 169207 w 12192000"/>
              <a:gd name="connsiteY156" fmla="*/ 2128100 h 2237474"/>
              <a:gd name="connsiteX157" fmla="*/ 93149 w 12192000"/>
              <a:gd name="connsiteY157" fmla="*/ 2105324 h 2237474"/>
              <a:gd name="connsiteX158" fmla="*/ 88109 w 12192000"/>
              <a:gd name="connsiteY158" fmla="*/ 2106704 h 2237474"/>
              <a:gd name="connsiteX159" fmla="*/ 80022 w 12192000"/>
              <a:gd name="connsiteY159" fmla="*/ 2107254 h 2237474"/>
              <a:gd name="connsiteX160" fmla="*/ 79717 w 12192000"/>
              <a:gd name="connsiteY160" fmla="*/ 2107046 h 2237474"/>
              <a:gd name="connsiteX161" fmla="*/ 72352 w 12192000"/>
              <a:gd name="connsiteY161" fmla="*/ 2107991 h 2237474"/>
              <a:gd name="connsiteX162" fmla="*/ 37645 w 12192000"/>
              <a:gd name="connsiteY162" fmla="*/ 2115401 h 2237474"/>
              <a:gd name="connsiteX163" fmla="*/ 4572 w 12192000"/>
              <a:gd name="connsiteY163" fmla="*/ 2111091 h 2237474"/>
              <a:gd name="connsiteX164" fmla="*/ 0 w 12192000"/>
              <a:gd name="connsiteY164" fmla="*/ 2110468 h 2237474"/>
              <a:gd name="connsiteX165" fmla="*/ 0 w 12192000"/>
              <a:gd name="connsiteY16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02752 h 2237474"/>
              <a:gd name="connsiteX138" fmla="*/ 800195 w 12192000"/>
              <a:gd name="connsiteY138" fmla="*/ 2209407 h 2237474"/>
              <a:gd name="connsiteX139" fmla="*/ 784978 w 12192000"/>
              <a:gd name="connsiteY139" fmla="*/ 2212360 h 2237474"/>
              <a:gd name="connsiteX140" fmla="*/ 669923 w 12192000"/>
              <a:gd name="connsiteY140" fmla="*/ 2211682 h 2237474"/>
              <a:gd name="connsiteX141" fmla="*/ 648680 w 12192000"/>
              <a:gd name="connsiteY141" fmla="*/ 2206229 h 2237474"/>
              <a:gd name="connsiteX142" fmla="*/ 597225 w 12192000"/>
              <a:gd name="connsiteY142" fmla="*/ 2180999 h 2237474"/>
              <a:gd name="connsiteX143" fmla="*/ 558449 w 12192000"/>
              <a:gd name="connsiteY143" fmla="*/ 2182346 h 2237474"/>
              <a:gd name="connsiteX144" fmla="*/ 550517 w 12192000"/>
              <a:gd name="connsiteY144" fmla="*/ 2182060 h 2237474"/>
              <a:gd name="connsiteX145" fmla="*/ 550309 w 12192000"/>
              <a:gd name="connsiteY145" fmla="*/ 2181825 h 2237474"/>
              <a:gd name="connsiteX146" fmla="*/ 541836 w 12192000"/>
              <a:gd name="connsiteY146" fmla="*/ 2181063 h 2237474"/>
              <a:gd name="connsiteX147" fmla="*/ 536057 w 12192000"/>
              <a:gd name="connsiteY147" fmla="*/ 2181537 h 2237474"/>
              <a:gd name="connsiteX148" fmla="*/ 520671 w 12192000"/>
              <a:gd name="connsiteY148" fmla="*/ 2180980 h 2237474"/>
              <a:gd name="connsiteX149" fmla="*/ 515024 w 12192000"/>
              <a:gd name="connsiteY149" fmla="*/ 2179258 h 2237474"/>
              <a:gd name="connsiteX150" fmla="*/ 512278 w 12192000"/>
              <a:gd name="connsiteY150" fmla="*/ 2176369 h 2237474"/>
              <a:gd name="connsiteX151" fmla="*/ 480419 w 12192000"/>
              <a:gd name="connsiteY151" fmla="*/ 2167807 h 2237474"/>
              <a:gd name="connsiteX152" fmla="*/ 413835 w 12192000"/>
              <a:gd name="connsiteY152" fmla="*/ 2156783 h 2237474"/>
              <a:gd name="connsiteX153" fmla="*/ 376513 w 12192000"/>
              <a:gd name="connsiteY153" fmla="*/ 2154014 h 2237474"/>
              <a:gd name="connsiteX154" fmla="*/ 273386 w 12192000"/>
              <a:gd name="connsiteY154" fmla="*/ 2142551 h 2237474"/>
              <a:gd name="connsiteX155" fmla="*/ 169207 w 12192000"/>
              <a:gd name="connsiteY155" fmla="*/ 2128100 h 2237474"/>
              <a:gd name="connsiteX156" fmla="*/ 93149 w 12192000"/>
              <a:gd name="connsiteY156" fmla="*/ 2105324 h 2237474"/>
              <a:gd name="connsiteX157" fmla="*/ 88109 w 12192000"/>
              <a:gd name="connsiteY157" fmla="*/ 2106704 h 2237474"/>
              <a:gd name="connsiteX158" fmla="*/ 80022 w 12192000"/>
              <a:gd name="connsiteY158" fmla="*/ 2107254 h 2237474"/>
              <a:gd name="connsiteX159" fmla="*/ 79717 w 12192000"/>
              <a:gd name="connsiteY159" fmla="*/ 2107046 h 2237474"/>
              <a:gd name="connsiteX160" fmla="*/ 72352 w 12192000"/>
              <a:gd name="connsiteY160" fmla="*/ 2107991 h 2237474"/>
              <a:gd name="connsiteX161" fmla="*/ 37645 w 12192000"/>
              <a:gd name="connsiteY161" fmla="*/ 2115401 h 2237474"/>
              <a:gd name="connsiteX162" fmla="*/ 4572 w 12192000"/>
              <a:gd name="connsiteY162" fmla="*/ 2111091 h 2237474"/>
              <a:gd name="connsiteX163" fmla="*/ 0 w 12192000"/>
              <a:gd name="connsiteY163" fmla="*/ 2110468 h 2237474"/>
              <a:gd name="connsiteX164" fmla="*/ 0 w 12192000"/>
              <a:gd name="connsiteY164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02752 h 2237474"/>
              <a:gd name="connsiteX138" fmla="*/ 800195 w 12192000"/>
              <a:gd name="connsiteY138" fmla="*/ 2209407 h 2237474"/>
              <a:gd name="connsiteX139" fmla="*/ 784978 w 12192000"/>
              <a:gd name="connsiteY139" fmla="*/ 2212360 h 2237474"/>
              <a:gd name="connsiteX140" fmla="*/ 669923 w 12192000"/>
              <a:gd name="connsiteY140" fmla="*/ 2211682 h 2237474"/>
              <a:gd name="connsiteX141" fmla="*/ 648680 w 12192000"/>
              <a:gd name="connsiteY141" fmla="*/ 2206229 h 2237474"/>
              <a:gd name="connsiteX142" fmla="*/ 597225 w 12192000"/>
              <a:gd name="connsiteY142" fmla="*/ 2180999 h 2237474"/>
              <a:gd name="connsiteX143" fmla="*/ 558449 w 12192000"/>
              <a:gd name="connsiteY143" fmla="*/ 2182346 h 2237474"/>
              <a:gd name="connsiteX144" fmla="*/ 550517 w 12192000"/>
              <a:gd name="connsiteY144" fmla="*/ 2182060 h 2237474"/>
              <a:gd name="connsiteX145" fmla="*/ 550309 w 12192000"/>
              <a:gd name="connsiteY145" fmla="*/ 2181825 h 2237474"/>
              <a:gd name="connsiteX146" fmla="*/ 541836 w 12192000"/>
              <a:gd name="connsiteY146" fmla="*/ 2181063 h 2237474"/>
              <a:gd name="connsiteX147" fmla="*/ 520671 w 12192000"/>
              <a:gd name="connsiteY147" fmla="*/ 2180980 h 2237474"/>
              <a:gd name="connsiteX148" fmla="*/ 515024 w 12192000"/>
              <a:gd name="connsiteY148" fmla="*/ 2179258 h 2237474"/>
              <a:gd name="connsiteX149" fmla="*/ 512278 w 12192000"/>
              <a:gd name="connsiteY149" fmla="*/ 2176369 h 2237474"/>
              <a:gd name="connsiteX150" fmla="*/ 480419 w 12192000"/>
              <a:gd name="connsiteY150" fmla="*/ 2167807 h 2237474"/>
              <a:gd name="connsiteX151" fmla="*/ 413835 w 12192000"/>
              <a:gd name="connsiteY151" fmla="*/ 2156783 h 2237474"/>
              <a:gd name="connsiteX152" fmla="*/ 376513 w 12192000"/>
              <a:gd name="connsiteY152" fmla="*/ 2154014 h 2237474"/>
              <a:gd name="connsiteX153" fmla="*/ 273386 w 12192000"/>
              <a:gd name="connsiteY153" fmla="*/ 2142551 h 2237474"/>
              <a:gd name="connsiteX154" fmla="*/ 169207 w 12192000"/>
              <a:gd name="connsiteY154" fmla="*/ 2128100 h 2237474"/>
              <a:gd name="connsiteX155" fmla="*/ 93149 w 12192000"/>
              <a:gd name="connsiteY155" fmla="*/ 2105324 h 2237474"/>
              <a:gd name="connsiteX156" fmla="*/ 88109 w 12192000"/>
              <a:gd name="connsiteY156" fmla="*/ 2106704 h 2237474"/>
              <a:gd name="connsiteX157" fmla="*/ 80022 w 12192000"/>
              <a:gd name="connsiteY157" fmla="*/ 2107254 h 2237474"/>
              <a:gd name="connsiteX158" fmla="*/ 79717 w 12192000"/>
              <a:gd name="connsiteY158" fmla="*/ 2107046 h 2237474"/>
              <a:gd name="connsiteX159" fmla="*/ 72352 w 12192000"/>
              <a:gd name="connsiteY159" fmla="*/ 2107991 h 2237474"/>
              <a:gd name="connsiteX160" fmla="*/ 37645 w 12192000"/>
              <a:gd name="connsiteY160" fmla="*/ 2115401 h 2237474"/>
              <a:gd name="connsiteX161" fmla="*/ 4572 w 12192000"/>
              <a:gd name="connsiteY161" fmla="*/ 2111091 h 2237474"/>
              <a:gd name="connsiteX162" fmla="*/ 0 w 12192000"/>
              <a:gd name="connsiteY162" fmla="*/ 2110468 h 2237474"/>
              <a:gd name="connsiteX163" fmla="*/ 0 w 12192000"/>
              <a:gd name="connsiteY163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02752 h 2237474"/>
              <a:gd name="connsiteX138" fmla="*/ 800195 w 12192000"/>
              <a:gd name="connsiteY138" fmla="*/ 2209407 h 2237474"/>
              <a:gd name="connsiteX139" fmla="*/ 784978 w 12192000"/>
              <a:gd name="connsiteY139" fmla="*/ 2212360 h 2237474"/>
              <a:gd name="connsiteX140" fmla="*/ 669923 w 12192000"/>
              <a:gd name="connsiteY140" fmla="*/ 2211682 h 2237474"/>
              <a:gd name="connsiteX141" fmla="*/ 648680 w 12192000"/>
              <a:gd name="connsiteY141" fmla="*/ 2206229 h 2237474"/>
              <a:gd name="connsiteX142" fmla="*/ 597225 w 12192000"/>
              <a:gd name="connsiteY142" fmla="*/ 2180999 h 2237474"/>
              <a:gd name="connsiteX143" fmla="*/ 558449 w 12192000"/>
              <a:gd name="connsiteY143" fmla="*/ 2182346 h 2237474"/>
              <a:gd name="connsiteX144" fmla="*/ 550517 w 12192000"/>
              <a:gd name="connsiteY144" fmla="*/ 2182060 h 2237474"/>
              <a:gd name="connsiteX145" fmla="*/ 550309 w 12192000"/>
              <a:gd name="connsiteY145" fmla="*/ 2181825 h 2237474"/>
              <a:gd name="connsiteX146" fmla="*/ 520671 w 12192000"/>
              <a:gd name="connsiteY146" fmla="*/ 2180980 h 2237474"/>
              <a:gd name="connsiteX147" fmla="*/ 515024 w 12192000"/>
              <a:gd name="connsiteY147" fmla="*/ 2179258 h 2237474"/>
              <a:gd name="connsiteX148" fmla="*/ 512278 w 12192000"/>
              <a:gd name="connsiteY148" fmla="*/ 2176369 h 2237474"/>
              <a:gd name="connsiteX149" fmla="*/ 480419 w 12192000"/>
              <a:gd name="connsiteY149" fmla="*/ 2167807 h 2237474"/>
              <a:gd name="connsiteX150" fmla="*/ 413835 w 12192000"/>
              <a:gd name="connsiteY150" fmla="*/ 2156783 h 2237474"/>
              <a:gd name="connsiteX151" fmla="*/ 376513 w 12192000"/>
              <a:gd name="connsiteY151" fmla="*/ 2154014 h 2237474"/>
              <a:gd name="connsiteX152" fmla="*/ 273386 w 12192000"/>
              <a:gd name="connsiteY152" fmla="*/ 2142551 h 2237474"/>
              <a:gd name="connsiteX153" fmla="*/ 169207 w 12192000"/>
              <a:gd name="connsiteY153" fmla="*/ 2128100 h 2237474"/>
              <a:gd name="connsiteX154" fmla="*/ 93149 w 12192000"/>
              <a:gd name="connsiteY154" fmla="*/ 2105324 h 2237474"/>
              <a:gd name="connsiteX155" fmla="*/ 88109 w 12192000"/>
              <a:gd name="connsiteY155" fmla="*/ 2106704 h 2237474"/>
              <a:gd name="connsiteX156" fmla="*/ 80022 w 12192000"/>
              <a:gd name="connsiteY156" fmla="*/ 2107254 h 2237474"/>
              <a:gd name="connsiteX157" fmla="*/ 79717 w 12192000"/>
              <a:gd name="connsiteY157" fmla="*/ 2107046 h 2237474"/>
              <a:gd name="connsiteX158" fmla="*/ 72352 w 12192000"/>
              <a:gd name="connsiteY158" fmla="*/ 2107991 h 2237474"/>
              <a:gd name="connsiteX159" fmla="*/ 37645 w 12192000"/>
              <a:gd name="connsiteY159" fmla="*/ 2115401 h 2237474"/>
              <a:gd name="connsiteX160" fmla="*/ 4572 w 12192000"/>
              <a:gd name="connsiteY160" fmla="*/ 2111091 h 2237474"/>
              <a:gd name="connsiteX161" fmla="*/ 0 w 12192000"/>
              <a:gd name="connsiteY161" fmla="*/ 2110468 h 2237474"/>
              <a:gd name="connsiteX162" fmla="*/ 0 w 12192000"/>
              <a:gd name="connsiteY16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02752 h 2237474"/>
              <a:gd name="connsiteX138" fmla="*/ 800195 w 12192000"/>
              <a:gd name="connsiteY138" fmla="*/ 2209407 h 2237474"/>
              <a:gd name="connsiteX139" fmla="*/ 784978 w 12192000"/>
              <a:gd name="connsiteY139" fmla="*/ 2212360 h 2237474"/>
              <a:gd name="connsiteX140" fmla="*/ 669923 w 12192000"/>
              <a:gd name="connsiteY140" fmla="*/ 2211682 h 2237474"/>
              <a:gd name="connsiteX141" fmla="*/ 648680 w 12192000"/>
              <a:gd name="connsiteY141" fmla="*/ 2206229 h 2237474"/>
              <a:gd name="connsiteX142" fmla="*/ 597225 w 12192000"/>
              <a:gd name="connsiteY142" fmla="*/ 2180999 h 2237474"/>
              <a:gd name="connsiteX143" fmla="*/ 558449 w 12192000"/>
              <a:gd name="connsiteY143" fmla="*/ 2182346 h 2237474"/>
              <a:gd name="connsiteX144" fmla="*/ 550517 w 12192000"/>
              <a:gd name="connsiteY144" fmla="*/ 2182060 h 2237474"/>
              <a:gd name="connsiteX145" fmla="*/ 550309 w 12192000"/>
              <a:gd name="connsiteY145" fmla="*/ 2181825 h 2237474"/>
              <a:gd name="connsiteX146" fmla="*/ 520671 w 12192000"/>
              <a:gd name="connsiteY146" fmla="*/ 2180980 h 2237474"/>
              <a:gd name="connsiteX147" fmla="*/ 515024 w 12192000"/>
              <a:gd name="connsiteY147" fmla="*/ 2179258 h 2237474"/>
              <a:gd name="connsiteX148" fmla="*/ 480419 w 12192000"/>
              <a:gd name="connsiteY148" fmla="*/ 2167807 h 2237474"/>
              <a:gd name="connsiteX149" fmla="*/ 413835 w 12192000"/>
              <a:gd name="connsiteY149" fmla="*/ 2156783 h 2237474"/>
              <a:gd name="connsiteX150" fmla="*/ 376513 w 12192000"/>
              <a:gd name="connsiteY150" fmla="*/ 2154014 h 2237474"/>
              <a:gd name="connsiteX151" fmla="*/ 273386 w 12192000"/>
              <a:gd name="connsiteY151" fmla="*/ 2142551 h 2237474"/>
              <a:gd name="connsiteX152" fmla="*/ 169207 w 12192000"/>
              <a:gd name="connsiteY152" fmla="*/ 2128100 h 2237474"/>
              <a:gd name="connsiteX153" fmla="*/ 93149 w 12192000"/>
              <a:gd name="connsiteY153" fmla="*/ 2105324 h 2237474"/>
              <a:gd name="connsiteX154" fmla="*/ 88109 w 12192000"/>
              <a:gd name="connsiteY154" fmla="*/ 2106704 h 2237474"/>
              <a:gd name="connsiteX155" fmla="*/ 80022 w 12192000"/>
              <a:gd name="connsiteY155" fmla="*/ 2107254 h 2237474"/>
              <a:gd name="connsiteX156" fmla="*/ 79717 w 12192000"/>
              <a:gd name="connsiteY156" fmla="*/ 2107046 h 2237474"/>
              <a:gd name="connsiteX157" fmla="*/ 72352 w 12192000"/>
              <a:gd name="connsiteY157" fmla="*/ 2107991 h 2237474"/>
              <a:gd name="connsiteX158" fmla="*/ 37645 w 12192000"/>
              <a:gd name="connsiteY158" fmla="*/ 2115401 h 2237474"/>
              <a:gd name="connsiteX159" fmla="*/ 4572 w 12192000"/>
              <a:gd name="connsiteY159" fmla="*/ 2111091 h 2237474"/>
              <a:gd name="connsiteX160" fmla="*/ 0 w 12192000"/>
              <a:gd name="connsiteY160" fmla="*/ 2110468 h 2237474"/>
              <a:gd name="connsiteX161" fmla="*/ 0 w 12192000"/>
              <a:gd name="connsiteY161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02752 h 2237474"/>
              <a:gd name="connsiteX138" fmla="*/ 800195 w 12192000"/>
              <a:gd name="connsiteY138" fmla="*/ 2209407 h 2237474"/>
              <a:gd name="connsiteX139" fmla="*/ 784978 w 12192000"/>
              <a:gd name="connsiteY139" fmla="*/ 2212360 h 2237474"/>
              <a:gd name="connsiteX140" fmla="*/ 669923 w 12192000"/>
              <a:gd name="connsiteY140" fmla="*/ 2211682 h 2237474"/>
              <a:gd name="connsiteX141" fmla="*/ 648680 w 12192000"/>
              <a:gd name="connsiteY141" fmla="*/ 2206229 h 2237474"/>
              <a:gd name="connsiteX142" fmla="*/ 597225 w 12192000"/>
              <a:gd name="connsiteY142" fmla="*/ 2180999 h 2237474"/>
              <a:gd name="connsiteX143" fmla="*/ 558449 w 12192000"/>
              <a:gd name="connsiteY143" fmla="*/ 2182346 h 2237474"/>
              <a:gd name="connsiteX144" fmla="*/ 550517 w 12192000"/>
              <a:gd name="connsiteY144" fmla="*/ 2182060 h 2237474"/>
              <a:gd name="connsiteX145" fmla="*/ 550309 w 12192000"/>
              <a:gd name="connsiteY145" fmla="*/ 2181825 h 2237474"/>
              <a:gd name="connsiteX146" fmla="*/ 520671 w 12192000"/>
              <a:gd name="connsiteY146" fmla="*/ 2180980 h 2237474"/>
              <a:gd name="connsiteX147" fmla="*/ 515024 w 12192000"/>
              <a:gd name="connsiteY147" fmla="*/ 2179258 h 2237474"/>
              <a:gd name="connsiteX148" fmla="*/ 413835 w 12192000"/>
              <a:gd name="connsiteY148" fmla="*/ 2156783 h 2237474"/>
              <a:gd name="connsiteX149" fmla="*/ 376513 w 12192000"/>
              <a:gd name="connsiteY149" fmla="*/ 2154014 h 2237474"/>
              <a:gd name="connsiteX150" fmla="*/ 273386 w 12192000"/>
              <a:gd name="connsiteY150" fmla="*/ 2142551 h 2237474"/>
              <a:gd name="connsiteX151" fmla="*/ 169207 w 12192000"/>
              <a:gd name="connsiteY151" fmla="*/ 2128100 h 2237474"/>
              <a:gd name="connsiteX152" fmla="*/ 93149 w 12192000"/>
              <a:gd name="connsiteY152" fmla="*/ 2105324 h 2237474"/>
              <a:gd name="connsiteX153" fmla="*/ 88109 w 12192000"/>
              <a:gd name="connsiteY153" fmla="*/ 2106704 h 2237474"/>
              <a:gd name="connsiteX154" fmla="*/ 80022 w 12192000"/>
              <a:gd name="connsiteY154" fmla="*/ 2107254 h 2237474"/>
              <a:gd name="connsiteX155" fmla="*/ 79717 w 12192000"/>
              <a:gd name="connsiteY155" fmla="*/ 2107046 h 2237474"/>
              <a:gd name="connsiteX156" fmla="*/ 72352 w 12192000"/>
              <a:gd name="connsiteY156" fmla="*/ 2107991 h 2237474"/>
              <a:gd name="connsiteX157" fmla="*/ 37645 w 12192000"/>
              <a:gd name="connsiteY157" fmla="*/ 2115401 h 2237474"/>
              <a:gd name="connsiteX158" fmla="*/ 4572 w 12192000"/>
              <a:gd name="connsiteY158" fmla="*/ 2111091 h 2237474"/>
              <a:gd name="connsiteX159" fmla="*/ 0 w 12192000"/>
              <a:gd name="connsiteY159" fmla="*/ 2110468 h 2237474"/>
              <a:gd name="connsiteX160" fmla="*/ 0 w 12192000"/>
              <a:gd name="connsiteY160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02752 h 2237474"/>
              <a:gd name="connsiteX138" fmla="*/ 800195 w 12192000"/>
              <a:gd name="connsiteY138" fmla="*/ 2209407 h 2237474"/>
              <a:gd name="connsiteX139" fmla="*/ 784978 w 12192000"/>
              <a:gd name="connsiteY139" fmla="*/ 2212360 h 2237474"/>
              <a:gd name="connsiteX140" fmla="*/ 669923 w 12192000"/>
              <a:gd name="connsiteY140" fmla="*/ 2211682 h 2237474"/>
              <a:gd name="connsiteX141" fmla="*/ 648680 w 12192000"/>
              <a:gd name="connsiteY141" fmla="*/ 2206229 h 2237474"/>
              <a:gd name="connsiteX142" fmla="*/ 597225 w 12192000"/>
              <a:gd name="connsiteY142" fmla="*/ 2180999 h 2237474"/>
              <a:gd name="connsiteX143" fmla="*/ 558449 w 12192000"/>
              <a:gd name="connsiteY143" fmla="*/ 2182346 h 2237474"/>
              <a:gd name="connsiteX144" fmla="*/ 550517 w 12192000"/>
              <a:gd name="connsiteY144" fmla="*/ 2182060 h 2237474"/>
              <a:gd name="connsiteX145" fmla="*/ 550309 w 12192000"/>
              <a:gd name="connsiteY145" fmla="*/ 2181825 h 2237474"/>
              <a:gd name="connsiteX146" fmla="*/ 520671 w 12192000"/>
              <a:gd name="connsiteY146" fmla="*/ 2180980 h 2237474"/>
              <a:gd name="connsiteX147" fmla="*/ 515024 w 12192000"/>
              <a:gd name="connsiteY147" fmla="*/ 2179258 h 2237474"/>
              <a:gd name="connsiteX148" fmla="*/ 413835 w 12192000"/>
              <a:gd name="connsiteY148" fmla="*/ 2156783 h 2237474"/>
              <a:gd name="connsiteX149" fmla="*/ 376513 w 12192000"/>
              <a:gd name="connsiteY149" fmla="*/ 2154014 h 2237474"/>
              <a:gd name="connsiteX150" fmla="*/ 273386 w 12192000"/>
              <a:gd name="connsiteY150" fmla="*/ 2142551 h 2237474"/>
              <a:gd name="connsiteX151" fmla="*/ 169207 w 12192000"/>
              <a:gd name="connsiteY151" fmla="*/ 2128100 h 2237474"/>
              <a:gd name="connsiteX152" fmla="*/ 93149 w 12192000"/>
              <a:gd name="connsiteY152" fmla="*/ 2105324 h 2237474"/>
              <a:gd name="connsiteX153" fmla="*/ 88109 w 12192000"/>
              <a:gd name="connsiteY153" fmla="*/ 2106704 h 2237474"/>
              <a:gd name="connsiteX154" fmla="*/ 80022 w 12192000"/>
              <a:gd name="connsiteY154" fmla="*/ 2107254 h 2237474"/>
              <a:gd name="connsiteX155" fmla="*/ 72352 w 12192000"/>
              <a:gd name="connsiteY155" fmla="*/ 2107991 h 2237474"/>
              <a:gd name="connsiteX156" fmla="*/ 37645 w 12192000"/>
              <a:gd name="connsiteY156" fmla="*/ 2115401 h 2237474"/>
              <a:gd name="connsiteX157" fmla="*/ 4572 w 12192000"/>
              <a:gd name="connsiteY157" fmla="*/ 2111091 h 2237474"/>
              <a:gd name="connsiteX158" fmla="*/ 0 w 12192000"/>
              <a:gd name="connsiteY158" fmla="*/ 2110468 h 2237474"/>
              <a:gd name="connsiteX159" fmla="*/ 0 w 12192000"/>
              <a:gd name="connsiteY159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02752 h 2237474"/>
              <a:gd name="connsiteX138" fmla="*/ 800195 w 12192000"/>
              <a:gd name="connsiteY138" fmla="*/ 2209407 h 2237474"/>
              <a:gd name="connsiteX139" fmla="*/ 784978 w 12192000"/>
              <a:gd name="connsiteY139" fmla="*/ 2212360 h 2237474"/>
              <a:gd name="connsiteX140" fmla="*/ 669923 w 12192000"/>
              <a:gd name="connsiteY140" fmla="*/ 2211682 h 2237474"/>
              <a:gd name="connsiteX141" fmla="*/ 648680 w 12192000"/>
              <a:gd name="connsiteY141" fmla="*/ 2206229 h 2237474"/>
              <a:gd name="connsiteX142" fmla="*/ 597225 w 12192000"/>
              <a:gd name="connsiteY142" fmla="*/ 2180999 h 2237474"/>
              <a:gd name="connsiteX143" fmla="*/ 558449 w 12192000"/>
              <a:gd name="connsiteY143" fmla="*/ 2182346 h 2237474"/>
              <a:gd name="connsiteX144" fmla="*/ 550517 w 12192000"/>
              <a:gd name="connsiteY144" fmla="*/ 2182060 h 2237474"/>
              <a:gd name="connsiteX145" fmla="*/ 550309 w 12192000"/>
              <a:gd name="connsiteY145" fmla="*/ 2181825 h 2237474"/>
              <a:gd name="connsiteX146" fmla="*/ 520671 w 12192000"/>
              <a:gd name="connsiteY146" fmla="*/ 2180980 h 2237474"/>
              <a:gd name="connsiteX147" fmla="*/ 515024 w 12192000"/>
              <a:gd name="connsiteY147" fmla="*/ 2179258 h 2237474"/>
              <a:gd name="connsiteX148" fmla="*/ 413835 w 12192000"/>
              <a:gd name="connsiteY148" fmla="*/ 2156783 h 2237474"/>
              <a:gd name="connsiteX149" fmla="*/ 376513 w 12192000"/>
              <a:gd name="connsiteY149" fmla="*/ 2154014 h 2237474"/>
              <a:gd name="connsiteX150" fmla="*/ 273386 w 12192000"/>
              <a:gd name="connsiteY150" fmla="*/ 2142551 h 2237474"/>
              <a:gd name="connsiteX151" fmla="*/ 169207 w 12192000"/>
              <a:gd name="connsiteY151" fmla="*/ 2128100 h 2237474"/>
              <a:gd name="connsiteX152" fmla="*/ 93149 w 12192000"/>
              <a:gd name="connsiteY152" fmla="*/ 2105324 h 2237474"/>
              <a:gd name="connsiteX153" fmla="*/ 80022 w 12192000"/>
              <a:gd name="connsiteY153" fmla="*/ 2107254 h 2237474"/>
              <a:gd name="connsiteX154" fmla="*/ 72352 w 12192000"/>
              <a:gd name="connsiteY154" fmla="*/ 2107991 h 2237474"/>
              <a:gd name="connsiteX155" fmla="*/ 37645 w 12192000"/>
              <a:gd name="connsiteY155" fmla="*/ 2115401 h 2237474"/>
              <a:gd name="connsiteX156" fmla="*/ 4572 w 12192000"/>
              <a:gd name="connsiteY156" fmla="*/ 2111091 h 2237474"/>
              <a:gd name="connsiteX157" fmla="*/ 0 w 12192000"/>
              <a:gd name="connsiteY157" fmla="*/ 2110468 h 2237474"/>
              <a:gd name="connsiteX158" fmla="*/ 0 w 12192000"/>
              <a:gd name="connsiteY158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02752 h 2237474"/>
              <a:gd name="connsiteX138" fmla="*/ 800195 w 12192000"/>
              <a:gd name="connsiteY138" fmla="*/ 2209407 h 2237474"/>
              <a:gd name="connsiteX139" fmla="*/ 784978 w 12192000"/>
              <a:gd name="connsiteY139" fmla="*/ 2212360 h 2237474"/>
              <a:gd name="connsiteX140" fmla="*/ 669923 w 12192000"/>
              <a:gd name="connsiteY140" fmla="*/ 2211682 h 2237474"/>
              <a:gd name="connsiteX141" fmla="*/ 648680 w 12192000"/>
              <a:gd name="connsiteY141" fmla="*/ 2206229 h 2237474"/>
              <a:gd name="connsiteX142" fmla="*/ 597225 w 12192000"/>
              <a:gd name="connsiteY142" fmla="*/ 2180999 h 2237474"/>
              <a:gd name="connsiteX143" fmla="*/ 558449 w 12192000"/>
              <a:gd name="connsiteY143" fmla="*/ 2182346 h 2237474"/>
              <a:gd name="connsiteX144" fmla="*/ 550517 w 12192000"/>
              <a:gd name="connsiteY144" fmla="*/ 2182060 h 2237474"/>
              <a:gd name="connsiteX145" fmla="*/ 550309 w 12192000"/>
              <a:gd name="connsiteY145" fmla="*/ 2181825 h 2237474"/>
              <a:gd name="connsiteX146" fmla="*/ 520671 w 12192000"/>
              <a:gd name="connsiteY146" fmla="*/ 2180980 h 2237474"/>
              <a:gd name="connsiteX147" fmla="*/ 515024 w 12192000"/>
              <a:gd name="connsiteY147" fmla="*/ 2179258 h 2237474"/>
              <a:gd name="connsiteX148" fmla="*/ 413835 w 12192000"/>
              <a:gd name="connsiteY148" fmla="*/ 2156783 h 2237474"/>
              <a:gd name="connsiteX149" fmla="*/ 376513 w 12192000"/>
              <a:gd name="connsiteY149" fmla="*/ 2154014 h 2237474"/>
              <a:gd name="connsiteX150" fmla="*/ 273386 w 12192000"/>
              <a:gd name="connsiteY150" fmla="*/ 2142551 h 2237474"/>
              <a:gd name="connsiteX151" fmla="*/ 169207 w 12192000"/>
              <a:gd name="connsiteY151" fmla="*/ 2128100 h 2237474"/>
              <a:gd name="connsiteX152" fmla="*/ 80022 w 12192000"/>
              <a:gd name="connsiteY152" fmla="*/ 2107254 h 2237474"/>
              <a:gd name="connsiteX153" fmla="*/ 72352 w 12192000"/>
              <a:gd name="connsiteY153" fmla="*/ 2107991 h 2237474"/>
              <a:gd name="connsiteX154" fmla="*/ 37645 w 12192000"/>
              <a:gd name="connsiteY154" fmla="*/ 2115401 h 2237474"/>
              <a:gd name="connsiteX155" fmla="*/ 4572 w 12192000"/>
              <a:gd name="connsiteY155" fmla="*/ 2111091 h 2237474"/>
              <a:gd name="connsiteX156" fmla="*/ 0 w 12192000"/>
              <a:gd name="connsiteY156" fmla="*/ 2110468 h 2237474"/>
              <a:gd name="connsiteX157" fmla="*/ 0 w 12192000"/>
              <a:gd name="connsiteY157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02752 h 2237474"/>
              <a:gd name="connsiteX138" fmla="*/ 800195 w 12192000"/>
              <a:gd name="connsiteY138" fmla="*/ 2209407 h 2237474"/>
              <a:gd name="connsiteX139" fmla="*/ 784978 w 12192000"/>
              <a:gd name="connsiteY139" fmla="*/ 2212360 h 2237474"/>
              <a:gd name="connsiteX140" fmla="*/ 669923 w 12192000"/>
              <a:gd name="connsiteY140" fmla="*/ 2211682 h 2237474"/>
              <a:gd name="connsiteX141" fmla="*/ 648680 w 12192000"/>
              <a:gd name="connsiteY141" fmla="*/ 2206229 h 2237474"/>
              <a:gd name="connsiteX142" fmla="*/ 597225 w 12192000"/>
              <a:gd name="connsiteY142" fmla="*/ 2180999 h 2237474"/>
              <a:gd name="connsiteX143" fmla="*/ 558449 w 12192000"/>
              <a:gd name="connsiteY143" fmla="*/ 2182346 h 2237474"/>
              <a:gd name="connsiteX144" fmla="*/ 550517 w 12192000"/>
              <a:gd name="connsiteY144" fmla="*/ 2182060 h 2237474"/>
              <a:gd name="connsiteX145" fmla="*/ 520671 w 12192000"/>
              <a:gd name="connsiteY145" fmla="*/ 2180980 h 2237474"/>
              <a:gd name="connsiteX146" fmla="*/ 515024 w 12192000"/>
              <a:gd name="connsiteY146" fmla="*/ 2179258 h 2237474"/>
              <a:gd name="connsiteX147" fmla="*/ 413835 w 12192000"/>
              <a:gd name="connsiteY147" fmla="*/ 2156783 h 2237474"/>
              <a:gd name="connsiteX148" fmla="*/ 376513 w 12192000"/>
              <a:gd name="connsiteY148" fmla="*/ 2154014 h 2237474"/>
              <a:gd name="connsiteX149" fmla="*/ 273386 w 12192000"/>
              <a:gd name="connsiteY149" fmla="*/ 2142551 h 2237474"/>
              <a:gd name="connsiteX150" fmla="*/ 169207 w 12192000"/>
              <a:gd name="connsiteY150" fmla="*/ 2128100 h 2237474"/>
              <a:gd name="connsiteX151" fmla="*/ 80022 w 12192000"/>
              <a:gd name="connsiteY151" fmla="*/ 2107254 h 2237474"/>
              <a:gd name="connsiteX152" fmla="*/ 72352 w 12192000"/>
              <a:gd name="connsiteY152" fmla="*/ 2107991 h 2237474"/>
              <a:gd name="connsiteX153" fmla="*/ 37645 w 12192000"/>
              <a:gd name="connsiteY153" fmla="*/ 2115401 h 2237474"/>
              <a:gd name="connsiteX154" fmla="*/ 4572 w 12192000"/>
              <a:gd name="connsiteY154" fmla="*/ 2111091 h 2237474"/>
              <a:gd name="connsiteX155" fmla="*/ 0 w 12192000"/>
              <a:gd name="connsiteY155" fmla="*/ 2110468 h 2237474"/>
              <a:gd name="connsiteX156" fmla="*/ 0 w 12192000"/>
              <a:gd name="connsiteY156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02752 h 2237474"/>
              <a:gd name="connsiteX138" fmla="*/ 800195 w 12192000"/>
              <a:gd name="connsiteY138" fmla="*/ 2209407 h 2237474"/>
              <a:gd name="connsiteX139" fmla="*/ 784978 w 12192000"/>
              <a:gd name="connsiteY139" fmla="*/ 2212360 h 2237474"/>
              <a:gd name="connsiteX140" fmla="*/ 669923 w 12192000"/>
              <a:gd name="connsiteY140" fmla="*/ 2211682 h 2237474"/>
              <a:gd name="connsiteX141" fmla="*/ 648680 w 12192000"/>
              <a:gd name="connsiteY141" fmla="*/ 2206229 h 2237474"/>
              <a:gd name="connsiteX142" fmla="*/ 597225 w 12192000"/>
              <a:gd name="connsiteY142" fmla="*/ 2180999 h 2237474"/>
              <a:gd name="connsiteX143" fmla="*/ 558449 w 12192000"/>
              <a:gd name="connsiteY143" fmla="*/ 2182346 h 2237474"/>
              <a:gd name="connsiteX144" fmla="*/ 520671 w 12192000"/>
              <a:gd name="connsiteY144" fmla="*/ 2180980 h 2237474"/>
              <a:gd name="connsiteX145" fmla="*/ 515024 w 12192000"/>
              <a:gd name="connsiteY145" fmla="*/ 2179258 h 2237474"/>
              <a:gd name="connsiteX146" fmla="*/ 413835 w 12192000"/>
              <a:gd name="connsiteY146" fmla="*/ 2156783 h 2237474"/>
              <a:gd name="connsiteX147" fmla="*/ 376513 w 12192000"/>
              <a:gd name="connsiteY147" fmla="*/ 2154014 h 2237474"/>
              <a:gd name="connsiteX148" fmla="*/ 273386 w 12192000"/>
              <a:gd name="connsiteY148" fmla="*/ 2142551 h 2237474"/>
              <a:gd name="connsiteX149" fmla="*/ 169207 w 12192000"/>
              <a:gd name="connsiteY149" fmla="*/ 2128100 h 2237474"/>
              <a:gd name="connsiteX150" fmla="*/ 80022 w 12192000"/>
              <a:gd name="connsiteY150" fmla="*/ 2107254 h 2237474"/>
              <a:gd name="connsiteX151" fmla="*/ 72352 w 12192000"/>
              <a:gd name="connsiteY151" fmla="*/ 2107991 h 2237474"/>
              <a:gd name="connsiteX152" fmla="*/ 37645 w 12192000"/>
              <a:gd name="connsiteY152" fmla="*/ 2115401 h 2237474"/>
              <a:gd name="connsiteX153" fmla="*/ 4572 w 12192000"/>
              <a:gd name="connsiteY153" fmla="*/ 2111091 h 2237474"/>
              <a:gd name="connsiteX154" fmla="*/ 0 w 12192000"/>
              <a:gd name="connsiteY154" fmla="*/ 2110468 h 2237474"/>
              <a:gd name="connsiteX155" fmla="*/ 0 w 12192000"/>
              <a:gd name="connsiteY15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02752 h 2237474"/>
              <a:gd name="connsiteX138" fmla="*/ 800195 w 12192000"/>
              <a:gd name="connsiteY138" fmla="*/ 2209407 h 2237474"/>
              <a:gd name="connsiteX139" fmla="*/ 784978 w 12192000"/>
              <a:gd name="connsiteY139" fmla="*/ 2212360 h 2237474"/>
              <a:gd name="connsiteX140" fmla="*/ 669923 w 12192000"/>
              <a:gd name="connsiteY140" fmla="*/ 2211682 h 2237474"/>
              <a:gd name="connsiteX141" fmla="*/ 648680 w 12192000"/>
              <a:gd name="connsiteY141" fmla="*/ 2206229 h 2237474"/>
              <a:gd name="connsiteX142" fmla="*/ 597225 w 12192000"/>
              <a:gd name="connsiteY142" fmla="*/ 2180999 h 2237474"/>
              <a:gd name="connsiteX143" fmla="*/ 520671 w 12192000"/>
              <a:gd name="connsiteY143" fmla="*/ 2180980 h 2237474"/>
              <a:gd name="connsiteX144" fmla="*/ 515024 w 12192000"/>
              <a:gd name="connsiteY144" fmla="*/ 2179258 h 2237474"/>
              <a:gd name="connsiteX145" fmla="*/ 413835 w 12192000"/>
              <a:gd name="connsiteY145" fmla="*/ 2156783 h 2237474"/>
              <a:gd name="connsiteX146" fmla="*/ 376513 w 12192000"/>
              <a:gd name="connsiteY146" fmla="*/ 2154014 h 2237474"/>
              <a:gd name="connsiteX147" fmla="*/ 273386 w 12192000"/>
              <a:gd name="connsiteY147" fmla="*/ 2142551 h 2237474"/>
              <a:gd name="connsiteX148" fmla="*/ 169207 w 12192000"/>
              <a:gd name="connsiteY148" fmla="*/ 2128100 h 2237474"/>
              <a:gd name="connsiteX149" fmla="*/ 80022 w 12192000"/>
              <a:gd name="connsiteY149" fmla="*/ 2107254 h 2237474"/>
              <a:gd name="connsiteX150" fmla="*/ 72352 w 12192000"/>
              <a:gd name="connsiteY150" fmla="*/ 2107991 h 2237474"/>
              <a:gd name="connsiteX151" fmla="*/ 37645 w 12192000"/>
              <a:gd name="connsiteY151" fmla="*/ 2115401 h 2237474"/>
              <a:gd name="connsiteX152" fmla="*/ 4572 w 12192000"/>
              <a:gd name="connsiteY152" fmla="*/ 2111091 h 2237474"/>
              <a:gd name="connsiteX153" fmla="*/ 0 w 12192000"/>
              <a:gd name="connsiteY153" fmla="*/ 2110468 h 2237474"/>
              <a:gd name="connsiteX154" fmla="*/ 0 w 12192000"/>
              <a:gd name="connsiteY154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02752 h 2237474"/>
              <a:gd name="connsiteX138" fmla="*/ 800195 w 12192000"/>
              <a:gd name="connsiteY138" fmla="*/ 2209407 h 2237474"/>
              <a:gd name="connsiteX139" fmla="*/ 784978 w 12192000"/>
              <a:gd name="connsiteY139" fmla="*/ 2212360 h 2237474"/>
              <a:gd name="connsiteX140" fmla="*/ 648680 w 12192000"/>
              <a:gd name="connsiteY140" fmla="*/ 2206229 h 2237474"/>
              <a:gd name="connsiteX141" fmla="*/ 597225 w 12192000"/>
              <a:gd name="connsiteY141" fmla="*/ 2180999 h 2237474"/>
              <a:gd name="connsiteX142" fmla="*/ 520671 w 12192000"/>
              <a:gd name="connsiteY142" fmla="*/ 2180980 h 2237474"/>
              <a:gd name="connsiteX143" fmla="*/ 515024 w 12192000"/>
              <a:gd name="connsiteY143" fmla="*/ 2179258 h 2237474"/>
              <a:gd name="connsiteX144" fmla="*/ 413835 w 12192000"/>
              <a:gd name="connsiteY144" fmla="*/ 2156783 h 2237474"/>
              <a:gd name="connsiteX145" fmla="*/ 376513 w 12192000"/>
              <a:gd name="connsiteY145" fmla="*/ 2154014 h 2237474"/>
              <a:gd name="connsiteX146" fmla="*/ 273386 w 12192000"/>
              <a:gd name="connsiteY146" fmla="*/ 2142551 h 2237474"/>
              <a:gd name="connsiteX147" fmla="*/ 169207 w 12192000"/>
              <a:gd name="connsiteY147" fmla="*/ 2128100 h 2237474"/>
              <a:gd name="connsiteX148" fmla="*/ 80022 w 12192000"/>
              <a:gd name="connsiteY148" fmla="*/ 2107254 h 2237474"/>
              <a:gd name="connsiteX149" fmla="*/ 72352 w 12192000"/>
              <a:gd name="connsiteY149" fmla="*/ 2107991 h 2237474"/>
              <a:gd name="connsiteX150" fmla="*/ 37645 w 12192000"/>
              <a:gd name="connsiteY150" fmla="*/ 2115401 h 2237474"/>
              <a:gd name="connsiteX151" fmla="*/ 4572 w 12192000"/>
              <a:gd name="connsiteY151" fmla="*/ 2111091 h 2237474"/>
              <a:gd name="connsiteX152" fmla="*/ 0 w 12192000"/>
              <a:gd name="connsiteY152" fmla="*/ 2110468 h 2237474"/>
              <a:gd name="connsiteX153" fmla="*/ 0 w 12192000"/>
              <a:gd name="connsiteY153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02752 h 2237474"/>
              <a:gd name="connsiteX138" fmla="*/ 800195 w 12192000"/>
              <a:gd name="connsiteY138" fmla="*/ 2209407 h 2237474"/>
              <a:gd name="connsiteX139" fmla="*/ 784978 w 12192000"/>
              <a:gd name="connsiteY139" fmla="*/ 2212360 h 2237474"/>
              <a:gd name="connsiteX140" fmla="*/ 597225 w 12192000"/>
              <a:gd name="connsiteY140" fmla="*/ 2180999 h 2237474"/>
              <a:gd name="connsiteX141" fmla="*/ 520671 w 12192000"/>
              <a:gd name="connsiteY141" fmla="*/ 2180980 h 2237474"/>
              <a:gd name="connsiteX142" fmla="*/ 515024 w 12192000"/>
              <a:gd name="connsiteY142" fmla="*/ 2179258 h 2237474"/>
              <a:gd name="connsiteX143" fmla="*/ 413835 w 12192000"/>
              <a:gd name="connsiteY143" fmla="*/ 2156783 h 2237474"/>
              <a:gd name="connsiteX144" fmla="*/ 376513 w 12192000"/>
              <a:gd name="connsiteY144" fmla="*/ 2154014 h 2237474"/>
              <a:gd name="connsiteX145" fmla="*/ 273386 w 12192000"/>
              <a:gd name="connsiteY145" fmla="*/ 2142551 h 2237474"/>
              <a:gd name="connsiteX146" fmla="*/ 169207 w 12192000"/>
              <a:gd name="connsiteY146" fmla="*/ 2128100 h 2237474"/>
              <a:gd name="connsiteX147" fmla="*/ 80022 w 12192000"/>
              <a:gd name="connsiteY147" fmla="*/ 2107254 h 2237474"/>
              <a:gd name="connsiteX148" fmla="*/ 72352 w 12192000"/>
              <a:gd name="connsiteY148" fmla="*/ 2107991 h 2237474"/>
              <a:gd name="connsiteX149" fmla="*/ 37645 w 12192000"/>
              <a:gd name="connsiteY149" fmla="*/ 2115401 h 2237474"/>
              <a:gd name="connsiteX150" fmla="*/ 4572 w 12192000"/>
              <a:gd name="connsiteY150" fmla="*/ 2111091 h 2237474"/>
              <a:gd name="connsiteX151" fmla="*/ 0 w 12192000"/>
              <a:gd name="connsiteY151" fmla="*/ 2110468 h 2237474"/>
              <a:gd name="connsiteX152" fmla="*/ 0 w 12192000"/>
              <a:gd name="connsiteY15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02752 h 2237474"/>
              <a:gd name="connsiteX138" fmla="*/ 800195 w 12192000"/>
              <a:gd name="connsiteY138" fmla="*/ 2209407 h 2237474"/>
              <a:gd name="connsiteX139" fmla="*/ 784978 w 12192000"/>
              <a:gd name="connsiteY139" fmla="*/ 2212360 h 2237474"/>
              <a:gd name="connsiteX140" fmla="*/ 597225 w 12192000"/>
              <a:gd name="connsiteY140" fmla="*/ 2180999 h 2237474"/>
              <a:gd name="connsiteX141" fmla="*/ 520671 w 12192000"/>
              <a:gd name="connsiteY141" fmla="*/ 2180980 h 2237474"/>
              <a:gd name="connsiteX142" fmla="*/ 515024 w 12192000"/>
              <a:gd name="connsiteY142" fmla="*/ 2179258 h 2237474"/>
              <a:gd name="connsiteX143" fmla="*/ 413835 w 12192000"/>
              <a:gd name="connsiteY143" fmla="*/ 2156783 h 2237474"/>
              <a:gd name="connsiteX144" fmla="*/ 376513 w 12192000"/>
              <a:gd name="connsiteY144" fmla="*/ 2154014 h 2237474"/>
              <a:gd name="connsiteX145" fmla="*/ 273386 w 12192000"/>
              <a:gd name="connsiteY145" fmla="*/ 2142551 h 2237474"/>
              <a:gd name="connsiteX146" fmla="*/ 169207 w 12192000"/>
              <a:gd name="connsiteY146" fmla="*/ 2128100 h 2237474"/>
              <a:gd name="connsiteX147" fmla="*/ 80022 w 12192000"/>
              <a:gd name="connsiteY147" fmla="*/ 2107254 h 2237474"/>
              <a:gd name="connsiteX148" fmla="*/ 37645 w 12192000"/>
              <a:gd name="connsiteY148" fmla="*/ 2115401 h 2237474"/>
              <a:gd name="connsiteX149" fmla="*/ 4572 w 12192000"/>
              <a:gd name="connsiteY149" fmla="*/ 2111091 h 2237474"/>
              <a:gd name="connsiteX150" fmla="*/ 0 w 12192000"/>
              <a:gd name="connsiteY150" fmla="*/ 2110468 h 2237474"/>
              <a:gd name="connsiteX151" fmla="*/ 0 w 12192000"/>
              <a:gd name="connsiteY151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02752 h 2237474"/>
              <a:gd name="connsiteX138" fmla="*/ 800195 w 12192000"/>
              <a:gd name="connsiteY138" fmla="*/ 2209407 h 2237474"/>
              <a:gd name="connsiteX139" fmla="*/ 784978 w 12192000"/>
              <a:gd name="connsiteY139" fmla="*/ 2212360 h 2237474"/>
              <a:gd name="connsiteX140" fmla="*/ 597225 w 12192000"/>
              <a:gd name="connsiteY140" fmla="*/ 2180999 h 2237474"/>
              <a:gd name="connsiteX141" fmla="*/ 520671 w 12192000"/>
              <a:gd name="connsiteY141" fmla="*/ 2180980 h 2237474"/>
              <a:gd name="connsiteX142" fmla="*/ 515024 w 12192000"/>
              <a:gd name="connsiteY142" fmla="*/ 2179258 h 2237474"/>
              <a:gd name="connsiteX143" fmla="*/ 413835 w 12192000"/>
              <a:gd name="connsiteY143" fmla="*/ 2156783 h 2237474"/>
              <a:gd name="connsiteX144" fmla="*/ 376513 w 12192000"/>
              <a:gd name="connsiteY144" fmla="*/ 2154014 h 2237474"/>
              <a:gd name="connsiteX145" fmla="*/ 273386 w 12192000"/>
              <a:gd name="connsiteY145" fmla="*/ 2142551 h 2237474"/>
              <a:gd name="connsiteX146" fmla="*/ 169207 w 12192000"/>
              <a:gd name="connsiteY146" fmla="*/ 2128100 h 2237474"/>
              <a:gd name="connsiteX147" fmla="*/ 77641 w 12192000"/>
              <a:gd name="connsiteY147" fmla="*/ 2126835 h 2237474"/>
              <a:gd name="connsiteX148" fmla="*/ 37645 w 12192000"/>
              <a:gd name="connsiteY148" fmla="*/ 2115401 h 2237474"/>
              <a:gd name="connsiteX149" fmla="*/ 4572 w 12192000"/>
              <a:gd name="connsiteY149" fmla="*/ 2111091 h 2237474"/>
              <a:gd name="connsiteX150" fmla="*/ 0 w 12192000"/>
              <a:gd name="connsiteY150" fmla="*/ 2110468 h 2237474"/>
              <a:gd name="connsiteX151" fmla="*/ 0 w 12192000"/>
              <a:gd name="connsiteY151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02752 h 2237474"/>
              <a:gd name="connsiteX138" fmla="*/ 800195 w 12192000"/>
              <a:gd name="connsiteY138" fmla="*/ 2209407 h 2237474"/>
              <a:gd name="connsiteX139" fmla="*/ 597225 w 12192000"/>
              <a:gd name="connsiteY139" fmla="*/ 2180999 h 2237474"/>
              <a:gd name="connsiteX140" fmla="*/ 520671 w 12192000"/>
              <a:gd name="connsiteY140" fmla="*/ 2180980 h 2237474"/>
              <a:gd name="connsiteX141" fmla="*/ 515024 w 12192000"/>
              <a:gd name="connsiteY141" fmla="*/ 2179258 h 2237474"/>
              <a:gd name="connsiteX142" fmla="*/ 413835 w 12192000"/>
              <a:gd name="connsiteY142" fmla="*/ 2156783 h 2237474"/>
              <a:gd name="connsiteX143" fmla="*/ 376513 w 12192000"/>
              <a:gd name="connsiteY143" fmla="*/ 2154014 h 2237474"/>
              <a:gd name="connsiteX144" fmla="*/ 273386 w 12192000"/>
              <a:gd name="connsiteY144" fmla="*/ 2142551 h 2237474"/>
              <a:gd name="connsiteX145" fmla="*/ 169207 w 12192000"/>
              <a:gd name="connsiteY145" fmla="*/ 2128100 h 2237474"/>
              <a:gd name="connsiteX146" fmla="*/ 77641 w 12192000"/>
              <a:gd name="connsiteY146" fmla="*/ 2126835 h 2237474"/>
              <a:gd name="connsiteX147" fmla="*/ 37645 w 12192000"/>
              <a:gd name="connsiteY147" fmla="*/ 2115401 h 2237474"/>
              <a:gd name="connsiteX148" fmla="*/ 4572 w 12192000"/>
              <a:gd name="connsiteY148" fmla="*/ 2111091 h 2237474"/>
              <a:gd name="connsiteX149" fmla="*/ 0 w 12192000"/>
              <a:gd name="connsiteY149" fmla="*/ 2110468 h 2237474"/>
              <a:gd name="connsiteX150" fmla="*/ 0 w 12192000"/>
              <a:gd name="connsiteY150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02752 h 2237474"/>
              <a:gd name="connsiteX138" fmla="*/ 776382 w 12192000"/>
              <a:gd name="connsiteY138" fmla="*/ 2204512 h 2237474"/>
              <a:gd name="connsiteX139" fmla="*/ 597225 w 12192000"/>
              <a:gd name="connsiteY139" fmla="*/ 2180999 h 2237474"/>
              <a:gd name="connsiteX140" fmla="*/ 520671 w 12192000"/>
              <a:gd name="connsiteY140" fmla="*/ 2180980 h 2237474"/>
              <a:gd name="connsiteX141" fmla="*/ 515024 w 12192000"/>
              <a:gd name="connsiteY141" fmla="*/ 2179258 h 2237474"/>
              <a:gd name="connsiteX142" fmla="*/ 413835 w 12192000"/>
              <a:gd name="connsiteY142" fmla="*/ 2156783 h 2237474"/>
              <a:gd name="connsiteX143" fmla="*/ 376513 w 12192000"/>
              <a:gd name="connsiteY143" fmla="*/ 2154014 h 2237474"/>
              <a:gd name="connsiteX144" fmla="*/ 273386 w 12192000"/>
              <a:gd name="connsiteY144" fmla="*/ 2142551 h 2237474"/>
              <a:gd name="connsiteX145" fmla="*/ 169207 w 12192000"/>
              <a:gd name="connsiteY145" fmla="*/ 2128100 h 2237474"/>
              <a:gd name="connsiteX146" fmla="*/ 77641 w 12192000"/>
              <a:gd name="connsiteY146" fmla="*/ 2126835 h 2237474"/>
              <a:gd name="connsiteX147" fmla="*/ 37645 w 12192000"/>
              <a:gd name="connsiteY147" fmla="*/ 2115401 h 2237474"/>
              <a:gd name="connsiteX148" fmla="*/ 4572 w 12192000"/>
              <a:gd name="connsiteY148" fmla="*/ 2111091 h 2237474"/>
              <a:gd name="connsiteX149" fmla="*/ 0 w 12192000"/>
              <a:gd name="connsiteY149" fmla="*/ 2110468 h 2237474"/>
              <a:gd name="connsiteX150" fmla="*/ 0 w 12192000"/>
              <a:gd name="connsiteY150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10095 h 2237474"/>
              <a:gd name="connsiteX138" fmla="*/ 776382 w 12192000"/>
              <a:gd name="connsiteY138" fmla="*/ 2204512 h 2237474"/>
              <a:gd name="connsiteX139" fmla="*/ 597225 w 12192000"/>
              <a:gd name="connsiteY139" fmla="*/ 2180999 h 2237474"/>
              <a:gd name="connsiteX140" fmla="*/ 520671 w 12192000"/>
              <a:gd name="connsiteY140" fmla="*/ 2180980 h 2237474"/>
              <a:gd name="connsiteX141" fmla="*/ 515024 w 12192000"/>
              <a:gd name="connsiteY141" fmla="*/ 2179258 h 2237474"/>
              <a:gd name="connsiteX142" fmla="*/ 413835 w 12192000"/>
              <a:gd name="connsiteY142" fmla="*/ 2156783 h 2237474"/>
              <a:gd name="connsiteX143" fmla="*/ 376513 w 12192000"/>
              <a:gd name="connsiteY143" fmla="*/ 2154014 h 2237474"/>
              <a:gd name="connsiteX144" fmla="*/ 273386 w 12192000"/>
              <a:gd name="connsiteY144" fmla="*/ 2142551 h 2237474"/>
              <a:gd name="connsiteX145" fmla="*/ 169207 w 12192000"/>
              <a:gd name="connsiteY145" fmla="*/ 2128100 h 2237474"/>
              <a:gd name="connsiteX146" fmla="*/ 77641 w 12192000"/>
              <a:gd name="connsiteY146" fmla="*/ 2126835 h 2237474"/>
              <a:gd name="connsiteX147" fmla="*/ 37645 w 12192000"/>
              <a:gd name="connsiteY147" fmla="*/ 2115401 h 2237474"/>
              <a:gd name="connsiteX148" fmla="*/ 4572 w 12192000"/>
              <a:gd name="connsiteY148" fmla="*/ 2111091 h 2237474"/>
              <a:gd name="connsiteX149" fmla="*/ 0 w 12192000"/>
              <a:gd name="connsiteY149" fmla="*/ 2110468 h 2237474"/>
              <a:gd name="connsiteX150" fmla="*/ 0 w 12192000"/>
              <a:gd name="connsiteY150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10095 h 2237474"/>
              <a:gd name="connsiteX138" fmla="*/ 776382 w 12192000"/>
              <a:gd name="connsiteY138" fmla="*/ 2204512 h 2237474"/>
              <a:gd name="connsiteX139" fmla="*/ 597225 w 12192000"/>
              <a:gd name="connsiteY139" fmla="*/ 2180999 h 2237474"/>
              <a:gd name="connsiteX140" fmla="*/ 520671 w 12192000"/>
              <a:gd name="connsiteY140" fmla="*/ 2180980 h 2237474"/>
              <a:gd name="connsiteX141" fmla="*/ 515024 w 12192000"/>
              <a:gd name="connsiteY141" fmla="*/ 2179258 h 2237474"/>
              <a:gd name="connsiteX142" fmla="*/ 413835 w 12192000"/>
              <a:gd name="connsiteY142" fmla="*/ 2156783 h 2237474"/>
              <a:gd name="connsiteX143" fmla="*/ 376513 w 12192000"/>
              <a:gd name="connsiteY143" fmla="*/ 2154014 h 2237474"/>
              <a:gd name="connsiteX144" fmla="*/ 273386 w 12192000"/>
              <a:gd name="connsiteY144" fmla="*/ 2142551 h 2237474"/>
              <a:gd name="connsiteX145" fmla="*/ 169207 w 12192000"/>
              <a:gd name="connsiteY145" fmla="*/ 2128100 h 2237474"/>
              <a:gd name="connsiteX146" fmla="*/ 77641 w 12192000"/>
              <a:gd name="connsiteY146" fmla="*/ 2126835 h 2237474"/>
              <a:gd name="connsiteX147" fmla="*/ 37645 w 12192000"/>
              <a:gd name="connsiteY147" fmla="*/ 2115401 h 2237474"/>
              <a:gd name="connsiteX148" fmla="*/ 4572 w 12192000"/>
              <a:gd name="connsiteY148" fmla="*/ 2111091 h 2237474"/>
              <a:gd name="connsiteX149" fmla="*/ 0 w 12192000"/>
              <a:gd name="connsiteY149" fmla="*/ 2110468 h 2237474"/>
              <a:gd name="connsiteX150" fmla="*/ 0 w 12192000"/>
              <a:gd name="connsiteY150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279765 w 12192000"/>
              <a:gd name="connsiteY133" fmla="*/ 2229639 h 2237474"/>
              <a:gd name="connsiteX134" fmla="*/ 1195347 w 12192000"/>
              <a:gd name="connsiteY134" fmla="*/ 2212354 h 2237474"/>
              <a:gd name="connsiteX135" fmla="*/ 970251 w 12192000"/>
              <a:gd name="connsiteY135" fmla="*/ 2221029 h 2237474"/>
              <a:gd name="connsiteX136" fmla="*/ 812914 w 12192000"/>
              <a:gd name="connsiteY136" fmla="*/ 2210095 h 2237474"/>
              <a:gd name="connsiteX137" fmla="*/ 776382 w 12192000"/>
              <a:gd name="connsiteY137" fmla="*/ 2204512 h 2237474"/>
              <a:gd name="connsiteX138" fmla="*/ 597225 w 12192000"/>
              <a:gd name="connsiteY138" fmla="*/ 2180999 h 2237474"/>
              <a:gd name="connsiteX139" fmla="*/ 520671 w 12192000"/>
              <a:gd name="connsiteY139" fmla="*/ 2180980 h 2237474"/>
              <a:gd name="connsiteX140" fmla="*/ 515024 w 12192000"/>
              <a:gd name="connsiteY140" fmla="*/ 2179258 h 2237474"/>
              <a:gd name="connsiteX141" fmla="*/ 413835 w 12192000"/>
              <a:gd name="connsiteY141" fmla="*/ 2156783 h 2237474"/>
              <a:gd name="connsiteX142" fmla="*/ 376513 w 12192000"/>
              <a:gd name="connsiteY142" fmla="*/ 2154014 h 2237474"/>
              <a:gd name="connsiteX143" fmla="*/ 273386 w 12192000"/>
              <a:gd name="connsiteY143" fmla="*/ 2142551 h 2237474"/>
              <a:gd name="connsiteX144" fmla="*/ 169207 w 12192000"/>
              <a:gd name="connsiteY144" fmla="*/ 2128100 h 2237474"/>
              <a:gd name="connsiteX145" fmla="*/ 77641 w 12192000"/>
              <a:gd name="connsiteY145" fmla="*/ 2126835 h 2237474"/>
              <a:gd name="connsiteX146" fmla="*/ 37645 w 12192000"/>
              <a:gd name="connsiteY146" fmla="*/ 2115401 h 2237474"/>
              <a:gd name="connsiteX147" fmla="*/ 4572 w 12192000"/>
              <a:gd name="connsiteY147" fmla="*/ 2111091 h 2237474"/>
              <a:gd name="connsiteX148" fmla="*/ 0 w 12192000"/>
              <a:gd name="connsiteY148" fmla="*/ 2110468 h 2237474"/>
              <a:gd name="connsiteX149" fmla="*/ 0 w 12192000"/>
              <a:gd name="connsiteY149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009910 w 12192000"/>
              <a:gd name="connsiteY107" fmla="*/ 1957866 h 2237474"/>
              <a:gd name="connsiteX108" fmla="*/ 2995934 w 12192000"/>
              <a:gd name="connsiteY108" fmla="*/ 1967085 h 2237474"/>
              <a:gd name="connsiteX109" fmla="*/ 2942858 w 12192000"/>
              <a:gd name="connsiteY109" fmla="*/ 1981367 h 2237474"/>
              <a:gd name="connsiteX110" fmla="*/ 2875436 w 12192000"/>
              <a:gd name="connsiteY110" fmla="*/ 1996977 h 2237474"/>
              <a:gd name="connsiteX111" fmla="*/ 2874892 w 12192000"/>
              <a:gd name="connsiteY111" fmla="*/ 1996085 h 2237474"/>
              <a:gd name="connsiteX112" fmla="*/ 2843662 w 12192000"/>
              <a:gd name="connsiteY112" fmla="*/ 1992498 h 2237474"/>
              <a:gd name="connsiteX113" fmla="*/ 2718916 w 12192000"/>
              <a:gd name="connsiteY113" fmla="*/ 1990867 h 2237474"/>
              <a:gd name="connsiteX114" fmla="*/ 2713522 w 12192000"/>
              <a:gd name="connsiteY114" fmla="*/ 1990173 h 2237474"/>
              <a:gd name="connsiteX115" fmla="*/ 2578178 w 12192000"/>
              <a:gd name="connsiteY115" fmla="*/ 1990531 h 2237474"/>
              <a:gd name="connsiteX116" fmla="*/ 2476147 w 12192000"/>
              <a:gd name="connsiteY116" fmla="*/ 1998305 h 2237474"/>
              <a:gd name="connsiteX117" fmla="*/ 2373568 w 12192000"/>
              <a:gd name="connsiteY117" fmla="*/ 2003219 h 2237474"/>
              <a:gd name="connsiteX118" fmla="*/ 2287219 w 12192000"/>
              <a:gd name="connsiteY118" fmla="*/ 1998750 h 2237474"/>
              <a:gd name="connsiteX119" fmla="*/ 2243069 w 12192000"/>
              <a:gd name="connsiteY119" fmla="*/ 2005321 h 2237474"/>
              <a:gd name="connsiteX120" fmla="*/ 2164831 w 12192000"/>
              <a:gd name="connsiteY120" fmla="*/ 2010143 h 2237474"/>
              <a:gd name="connsiteX121" fmla="*/ 2085228 w 12192000"/>
              <a:gd name="connsiteY121" fmla="*/ 2046431 h 2237474"/>
              <a:gd name="connsiteX122" fmla="*/ 2058061 w 12192000"/>
              <a:gd name="connsiteY122" fmla="*/ 2047942 h 2237474"/>
              <a:gd name="connsiteX123" fmla="*/ 2042244 w 12192000"/>
              <a:gd name="connsiteY123" fmla="*/ 2055560 h 2237474"/>
              <a:gd name="connsiteX124" fmla="*/ 1877728 w 12192000"/>
              <a:gd name="connsiteY124" fmla="*/ 2101004 h 2237474"/>
              <a:gd name="connsiteX125" fmla="*/ 1759056 w 12192000"/>
              <a:gd name="connsiteY125" fmla="*/ 2125608 h 2237474"/>
              <a:gd name="connsiteX126" fmla="*/ 1637948 w 12192000"/>
              <a:gd name="connsiteY126" fmla="*/ 2172597 h 2237474"/>
              <a:gd name="connsiteX127" fmla="*/ 1434549 w 12192000"/>
              <a:gd name="connsiteY127" fmla="*/ 2234522 h 2237474"/>
              <a:gd name="connsiteX128" fmla="*/ 1398481 w 12192000"/>
              <a:gd name="connsiteY128" fmla="*/ 2237074 h 2237474"/>
              <a:gd name="connsiteX129" fmla="*/ 1398407 w 12192000"/>
              <a:gd name="connsiteY129" fmla="*/ 2237095 h 2237474"/>
              <a:gd name="connsiteX130" fmla="*/ 1370962 w 12192000"/>
              <a:gd name="connsiteY130" fmla="*/ 2237474 h 2237474"/>
              <a:gd name="connsiteX131" fmla="*/ 1356367 w 12192000"/>
              <a:gd name="connsiteY131" fmla="*/ 2235089 h 2237474"/>
              <a:gd name="connsiteX132" fmla="*/ 1279765 w 12192000"/>
              <a:gd name="connsiteY132" fmla="*/ 2229639 h 2237474"/>
              <a:gd name="connsiteX133" fmla="*/ 1195347 w 12192000"/>
              <a:gd name="connsiteY133" fmla="*/ 2212354 h 2237474"/>
              <a:gd name="connsiteX134" fmla="*/ 970251 w 12192000"/>
              <a:gd name="connsiteY134" fmla="*/ 2221029 h 2237474"/>
              <a:gd name="connsiteX135" fmla="*/ 812914 w 12192000"/>
              <a:gd name="connsiteY135" fmla="*/ 2210095 h 2237474"/>
              <a:gd name="connsiteX136" fmla="*/ 776382 w 12192000"/>
              <a:gd name="connsiteY136" fmla="*/ 2204512 h 2237474"/>
              <a:gd name="connsiteX137" fmla="*/ 597225 w 12192000"/>
              <a:gd name="connsiteY137" fmla="*/ 2180999 h 2237474"/>
              <a:gd name="connsiteX138" fmla="*/ 520671 w 12192000"/>
              <a:gd name="connsiteY138" fmla="*/ 2180980 h 2237474"/>
              <a:gd name="connsiteX139" fmla="*/ 515024 w 12192000"/>
              <a:gd name="connsiteY139" fmla="*/ 2179258 h 2237474"/>
              <a:gd name="connsiteX140" fmla="*/ 413835 w 12192000"/>
              <a:gd name="connsiteY140" fmla="*/ 2156783 h 2237474"/>
              <a:gd name="connsiteX141" fmla="*/ 376513 w 12192000"/>
              <a:gd name="connsiteY141" fmla="*/ 2154014 h 2237474"/>
              <a:gd name="connsiteX142" fmla="*/ 273386 w 12192000"/>
              <a:gd name="connsiteY142" fmla="*/ 2142551 h 2237474"/>
              <a:gd name="connsiteX143" fmla="*/ 169207 w 12192000"/>
              <a:gd name="connsiteY143" fmla="*/ 2128100 h 2237474"/>
              <a:gd name="connsiteX144" fmla="*/ 77641 w 12192000"/>
              <a:gd name="connsiteY144" fmla="*/ 2126835 h 2237474"/>
              <a:gd name="connsiteX145" fmla="*/ 37645 w 12192000"/>
              <a:gd name="connsiteY145" fmla="*/ 2115401 h 2237474"/>
              <a:gd name="connsiteX146" fmla="*/ 4572 w 12192000"/>
              <a:gd name="connsiteY146" fmla="*/ 2111091 h 2237474"/>
              <a:gd name="connsiteX147" fmla="*/ 0 w 12192000"/>
              <a:gd name="connsiteY147" fmla="*/ 2110468 h 2237474"/>
              <a:gd name="connsiteX148" fmla="*/ 0 w 12192000"/>
              <a:gd name="connsiteY148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009910 w 12192000"/>
              <a:gd name="connsiteY107" fmla="*/ 1957866 h 2237474"/>
              <a:gd name="connsiteX108" fmla="*/ 2995934 w 12192000"/>
              <a:gd name="connsiteY108" fmla="*/ 1967085 h 2237474"/>
              <a:gd name="connsiteX109" fmla="*/ 2942858 w 12192000"/>
              <a:gd name="connsiteY109" fmla="*/ 1981367 h 2237474"/>
              <a:gd name="connsiteX110" fmla="*/ 2875436 w 12192000"/>
              <a:gd name="connsiteY110" fmla="*/ 1996977 h 2237474"/>
              <a:gd name="connsiteX111" fmla="*/ 2874892 w 12192000"/>
              <a:gd name="connsiteY111" fmla="*/ 1996085 h 2237474"/>
              <a:gd name="connsiteX112" fmla="*/ 2843662 w 12192000"/>
              <a:gd name="connsiteY112" fmla="*/ 1992498 h 2237474"/>
              <a:gd name="connsiteX113" fmla="*/ 2718916 w 12192000"/>
              <a:gd name="connsiteY113" fmla="*/ 1990867 h 2237474"/>
              <a:gd name="connsiteX114" fmla="*/ 2713522 w 12192000"/>
              <a:gd name="connsiteY114" fmla="*/ 1990173 h 2237474"/>
              <a:gd name="connsiteX115" fmla="*/ 2578178 w 12192000"/>
              <a:gd name="connsiteY115" fmla="*/ 1990531 h 2237474"/>
              <a:gd name="connsiteX116" fmla="*/ 2476147 w 12192000"/>
              <a:gd name="connsiteY116" fmla="*/ 1998305 h 2237474"/>
              <a:gd name="connsiteX117" fmla="*/ 2373568 w 12192000"/>
              <a:gd name="connsiteY117" fmla="*/ 2003219 h 2237474"/>
              <a:gd name="connsiteX118" fmla="*/ 2287219 w 12192000"/>
              <a:gd name="connsiteY118" fmla="*/ 1998750 h 2237474"/>
              <a:gd name="connsiteX119" fmla="*/ 2243069 w 12192000"/>
              <a:gd name="connsiteY119" fmla="*/ 2005321 h 2237474"/>
              <a:gd name="connsiteX120" fmla="*/ 2164831 w 12192000"/>
              <a:gd name="connsiteY120" fmla="*/ 2010143 h 2237474"/>
              <a:gd name="connsiteX121" fmla="*/ 2085228 w 12192000"/>
              <a:gd name="connsiteY121" fmla="*/ 2046431 h 2237474"/>
              <a:gd name="connsiteX122" fmla="*/ 2058061 w 12192000"/>
              <a:gd name="connsiteY122" fmla="*/ 2047942 h 2237474"/>
              <a:gd name="connsiteX123" fmla="*/ 2042244 w 12192000"/>
              <a:gd name="connsiteY123" fmla="*/ 2055560 h 2237474"/>
              <a:gd name="connsiteX124" fmla="*/ 1877728 w 12192000"/>
              <a:gd name="connsiteY124" fmla="*/ 2101004 h 2237474"/>
              <a:gd name="connsiteX125" fmla="*/ 1759056 w 12192000"/>
              <a:gd name="connsiteY125" fmla="*/ 2125608 h 2237474"/>
              <a:gd name="connsiteX126" fmla="*/ 1637948 w 12192000"/>
              <a:gd name="connsiteY126" fmla="*/ 2172597 h 2237474"/>
              <a:gd name="connsiteX127" fmla="*/ 1434549 w 12192000"/>
              <a:gd name="connsiteY127" fmla="*/ 2234522 h 2237474"/>
              <a:gd name="connsiteX128" fmla="*/ 1398481 w 12192000"/>
              <a:gd name="connsiteY128" fmla="*/ 2237074 h 2237474"/>
              <a:gd name="connsiteX129" fmla="*/ 1398407 w 12192000"/>
              <a:gd name="connsiteY129" fmla="*/ 2237095 h 2237474"/>
              <a:gd name="connsiteX130" fmla="*/ 1370962 w 12192000"/>
              <a:gd name="connsiteY130" fmla="*/ 2237474 h 2237474"/>
              <a:gd name="connsiteX131" fmla="*/ 1356367 w 12192000"/>
              <a:gd name="connsiteY131" fmla="*/ 2235089 h 2237474"/>
              <a:gd name="connsiteX132" fmla="*/ 1279765 w 12192000"/>
              <a:gd name="connsiteY132" fmla="*/ 2229639 h 2237474"/>
              <a:gd name="connsiteX133" fmla="*/ 1195347 w 12192000"/>
              <a:gd name="connsiteY133" fmla="*/ 2212354 h 2237474"/>
              <a:gd name="connsiteX134" fmla="*/ 970251 w 12192000"/>
              <a:gd name="connsiteY134" fmla="*/ 2221029 h 2237474"/>
              <a:gd name="connsiteX135" fmla="*/ 812914 w 12192000"/>
              <a:gd name="connsiteY135" fmla="*/ 2210095 h 2237474"/>
              <a:gd name="connsiteX136" fmla="*/ 776382 w 12192000"/>
              <a:gd name="connsiteY136" fmla="*/ 2204512 h 2237474"/>
              <a:gd name="connsiteX137" fmla="*/ 597225 w 12192000"/>
              <a:gd name="connsiteY137" fmla="*/ 2180999 h 2237474"/>
              <a:gd name="connsiteX138" fmla="*/ 520671 w 12192000"/>
              <a:gd name="connsiteY138" fmla="*/ 2180980 h 2237474"/>
              <a:gd name="connsiteX139" fmla="*/ 515024 w 12192000"/>
              <a:gd name="connsiteY139" fmla="*/ 2179258 h 2237474"/>
              <a:gd name="connsiteX140" fmla="*/ 413835 w 12192000"/>
              <a:gd name="connsiteY140" fmla="*/ 2156783 h 2237474"/>
              <a:gd name="connsiteX141" fmla="*/ 376513 w 12192000"/>
              <a:gd name="connsiteY141" fmla="*/ 2154014 h 2237474"/>
              <a:gd name="connsiteX142" fmla="*/ 273386 w 12192000"/>
              <a:gd name="connsiteY142" fmla="*/ 2142551 h 2237474"/>
              <a:gd name="connsiteX143" fmla="*/ 169207 w 12192000"/>
              <a:gd name="connsiteY143" fmla="*/ 2128100 h 2237474"/>
              <a:gd name="connsiteX144" fmla="*/ 77641 w 12192000"/>
              <a:gd name="connsiteY144" fmla="*/ 2126835 h 2237474"/>
              <a:gd name="connsiteX145" fmla="*/ 37645 w 12192000"/>
              <a:gd name="connsiteY145" fmla="*/ 2115401 h 2237474"/>
              <a:gd name="connsiteX146" fmla="*/ 4572 w 12192000"/>
              <a:gd name="connsiteY146" fmla="*/ 2111091 h 2237474"/>
              <a:gd name="connsiteX147" fmla="*/ 0 w 12192000"/>
              <a:gd name="connsiteY147" fmla="*/ 2110468 h 2237474"/>
              <a:gd name="connsiteX148" fmla="*/ 0 w 12192000"/>
              <a:gd name="connsiteY148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009910 w 12192000"/>
              <a:gd name="connsiteY107" fmla="*/ 1957866 h 2237474"/>
              <a:gd name="connsiteX108" fmla="*/ 2995934 w 12192000"/>
              <a:gd name="connsiteY108" fmla="*/ 1967085 h 2237474"/>
              <a:gd name="connsiteX109" fmla="*/ 2942858 w 12192000"/>
              <a:gd name="connsiteY109" fmla="*/ 1981367 h 2237474"/>
              <a:gd name="connsiteX110" fmla="*/ 2875436 w 12192000"/>
              <a:gd name="connsiteY110" fmla="*/ 1996977 h 2237474"/>
              <a:gd name="connsiteX111" fmla="*/ 2874892 w 12192000"/>
              <a:gd name="connsiteY111" fmla="*/ 1996085 h 2237474"/>
              <a:gd name="connsiteX112" fmla="*/ 2843662 w 12192000"/>
              <a:gd name="connsiteY112" fmla="*/ 1992498 h 2237474"/>
              <a:gd name="connsiteX113" fmla="*/ 2718916 w 12192000"/>
              <a:gd name="connsiteY113" fmla="*/ 1990867 h 2237474"/>
              <a:gd name="connsiteX114" fmla="*/ 2713522 w 12192000"/>
              <a:gd name="connsiteY114" fmla="*/ 1990173 h 2237474"/>
              <a:gd name="connsiteX115" fmla="*/ 2578178 w 12192000"/>
              <a:gd name="connsiteY115" fmla="*/ 1990531 h 2237474"/>
              <a:gd name="connsiteX116" fmla="*/ 2476147 w 12192000"/>
              <a:gd name="connsiteY116" fmla="*/ 1998305 h 2237474"/>
              <a:gd name="connsiteX117" fmla="*/ 2373568 w 12192000"/>
              <a:gd name="connsiteY117" fmla="*/ 2003219 h 2237474"/>
              <a:gd name="connsiteX118" fmla="*/ 2287219 w 12192000"/>
              <a:gd name="connsiteY118" fmla="*/ 1998750 h 2237474"/>
              <a:gd name="connsiteX119" fmla="*/ 2243069 w 12192000"/>
              <a:gd name="connsiteY119" fmla="*/ 2005321 h 2237474"/>
              <a:gd name="connsiteX120" fmla="*/ 2164831 w 12192000"/>
              <a:gd name="connsiteY120" fmla="*/ 2010143 h 2237474"/>
              <a:gd name="connsiteX121" fmla="*/ 2085228 w 12192000"/>
              <a:gd name="connsiteY121" fmla="*/ 2046431 h 2237474"/>
              <a:gd name="connsiteX122" fmla="*/ 2058061 w 12192000"/>
              <a:gd name="connsiteY122" fmla="*/ 2047942 h 2237474"/>
              <a:gd name="connsiteX123" fmla="*/ 2042244 w 12192000"/>
              <a:gd name="connsiteY123" fmla="*/ 2055560 h 2237474"/>
              <a:gd name="connsiteX124" fmla="*/ 1877728 w 12192000"/>
              <a:gd name="connsiteY124" fmla="*/ 2101004 h 2237474"/>
              <a:gd name="connsiteX125" fmla="*/ 1759056 w 12192000"/>
              <a:gd name="connsiteY125" fmla="*/ 2125608 h 2237474"/>
              <a:gd name="connsiteX126" fmla="*/ 1637948 w 12192000"/>
              <a:gd name="connsiteY126" fmla="*/ 2172597 h 2237474"/>
              <a:gd name="connsiteX127" fmla="*/ 1434549 w 12192000"/>
              <a:gd name="connsiteY127" fmla="*/ 2234522 h 2237474"/>
              <a:gd name="connsiteX128" fmla="*/ 1398481 w 12192000"/>
              <a:gd name="connsiteY128" fmla="*/ 2237074 h 2237474"/>
              <a:gd name="connsiteX129" fmla="*/ 1398407 w 12192000"/>
              <a:gd name="connsiteY129" fmla="*/ 2237095 h 2237474"/>
              <a:gd name="connsiteX130" fmla="*/ 1370962 w 12192000"/>
              <a:gd name="connsiteY130" fmla="*/ 2237474 h 2237474"/>
              <a:gd name="connsiteX131" fmla="*/ 1356367 w 12192000"/>
              <a:gd name="connsiteY131" fmla="*/ 2235089 h 2237474"/>
              <a:gd name="connsiteX132" fmla="*/ 1279765 w 12192000"/>
              <a:gd name="connsiteY132" fmla="*/ 2229639 h 2237474"/>
              <a:gd name="connsiteX133" fmla="*/ 1195347 w 12192000"/>
              <a:gd name="connsiteY133" fmla="*/ 2212354 h 2237474"/>
              <a:gd name="connsiteX134" fmla="*/ 970251 w 12192000"/>
              <a:gd name="connsiteY134" fmla="*/ 2221029 h 2237474"/>
              <a:gd name="connsiteX135" fmla="*/ 812914 w 12192000"/>
              <a:gd name="connsiteY135" fmla="*/ 2210095 h 2237474"/>
              <a:gd name="connsiteX136" fmla="*/ 776382 w 12192000"/>
              <a:gd name="connsiteY136" fmla="*/ 2204512 h 2237474"/>
              <a:gd name="connsiteX137" fmla="*/ 597225 w 12192000"/>
              <a:gd name="connsiteY137" fmla="*/ 2180999 h 2237474"/>
              <a:gd name="connsiteX138" fmla="*/ 520671 w 12192000"/>
              <a:gd name="connsiteY138" fmla="*/ 2180980 h 2237474"/>
              <a:gd name="connsiteX139" fmla="*/ 515024 w 12192000"/>
              <a:gd name="connsiteY139" fmla="*/ 2179258 h 2237474"/>
              <a:gd name="connsiteX140" fmla="*/ 413835 w 12192000"/>
              <a:gd name="connsiteY140" fmla="*/ 2156783 h 2237474"/>
              <a:gd name="connsiteX141" fmla="*/ 376513 w 12192000"/>
              <a:gd name="connsiteY141" fmla="*/ 2154014 h 2237474"/>
              <a:gd name="connsiteX142" fmla="*/ 273386 w 12192000"/>
              <a:gd name="connsiteY142" fmla="*/ 2142551 h 2237474"/>
              <a:gd name="connsiteX143" fmla="*/ 169207 w 12192000"/>
              <a:gd name="connsiteY143" fmla="*/ 2128100 h 2237474"/>
              <a:gd name="connsiteX144" fmla="*/ 77641 w 12192000"/>
              <a:gd name="connsiteY144" fmla="*/ 2126835 h 2237474"/>
              <a:gd name="connsiteX145" fmla="*/ 37645 w 12192000"/>
              <a:gd name="connsiteY145" fmla="*/ 2115401 h 2237474"/>
              <a:gd name="connsiteX146" fmla="*/ 4572 w 12192000"/>
              <a:gd name="connsiteY146" fmla="*/ 2111091 h 2237474"/>
              <a:gd name="connsiteX147" fmla="*/ 0 w 12192000"/>
              <a:gd name="connsiteY147" fmla="*/ 2110468 h 2237474"/>
              <a:gd name="connsiteX148" fmla="*/ 0 w 12192000"/>
              <a:gd name="connsiteY148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009910 w 12192000"/>
              <a:gd name="connsiteY107" fmla="*/ 1957866 h 2237474"/>
              <a:gd name="connsiteX108" fmla="*/ 2995934 w 12192000"/>
              <a:gd name="connsiteY108" fmla="*/ 1967085 h 2237474"/>
              <a:gd name="connsiteX109" fmla="*/ 2942858 w 12192000"/>
              <a:gd name="connsiteY109" fmla="*/ 1981367 h 2237474"/>
              <a:gd name="connsiteX110" fmla="*/ 2875436 w 12192000"/>
              <a:gd name="connsiteY110" fmla="*/ 1996977 h 2237474"/>
              <a:gd name="connsiteX111" fmla="*/ 2874892 w 12192000"/>
              <a:gd name="connsiteY111" fmla="*/ 1996085 h 2237474"/>
              <a:gd name="connsiteX112" fmla="*/ 2843662 w 12192000"/>
              <a:gd name="connsiteY112" fmla="*/ 1992498 h 2237474"/>
              <a:gd name="connsiteX113" fmla="*/ 2718916 w 12192000"/>
              <a:gd name="connsiteY113" fmla="*/ 1990867 h 2237474"/>
              <a:gd name="connsiteX114" fmla="*/ 2713522 w 12192000"/>
              <a:gd name="connsiteY114" fmla="*/ 1990173 h 2237474"/>
              <a:gd name="connsiteX115" fmla="*/ 2476147 w 12192000"/>
              <a:gd name="connsiteY115" fmla="*/ 1998305 h 2237474"/>
              <a:gd name="connsiteX116" fmla="*/ 2373568 w 12192000"/>
              <a:gd name="connsiteY116" fmla="*/ 2003219 h 2237474"/>
              <a:gd name="connsiteX117" fmla="*/ 2287219 w 12192000"/>
              <a:gd name="connsiteY117" fmla="*/ 1998750 h 2237474"/>
              <a:gd name="connsiteX118" fmla="*/ 2243069 w 12192000"/>
              <a:gd name="connsiteY118" fmla="*/ 2005321 h 2237474"/>
              <a:gd name="connsiteX119" fmla="*/ 2164831 w 12192000"/>
              <a:gd name="connsiteY119" fmla="*/ 2010143 h 2237474"/>
              <a:gd name="connsiteX120" fmla="*/ 2085228 w 12192000"/>
              <a:gd name="connsiteY120" fmla="*/ 2046431 h 2237474"/>
              <a:gd name="connsiteX121" fmla="*/ 2058061 w 12192000"/>
              <a:gd name="connsiteY121" fmla="*/ 2047942 h 2237474"/>
              <a:gd name="connsiteX122" fmla="*/ 2042244 w 12192000"/>
              <a:gd name="connsiteY122" fmla="*/ 2055560 h 2237474"/>
              <a:gd name="connsiteX123" fmla="*/ 1877728 w 12192000"/>
              <a:gd name="connsiteY123" fmla="*/ 2101004 h 2237474"/>
              <a:gd name="connsiteX124" fmla="*/ 1759056 w 12192000"/>
              <a:gd name="connsiteY124" fmla="*/ 2125608 h 2237474"/>
              <a:gd name="connsiteX125" fmla="*/ 1637948 w 12192000"/>
              <a:gd name="connsiteY125" fmla="*/ 2172597 h 2237474"/>
              <a:gd name="connsiteX126" fmla="*/ 1434549 w 12192000"/>
              <a:gd name="connsiteY126" fmla="*/ 2234522 h 2237474"/>
              <a:gd name="connsiteX127" fmla="*/ 1398481 w 12192000"/>
              <a:gd name="connsiteY127" fmla="*/ 2237074 h 2237474"/>
              <a:gd name="connsiteX128" fmla="*/ 1398407 w 12192000"/>
              <a:gd name="connsiteY128" fmla="*/ 2237095 h 2237474"/>
              <a:gd name="connsiteX129" fmla="*/ 1370962 w 12192000"/>
              <a:gd name="connsiteY129" fmla="*/ 2237474 h 2237474"/>
              <a:gd name="connsiteX130" fmla="*/ 1356367 w 12192000"/>
              <a:gd name="connsiteY130" fmla="*/ 2235089 h 2237474"/>
              <a:gd name="connsiteX131" fmla="*/ 1279765 w 12192000"/>
              <a:gd name="connsiteY131" fmla="*/ 2229639 h 2237474"/>
              <a:gd name="connsiteX132" fmla="*/ 1195347 w 12192000"/>
              <a:gd name="connsiteY132" fmla="*/ 2212354 h 2237474"/>
              <a:gd name="connsiteX133" fmla="*/ 970251 w 12192000"/>
              <a:gd name="connsiteY133" fmla="*/ 2221029 h 2237474"/>
              <a:gd name="connsiteX134" fmla="*/ 812914 w 12192000"/>
              <a:gd name="connsiteY134" fmla="*/ 2210095 h 2237474"/>
              <a:gd name="connsiteX135" fmla="*/ 776382 w 12192000"/>
              <a:gd name="connsiteY135" fmla="*/ 2204512 h 2237474"/>
              <a:gd name="connsiteX136" fmla="*/ 597225 w 12192000"/>
              <a:gd name="connsiteY136" fmla="*/ 2180999 h 2237474"/>
              <a:gd name="connsiteX137" fmla="*/ 520671 w 12192000"/>
              <a:gd name="connsiteY137" fmla="*/ 2180980 h 2237474"/>
              <a:gd name="connsiteX138" fmla="*/ 515024 w 12192000"/>
              <a:gd name="connsiteY138" fmla="*/ 2179258 h 2237474"/>
              <a:gd name="connsiteX139" fmla="*/ 413835 w 12192000"/>
              <a:gd name="connsiteY139" fmla="*/ 2156783 h 2237474"/>
              <a:gd name="connsiteX140" fmla="*/ 376513 w 12192000"/>
              <a:gd name="connsiteY140" fmla="*/ 2154014 h 2237474"/>
              <a:gd name="connsiteX141" fmla="*/ 273386 w 12192000"/>
              <a:gd name="connsiteY141" fmla="*/ 2142551 h 2237474"/>
              <a:gd name="connsiteX142" fmla="*/ 169207 w 12192000"/>
              <a:gd name="connsiteY142" fmla="*/ 2128100 h 2237474"/>
              <a:gd name="connsiteX143" fmla="*/ 77641 w 12192000"/>
              <a:gd name="connsiteY143" fmla="*/ 2126835 h 2237474"/>
              <a:gd name="connsiteX144" fmla="*/ 37645 w 12192000"/>
              <a:gd name="connsiteY144" fmla="*/ 2115401 h 2237474"/>
              <a:gd name="connsiteX145" fmla="*/ 4572 w 12192000"/>
              <a:gd name="connsiteY145" fmla="*/ 2111091 h 2237474"/>
              <a:gd name="connsiteX146" fmla="*/ 0 w 12192000"/>
              <a:gd name="connsiteY146" fmla="*/ 2110468 h 2237474"/>
              <a:gd name="connsiteX147" fmla="*/ 0 w 12192000"/>
              <a:gd name="connsiteY147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6900177 w 12192000"/>
              <a:gd name="connsiteY58" fmla="*/ 1636016 h 2237474"/>
              <a:gd name="connsiteX59" fmla="*/ 6795372 w 12192000"/>
              <a:gd name="connsiteY59" fmla="*/ 1644845 h 2237474"/>
              <a:gd name="connsiteX60" fmla="*/ 6692251 w 12192000"/>
              <a:gd name="connsiteY60" fmla="*/ 1656357 h 2237474"/>
              <a:gd name="connsiteX61" fmla="*/ 6655235 w 12192000"/>
              <a:gd name="connsiteY61" fmla="*/ 1661869 h 2237474"/>
              <a:gd name="connsiteX62" fmla="*/ 6554894 w 12192000"/>
              <a:gd name="connsiteY62" fmla="*/ 1664428 h 2237474"/>
              <a:gd name="connsiteX63" fmla="*/ 6516595 w 12192000"/>
              <a:gd name="connsiteY63" fmla="*/ 1667475 h 2237474"/>
              <a:gd name="connsiteX64" fmla="*/ 6508541 w 12192000"/>
              <a:gd name="connsiteY64" fmla="*/ 1668757 h 2237474"/>
              <a:gd name="connsiteX65" fmla="*/ 6471012 w 12192000"/>
              <a:gd name="connsiteY65" fmla="*/ 1678604 h 2237474"/>
              <a:gd name="connsiteX66" fmla="*/ 6364035 w 12192000"/>
              <a:gd name="connsiteY66" fmla="*/ 1667683 h 2237474"/>
              <a:gd name="connsiteX67" fmla="*/ 6280959 w 12192000"/>
              <a:gd name="connsiteY67" fmla="*/ 1689329 h 2237474"/>
              <a:gd name="connsiteX68" fmla="*/ 6243319 w 12192000"/>
              <a:gd name="connsiteY68" fmla="*/ 1695560 h 2237474"/>
              <a:gd name="connsiteX69" fmla="*/ 6098321 w 12192000"/>
              <a:gd name="connsiteY69" fmla="*/ 1721646 h 2237474"/>
              <a:gd name="connsiteX70" fmla="*/ 5880652 w 12192000"/>
              <a:gd name="connsiteY70" fmla="*/ 1779643 h 2237474"/>
              <a:gd name="connsiteX71" fmla="*/ 5785959 w 12192000"/>
              <a:gd name="connsiteY71" fmla="*/ 1775307 h 2237474"/>
              <a:gd name="connsiteX72" fmla="*/ 5643534 w 12192000"/>
              <a:gd name="connsiteY72" fmla="*/ 1802919 h 2237474"/>
              <a:gd name="connsiteX73" fmla="*/ 5518799 w 12192000"/>
              <a:gd name="connsiteY73" fmla="*/ 1818312 h 2237474"/>
              <a:gd name="connsiteX74" fmla="*/ 5505014 w 12192000"/>
              <a:gd name="connsiteY74" fmla="*/ 1819259 h 2237474"/>
              <a:gd name="connsiteX75" fmla="*/ 5453307 w 12192000"/>
              <a:gd name="connsiteY75" fmla="*/ 1815450 h 2237474"/>
              <a:gd name="connsiteX76" fmla="*/ 5221533 w 12192000"/>
              <a:gd name="connsiteY76" fmla="*/ 1846950 h 2237474"/>
              <a:gd name="connsiteX77" fmla="*/ 5149802 w 12192000"/>
              <a:gd name="connsiteY77" fmla="*/ 1844846 h 2237474"/>
              <a:gd name="connsiteX78" fmla="*/ 5114927 w 12192000"/>
              <a:gd name="connsiteY78" fmla="*/ 1847827 h 2237474"/>
              <a:gd name="connsiteX79" fmla="*/ 5108970 w 12192000"/>
              <a:gd name="connsiteY79" fmla="*/ 1847935 h 2237474"/>
              <a:gd name="connsiteX80" fmla="*/ 5067961 w 12192000"/>
              <a:gd name="connsiteY80" fmla="*/ 1845917 h 2237474"/>
              <a:gd name="connsiteX81" fmla="*/ 5007075 w 12192000"/>
              <a:gd name="connsiteY81" fmla="*/ 1838626 h 2237474"/>
              <a:gd name="connsiteX82" fmla="*/ 4944087 w 12192000"/>
              <a:gd name="connsiteY82" fmla="*/ 1823332 h 2237474"/>
              <a:gd name="connsiteX83" fmla="*/ 4907662 w 12192000"/>
              <a:gd name="connsiteY83" fmla="*/ 1816900 h 2237474"/>
              <a:gd name="connsiteX84" fmla="*/ 4882386 w 12192000"/>
              <a:gd name="connsiteY84" fmla="*/ 1809844 h 2237474"/>
              <a:gd name="connsiteX85" fmla="*/ 4811440 w 12192000"/>
              <a:gd name="connsiteY85" fmla="*/ 1804655 h 2237474"/>
              <a:gd name="connsiteX86" fmla="*/ 4691075 w 12192000"/>
              <a:gd name="connsiteY86" fmla="*/ 1801389 h 2237474"/>
              <a:gd name="connsiteX87" fmla="*/ 4640313 w 12192000"/>
              <a:gd name="connsiteY87" fmla="*/ 1784307 h 2237474"/>
              <a:gd name="connsiteX88" fmla="*/ 4536503 w 12192000"/>
              <a:gd name="connsiteY88" fmla="*/ 1785334 h 2237474"/>
              <a:gd name="connsiteX89" fmla="*/ 4513724 w 12192000"/>
              <a:gd name="connsiteY89" fmla="*/ 1791996 h 2237474"/>
              <a:gd name="connsiteX90" fmla="*/ 4459810 w 12192000"/>
              <a:gd name="connsiteY90" fmla="*/ 1797886 h 2237474"/>
              <a:gd name="connsiteX91" fmla="*/ 4379064 w 12192000"/>
              <a:gd name="connsiteY91" fmla="*/ 1817177 h 2237474"/>
              <a:gd name="connsiteX92" fmla="*/ 4290981 w 12192000"/>
              <a:gd name="connsiteY92" fmla="*/ 1839677 h 2237474"/>
              <a:gd name="connsiteX93" fmla="*/ 4238372 w 12192000"/>
              <a:gd name="connsiteY93" fmla="*/ 1851480 h 2237474"/>
              <a:gd name="connsiteX94" fmla="*/ 4232517 w 12192000"/>
              <a:gd name="connsiteY94" fmla="*/ 1852567 h 2237474"/>
              <a:gd name="connsiteX95" fmla="*/ 4191732 w 12192000"/>
              <a:gd name="connsiteY95" fmla="*/ 1857328 h 2237474"/>
              <a:gd name="connsiteX96" fmla="*/ 4065532 w 12192000"/>
              <a:gd name="connsiteY96" fmla="*/ 1855477 h 2237474"/>
              <a:gd name="connsiteX97" fmla="*/ 4028460 w 12192000"/>
              <a:gd name="connsiteY97" fmla="*/ 1855137 h 2237474"/>
              <a:gd name="connsiteX98" fmla="*/ 4002267 w 12192000"/>
              <a:gd name="connsiteY98" fmla="*/ 1852352 h 2237474"/>
              <a:gd name="connsiteX99" fmla="*/ 3931396 w 12192000"/>
              <a:gd name="connsiteY99" fmla="*/ 1858915 h 2237474"/>
              <a:gd name="connsiteX100" fmla="*/ 3812162 w 12192000"/>
              <a:gd name="connsiteY100" fmla="*/ 1875501 h 2237474"/>
              <a:gd name="connsiteX101" fmla="*/ 3758105 w 12192000"/>
              <a:gd name="connsiteY101" fmla="*/ 1871856 h 2237474"/>
              <a:gd name="connsiteX102" fmla="*/ 3715896 w 12192000"/>
              <a:gd name="connsiteY102" fmla="*/ 1881552 h 2237474"/>
              <a:gd name="connsiteX103" fmla="*/ 3567259 w 12192000"/>
              <a:gd name="connsiteY103" fmla="*/ 1893482 h 2237474"/>
              <a:gd name="connsiteX104" fmla="*/ 3405770 w 12192000"/>
              <a:gd name="connsiteY104" fmla="*/ 1904591 h 2237474"/>
              <a:gd name="connsiteX105" fmla="*/ 3280097 w 12192000"/>
              <a:gd name="connsiteY105" fmla="*/ 1919610 h 2237474"/>
              <a:gd name="connsiteX106" fmla="*/ 3009910 w 12192000"/>
              <a:gd name="connsiteY106" fmla="*/ 1957866 h 2237474"/>
              <a:gd name="connsiteX107" fmla="*/ 2995934 w 12192000"/>
              <a:gd name="connsiteY107" fmla="*/ 1967085 h 2237474"/>
              <a:gd name="connsiteX108" fmla="*/ 2942858 w 12192000"/>
              <a:gd name="connsiteY108" fmla="*/ 1981367 h 2237474"/>
              <a:gd name="connsiteX109" fmla="*/ 2875436 w 12192000"/>
              <a:gd name="connsiteY109" fmla="*/ 1996977 h 2237474"/>
              <a:gd name="connsiteX110" fmla="*/ 2874892 w 12192000"/>
              <a:gd name="connsiteY110" fmla="*/ 1996085 h 2237474"/>
              <a:gd name="connsiteX111" fmla="*/ 2843662 w 12192000"/>
              <a:gd name="connsiteY111" fmla="*/ 1992498 h 2237474"/>
              <a:gd name="connsiteX112" fmla="*/ 2718916 w 12192000"/>
              <a:gd name="connsiteY112" fmla="*/ 1990867 h 2237474"/>
              <a:gd name="connsiteX113" fmla="*/ 2713522 w 12192000"/>
              <a:gd name="connsiteY113" fmla="*/ 1990173 h 2237474"/>
              <a:gd name="connsiteX114" fmla="*/ 2476147 w 12192000"/>
              <a:gd name="connsiteY114" fmla="*/ 1998305 h 2237474"/>
              <a:gd name="connsiteX115" fmla="*/ 2373568 w 12192000"/>
              <a:gd name="connsiteY115" fmla="*/ 2003219 h 2237474"/>
              <a:gd name="connsiteX116" fmla="*/ 2287219 w 12192000"/>
              <a:gd name="connsiteY116" fmla="*/ 1998750 h 2237474"/>
              <a:gd name="connsiteX117" fmla="*/ 2243069 w 12192000"/>
              <a:gd name="connsiteY117" fmla="*/ 2005321 h 2237474"/>
              <a:gd name="connsiteX118" fmla="*/ 2164831 w 12192000"/>
              <a:gd name="connsiteY118" fmla="*/ 2010143 h 2237474"/>
              <a:gd name="connsiteX119" fmla="*/ 2085228 w 12192000"/>
              <a:gd name="connsiteY119" fmla="*/ 2046431 h 2237474"/>
              <a:gd name="connsiteX120" fmla="*/ 2058061 w 12192000"/>
              <a:gd name="connsiteY120" fmla="*/ 2047942 h 2237474"/>
              <a:gd name="connsiteX121" fmla="*/ 2042244 w 12192000"/>
              <a:gd name="connsiteY121" fmla="*/ 2055560 h 2237474"/>
              <a:gd name="connsiteX122" fmla="*/ 1877728 w 12192000"/>
              <a:gd name="connsiteY122" fmla="*/ 2101004 h 2237474"/>
              <a:gd name="connsiteX123" fmla="*/ 1759056 w 12192000"/>
              <a:gd name="connsiteY123" fmla="*/ 2125608 h 2237474"/>
              <a:gd name="connsiteX124" fmla="*/ 1637948 w 12192000"/>
              <a:gd name="connsiteY124" fmla="*/ 2172597 h 2237474"/>
              <a:gd name="connsiteX125" fmla="*/ 1434549 w 12192000"/>
              <a:gd name="connsiteY125" fmla="*/ 2234522 h 2237474"/>
              <a:gd name="connsiteX126" fmla="*/ 1398481 w 12192000"/>
              <a:gd name="connsiteY126" fmla="*/ 2237074 h 2237474"/>
              <a:gd name="connsiteX127" fmla="*/ 1398407 w 12192000"/>
              <a:gd name="connsiteY127" fmla="*/ 2237095 h 2237474"/>
              <a:gd name="connsiteX128" fmla="*/ 1370962 w 12192000"/>
              <a:gd name="connsiteY128" fmla="*/ 2237474 h 2237474"/>
              <a:gd name="connsiteX129" fmla="*/ 1356367 w 12192000"/>
              <a:gd name="connsiteY129" fmla="*/ 2235089 h 2237474"/>
              <a:gd name="connsiteX130" fmla="*/ 1279765 w 12192000"/>
              <a:gd name="connsiteY130" fmla="*/ 2229639 h 2237474"/>
              <a:gd name="connsiteX131" fmla="*/ 1195347 w 12192000"/>
              <a:gd name="connsiteY131" fmla="*/ 2212354 h 2237474"/>
              <a:gd name="connsiteX132" fmla="*/ 970251 w 12192000"/>
              <a:gd name="connsiteY132" fmla="*/ 2221029 h 2237474"/>
              <a:gd name="connsiteX133" fmla="*/ 812914 w 12192000"/>
              <a:gd name="connsiteY133" fmla="*/ 2210095 h 2237474"/>
              <a:gd name="connsiteX134" fmla="*/ 776382 w 12192000"/>
              <a:gd name="connsiteY134" fmla="*/ 2204512 h 2237474"/>
              <a:gd name="connsiteX135" fmla="*/ 597225 w 12192000"/>
              <a:gd name="connsiteY135" fmla="*/ 2180999 h 2237474"/>
              <a:gd name="connsiteX136" fmla="*/ 520671 w 12192000"/>
              <a:gd name="connsiteY136" fmla="*/ 2180980 h 2237474"/>
              <a:gd name="connsiteX137" fmla="*/ 515024 w 12192000"/>
              <a:gd name="connsiteY137" fmla="*/ 2179258 h 2237474"/>
              <a:gd name="connsiteX138" fmla="*/ 413835 w 12192000"/>
              <a:gd name="connsiteY138" fmla="*/ 2156783 h 2237474"/>
              <a:gd name="connsiteX139" fmla="*/ 376513 w 12192000"/>
              <a:gd name="connsiteY139" fmla="*/ 2154014 h 2237474"/>
              <a:gd name="connsiteX140" fmla="*/ 273386 w 12192000"/>
              <a:gd name="connsiteY140" fmla="*/ 2142551 h 2237474"/>
              <a:gd name="connsiteX141" fmla="*/ 169207 w 12192000"/>
              <a:gd name="connsiteY141" fmla="*/ 2128100 h 2237474"/>
              <a:gd name="connsiteX142" fmla="*/ 77641 w 12192000"/>
              <a:gd name="connsiteY142" fmla="*/ 2126835 h 2237474"/>
              <a:gd name="connsiteX143" fmla="*/ 37645 w 12192000"/>
              <a:gd name="connsiteY143" fmla="*/ 2115401 h 2237474"/>
              <a:gd name="connsiteX144" fmla="*/ 4572 w 12192000"/>
              <a:gd name="connsiteY144" fmla="*/ 2111091 h 2237474"/>
              <a:gd name="connsiteX145" fmla="*/ 0 w 12192000"/>
              <a:gd name="connsiteY145" fmla="*/ 2110468 h 2237474"/>
              <a:gd name="connsiteX146" fmla="*/ 0 w 12192000"/>
              <a:gd name="connsiteY146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074238 w 12192000"/>
              <a:gd name="connsiteY45" fmla="*/ 1301895 h 2237474"/>
              <a:gd name="connsiteX46" fmla="*/ 7942099 w 12192000"/>
              <a:gd name="connsiteY46" fmla="*/ 1336332 h 2237474"/>
              <a:gd name="connsiteX47" fmla="*/ 7902328 w 12192000"/>
              <a:gd name="connsiteY47" fmla="*/ 1345865 h 2237474"/>
              <a:gd name="connsiteX48" fmla="*/ 7840612 w 12192000"/>
              <a:gd name="connsiteY48" fmla="*/ 1369373 h 2237474"/>
              <a:gd name="connsiteX49" fmla="*/ 7786819 w 12192000"/>
              <a:gd name="connsiteY49" fmla="*/ 1378970 h 2237474"/>
              <a:gd name="connsiteX50" fmla="*/ 7548172 w 12192000"/>
              <a:gd name="connsiteY50" fmla="*/ 1417460 h 2237474"/>
              <a:gd name="connsiteX51" fmla="*/ 7483437 w 12192000"/>
              <a:gd name="connsiteY51" fmla="*/ 1478152 h 2237474"/>
              <a:gd name="connsiteX52" fmla="*/ 7377870 w 12192000"/>
              <a:gd name="connsiteY52" fmla="*/ 1523319 h 2237474"/>
              <a:gd name="connsiteX53" fmla="*/ 7230737 w 12192000"/>
              <a:gd name="connsiteY53" fmla="*/ 1562633 h 2237474"/>
              <a:gd name="connsiteX54" fmla="*/ 7224458 w 12192000"/>
              <a:gd name="connsiteY54" fmla="*/ 1573008 h 2237474"/>
              <a:gd name="connsiteX55" fmla="*/ 7183121 w 12192000"/>
              <a:gd name="connsiteY55" fmla="*/ 1595162 h 2237474"/>
              <a:gd name="connsiteX56" fmla="*/ 7164601 w 12192000"/>
              <a:gd name="connsiteY56" fmla="*/ 1606490 h 2237474"/>
              <a:gd name="connsiteX57" fmla="*/ 6900177 w 12192000"/>
              <a:gd name="connsiteY57" fmla="*/ 1636016 h 2237474"/>
              <a:gd name="connsiteX58" fmla="*/ 6795372 w 12192000"/>
              <a:gd name="connsiteY58" fmla="*/ 1644845 h 2237474"/>
              <a:gd name="connsiteX59" fmla="*/ 6692251 w 12192000"/>
              <a:gd name="connsiteY59" fmla="*/ 1656357 h 2237474"/>
              <a:gd name="connsiteX60" fmla="*/ 6655235 w 12192000"/>
              <a:gd name="connsiteY60" fmla="*/ 1661869 h 2237474"/>
              <a:gd name="connsiteX61" fmla="*/ 6554894 w 12192000"/>
              <a:gd name="connsiteY61" fmla="*/ 1664428 h 2237474"/>
              <a:gd name="connsiteX62" fmla="*/ 6516595 w 12192000"/>
              <a:gd name="connsiteY62" fmla="*/ 1667475 h 2237474"/>
              <a:gd name="connsiteX63" fmla="*/ 6508541 w 12192000"/>
              <a:gd name="connsiteY63" fmla="*/ 1668757 h 2237474"/>
              <a:gd name="connsiteX64" fmla="*/ 6471012 w 12192000"/>
              <a:gd name="connsiteY64" fmla="*/ 1678604 h 2237474"/>
              <a:gd name="connsiteX65" fmla="*/ 6364035 w 12192000"/>
              <a:gd name="connsiteY65" fmla="*/ 1667683 h 2237474"/>
              <a:gd name="connsiteX66" fmla="*/ 6280959 w 12192000"/>
              <a:gd name="connsiteY66" fmla="*/ 1689329 h 2237474"/>
              <a:gd name="connsiteX67" fmla="*/ 6243319 w 12192000"/>
              <a:gd name="connsiteY67" fmla="*/ 1695560 h 2237474"/>
              <a:gd name="connsiteX68" fmla="*/ 6098321 w 12192000"/>
              <a:gd name="connsiteY68" fmla="*/ 1721646 h 2237474"/>
              <a:gd name="connsiteX69" fmla="*/ 5880652 w 12192000"/>
              <a:gd name="connsiteY69" fmla="*/ 1779643 h 2237474"/>
              <a:gd name="connsiteX70" fmla="*/ 5785959 w 12192000"/>
              <a:gd name="connsiteY70" fmla="*/ 1775307 h 2237474"/>
              <a:gd name="connsiteX71" fmla="*/ 5643534 w 12192000"/>
              <a:gd name="connsiteY71" fmla="*/ 1802919 h 2237474"/>
              <a:gd name="connsiteX72" fmla="*/ 5518799 w 12192000"/>
              <a:gd name="connsiteY72" fmla="*/ 1818312 h 2237474"/>
              <a:gd name="connsiteX73" fmla="*/ 5505014 w 12192000"/>
              <a:gd name="connsiteY73" fmla="*/ 1819259 h 2237474"/>
              <a:gd name="connsiteX74" fmla="*/ 5453307 w 12192000"/>
              <a:gd name="connsiteY74" fmla="*/ 1815450 h 2237474"/>
              <a:gd name="connsiteX75" fmla="*/ 5221533 w 12192000"/>
              <a:gd name="connsiteY75" fmla="*/ 1846950 h 2237474"/>
              <a:gd name="connsiteX76" fmla="*/ 5149802 w 12192000"/>
              <a:gd name="connsiteY76" fmla="*/ 1844846 h 2237474"/>
              <a:gd name="connsiteX77" fmla="*/ 5114927 w 12192000"/>
              <a:gd name="connsiteY77" fmla="*/ 1847827 h 2237474"/>
              <a:gd name="connsiteX78" fmla="*/ 5108970 w 12192000"/>
              <a:gd name="connsiteY78" fmla="*/ 1847935 h 2237474"/>
              <a:gd name="connsiteX79" fmla="*/ 5067961 w 12192000"/>
              <a:gd name="connsiteY79" fmla="*/ 1845917 h 2237474"/>
              <a:gd name="connsiteX80" fmla="*/ 5007075 w 12192000"/>
              <a:gd name="connsiteY80" fmla="*/ 1838626 h 2237474"/>
              <a:gd name="connsiteX81" fmla="*/ 4944087 w 12192000"/>
              <a:gd name="connsiteY81" fmla="*/ 1823332 h 2237474"/>
              <a:gd name="connsiteX82" fmla="*/ 4907662 w 12192000"/>
              <a:gd name="connsiteY82" fmla="*/ 1816900 h 2237474"/>
              <a:gd name="connsiteX83" fmla="*/ 4882386 w 12192000"/>
              <a:gd name="connsiteY83" fmla="*/ 1809844 h 2237474"/>
              <a:gd name="connsiteX84" fmla="*/ 4811440 w 12192000"/>
              <a:gd name="connsiteY84" fmla="*/ 1804655 h 2237474"/>
              <a:gd name="connsiteX85" fmla="*/ 4691075 w 12192000"/>
              <a:gd name="connsiteY85" fmla="*/ 1801389 h 2237474"/>
              <a:gd name="connsiteX86" fmla="*/ 4640313 w 12192000"/>
              <a:gd name="connsiteY86" fmla="*/ 1784307 h 2237474"/>
              <a:gd name="connsiteX87" fmla="*/ 4536503 w 12192000"/>
              <a:gd name="connsiteY87" fmla="*/ 1785334 h 2237474"/>
              <a:gd name="connsiteX88" fmla="*/ 4513724 w 12192000"/>
              <a:gd name="connsiteY88" fmla="*/ 1791996 h 2237474"/>
              <a:gd name="connsiteX89" fmla="*/ 4459810 w 12192000"/>
              <a:gd name="connsiteY89" fmla="*/ 1797886 h 2237474"/>
              <a:gd name="connsiteX90" fmla="*/ 4379064 w 12192000"/>
              <a:gd name="connsiteY90" fmla="*/ 1817177 h 2237474"/>
              <a:gd name="connsiteX91" fmla="*/ 4290981 w 12192000"/>
              <a:gd name="connsiteY91" fmla="*/ 1839677 h 2237474"/>
              <a:gd name="connsiteX92" fmla="*/ 4238372 w 12192000"/>
              <a:gd name="connsiteY92" fmla="*/ 1851480 h 2237474"/>
              <a:gd name="connsiteX93" fmla="*/ 4232517 w 12192000"/>
              <a:gd name="connsiteY93" fmla="*/ 1852567 h 2237474"/>
              <a:gd name="connsiteX94" fmla="*/ 4191732 w 12192000"/>
              <a:gd name="connsiteY94" fmla="*/ 1857328 h 2237474"/>
              <a:gd name="connsiteX95" fmla="*/ 4065532 w 12192000"/>
              <a:gd name="connsiteY95" fmla="*/ 1855477 h 2237474"/>
              <a:gd name="connsiteX96" fmla="*/ 4028460 w 12192000"/>
              <a:gd name="connsiteY96" fmla="*/ 1855137 h 2237474"/>
              <a:gd name="connsiteX97" fmla="*/ 4002267 w 12192000"/>
              <a:gd name="connsiteY97" fmla="*/ 1852352 h 2237474"/>
              <a:gd name="connsiteX98" fmla="*/ 3931396 w 12192000"/>
              <a:gd name="connsiteY98" fmla="*/ 1858915 h 2237474"/>
              <a:gd name="connsiteX99" fmla="*/ 3812162 w 12192000"/>
              <a:gd name="connsiteY99" fmla="*/ 1875501 h 2237474"/>
              <a:gd name="connsiteX100" fmla="*/ 3758105 w 12192000"/>
              <a:gd name="connsiteY100" fmla="*/ 1871856 h 2237474"/>
              <a:gd name="connsiteX101" fmla="*/ 3715896 w 12192000"/>
              <a:gd name="connsiteY101" fmla="*/ 1881552 h 2237474"/>
              <a:gd name="connsiteX102" fmla="*/ 3567259 w 12192000"/>
              <a:gd name="connsiteY102" fmla="*/ 1893482 h 2237474"/>
              <a:gd name="connsiteX103" fmla="*/ 3405770 w 12192000"/>
              <a:gd name="connsiteY103" fmla="*/ 1904591 h 2237474"/>
              <a:gd name="connsiteX104" fmla="*/ 3280097 w 12192000"/>
              <a:gd name="connsiteY104" fmla="*/ 1919610 h 2237474"/>
              <a:gd name="connsiteX105" fmla="*/ 3009910 w 12192000"/>
              <a:gd name="connsiteY105" fmla="*/ 1957866 h 2237474"/>
              <a:gd name="connsiteX106" fmla="*/ 2995934 w 12192000"/>
              <a:gd name="connsiteY106" fmla="*/ 1967085 h 2237474"/>
              <a:gd name="connsiteX107" fmla="*/ 2942858 w 12192000"/>
              <a:gd name="connsiteY107" fmla="*/ 1981367 h 2237474"/>
              <a:gd name="connsiteX108" fmla="*/ 2875436 w 12192000"/>
              <a:gd name="connsiteY108" fmla="*/ 1996977 h 2237474"/>
              <a:gd name="connsiteX109" fmla="*/ 2874892 w 12192000"/>
              <a:gd name="connsiteY109" fmla="*/ 1996085 h 2237474"/>
              <a:gd name="connsiteX110" fmla="*/ 2843662 w 12192000"/>
              <a:gd name="connsiteY110" fmla="*/ 1992498 h 2237474"/>
              <a:gd name="connsiteX111" fmla="*/ 2718916 w 12192000"/>
              <a:gd name="connsiteY111" fmla="*/ 1990867 h 2237474"/>
              <a:gd name="connsiteX112" fmla="*/ 2713522 w 12192000"/>
              <a:gd name="connsiteY112" fmla="*/ 1990173 h 2237474"/>
              <a:gd name="connsiteX113" fmla="*/ 2476147 w 12192000"/>
              <a:gd name="connsiteY113" fmla="*/ 1998305 h 2237474"/>
              <a:gd name="connsiteX114" fmla="*/ 2373568 w 12192000"/>
              <a:gd name="connsiteY114" fmla="*/ 2003219 h 2237474"/>
              <a:gd name="connsiteX115" fmla="*/ 2287219 w 12192000"/>
              <a:gd name="connsiteY115" fmla="*/ 1998750 h 2237474"/>
              <a:gd name="connsiteX116" fmla="*/ 2243069 w 12192000"/>
              <a:gd name="connsiteY116" fmla="*/ 2005321 h 2237474"/>
              <a:gd name="connsiteX117" fmla="*/ 2164831 w 12192000"/>
              <a:gd name="connsiteY117" fmla="*/ 2010143 h 2237474"/>
              <a:gd name="connsiteX118" fmla="*/ 2085228 w 12192000"/>
              <a:gd name="connsiteY118" fmla="*/ 2046431 h 2237474"/>
              <a:gd name="connsiteX119" fmla="*/ 2058061 w 12192000"/>
              <a:gd name="connsiteY119" fmla="*/ 2047942 h 2237474"/>
              <a:gd name="connsiteX120" fmla="*/ 2042244 w 12192000"/>
              <a:gd name="connsiteY120" fmla="*/ 2055560 h 2237474"/>
              <a:gd name="connsiteX121" fmla="*/ 1877728 w 12192000"/>
              <a:gd name="connsiteY121" fmla="*/ 2101004 h 2237474"/>
              <a:gd name="connsiteX122" fmla="*/ 1759056 w 12192000"/>
              <a:gd name="connsiteY122" fmla="*/ 2125608 h 2237474"/>
              <a:gd name="connsiteX123" fmla="*/ 1637948 w 12192000"/>
              <a:gd name="connsiteY123" fmla="*/ 2172597 h 2237474"/>
              <a:gd name="connsiteX124" fmla="*/ 1434549 w 12192000"/>
              <a:gd name="connsiteY124" fmla="*/ 2234522 h 2237474"/>
              <a:gd name="connsiteX125" fmla="*/ 1398481 w 12192000"/>
              <a:gd name="connsiteY125" fmla="*/ 2237074 h 2237474"/>
              <a:gd name="connsiteX126" fmla="*/ 1398407 w 12192000"/>
              <a:gd name="connsiteY126" fmla="*/ 2237095 h 2237474"/>
              <a:gd name="connsiteX127" fmla="*/ 1370962 w 12192000"/>
              <a:gd name="connsiteY127" fmla="*/ 2237474 h 2237474"/>
              <a:gd name="connsiteX128" fmla="*/ 1356367 w 12192000"/>
              <a:gd name="connsiteY128" fmla="*/ 2235089 h 2237474"/>
              <a:gd name="connsiteX129" fmla="*/ 1279765 w 12192000"/>
              <a:gd name="connsiteY129" fmla="*/ 2229639 h 2237474"/>
              <a:gd name="connsiteX130" fmla="*/ 1195347 w 12192000"/>
              <a:gd name="connsiteY130" fmla="*/ 2212354 h 2237474"/>
              <a:gd name="connsiteX131" fmla="*/ 970251 w 12192000"/>
              <a:gd name="connsiteY131" fmla="*/ 2221029 h 2237474"/>
              <a:gd name="connsiteX132" fmla="*/ 812914 w 12192000"/>
              <a:gd name="connsiteY132" fmla="*/ 2210095 h 2237474"/>
              <a:gd name="connsiteX133" fmla="*/ 776382 w 12192000"/>
              <a:gd name="connsiteY133" fmla="*/ 2204512 h 2237474"/>
              <a:gd name="connsiteX134" fmla="*/ 597225 w 12192000"/>
              <a:gd name="connsiteY134" fmla="*/ 2180999 h 2237474"/>
              <a:gd name="connsiteX135" fmla="*/ 520671 w 12192000"/>
              <a:gd name="connsiteY135" fmla="*/ 2180980 h 2237474"/>
              <a:gd name="connsiteX136" fmla="*/ 515024 w 12192000"/>
              <a:gd name="connsiteY136" fmla="*/ 2179258 h 2237474"/>
              <a:gd name="connsiteX137" fmla="*/ 413835 w 12192000"/>
              <a:gd name="connsiteY137" fmla="*/ 2156783 h 2237474"/>
              <a:gd name="connsiteX138" fmla="*/ 376513 w 12192000"/>
              <a:gd name="connsiteY138" fmla="*/ 2154014 h 2237474"/>
              <a:gd name="connsiteX139" fmla="*/ 273386 w 12192000"/>
              <a:gd name="connsiteY139" fmla="*/ 2142551 h 2237474"/>
              <a:gd name="connsiteX140" fmla="*/ 169207 w 12192000"/>
              <a:gd name="connsiteY140" fmla="*/ 2128100 h 2237474"/>
              <a:gd name="connsiteX141" fmla="*/ 77641 w 12192000"/>
              <a:gd name="connsiteY141" fmla="*/ 2126835 h 2237474"/>
              <a:gd name="connsiteX142" fmla="*/ 37645 w 12192000"/>
              <a:gd name="connsiteY142" fmla="*/ 2115401 h 2237474"/>
              <a:gd name="connsiteX143" fmla="*/ 4572 w 12192000"/>
              <a:gd name="connsiteY143" fmla="*/ 2111091 h 2237474"/>
              <a:gd name="connsiteX144" fmla="*/ 0 w 12192000"/>
              <a:gd name="connsiteY144" fmla="*/ 2110468 h 2237474"/>
              <a:gd name="connsiteX145" fmla="*/ 0 w 12192000"/>
              <a:gd name="connsiteY14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074238 w 12192000"/>
              <a:gd name="connsiteY44" fmla="*/ 1301895 h 2237474"/>
              <a:gd name="connsiteX45" fmla="*/ 7942099 w 12192000"/>
              <a:gd name="connsiteY45" fmla="*/ 1336332 h 2237474"/>
              <a:gd name="connsiteX46" fmla="*/ 7902328 w 12192000"/>
              <a:gd name="connsiteY46" fmla="*/ 1345865 h 2237474"/>
              <a:gd name="connsiteX47" fmla="*/ 7840612 w 12192000"/>
              <a:gd name="connsiteY47" fmla="*/ 1369373 h 2237474"/>
              <a:gd name="connsiteX48" fmla="*/ 7786819 w 12192000"/>
              <a:gd name="connsiteY48" fmla="*/ 1378970 h 2237474"/>
              <a:gd name="connsiteX49" fmla="*/ 7548172 w 12192000"/>
              <a:gd name="connsiteY49" fmla="*/ 1417460 h 2237474"/>
              <a:gd name="connsiteX50" fmla="*/ 7483437 w 12192000"/>
              <a:gd name="connsiteY50" fmla="*/ 1478152 h 2237474"/>
              <a:gd name="connsiteX51" fmla="*/ 7377870 w 12192000"/>
              <a:gd name="connsiteY51" fmla="*/ 1523319 h 2237474"/>
              <a:gd name="connsiteX52" fmla="*/ 7230737 w 12192000"/>
              <a:gd name="connsiteY52" fmla="*/ 1562633 h 2237474"/>
              <a:gd name="connsiteX53" fmla="*/ 7224458 w 12192000"/>
              <a:gd name="connsiteY53" fmla="*/ 1573008 h 2237474"/>
              <a:gd name="connsiteX54" fmla="*/ 7183121 w 12192000"/>
              <a:gd name="connsiteY54" fmla="*/ 1595162 h 2237474"/>
              <a:gd name="connsiteX55" fmla="*/ 7164601 w 12192000"/>
              <a:gd name="connsiteY55" fmla="*/ 1606490 h 2237474"/>
              <a:gd name="connsiteX56" fmla="*/ 6900177 w 12192000"/>
              <a:gd name="connsiteY56" fmla="*/ 1636016 h 2237474"/>
              <a:gd name="connsiteX57" fmla="*/ 6795372 w 12192000"/>
              <a:gd name="connsiteY57" fmla="*/ 1644845 h 2237474"/>
              <a:gd name="connsiteX58" fmla="*/ 6692251 w 12192000"/>
              <a:gd name="connsiteY58" fmla="*/ 1656357 h 2237474"/>
              <a:gd name="connsiteX59" fmla="*/ 6655235 w 12192000"/>
              <a:gd name="connsiteY59" fmla="*/ 1661869 h 2237474"/>
              <a:gd name="connsiteX60" fmla="*/ 6554894 w 12192000"/>
              <a:gd name="connsiteY60" fmla="*/ 1664428 h 2237474"/>
              <a:gd name="connsiteX61" fmla="*/ 6516595 w 12192000"/>
              <a:gd name="connsiteY61" fmla="*/ 1667475 h 2237474"/>
              <a:gd name="connsiteX62" fmla="*/ 6508541 w 12192000"/>
              <a:gd name="connsiteY62" fmla="*/ 1668757 h 2237474"/>
              <a:gd name="connsiteX63" fmla="*/ 6471012 w 12192000"/>
              <a:gd name="connsiteY63" fmla="*/ 1678604 h 2237474"/>
              <a:gd name="connsiteX64" fmla="*/ 6364035 w 12192000"/>
              <a:gd name="connsiteY64" fmla="*/ 1667683 h 2237474"/>
              <a:gd name="connsiteX65" fmla="*/ 6280959 w 12192000"/>
              <a:gd name="connsiteY65" fmla="*/ 1689329 h 2237474"/>
              <a:gd name="connsiteX66" fmla="*/ 6243319 w 12192000"/>
              <a:gd name="connsiteY66" fmla="*/ 1695560 h 2237474"/>
              <a:gd name="connsiteX67" fmla="*/ 6098321 w 12192000"/>
              <a:gd name="connsiteY67" fmla="*/ 1721646 h 2237474"/>
              <a:gd name="connsiteX68" fmla="*/ 5880652 w 12192000"/>
              <a:gd name="connsiteY68" fmla="*/ 1779643 h 2237474"/>
              <a:gd name="connsiteX69" fmla="*/ 5785959 w 12192000"/>
              <a:gd name="connsiteY69" fmla="*/ 1775307 h 2237474"/>
              <a:gd name="connsiteX70" fmla="*/ 5643534 w 12192000"/>
              <a:gd name="connsiteY70" fmla="*/ 1802919 h 2237474"/>
              <a:gd name="connsiteX71" fmla="*/ 5518799 w 12192000"/>
              <a:gd name="connsiteY71" fmla="*/ 1818312 h 2237474"/>
              <a:gd name="connsiteX72" fmla="*/ 5505014 w 12192000"/>
              <a:gd name="connsiteY72" fmla="*/ 1819259 h 2237474"/>
              <a:gd name="connsiteX73" fmla="*/ 5453307 w 12192000"/>
              <a:gd name="connsiteY73" fmla="*/ 1815450 h 2237474"/>
              <a:gd name="connsiteX74" fmla="*/ 5221533 w 12192000"/>
              <a:gd name="connsiteY74" fmla="*/ 1846950 h 2237474"/>
              <a:gd name="connsiteX75" fmla="*/ 5149802 w 12192000"/>
              <a:gd name="connsiteY75" fmla="*/ 1844846 h 2237474"/>
              <a:gd name="connsiteX76" fmla="*/ 5114927 w 12192000"/>
              <a:gd name="connsiteY76" fmla="*/ 1847827 h 2237474"/>
              <a:gd name="connsiteX77" fmla="*/ 5108970 w 12192000"/>
              <a:gd name="connsiteY77" fmla="*/ 1847935 h 2237474"/>
              <a:gd name="connsiteX78" fmla="*/ 5067961 w 12192000"/>
              <a:gd name="connsiteY78" fmla="*/ 1845917 h 2237474"/>
              <a:gd name="connsiteX79" fmla="*/ 5007075 w 12192000"/>
              <a:gd name="connsiteY79" fmla="*/ 1838626 h 2237474"/>
              <a:gd name="connsiteX80" fmla="*/ 4944087 w 12192000"/>
              <a:gd name="connsiteY80" fmla="*/ 1823332 h 2237474"/>
              <a:gd name="connsiteX81" fmla="*/ 4907662 w 12192000"/>
              <a:gd name="connsiteY81" fmla="*/ 1816900 h 2237474"/>
              <a:gd name="connsiteX82" fmla="*/ 4882386 w 12192000"/>
              <a:gd name="connsiteY82" fmla="*/ 1809844 h 2237474"/>
              <a:gd name="connsiteX83" fmla="*/ 4811440 w 12192000"/>
              <a:gd name="connsiteY83" fmla="*/ 1804655 h 2237474"/>
              <a:gd name="connsiteX84" fmla="*/ 4691075 w 12192000"/>
              <a:gd name="connsiteY84" fmla="*/ 1801389 h 2237474"/>
              <a:gd name="connsiteX85" fmla="*/ 4640313 w 12192000"/>
              <a:gd name="connsiteY85" fmla="*/ 1784307 h 2237474"/>
              <a:gd name="connsiteX86" fmla="*/ 4536503 w 12192000"/>
              <a:gd name="connsiteY86" fmla="*/ 1785334 h 2237474"/>
              <a:gd name="connsiteX87" fmla="*/ 4513724 w 12192000"/>
              <a:gd name="connsiteY87" fmla="*/ 1791996 h 2237474"/>
              <a:gd name="connsiteX88" fmla="*/ 4459810 w 12192000"/>
              <a:gd name="connsiteY88" fmla="*/ 1797886 h 2237474"/>
              <a:gd name="connsiteX89" fmla="*/ 4379064 w 12192000"/>
              <a:gd name="connsiteY89" fmla="*/ 1817177 h 2237474"/>
              <a:gd name="connsiteX90" fmla="*/ 4290981 w 12192000"/>
              <a:gd name="connsiteY90" fmla="*/ 1839677 h 2237474"/>
              <a:gd name="connsiteX91" fmla="*/ 4238372 w 12192000"/>
              <a:gd name="connsiteY91" fmla="*/ 1851480 h 2237474"/>
              <a:gd name="connsiteX92" fmla="*/ 4232517 w 12192000"/>
              <a:gd name="connsiteY92" fmla="*/ 1852567 h 2237474"/>
              <a:gd name="connsiteX93" fmla="*/ 4191732 w 12192000"/>
              <a:gd name="connsiteY93" fmla="*/ 1857328 h 2237474"/>
              <a:gd name="connsiteX94" fmla="*/ 4065532 w 12192000"/>
              <a:gd name="connsiteY94" fmla="*/ 1855477 h 2237474"/>
              <a:gd name="connsiteX95" fmla="*/ 4028460 w 12192000"/>
              <a:gd name="connsiteY95" fmla="*/ 1855137 h 2237474"/>
              <a:gd name="connsiteX96" fmla="*/ 4002267 w 12192000"/>
              <a:gd name="connsiteY96" fmla="*/ 1852352 h 2237474"/>
              <a:gd name="connsiteX97" fmla="*/ 3931396 w 12192000"/>
              <a:gd name="connsiteY97" fmla="*/ 1858915 h 2237474"/>
              <a:gd name="connsiteX98" fmla="*/ 3812162 w 12192000"/>
              <a:gd name="connsiteY98" fmla="*/ 1875501 h 2237474"/>
              <a:gd name="connsiteX99" fmla="*/ 3758105 w 12192000"/>
              <a:gd name="connsiteY99" fmla="*/ 1871856 h 2237474"/>
              <a:gd name="connsiteX100" fmla="*/ 3715896 w 12192000"/>
              <a:gd name="connsiteY100" fmla="*/ 1881552 h 2237474"/>
              <a:gd name="connsiteX101" fmla="*/ 3567259 w 12192000"/>
              <a:gd name="connsiteY101" fmla="*/ 1893482 h 2237474"/>
              <a:gd name="connsiteX102" fmla="*/ 3405770 w 12192000"/>
              <a:gd name="connsiteY102" fmla="*/ 1904591 h 2237474"/>
              <a:gd name="connsiteX103" fmla="*/ 3280097 w 12192000"/>
              <a:gd name="connsiteY103" fmla="*/ 1919610 h 2237474"/>
              <a:gd name="connsiteX104" fmla="*/ 3009910 w 12192000"/>
              <a:gd name="connsiteY104" fmla="*/ 1957866 h 2237474"/>
              <a:gd name="connsiteX105" fmla="*/ 2995934 w 12192000"/>
              <a:gd name="connsiteY105" fmla="*/ 1967085 h 2237474"/>
              <a:gd name="connsiteX106" fmla="*/ 2942858 w 12192000"/>
              <a:gd name="connsiteY106" fmla="*/ 1981367 h 2237474"/>
              <a:gd name="connsiteX107" fmla="*/ 2875436 w 12192000"/>
              <a:gd name="connsiteY107" fmla="*/ 1996977 h 2237474"/>
              <a:gd name="connsiteX108" fmla="*/ 2874892 w 12192000"/>
              <a:gd name="connsiteY108" fmla="*/ 1996085 h 2237474"/>
              <a:gd name="connsiteX109" fmla="*/ 2843662 w 12192000"/>
              <a:gd name="connsiteY109" fmla="*/ 1992498 h 2237474"/>
              <a:gd name="connsiteX110" fmla="*/ 2718916 w 12192000"/>
              <a:gd name="connsiteY110" fmla="*/ 1990867 h 2237474"/>
              <a:gd name="connsiteX111" fmla="*/ 2713522 w 12192000"/>
              <a:gd name="connsiteY111" fmla="*/ 1990173 h 2237474"/>
              <a:gd name="connsiteX112" fmla="*/ 2476147 w 12192000"/>
              <a:gd name="connsiteY112" fmla="*/ 1998305 h 2237474"/>
              <a:gd name="connsiteX113" fmla="*/ 2373568 w 12192000"/>
              <a:gd name="connsiteY113" fmla="*/ 2003219 h 2237474"/>
              <a:gd name="connsiteX114" fmla="*/ 2287219 w 12192000"/>
              <a:gd name="connsiteY114" fmla="*/ 1998750 h 2237474"/>
              <a:gd name="connsiteX115" fmla="*/ 2243069 w 12192000"/>
              <a:gd name="connsiteY115" fmla="*/ 2005321 h 2237474"/>
              <a:gd name="connsiteX116" fmla="*/ 2164831 w 12192000"/>
              <a:gd name="connsiteY116" fmla="*/ 2010143 h 2237474"/>
              <a:gd name="connsiteX117" fmla="*/ 2085228 w 12192000"/>
              <a:gd name="connsiteY117" fmla="*/ 2046431 h 2237474"/>
              <a:gd name="connsiteX118" fmla="*/ 2058061 w 12192000"/>
              <a:gd name="connsiteY118" fmla="*/ 2047942 h 2237474"/>
              <a:gd name="connsiteX119" fmla="*/ 2042244 w 12192000"/>
              <a:gd name="connsiteY119" fmla="*/ 2055560 h 2237474"/>
              <a:gd name="connsiteX120" fmla="*/ 1877728 w 12192000"/>
              <a:gd name="connsiteY120" fmla="*/ 2101004 h 2237474"/>
              <a:gd name="connsiteX121" fmla="*/ 1759056 w 12192000"/>
              <a:gd name="connsiteY121" fmla="*/ 2125608 h 2237474"/>
              <a:gd name="connsiteX122" fmla="*/ 1637948 w 12192000"/>
              <a:gd name="connsiteY122" fmla="*/ 2172597 h 2237474"/>
              <a:gd name="connsiteX123" fmla="*/ 1434549 w 12192000"/>
              <a:gd name="connsiteY123" fmla="*/ 2234522 h 2237474"/>
              <a:gd name="connsiteX124" fmla="*/ 1398481 w 12192000"/>
              <a:gd name="connsiteY124" fmla="*/ 2237074 h 2237474"/>
              <a:gd name="connsiteX125" fmla="*/ 1398407 w 12192000"/>
              <a:gd name="connsiteY125" fmla="*/ 2237095 h 2237474"/>
              <a:gd name="connsiteX126" fmla="*/ 1370962 w 12192000"/>
              <a:gd name="connsiteY126" fmla="*/ 2237474 h 2237474"/>
              <a:gd name="connsiteX127" fmla="*/ 1356367 w 12192000"/>
              <a:gd name="connsiteY127" fmla="*/ 2235089 h 2237474"/>
              <a:gd name="connsiteX128" fmla="*/ 1279765 w 12192000"/>
              <a:gd name="connsiteY128" fmla="*/ 2229639 h 2237474"/>
              <a:gd name="connsiteX129" fmla="*/ 1195347 w 12192000"/>
              <a:gd name="connsiteY129" fmla="*/ 2212354 h 2237474"/>
              <a:gd name="connsiteX130" fmla="*/ 970251 w 12192000"/>
              <a:gd name="connsiteY130" fmla="*/ 2221029 h 2237474"/>
              <a:gd name="connsiteX131" fmla="*/ 812914 w 12192000"/>
              <a:gd name="connsiteY131" fmla="*/ 2210095 h 2237474"/>
              <a:gd name="connsiteX132" fmla="*/ 776382 w 12192000"/>
              <a:gd name="connsiteY132" fmla="*/ 2204512 h 2237474"/>
              <a:gd name="connsiteX133" fmla="*/ 597225 w 12192000"/>
              <a:gd name="connsiteY133" fmla="*/ 2180999 h 2237474"/>
              <a:gd name="connsiteX134" fmla="*/ 520671 w 12192000"/>
              <a:gd name="connsiteY134" fmla="*/ 2180980 h 2237474"/>
              <a:gd name="connsiteX135" fmla="*/ 515024 w 12192000"/>
              <a:gd name="connsiteY135" fmla="*/ 2179258 h 2237474"/>
              <a:gd name="connsiteX136" fmla="*/ 413835 w 12192000"/>
              <a:gd name="connsiteY136" fmla="*/ 2156783 h 2237474"/>
              <a:gd name="connsiteX137" fmla="*/ 376513 w 12192000"/>
              <a:gd name="connsiteY137" fmla="*/ 2154014 h 2237474"/>
              <a:gd name="connsiteX138" fmla="*/ 273386 w 12192000"/>
              <a:gd name="connsiteY138" fmla="*/ 2142551 h 2237474"/>
              <a:gd name="connsiteX139" fmla="*/ 169207 w 12192000"/>
              <a:gd name="connsiteY139" fmla="*/ 2128100 h 2237474"/>
              <a:gd name="connsiteX140" fmla="*/ 77641 w 12192000"/>
              <a:gd name="connsiteY140" fmla="*/ 2126835 h 2237474"/>
              <a:gd name="connsiteX141" fmla="*/ 37645 w 12192000"/>
              <a:gd name="connsiteY141" fmla="*/ 2115401 h 2237474"/>
              <a:gd name="connsiteX142" fmla="*/ 4572 w 12192000"/>
              <a:gd name="connsiteY142" fmla="*/ 2111091 h 2237474"/>
              <a:gd name="connsiteX143" fmla="*/ 0 w 12192000"/>
              <a:gd name="connsiteY143" fmla="*/ 2110468 h 2237474"/>
              <a:gd name="connsiteX144" fmla="*/ 0 w 12192000"/>
              <a:gd name="connsiteY144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074238 w 12192000"/>
              <a:gd name="connsiteY44" fmla="*/ 1301895 h 2237474"/>
              <a:gd name="connsiteX45" fmla="*/ 7942099 w 12192000"/>
              <a:gd name="connsiteY45" fmla="*/ 1336332 h 2237474"/>
              <a:gd name="connsiteX46" fmla="*/ 7902328 w 12192000"/>
              <a:gd name="connsiteY46" fmla="*/ 1345865 h 2237474"/>
              <a:gd name="connsiteX47" fmla="*/ 7840612 w 12192000"/>
              <a:gd name="connsiteY47" fmla="*/ 1369373 h 2237474"/>
              <a:gd name="connsiteX48" fmla="*/ 7786819 w 12192000"/>
              <a:gd name="connsiteY48" fmla="*/ 1378970 h 2237474"/>
              <a:gd name="connsiteX49" fmla="*/ 7548172 w 12192000"/>
              <a:gd name="connsiteY49" fmla="*/ 1417460 h 2237474"/>
              <a:gd name="connsiteX50" fmla="*/ 7483437 w 12192000"/>
              <a:gd name="connsiteY50" fmla="*/ 1478152 h 2237474"/>
              <a:gd name="connsiteX51" fmla="*/ 7377870 w 12192000"/>
              <a:gd name="connsiteY51" fmla="*/ 1523319 h 2237474"/>
              <a:gd name="connsiteX52" fmla="*/ 7230737 w 12192000"/>
              <a:gd name="connsiteY52" fmla="*/ 1562633 h 2237474"/>
              <a:gd name="connsiteX53" fmla="*/ 7224458 w 12192000"/>
              <a:gd name="connsiteY53" fmla="*/ 1573008 h 2237474"/>
              <a:gd name="connsiteX54" fmla="*/ 7183121 w 12192000"/>
              <a:gd name="connsiteY54" fmla="*/ 1595162 h 2237474"/>
              <a:gd name="connsiteX55" fmla="*/ 7164601 w 12192000"/>
              <a:gd name="connsiteY55" fmla="*/ 1606490 h 2237474"/>
              <a:gd name="connsiteX56" fmla="*/ 6900177 w 12192000"/>
              <a:gd name="connsiteY56" fmla="*/ 1636016 h 2237474"/>
              <a:gd name="connsiteX57" fmla="*/ 6795372 w 12192000"/>
              <a:gd name="connsiteY57" fmla="*/ 1644845 h 2237474"/>
              <a:gd name="connsiteX58" fmla="*/ 6692251 w 12192000"/>
              <a:gd name="connsiteY58" fmla="*/ 1656357 h 2237474"/>
              <a:gd name="connsiteX59" fmla="*/ 6655235 w 12192000"/>
              <a:gd name="connsiteY59" fmla="*/ 1661869 h 2237474"/>
              <a:gd name="connsiteX60" fmla="*/ 6554894 w 12192000"/>
              <a:gd name="connsiteY60" fmla="*/ 1664428 h 2237474"/>
              <a:gd name="connsiteX61" fmla="*/ 6516595 w 12192000"/>
              <a:gd name="connsiteY61" fmla="*/ 1667475 h 2237474"/>
              <a:gd name="connsiteX62" fmla="*/ 6508541 w 12192000"/>
              <a:gd name="connsiteY62" fmla="*/ 1668757 h 2237474"/>
              <a:gd name="connsiteX63" fmla="*/ 6471012 w 12192000"/>
              <a:gd name="connsiteY63" fmla="*/ 1678604 h 2237474"/>
              <a:gd name="connsiteX64" fmla="*/ 6364035 w 12192000"/>
              <a:gd name="connsiteY64" fmla="*/ 1667683 h 2237474"/>
              <a:gd name="connsiteX65" fmla="*/ 6280959 w 12192000"/>
              <a:gd name="connsiteY65" fmla="*/ 1689329 h 2237474"/>
              <a:gd name="connsiteX66" fmla="*/ 6243319 w 12192000"/>
              <a:gd name="connsiteY66" fmla="*/ 1695560 h 2237474"/>
              <a:gd name="connsiteX67" fmla="*/ 6098321 w 12192000"/>
              <a:gd name="connsiteY67" fmla="*/ 1721646 h 2237474"/>
              <a:gd name="connsiteX68" fmla="*/ 5880652 w 12192000"/>
              <a:gd name="connsiteY68" fmla="*/ 1779643 h 2237474"/>
              <a:gd name="connsiteX69" fmla="*/ 5785959 w 12192000"/>
              <a:gd name="connsiteY69" fmla="*/ 1775307 h 2237474"/>
              <a:gd name="connsiteX70" fmla="*/ 5643534 w 12192000"/>
              <a:gd name="connsiteY70" fmla="*/ 1802919 h 2237474"/>
              <a:gd name="connsiteX71" fmla="*/ 5518799 w 12192000"/>
              <a:gd name="connsiteY71" fmla="*/ 1818312 h 2237474"/>
              <a:gd name="connsiteX72" fmla="*/ 5505014 w 12192000"/>
              <a:gd name="connsiteY72" fmla="*/ 1819259 h 2237474"/>
              <a:gd name="connsiteX73" fmla="*/ 5453307 w 12192000"/>
              <a:gd name="connsiteY73" fmla="*/ 1815450 h 2237474"/>
              <a:gd name="connsiteX74" fmla="*/ 5221533 w 12192000"/>
              <a:gd name="connsiteY74" fmla="*/ 1846950 h 2237474"/>
              <a:gd name="connsiteX75" fmla="*/ 5149802 w 12192000"/>
              <a:gd name="connsiteY75" fmla="*/ 1844846 h 2237474"/>
              <a:gd name="connsiteX76" fmla="*/ 5114927 w 12192000"/>
              <a:gd name="connsiteY76" fmla="*/ 1847827 h 2237474"/>
              <a:gd name="connsiteX77" fmla="*/ 5108970 w 12192000"/>
              <a:gd name="connsiteY77" fmla="*/ 1847935 h 2237474"/>
              <a:gd name="connsiteX78" fmla="*/ 5067961 w 12192000"/>
              <a:gd name="connsiteY78" fmla="*/ 1845917 h 2237474"/>
              <a:gd name="connsiteX79" fmla="*/ 5007075 w 12192000"/>
              <a:gd name="connsiteY79" fmla="*/ 1838626 h 2237474"/>
              <a:gd name="connsiteX80" fmla="*/ 4944087 w 12192000"/>
              <a:gd name="connsiteY80" fmla="*/ 1823332 h 2237474"/>
              <a:gd name="connsiteX81" fmla="*/ 4907662 w 12192000"/>
              <a:gd name="connsiteY81" fmla="*/ 1816900 h 2237474"/>
              <a:gd name="connsiteX82" fmla="*/ 4882386 w 12192000"/>
              <a:gd name="connsiteY82" fmla="*/ 1809844 h 2237474"/>
              <a:gd name="connsiteX83" fmla="*/ 4811440 w 12192000"/>
              <a:gd name="connsiteY83" fmla="*/ 1804655 h 2237474"/>
              <a:gd name="connsiteX84" fmla="*/ 4691075 w 12192000"/>
              <a:gd name="connsiteY84" fmla="*/ 1801389 h 2237474"/>
              <a:gd name="connsiteX85" fmla="*/ 4640313 w 12192000"/>
              <a:gd name="connsiteY85" fmla="*/ 1784307 h 2237474"/>
              <a:gd name="connsiteX86" fmla="*/ 4536503 w 12192000"/>
              <a:gd name="connsiteY86" fmla="*/ 1785334 h 2237474"/>
              <a:gd name="connsiteX87" fmla="*/ 4513724 w 12192000"/>
              <a:gd name="connsiteY87" fmla="*/ 1791996 h 2237474"/>
              <a:gd name="connsiteX88" fmla="*/ 4459810 w 12192000"/>
              <a:gd name="connsiteY88" fmla="*/ 1797886 h 2237474"/>
              <a:gd name="connsiteX89" fmla="*/ 4379064 w 12192000"/>
              <a:gd name="connsiteY89" fmla="*/ 1817177 h 2237474"/>
              <a:gd name="connsiteX90" fmla="*/ 4290981 w 12192000"/>
              <a:gd name="connsiteY90" fmla="*/ 1839677 h 2237474"/>
              <a:gd name="connsiteX91" fmla="*/ 4238372 w 12192000"/>
              <a:gd name="connsiteY91" fmla="*/ 1851480 h 2237474"/>
              <a:gd name="connsiteX92" fmla="*/ 4232517 w 12192000"/>
              <a:gd name="connsiteY92" fmla="*/ 1852567 h 2237474"/>
              <a:gd name="connsiteX93" fmla="*/ 4191732 w 12192000"/>
              <a:gd name="connsiteY93" fmla="*/ 1857328 h 2237474"/>
              <a:gd name="connsiteX94" fmla="*/ 4065532 w 12192000"/>
              <a:gd name="connsiteY94" fmla="*/ 1855477 h 2237474"/>
              <a:gd name="connsiteX95" fmla="*/ 4028460 w 12192000"/>
              <a:gd name="connsiteY95" fmla="*/ 1855137 h 2237474"/>
              <a:gd name="connsiteX96" fmla="*/ 4002267 w 12192000"/>
              <a:gd name="connsiteY96" fmla="*/ 1852352 h 2237474"/>
              <a:gd name="connsiteX97" fmla="*/ 3931396 w 12192000"/>
              <a:gd name="connsiteY97" fmla="*/ 1858915 h 2237474"/>
              <a:gd name="connsiteX98" fmla="*/ 3812162 w 12192000"/>
              <a:gd name="connsiteY98" fmla="*/ 1875501 h 2237474"/>
              <a:gd name="connsiteX99" fmla="*/ 3758105 w 12192000"/>
              <a:gd name="connsiteY99" fmla="*/ 1871856 h 2237474"/>
              <a:gd name="connsiteX100" fmla="*/ 3715896 w 12192000"/>
              <a:gd name="connsiteY100" fmla="*/ 1881552 h 2237474"/>
              <a:gd name="connsiteX101" fmla="*/ 3567259 w 12192000"/>
              <a:gd name="connsiteY101" fmla="*/ 1893482 h 2237474"/>
              <a:gd name="connsiteX102" fmla="*/ 3405770 w 12192000"/>
              <a:gd name="connsiteY102" fmla="*/ 1904591 h 2237474"/>
              <a:gd name="connsiteX103" fmla="*/ 3280097 w 12192000"/>
              <a:gd name="connsiteY103" fmla="*/ 1919610 h 2237474"/>
              <a:gd name="connsiteX104" fmla="*/ 3009910 w 12192000"/>
              <a:gd name="connsiteY104" fmla="*/ 1957866 h 2237474"/>
              <a:gd name="connsiteX105" fmla="*/ 2995934 w 12192000"/>
              <a:gd name="connsiteY105" fmla="*/ 1967085 h 2237474"/>
              <a:gd name="connsiteX106" fmla="*/ 2942858 w 12192000"/>
              <a:gd name="connsiteY106" fmla="*/ 1981367 h 2237474"/>
              <a:gd name="connsiteX107" fmla="*/ 2875436 w 12192000"/>
              <a:gd name="connsiteY107" fmla="*/ 1996977 h 2237474"/>
              <a:gd name="connsiteX108" fmla="*/ 2874892 w 12192000"/>
              <a:gd name="connsiteY108" fmla="*/ 1996085 h 2237474"/>
              <a:gd name="connsiteX109" fmla="*/ 2843662 w 12192000"/>
              <a:gd name="connsiteY109" fmla="*/ 1992498 h 2237474"/>
              <a:gd name="connsiteX110" fmla="*/ 2718916 w 12192000"/>
              <a:gd name="connsiteY110" fmla="*/ 1990867 h 2237474"/>
              <a:gd name="connsiteX111" fmla="*/ 2713522 w 12192000"/>
              <a:gd name="connsiteY111" fmla="*/ 1990173 h 2237474"/>
              <a:gd name="connsiteX112" fmla="*/ 2476147 w 12192000"/>
              <a:gd name="connsiteY112" fmla="*/ 1998305 h 2237474"/>
              <a:gd name="connsiteX113" fmla="*/ 2373568 w 12192000"/>
              <a:gd name="connsiteY113" fmla="*/ 2003219 h 2237474"/>
              <a:gd name="connsiteX114" fmla="*/ 2287219 w 12192000"/>
              <a:gd name="connsiteY114" fmla="*/ 1998750 h 2237474"/>
              <a:gd name="connsiteX115" fmla="*/ 2243069 w 12192000"/>
              <a:gd name="connsiteY115" fmla="*/ 2005321 h 2237474"/>
              <a:gd name="connsiteX116" fmla="*/ 2164831 w 12192000"/>
              <a:gd name="connsiteY116" fmla="*/ 2010143 h 2237474"/>
              <a:gd name="connsiteX117" fmla="*/ 2085228 w 12192000"/>
              <a:gd name="connsiteY117" fmla="*/ 2046431 h 2237474"/>
              <a:gd name="connsiteX118" fmla="*/ 2058061 w 12192000"/>
              <a:gd name="connsiteY118" fmla="*/ 2047942 h 2237474"/>
              <a:gd name="connsiteX119" fmla="*/ 2042244 w 12192000"/>
              <a:gd name="connsiteY119" fmla="*/ 2055560 h 2237474"/>
              <a:gd name="connsiteX120" fmla="*/ 1877728 w 12192000"/>
              <a:gd name="connsiteY120" fmla="*/ 2101004 h 2237474"/>
              <a:gd name="connsiteX121" fmla="*/ 1759056 w 12192000"/>
              <a:gd name="connsiteY121" fmla="*/ 2125608 h 2237474"/>
              <a:gd name="connsiteX122" fmla="*/ 1637948 w 12192000"/>
              <a:gd name="connsiteY122" fmla="*/ 2172597 h 2237474"/>
              <a:gd name="connsiteX123" fmla="*/ 1434549 w 12192000"/>
              <a:gd name="connsiteY123" fmla="*/ 2234522 h 2237474"/>
              <a:gd name="connsiteX124" fmla="*/ 1398481 w 12192000"/>
              <a:gd name="connsiteY124" fmla="*/ 2237074 h 2237474"/>
              <a:gd name="connsiteX125" fmla="*/ 1398407 w 12192000"/>
              <a:gd name="connsiteY125" fmla="*/ 2237095 h 2237474"/>
              <a:gd name="connsiteX126" fmla="*/ 1370962 w 12192000"/>
              <a:gd name="connsiteY126" fmla="*/ 2237474 h 2237474"/>
              <a:gd name="connsiteX127" fmla="*/ 1356367 w 12192000"/>
              <a:gd name="connsiteY127" fmla="*/ 2235089 h 2237474"/>
              <a:gd name="connsiteX128" fmla="*/ 1279765 w 12192000"/>
              <a:gd name="connsiteY128" fmla="*/ 2229639 h 2237474"/>
              <a:gd name="connsiteX129" fmla="*/ 1195347 w 12192000"/>
              <a:gd name="connsiteY129" fmla="*/ 2212354 h 2237474"/>
              <a:gd name="connsiteX130" fmla="*/ 970251 w 12192000"/>
              <a:gd name="connsiteY130" fmla="*/ 2221029 h 2237474"/>
              <a:gd name="connsiteX131" fmla="*/ 812914 w 12192000"/>
              <a:gd name="connsiteY131" fmla="*/ 2210095 h 2237474"/>
              <a:gd name="connsiteX132" fmla="*/ 776382 w 12192000"/>
              <a:gd name="connsiteY132" fmla="*/ 2204512 h 2237474"/>
              <a:gd name="connsiteX133" fmla="*/ 597225 w 12192000"/>
              <a:gd name="connsiteY133" fmla="*/ 2180999 h 2237474"/>
              <a:gd name="connsiteX134" fmla="*/ 520671 w 12192000"/>
              <a:gd name="connsiteY134" fmla="*/ 2180980 h 2237474"/>
              <a:gd name="connsiteX135" fmla="*/ 515024 w 12192000"/>
              <a:gd name="connsiteY135" fmla="*/ 2179258 h 2237474"/>
              <a:gd name="connsiteX136" fmla="*/ 413835 w 12192000"/>
              <a:gd name="connsiteY136" fmla="*/ 2156783 h 2237474"/>
              <a:gd name="connsiteX137" fmla="*/ 376513 w 12192000"/>
              <a:gd name="connsiteY137" fmla="*/ 2154014 h 2237474"/>
              <a:gd name="connsiteX138" fmla="*/ 273386 w 12192000"/>
              <a:gd name="connsiteY138" fmla="*/ 2142551 h 2237474"/>
              <a:gd name="connsiteX139" fmla="*/ 169207 w 12192000"/>
              <a:gd name="connsiteY139" fmla="*/ 2128100 h 2237474"/>
              <a:gd name="connsiteX140" fmla="*/ 77641 w 12192000"/>
              <a:gd name="connsiteY140" fmla="*/ 2126835 h 2237474"/>
              <a:gd name="connsiteX141" fmla="*/ 37645 w 12192000"/>
              <a:gd name="connsiteY141" fmla="*/ 2115401 h 2237474"/>
              <a:gd name="connsiteX142" fmla="*/ 4572 w 12192000"/>
              <a:gd name="connsiteY142" fmla="*/ 2111091 h 2237474"/>
              <a:gd name="connsiteX143" fmla="*/ 0 w 12192000"/>
              <a:gd name="connsiteY143" fmla="*/ 2110468 h 2237474"/>
              <a:gd name="connsiteX144" fmla="*/ 0 w 12192000"/>
              <a:gd name="connsiteY144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10017 w 12192000"/>
              <a:gd name="connsiteY25" fmla="*/ 993931 h 2237474"/>
              <a:gd name="connsiteX26" fmla="*/ 9392919 w 12192000"/>
              <a:gd name="connsiteY26" fmla="*/ 994656 h 2237474"/>
              <a:gd name="connsiteX27" fmla="*/ 9268019 w 12192000"/>
              <a:gd name="connsiteY27" fmla="*/ 1007442 h 2237474"/>
              <a:gd name="connsiteX28" fmla="*/ 9234662 w 12192000"/>
              <a:gd name="connsiteY28" fmla="*/ 1023056 h 2237474"/>
              <a:gd name="connsiteX29" fmla="*/ 9181033 w 12192000"/>
              <a:gd name="connsiteY29" fmla="*/ 1037921 h 2237474"/>
              <a:gd name="connsiteX30" fmla="*/ 9155969 w 12192000"/>
              <a:gd name="connsiteY30" fmla="*/ 1046804 h 2237474"/>
              <a:gd name="connsiteX31" fmla="*/ 9133985 w 12192000"/>
              <a:gd name="connsiteY31" fmla="*/ 1046450 h 2237474"/>
              <a:gd name="connsiteX32" fmla="*/ 9003462 w 12192000"/>
              <a:gd name="connsiteY32" fmla="*/ 1042406 h 2237474"/>
              <a:gd name="connsiteX33" fmla="*/ 8968445 w 12192000"/>
              <a:gd name="connsiteY33" fmla="*/ 1052169 h 2237474"/>
              <a:gd name="connsiteX34" fmla="*/ 8886001 w 12192000"/>
              <a:gd name="connsiteY34" fmla="*/ 1067468 h 2237474"/>
              <a:gd name="connsiteX35" fmla="*/ 8838610 w 12192000"/>
              <a:gd name="connsiteY35" fmla="*/ 1075091 h 2237474"/>
              <a:gd name="connsiteX36" fmla="*/ 8750383 w 12192000"/>
              <a:gd name="connsiteY36" fmla="*/ 1097387 h 2237474"/>
              <a:gd name="connsiteX37" fmla="*/ 8665605 w 12192000"/>
              <a:gd name="connsiteY37" fmla="*/ 1110791 h 2237474"/>
              <a:gd name="connsiteX38" fmla="*/ 8584946 w 12192000"/>
              <a:gd name="connsiteY38" fmla="*/ 1135226 h 2237474"/>
              <a:gd name="connsiteX39" fmla="*/ 8419755 w 12192000"/>
              <a:gd name="connsiteY39" fmla="*/ 1216260 h 2237474"/>
              <a:gd name="connsiteX40" fmla="*/ 8411626 w 12192000"/>
              <a:gd name="connsiteY40" fmla="*/ 1214397 h 2237474"/>
              <a:gd name="connsiteX41" fmla="*/ 8363469 w 12192000"/>
              <a:gd name="connsiteY41" fmla="*/ 1246658 h 2237474"/>
              <a:gd name="connsiteX42" fmla="*/ 8275497 w 12192000"/>
              <a:gd name="connsiteY42" fmla="*/ 1264396 h 2237474"/>
              <a:gd name="connsiteX43" fmla="*/ 8074238 w 12192000"/>
              <a:gd name="connsiteY43" fmla="*/ 1301895 h 2237474"/>
              <a:gd name="connsiteX44" fmla="*/ 7942099 w 12192000"/>
              <a:gd name="connsiteY44" fmla="*/ 1336332 h 2237474"/>
              <a:gd name="connsiteX45" fmla="*/ 7902328 w 12192000"/>
              <a:gd name="connsiteY45" fmla="*/ 1345865 h 2237474"/>
              <a:gd name="connsiteX46" fmla="*/ 7840612 w 12192000"/>
              <a:gd name="connsiteY46" fmla="*/ 1369373 h 2237474"/>
              <a:gd name="connsiteX47" fmla="*/ 7786819 w 12192000"/>
              <a:gd name="connsiteY47" fmla="*/ 1378970 h 2237474"/>
              <a:gd name="connsiteX48" fmla="*/ 7548172 w 12192000"/>
              <a:gd name="connsiteY48" fmla="*/ 1417460 h 2237474"/>
              <a:gd name="connsiteX49" fmla="*/ 7483437 w 12192000"/>
              <a:gd name="connsiteY49" fmla="*/ 1478152 h 2237474"/>
              <a:gd name="connsiteX50" fmla="*/ 7377870 w 12192000"/>
              <a:gd name="connsiteY50" fmla="*/ 1523319 h 2237474"/>
              <a:gd name="connsiteX51" fmla="*/ 7230737 w 12192000"/>
              <a:gd name="connsiteY51" fmla="*/ 1562633 h 2237474"/>
              <a:gd name="connsiteX52" fmla="*/ 7224458 w 12192000"/>
              <a:gd name="connsiteY52" fmla="*/ 1573008 h 2237474"/>
              <a:gd name="connsiteX53" fmla="*/ 7183121 w 12192000"/>
              <a:gd name="connsiteY53" fmla="*/ 1595162 h 2237474"/>
              <a:gd name="connsiteX54" fmla="*/ 7164601 w 12192000"/>
              <a:gd name="connsiteY54" fmla="*/ 1606490 h 2237474"/>
              <a:gd name="connsiteX55" fmla="*/ 6900177 w 12192000"/>
              <a:gd name="connsiteY55" fmla="*/ 1636016 h 2237474"/>
              <a:gd name="connsiteX56" fmla="*/ 6795372 w 12192000"/>
              <a:gd name="connsiteY56" fmla="*/ 1644845 h 2237474"/>
              <a:gd name="connsiteX57" fmla="*/ 6692251 w 12192000"/>
              <a:gd name="connsiteY57" fmla="*/ 1656357 h 2237474"/>
              <a:gd name="connsiteX58" fmla="*/ 6655235 w 12192000"/>
              <a:gd name="connsiteY58" fmla="*/ 1661869 h 2237474"/>
              <a:gd name="connsiteX59" fmla="*/ 6554894 w 12192000"/>
              <a:gd name="connsiteY59" fmla="*/ 1664428 h 2237474"/>
              <a:gd name="connsiteX60" fmla="*/ 6516595 w 12192000"/>
              <a:gd name="connsiteY60" fmla="*/ 1667475 h 2237474"/>
              <a:gd name="connsiteX61" fmla="*/ 6508541 w 12192000"/>
              <a:gd name="connsiteY61" fmla="*/ 1668757 h 2237474"/>
              <a:gd name="connsiteX62" fmla="*/ 6471012 w 12192000"/>
              <a:gd name="connsiteY62" fmla="*/ 1678604 h 2237474"/>
              <a:gd name="connsiteX63" fmla="*/ 6364035 w 12192000"/>
              <a:gd name="connsiteY63" fmla="*/ 1667683 h 2237474"/>
              <a:gd name="connsiteX64" fmla="*/ 6280959 w 12192000"/>
              <a:gd name="connsiteY64" fmla="*/ 1689329 h 2237474"/>
              <a:gd name="connsiteX65" fmla="*/ 6243319 w 12192000"/>
              <a:gd name="connsiteY65" fmla="*/ 1695560 h 2237474"/>
              <a:gd name="connsiteX66" fmla="*/ 6098321 w 12192000"/>
              <a:gd name="connsiteY66" fmla="*/ 1721646 h 2237474"/>
              <a:gd name="connsiteX67" fmla="*/ 5880652 w 12192000"/>
              <a:gd name="connsiteY67" fmla="*/ 1779643 h 2237474"/>
              <a:gd name="connsiteX68" fmla="*/ 5785959 w 12192000"/>
              <a:gd name="connsiteY68" fmla="*/ 1775307 h 2237474"/>
              <a:gd name="connsiteX69" fmla="*/ 5643534 w 12192000"/>
              <a:gd name="connsiteY69" fmla="*/ 1802919 h 2237474"/>
              <a:gd name="connsiteX70" fmla="*/ 5518799 w 12192000"/>
              <a:gd name="connsiteY70" fmla="*/ 1818312 h 2237474"/>
              <a:gd name="connsiteX71" fmla="*/ 5505014 w 12192000"/>
              <a:gd name="connsiteY71" fmla="*/ 1819259 h 2237474"/>
              <a:gd name="connsiteX72" fmla="*/ 5453307 w 12192000"/>
              <a:gd name="connsiteY72" fmla="*/ 1815450 h 2237474"/>
              <a:gd name="connsiteX73" fmla="*/ 5221533 w 12192000"/>
              <a:gd name="connsiteY73" fmla="*/ 1846950 h 2237474"/>
              <a:gd name="connsiteX74" fmla="*/ 5149802 w 12192000"/>
              <a:gd name="connsiteY74" fmla="*/ 1844846 h 2237474"/>
              <a:gd name="connsiteX75" fmla="*/ 5114927 w 12192000"/>
              <a:gd name="connsiteY75" fmla="*/ 1847827 h 2237474"/>
              <a:gd name="connsiteX76" fmla="*/ 5108970 w 12192000"/>
              <a:gd name="connsiteY76" fmla="*/ 1847935 h 2237474"/>
              <a:gd name="connsiteX77" fmla="*/ 5067961 w 12192000"/>
              <a:gd name="connsiteY77" fmla="*/ 1845917 h 2237474"/>
              <a:gd name="connsiteX78" fmla="*/ 5007075 w 12192000"/>
              <a:gd name="connsiteY78" fmla="*/ 1838626 h 2237474"/>
              <a:gd name="connsiteX79" fmla="*/ 4944087 w 12192000"/>
              <a:gd name="connsiteY79" fmla="*/ 1823332 h 2237474"/>
              <a:gd name="connsiteX80" fmla="*/ 4907662 w 12192000"/>
              <a:gd name="connsiteY80" fmla="*/ 1816900 h 2237474"/>
              <a:gd name="connsiteX81" fmla="*/ 4882386 w 12192000"/>
              <a:gd name="connsiteY81" fmla="*/ 1809844 h 2237474"/>
              <a:gd name="connsiteX82" fmla="*/ 4811440 w 12192000"/>
              <a:gd name="connsiteY82" fmla="*/ 1804655 h 2237474"/>
              <a:gd name="connsiteX83" fmla="*/ 4691075 w 12192000"/>
              <a:gd name="connsiteY83" fmla="*/ 1801389 h 2237474"/>
              <a:gd name="connsiteX84" fmla="*/ 4640313 w 12192000"/>
              <a:gd name="connsiteY84" fmla="*/ 1784307 h 2237474"/>
              <a:gd name="connsiteX85" fmla="*/ 4536503 w 12192000"/>
              <a:gd name="connsiteY85" fmla="*/ 1785334 h 2237474"/>
              <a:gd name="connsiteX86" fmla="*/ 4513724 w 12192000"/>
              <a:gd name="connsiteY86" fmla="*/ 1791996 h 2237474"/>
              <a:gd name="connsiteX87" fmla="*/ 4459810 w 12192000"/>
              <a:gd name="connsiteY87" fmla="*/ 1797886 h 2237474"/>
              <a:gd name="connsiteX88" fmla="*/ 4379064 w 12192000"/>
              <a:gd name="connsiteY88" fmla="*/ 1817177 h 2237474"/>
              <a:gd name="connsiteX89" fmla="*/ 4290981 w 12192000"/>
              <a:gd name="connsiteY89" fmla="*/ 1839677 h 2237474"/>
              <a:gd name="connsiteX90" fmla="*/ 4238372 w 12192000"/>
              <a:gd name="connsiteY90" fmla="*/ 1851480 h 2237474"/>
              <a:gd name="connsiteX91" fmla="*/ 4232517 w 12192000"/>
              <a:gd name="connsiteY91" fmla="*/ 1852567 h 2237474"/>
              <a:gd name="connsiteX92" fmla="*/ 4191732 w 12192000"/>
              <a:gd name="connsiteY92" fmla="*/ 1857328 h 2237474"/>
              <a:gd name="connsiteX93" fmla="*/ 4065532 w 12192000"/>
              <a:gd name="connsiteY93" fmla="*/ 1855477 h 2237474"/>
              <a:gd name="connsiteX94" fmla="*/ 4028460 w 12192000"/>
              <a:gd name="connsiteY94" fmla="*/ 1855137 h 2237474"/>
              <a:gd name="connsiteX95" fmla="*/ 4002267 w 12192000"/>
              <a:gd name="connsiteY95" fmla="*/ 1852352 h 2237474"/>
              <a:gd name="connsiteX96" fmla="*/ 3931396 w 12192000"/>
              <a:gd name="connsiteY96" fmla="*/ 1858915 h 2237474"/>
              <a:gd name="connsiteX97" fmla="*/ 3812162 w 12192000"/>
              <a:gd name="connsiteY97" fmla="*/ 1875501 h 2237474"/>
              <a:gd name="connsiteX98" fmla="*/ 3758105 w 12192000"/>
              <a:gd name="connsiteY98" fmla="*/ 1871856 h 2237474"/>
              <a:gd name="connsiteX99" fmla="*/ 3715896 w 12192000"/>
              <a:gd name="connsiteY99" fmla="*/ 1881552 h 2237474"/>
              <a:gd name="connsiteX100" fmla="*/ 3567259 w 12192000"/>
              <a:gd name="connsiteY100" fmla="*/ 1893482 h 2237474"/>
              <a:gd name="connsiteX101" fmla="*/ 3405770 w 12192000"/>
              <a:gd name="connsiteY101" fmla="*/ 1904591 h 2237474"/>
              <a:gd name="connsiteX102" fmla="*/ 3280097 w 12192000"/>
              <a:gd name="connsiteY102" fmla="*/ 1919610 h 2237474"/>
              <a:gd name="connsiteX103" fmla="*/ 3009910 w 12192000"/>
              <a:gd name="connsiteY103" fmla="*/ 1957866 h 2237474"/>
              <a:gd name="connsiteX104" fmla="*/ 2995934 w 12192000"/>
              <a:gd name="connsiteY104" fmla="*/ 1967085 h 2237474"/>
              <a:gd name="connsiteX105" fmla="*/ 2942858 w 12192000"/>
              <a:gd name="connsiteY105" fmla="*/ 1981367 h 2237474"/>
              <a:gd name="connsiteX106" fmla="*/ 2875436 w 12192000"/>
              <a:gd name="connsiteY106" fmla="*/ 1996977 h 2237474"/>
              <a:gd name="connsiteX107" fmla="*/ 2874892 w 12192000"/>
              <a:gd name="connsiteY107" fmla="*/ 1996085 h 2237474"/>
              <a:gd name="connsiteX108" fmla="*/ 2843662 w 12192000"/>
              <a:gd name="connsiteY108" fmla="*/ 1992498 h 2237474"/>
              <a:gd name="connsiteX109" fmla="*/ 2718916 w 12192000"/>
              <a:gd name="connsiteY109" fmla="*/ 1990867 h 2237474"/>
              <a:gd name="connsiteX110" fmla="*/ 2713522 w 12192000"/>
              <a:gd name="connsiteY110" fmla="*/ 1990173 h 2237474"/>
              <a:gd name="connsiteX111" fmla="*/ 2476147 w 12192000"/>
              <a:gd name="connsiteY111" fmla="*/ 1998305 h 2237474"/>
              <a:gd name="connsiteX112" fmla="*/ 2373568 w 12192000"/>
              <a:gd name="connsiteY112" fmla="*/ 2003219 h 2237474"/>
              <a:gd name="connsiteX113" fmla="*/ 2287219 w 12192000"/>
              <a:gd name="connsiteY113" fmla="*/ 1998750 h 2237474"/>
              <a:gd name="connsiteX114" fmla="*/ 2243069 w 12192000"/>
              <a:gd name="connsiteY114" fmla="*/ 2005321 h 2237474"/>
              <a:gd name="connsiteX115" fmla="*/ 2164831 w 12192000"/>
              <a:gd name="connsiteY115" fmla="*/ 2010143 h 2237474"/>
              <a:gd name="connsiteX116" fmla="*/ 2085228 w 12192000"/>
              <a:gd name="connsiteY116" fmla="*/ 2046431 h 2237474"/>
              <a:gd name="connsiteX117" fmla="*/ 2058061 w 12192000"/>
              <a:gd name="connsiteY117" fmla="*/ 2047942 h 2237474"/>
              <a:gd name="connsiteX118" fmla="*/ 2042244 w 12192000"/>
              <a:gd name="connsiteY118" fmla="*/ 2055560 h 2237474"/>
              <a:gd name="connsiteX119" fmla="*/ 1877728 w 12192000"/>
              <a:gd name="connsiteY119" fmla="*/ 2101004 h 2237474"/>
              <a:gd name="connsiteX120" fmla="*/ 1759056 w 12192000"/>
              <a:gd name="connsiteY120" fmla="*/ 2125608 h 2237474"/>
              <a:gd name="connsiteX121" fmla="*/ 1637948 w 12192000"/>
              <a:gd name="connsiteY121" fmla="*/ 2172597 h 2237474"/>
              <a:gd name="connsiteX122" fmla="*/ 1434549 w 12192000"/>
              <a:gd name="connsiteY122" fmla="*/ 2234522 h 2237474"/>
              <a:gd name="connsiteX123" fmla="*/ 1398481 w 12192000"/>
              <a:gd name="connsiteY123" fmla="*/ 2237074 h 2237474"/>
              <a:gd name="connsiteX124" fmla="*/ 1398407 w 12192000"/>
              <a:gd name="connsiteY124" fmla="*/ 2237095 h 2237474"/>
              <a:gd name="connsiteX125" fmla="*/ 1370962 w 12192000"/>
              <a:gd name="connsiteY125" fmla="*/ 2237474 h 2237474"/>
              <a:gd name="connsiteX126" fmla="*/ 1356367 w 12192000"/>
              <a:gd name="connsiteY126" fmla="*/ 2235089 h 2237474"/>
              <a:gd name="connsiteX127" fmla="*/ 1279765 w 12192000"/>
              <a:gd name="connsiteY127" fmla="*/ 2229639 h 2237474"/>
              <a:gd name="connsiteX128" fmla="*/ 1195347 w 12192000"/>
              <a:gd name="connsiteY128" fmla="*/ 2212354 h 2237474"/>
              <a:gd name="connsiteX129" fmla="*/ 970251 w 12192000"/>
              <a:gd name="connsiteY129" fmla="*/ 2221029 h 2237474"/>
              <a:gd name="connsiteX130" fmla="*/ 812914 w 12192000"/>
              <a:gd name="connsiteY130" fmla="*/ 2210095 h 2237474"/>
              <a:gd name="connsiteX131" fmla="*/ 776382 w 12192000"/>
              <a:gd name="connsiteY131" fmla="*/ 2204512 h 2237474"/>
              <a:gd name="connsiteX132" fmla="*/ 597225 w 12192000"/>
              <a:gd name="connsiteY132" fmla="*/ 2180999 h 2237474"/>
              <a:gd name="connsiteX133" fmla="*/ 520671 w 12192000"/>
              <a:gd name="connsiteY133" fmla="*/ 2180980 h 2237474"/>
              <a:gd name="connsiteX134" fmla="*/ 515024 w 12192000"/>
              <a:gd name="connsiteY134" fmla="*/ 2179258 h 2237474"/>
              <a:gd name="connsiteX135" fmla="*/ 413835 w 12192000"/>
              <a:gd name="connsiteY135" fmla="*/ 2156783 h 2237474"/>
              <a:gd name="connsiteX136" fmla="*/ 376513 w 12192000"/>
              <a:gd name="connsiteY136" fmla="*/ 2154014 h 2237474"/>
              <a:gd name="connsiteX137" fmla="*/ 273386 w 12192000"/>
              <a:gd name="connsiteY137" fmla="*/ 2142551 h 2237474"/>
              <a:gd name="connsiteX138" fmla="*/ 169207 w 12192000"/>
              <a:gd name="connsiteY138" fmla="*/ 2128100 h 2237474"/>
              <a:gd name="connsiteX139" fmla="*/ 77641 w 12192000"/>
              <a:gd name="connsiteY139" fmla="*/ 2126835 h 2237474"/>
              <a:gd name="connsiteX140" fmla="*/ 37645 w 12192000"/>
              <a:gd name="connsiteY140" fmla="*/ 2115401 h 2237474"/>
              <a:gd name="connsiteX141" fmla="*/ 4572 w 12192000"/>
              <a:gd name="connsiteY141" fmla="*/ 2111091 h 2237474"/>
              <a:gd name="connsiteX142" fmla="*/ 0 w 12192000"/>
              <a:gd name="connsiteY142" fmla="*/ 2110468 h 2237474"/>
              <a:gd name="connsiteX143" fmla="*/ 0 w 12192000"/>
              <a:gd name="connsiteY143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10017 w 12192000"/>
              <a:gd name="connsiteY25" fmla="*/ 993931 h 2237474"/>
              <a:gd name="connsiteX26" fmla="*/ 9392919 w 12192000"/>
              <a:gd name="connsiteY26" fmla="*/ 994656 h 2237474"/>
              <a:gd name="connsiteX27" fmla="*/ 9268019 w 12192000"/>
              <a:gd name="connsiteY27" fmla="*/ 1007442 h 2237474"/>
              <a:gd name="connsiteX28" fmla="*/ 9234662 w 12192000"/>
              <a:gd name="connsiteY28" fmla="*/ 1023056 h 2237474"/>
              <a:gd name="connsiteX29" fmla="*/ 9181033 w 12192000"/>
              <a:gd name="connsiteY29" fmla="*/ 1037921 h 2237474"/>
              <a:gd name="connsiteX30" fmla="*/ 9155969 w 12192000"/>
              <a:gd name="connsiteY30" fmla="*/ 1046804 h 2237474"/>
              <a:gd name="connsiteX31" fmla="*/ 9133985 w 12192000"/>
              <a:gd name="connsiteY31" fmla="*/ 1046450 h 2237474"/>
              <a:gd name="connsiteX32" fmla="*/ 9003462 w 12192000"/>
              <a:gd name="connsiteY32" fmla="*/ 1042406 h 2237474"/>
              <a:gd name="connsiteX33" fmla="*/ 8968445 w 12192000"/>
              <a:gd name="connsiteY33" fmla="*/ 1052169 h 2237474"/>
              <a:gd name="connsiteX34" fmla="*/ 8886001 w 12192000"/>
              <a:gd name="connsiteY34" fmla="*/ 1067468 h 2237474"/>
              <a:gd name="connsiteX35" fmla="*/ 8838610 w 12192000"/>
              <a:gd name="connsiteY35" fmla="*/ 1075091 h 2237474"/>
              <a:gd name="connsiteX36" fmla="*/ 8750383 w 12192000"/>
              <a:gd name="connsiteY36" fmla="*/ 1097387 h 2237474"/>
              <a:gd name="connsiteX37" fmla="*/ 8665605 w 12192000"/>
              <a:gd name="connsiteY37" fmla="*/ 1110791 h 2237474"/>
              <a:gd name="connsiteX38" fmla="*/ 8584946 w 12192000"/>
              <a:gd name="connsiteY38" fmla="*/ 1135226 h 2237474"/>
              <a:gd name="connsiteX39" fmla="*/ 8419755 w 12192000"/>
              <a:gd name="connsiteY39" fmla="*/ 1216260 h 2237474"/>
              <a:gd name="connsiteX40" fmla="*/ 8411626 w 12192000"/>
              <a:gd name="connsiteY40" fmla="*/ 1214397 h 2237474"/>
              <a:gd name="connsiteX41" fmla="*/ 8363469 w 12192000"/>
              <a:gd name="connsiteY41" fmla="*/ 1246658 h 2237474"/>
              <a:gd name="connsiteX42" fmla="*/ 8275497 w 12192000"/>
              <a:gd name="connsiteY42" fmla="*/ 1264396 h 2237474"/>
              <a:gd name="connsiteX43" fmla="*/ 8074238 w 12192000"/>
              <a:gd name="connsiteY43" fmla="*/ 1301895 h 2237474"/>
              <a:gd name="connsiteX44" fmla="*/ 7942099 w 12192000"/>
              <a:gd name="connsiteY44" fmla="*/ 1336332 h 2237474"/>
              <a:gd name="connsiteX45" fmla="*/ 7902328 w 12192000"/>
              <a:gd name="connsiteY45" fmla="*/ 1345865 h 2237474"/>
              <a:gd name="connsiteX46" fmla="*/ 7840612 w 12192000"/>
              <a:gd name="connsiteY46" fmla="*/ 1369373 h 2237474"/>
              <a:gd name="connsiteX47" fmla="*/ 7786819 w 12192000"/>
              <a:gd name="connsiteY47" fmla="*/ 1378970 h 2237474"/>
              <a:gd name="connsiteX48" fmla="*/ 7548172 w 12192000"/>
              <a:gd name="connsiteY48" fmla="*/ 1417460 h 2237474"/>
              <a:gd name="connsiteX49" fmla="*/ 7483437 w 12192000"/>
              <a:gd name="connsiteY49" fmla="*/ 1478152 h 2237474"/>
              <a:gd name="connsiteX50" fmla="*/ 7377870 w 12192000"/>
              <a:gd name="connsiteY50" fmla="*/ 1523319 h 2237474"/>
              <a:gd name="connsiteX51" fmla="*/ 7230737 w 12192000"/>
              <a:gd name="connsiteY51" fmla="*/ 1562633 h 2237474"/>
              <a:gd name="connsiteX52" fmla="*/ 7224458 w 12192000"/>
              <a:gd name="connsiteY52" fmla="*/ 1573008 h 2237474"/>
              <a:gd name="connsiteX53" fmla="*/ 7183121 w 12192000"/>
              <a:gd name="connsiteY53" fmla="*/ 1595162 h 2237474"/>
              <a:gd name="connsiteX54" fmla="*/ 7164601 w 12192000"/>
              <a:gd name="connsiteY54" fmla="*/ 1606490 h 2237474"/>
              <a:gd name="connsiteX55" fmla="*/ 6900177 w 12192000"/>
              <a:gd name="connsiteY55" fmla="*/ 1636016 h 2237474"/>
              <a:gd name="connsiteX56" fmla="*/ 6795372 w 12192000"/>
              <a:gd name="connsiteY56" fmla="*/ 1644845 h 2237474"/>
              <a:gd name="connsiteX57" fmla="*/ 6692251 w 12192000"/>
              <a:gd name="connsiteY57" fmla="*/ 1656357 h 2237474"/>
              <a:gd name="connsiteX58" fmla="*/ 6655235 w 12192000"/>
              <a:gd name="connsiteY58" fmla="*/ 1661869 h 2237474"/>
              <a:gd name="connsiteX59" fmla="*/ 6554894 w 12192000"/>
              <a:gd name="connsiteY59" fmla="*/ 1664428 h 2237474"/>
              <a:gd name="connsiteX60" fmla="*/ 6516595 w 12192000"/>
              <a:gd name="connsiteY60" fmla="*/ 1667475 h 2237474"/>
              <a:gd name="connsiteX61" fmla="*/ 6508541 w 12192000"/>
              <a:gd name="connsiteY61" fmla="*/ 1668757 h 2237474"/>
              <a:gd name="connsiteX62" fmla="*/ 6471012 w 12192000"/>
              <a:gd name="connsiteY62" fmla="*/ 1678604 h 2237474"/>
              <a:gd name="connsiteX63" fmla="*/ 6364035 w 12192000"/>
              <a:gd name="connsiteY63" fmla="*/ 1667683 h 2237474"/>
              <a:gd name="connsiteX64" fmla="*/ 6280959 w 12192000"/>
              <a:gd name="connsiteY64" fmla="*/ 1689329 h 2237474"/>
              <a:gd name="connsiteX65" fmla="*/ 6243319 w 12192000"/>
              <a:gd name="connsiteY65" fmla="*/ 1695560 h 2237474"/>
              <a:gd name="connsiteX66" fmla="*/ 6098321 w 12192000"/>
              <a:gd name="connsiteY66" fmla="*/ 1721646 h 2237474"/>
              <a:gd name="connsiteX67" fmla="*/ 5880652 w 12192000"/>
              <a:gd name="connsiteY67" fmla="*/ 1779643 h 2237474"/>
              <a:gd name="connsiteX68" fmla="*/ 5785959 w 12192000"/>
              <a:gd name="connsiteY68" fmla="*/ 1775307 h 2237474"/>
              <a:gd name="connsiteX69" fmla="*/ 5643534 w 12192000"/>
              <a:gd name="connsiteY69" fmla="*/ 1802919 h 2237474"/>
              <a:gd name="connsiteX70" fmla="*/ 5518799 w 12192000"/>
              <a:gd name="connsiteY70" fmla="*/ 1818312 h 2237474"/>
              <a:gd name="connsiteX71" fmla="*/ 5505014 w 12192000"/>
              <a:gd name="connsiteY71" fmla="*/ 1819259 h 2237474"/>
              <a:gd name="connsiteX72" fmla="*/ 5453307 w 12192000"/>
              <a:gd name="connsiteY72" fmla="*/ 1815450 h 2237474"/>
              <a:gd name="connsiteX73" fmla="*/ 5221533 w 12192000"/>
              <a:gd name="connsiteY73" fmla="*/ 1846950 h 2237474"/>
              <a:gd name="connsiteX74" fmla="*/ 5149802 w 12192000"/>
              <a:gd name="connsiteY74" fmla="*/ 1844846 h 2237474"/>
              <a:gd name="connsiteX75" fmla="*/ 5114927 w 12192000"/>
              <a:gd name="connsiteY75" fmla="*/ 1847827 h 2237474"/>
              <a:gd name="connsiteX76" fmla="*/ 5108970 w 12192000"/>
              <a:gd name="connsiteY76" fmla="*/ 1847935 h 2237474"/>
              <a:gd name="connsiteX77" fmla="*/ 5067961 w 12192000"/>
              <a:gd name="connsiteY77" fmla="*/ 1845917 h 2237474"/>
              <a:gd name="connsiteX78" fmla="*/ 5007075 w 12192000"/>
              <a:gd name="connsiteY78" fmla="*/ 1838626 h 2237474"/>
              <a:gd name="connsiteX79" fmla="*/ 4944087 w 12192000"/>
              <a:gd name="connsiteY79" fmla="*/ 1823332 h 2237474"/>
              <a:gd name="connsiteX80" fmla="*/ 4907662 w 12192000"/>
              <a:gd name="connsiteY80" fmla="*/ 1816900 h 2237474"/>
              <a:gd name="connsiteX81" fmla="*/ 4882386 w 12192000"/>
              <a:gd name="connsiteY81" fmla="*/ 1809844 h 2237474"/>
              <a:gd name="connsiteX82" fmla="*/ 4811440 w 12192000"/>
              <a:gd name="connsiteY82" fmla="*/ 1804655 h 2237474"/>
              <a:gd name="connsiteX83" fmla="*/ 4691075 w 12192000"/>
              <a:gd name="connsiteY83" fmla="*/ 1801389 h 2237474"/>
              <a:gd name="connsiteX84" fmla="*/ 4640313 w 12192000"/>
              <a:gd name="connsiteY84" fmla="*/ 1784307 h 2237474"/>
              <a:gd name="connsiteX85" fmla="*/ 4536503 w 12192000"/>
              <a:gd name="connsiteY85" fmla="*/ 1785334 h 2237474"/>
              <a:gd name="connsiteX86" fmla="*/ 4513724 w 12192000"/>
              <a:gd name="connsiteY86" fmla="*/ 1791996 h 2237474"/>
              <a:gd name="connsiteX87" fmla="*/ 4459810 w 12192000"/>
              <a:gd name="connsiteY87" fmla="*/ 1797886 h 2237474"/>
              <a:gd name="connsiteX88" fmla="*/ 4379064 w 12192000"/>
              <a:gd name="connsiteY88" fmla="*/ 1817177 h 2237474"/>
              <a:gd name="connsiteX89" fmla="*/ 4290981 w 12192000"/>
              <a:gd name="connsiteY89" fmla="*/ 1839677 h 2237474"/>
              <a:gd name="connsiteX90" fmla="*/ 4238372 w 12192000"/>
              <a:gd name="connsiteY90" fmla="*/ 1851480 h 2237474"/>
              <a:gd name="connsiteX91" fmla="*/ 4232517 w 12192000"/>
              <a:gd name="connsiteY91" fmla="*/ 1852567 h 2237474"/>
              <a:gd name="connsiteX92" fmla="*/ 4191732 w 12192000"/>
              <a:gd name="connsiteY92" fmla="*/ 1857328 h 2237474"/>
              <a:gd name="connsiteX93" fmla="*/ 4065532 w 12192000"/>
              <a:gd name="connsiteY93" fmla="*/ 1855477 h 2237474"/>
              <a:gd name="connsiteX94" fmla="*/ 4028460 w 12192000"/>
              <a:gd name="connsiteY94" fmla="*/ 1855137 h 2237474"/>
              <a:gd name="connsiteX95" fmla="*/ 4002267 w 12192000"/>
              <a:gd name="connsiteY95" fmla="*/ 1852352 h 2237474"/>
              <a:gd name="connsiteX96" fmla="*/ 3931396 w 12192000"/>
              <a:gd name="connsiteY96" fmla="*/ 1858915 h 2237474"/>
              <a:gd name="connsiteX97" fmla="*/ 3812162 w 12192000"/>
              <a:gd name="connsiteY97" fmla="*/ 1875501 h 2237474"/>
              <a:gd name="connsiteX98" fmla="*/ 3758105 w 12192000"/>
              <a:gd name="connsiteY98" fmla="*/ 1871856 h 2237474"/>
              <a:gd name="connsiteX99" fmla="*/ 3715896 w 12192000"/>
              <a:gd name="connsiteY99" fmla="*/ 1881552 h 2237474"/>
              <a:gd name="connsiteX100" fmla="*/ 3567259 w 12192000"/>
              <a:gd name="connsiteY100" fmla="*/ 1893482 h 2237474"/>
              <a:gd name="connsiteX101" fmla="*/ 3405770 w 12192000"/>
              <a:gd name="connsiteY101" fmla="*/ 1904591 h 2237474"/>
              <a:gd name="connsiteX102" fmla="*/ 3280097 w 12192000"/>
              <a:gd name="connsiteY102" fmla="*/ 1919610 h 2237474"/>
              <a:gd name="connsiteX103" fmla="*/ 3009910 w 12192000"/>
              <a:gd name="connsiteY103" fmla="*/ 1957866 h 2237474"/>
              <a:gd name="connsiteX104" fmla="*/ 2995934 w 12192000"/>
              <a:gd name="connsiteY104" fmla="*/ 1967085 h 2237474"/>
              <a:gd name="connsiteX105" fmla="*/ 2942858 w 12192000"/>
              <a:gd name="connsiteY105" fmla="*/ 1981367 h 2237474"/>
              <a:gd name="connsiteX106" fmla="*/ 2875436 w 12192000"/>
              <a:gd name="connsiteY106" fmla="*/ 1996977 h 2237474"/>
              <a:gd name="connsiteX107" fmla="*/ 2874892 w 12192000"/>
              <a:gd name="connsiteY107" fmla="*/ 1996085 h 2237474"/>
              <a:gd name="connsiteX108" fmla="*/ 2843662 w 12192000"/>
              <a:gd name="connsiteY108" fmla="*/ 1992498 h 2237474"/>
              <a:gd name="connsiteX109" fmla="*/ 2718916 w 12192000"/>
              <a:gd name="connsiteY109" fmla="*/ 1990867 h 2237474"/>
              <a:gd name="connsiteX110" fmla="*/ 2713522 w 12192000"/>
              <a:gd name="connsiteY110" fmla="*/ 1990173 h 2237474"/>
              <a:gd name="connsiteX111" fmla="*/ 2476147 w 12192000"/>
              <a:gd name="connsiteY111" fmla="*/ 1998305 h 2237474"/>
              <a:gd name="connsiteX112" fmla="*/ 2373568 w 12192000"/>
              <a:gd name="connsiteY112" fmla="*/ 2003219 h 2237474"/>
              <a:gd name="connsiteX113" fmla="*/ 2287219 w 12192000"/>
              <a:gd name="connsiteY113" fmla="*/ 1998750 h 2237474"/>
              <a:gd name="connsiteX114" fmla="*/ 2243069 w 12192000"/>
              <a:gd name="connsiteY114" fmla="*/ 2005321 h 2237474"/>
              <a:gd name="connsiteX115" fmla="*/ 2164831 w 12192000"/>
              <a:gd name="connsiteY115" fmla="*/ 2010143 h 2237474"/>
              <a:gd name="connsiteX116" fmla="*/ 2085228 w 12192000"/>
              <a:gd name="connsiteY116" fmla="*/ 2046431 h 2237474"/>
              <a:gd name="connsiteX117" fmla="*/ 2058061 w 12192000"/>
              <a:gd name="connsiteY117" fmla="*/ 2047942 h 2237474"/>
              <a:gd name="connsiteX118" fmla="*/ 2042244 w 12192000"/>
              <a:gd name="connsiteY118" fmla="*/ 2055560 h 2237474"/>
              <a:gd name="connsiteX119" fmla="*/ 1877728 w 12192000"/>
              <a:gd name="connsiteY119" fmla="*/ 2101004 h 2237474"/>
              <a:gd name="connsiteX120" fmla="*/ 1759056 w 12192000"/>
              <a:gd name="connsiteY120" fmla="*/ 2125608 h 2237474"/>
              <a:gd name="connsiteX121" fmla="*/ 1637948 w 12192000"/>
              <a:gd name="connsiteY121" fmla="*/ 2172597 h 2237474"/>
              <a:gd name="connsiteX122" fmla="*/ 1434549 w 12192000"/>
              <a:gd name="connsiteY122" fmla="*/ 2234522 h 2237474"/>
              <a:gd name="connsiteX123" fmla="*/ 1398481 w 12192000"/>
              <a:gd name="connsiteY123" fmla="*/ 2237074 h 2237474"/>
              <a:gd name="connsiteX124" fmla="*/ 1398407 w 12192000"/>
              <a:gd name="connsiteY124" fmla="*/ 2237095 h 2237474"/>
              <a:gd name="connsiteX125" fmla="*/ 1370962 w 12192000"/>
              <a:gd name="connsiteY125" fmla="*/ 2237474 h 2237474"/>
              <a:gd name="connsiteX126" fmla="*/ 1356367 w 12192000"/>
              <a:gd name="connsiteY126" fmla="*/ 2235089 h 2237474"/>
              <a:gd name="connsiteX127" fmla="*/ 1279765 w 12192000"/>
              <a:gd name="connsiteY127" fmla="*/ 2229639 h 2237474"/>
              <a:gd name="connsiteX128" fmla="*/ 1195347 w 12192000"/>
              <a:gd name="connsiteY128" fmla="*/ 2212354 h 2237474"/>
              <a:gd name="connsiteX129" fmla="*/ 970251 w 12192000"/>
              <a:gd name="connsiteY129" fmla="*/ 2221029 h 2237474"/>
              <a:gd name="connsiteX130" fmla="*/ 812914 w 12192000"/>
              <a:gd name="connsiteY130" fmla="*/ 2210095 h 2237474"/>
              <a:gd name="connsiteX131" fmla="*/ 776382 w 12192000"/>
              <a:gd name="connsiteY131" fmla="*/ 2204512 h 2237474"/>
              <a:gd name="connsiteX132" fmla="*/ 597225 w 12192000"/>
              <a:gd name="connsiteY132" fmla="*/ 2180999 h 2237474"/>
              <a:gd name="connsiteX133" fmla="*/ 520671 w 12192000"/>
              <a:gd name="connsiteY133" fmla="*/ 2180980 h 2237474"/>
              <a:gd name="connsiteX134" fmla="*/ 515024 w 12192000"/>
              <a:gd name="connsiteY134" fmla="*/ 2179258 h 2237474"/>
              <a:gd name="connsiteX135" fmla="*/ 413835 w 12192000"/>
              <a:gd name="connsiteY135" fmla="*/ 2156783 h 2237474"/>
              <a:gd name="connsiteX136" fmla="*/ 376513 w 12192000"/>
              <a:gd name="connsiteY136" fmla="*/ 2154014 h 2237474"/>
              <a:gd name="connsiteX137" fmla="*/ 273386 w 12192000"/>
              <a:gd name="connsiteY137" fmla="*/ 2142551 h 2237474"/>
              <a:gd name="connsiteX138" fmla="*/ 169207 w 12192000"/>
              <a:gd name="connsiteY138" fmla="*/ 2128100 h 2237474"/>
              <a:gd name="connsiteX139" fmla="*/ 77641 w 12192000"/>
              <a:gd name="connsiteY139" fmla="*/ 2126835 h 2237474"/>
              <a:gd name="connsiteX140" fmla="*/ 37645 w 12192000"/>
              <a:gd name="connsiteY140" fmla="*/ 2115401 h 2237474"/>
              <a:gd name="connsiteX141" fmla="*/ 4572 w 12192000"/>
              <a:gd name="connsiteY141" fmla="*/ 2111091 h 2237474"/>
              <a:gd name="connsiteX142" fmla="*/ 0 w 12192000"/>
              <a:gd name="connsiteY142" fmla="*/ 2110468 h 2237474"/>
              <a:gd name="connsiteX143" fmla="*/ 0 w 12192000"/>
              <a:gd name="connsiteY143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10017 w 12192000"/>
              <a:gd name="connsiteY25" fmla="*/ 993931 h 2237474"/>
              <a:gd name="connsiteX26" fmla="*/ 9392919 w 12192000"/>
              <a:gd name="connsiteY26" fmla="*/ 994656 h 2237474"/>
              <a:gd name="connsiteX27" fmla="*/ 9268019 w 12192000"/>
              <a:gd name="connsiteY27" fmla="*/ 1007442 h 2237474"/>
              <a:gd name="connsiteX28" fmla="*/ 9181033 w 12192000"/>
              <a:gd name="connsiteY28" fmla="*/ 1037921 h 2237474"/>
              <a:gd name="connsiteX29" fmla="*/ 9155969 w 12192000"/>
              <a:gd name="connsiteY29" fmla="*/ 1046804 h 2237474"/>
              <a:gd name="connsiteX30" fmla="*/ 9133985 w 12192000"/>
              <a:gd name="connsiteY30" fmla="*/ 1046450 h 2237474"/>
              <a:gd name="connsiteX31" fmla="*/ 9003462 w 12192000"/>
              <a:gd name="connsiteY31" fmla="*/ 1042406 h 2237474"/>
              <a:gd name="connsiteX32" fmla="*/ 8968445 w 12192000"/>
              <a:gd name="connsiteY32" fmla="*/ 1052169 h 2237474"/>
              <a:gd name="connsiteX33" fmla="*/ 8886001 w 12192000"/>
              <a:gd name="connsiteY33" fmla="*/ 1067468 h 2237474"/>
              <a:gd name="connsiteX34" fmla="*/ 8838610 w 12192000"/>
              <a:gd name="connsiteY34" fmla="*/ 1075091 h 2237474"/>
              <a:gd name="connsiteX35" fmla="*/ 8750383 w 12192000"/>
              <a:gd name="connsiteY35" fmla="*/ 1097387 h 2237474"/>
              <a:gd name="connsiteX36" fmla="*/ 8665605 w 12192000"/>
              <a:gd name="connsiteY36" fmla="*/ 1110791 h 2237474"/>
              <a:gd name="connsiteX37" fmla="*/ 8584946 w 12192000"/>
              <a:gd name="connsiteY37" fmla="*/ 1135226 h 2237474"/>
              <a:gd name="connsiteX38" fmla="*/ 8419755 w 12192000"/>
              <a:gd name="connsiteY38" fmla="*/ 1216260 h 2237474"/>
              <a:gd name="connsiteX39" fmla="*/ 8411626 w 12192000"/>
              <a:gd name="connsiteY39" fmla="*/ 1214397 h 2237474"/>
              <a:gd name="connsiteX40" fmla="*/ 8363469 w 12192000"/>
              <a:gd name="connsiteY40" fmla="*/ 1246658 h 2237474"/>
              <a:gd name="connsiteX41" fmla="*/ 8275497 w 12192000"/>
              <a:gd name="connsiteY41" fmla="*/ 1264396 h 2237474"/>
              <a:gd name="connsiteX42" fmla="*/ 8074238 w 12192000"/>
              <a:gd name="connsiteY42" fmla="*/ 1301895 h 2237474"/>
              <a:gd name="connsiteX43" fmla="*/ 7942099 w 12192000"/>
              <a:gd name="connsiteY43" fmla="*/ 1336332 h 2237474"/>
              <a:gd name="connsiteX44" fmla="*/ 7902328 w 12192000"/>
              <a:gd name="connsiteY44" fmla="*/ 1345865 h 2237474"/>
              <a:gd name="connsiteX45" fmla="*/ 7840612 w 12192000"/>
              <a:gd name="connsiteY45" fmla="*/ 1369373 h 2237474"/>
              <a:gd name="connsiteX46" fmla="*/ 7786819 w 12192000"/>
              <a:gd name="connsiteY46" fmla="*/ 1378970 h 2237474"/>
              <a:gd name="connsiteX47" fmla="*/ 7548172 w 12192000"/>
              <a:gd name="connsiteY47" fmla="*/ 1417460 h 2237474"/>
              <a:gd name="connsiteX48" fmla="*/ 7483437 w 12192000"/>
              <a:gd name="connsiteY48" fmla="*/ 1478152 h 2237474"/>
              <a:gd name="connsiteX49" fmla="*/ 7377870 w 12192000"/>
              <a:gd name="connsiteY49" fmla="*/ 1523319 h 2237474"/>
              <a:gd name="connsiteX50" fmla="*/ 7230737 w 12192000"/>
              <a:gd name="connsiteY50" fmla="*/ 1562633 h 2237474"/>
              <a:gd name="connsiteX51" fmla="*/ 7224458 w 12192000"/>
              <a:gd name="connsiteY51" fmla="*/ 1573008 h 2237474"/>
              <a:gd name="connsiteX52" fmla="*/ 7183121 w 12192000"/>
              <a:gd name="connsiteY52" fmla="*/ 1595162 h 2237474"/>
              <a:gd name="connsiteX53" fmla="*/ 7164601 w 12192000"/>
              <a:gd name="connsiteY53" fmla="*/ 1606490 h 2237474"/>
              <a:gd name="connsiteX54" fmla="*/ 6900177 w 12192000"/>
              <a:gd name="connsiteY54" fmla="*/ 1636016 h 2237474"/>
              <a:gd name="connsiteX55" fmla="*/ 6795372 w 12192000"/>
              <a:gd name="connsiteY55" fmla="*/ 1644845 h 2237474"/>
              <a:gd name="connsiteX56" fmla="*/ 6692251 w 12192000"/>
              <a:gd name="connsiteY56" fmla="*/ 1656357 h 2237474"/>
              <a:gd name="connsiteX57" fmla="*/ 6655235 w 12192000"/>
              <a:gd name="connsiteY57" fmla="*/ 1661869 h 2237474"/>
              <a:gd name="connsiteX58" fmla="*/ 6554894 w 12192000"/>
              <a:gd name="connsiteY58" fmla="*/ 1664428 h 2237474"/>
              <a:gd name="connsiteX59" fmla="*/ 6516595 w 12192000"/>
              <a:gd name="connsiteY59" fmla="*/ 1667475 h 2237474"/>
              <a:gd name="connsiteX60" fmla="*/ 6508541 w 12192000"/>
              <a:gd name="connsiteY60" fmla="*/ 1668757 h 2237474"/>
              <a:gd name="connsiteX61" fmla="*/ 6471012 w 12192000"/>
              <a:gd name="connsiteY61" fmla="*/ 1678604 h 2237474"/>
              <a:gd name="connsiteX62" fmla="*/ 6364035 w 12192000"/>
              <a:gd name="connsiteY62" fmla="*/ 1667683 h 2237474"/>
              <a:gd name="connsiteX63" fmla="*/ 6280959 w 12192000"/>
              <a:gd name="connsiteY63" fmla="*/ 1689329 h 2237474"/>
              <a:gd name="connsiteX64" fmla="*/ 6243319 w 12192000"/>
              <a:gd name="connsiteY64" fmla="*/ 1695560 h 2237474"/>
              <a:gd name="connsiteX65" fmla="*/ 6098321 w 12192000"/>
              <a:gd name="connsiteY65" fmla="*/ 1721646 h 2237474"/>
              <a:gd name="connsiteX66" fmla="*/ 5880652 w 12192000"/>
              <a:gd name="connsiteY66" fmla="*/ 1779643 h 2237474"/>
              <a:gd name="connsiteX67" fmla="*/ 5785959 w 12192000"/>
              <a:gd name="connsiteY67" fmla="*/ 1775307 h 2237474"/>
              <a:gd name="connsiteX68" fmla="*/ 5643534 w 12192000"/>
              <a:gd name="connsiteY68" fmla="*/ 1802919 h 2237474"/>
              <a:gd name="connsiteX69" fmla="*/ 5518799 w 12192000"/>
              <a:gd name="connsiteY69" fmla="*/ 1818312 h 2237474"/>
              <a:gd name="connsiteX70" fmla="*/ 5505014 w 12192000"/>
              <a:gd name="connsiteY70" fmla="*/ 1819259 h 2237474"/>
              <a:gd name="connsiteX71" fmla="*/ 5453307 w 12192000"/>
              <a:gd name="connsiteY71" fmla="*/ 1815450 h 2237474"/>
              <a:gd name="connsiteX72" fmla="*/ 5221533 w 12192000"/>
              <a:gd name="connsiteY72" fmla="*/ 1846950 h 2237474"/>
              <a:gd name="connsiteX73" fmla="*/ 5149802 w 12192000"/>
              <a:gd name="connsiteY73" fmla="*/ 1844846 h 2237474"/>
              <a:gd name="connsiteX74" fmla="*/ 5114927 w 12192000"/>
              <a:gd name="connsiteY74" fmla="*/ 1847827 h 2237474"/>
              <a:gd name="connsiteX75" fmla="*/ 5108970 w 12192000"/>
              <a:gd name="connsiteY75" fmla="*/ 1847935 h 2237474"/>
              <a:gd name="connsiteX76" fmla="*/ 5067961 w 12192000"/>
              <a:gd name="connsiteY76" fmla="*/ 1845917 h 2237474"/>
              <a:gd name="connsiteX77" fmla="*/ 5007075 w 12192000"/>
              <a:gd name="connsiteY77" fmla="*/ 1838626 h 2237474"/>
              <a:gd name="connsiteX78" fmla="*/ 4944087 w 12192000"/>
              <a:gd name="connsiteY78" fmla="*/ 1823332 h 2237474"/>
              <a:gd name="connsiteX79" fmla="*/ 4907662 w 12192000"/>
              <a:gd name="connsiteY79" fmla="*/ 1816900 h 2237474"/>
              <a:gd name="connsiteX80" fmla="*/ 4882386 w 12192000"/>
              <a:gd name="connsiteY80" fmla="*/ 1809844 h 2237474"/>
              <a:gd name="connsiteX81" fmla="*/ 4811440 w 12192000"/>
              <a:gd name="connsiteY81" fmla="*/ 1804655 h 2237474"/>
              <a:gd name="connsiteX82" fmla="*/ 4691075 w 12192000"/>
              <a:gd name="connsiteY82" fmla="*/ 1801389 h 2237474"/>
              <a:gd name="connsiteX83" fmla="*/ 4640313 w 12192000"/>
              <a:gd name="connsiteY83" fmla="*/ 1784307 h 2237474"/>
              <a:gd name="connsiteX84" fmla="*/ 4536503 w 12192000"/>
              <a:gd name="connsiteY84" fmla="*/ 1785334 h 2237474"/>
              <a:gd name="connsiteX85" fmla="*/ 4513724 w 12192000"/>
              <a:gd name="connsiteY85" fmla="*/ 1791996 h 2237474"/>
              <a:gd name="connsiteX86" fmla="*/ 4459810 w 12192000"/>
              <a:gd name="connsiteY86" fmla="*/ 1797886 h 2237474"/>
              <a:gd name="connsiteX87" fmla="*/ 4379064 w 12192000"/>
              <a:gd name="connsiteY87" fmla="*/ 1817177 h 2237474"/>
              <a:gd name="connsiteX88" fmla="*/ 4290981 w 12192000"/>
              <a:gd name="connsiteY88" fmla="*/ 1839677 h 2237474"/>
              <a:gd name="connsiteX89" fmla="*/ 4238372 w 12192000"/>
              <a:gd name="connsiteY89" fmla="*/ 1851480 h 2237474"/>
              <a:gd name="connsiteX90" fmla="*/ 4232517 w 12192000"/>
              <a:gd name="connsiteY90" fmla="*/ 1852567 h 2237474"/>
              <a:gd name="connsiteX91" fmla="*/ 4191732 w 12192000"/>
              <a:gd name="connsiteY91" fmla="*/ 1857328 h 2237474"/>
              <a:gd name="connsiteX92" fmla="*/ 4065532 w 12192000"/>
              <a:gd name="connsiteY92" fmla="*/ 1855477 h 2237474"/>
              <a:gd name="connsiteX93" fmla="*/ 4028460 w 12192000"/>
              <a:gd name="connsiteY93" fmla="*/ 1855137 h 2237474"/>
              <a:gd name="connsiteX94" fmla="*/ 4002267 w 12192000"/>
              <a:gd name="connsiteY94" fmla="*/ 1852352 h 2237474"/>
              <a:gd name="connsiteX95" fmla="*/ 3931396 w 12192000"/>
              <a:gd name="connsiteY95" fmla="*/ 1858915 h 2237474"/>
              <a:gd name="connsiteX96" fmla="*/ 3812162 w 12192000"/>
              <a:gd name="connsiteY96" fmla="*/ 1875501 h 2237474"/>
              <a:gd name="connsiteX97" fmla="*/ 3758105 w 12192000"/>
              <a:gd name="connsiteY97" fmla="*/ 1871856 h 2237474"/>
              <a:gd name="connsiteX98" fmla="*/ 3715896 w 12192000"/>
              <a:gd name="connsiteY98" fmla="*/ 1881552 h 2237474"/>
              <a:gd name="connsiteX99" fmla="*/ 3567259 w 12192000"/>
              <a:gd name="connsiteY99" fmla="*/ 1893482 h 2237474"/>
              <a:gd name="connsiteX100" fmla="*/ 3405770 w 12192000"/>
              <a:gd name="connsiteY100" fmla="*/ 1904591 h 2237474"/>
              <a:gd name="connsiteX101" fmla="*/ 3280097 w 12192000"/>
              <a:gd name="connsiteY101" fmla="*/ 1919610 h 2237474"/>
              <a:gd name="connsiteX102" fmla="*/ 3009910 w 12192000"/>
              <a:gd name="connsiteY102" fmla="*/ 1957866 h 2237474"/>
              <a:gd name="connsiteX103" fmla="*/ 2995934 w 12192000"/>
              <a:gd name="connsiteY103" fmla="*/ 1967085 h 2237474"/>
              <a:gd name="connsiteX104" fmla="*/ 2942858 w 12192000"/>
              <a:gd name="connsiteY104" fmla="*/ 1981367 h 2237474"/>
              <a:gd name="connsiteX105" fmla="*/ 2875436 w 12192000"/>
              <a:gd name="connsiteY105" fmla="*/ 1996977 h 2237474"/>
              <a:gd name="connsiteX106" fmla="*/ 2874892 w 12192000"/>
              <a:gd name="connsiteY106" fmla="*/ 1996085 h 2237474"/>
              <a:gd name="connsiteX107" fmla="*/ 2843662 w 12192000"/>
              <a:gd name="connsiteY107" fmla="*/ 1992498 h 2237474"/>
              <a:gd name="connsiteX108" fmla="*/ 2718916 w 12192000"/>
              <a:gd name="connsiteY108" fmla="*/ 1990867 h 2237474"/>
              <a:gd name="connsiteX109" fmla="*/ 2713522 w 12192000"/>
              <a:gd name="connsiteY109" fmla="*/ 1990173 h 2237474"/>
              <a:gd name="connsiteX110" fmla="*/ 2476147 w 12192000"/>
              <a:gd name="connsiteY110" fmla="*/ 1998305 h 2237474"/>
              <a:gd name="connsiteX111" fmla="*/ 2373568 w 12192000"/>
              <a:gd name="connsiteY111" fmla="*/ 2003219 h 2237474"/>
              <a:gd name="connsiteX112" fmla="*/ 2287219 w 12192000"/>
              <a:gd name="connsiteY112" fmla="*/ 1998750 h 2237474"/>
              <a:gd name="connsiteX113" fmla="*/ 2243069 w 12192000"/>
              <a:gd name="connsiteY113" fmla="*/ 2005321 h 2237474"/>
              <a:gd name="connsiteX114" fmla="*/ 2164831 w 12192000"/>
              <a:gd name="connsiteY114" fmla="*/ 2010143 h 2237474"/>
              <a:gd name="connsiteX115" fmla="*/ 2085228 w 12192000"/>
              <a:gd name="connsiteY115" fmla="*/ 2046431 h 2237474"/>
              <a:gd name="connsiteX116" fmla="*/ 2058061 w 12192000"/>
              <a:gd name="connsiteY116" fmla="*/ 2047942 h 2237474"/>
              <a:gd name="connsiteX117" fmla="*/ 2042244 w 12192000"/>
              <a:gd name="connsiteY117" fmla="*/ 2055560 h 2237474"/>
              <a:gd name="connsiteX118" fmla="*/ 1877728 w 12192000"/>
              <a:gd name="connsiteY118" fmla="*/ 2101004 h 2237474"/>
              <a:gd name="connsiteX119" fmla="*/ 1759056 w 12192000"/>
              <a:gd name="connsiteY119" fmla="*/ 2125608 h 2237474"/>
              <a:gd name="connsiteX120" fmla="*/ 1637948 w 12192000"/>
              <a:gd name="connsiteY120" fmla="*/ 2172597 h 2237474"/>
              <a:gd name="connsiteX121" fmla="*/ 1434549 w 12192000"/>
              <a:gd name="connsiteY121" fmla="*/ 2234522 h 2237474"/>
              <a:gd name="connsiteX122" fmla="*/ 1398481 w 12192000"/>
              <a:gd name="connsiteY122" fmla="*/ 2237074 h 2237474"/>
              <a:gd name="connsiteX123" fmla="*/ 1398407 w 12192000"/>
              <a:gd name="connsiteY123" fmla="*/ 2237095 h 2237474"/>
              <a:gd name="connsiteX124" fmla="*/ 1370962 w 12192000"/>
              <a:gd name="connsiteY124" fmla="*/ 2237474 h 2237474"/>
              <a:gd name="connsiteX125" fmla="*/ 1356367 w 12192000"/>
              <a:gd name="connsiteY125" fmla="*/ 2235089 h 2237474"/>
              <a:gd name="connsiteX126" fmla="*/ 1279765 w 12192000"/>
              <a:gd name="connsiteY126" fmla="*/ 2229639 h 2237474"/>
              <a:gd name="connsiteX127" fmla="*/ 1195347 w 12192000"/>
              <a:gd name="connsiteY127" fmla="*/ 2212354 h 2237474"/>
              <a:gd name="connsiteX128" fmla="*/ 970251 w 12192000"/>
              <a:gd name="connsiteY128" fmla="*/ 2221029 h 2237474"/>
              <a:gd name="connsiteX129" fmla="*/ 812914 w 12192000"/>
              <a:gd name="connsiteY129" fmla="*/ 2210095 h 2237474"/>
              <a:gd name="connsiteX130" fmla="*/ 776382 w 12192000"/>
              <a:gd name="connsiteY130" fmla="*/ 2204512 h 2237474"/>
              <a:gd name="connsiteX131" fmla="*/ 597225 w 12192000"/>
              <a:gd name="connsiteY131" fmla="*/ 2180999 h 2237474"/>
              <a:gd name="connsiteX132" fmla="*/ 520671 w 12192000"/>
              <a:gd name="connsiteY132" fmla="*/ 2180980 h 2237474"/>
              <a:gd name="connsiteX133" fmla="*/ 515024 w 12192000"/>
              <a:gd name="connsiteY133" fmla="*/ 2179258 h 2237474"/>
              <a:gd name="connsiteX134" fmla="*/ 413835 w 12192000"/>
              <a:gd name="connsiteY134" fmla="*/ 2156783 h 2237474"/>
              <a:gd name="connsiteX135" fmla="*/ 376513 w 12192000"/>
              <a:gd name="connsiteY135" fmla="*/ 2154014 h 2237474"/>
              <a:gd name="connsiteX136" fmla="*/ 273386 w 12192000"/>
              <a:gd name="connsiteY136" fmla="*/ 2142551 h 2237474"/>
              <a:gd name="connsiteX137" fmla="*/ 169207 w 12192000"/>
              <a:gd name="connsiteY137" fmla="*/ 2128100 h 2237474"/>
              <a:gd name="connsiteX138" fmla="*/ 77641 w 12192000"/>
              <a:gd name="connsiteY138" fmla="*/ 2126835 h 2237474"/>
              <a:gd name="connsiteX139" fmla="*/ 37645 w 12192000"/>
              <a:gd name="connsiteY139" fmla="*/ 2115401 h 2237474"/>
              <a:gd name="connsiteX140" fmla="*/ 4572 w 12192000"/>
              <a:gd name="connsiteY140" fmla="*/ 2111091 h 2237474"/>
              <a:gd name="connsiteX141" fmla="*/ 0 w 12192000"/>
              <a:gd name="connsiteY141" fmla="*/ 2110468 h 2237474"/>
              <a:gd name="connsiteX142" fmla="*/ 0 w 12192000"/>
              <a:gd name="connsiteY14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10017 w 12192000"/>
              <a:gd name="connsiteY25" fmla="*/ 993931 h 2237474"/>
              <a:gd name="connsiteX26" fmla="*/ 9392919 w 12192000"/>
              <a:gd name="connsiteY26" fmla="*/ 994656 h 2237474"/>
              <a:gd name="connsiteX27" fmla="*/ 9268019 w 12192000"/>
              <a:gd name="connsiteY27" fmla="*/ 1007442 h 2237474"/>
              <a:gd name="connsiteX28" fmla="*/ 9188177 w 12192000"/>
              <a:gd name="connsiteY28" fmla="*/ 1035474 h 2237474"/>
              <a:gd name="connsiteX29" fmla="*/ 9155969 w 12192000"/>
              <a:gd name="connsiteY29" fmla="*/ 1046804 h 2237474"/>
              <a:gd name="connsiteX30" fmla="*/ 9133985 w 12192000"/>
              <a:gd name="connsiteY30" fmla="*/ 1046450 h 2237474"/>
              <a:gd name="connsiteX31" fmla="*/ 9003462 w 12192000"/>
              <a:gd name="connsiteY31" fmla="*/ 1042406 h 2237474"/>
              <a:gd name="connsiteX32" fmla="*/ 8968445 w 12192000"/>
              <a:gd name="connsiteY32" fmla="*/ 1052169 h 2237474"/>
              <a:gd name="connsiteX33" fmla="*/ 8886001 w 12192000"/>
              <a:gd name="connsiteY33" fmla="*/ 1067468 h 2237474"/>
              <a:gd name="connsiteX34" fmla="*/ 8838610 w 12192000"/>
              <a:gd name="connsiteY34" fmla="*/ 1075091 h 2237474"/>
              <a:gd name="connsiteX35" fmla="*/ 8750383 w 12192000"/>
              <a:gd name="connsiteY35" fmla="*/ 1097387 h 2237474"/>
              <a:gd name="connsiteX36" fmla="*/ 8665605 w 12192000"/>
              <a:gd name="connsiteY36" fmla="*/ 1110791 h 2237474"/>
              <a:gd name="connsiteX37" fmla="*/ 8584946 w 12192000"/>
              <a:gd name="connsiteY37" fmla="*/ 1135226 h 2237474"/>
              <a:gd name="connsiteX38" fmla="*/ 8419755 w 12192000"/>
              <a:gd name="connsiteY38" fmla="*/ 1216260 h 2237474"/>
              <a:gd name="connsiteX39" fmla="*/ 8411626 w 12192000"/>
              <a:gd name="connsiteY39" fmla="*/ 1214397 h 2237474"/>
              <a:gd name="connsiteX40" fmla="*/ 8363469 w 12192000"/>
              <a:gd name="connsiteY40" fmla="*/ 1246658 h 2237474"/>
              <a:gd name="connsiteX41" fmla="*/ 8275497 w 12192000"/>
              <a:gd name="connsiteY41" fmla="*/ 1264396 h 2237474"/>
              <a:gd name="connsiteX42" fmla="*/ 8074238 w 12192000"/>
              <a:gd name="connsiteY42" fmla="*/ 1301895 h 2237474"/>
              <a:gd name="connsiteX43" fmla="*/ 7942099 w 12192000"/>
              <a:gd name="connsiteY43" fmla="*/ 1336332 h 2237474"/>
              <a:gd name="connsiteX44" fmla="*/ 7902328 w 12192000"/>
              <a:gd name="connsiteY44" fmla="*/ 1345865 h 2237474"/>
              <a:gd name="connsiteX45" fmla="*/ 7840612 w 12192000"/>
              <a:gd name="connsiteY45" fmla="*/ 1369373 h 2237474"/>
              <a:gd name="connsiteX46" fmla="*/ 7786819 w 12192000"/>
              <a:gd name="connsiteY46" fmla="*/ 1378970 h 2237474"/>
              <a:gd name="connsiteX47" fmla="*/ 7548172 w 12192000"/>
              <a:gd name="connsiteY47" fmla="*/ 1417460 h 2237474"/>
              <a:gd name="connsiteX48" fmla="*/ 7483437 w 12192000"/>
              <a:gd name="connsiteY48" fmla="*/ 1478152 h 2237474"/>
              <a:gd name="connsiteX49" fmla="*/ 7377870 w 12192000"/>
              <a:gd name="connsiteY49" fmla="*/ 1523319 h 2237474"/>
              <a:gd name="connsiteX50" fmla="*/ 7230737 w 12192000"/>
              <a:gd name="connsiteY50" fmla="*/ 1562633 h 2237474"/>
              <a:gd name="connsiteX51" fmla="*/ 7224458 w 12192000"/>
              <a:gd name="connsiteY51" fmla="*/ 1573008 h 2237474"/>
              <a:gd name="connsiteX52" fmla="*/ 7183121 w 12192000"/>
              <a:gd name="connsiteY52" fmla="*/ 1595162 h 2237474"/>
              <a:gd name="connsiteX53" fmla="*/ 7164601 w 12192000"/>
              <a:gd name="connsiteY53" fmla="*/ 1606490 h 2237474"/>
              <a:gd name="connsiteX54" fmla="*/ 6900177 w 12192000"/>
              <a:gd name="connsiteY54" fmla="*/ 1636016 h 2237474"/>
              <a:gd name="connsiteX55" fmla="*/ 6795372 w 12192000"/>
              <a:gd name="connsiteY55" fmla="*/ 1644845 h 2237474"/>
              <a:gd name="connsiteX56" fmla="*/ 6692251 w 12192000"/>
              <a:gd name="connsiteY56" fmla="*/ 1656357 h 2237474"/>
              <a:gd name="connsiteX57" fmla="*/ 6655235 w 12192000"/>
              <a:gd name="connsiteY57" fmla="*/ 1661869 h 2237474"/>
              <a:gd name="connsiteX58" fmla="*/ 6554894 w 12192000"/>
              <a:gd name="connsiteY58" fmla="*/ 1664428 h 2237474"/>
              <a:gd name="connsiteX59" fmla="*/ 6516595 w 12192000"/>
              <a:gd name="connsiteY59" fmla="*/ 1667475 h 2237474"/>
              <a:gd name="connsiteX60" fmla="*/ 6508541 w 12192000"/>
              <a:gd name="connsiteY60" fmla="*/ 1668757 h 2237474"/>
              <a:gd name="connsiteX61" fmla="*/ 6471012 w 12192000"/>
              <a:gd name="connsiteY61" fmla="*/ 1678604 h 2237474"/>
              <a:gd name="connsiteX62" fmla="*/ 6364035 w 12192000"/>
              <a:gd name="connsiteY62" fmla="*/ 1667683 h 2237474"/>
              <a:gd name="connsiteX63" fmla="*/ 6280959 w 12192000"/>
              <a:gd name="connsiteY63" fmla="*/ 1689329 h 2237474"/>
              <a:gd name="connsiteX64" fmla="*/ 6243319 w 12192000"/>
              <a:gd name="connsiteY64" fmla="*/ 1695560 h 2237474"/>
              <a:gd name="connsiteX65" fmla="*/ 6098321 w 12192000"/>
              <a:gd name="connsiteY65" fmla="*/ 1721646 h 2237474"/>
              <a:gd name="connsiteX66" fmla="*/ 5880652 w 12192000"/>
              <a:gd name="connsiteY66" fmla="*/ 1779643 h 2237474"/>
              <a:gd name="connsiteX67" fmla="*/ 5785959 w 12192000"/>
              <a:gd name="connsiteY67" fmla="*/ 1775307 h 2237474"/>
              <a:gd name="connsiteX68" fmla="*/ 5643534 w 12192000"/>
              <a:gd name="connsiteY68" fmla="*/ 1802919 h 2237474"/>
              <a:gd name="connsiteX69" fmla="*/ 5518799 w 12192000"/>
              <a:gd name="connsiteY69" fmla="*/ 1818312 h 2237474"/>
              <a:gd name="connsiteX70" fmla="*/ 5505014 w 12192000"/>
              <a:gd name="connsiteY70" fmla="*/ 1819259 h 2237474"/>
              <a:gd name="connsiteX71" fmla="*/ 5453307 w 12192000"/>
              <a:gd name="connsiteY71" fmla="*/ 1815450 h 2237474"/>
              <a:gd name="connsiteX72" fmla="*/ 5221533 w 12192000"/>
              <a:gd name="connsiteY72" fmla="*/ 1846950 h 2237474"/>
              <a:gd name="connsiteX73" fmla="*/ 5149802 w 12192000"/>
              <a:gd name="connsiteY73" fmla="*/ 1844846 h 2237474"/>
              <a:gd name="connsiteX74" fmla="*/ 5114927 w 12192000"/>
              <a:gd name="connsiteY74" fmla="*/ 1847827 h 2237474"/>
              <a:gd name="connsiteX75" fmla="*/ 5108970 w 12192000"/>
              <a:gd name="connsiteY75" fmla="*/ 1847935 h 2237474"/>
              <a:gd name="connsiteX76" fmla="*/ 5067961 w 12192000"/>
              <a:gd name="connsiteY76" fmla="*/ 1845917 h 2237474"/>
              <a:gd name="connsiteX77" fmla="*/ 5007075 w 12192000"/>
              <a:gd name="connsiteY77" fmla="*/ 1838626 h 2237474"/>
              <a:gd name="connsiteX78" fmla="*/ 4944087 w 12192000"/>
              <a:gd name="connsiteY78" fmla="*/ 1823332 h 2237474"/>
              <a:gd name="connsiteX79" fmla="*/ 4907662 w 12192000"/>
              <a:gd name="connsiteY79" fmla="*/ 1816900 h 2237474"/>
              <a:gd name="connsiteX80" fmla="*/ 4882386 w 12192000"/>
              <a:gd name="connsiteY80" fmla="*/ 1809844 h 2237474"/>
              <a:gd name="connsiteX81" fmla="*/ 4811440 w 12192000"/>
              <a:gd name="connsiteY81" fmla="*/ 1804655 h 2237474"/>
              <a:gd name="connsiteX82" fmla="*/ 4691075 w 12192000"/>
              <a:gd name="connsiteY82" fmla="*/ 1801389 h 2237474"/>
              <a:gd name="connsiteX83" fmla="*/ 4640313 w 12192000"/>
              <a:gd name="connsiteY83" fmla="*/ 1784307 h 2237474"/>
              <a:gd name="connsiteX84" fmla="*/ 4536503 w 12192000"/>
              <a:gd name="connsiteY84" fmla="*/ 1785334 h 2237474"/>
              <a:gd name="connsiteX85" fmla="*/ 4513724 w 12192000"/>
              <a:gd name="connsiteY85" fmla="*/ 1791996 h 2237474"/>
              <a:gd name="connsiteX86" fmla="*/ 4459810 w 12192000"/>
              <a:gd name="connsiteY86" fmla="*/ 1797886 h 2237474"/>
              <a:gd name="connsiteX87" fmla="*/ 4379064 w 12192000"/>
              <a:gd name="connsiteY87" fmla="*/ 1817177 h 2237474"/>
              <a:gd name="connsiteX88" fmla="*/ 4290981 w 12192000"/>
              <a:gd name="connsiteY88" fmla="*/ 1839677 h 2237474"/>
              <a:gd name="connsiteX89" fmla="*/ 4238372 w 12192000"/>
              <a:gd name="connsiteY89" fmla="*/ 1851480 h 2237474"/>
              <a:gd name="connsiteX90" fmla="*/ 4232517 w 12192000"/>
              <a:gd name="connsiteY90" fmla="*/ 1852567 h 2237474"/>
              <a:gd name="connsiteX91" fmla="*/ 4191732 w 12192000"/>
              <a:gd name="connsiteY91" fmla="*/ 1857328 h 2237474"/>
              <a:gd name="connsiteX92" fmla="*/ 4065532 w 12192000"/>
              <a:gd name="connsiteY92" fmla="*/ 1855477 h 2237474"/>
              <a:gd name="connsiteX93" fmla="*/ 4028460 w 12192000"/>
              <a:gd name="connsiteY93" fmla="*/ 1855137 h 2237474"/>
              <a:gd name="connsiteX94" fmla="*/ 4002267 w 12192000"/>
              <a:gd name="connsiteY94" fmla="*/ 1852352 h 2237474"/>
              <a:gd name="connsiteX95" fmla="*/ 3931396 w 12192000"/>
              <a:gd name="connsiteY95" fmla="*/ 1858915 h 2237474"/>
              <a:gd name="connsiteX96" fmla="*/ 3812162 w 12192000"/>
              <a:gd name="connsiteY96" fmla="*/ 1875501 h 2237474"/>
              <a:gd name="connsiteX97" fmla="*/ 3758105 w 12192000"/>
              <a:gd name="connsiteY97" fmla="*/ 1871856 h 2237474"/>
              <a:gd name="connsiteX98" fmla="*/ 3715896 w 12192000"/>
              <a:gd name="connsiteY98" fmla="*/ 1881552 h 2237474"/>
              <a:gd name="connsiteX99" fmla="*/ 3567259 w 12192000"/>
              <a:gd name="connsiteY99" fmla="*/ 1893482 h 2237474"/>
              <a:gd name="connsiteX100" fmla="*/ 3405770 w 12192000"/>
              <a:gd name="connsiteY100" fmla="*/ 1904591 h 2237474"/>
              <a:gd name="connsiteX101" fmla="*/ 3280097 w 12192000"/>
              <a:gd name="connsiteY101" fmla="*/ 1919610 h 2237474"/>
              <a:gd name="connsiteX102" fmla="*/ 3009910 w 12192000"/>
              <a:gd name="connsiteY102" fmla="*/ 1957866 h 2237474"/>
              <a:gd name="connsiteX103" fmla="*/ 2995934 w 12192000"/>
              <a:gd name="connsiteY103" fmla="*/ 1967085 h 2237474"/>
              <a:gd name="connsiteX104" fmla="*/ 2942858 w 12192000"/>
              <a:gd name="connsiteY104" fmla="*/ 1981367 h 2237474"/>
              <a:gd name="connsiteX105" fmla="*/ 2875436 w 12192000"/>
              <a:gd name="connsiteY105" fmla="*/ 1996977 h 2237474"/>
              <a:gd name="connsiteX106" fmla="*/ 2874892 w 12192000"/>
              <a:gd name="connsiteY106" fmla="*/ 1996085 h 2237474"/>
              <a:gd name="connsiteX107" fmla="*/ 2843662 w 12192000"/>
              <a:gd name="connsiteY107" fmla="*/ 1992498 h 2237474"/>
              <a:gd name="connsiteX108" fmla="*/ 2718916 w 12192000"/>
              <a:gd name="connsiteY108" fmla="*/ 1990867 h 2237474"/>
              <a:gd name="connsiteX109" fmla="*/ 2713522 w 12192000"/>
              <a:gd name="connsiteY109" fmla="*/ 1990173 h 2237474"/>
              <a:gd name="connsiteX110" fmla="*/ 2476147 w 12192000"/>
              <a:gd name="connsiteY110" fmla="*/ 1998305 h 2237474"/>
              <a:gd name="connsiteX111" fmla="*/ 2373568 w 12192000"/>
              <a:gd name="connsiteY111" fmla="*/ 2003219 h 2237474"/>
              <a:gd name="connsiteX112" fmla="*/ 2287219 w 12192000"/>
              <a:gd name="connsiteY112" fmla="*/ 1998750 h 2237474"/>
              <a:gd name="connsiteX113" fmla="*/ 2243069 w 12192000"/>
              <a:gd name="connsiteY113" fmla="*/ 2005321 h 2237474"/>
              <a:gd name="connsiteX114" fmla="*/ 2164831 w 12192000"/>
              <a:gd name="connsiteY114" fmla="*/ 2010143 h 2237474"/>
              <a:gd name="connsiteX115" fmla="*/ 2085228 w 12192000"/>
              <a:gd name="connsiteY115" fmla="*/ 2046431 h 2237474"/>
              <a:gd name="connsiteX116" fmla="*/ 2058061 w 12192000"/>
              <a:gd name="connsiteY116" fmla="*/ 2047942 h 2237474"/>
              <a:gd name="connsiteX117" fmla="*/ 2042244 w 12192000"/>
              <a:gd name="connsiteY117" fmla="*/ 2055560 h 2237474"/>
              <a:gd name="connsiteX118" fmla="*/ 1877728 w 12192000"/>
              <a:gd name="connsiteY118" fmla="*/ 2101004 h 2237474"/>
              <a:gd name="connsiteX119" fmla="*/ 1759056 w 12192000"/>
              <a:gd name="connsiteY119" fmla="*/ 2125608 h 2237474"/>
              <a:gd name="connsiteX120" fmla="*/ 1637948 w 12192000"/>
              <a:gd name="connsiteY120" fmla="*/ 2172597 h 2237474"/>
              <a:gd name="connsiteX121" fmla="*/ 1434549 w 12192000"/>
              <a:gd name="connsiteY121" fmla="*/ 2234522 h 2237474"/>
              <a:gd name="connsiteX122" fmla="*/ 1398481 w 12192000"/>
              <a:gd name="connsiteY122" fmla="*/ 2237074 h 2237474"/>
              <a:gd name="connsiteX123" fmla="*/ 1398407 w 12192000"/>
              <a:gd name="connsiteY123" fmla="*/ 2237095 h 2237474"/>
              <a:gd name="connsiteX124" fmla="*/ 1370962 w 12192000"/>
              <a:gd name="connsiteY124" fmla="*/ 2237474 h 2237474"/>
              <a:gd name="connsiteX125" fmla="*/ 1356367 w 12192000"/>
              <a:gd name="connsiteY125" fmla="*/ 2235089 h 2237474"/>
              <a:gd name="connsiteX126" fmla="*/ 1279765 w 12192000"/>
              <a:gd name="connsiteY126" fmla="*/ 2229639 h 2237474"/>
              <a:gd name="connsiteX127" fmla="*/ 1195347 w 12192000"/>
              <a:gd name="connsiteY127" fmla="*/ 2212354 h 2237474"/>
              <a:gd name="connsiteX128" fmla="*/ 970251 w 12192000"/>
              <a:gd name="connsiteY128" fmla="*/ 2221029 h 2237474"/>
              <a:gd name="connsiteX129" fmla="*/ 812914 w 12192000"/>
              <a:gd name="connsiteY129" fmla="*/ 2210095 h 2237474"/>
              <a:gd name="connsiteX130" fmla="*/ 776382 w 12192000"/>
              <a:gd name="connsiteY130" fmla="*/ 2204512 h 2237474"/>
              <a:gd name="connsiteX131" fmla="*/ 597225 w 12192000"/>
              <a:gd name="connsiteY131" fmla="*/ 2180999 h 2237474"/>
              <a:gd name="connsiteX132" fmla="*/ 520671 w 12192000"/>
              <a:gd name="connsiteY132" fmla="*/ 2180980 h 2237474"/>
              <a:gd name="connsiteX133" fmla="*/ 515024 w 12192000"/>
              <a:gd name="connsiteY133" fmla="*/ 2179258 h 2237474"/>
              <a:gd name="connsiteX134" fmla="*/ 413835 w 12192000"/>
              <a:gd name="connsiteY134" fmla="*/ 2156783 h 2237474"/>
              <a:gd name="connsiteX135" fmla="*/ 376513 w 12192000"/>
              <a:gd name="connsiteY135" fmla="*/ 2154014 h 2237474"/>
              <a:gd name="connsiteX136" fmla="*/ 273386 w 12192000"/>
              <a:gd name="connsiteY136" fmla="*/ 2142551 h 2237474"/>
              <a:gd name="connsiteX137" fmla="*/ 169207 w 12192000"/>
              <a:gd name="connsiteY137" fmla="*/ 2128100 h 2237474"/>
              <a:gd name="connsiteX138" fmla="*/ 77641 w 12192000"/>
              <a:gd name="connsiteY138" fmla="*/ 2126835 h 2237474"/>
              <a:gd name="connsiteX139" fmla="*/ 37645 w 12192000"/>
              <a:gd name="connsiteY139" fmla="*/ 2115401 h 2237474"/>
              <a:gd name="connsiteX140" fmla="*/ 4572 w 12192000"/>
              <a:gd name="connsiteY140" fmla="*/ 2111091 h 2237474"/>
              <a:gd name="connsiteX141" fmla="*/ 0 w 12192000"/>
              <a:gd name="connsiteY141" fmla="*/ 2110468 h 2237474"/>
              <a:gd name="connsiteX142" fmla="*/ 0 w 12192000"/>
              <a:gd name="connsiteY14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1890686 w 12192000"/>
              <a:gd name="connsiteY4" fmla="*/ 732766 h 2237474"/>
              <a:gd name="connsiteX5" fmla="*/ 11820512 w 12192000"/>
              <a:gd name="connsiteY5" fmla="*/ 745392 h 2237474"/>
              <a:gd name="connsiteX6" fmla="*/ 11649954 w 12192000"/>
              <a:gd name="connsiteY6" fmla="*/ 749628 h 2237474"/>
              <a:gd name="connsiteX7" fmla="*/ 11560424 w 12192000"/>
              <a:gd name="connsiteY7" fmla="*/ 748017 h 2237474"/>
              <a:gd name="connsiteX8" fmla="*/ 11358455 w 12192000"/>
              <a:gd name="connsiteY8" fmla="*/ 747593 h 2237474"/>
              <a:gd name="connsiteX9" fmla="*/ 11165209 w 12192000"/>
              <a:gd name="connsiteY9" fmla="*/ 748852 h 2237474"/>
              <a:gd name="connsiteX10" fmla="*/ 11058755 w 12192000"/>
              <a:gd name="connsiteY10" fmla="*/ 749617 h 2237474"/>
              <a:gd name="connsiteX11" fmla="*/ 10846594 w 12192000"/>
              <a:gd name="connsiteY11" fmla="*/ 765069 h 2237474"/>
              <a:gd name="connsiteX12" fmla="*/ 10739478 w 12192000"/>
              <a:gd name="connsiteY12" fmla="*/ 776841 h 2237474"/>
              <a:gd name="connsiteX13" fmla="*/ 10458762 w 12192000"/>
              <a:gd name="connsiteY13" fmla="*/ 755400 h 2237474"/>
              <a:gd name="connsiteX14" fmla="*/ 10211200 w 12192000"/>
              <a:gd name="connsiteY14" fmla="*/ 767513 h 2237474"/>
              <a:gd name="connsiteX15" fmla="*/ 10167995 w 12192000"/>
              <a:gd name="connsiteY15" fmla="*/ 760843 h 2237474"/>
              <a:gd name="connsiteX16" fmla="*/ 9997044 w 12192000"/>
              <a:gd name="connsiteY16" fmla="*/ 780129 h 2237474"/>
              <a:gd name="connsiteX17" fmla="*/ 9943887 w 12192000"/>
              <a:gd name="connsiteY17" fmla="*/ 804141 h 2237474"/>
              <a:gd name="connsiteX18" fmla="*/ 9918248 w 12192000"/>
              <a:gd name="connsiteY18" fmla="*/ 816628 h 2237474"/>
              <a:gd name="connsiteX19" fmla="*/ 9767091 w 12192000"/>
              <a:gd name="connsiteY19" fmla="*/ 870550 h 2237474"/>
              <a:gd name="connsiteX20" fmla="*/ 9683005 w 12192000"/>
              <a:gd name="connsiteY20" fmla="*/ 894128 h 2237474"/>
              <a:gd name="connsiteX21" fmla="*/ 9594438 w 12192000"/>
              <a:gd name="connsiteY21" fmla="*/ 919051 h 2237474"/>
              <a:gd name="connsiteX22" fmla="*/ 9544189 w 12192000"/>
              <a:gd name="connsiteY22" fmla="*/ 938966 h 2237474"/>
              <a:gd name="connsiteX23" fmla="*/ 9500499 w 12192000"/>
              <a:gd name="connsiteY23" fmla="*/ 954680 h 2237474"/>
              <a:gd name="connsiteX24" fmla="*/ 9410017 w 12192000"/>
              <a:gd name="connsiteY24" fmla="*/ 993931 h 2237474"/>
              <a:gd name="connsiteX25" fmla="*/ 9392919 w 12192000"/>
              <a:gd name="connsiteY25" fmla="*/ 994656 h 2237474"/>
              <a:gd name="connsiteX26" fmla="*/ 9268019 w 12192000"/>
              <a:gd name="connsiteY26" fmla="*/ 1007442 h 2237474"/>
              <a:gd name="connsiteX27" fmla="*/ 9188177 w 12192000"/>
              <a:gd name="connsiteY27" fmla="*/ 1035474 h 2237474"/>
              <a:gd name="connsiteX28" fmla="*/ 9155969 w 12192000"/>
              <a:gd name="connsiteY28" fmla="*/ 1046804 h 2237474"/>
              <a:gd name="connsiteX29" fmla="*/ 9133985 w 12192000"/>
              <a:gd name="connsiteY29" fmla="*/ 1046450 h 2237474"/>
              <a:gd name="connsiteX30" fmla="*/ 9003462 w 12192000"/>
              <a:gd name="connsiteY30" fmla="*/ 1042406 h 2237474"/>
              <a:gd name="connsiteX31" fmla="*/ 8968445 w 12192000"/>
              <a:gd name="connsiteY31" fmla="*/ 1052169 h 2237474"/>
              <a:gd name="connsiteX32" fmla="*/ 8886001 w 12192000"/>
              <a:gd name="connsiteY32" fmla="*/ 1067468 h 2237474"/>
              <a:gd name="connsiteX33" fmla="*/ 8838610 w 12192000"/>
              <a:gd name="connsiteY33" fmla="*/ 1075091 h 2237474"/>
              <a:gd name="connsiteX34" fmla="*/ 8750383 w 12192000"/>
              <a:gd name="connsiteY34" fmla="*/ 1097387 h 2237474"/>
              <a:gd name="connsiteX35" fmla="*/ 8665605 w 12192000"/>
              <a:gd name="connsiteY35" fmla="*/ 1110791 h 2237474"/>
              <a:gd name="connsiteX36" fmla="*/ 8584946 w 12192000"/>
              <a:gd name="connsiteY36" fmla="*/ 1135226 h 2237474"/>
              <a:gd name="connsiteX37" fmla="*/ 8419755 w 12192000"/>
              <a:gd name="connsiteY37" fmla="*/ 1216260 h 2237474"/>
              <a:gd name="connsiteX38" fmla="*/ 8411626 w 12192000"/>
              <a:gd name="connsiteY38" fmla="*/ 1214397 h 2237474"/>
              <a:gd name="connsiteX39" fmla="*/ 8363469 w 12192000"/>
              <a:gd name="connsiteY39" fmla="*/ 1246658 h 2237474"/>
              <a:gd name="connsiteX40" fmla="*/ 8275497 w 12192000"/>
              <a:gd name="connsiteY40" fmla="*/ 1264396 h 2237474"/>
              <a:gd name="connsiteX41" fmla="*/ 8074238 w 12192000"/>
              <a:gd name="connsiteY41" fmla="*/ 1301895 h 2237474"/>
              <a:gd name="connsiteX42" fmla="*/ 7942099 w 12192000"/>
              <a:gd name="connsiteY42" fmla="*/ 1336332 h 2237474"/>
              <a:gd name="connsiteX43" fmla="*/ 7902328 w 12192000"/>
              <a:gd name="connsiteY43" fmla="*/ 1345865 h 2237474"/>
              <a:gd name="connsiteX44" fmla="*/ 7840612 w 12192000"/>
              <a:gd name="connsiteY44" fmla="*/ 1369373 h 2237474"/>
              <a:gd name="connsiteX45" fmla="*/ 7786819 w 12192000"/>
              <a:gd name="connsiteY45" fmla="*/ 1378970 h 2237474"/>
              <a:gd name="connsiteX46" fmla="*/ 7548172 w 12192000"/>
              <a:gd name="connsiteY46" fmla="*/ 1417460 h 2237474"/>
              <a:gd name="connsiteX47" fmla="*/ 7483437 w 12192000"/>
              <a:gd name="connsiteY47" fmla="*/ 1478152 h 2237474"/>
              <a:gd name="connsiteX48" fmla="*/ 7377870 w 12192000"/>
              <a:gd name="connsiteY48" fmla="*/ 1523319 h 2237474"/>
              <a:gd name="connsiteX49" fmla="*/ 7230737 w 12192000"/>
              <a:gd name="connsiteY49" fmla="*/ 1562633 h 2237474"/>
              <a:gd name="connsiteX50" fmla="*/ 7224458 w 12192000"/>
              <a:gd name="connsiteY50" fmla="*/ 1573008 h 2237474"/>
              <a:gd name="connsiteX51" fmla="*/ 7183121 w 12192000"/>
              <a:gd name="connsiteY51" fmla="*/ 1595162 h 2237474"/>
              <a:gd name="connsiteX52" fmla="*/ 7164601 w 12192000"/>
              <a:gd name="connsiteY52" fmla="*/ 1606490 h 2237474"/>
              <a:gd name="connsiteX53" fmla="*/ 6900177 w 12192000"/>
              <a:gd name="connsiteY53" fmla="*/ 1636016 h 2237474"/>
              <a:gd name="connsiteX54" fmla="*/ 6795372 w 12192000"/>
              <a:gd name="connsiteY54" fmla="*/ 1644845 h 2237474"/>
              <a:gd name="connsiteX55" fmla="*/ 6692251 w 12192000"/>
              <a:gd name="connsiteY55" fmla="*/ 1656357 h 2237474"/>
              <a:gd name="connsiteX56" fmla="*/ 6655235 w 12192000"/>
              <a:gd name="connsiteY56" fmla="*/ 1661869 h 2237474"/>
              <a:gd name="connsiteX57" fmla="*/ 6554894 w 12192000"/>
              <a:gd name="connsiteY57" fmla="*/ 1664428 h 2237474"/>
              <a:gd name="connsiteX58" fmla="*/ 6516595 w 12192000"/>
              <a:gd name="connsiteY58" fmla="*/ 1667475 h 2237474"/>
              <a:gd name="connsiteX59" fmla="*/ 6508541 w 12192000"/>
              <a:gd name="connsiteY59" fmla="*/ 1668757 h 2237474"/>
              <a:gd name="connsiteX60" fmla="*/ 6471012 w 12192000"/>
              <a:gd name="connsiteY60" fmla="*/ 1678604 h 2237474"/>
              <a:gd name="connsiteX61" fmla="*/ 6364035 w 12192000"/>
              <a:gd name="connsiteY61" fmla="*/ 1667683 h 2237474"/>
              <a:gd name="connsiteX62" fmla="*/ 6280959 w 12192000"/>
              <a:gd name="connsiteY62" fmla="*/ 1689329 h 2237474"/>
              <a:gd name="connsiteX63" fmla="*/ 6243319 w 12192000"/>
              <a:gd name="connsiteY63" fmla="*/ 1695560 h 2237474"/>
              <a:gd name="connsiteX64" fmla="*/ 6098321 w 12192000"/>
              <a:gd name="connsiteY64" fmla="*/ 1721646 h 2237474"/>
              <a:gd name="connsiteX65" fmla="*/ 5880652 w 12192000"/>
              <a:gd name="connsiteY65" fmla="*/ 1779643 h 2237474"/>
              <a:gd name="connsiteX66" fmla="*/ 5785959 w 12192000"/>
              <a:gd name="connsiteY66" fmla="*/ 1775307 h 2237474"/>
              <a:gd name="connsiteX67" fmla="*/ 5643534 w 12192000"/>
              <a:gd name="connsiteY67" fmla="*/ 1802919 h 2237474"/>
              <a:gd name="connsiteX68" fmla="*/ 5518799 w 12192000"/>
              <a:gd name="connsiteY68" fmla="*/ 1818312 h 2237474"/>
              <a:gd name="connsiteX69" fmla="*/ 5505014 w 12192000"/>
              <a:gd name="connsiteY69" fmla="*/ 1819259 h 2237474"/>
              <a:gd name="connsiteX70" fmla="*/ 5453307 w 12192000"/>
              <a:gd name="connsiteY70" fmla="*/ 1815450 h 2237474"/>
              <a:gd name="connsiteX71" fmla="*/ 5221533 w 12192000"/>
              <a:gd name="connsiteY71" fmla="*/ 1846950 h 2237474"/>
              <a:gd name="connsiteX72" fmla="*/ 5149802 w 12192000"/>
              <a:gd name="connsiteY72" fmla="*/ 1844846 h 2237474"/>
              <a:gd name="connsiteX73" fmla="*/ 5114927 w 12192000"/>
              <a:gd name="connsiteY73" fmla="*/ 1847827 h 2237474"/>
              <a:gd name="connsiteX74" fmla="*/ 5108970 w 12192000"/>
              <a:gd name="connsiteY74" fmla="*/ 1847935 h 2237474"/>
              <a:gd name="connsiteX75" fmla="*/ 5067961 w 12192000"/>
              <a:gd name="connsiteY75" fmla="*/ 1845917 h 2237474"/>
              <a:gd name="connsiteX76" fmla="*/ 5007075 w 12192000"/>
              <a:gd name="connsiteY76" fmla="*/ 1838626 h 2237474"/>
              <a:gd name="connsiteX77" fmla="*/ 4944087 w 12192000"/>
              <a:gd name="connsiteY77" fmla="*/ 1823332 h 2237474"/>
              <a:gd name="connsiteX78" fmla="*/ 4907662 w 12192000"/>
              <a:gd name="connsiteY78" fmla="*/ 1816900 h 2237474"/>
              <a:gd name="connsiteX79" fmla="*/ 4882386 w 12192000"/>
              <a:gd name="connsiteY79" fmla="*/ 1809844 h 2237474"/>
              <a:gd name="connsiteX80" fmla="*/ 4811440 w 12192000"/>
              <a:gd name="connsiteY80" fmla="*/ 1804655 h 2237474"/>
              <a:gd name="connsiteX81" fmla="*/ 4691075 w 12192000"/>
              <a:gd name="connsiteY81" fmla="*/ 1801389 h 2237474"/>
              <a:gd name="connsiteX82" fmla="*/ 4640313 w 12192000"/>
              <a:gd name="connsiteY82" fmla="*/ 1784307 h 2237474"/>
              <a:gd name="connsiteX83" fmla="*/ 4536503 w 12192000"/>
              <a:gd name="connsiteY83" fmla="*/ 1785334 h 2237474"/>
              <a:gd name="connsiteX84" fmla="*/ 4513724 w 12192000"/>
              <a:gd name="connsiteY84" fmla="*/ 1791996 h 2237474"/>
              <a:gd name="connsiteX85" fmla="*/ 4459810 w 12192000"/>
              <a:gd name="connsiteY85" fmla="*/ 1797886 h 2237474"/>
              <a:gd name="connsiteX86" fmla="*/ 4379064 w 12192000"/>
              <a:gd name="connsiteY86" fmla="*/ 1817177 h 2237474"/>
              <a:gd name="connsiteX87" fmla="*/ 4290981 w 12192000"/>
              <a:gd name="connsiteY87" fmla="*/ 1839677 h 2237474"/>
              <a:gd name="connsiteX88" fmla="*/ 4238372 w 12192000"/>
              <a:gd name="connsiteY88" fmla="*/ 1851480 h 2237474"/>
              <a:gd name="connsiteX89" fmla="*/ 4232517 w 12192000"/>
              <a:gd name="connsiteY89" fmla="*/ 1852567 h 2237474"/>
              <a:gd name="connsiteX90" fmla="*/ 4191732 w 12192000"/>
              <a:gd name="connsiteY90" fmla="*/ 1857328 h 2237474"/>
              <a:gd name="connsiteX91" fmla="*/ 4065532 w 12192000"/>
              <a:gd name="connsiteY91" fmla="*/ 1855477 h 2237474"/>
              <a:gd name="connsiteX92" fmla="*/ 4028460 w 12192000"/>
              <a:gd name="connsiteY92" fmla="*/ 1855137 h 2237474"/>
              <a:gd name="connsiteX93" fmla="*/ 4002267 w 12192000"/>
              <a:gd name="connsiteY93" fmla="*/ 1852352 h 2237474"/>
              <a:gd name="connsiteX94" fmla="*/ 3931396 w 12192000"/>
              <a:gd name="connsiteY94" fmla="*/ 1858915 h 2237474"/>
              <a:gd name="connsiteX95" fmla="*/ 3812162 w 12192000"/>
              <a:gd name="connsiteY95" fmla="*/ 1875501 h 2237474"/>
              <a:gd name="connsiteX96" fmla="*/ 3758105 w 12192000"/>
              <a:gd name="connsiteY96" fmla="*/ 1871856 h 2237474"/>
              <a:gd name="connsiteX97" fmla="*/ 3715896 w 12192000"/>
              <a:gd name="connsiteY97" fmla="*/ 1881552 h 2237474"/>
              <a:gd name="connsiteX98" fmla="*/ 3567259 w 12192000"/>
              <a:gd name="connsiteY98" fmla="*/ 1893482 h 2237474"/>
              <a:gd name="connsiteX99" fmla="*/ 3405770 w 12192000"/>
              <a:gd name="connsiteY99" fmla="*/ 1904591 h 2237474"/>
              <a:gd name="connsiteX100" fmla="*/ 3280097 w 12192000"/>
              <a:gd name="connsiteY100" fmla="*/ 1919610 h 2237474"/>
              <a:gd name="connsiteX101" fmla="*/ 3009910 w 12192000"/>
              <a:gd name="connsiteY101" fmla="*/ 1957866 h 2237474"/>
              <a:gd name="connsiteX102" fmla="*/ 2995934 w 12192000"/>
              <a:gd name="connsiteY102" fmla="*/ 1967085 h 2237474"/>
              <a:gd name="connsiteX103" fmla="*/ 2942858 w 12192000"/>
              <a:gd name="connsiteY103" fmla="*/ 1981367 h 2237474"/>
              <a:gd name="connsiteX104" fmla="*/ 2875436 w 12192000"/>
              <a:gd name="connsiteY104" fmla="*/ 1996977 h 2237474"/>
              <a:gd name="connsiteX105" fmla="*/ 2874892 w 12192000"/>
              <a:gd name="connsiteY105" fmla="*/ 1996085 h 2237474"/>
              <a:gd name="connsiteX106" fmla="*/ 2843662 w 12192000"/>
              <a:gd name="connsiteY106" fmla="*/ 1992498 h 2237474"/>
              <a:gd name="connsiteX107" fmla="*/ 2718916 w 12192000"/>
              <a:gd name="connsiteY107" fmla="*/ 1990867 h 2237474"/>
              <a:gd name="connsiteX108" fmla="*/ 2713522 w 12192000"/>
              <a:gd name="connsiteY108" fmla="*/ 1990173 h 2237474"/>
              <a:gd name="connsiteX109" fmla="*/ 2476147 w 12192000"/>
              <a:gd name="connsiteY109" fmla="*/ 1998305 h 2237474"/>
              <a:gd name="connsiteX110" fmla="*/ 2373568 w 12192000"/>
              <a:gd name="connsiteY110" fmla="*/ 2003219 h 2237474"/>
              <a:gd name="connsiteX111" fmla="*/ 2287219 w 12192000"/>
              <a:gd name="connsiteY111" fmla="*/ 1998750 h 2237474"/>
              <a:gd name="connsiteX112" fmla="*/ 2243069 w 12192000"/>
              <a:gd name="connsiteY112" fmla="*/ 2005321 h 2237474"/>
              <a:gd name="connsiteX113" fmla="*/ 2164831 w 12192000"/>
              <a:gd name="connsiteY113" fmla="*/ 2010143 h 2237474"/>
              <a:gd name="connsiteX114" fmla="*/ 2085228 w 12192000"/>
              <a:gd name="connsiteY114" fmla="*/ 2046431 h 2237474"/>
              <a:gd name="connsiteX115" fmla="*/ 2058061 w 12192000"/>
              <a:gd name="connsiteY115" fmla="*/ 2047942 h 2237474"/>
              <a:gd name="connsiteX116" fmla="*/ 2042244 w 12192000"/>
              <a:gd name="connsiteY116" fmla="*/ 2055560 h 2237474"/>
              <a:gd name="connsiteX117" fmla="*/ 1877728 w 12192000"/>
              <a:gd name="connsiteY117" fmla="*/ 2101004 h 2237474"/>
              <a:gd name="connsiteX118" fmla="*/ 1759056 w 12192000"/>
              <a:gd name="connsiteY118" fmla="*/ 2125608 h 2237474"/>
              <a:gd name="connsiteX119" fmla="*/ 1637948 w 12192000"/>
              <a:gd name="connsiteY119" fmla="*/ 2172597 h 2237474"/>
              <a:gd name="connsiteX120" fmla="*/ 1434549 w 12192000"/>
              <a:gd name="connsiteY120" fmla="*/ 2234522 h 2237474"/>
              <a:gd name="connsiteX121" fmla="*/ 1398481 w 12192000"/>
              <a:gd name="connsiteY121" fmla="*/ 2237074 h 2237474"/>
              <a:gd name="connsiteX122" fmla="*/ 1398407 w 12192000"/>
              <a:gd name="connsiteY122" fmla="*/ 2237095 h 2237474"/>
              <a:gd name="connsiteX123" fmla="*/ 1370962 w 12192000"/>
              <a:gd name="connsiteY123" fmla="*/ 2237474 h 2237474"/>
              <a:gd name="connsiteX124" fmla="*/ 1356367 w 12192000"/>
              <a:gd name="connsiteY124" fmla="*/ 2235089 h 2237474"/>
              <a:gd name="connsiteX125" fmla="*/ 1279765 w 12192000"/>
              <a:gd name="connsiteY125" fmla="*/ 2229639 h 2237474"/>
              <a:gd name="connsiteX126" fmla="*/ 1195347 w 12192000"/>
              <a:gd name="connsiteY126" fmla="*/ 2212354 h 2237474"/>
              <a:gd name="connsiteX127" fmla="*/ 970251 w 12192000"/>
              <a:gd name="connsiteY127" fmla="*/ 2221029 h 2237474"/>
              <a:gd name="connsiteX128" fmla="*/ 812914 w 12192000"/>
              <a:gd name="connsiteY128" fmla="*/ 2210095 h 2237474"/>
              <a:gd name="connsiteX129" fmla="*/ 776382 w 12192000"/>
              <a:gd name="connsiteY129" fmla="*/ 2204512 h 2237474"/>
              <a:gd name="connsiteX130" fmla="*/ 597225 w 12192000"/>
              <a:gd name="connsiteY130" fmla="*/ 2180999 h 2237474"/>
              <a:gd name="connsiteX131" fmla="*/ 520671 w 12192000"/>
              <a:gd name="connsiteY131" fmla="*/ 2180980 h 2237474"/>
              <a:gd name="connsiteX132" fmla="*/ 515024 w 12192000"/>
              <a:gd name="connsiteY132" fmla="*/ 2179258 h 2237474"/>
              <a:gd name="connsiteX133" fmla="*/ 413835 w 12192000"/>
              <a:gd name="connsiteY133" fmla="*/ 2156783 h 2237474"/>
              <a:gd name="connsiteX134" fmla="*/ 376513 w 12192000"/>
              <a:gd name="connsiteY134" fmla="*/ 2154014 h 2237474"/>
              <a:gd name="connsiteX135" fmla="*/ 273386 w 12192000"/>
              <a:gd name="connsiteY135" fmla="*/ 2142551 h 2237474"/>
              <a:gd name="connsiteX136" fmla="*/ 169207 w 12192000"/>
              <a:gd name="connsiteY136" fmla="*/ 2128100 h 2237474"/>
              <a:gd name="connsiteX137" fmla="*/ 77641 w 12192000"/>
              <a:gd name="connsiteY137" fmla="*/ 2126835 h 2237474"/>
              <a:gd name="connsiteX138" fmla="*/ 37645 w 12192000"/>
              <a:gd name="connsiteY138" fmla="*/ 2115401 h 2237474"/>
              <a:gd name="connsiteX139" fmla="*/ 4572 w 12192000"/>
              <a:gd name="connsiteY139" fmla="*/ 2111091 h 2237474"/>
              <a:gd name="connsiteX140" fmla="*/ 0 w 12192000"/>
              <a:gd name="connsiteY140" fmla="*/ 2110468 h 2237474"/>
              <a:gd name="connsiteX141" fmla="*/ 0 w 12192000"/>
              <a:gd name="connsiteY141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38659 w 12192000"/>
              <a:gd name="connsiteY3" fmla="*/ 756742 h 2237474"/>
              <a:gd name="connsiteX4" fmla="*/ 11890686 w 12192000"/>
              <a:gd name="connsiteY4" fmla="*/ 732766 h 2237474"/>
              <a:gd name="connsiteX5" fmla="*/ 11820512 w 12192000"/>
              <a:gd name="connsiteY5" fmla="*/ 745392 h 2237474"/>
              <a:gd name="connsiteX6" fmla="*/ 11649954 w 12192000"/>
              <a:gd name="connsiteY6" fmla="*/ 749628 h 2237474"/>
              <a:gd name="connsiteX7" fmla="*/ 11560424 w 12192000"/>
              <a:gd name="connsiteY7" fmla="*/ 748017 h 2237474"/>
              <a:gd name="connsiteX8" fmla="*/ 11358455 w 12192000"/>
              <a:gd name="connsiteY8" fmla="*/ 747593 h 2237474"/>
              <a:gd name="connsiteX9" fmla="*/ 11165209 w 12192000"/>
              <a:gd name="connsiteY9" fmla="*/ 748852 h 2237474"/>
              <a:gd name="connsiteX10" fmla="*/ 11058755 w 12192000"/>
              <a:gd name="connsiteY10" fmla="*/ 749617 h 2237474"/>
              <a:gd name="connsiteX11" fmla="*/ 10846594 w 12192000"/>
              <a:gd name="connsiteY11" fmla="*/ 765069 h 2237474"/>
              <a:gd name="connsiteX12" fmla="*/ 10739478 w 12192000"/>
              <a:gd name="connsiteY12" fmla="*/ 776841 h 2237474"/>
              <a:gd name="connsiteX13" fmla="*/ 10458762 w 12192000"/>
              <a:gd name="connsiteY13" fmla="*/ 755400 h 2237474"/>
              <a:gd name="connsiteX14" fmla="*/ 10211200 w 12192000"/>
              <a:gd name="connsiteY14" fmla="*/ 767513 h 2237474"/>
              <a:gd name="connsiteX15" fmla="*/ 10167995 w 12192000"/>
              <a:gd name="connsiteY15" fmla="*/ 760843 h 2237474"/>
              <a:gd name="connsiteX16" fmla="*/ 9997044 w 12192000"/>
              <a:gd name="connsiteY16" fmla="*/ 780129 h 2237474"/>
              <a:gd name="connsiteX17" fmla="*/ 9943887 w 12192000"/>
              <a:gd name="connsiteY17" fmla="*/ 804141 h 2237474"/>
              <a:gd name="connsiteX18" fmla="*/ 9918248 w 12192000"/>
              <a:gd name="connsiteY18" fmla="*/ 816628 h 2237474"/>
              <a:gd name="connsiteX19" fmla="*/ 9767091 w 12192000"/>
              <a:gd name="connsiteY19" fmla="*/ 870550 h 2237474"/>
              <a:gd name="connsiteX20" fmla="*/ 9683005 w 12192000"/>
              <a:gd name="connsiteY20" fmla="*/ 894128 h 2237474"/>
              <a:gd name="connsiteX21" fmla="*/ 9594438 w 12192000"/>
              <a:gd name="connsiteY21" fmla="*/ 919051 h 2237474"/>
              <a:gd name="connsiteX22" fmla="*/ 9544189 w 12192000"/>
              <a:gd name="connsiteY22" fmla="*/ 938966 h 2237474"/>
              <a:gd name="connsiteX23" fmla="*/ 9500499 w 12192000"/>
              <a:gd name="connsiteY23" fmla="*/ 954680 h 2237474"/>
              <a:gd name="connsiteX24" fmla="*/ 9410017 w 12192000"/>
              <a:gd name="connsiteY24" fmla="*/ 993931 h 2237474"/>
              <a:gd name="connsiteX25" fmla="*/ 9392919 w 12192000"/>
              <a:gd name="connsiteY25" fmla="*/ 994656 h 2237474"/>
              <a:gd name="connsiteX26" fmla="*/ 9268019 w 12192000"/>
              <a:gd name="connsiteY26" fmla="*/ 1007442 h 2237474"/>
              <a:gd name="connsiteX27" fmla="*/ 9188177 w 12192000"/>
              <a:gd name="connsiteY27" fmla="*/ 1035474 h 2237474"/>
              <a:gd name="connsiteX28" fmla="*/ 9155969 w 12192000"/>
              <a:gd name="connsiteY28" fmla="*/ 1046804 h 2237474"/>
              <a:gd name="connsiteX29" fmla="*/ 9133985 w 12192000"/>
              <a:gd name="connsiteY29" fmla="*/ 1046450 h 2237474"/>
              <a:gd name="connsiteX30" fmla="*/ 9003462 w 12192000"/>
              <a:gd name="connsiteY30" fmla="*/ 1042406 h 2237474"/>
              <a:gd name="connsiteX31" fmla="*/ 8968445 w 12192000"/>
              <a:gd name="connsiteY31" fmla="*/ 1052169 h 2237474"/>
              <a:gd name="connsiteX32" fmla="*/ 8886001 w 12192000"/>
              <a:gd name="connsiteY32" fmla="*/ 1067468 h 2237474"/>
              <a:gd name="connsiteX33" fmla="*/ 8838610 w 12192000"/>
              <a:gd name="connsiteY33" fmla="*/ 1075091 h 2237474"/>
              <a:gd name="connsiteX34" fmla="*/ 8750383 w 12192000"/>
              <a:gd name="connsiteY34" fmla="*/ 1097387 h 2237474"/>
              <a:gd name="connsiteX35" fmla="*/ 8665605 w 12192000"/>
              <a:gd name="connsiteY35" fmla="*/ 1110791 h 2237474"/>
              <a:gd name="connsiteX36" fmla="*/ 8584946 w 12192000"/>
              <a:gd name="connsiteY36" fmla="*/ 1135226 h 2237474"/>
              <a:gd name="connsiteX37" fmla="*/ 8419755 w 12192000"/>
              <a:gd name="connsiteY37" fmla="*/ 1216260 h 2237474"/>
              <a:gd name="connsiteX38" fmla="*/ 8411626 w 12192000"/>
              <a:gd name="connsiteY38" fmla="*/ 1214397 h 2237474"/>
              <a:gd name="connsiteX39" fmla="*/ 8363469 w 12192000"/>
              <a:gd name="connsiteY39" fmla="*/ 1246658 h 2237474"/>
              <a:gd name="connsiteX40" fmla="*/ 8275497 w 12192000"/>
              <a:gd name="connsiteY40" fmla="*/ 1264396 h 2237474"/>
              <a:gd name="connsiteX41" fmla="*/ 8074238 w 12192000"/>
              <a:gd name="connsiteY41" fmla="*/ 1301895 h 2237474"/>
              <a:gd name="connsiteX42" fmla="*/ 7942099 w 12192000"/>
              <a:gd name="connsiteY42" fmla="*/ 1336332 h 2237474"/>
              <a:gd name="connsiteX43" fmla="*/ 7902328 w 12192000"/>
              <a:gd name="connsiteY43" fmla="*/ 1345865 h 2237474"/>
              <a:gd name="connsiteX44" fmla="*/ 7840612 w 12192000"/>
              <a:gd name="connsiteY44" fmla="*/ 1369373 h 2237474"/>
              <a:gd name="connsiteX45" fmla="*/ 7786819 w 12192000"/>
              <a:gd name="connsiteY45" fmla="*/ 1378970 h 2237474"/>
              <a:gd name="connsiteX46" fmla="*/ 7548172 w 12192000"/>
              <a:gd name="connsiteY46" fmla="*/ 1417460 h 2237474"/>
              <a:gd name="connsiteX47" fmla="*/ 7483437 w 12192000"/>
              <a:gd name="connsiteY47" fmla="*/ 1478152 h 2237474"/>
              <a:gd name="connsiteX48" fmla="*/ 7377870 w 12192000"/>
              <a:gd name="connsiteY48" fmla="*/ 1523319 h 2237474"/>
              <a:gd name="connsiteX49" fmla="*/ 7230737 w 12192000"/>
              <a:gd name="connsiteY49" fmla="*/ 1562633 h 2237474"/>
              <a:gd name="connsiteX50" fmla="*/ 7224458 w 12192000"/>
              <a:gd name="connsiteY50" fmla="*/ 1573008 h 2237474"/>
              <a:gd name="connsiteX51" fmla="*/ 7183121 w 12192000"/>
              <a:gd name="connsiteY51" fmla="*/ 1595162 h 2237474"/>
              <a:gd name="connsiteX52" fmla="*/ 7164601 w 12192000"/>
              <a:gd name="connsiteY52" fmla="*/ 1606490 h 2237474"/>
              <a:gd name="connsiteX53" fmla="*/ 6900177 w 12192000"/>
              <a:gd name="connsiteY53" fmla="*/ 1636016 h 2237474"/>
              <a:gd name="connsiteX54" fmla="*/ 6795372 w 12192000"/>
              <a:gd name="connsiteY54" fmla="*/ 1644845 h 2237474"/>
              <a:gd name="connsiteX55" fmla="*/ 6692251 w 12192000"/>
              <a:gd name="connsiteY55" fmla="*/ 1656357 h 2237474"/>
              <a:gd name="connsiteX56" fmla="*/ 6655235 w 12192000"/>
              <a:gd name="connsiteY56" fmla="*/ 1661869 h 2237474"/>
              <a:gd name="connsiteX57" fmla="*/ 6554894 w 12192000"/>
              <a:gd name="connsiteY57" fmla="*/ 1664428 h 2237474"/>
              <a:gd name="connsiteX58" fmla="*/ 6516595 w 12192000"/>
              <a:gd name="connsiteY58" fmla="*/ 1667475 h 2237474"/>
              <a:gd name="connsiteX59" fmla="*/ 6508541 w 12192000"/>
              <a:gd name="connsiteY59" fmla="*/ 1668757 h 2237474"/>
              <a:gd name="connsiteX60" fmla="*/ 6471012 w 12192000"/>
              <a:gd name="connsiteY60" fmla="*/ 1678604 h 2237474"/>
              <a:gd name="connsiteX61" fmla="*/ 6364035 w 12192000"/>
              <a:gd name="connsiteY61" fmla="*/ 1667683 h 2237474"/>
              <a:gd name="connsiteX62" fmla="*/ 6280959 w 12192000"/>
              <a:gd name="connsiteY62" fmla="*/ 1689329 h 2237474"/>
              <a:gd name="connsiteX63" fmla="*/ 6243319 w 12192000"/>
              <a:gd name="connsiteY63" fmla="*/ 1695560 h 2237474"/>
              <a:gd name="connsiteX64" fmla="*/ 6098321 w 12192000"/>
              <a:gd name="connsiteY64" fmla="*/ 1721646 h 2237474"/>
              <a:gd name="connsiteX65" fmla="*/ 5880652 w 12192000"/>
              <a:gd name="connsiteY65" fmla="*/ 1779643 h 2237474"/>
              <a:gd name="connsiteX66" fmla="*/ 5785959 w 12192000"/>
              <a:gd name="connsiteY66" fmla="*/ 1775307 h 2237474"/>
              <a:gd name="connsiteX67" fmla="*/ 5643534 w 12192000"/>
              <a:gd name="connsiteY67" fmla="*/ 1802919 h 2237474"/>
              <a:gd name="connsiteX68" fmla="*/ 5518799 w 12192000"/>
              <a:gd name="connsiteY68" fmla="*/ 1818312 h 2237474"/>
              <a:gd name="connsiteX69" fmla="*/ 5505014 w 12192000"/>
              <a:gd name="connsiteY69" fmla="*/ 1819259 h 2237474"/>
              <a:gd name="connsiteX70" fmla="*/ 5453307 w 12192000"/>
              <a:gd name="connsiteY70" fmla="*/ 1815450 h 2237474"/>
              <a:gd name="connsiteX71" fmla="*/ 5221533 w 12192000"/>
              <a:gd name="connsiteY71" fmla="*/ 1846950 h 2237474"/>
              <a:gd name="connsiteX72" fmla="*/ 5149802 w 12192000"/>
              <a:gd name="connsiteY72" fmla="*/ 1844846 h 2237474"/>
              <a:gd name="connsiteX73" fmla="*/ 5114927 w 12192000"/>
              <a:gd name="connsiteY73" fmla="*/ 1847827 h 2237474"/>
              <a:gd name="connsiteX74" fmla="*/ 5108970 w 12192000"/>
              <a:gd name="connsiteY74" fmla="*/ 1847935 h 2237474"/>
              <a:gd name="connsiteX75" fmla="*/ 5067961 w 12192000"/>
              <a:gd name="connsiteY75" fmla="*/ 1845917 h 2237474"/>
              <a:gd name="connsiteX76" fmla="*/ 5007075 w 12192000"/>
              <a:gd name="connsiteY76" fmla="*/ 1838626 h 2237474"/>
              <a:gd name="connsiteX77" fmla="*/ 4944087 w 12192000"/>
              <a:gd name="connsiteY77" fmla="*/ 1823332 h 2237474"/>
              <a:gd name="connsiteX78" fmla="*/ 4907662 w 12192000"/>
              <a:gd name="connsiteY78" fmla="*/ 1816900 h 2237474"/>
              <a:gd name="connsiteX79" fmla="*/ 4882386 w 12192000"/>
              <a:gd name="connsiteY79" fmla="*/ 1809844 h 2237474"/>
              <a:gd name="connsiteX80" fmla="*/ 4811440 w 12192000"/>
              <a:gd name="connsiteY80" fmla="*/ 1804655 h 2237474"/>
              <a:gd name="connsiteX81" fmla="*/ 4691075 w 12192000"/>
              <a:gd name="connsiteY81" fmla="*/ 1801389 h 2237474"/>
              <a:gd name="connsiteX82" fmla="*/ 4640313 w 12192000"/>
              <a:gd name="connsiteY82" fmla="*/ 1784307 h 2237474"/>
              <a:gd name="connsiteX83" fmla="*/ 4536503 w 12192000"/>
              <a:gd name="connsiteY83" fmla="*/ 1785334 h 2237474"/>
              <a:gd name="connsiteX84" fmla="*/ 4513724 w 12192000"/>
              <a:gd name="connsiteY84" fmla="*/ 1791996 h 2237474"/>
              <a:gd name="connsiteX85" fmla="*/ 4459810 w 12192000"/>
              <a:gd name="connsiteY85" fmla="*/ 1797886 h 2237474"/>
              <a:gd name="connsiteX86" fmla="*/ 4379064 w 12192000"/>
              <a:gd name="connsiteY86" fmla="*/ 1817177 h 2237474"/>
              <a:gd name="connsiteX87" fmla="*/ 4290981 w 12192000"/>
              <a:gd name="connsiteY87" fmla="*/ 1839677 h 2237474"/>
              <a:gd name="connsiteX88" fmla="*/ 4238372 w 12192000"/>
              <a:gd name="connsiteY88" fmla="*/ 1851480 h 2237474"/>
              <a:gd name="connsiteX89" fmla="*/ 4232517 w 12192000"/>
              <a:gd name="connsiteY89" fmla="*/ 1852567 h 2237474"/>
              <a:gd name="connsiteX90" fmla="*/ 4191732 w 12192000"/>
              <a:gd name="connsiteY90" fmla="*/ 1857328 h 2237474"/>
              <a:gd name="connsiteX91" fmla="*/ 4065532 w 12192000"/>
              <a:gd name="connsiteY91" fmla="*/ 1855477 h 2237474"/>
              <a:gd name="connsiteX92" fmla="*/ 4028460 w 12192000"/>
              <a:gd name="connsiteY92" fmla="*/ 1855137 h 2237474"/>
              <a:gd name="connsiteX93" fmla="*/ 4002267 w 12192000"/>
              <a:gd name="connsiteY93" fmla="*/ 1852352 h 2237474"/>
              <a:gd name="connsiteX94" fmla="*/ 3931396 w 12192000"/>
              <a:gd name="connsiteY94" fmla="*/ 1858915 h 2237474"/>
              <a:gd name="connsiteX95" fmla="*/ 3812162 w 12192000"/>
              <a:gd name="connsiteY95" fmla="*/ 1875501 h 2237474"/>
              <a:gd name="connsiteX96" fmla="*/ 3758105 w 12192000"/>
              <a:gd name="connsiteY96" fmla="*/ 1871856 h 2237474"/>
              <a:gd name="connsiteX97" fmla="*/ 3715896 w 12192000"/>
              <a:gd name="connsiteY97" fmla="*/ 1881552 h 2237474"/>
              <a:gd name="connsiteX98" fmla="*/ 3567259 w 12192000"/>
              <a:gd name="connsiteY98" fmla="*/ 1893482 h 2237474"/>
              <a:gd name="connsiteX99" fmla="*/ 3405770 w 12192000"/>
              <a:gd name="connsiteY99" fmla="*/ 1904591 h 2237474"/>
              <a:gd name="connsiteX100" fmla="*/ 3280097 w 12192000"/>
              <a:gd name="connsiteY100" fmla="*/ 1919610 h 2237474"/>
              <a:gd name="connsiteX101" fmla="*/ 3009910 w 12192000"/>
              <a:gd name="connsiteY101" fmla="*/ 1957866 h 2237474"/>
              <a:gd name="connsiteX102" fmla="*/ 2995934 w 12192000"/>
              <a:gd name="connsiteY102" fmla="*/ 1967085 h 2237474"/>
              <a:gd name="connsiteX103" fmla="*/ 2942858 w 12192000"/>
              <a:gd name="connsiteY103" fmla="*/ 1981367 h 2237474"/>
              <a:gd name="connsiteX104" fmla="*/ 2875436 w 12192000"/>
              <a:gd name="connsiteY104" fmla="*/ 1996977 h 2237474"/>
              <a:gd name="connsiteX105" fmla="*/ 2874892 w 12192000"/>
              <a:gd name="connsiteY105" fmla="*/ 1996085 h 2237474"/>
              <a:gd name="connsiteX106" fmla="*/ 2843662 w 12192000"/>
              <a:gd name="connsiteY106" fmla="*/ 1992498 h 2237474"/>
              <a:gd name="connsiteX107" fmla="*/ 2718916 w 12192000"/>
              <a:gd name="connsiteY107" fmla="*/ 1990867 h 2237474"/>
              <a:gd name="connsiteX108" fmla="*/ 2713522 w 12192000"/>
              <a:gd name="connsiteY108" fmla="*/ 1990173 h 2237474"/>
              <a:gd name="connsiteX109" fmla="*/ 2476147 w 12192000"/>
              <a:gd name="connsiteY109" fmla="*/ 1998305 h 2237474"/>
              <a:gd name="connsiteX110" fmla="*/ 2373568 w 12192000"/>
              <a:gd name="connsiteY110" fmla="*/ 2003219 h 2237474"/>
              <a:gd name="connsiteX111" fmla="*/ 2287219 w 12192000"/>
              <a:gd name="connsiteY111" fmla="*/ 1998750 h 2237474"/>
              <a:gd name="connsiteX112" fmla="*/ 2243069 w 12192000"/>
              <a:gd name="connsiteY112" fmla="*/ 2005321 h 2237474"/>
              <a:gd name="connsiteX113" fmla="*/ 2164831 w 12192000"/>
              <a:gd name="connsiteY113" fmla="*/ 2010143 h 2237474"/>
              <a:gd name="connsiteX114" fmla="*/ 2085228 w 12192000"/>
              <a:gd name="connsiteY114" fmla="*/ 2046431 h 2237474"/>
              <a:gd name="connsiteX115" fmla="*/ 2058061 w 12192000"/>
              <a:gd name="connsiteY115" fmla="*/ 2047942 h 2237474"/>
              <a:gd name="connsiteX116" fmla="*/ 2042244 w 12192000"/>
              <a:gd name="connsiteY116" fmla="*/ 2055560 h 2237474"/>
              <a:gd name="connsiteX117" fmla="*/ 1877728 w 12192000"/>
              <a:gd name="connsiteY117" fmla="*/ 2101004 h 2237474"/>
              <a:gd name="connsiteX118" fmla="*/ 1759056 w 12192000"/>
              <a:gd name="connsiteY118" fmla="*/ 2125608 h 2237474"/>
              <a:gd name="connsiteX119" fmla="*/ 1637948 w 12192000"/>
              <a:gd name="connsiteY119" fmla="*/ 2172597 h 2237474"/>
              <a:gd name="connsiteX120" fmla="*/ 1434549 w 12192000"/>
              <a:gd name="connsiteY120" fmla="*/ 2234522 h 2237474"/>
              <a:gd name="connsiteX121" fmla="*/ 1398481 w 12192000"/>
              <a:gd name="connsiteY121" fmla="*/ 2237074 h 2237474"/>
              <a:gd name="connsiteX122" fmla="*/ 1398407 w 12192000"/>
              <a:gd name="connsiteY122" fmla="*/ 2237095 h 2237474"/>
              <a:gd name="connsiteX123" fmla="*/ 1370962 w 12192000"/>
              <a:gd name="connsiteY123" fmla="*/ 2237474 h 2237474"/>
              <a:gd name="connsiteX124" fmla="*/ 1356367 w 12192000"/>
              <a:gd name="connsiteY124" fmla="*/ 2235089 h 2237474"/>
              <a:gd name="connsiteX125" fmla="*/ 1279765 w 12192000"/>
              <a:gd name="connsiteY125" fmla="*/ 2229639 h 2237474"/>
              <a:gd name="connsiteX126" fmla="*/ 1195347 w 12192000"/>
              <a:gd name="connsiteY126" fmla="*/ 2212354 h 2237474"/>
              <a:gd name="connsiteX127" fmla="*/ 970251 w 12192000"/>
              <a:gd name="connsiteY127" fmla="*/ 2221029 h 2237474"/>
              <a:gd name="connsiteX128" fmla="*/ 812914 w 12192000"/>
              <a:gd name="connsiteY128" fmla="*/ 2210095 h 2237474"/>
              <a:gd name="connsiteX129" fmla="*/ 776382 w 12192000"/>
              <a:gd name="connsiteY129" fmla="*/ 2204512 h 2237474"/>
              <a:gd name="connsiteX130" fmla="*/ 597225 w 12192000"/>
              <a:gd name="connsiteY130" fmla="*/ 2180999 h 2237474"/>
              <a:gd name="connsiteX131" fmla="*/ 520671 w 12192000"/>
              <a:gd name="connsiteY131" fmla="*/ 2180980 h 2237474"/>
              <a:gd name="connsiteX132" fmla="*/ 515024 w 12192000"/>
              <a:gd name="connsiteY132" fmla="*/ 2179258 h 2237474"/>
              <a:gd name="connsiteX133" fmla="*/ 413835 w 12192000"/>
              <a:gd name="connsiteY133" fmla="*/ 2156783 h 2237474"/>
              <a:gd name="connsiteX134" fmla="*/ 376513 w 12192000"/>
              <a:gd name="connsiteY134" fmla="*/ 2154014 h 2237474"/>
              <a:gd name="connsiteX135" fmla="*/ 273386 w 12192000"/>
              <a:gd name="connsiteY135" fmla="*/ 2142551 h 2237474"/>
              <a:gd name="connsiteX136" fmla="*/ 169207 w 12192000"/>
              <a:gd name="connsiteY136" fmla="*/ 2128100 h 2237474"/>
              <a:gd name="connsiteX137" fmla="*/ 77641 w 12192000"/>
              <a:gd name="connsiteY137" fmla="*/ 2126835 h 2237474"/>
              <a:gd name="connsiteX138" fmla="*/ 37645 w 12192000"/>
              <a:gd name="connsiteY138" fmla="*/ 2115401 h 2237474"/>
              <a:gd name="connsiteX139" fmla="*/ 4572 w 12192000"/>
              <a:gd name="connsiteY139" fmla="*/ 2111091 h 2237474"/>
              <a:gd name="connsiteX140" fmla="*/ 0 w 12192000"/>
              <a:gd name="connsiteY140" fmla="*/ 2110468 h 2237474"/>
              <a:gd name="connsiteX141" fmla="*/ 0 w 12192000"/>
              <a:gd name="connsiteY141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1890686 w 12192000"/>
              <a:gd name="connsiteY3" fmla="*/ 732766 h 2237474"/>
              <a:gd name="connsiteX4" fmla="*/ 11820512 w 12192000"/>
              <a:gd name="connsiteY4" fmla="*/ 745392 h 2237474"/>
              <a:gd name="connsiteX5" fmla="*/ 11649954 w 12192000"/>
              <a:gd name="connsiteY5" fmla="*/ 749628 h 2237474"/>
              <a:gd name="connsiteX6" fmla="*/ 11560424 w 12192000"/>
              <a:gd name="connsiteY6" fmla="*/ 748017 h 2237474"/>
              <a:gd name="connsiteX7" fmla="*/ 11358455 w 12192000"/>
              <a:gd name="connsiteY7" fmla="*/ 747593 h 2237474"/>
              <a:gd name="connsiteX8" fmla="*/ 11165209 w 12192000"/>
              <a:gd name="connsiteY8" fmla="*/ 748852 h 2237474"/>
              <a:gd name="connsiteX9" fmla="*/ 11058755 w 12192000"/>
              <a:gd name="connsiteY9" fmla="*/ 749617 h 2237474"/>
              <a:gd name="connsiteX10" fmla="*/ 10846594 w 12192000"/>
              <a:gd name="connsiteY10" fmla="*/ 765069 h 2237474"/>
              <a:gd name="connsiteX11" fmla="*/ 10739478 w 12192000"/>
              <a:gd name="connsiteY11" fmla="*/ 776841 h 2237474"/>
              <a:gd name="connsiteX12" fmla="*/ 10458762 w 12192000"/>
              <a:gd name="connsiteY12" fmla="*/ 755400 h 2237474"/>
              <a:gd name="connsiteX13" fmla="*/ 10211200 w 12192000"/>
              <a:gd name="connsiteY13" fmla="*/ 767513 h 2237474"/>
              <a:gd name="connsiteX14" fmla="*/ 10167995 w 12192000"/>
              <a:gd name="connsiteY14" fmla="*/ 760843 h 2237474"/>
              <a:gd name="connsiteX15" fmla="*/ 9997044 w 12192000"/>
              <a:gd name="connsiteY15" fmla="*/ 780129 h 2237474"/>
              <a:gd name="connsiteX16" fmla="*/ 9943887 w 12192000"/>
              <a:gd name="connsiteY16" fmla="*/ 804141 h 2237474"/>
              <a:gd name="connsiteX17" fmla="*/ 9918248 w 12192000"/>
              <a:gd name="connsiteY17" fmla="*/ 816628 h 2237474"/>
              <a:gd name="connsiteX18" fmla="*/ 9767091 w 12192000"/>
              <a:gd name="connsiteY18" fmla="*/ 870550 h 2237474"/>
              <a:gd name="connsiteX19" fmla="*/ 9683005 w 12192000"/>
              <a:gd name="connsiteY19" fmla="*/ 894128 h 2237474"/>
              <a:gd name="connsiteX20" fmla="*/ 9594438 w 12192000"/>
              <a:gd name="connsiteY20" fmla="*/ 919051 h 2237474"/>
              <a:gd name="connsiteX21" fmla="*/ 9544189 w 12192000"/>
              <a:gd name="connsiteY21" fmla="*/ 938966 h 2237474"/>
              <a:gd name="connsiteX22" fmla="*/ 9500499 w 12192000"/>
              <a:gd name="connsiteY22" fmla="*/ 954680 h 2237474"/>
              <a:gd name="connsiteX23" fmla="*/ 9410017 w 12192000"/>
              <a:gd name="connsiteY23" fmla="*/ 993931 h 2237474"/>
              <a:gd name="connsiteX24" fmla="*/ 9392919 w 12192000"/>
              <a:gd name="connsiteY24" fmla="*/ 994656 h 2237474"/>
              <a:gd name="connsiteX25" fmla="*/ 9268019 w 12192000"/>
              <a:gd name="connsiteY25" fmla="*/ 1007442 h 2237474"/>
              <a:gd name="connsiteX26" fmla="*/ 9188177 w 12192000"/>
              <a:gd name="connsiteY26" fmla="*/ 1035474 h 2237474"/>
              <a:gd name="connsiteX27" fmla="*/ 9155969 w 12192000"/>
              <a:gd name="connsiteY27" fmla="*/ 1046804 h 2237474"/>
              <a:gd name="connsiteX28" fmla="*/ 9133985 w 12192000"/>
              <a:gd name="connsiteY28" fmla="*/ 1046450 h 2237474"/>
              <a:gd name="connsiteX29" fmla="*/ 9003462 w 12192000"/>
              <a:gd name="connsiteY29" fmla="*/ 1042406 h 2237474"/>
              <a:gd name="connsiteX30" fmla="*/ 8968445 w 12192000"/>
              <a:gd name="connsiteY30" fmla="*/ 1052169 h 2237474"/>
              <a:gd name="connsiteX31" fmla="*/ 8886001 w 12192000"/>
              <a:gd name="connsiteY31" fmla="*/ 1067468 h 2237474"/>
              <a:gd name="connsiteX32" fmla="*/ 8838610 w 12192000"/>
              <a:gd name="connsiteY32" fmla="*/ 1075091 h 2237474"/>
              <a:gd name="connsiteX33" fmla="*/ 8750383 w 12192000"/>
              <a:gd name="connsiteY33" fmla="*/ 1097387 h 2237474"/>
              <a:gd name="connsiteX34" fmla="*/ 8665605 w 12192000"/>
              <a:gd name="connsiteY34" fmla="*/ 1110791 h 2237474"/>
              <a:gd name="connsiteX35" fmla="*/ 8584946 w 12192000"/>
              <a:gd name="connsiteY35" fmla="*/ 1135226 h 2237474"/>
              <a:gd name="connsiteX36" fmla="*/ 8419755 w 12192000"/>
              <a:gd name="connsiteY36" fmla="*/ 1216260 h 2237474"/>
              <a:gd name="connsiteX37" fmla="*/ 8411626 w 12192000"/>
              <a:gd name="connsiteY37" fmla="*/ 1214397 h 2237474"/>
              <a:gd name="connsiteX38" fmla="*/ 8363469 w 12192000"/>
              <a:gd name="connsiteY38" fmla="*/ 1246658 h 2237474"/>
              <a:gd name="connsiteX39" fmla="*/ 8275497 w 12192000"/>
              <a:gd name="connsiteY39" fmla="*/ 1264396 h 2237474"/>
              <a:gd name="connsiteX40" fmla="*/ 8074238 w 12192000"/>
              <a:gd name="connsiteY40" fmla="*/ 1301895 h 2237474"/>
              <a:gd name="connsiteX41" fmla="*/ 7942099 w 12192000"/>
              <a:gd name="connsiteY41" fmla="*/ 1336332 h 2237474"/>
              <a:gd name="connsiteX42" fmla="*/ 7902328 w 12192000"/>
              <a:gd name="connsiteY42" fmla="*/ 1345865 h 2237474"/>
              <a:gd name="connsiteX43" fmla="*/ 7840612 w 12192000"/>
              <a:gd name="connsiteY43" fmla="*/ 1369373 h 2237474"/>
              <a:gd name="connsiteX44" fmla="*/ 7786819 w 12192000"/>
              <a:gd name="connsiteY44" fmla="*/ 1378970 h 2237474"/>
              <a:gd name="connsiteX45" fmla="*/ 7548172 w 12192000"/>
              <a:gd name="connsiteY45" fmla="*/ 1417460 h 2237474"/>
              <a:gd name="connsiteX46" fmla="*/ 7483437 w 12192000"/>
              <a:gd name="connsiteY46" fmla="*/ 1478152 h 2237474"/>
              <a:gd name="connsiteX47" fmla="*/ 7377870 w 12192000"/>
              <a:gd name="connsiteY47" fmla="*/ 1523319 h 2237474"/>
              <a:gd name="connsiteX48" fmla="*/ 7230737 w 12192000"/>
              <a:gd name="connsiteY48" fmla="*/ 1562633 h 2237474"/>
              <a:gd name="connsiteX49" fmla="*/ 7224458 w 12192000"/>
              <a:gd name="connsiteY49" fmla="*/ 1573008 h 2237474"/>
              <a:gd name="connsiteX50" fmla="*/ 7183121 w 12192000"/>
              <a:gd name="connsiteY50" fmla="*/ 1595162 h 2237474"/>
              <a:gd name="connsiteX51" fmla="*/ 7164601 w 12192000"/>
              <a:gd name="connsiteY51" fmla="*/ 1606490 h 2237474"/>
              <a:gd name="connsiteX52" fmla="*/ 6900177 w 12192000"/>
              <a:gd name="connsiteY52" fmla="*/ 1636016 h 2237474"/>
              <a:gd name="connsiteX53" fmla="*/ 6795372 w 12192000"/>
              <a:gd name="connsiteY53" fmla="*/ 1644845 h 2237474"/>
              <a:gd name="connsiteX54" fmla="*/ 6692251 w 12192000"/>
              <a:gd name="connsiteY54" fmla="*/ 1656357 h 2237474"/>
              <a:gd name="connsiteX55" fmla="*/ 6655235 w 12192000"/>
              <a:gd name="connsiteY55" fmla="*/ 1661869 h 2237474"/>
              <a:gd name="connsiteX56" fmla="*/ 6554894 w 12192000"/>
              <a:gd name="connsiteY56" fmla="*/ 1664428 h 2237474"/>
              <a:gd name="connsiteX57" fmla="*/ 6516595 w 12192000"/>
              <a:gd name="connsiteY57" fmla="*/ 1667475 h 2237474"/>
              <a:gd name="connsiteX58" fmla="*/ 6508541 w 12192000"/>
              <a:gd name="connsiteY58" fmla="*/ 1668757 h 2237474"/>
              <a:gd name="connsiteX59" fmla="*/ 6471012 w 12192000"/>
              <a:gd name="connsiteY59" fmla="*/ 1678604 h 2237474"/>
              <a:gd name="connsiteX60" fmla="*/ 6364035 w 12192000"/>
              <a:gd name="connsiteY60" fmla="*/ 1667683 h 2237474"/>
              <a:gd name="connsiteX61" fmla="*/ 6280959 w 12192000"/>
              <a:gd name="connsiteY61" fmla="*/ 1689329 h 2237474"/>
              <a:gd name="connsiteX62" fmla="*/ 6243319 w 12192000"/>
              <a:gd name="connsiteY62" fmla="*/ 1695560 h 2237474"/>
              <a:gd name="connsiteX63" fmla="*/ 6098321 w 12192000"/>
              <a:gd name="connsiteY63" fmla="*/ 1721646 h 2237474"/>
              <a:gd name="connsiteX64" fmla="*/ 5880652 w 12192000"/>
              <a:gd name="connsiteY64" fmla="*/ 1779643 h 2237474"/>
              <a:gd name="connsiteX65" fmla="*/ 5785959 w 12192000"/>
              <a:gd name="connsiteY65" fmla="*/ 1775307 h 2237474"/>
              <a:gd name="connsiteX66" fmla="*/ 5643534 w 12192000"/>
              <a:gd name="connsiteY66" fmla="*/ 1802919 h 2237474"/>
              <a:gd name="connsiteX67" fmla="*/ 5518799 w 12192000"/>
              <a:gd name="connsiteY67" fmla="*/ 1818312 h 2237474"/>
              <a:gd name="connsiteX68" fmla="*/ 5505014 w 12192000"/>
              <a:gd name="connsiteY68" fmla="*/ 1819259 h 2237474"/>
              <a:gd name="connsiteX69" fmla="*/ 5453307 w 12192000"/>
              <a:gd name="connsiteY69" fmla="*/ 1815450 h 2237474"/>
              <a:gd name="connsiteX70" fmla="*/ 5221533 w 12192000"/>
              <a:gd name="connsiteY70" fmla="*/ 1846950 h 2237474"/>
              <a:gd name="connsiteX71" fmla="*/ 5149802 w 12192000"/>
              <a:gd name="connsiteY71" fmla="*/ 1844846 h 2237474"/>
              <a:gd name="connsiteX72" fmla="*/ 5114927 w 12192000"/>
              <a:gd name="connsiteY72" fmla="*/ 1847827 h 2237474"/>
              <a:gd name="connsiteX73" fmla="*/ 5108970 w 12192000"/>
              <a:gd name="connsiteY73" fmla="*/ 1847935 h 2237474"/>
              <a:gd name="connsiteX74" fmla="*/ 5067961 w 12192000"/>
              <a:gd name="connsiteY74" fmla="*/ 1845917 h 2237474"/>
              <a:gd name="connsiteX75" fmla="*/ 5007075 w 12192000"/>
              <a:gd name="connsiteY75" fmla="*/ 1838626 h 2237474"/>
              <a:gd name="connsiteX76" fmla="*/ 4944087 w 12192000"/>
              <a:gd name="connsiteY76" fmla="*/ 1823332 h 2237474"/>
              <a:gd name="connsiteX77" fmla="*/ 4907662 w 12192000"/>
              <a:gd name="connsiteY77" fmla="*/ 1816900 h 2237474"/>
              <a:gd name="connsiteX78" fmla="*/ 4882386 w 12192000"/>
              <a:gd name="connsiteY78" fmla="*/ 1809844 h 2237474"/>
              <a:gd name="connsiteX79" fmla="*/ 4811440 w 12192000"/>
              <a:gd name="connsiteY79" fmla="*/ 1804655 h 2237474"/>
              <a:gd name="connsiteX80" fmla="*/ 4691075 w 12192000"/>
              <a:gd name="connsiteY80" fmla="*/ 1801389 h 2237474"/>
              <a:gd name="connsiteX81" fmla="*/ 4640313 w 12192000"/>
              <a:gd name="connsiteY81" fmla="*/ 1784307 h 2237474"/>
              <a:gd name="connsiteX82" fmla="*/ 4536503 w 12192000"/>
              <a:gd name="connsiteY82" fmla="*/ 1785334 h 2237474"/>
              <a:gd name="connsiteX83" fmla="*/ 4513724 w 12192000"/>
              <a:gd name="connsiteY83" fmla="*/ 1791996 h 2237474"/>
              <a:gd name="connsiteX84" fmla="*/ 4459810 w 12192000"/>
              <a:gd name="connsiteY84" fmla="*/ 1797886 h 2237474"/>
              <a:gd name="connsiteX85" fmla="*/ 4379064 w 12192000"/>
              <a:gd name="connsiteY85" fmla="*/ 1817177 h 2237474"/>
              <a:gd name="connsiteX86" fmla="*/ 4290981 w 12192000"/>
              <a:gd name="connsiteY86" fmla="*/ 1839677 h 2237474"/>
              <a:gd name="connsiteX87" fmla="*/ 4238372 w 12192000"/>
              <a:gd name="connsiteY87" fmla="*/ 1851480 h 2237474"/>
              <a:gd name="connsiteX88" fmla="*/ 4232517 w 12192000"/>
              <a:gd name="connsiteY88" fmla="*/ 1852567 h 2237474"/>
              <a:gd name="connsiteX89" fmla="*/ 4191732 w 12192000"/>
              <a:gd name="connsiteY89" fmla="*/ 1857328 h 2237474"/>
              <a:gd name="connsiteX90" fmla="*/ 4065532 w 12192000"/>
              <a:gd name="connsiteY90" fmla="*/ 1855477 h 2237474"/>
              <a:gd name="connsiteX91" fmla="*/ 4028460 w 12192000"/>
              <a:gd name="connsiteY91" fmla="*/ 1855137 h 2237474"/>
              <a:gd name="connsiteX92" fmla="*/ 4002267 w 12192000"/>
              <a:gd name="connsiteY92" fmla="*/ 1852352 h 2237474"/>
              <a:gd name="connsiteX93" fmla="*/ 3931396 w 12192000"/>
              <a:gd name="connsiteY93" fmla="*/ 1858915 h 2237474"/>
              <a:gd name="connsiteX94" fmla="*/ 3812162 w 12192000"/>
              <a:gd name="connsiteY94" fmla="*/ 1875501 h 2237474"/>
              <a:gd name="connsiteX95" fmla="*/ 3758105 w 12192000"/>
              <a:gd name="connsiteY95" fmla="*/ 1871856 h 2237474"/>
              <a:gd name="connsiteX96" fmla="*/ 3715896 w 12192000"/>
              <a:gd name="connsiteY96" fmla="*/ 1881552 h 2237474"/>
              <a:gd name="connsiteX97" fmla="*/ 3567259 w 12192000"/>
              <a:gd name="connsiteY97" fmla="*/ 1893482 h 2237474"/>
              <a:gd name="connsiteX98" fmla="*/ 3405770 w 12192000"/>
              <a:gd name="connsiteY98" fmla="*/ 1904591 h 2237474"/>
              <a:gd name="connsiteX99" fmla="*/ 3280097 w 12192000"/>
              <a:gd name="connsiteY99" fmla="*/ 1919610 h 2237474"/>
              <a:gd name="connsiteX100" fmla="*/ 3009910 w 12192000"/>
              <a:gd name="connsiteY100" fmla="*/ 1957866 h 2237474"/>
              <a:gd name="connsiteX101" fmla="*/ 2995934 w 12192000"/>
              <a:gd name="connsiteY101" fmla="*/ 1967085 h 2237474"/>
              <a:gd name="connsiteX102" fmla="*/ 2942858 w 12192000"/>
              <a:gd name="connsiteY102" fmla="*/ 1981367 h 2237474"/>
              <a:gd name="connsiteX103" fmla="*/ 2875436 w 12192000"/>
              <a:gd name="connsiteY103" fmla="*/ 1996977 h 2237474"/>
              <a:gd name="connsiteX104" fmla="*/ 2874892 w 12192000"/>
              <a:gd name="connsiteY104" fmla="*/ 1996085 h 2237474"/>
              <a:gd name="connsiteX105" fmla="*/ 2843662 w 12192000"/>
              <a:gd name="connsiteY105" fmla="*/ 1992498 h 2237474"/>
              <a:gd name="connsiteX106" fmla="*/ 2718916 w 12192000"/>
              <a:gd name="connsiteY106" fmla="*/ 1990867 h 2237474"/>
              <a:gd name="connsiteX107" fmla="*/ 2713522 w 12192000"/>
              <a:gd name="connsiteY107" fmla="*/ 1990173 h 2237474"/>
              <a:gd name="connsiteX108" fmla="*/ 2476147 w 12192000"/>
              <a:gd name="connsiteY108" fmla="*/ 1998305 h 2237474"/>
              <a:gd name="connsiteX109" fmla="*/ 2373568 w 12192000"/>
              <a:gd name="connsiteY109" fmla="*/ 2003219 h 2237474"/>
              <a:gd name="connsiteX110" fmla="*/ 2287219 w 12192000"/>
              <a:gd name="connsiteY110" fmla="*/ 1998750 h 2237474"/>
              <a:gd name="connsiteX111" fmla="*/ 2243069 w 12192000"/>
              <a:gd name="connsiteY111" fmla="*/ 2005321 h 2237474"/>
              <a:gd name="connsiteX112" fmla="*/ 2164831 w 12192000"/>
              <a:gd name="connsiteY112" fmla="*/ 2010143 h 2237474"/>
              <a:gd name="connsiteX113" fmla="*/ 2085228 w 12192000"/>
              <a:gd name="connsiteY113" fmla="*/ 2046431 h 2237474"/>
              <a:gd name="connsiteX114" fmla="*/ 2058061 w 12192000"/>
              <a:gd name="connsiteY114" fmla="*/ 2047942 h 2237474"/>
              <a:gd name="connsiteX115" fmla="*/ 2042244 w 12192000"/>
              <a:gd name="connsiteY115" fmla="*/ 2055560 h 2237474"/>
              <a:gd name="connsiteX116" fmla="*/ 1877728 w 12192000"/>
              <a:gd name="connsiteY116" fmla="*/ 2101004 h 2237474"/>
              <a:gd name="connsiteX117" fmla="*/ 1759056 w 12192000"/>
              <a:gd name="connsiteY117" fmla="*/ 2125608 h 2237474"/>
              <a:gd name="connsiteX118" fmla="*/ 1637948 w 12192000"/>
              <a:gd name="connsiteY118" fmla="*/ 2172597 h 2237474"/>
              <a:gd name="connsiteX119" fmla="*/ 1434549 w 12192000"/>
              <a:gd name="connsiteY119" fmla="*/ 2234522 h 2237474"/>
              <a:gd name="connsiteX120" fmla="*/ 1398481 w 12192000"/>
              <a:gd name="connsiteY120" fmla="*/ 2237074 h 2237474"/>
              <a:gd name="connsiteX121" fmla="*/ 1398407 w 12192000"/>
              <a:gd name="connsiteY121" fmla="*/ 2237095 h 2237474"/>
              <a:gd name="connsiteX122" fmla="*/ 1370962 w 12192000"/>
              <a:gd name="connsiteY122" fmla="*/ 2237474 h 2237474"/>
              <a:gd name="connsiteX123" fmla="*/ 1356367 w 12192000"/>
              <a:gd name="connsiteY123" fmla="*/ 2235089 h 2237474"/>
              <a:gd name="connsiteX124" fmla="*/ 1279765 w 12192000"/>
              <a:gd name="connsiteY124" fmla="*/ 2229639 h 2237474"/>
              <a:gd name="connsiteX125" fmla="*/ 1195347 w 12192000"/>
              <a:gd name="connsiteY125" fmla="*/ 2212354 h 2237474"/>
              <a:gd name="connsiteX126" fmla="*/ 970251 w 12192000"/>
              <a:gd name="connsiteY126" fmla="*/ 2221029 h 2237474"/>
              <a:gd name="connsiteX127" fmla="*/ 812914 w 12192000"/>
              <a:gd name="connsiteY127" fmla="*/ 2210095 h 2237474"/>
              <a:gd name="connsiteX128" fmla="*/ 776382 w 12192000"/>
              <a:gd name="connsiteY128" fmla="*/ 2204512 h 2237474"/>
              <a:gd name="connsiteX129" fmla="*/ 597225 w 12192000"/>
              <a:gd name="connsiteY129" fmla="*/ 2180999 h 2237474"/>
              <a:gd name="connsiteX130" fmla="*/ 520671 w 12192000"/>
              <a:gd name="connsiteY130" fmla="*/ 2180980 h 2237474"/>
              <a:gd name="connsiteX131" fmla="*/ 515024 w 12192000"/>
              <a:gd name="connsiteY131" fmla="*/ 2179258 h 2237474"/>
              <a:gd name="connsiteX132" fmla="*/ 413835 w 12192000"/>
              <a:gd name="connsiteY132" fmla="*/ 2156783 h 2237474"/>
              <a:gd name="connsiteX133" fmla="*/ 376513 w 12192000"/>
              <a:gd name="connsiteY133" fmla="*/ 2154014 h 2237474"/>
              <a:gd name="connsiteX134" fmla="*/ 273386 w 12192000"/>
              <a:gd name="connsiteY134" fmla="*/ 2142551 h 2237474"/>
              <a:gd name="connsiteX135" fmla="*/ 169207 w 12192000"/>
              <a:gd name="connsiteY135" fmla="*/ 2128100 h 2237474"/>
              <a:gd name="connsiteX136" fmla="*/ 77641 w 12192000"/>
              <a:gd name="connsiteY136" fmla="*/ 2126835 h 2237474"/>
              <a:gd name="connsiteX137" fmla="*/ 37645 w 12192000"/>
              <a:gd name="connsiteY137" fmla="*/ 2115401 h 2237474"/>
              <a:gd name="connsiteX138" fmla="*/ 4572 w 12192000"/>
              <a:gd name="connsiteY138" fmla="*/ 2111091 h 2237474"/>
              <a:gd name="connsiteX139" fmla="*/ 0 w 12192000"/>
              <a:gd name="connsiteY139" fmla="*/ 2110468 h 2237474"/>
              <a:gd name="connsiteX140" fmla="*/ 0 w 12192000"/>
              <a:gd name="connsiteY140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1890686 w 12192000"/>
              <a:gd name="connsiteY3" fmla="*/ 732766 h 2237474"/>
              <a:gd name="connsiteX4" fmla="*/ 11820512 w 12192000"/>
              <a:gd name="connsiteY4" fmla="*/ 745392 h 2237474"/>
              <a:gd name="connsiteX5" fmla="*/ 11649954 w 12192000"/>
              <a:gd name="connsiteY5" fmla="*/ 749628 h 2237474"/>
              <a:gd name="connsiteX6" fmla="*/ 11560424 w 12192000"/>
              <a:gd name="connsiteY6" fmla="*/ 748017 h 2237474"/>
              <a:gd name="connsiteX7" fmla="*/ 11358455 w 12192000"/>
              <a:gd name="connsiteY7" fmla="*/ 747593 h 2237474"/>
              <a:gd name="connsiteX8" fmla="*/ 11165209 w 12192000"/>
              <a:gd name="connsiteY8" fmla="*/ 748852 h 2237474"/>
              <a:gd name="connsiteX9" fmla="*/ 11058755 w 12192000"/>
              <a:gd name="connsiteY9" fmla="*/ 749617 h 2237474"/>
              <a:gd name="connsiteX10" fmla="*/ 10846594 w 12192000"/>
              <a:gd name="connsiteY10" fmla="*/ 765069 h 2237474"/>
              <a:gd name="connsiteX11" fmla="*/ 10739478 w 12192000"/>
              <a:gd name="connsiteY11" fmla="*/ 776841 h 2237474"/>
              <a:gd name="connsiteX12" fmla="*/ 10458762 w 12192000"/>
              <a:gd name="connsiteY12" fmla="*/ 755400 h 2237474"/>
              <a:gd name="connsiteX13" fmla="*/ 10211200 w 12192000"/>
              <a:gd name="connsiteY13" fmla="*/ 767513 h 2237474"/>
              <a:gd name="connsiteX14" fmla="*/ 10167995 w 12192000"/>
              <a:gd name="connsiteY14" fmla="*/ 760843 h 2237474"/>
              <a:gd name="connsiteX15" fmla="*/ 9997044 w 12192000"/>
              <a:gd name="connsiteY15" fmla="*/ 780129 h 2237474"/>
              <a:gd name="connsiteX16" fmla="*/ 9943887 w 12192000"/>
              <a:gd name="connsiteY16" fmla="*/ 804141 h 2237474"/>
              <a:gd name="connsiteX17" fmla="*/ 9918248 w 12192000"/>
              <a:gd name="connsiteY17" fmla="*/ 816628 h 2237474"/>
              <a:gd name="connsiteX18" fmla="*/ 9767091 w 12192000"/>
              <a:gd name="connsiteY18" fmla="*/ 870550 h 2237474"/>
              <a:gd name="connsiteX19" fmla="*/ 9683005 w 12192000"/>
              <a:gd name="connsiteY19" fmla="*/ 894128 h 2237474"/>
              <a:gd name="connsiteX20" fmla="*/ 9594438 w 12192000"/>
              <a:gd name="connsiteY20" fmla="*/ 919051 h 2237474"/>
              <a:gd name="connsiteX21" fmla="*/ 9544189 w 12192000"/>
              <a:gd name="connsiteY21" fmla="*/ 938966 h 2237474"/>
              <a:gd name="connsiteX22" fmla="*/ 9500499 w 12192000"/>
              <a:gd name="connsiteY22" fmla="*/ 954680 h 2237474"/>
              <a:gd name="connsiteX23" fmla="*/ 9410017 w 12192000"/>
              <a:gd name="connsiteY23" fmla="*/ 993931 h 2237474"/>
              <a:gd name="connsiteX24" fmla="*/ 9392919 w 12192000"/>
              <a:gd name="connsiteY24" fmla="*/ 994656 h 2237474"/>
              <a:gd name="connsiteX25" fmla="*/ 9268019 w 12192000"/>
              <a:gd name="connsiteY25" fmla="*/ 1007442 h 2237474"/>
              <a:gd name="connsiteX26" fmla="*/ 9188177 w 12192000"/>
              <a:gd name="connsiteY26" fmla="*/ 1035474 h 2237474"/>
              <a:gd name="connsiteX27" fmla="*/ 9155969 w 12192000"/>
              <a:gd name="connsiteY27" fmla="*/ 1046804 h 2237474"/>
              <a:gd name="connsiteX28" fmla="*/ 9133985 w 12192000"/>
              <a:gd name="connsiteY28" fmla="*/ 1046450 h 2237474"/>
              <a:gd name="connsiteX29" fmla="*/ 9003462 w 12192000"/>
              <a:gd name="connsiteY29" fmla="*/ 1042406 h 2237474"/>
              <a:gd name="connsiteX30" fmla="*/ 8968445 w 12192000"/>
              <a:gd name="connsiteY30" fmla="*/ 1052169 h 2237474"/>
              <a:gd name="connsiteX31" fmla="*/ 8886001 w 12192000"/>
              <a:gd name="connsiteY31" fmla="*/ 1067468 h 2237474"/>
              <a:gd name="connsiteX32" fmla="*/ 8838610 w 12192000"/>
              <a:gd name="connsiteY32" fmla="*/ 1075091 h 2237474"/>
              <a:gd name="connsiteX33" fmla="*/ 8750383 w 12192000"/>
              <a:gd name="connsiteY33" fmla="*/ 1097387 h 2237474"/>
              <a:gd name="connsiteX34" fmla="*/ 8665605 w 12192000"/>
              <a:gd name="connsiteY34" fmla="*/ 1110791 h 2237474"/>
              <a:gd name="connsiteX35" fmla="*/ 8584946 w 12192000"/>
              <a:gd name="connsiteY35" fmla="*/ 1135226 h 2237474"/>
              <a:gd name="connsiteX36" fmla="*/ 8419755 w 12192000"/>
              <a:gd name="connsiteY36" fmla="*/ 1216260 h 2237474"/>
              <a:gd name="connsiteX37" fmla="*/ 8411626 w 12192000"/>
              <a:gd name="connsiteY37" fmla="*/ 1214397 h 2237474"/>
              <a:gd name="connsiteX38" fmla="*/ 8363469 w 12192000"/>
              <a:gd name="connsiteY38" fmla="*/ 1246658 h 2237474"/>
              <a:gd name="connsiteX39" fmla="*/ 8275497 w 12192000"/>
              <a:gd name="connsiteY39" fmla="*/ 1264396 h 2237474"/>
              <a:gd name="connsiteX40" fmla="*/ 8074238 w 12192000"/>
              <a:gd name="connsiteY40" fmla="*/ 1301895 h 2237474"/>
              <a:gd name="connsiteX41" fmla="*/ 7942099 w 12192000"/>
              <a:gd name="connsiteY41" fmla="*/ 1336332 h 2237474"/>
              <a:gd name="connsiteX42" fmla="*/ 7902328 w 12192000"/>
              <a:gd name="connsiteY42" fmla="*/ 1345865 h 2237474"/>
              <a:gd name="connsiteX43" fmla="*/ 7840612 w 12192000"/>
              <a:gd name="connsiteY43" fmla="*/ 1369373 h 2237474"/>
              <a:gd name="connsiteX44" fmla="*/ 7786819 w 12192000"/>
              <a:gd name="connsiteY44" fmla="*/ 1378970 h 2237474"/>
              <a:gd name="connsiteX45" fmla="*/ 7548172 w 12192000"/>
              <a:gd name="connsiteY45" fmla="*/ 1417460 h 2237474"/>
              <a:gd name="connsiteX46" fmla="*/ 7483437 w 12192000"/>
              <a:gd name="connsiteY46" fmla="*/ 1478152 h 2237474"/>
              <a:gd name="connsiteX47" fmla="*/ 7377870 w 12192000"/>
              <a:gd name="connsiteY47" fmla="*/ 1523319 h 2237474"/>
              <a:gd name="connsiteX48" fmla="*/ 7230737 w 12192000"/>
              <a:gd name="connsiteY48" fmla="*/ 1562633 h 2237474"/>
              <a:gd name="connsiteX49" fmla="*/ 7224458 w 12192000"/>
              <a:gd name="connsiteY49" fmla="*/ 1573008 h 2237474"/>
              <a:gd name="connsiteX50" fmla="*/ 7183121 w 12192000"/>
              <a:gd name="connsiteY50" fmla="*/ 1595162 h 2237474"/>
              <a:gd name="connsiteX51" fmla="*/ 7164601 w 12192000"/>
              <a:gd name="connsiteY51" fmla="*/ 1606490 h 2237474"/>
              <a:gd name="connsiteX52" fmla="*/ 6900177 w 12192000"/>
              <a:gd name="connsiteY52" fmla="*/ 1636016 h 2237474"/>
              <a:gd name="connsiteX53" fmla="*/ 6795372 w 12192000"/>
              <a:gd name="connsiteY53" fmla="*/ 1644845 h 2237474"/>
              <a:gd name="connsiteX54" fmla="*/ 6692251 w 12192000"/>
              <a:gd name="connsiteY54" fmla="*/ 1656357 h 2237474"/>
              <a:gd name="connsiteX55" fmla="*/ 6655235 w 12192000"/>
              <a:gd name="connsiteY55" fmla="*/ 1661869 h 2237474"/>
              <a:gd name="connsiteX56" fmla="*/ 6554894 w 12192000"/>
              <a:gd name="connsiteY56" fmla="*/ 1664428 h 2237474"/>
              <a:gd name="connsiteX57" fmla="*/ 6516595 w 12192000"/>
              <a:gd name="connsiteY57" fmla="*/ 1667475 h 2237474"/>
              <a:gd name="connsiteX58" fmla="*/ 6508541 w 12192000"/>
              <a:gd name="connsiteY58" fmla="*/ 1668757 h 2237474"/>
              <a:gd name="connsiteX59" fmla="*/ 6471012 w 12192000"/>
              <a:gd name="connsiteY59" fmla="*/ 1678604 h 2237474"/>
              <a:gd name="connsiteX60" fmla="*/ 6364035 w 12192000"/>
              <a:gd name="connsiteY60" fmla="*/ 1667683 h 2237474"/>
              <a:gd name="connsiteX61" fmla="*/ 6280959 w 12192000"/>
              <a:gd name="connsiteY61" fmla="*/ 1689329 h 2237474"/>
              <a:gd name="connsiteX62" fmla="*/ 6243319 w 12192000"/>
              <a:gd name="connsiteY62" fmla="*/ 1695560 h 2237474"/>
              <a:gd name="connsiteX63" fmla="*/ 6098321 w 12192000"/>
              <a:gd name="connsiteY63" fmla="*/ 1721646 h 2237474"/>
              <a:gd name="connsiteX64" fmla="*/ 5880652 w 12192000"/>
              <a:gd name="connsiteY64" fmla="*/ 1779643 h 2237474"/>
              <a:gd name="connsiteX65" fmla="*/ 5785959 w 12192000"/>
              <a:gd name="connsiteY65" fmla="*/ 1775307 h 2237474"/>
              <a:gd name="connsiteX66" fmla="*/ 5643534 w 12192000"/>
              <a:gd name="connsiteY66" fmla="*/ 1802919 h 2237474"/>
              <a:gd name="connsiteX67" fmla="*/ 5518799 w 12192000"/>
              <a:gd name="connsiteY67" fmla="*/ 1818312 h 2237474"/>
              <a:gd name="connsiteX68" fmla="*/ 5505014 w 12192000"/>
              <a:gd name="connsiteY68" fmla="*/ 1819259 h 2237474"/>
              <a:gd name="connsiteX69" fmla="*/ 5453307 w 12192000"/>
              <a:gd name="connsiteY69" fmla="*/ 1815450 h 2237474"/>
              <a:gd name="connsiteX70" fmla="*/ 5221533 w 12192000"/>
              <a:gd name="connsiteY70" fmla="*/ 1846950 h 2237474"/>
              <a:gd name="connsiteX71" fmla="*/ 5149802 w 12192000"/>
              <a:gd name="connsiteY71" fmla="*/ 1844846 h 2237474"/>
              <a:gd name="connsiteX72" fmla="*/ 5114927 w 12192000"/>
              <a:gd name="connsiteY72" fmla="*/ 1847827 h 2237474"/>
              <a:gd name="connsiteX73" fmla="*/ 5108970 w 12192000"/>
              <a:gd name="connsiteY73" fmla="*/ 1847935 h 2237474"/>
              <a:gd name="connsiteX74" fmla="*/ 5067961 w 12192000"/>
              <a:gd name="connsiteY74" fmla="*/ 1845917 h 2237474"/>
              <a:gd name="connsiteX75" fmla="*/ 5007075 w 12192000"/>
              <a:gd name="connsiteY75" fmla="*/ 1838626 h 2237474"/>
              <a:gd name="connsiteX76" fmla="*/ 4944087 w 12192000"/>
              <a:gd name="connsiteY76" fmla="*/ 1823332 h 2237474"/>
              <a:gd name="connsiteX77" fmla="*/ 4907662 w 12192000"/>
              <a:gd name="connsiteY77" fmla="*/ 1816900 h 2237474"/>
              <a:gd name="connsiteX78" fmla="*/ 4882386 w 12192000"/>
              <a:gd name="connsiteY78" fmla="*/ 1809844 h 2237474"/>
              <a:gd name="connsiteX79" fmla="*/ 4811440 w 12192000"/>
              <a:gd name="connsiteY79" fmla="*/ 1804655 h 2237474"/>
              <a:gd name="connsiteX80" fmla="*/ 4691075 w 12192000"/>
              <a:gd name="connsiteY80" fmla="*/ 1801389 h 2237474"/>
              <a:gd name="connsiteX81" fmla="*/ 4640313 w 12192000"/>
              <a:gd name="connsiteY81" fmla="*/ 1784307 h 2237474"/>
              <a:gd name="connsiteX82" fmla="*/ 4536503 w 12192000"/>
              <a:gd name="connsiteY82" fmla="*/ 1785334 h 2237474"/>
              <a:gd name="connsiteX83" fmla="*/ 4513724 w 12192000"/>
              <a:gd name="connsiteY83" fmla="*/ 1791996 h 2237474"/>
              <a:gd name="connsiteX84" fmla="*/ 4459810 w 12192000"/>
              <a:gd name="connsiteY84" fmla="*/ 1797886 h 2237474"/>
              <a:gd name="connsiteX85" fmla="*/ 4379064 w 12192000"/>
              <a:gd name="connsiteY85" fmla="*/ 1817177 h 2237474"/>
              <a:gd name="connsiteX86" fmla="*/ 4290981 w 12192000"/>
              <a:gd name="connsiteY86" fmla="*/ 1839677 h 2237474"/>
              <a:gd name="connsiteX87" fmla="*/ 4238372 w 12192000"/>
              <a:gd name="connsiteY87" fmla="*/ 1851480 h 2237474"/>
              <a:gd name="connsiteX88" fmla="*/ 4232517 w 12192000"/>
              <a:gd name="connsiteY88" fmla="*/ 1852567 h 2237474"/>
              <a:gd name="connsiteX89" fmla="*/ 4191732 w 12192000"/>
              <a:gd name="connsiteY89" fmla="*/ 1857328 h 2237474"/>
              <a:gd name="connsiteX90" fmla="*/ 4065532 w 12192000"/>
              <a:gd name="connsiteY90" fmla="*/ 1855477 h 2237474"/>
              <a:gd name="connsiteX91" fmla="*/ 4028460 w 12192000"/>
              <a:gd name="connsiteY91" fmla="*/ 1855137 h 2237474"/>
              <a:gd name="connsiteX92" fmla="*/ 4002267 w 12192000"/>
              <a:gd name="connsiteY92" fmla="*/ 1852352 h 2237474"/>
              <a:gd name="connsiteX93" fmla="*/ 3931396 w 12192000"/>
              <a:gd name="connsiteY93" fmla="*/ 1858915 h 2237474"/>
              <a:gd name="connsiteX94" fmla="*/ 3812162 w 12192000"/>
              <a:gd name="connsiteY94" fmla="*/ 1875501 h 2237474"/>
              <a:gd name="connsiteX95" fmla="*/ 3758105 w 12192000"/>
              <a:gd name="connsiteY95" fmla="*/ 1871856 h 2237474"/>
              <a:gd name="connsiteX96" fmla="*/ 3715896 w 12192000"/>
              <a:gd name="connsiteY96" fmla="*/ 1881552 h 2237474"/>
              <a:gd name="connsiteX97" fmla="*/ 3567259 w 12192000"/>
              <a:gd name="connsiteY97" fmla="*/ 1893482 h 2237474"/>
              <a:gd name="connsiteX98" fmla="*/ 3405770 w 12192000"/>
              <a:gd name="connsiteY98" fmla="*/ 1904591 h 2237474"/>
              <a:gd name="connsiteX99" fmla="*/ 3280097 w 12192000"/>
              <a:gd name="connsiteY99" fmla="*/ 1919610 h 2237474"/>
              <a:gd name="connsiteX100" fmla="*/ 3009910 w 12192000"/>
              <a:gd name="connsiteY100" fmla="*/ 1957866 h 2237474"/>
              <a:gd name="connsiteX101" fmla="*/ 2995934 w 12192000"/>
              <a:gd name="connsiteY101" fmla="*/ 1967085 h 2237474"/>
              <a:gd name="connsiteX102" fmla="*/ 2942858 w 12192000"/>
              <a:gd name="connsiteY102" fmla="*/ 1981367 h 2237474"/>
              <a:gd name="connsiteX103" fmla="*/ 2875436 w 12192000"/>
              <a:gd name="connsiteY103" fmla="*/ 1996977 h 2237474"/>
              <a:gd name="connsiteX104" fmla="*/ 2874892 w 12192000"/>
              <a:gd name="connsiteY104" fmla="*/ 1996085 h 2237474"/>
              <a:gd name="connsiteX105" fmla="*/ 2843662 w 12192000"/>
              <a:gd name="connsiteY105" fmla="*/ 1992498 h 2237474"/>
              <a:gd name="connsiteX106" fmla="*/ 2718916 w 12192000"/>
              <a:gd name="connsiteY106" fmla="*/ 1990867 h 2237474"/>
              <a:gd name="connsiteX107" fmla="*/ 2713522 w 12192000"/>
              <a:gd name="connsiteY107" fmla="*/ 1990173 h 2237474"/>
              <a:gd name="connsiteX108" fmla="*/ 2476147 w 12192000"/>
              <a:gd name="connsiteY108" fmla="*/ 1998305 h 2237474"/>
              <a:gd name="connsiteX109" fmla="*/ 2373568 w 12192000"/>
              <a:gd name="connsiteY109" fmla="*/ 2003219 h 2237474"/>
              <a:gd name="connsiteX110" fmla="*/ 2287219 w 12192000"/>
              <a:gd name="connsiteY110" fmla="*/ 1998750 h 2237474"/>
              <a:gd name="connsiteX111" fmla="*/ 2243069 w 12192000"/>
              <a:gd name="connsiteY111" fmla="*/ 2005321 h 2237474"/>
              <a:gd name="connsiteX112" fmla="*/ 2164831 w 12192000"/>
              <a:gd name="connsiteY112" fmla="*/ 2010143 h 2237474"/>
              <a:gd name="connsiteX113" fmla="*/ 2085228 w 12192000"/>
              <a:gd name="connsiteY113" fmla="*/ 2046431 h 2237474"/>
              <a:gd name="connsiteX114" fmla="*/ 2058061 w 12192000"/>
              <a:gd name="connsiteY114" fmla="*/ 2047942 h 2237474"/>
              <a:gd name="connsiteX115" fmla="*/ 2042244 w 12192000"/>
              <a:gd name="connsiteY115" fmla="*/ 2055560 h 2237474"/>
              <a:gd name="connsiteX116" fmla="*/ 1877728 w 12192000"/>
              <a:gd name="connsiteY116" fmla="*/ 2101004 h 2237474"/>
              <a:gd name="connsiteX117" fmla="*/ 1759056 w 12192000"/>
              <a:gd name="connsiteY117" fmla="*/ 2125608 h 2237474"/>
              <a:gd name="connsiteX118" fmla="*/ 1637948 w 12192000"/>
              <a:gd name="connsiteY118" fmla="*/ 2172597 h 2237474"/>
              <a:gd name="connsiteX119" fmla="*/ 1434549 w 12192000"/>
              <a:gd name="connsiteY119" fmla="*/ 2234522 h 2237474"/>
              <a:gd name="connsiteX120" fmla="*/ 1398481 w 12192000"/>
              <a:gd name="connsiteY120" fmla="*/ 2237074 h 2237474"/>
              <a:gd name="connsiteX121" fmla="*/ 1398407 w 12192000"/>
              <a:gd name="connsiteY121" fmla="*/ 2237095 h 2237474"/>
              <a:gd name="connsiteX122" fmla="*/ 1370962 w 12192000"/>
              <a:gd name="connsiteY122" fmla="*/ 2237474 h 2237474"/>
              <a:gd name="connsiteX123" fmla="*/ 1356367 w 12192000"/>
              <a:gd name="connsiteY123" fmla="*/ 2235089 h 2237474"/>
              <a:gd name="connsiteX124" fmla="*/ 1279765 w 12192000"/>
              <a:gd name="connsiteY124" fmla="*/ 2229639 h 2237474"/>
              <a:gd name="connsiteX125" fmla="*/ 1195347 w 12192000"/>
              <a:gd name="connsiteY125" fmla="*/ 2212354 h 2237474"/>
              <a:gd name="connsiteX126" fmla="*/ 970251 w 12192000"/>
              <a:gd name="connsiteY126" fmla="*/ 2221029 h 2237474"/>
              <a:gd name="connsiteX127" fmla="*/ 812914 w 12192000"/>
              <a:gd name="connsiteY127" fmla="*/ 2210095 h 2237474"/>
              <a:gd name="connsiteX128" fmla="*/ 776382 w 12192000"/>
              <a:gd name="connsiteY128" fmla="*/ 2204512 h 2237474"/>
              <a:gd name="connsiteX129" fmla="*/ 597225 w 12192000"/>
              <a:gd name="connsiteY129" fmla="*/ 2180999 h 2237474"/>
              <a:gd name="connsiteX130" fmla="*/ 520671 w 12192000"/>
              <a:gd name="connsiteY130" fmla="*/ 2180980 h 2237474"/>
              <a:gd name="connsiteX131" fmla="*/ 515024 w 12192000"/>
              <a:gd name="connsiteY131" fmla="*/ 2179258 h 2237474"/>
              <a:gd name="connsiteX132" fmla="*/ 413835 w 12192000"/>
              <a:gd name="connsiteY132" fmla="*/ 2156783 h 2237474"/>
              <a:gd name="connsiteX133" fmla="*/ 376513 w 12192000"/>
              <a:gd name="connsiteY133" fmla="*/ 2154014 h 2237474"/>
              <a:gd name="connsiteX134" fmla="*/ 273386 w 12192000"/>
              <a:gd name="connsiteY134" fmla="*/ 2142551 h 2237474"/>
              <a:gd name="connsiteX135" fmla="*/ 169207 w 12192000"/>
              <a:gd name="connsiteY135" fmla="*/ 2128100 h 2237474"/>
              <a:gd name="connsiteX136" fmla="*/ 77641 w 12192000"/>
              <a:gd name="connsiteY136" fmla="*/ 2126835 h 2237474"/>
              <a:gd name="connsiteX137" fmla="*/ 37645 w 12192000"/>
              <a:gd name="connsiteY137" fmla="*/ 2115401 h 2237474"/>
              <a:gd name="connsiteX138" fmla="*/ 4572 w 12192000"/>
              <a:gd name="connsiteY138" fmla="*/ 2111091 h 2237474"/>
              <a:gd name="connsiteX139" fmla="*/ 0 w 12192000"/>
              <a:gd name="connsiteY139" fmla="*/ 2110468 h 2237474"/>
              <a:gd name="connsiteX140" fmla="*/ 0 w 12192000"/>
              <a:gd name="connsiteY140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1890686 w 12192000"/>
              <a:gd name="connsiteY3" fmla="*/ 732766 h 2237474"/>
              <a:gd name="connsiteX4" fmla="*/ 11820512 w 12192000"/>
              <a:gd name="connsiteY4" fmla="*/ 745392 h 2237474"/>
              <a:gd name="connsiteX5" fmla="*/ 11649954 w 12192000"/>
              <a:gd name="connsiteY5" fmla="*/ 749628 h 2237474"/>
              <a:gd name="connsiteX6" fmla="*/ 11560424 w 12192000"/>
              <a:gd name="connsiteY6" fmla="*/ 748017 h 2237474"/>
              <a:gd name="connsiteX7" fmla="*/ 11358455 w 12192000"/>
              <a:gd name="connsiteY7" fmla="*/ 747593 h 2237474"/>
              <a:gd name="connsiteX8" fmla="*/ 11165209 w 12192000"/>
              <a:gd name="connsiteY8" fmla="*/ 748852 h 2237474"/>
              <a:gd name="connsiteX9" fmla="*/ 11058755 w 12192000"/>
              <a:gd name="connsiteY9" fmla="*/ 749617 h 2237474"/>
              <a:gd name="connsiteX10" fmla="*/ 10846594 w 12192000"/>
              <a:gd name="connsiteY10" fmla="*/ 765069 h 2237474"/>
              <a:gd name="connsiteX11" fmla="*/ 10739478 w 12192000"/>
              <a:gd name="connsiteY11" fmla="*/ 776841 h 2237474"/>
              <a:gd name="connsiteX12" fmla="*/ 10458762 w 12192000"/>
              <a:gd name="connsiteY12" fmla="*/ 755400 h 2237474"/>
              <a:gd name="connsiteX13" fmla="*/ 10211200 w 12192000"/>
              <a:gd name="connsiteY13" fmla="*/ 767513 h 2237474"/>
              <a:gd name="connsiteX14" fmla="*/ 10167995 w 12192000"/>
              <a:gd name="connsiteY14" fmla="*/ 760843 h 2237474"/>
              <a:gd name="connsiteX15" fmla="*/ 9997044 w 12192000"/>
              <a:gd name="connsiteY15" fmla="*/ 780129 h 2237474"/>
              <a:gd name="connsiteX16" fmla="*/ 9943887 w 12192000"/>
              <a:gd name="connsiteY16" fmla="*/ 804141 h 2237474"/>
              <a:gd name="connsiteX17" fmla="*/ 9918248 w 12192000"/>
              <a:gd name="connsiteY17" fmla="*/ 816628 h 2237474"/>
              <a:gd name="connsiteX18" fmla="*/ 9767091 w 12192000"/>
              <a:gd name="connsiteY18" fmla="*/ 870550 h 2237474"/>
              <a:gd name="connsiteX19" fmla="*/ 9683005 w 12192000"/>
              <a:gd name="connsiteY19" fmla="*/ 894128 h 2237474"/>
              <a:gd name="connsiteX20" fmla="*/ 9594438 w 12192000"/>
              <a:gd name="connsiteY20" fmla="*/ 919051 h 2237474"/>
              <a:gd name="connsiteX21" fmla="*/ 9544189 w 12192000"/>
              <a:gd name="connsiteY21" fmla="*/ 938966 h 2237474"/>
              <a:gd name="connsiteX22" fmla="*/ 9500499 w 12192000"/>
              <a:gd name="connsiteY22" fmla="*/ 954680 h 2237474"/>
              <a:gd name="connsiteX23" fmla="*/ 9410017 w 12192000"/>
              <a:gd name="connsiteY23" fmla="*/ 993931 h 2237474"/>
              <a:gd name="connsiteX24" fmla="*/ 9392919 w 12192000"/>
              <a:gd name="connsiteY24" fmla="*/ 994656 h 2237474"/>
              <a:gd name="connsiteX25" fmla="*/ 9268019 w 12192000"/>
              <a:gd name="connsiteY25" fmla="*/ 1007442 h 2237474"/>
              <a:gd name="connsiteX26" fmla="*/ 9188177 w 12192000"/>
              <a:gd name="connsiteY26" fmla="*/ 1035474 h 2237474"/>
              <a:gd name="connsiteX27" fmla="*/ 9155969 w 12192000"/>
              <a:gd name="connsiteY27" fmla="*/ 1046804 h 2237474"/>
              <a:gd name="connsiteX28" fmla="*/ 9133985 w 12192000"/>
              <a:gd name="connsiteY28" fmla="*/ 1046450 h 2237474"/>
              <a:gd name="connsiteX29" fmla="*/ 9003462 w 12192000"/>
              <a:gd name="connsiteY29" fmla="*/ 1042406 h 2237474"/>
              <a:gd name="connsiteX30" fmla="*/ 8968445 w 12192000"/>
              <a:gd name="connsiteY30" fmla="*/ 1052169 h 2237474"/>
              <a:gd name="connsiteX31" fmla="*/ 8886001 w 12192000"/>
              <a:gd name="connsiteY31" fmla="*/ 1067468 h 2237474"/>
              <a:gd name="connsiteX32" fmla="*/ 8838610 w 12192000"/>
              <a:gd name="connsiteY32" fmla="*/ 1075091 h 2237474"/>
              <a:gd name="connsiteX33" fmla="*/ 8750383 w 12192000"/>
              <a:gd name="connsiteY33" fmla="*/ 1097387 h 2237474"/>
              <a:gd name="connsiteX34" fmla="*/ 8665605 w 12192000"/>
              <a:gd name="connsiteY34" fmla="*/ 1110791 h 2237474"/>
              <a:gd name="connsiteX35" fmla="*/ 8584946 w 12192000"/>
              <a:gd name="connsiteY35" fmla="*/ 1135226 h 2237474"/>
              <a:gd name="connsiteX36" fmla="*/ 8419755 w 12192000"/>
              <a:gd name="connsiteY36" fmla="*/ 1216260 h 2237474"/>
              <a:gd name="connsiteX37" fmla="*/ 8411626 w 12192000"/>
              <a:gd name="connsiteY37" fmla="*/ 1214397 h 2237474"/>
              <a:gd name="connsiteX38" fmla="*/ 8363469 w 12192000"/>
              <a:gd name="connsiteY38" fmla="*/ 1246658 h 2237474"/>
              <a:gd name="connsiteX39" fmla="*/ 8275497 w 12192000"/>
              <a:gd name="connsiteY39" fmla="*/ 1264396 h 2237474"/>
              <a:gd name="connsiteX40" fmla="*/ 8074238 w 12192000"/>
              <a:gd name="connsiteY40" fmla="*/ 1301895 h 2237474"/>
              <a:gd name="connsiteX41" fmla="*/ 7942099 w 12192000"/>
              <a:gd name="connsiteY41" fmla="*/ 1336332 h 2237474"/>
              <a:gd name="connsiteX42" fmla="*/ 7902328 w 12192000"/>
              <a:gd name="connsiteY42" fmla="*/ 1345865 h 2237474"/>
              <a:gd name="connsiteX43" fmla="*/ 7840612 w 12192000"/>
              <a:gd name="connsiteY43" fmla="*/ 1369373 h 2237474"/>
              <a:gd name="connsiteX44" fmla="*/ 7786819 w 12192000"/>
              <a:gd name="connsiteY44" fmla="*/ 1378970 h 2237474"/>
              <a:gd name="connsiteX45" fmla="*/ 7548172 w 12192000"/>
              <a:gd name="connsiteY45" fmla="*/ 1417460 h 2237474"/>
              <a:gd name="connsiteX46" fmla="*/ 7483437 w 12192000"/>
              <a:gd name="connsiteY46" fmla="*/ 1478152 h 2237474"/>
              <a:gd name="connsiteX47" fmla="*/ 7377870 w 12192000"/>
              <a:gd name="connsiteY47" fmla="*/ 1523319 h 2237474"/>
              <a:gd name="connsiteX48" fmla="*/ 7230737 w 12192000"/>
              <a:gd name="connsiteY48" fmla="*/ 1562633 h 2237474"/>
              <a:gd name="connsiteX49" fmla="*/ 7224458 w 12192000"/>
              <a:gd name="connsiteY49" fmla="*/ 1573008 h 2237474"/>
              <a:gd name="connsiteX50" fmla="*/ 7183121 w 12192000"/>
              <a:gd name="connsiteY50" fmla="*/ 1595162 h 2237474"/>
              <a:gd name="connsiteX51" fmla="*/ 7164601 w 12192000"/>
              <a:gd name="connsiteY51" fmla="*/ 1606490 h 2237474"/>
              <a:gd name="connsiteX52" fmla="*/ 6900177 w 12192000"/>
              <a:gd name="connsiteY52" fmla="*/ 1636016 h 2237474"/>
              <a:gd name="connsiteX53" fmla="*/ 6795372 w 12192000"/>
              <a:gd name="connsiteY53" fmla="*/ 1644845 h 2237474"/>
              <a:gd name="connsiteX54" fmla="*/ 6692251 w 12192000"/>
              <a:gd name="connsiteY54" fmla="*/ 1656357 h 2237474"/>
              <a:gd name="connsiteX55" fmla="*/ 6655235 w 12192000"/>
              <a:gd name="connsiteY55" fmla="*/ 1661869 h 2237474"/>
              <a:gd name="connsiteX56" fmla="*/ 6554894 w 12192000"/>
              <a:gd name="connsiteY56" fmla="*/ 1664428 h 2237474"/>
              <a:gd name="connsiteX57" fmla="*/ 6516595 w 12192000"/>
              <a:gd name="connsiteY57" fmla="*/ 1667475 h 2237474"/>
              <a:gd name="connsiteX58" fmla="*/ 6508541 w 12192000"/>
              <a:gd name="connsiteY58" fmla="*/ 1668757 h 2237474"/>
              <a:gd name="connsiteX59" fmla="*/ 6471012 w 12192000"/>
              <a:gd name="connsiteY59" fmla="*/ 1678604 h 2237474"/>
              <a:gd name="connsiteX60" fmla="*/ 6364035 w 12192000"/>
              <a:gd name="connsiteY60" fmla="*/ 1667683 h 2237474"/>
              <a:gd name="connsiteX61" fmla="*/ 6280959 w 12192000"/>
              <a:gd name="connsiteY61" fmla="*/ 1689329 h 2237474"/>
              <a:gd name="connsiteX62" fmla="*/ 6243319 w 12192000"/>
              <a:gd name="connsiteY62" fmla="*/ 1695560 h 2237474"/>
              <a:gd name="connsiteX63" fmla="*/ 6098321 w 12192000"/>
              <a:gd name="connsiteY63" fmla="*/ 1721646 h 2237474"/>
              <a:gd name="connsiteX64" fmla="*/ 5880652 w 12192000"/>
              <a:gd name="connsiteY64" fmla="*/ 1779643 h 2237474"/>
              <a:gd name="connsiteX65" fmla="*/ 5785959 w 12192000"/>
              <a:gd name="connsiteY65" fmla="*/ 1775307 h 2237474"/>
              <a:gd name="connsiteX66" fmla="*/ 5643534 w 12192000"/>
              <a:gd name="connsiteY66" fmla="*/ 1802919 h 2237474"/>
              <a:gd name="connsiteX67" fmla="*/ 5518799 w 12192000"/>
              <a:gd name="connsiteY67" fmla="*/ 1818312 h 2237474"/>
              <a:gd name="connsiteX68" fmla="*/ 5505014 w 12192000"/>
              <a:gd name="connsiteY68" fmla="*/ 1819259 h 2237474"/>
              <a:gd name="connsiteX69" fmla="*/ 5453307 w 12192000"/>
              <a:gd name="connsiteY69" fmla="*/ 1815450 h 2237474"/>
              <a:gd name="connsiteX70" fmla="*/ 5221533 w 12192000"/>
              <a:gd name="connsiteY70" fmla="*/ 1846950 h 2237474"/>
              <a:gd name="connsiteX71" fmla="*/ 5149802 w 12192000"/>
              <a:gd name="connsiteY71" fmla="*/ 1844846 h 2237474"/>
              <a:gd name="connsiteX72" fmla="*/ 5114927 w 12192000"/>
              <a:gd name="connsiteY72" fmla="*/ 1847827 h 2237474"/>
              <a:gd name="connsiteX73" fmla="*/ 5108970 w 12192000"/>
              <a:gd name="connsiteY73" fmla="*/ 1847935 h 2237474"/>
              <a:gd name="connsiteX74" fmla="*/ 5067961 w 12192000"/>
              <a:gd name="connsiteY74" fmla="*/ 1845917 h 2237474"/>
              <a:gd name="connsiteX75" fmla="*/ 5007075 w 12192000"/>
              <a:gd name="connsiteY75" fmla="*/ 1838626 h 2237474"/>
              <a:gd name="connsiteX76" fmla="*/ 4944087 w 12192000"/>
              <a:gd name="connsiteY76" fmla="*/ 1823332 h 2237474"/>
              <a:gd name="connsiteX77" fmla="*/ 4907662 w 12192000"/>
              <a:gd name="connsiteY77" fmla="*/ 1816900 h 2237474"/>
              <a:gd name="connsiteX78" fmla="*/ 4882386 w 12192000"/>
              <a:gd name="connsiteY78" fmla="*/ 1809844 h 2237474"/>
              <a:gd name="connsiteX79" fmla="*/ 4811440 w 12192000"/>
              <a:gd name="connsiteY79" fmla="*/ 1804655 h 2237474"/>
              <a:gd name="connsiteX80" fmla="*/ 4691075 w 12192000"/>
              <a:gd name="connsiteY80" fmla="*/ 1801389 h 2237474"/>
              <a:gd name="connsiteX81" fmla="*/ 4640313 w 12192000"/>
              <a:gd name="connsiteY81" fmla="*/ 1784307 h 2237474"/>
              <a:gd name="connsiteX82" fmla="*/ 4536503 w 12192000"/>
              <a:gd name="connsiteY82" fmla="*/ 1785334 h 2237474"/>
              <a:gd name="connsiteX83" fmla="*/ 4513724 w 12192000"/>
              <a:gd name="connsiteY83" fmla="*/ 1791996 h 2237474"/>
              <a:gd name="connsiteX84" fmla="*/ 4459810 w 12192000"/>
              <a:gd name="connsiteY84" fmla="*/ 1797886 h 2237474"/>
              <a:gd name="connsiteX85" fmla="*/ 4379064 w 12192000"/>
              <a:gd name="connsiteY85" fmla="*/ 1817177 h 2237474"/>
              <a:gd name="connsiteX86" fmla="*/ 4290981 w 12192000"/>
              <a:gd name="connsiteY86" fmla="*/ 1839677 h 2237474"/>
              <a:gd name="connsiteX87" fmla="*/ 4238372 w 12192000"/>
              <a:gd name="connsiteY87" fmla="*/ 1851480 h 2237474"/>
              <a:gd name="connsiteX88" fmla="*/ 4232517 w 12192000"/>
              <a:gd name="connsiteY88" fmla="*/ 1852567 h 2237474"/>
              <a:gd name="connsiteX89" fmla="*/ 4191732 w 12192000"/>
              <a:gd name="connsiteY89" fmla="*/ 1857328 h 2237474"/>
              <a:gd name="connsiteX90" fmla="*/ 4065532 w 12192000"/>
              <a:gd name="connsiteY90" fmla="*/ 1855477 h 2237474"/>
              <a:gd name="connsiteX91" fmla="*/ 4028460 w 12192000"/>
              <a:gd name="connsiteY91" fmla="*/ 1855137 h 2237474"/>
              <a:gd name="connsiteX92" fmla="*/ 4002267 w 12192000"/>
              <a:gd name="connsiteY92" fmla="*/ 1852352 h 2237474"/>
              <a:gd name="connsiteX93" fmla="*/ 3931396 w 12192000"/>
              <a:gd name="connsiteY93" fmla="*/ 1858915 h 2237474"/>
              <a:gd name="connsiteX94" fmla="*/ 3812162 w 12192000"/>
              <a:gd name="connsiteY94" fmla="*/ 1875501 h 2237474"/>
              <a:gd name="connsiteX95" fmla="*/ 3758105 w 12192000"/>
              <a:gd name="connsiteY95" fmla="*/ 1871856 h 2237474"/>
              <a:gd name="connsiteX96" fmla="*/ 3567259 w 12192000"/>
              <a:gd name="connsiteY96" fmla="*/ 1893482 h 2237474"/>
              <a:gd name="connsiteX97" fmla="*/ 3405770 w 12192000"/>
              <a:gd name="connsiteY97" fmla="*/ 1904591 h 2237474"/>
              <a:gd name="connsiteX98" fmla="*/ 3280097 w 12192000"/>
              <a:gd name="connsiteY98" fmla="*/ 1919610 h 2237474"/>
              <a:gd name="connsiteX99" fmla="*/ 3009910 w 12192000"/>
              <a:gd name="connsiteY99" fmla="*/ 1957866 h 2237474"/>
              <a:gd name="connsiteX100" fmla="*/ 2995934 w 12192000"/>
              <a:gd name="connsiteY100" fmla="*/ 1967085 h 2237474"/>
              <a:gd name="connsiteX101" fmla="*/ 2942858 w 12192000"/>
              <a:gd name="connsiteY101" fmla="*/ 1981367 h 2237474"/>
              <a:gd name="connsiteX102" fmla="*/ 2875436 w 12192000"/>
              <a:gd name="connsiteY102" fmla="*/ 1996977 h 2237474"/>
              <a:gd name="connsiteX103" fmla="*/ 2874892 w 12192000"/>
              <a:gd name="connsiteY103" fmla="*/ 1996085 h 2237474"/>
              <a:gd name="connsiteX104" fmla="*/ 2843662 w 12192000"/>
              <a:gd name="connsiteY104" fmla="*/ 1992498 h 2237474"/>
              <a:gd name="connsiteX105" fmla="*/ 2718916 w 12192000"/>
              <a:gd name="connsiteY105" fmla="*/ 1990867 h 2237474"/>
              <a:gd name="connsiteX106" fmla="*/ 2713522 w 12192000"/>
              <a:gd name="connsiteY106" fmla="*/ 1990173 h 2237474"/>
              <a:gd name="connsiteX107" fmla="*/ 2476147 w 12192000"/>
              <a:gd name="connsiteY107" fmla="*/ 1998305 h 2237474"/>
              <a:gd name="connsiteX108" fmla="*/ 2373568 w 12192000"/>
              <a:gd name="connsiteY108" fmla="*/ 2003219 h 2237474"/>
              <a:gd name="connsiteX109" fmla="*/ 2287219 w 12192000"/>
              <a:gd name="connsiteY109" fmla="*/ 1998750 h 2237474"/>
              <a:gd name="connsiteX110" fmla="*/ 2243069 w 12192000"/>
              <a:gd name="connsiteY110" fmla="*/ 2005321 h 2237474"/>
              <a:gd name="connsiteX111" fmla="*/ 2164831 w 12192000"/>
              <a:gd name="connsiteY111" fmla="*/ 2010143 h 2237474"/>
              <a:gd name="connsiteX112" fmla="*/ 2085228 w 12192000"/>
              <a:gd name="connsiteY112" fmla="*/ 2046431 h 2237474"/>
              <a:gd name="connsiteX113" fmla="*/ 2058061 w 12192000"/>
              <a:gd name="connsiteY113" fmla="*/ 2047942 h 2237474"/>
              <a:gd name="connsiteX114" fmla="*/ 2042244 w 12192000"/>
              <a:gd name="connsiteY114" fmla="*/ 2055560 h 2237474"/>
              <a:gd name="connsiteX115" fmla="*/ 1877728 w 12192000"/>
              <a:gd name="connsiteY115" fmla="*/ 2101004 h 2237474"/>
              <a:gd name="connsiteX116" fmla="*/ 1759056 w 12192000"/>
              <a:gd name="connsiteY116" fmla="*/ 2125608 h 2237474"/>
              <a:gd name="connsiteX117" fmla="*/ 1637948 w 12192000"/>
              <a:gd name="connsiteY117" fmla="*/ 2172597 h 2237474"/>
              <a:gd name="connsiteX118" fmla="*/ 1434549 w 12192000"/>
              <a:gd name="connsiteY118" fmla="*/ 2234522 h 2237474"/>
              <a:gd name="connsiteX119" fmla="*/ 1398481 w 12192000"/>
              <a:gd name="connsiteY119" fmla="*/ 2237074 h 2237474"/>
              <a:gd name="connsiteX120" fmla="*/ 1398407 w 12192000"/>
              <a:gd name="connsiteY120" fmla="*/ 2237095 h 2237474"/>
              <a:gd name="connsiteX121" fmla="*/ 1370962 w 12192000"/>
              <a:gd name="connsiteY121" fmla="*/ 2237474 h 2237474"/>
              <a:gd name="connsiteX122" fmla="*/ 1356367 w 12192000"/>
              <a:gd name="connsiteY122" fmla="*/ 2235089 h 2237474"/>
              <a:gd name="connsiteX123" fmla="*/ 1279765 w 12192000"/>
              <a:gd name="connsiteY123" fmla="*/ 2229639 h 2237474"/>
              <a:gd name="connsiteX124" fmla="*/ 1195347 w 12192000"/>
              <a:gd name="connsiteY124" fmla="*/ 2212354 h 2237474"/>
              <a:gd name="connsiteX125" fmla="*/ 970251 w 12192000"/>
              <a:gd name="connsiteY125" fmla="*/ 2221029 h 2237474"/>
              <a:gd name="connsiteX126" fmla="*/ 812914 w 12192000"/>
              <a:gd name="connsiteY126" fmla="*/ 2210095 h 2237474"/>
              <a:gd name="connsiteX127" fmla="*/ 776382 w 12192000"/>
              <a:gd name="connsiteY127" fmla="*/ 2204512 h 2237474"/>
              <a:gd name="connsiteX128" fmla="*/ 597225 w 12192000"/>
              <a:gd name="connsiteY128" fmla="*/ 2180999 h 2237474"/>
              <a:gd name="connsiteX129" fmla="*/ 520671 w 12192000"/>
              <a:gd name="connsiteY129" fmla="*/ 2180980 h 2237474"/>
              <a:gd name="connsiteX130" fmla="*/ 515024 w 12192000"/>
              <a:gd name="connsiteY130" fmla="*/ 2179258 h 2237474"/>
              <a:gd name="connsiteX131" fmla="*/ 413835 w 12192000"/>
              <a:gd name="connsiteY131" fmla="*/ 2156783 h 2237474"/>
              <a:gd name="connsiteX132" fmla="*/ 376513 w 12192000"/>
              <a:gd name="connsiteY132" fmla="*/ 2154014 h 2237474"/>
              <a:gd name="connsiteX133" fmla="*/ 273386 w 12192000"/>
              <a:gd name="connsiteY133" fmla="*/ 2142551 h 2237474"/>
              <a:gd name="connsiteX134" fmla="*/ 169207 w 12192000"/>
              <a:gd name="connsiteY134" fmla="*/ 2128100 h 2237474"/>
              <a:gd name="connsiteX135" fmla="*/ 77641 w 12192000"/>
              <a:gd name="connsiteY135" fmla="*/ 2126835 h 2237474"/>
              <a:gd name="connsiteX136" fmla="*/ 37645 w 12192000"/>
              <a:gd name="connsiteY136" fmla="*/ 2115401 h 2237474"/>
              <a:gd name="connsiteX137" fmla="*/ 4572 w 12192000"/>
              <a:gd name="connsiteY137" fmla="*/ 2111091 h 2237474"/>
              <a:gd name="connsiteX138" fmla="*/ 0 w 12192000"/>
              <a:gd name="connsiteY138" fmla="*/ 2110468 h 2237474"/>
              <a:gd name="connsiteX139" fmla="*/ 0 w 12192000"/>
              <a:gd name="connsiteY139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1890686 w 12192000"/>
              <a:gd name="connsiteY3" fmla="*/ 732766 h 2237474"/>
              <a:gd name="connsiteX4" fmla="*/ 11820512 w 12192000"/>
              <a:gd name="connsiteY4" fmla="*/ 745392 h 2237474"/>
              <a:gd name="connsiteX5" fmla="*/ 11649954 w 12192000"/>
              <a:gd name="connsiteY5" fmla="*/ 749628 h 2237474"/>
              <a:gd name="connsiteX6" fmla="*/ 11560424 w 12192000"/>
              <a:gd name="connsiteY6" fmla="*/ 748017 h 2237474"/>
              <a:gd name="connsiteX7" fmla="*/ 11358455 w 12192000"/>
              <a:gd name="connsiteY7" fmla="*/ 747593 h 2237474"/>
              <a:gd name="connsiteX8" fmla="*/ 11165209 w 12192000"/>
              <a:gd name="connsiteY8" fmla="*/ 748852 h 2237474"/>
              <a:gd name="connsiteX9" fmla="*/ 11058755 w 12192000"/>
              <a:gd name="connsiteY9" fmla="*/ 749617 h 2237474"/>
              <a:gd name="connsiteX10" fmla="*/ 10846594 w 12192000"/>
              <a:gd name="connsiteY10" fmla="*/ 765069 h 2237474"/>
              <a:gd name="connsiteX11" fmla="*/ 10739478 w 12192000"/>
              <a:gd name="connsiteY11" fmla="*/ 776841 h 2237474"/>
              <a:gd name="connsiteX12" fmla="*/ 10458762 w 12192000"/>
              <a:gd name="connsiteY12" fmla="*/ 755400 h 2237474"/>
              <a:gd name="connsiteX13" fmla="*/ 10211200 w 12192000"/>
              <a:gd name="connsiteY13" fmla="*/ 767513 h 2237474"/>
              <a:gd name="connsiteX14" fmla="*/ 10167995 w 12192000"/>
              <a:gd name="connsiteY14" fmla="*/ 760843 h 2237474"/>
              <a:gd name="connsiteX15" fmla="*/ 9997044 w 12192000"/>
              <a:gd name="connsiteY15" fmla="*/ 780129 h 2237474"/>
              <a:gd name="connsiteX16" fmla="*/ 9943887 w 12192000"/>
              <a:gd name="connsiteY16" fmla="*/ 804141 h 2237474"/>
              <a:gd name="connsiteX17" fmla="*/ 9918248 w 12192000"/>
              <a:gd name="connsiteY17" fmla="*/ 816628 h 2237474"/>
              <a:gd name="connsiteX18" fmla="*/ 9767091 w 12192000"/>
              <a:gd name="connsiteY18" fmla="*/ 870550 h 2237474"/>
              <a:gd name="connsiteX19" fmla="*/ 9683005 w 12192000"/>
              <a:gd name="connsiteY19" fmla="*/ 894128 h 2237474"/>
              <a:gd name="connsiteX20" fmla="*/ 9594438 w 12192000"/>
              <a:gd name="connsiteY20" fmla="*/ 919051 h 2237474"/>
              <a:gd name="connsiteX21" fmla="*/ 9544189 w 12192000"/>
              <a:gd name="connsiteY21" fmla="*/ 938966 h 2237474"/>
              <a:gd name="connsiteX22" fmla="*/ 9500499 w 12192000"/>
              <a:gd name="connsiteY22" fmla="*/ 954680 h 2237474"/>
              <a:gd name="connsiteX23" fmla="*/ 9410017 w 12192000"/>
              <a:gd name="connsiteY23" fmla="*/ 993931 h 2237474"/>
              <a:gd name="connsiteX24" fmla="*/ 9392919 w 12192000"/>
              <a:gd name="connsiteY24" fmla="*/ 994656 h 2237474"/>
              <a:gd name="connsiteX25" fmla="*/ 9268019 w 12192000"/>
              <a:gd name="connsiteY25" fmla="*/ 1007442 h 2237474"/>
              <a:gd name="connsiteX26" fmla="*/ 9188177 w 12192000"/>
              <a:gd name="connsiteY26" fmla="*/ 1035474 h 2237474"/>
              <a:gd name="connsiteX27" fmla="*/ 9155969 w 12192000"/>
              <a:gd name="connsiteY27" fmla="*/ 1046804 h 2237474"/>
              <a:gd name="connsiteX28" fmla="*/ 9133985 w 12192000"/>
              <a:gd name="connsiteY28" fmla="*/ 1046450 h 2237474"/>
              <a:gd name="connsiteX29" fmla="*/ 9003462 w 12192000"/>
              <a:gd name="connsiteY29" fmla="*/ 1042406 h 2237474"/>
              <a:gd name="connsiteX30" fmla="*/ 8968445 w 12192000"/>
              <a:gd name="connsiteY30" fmla="*/ 1052169 h 2237474"/>
              <a:gd name="connsiteX31" fmla="*/ 8886001 w 12192000"/>
              <a:gd name="connsiteY31" fmla="*/ 1067468 h 2237474"/>
              <a:gd name="connsiteX32" fmla="*/ 8838610 w 12192000"/>
              <a:gd name="connsiteY32" fmla="*/ 1075091 h 2237474"/>
              <a:gd name="connsiteX33" fmla="*/ 8750383 w 12192000"/>
              <a:gd name="connsiteY33" fmla="*/ 1097387 h 2237474"/>
              <a:gd name="connsiteX34" fmla="*/ 8665605 w 12192000"/>
              <a:gd name="connsiteY34" fmla="*/ 1110791 h 2237474"/>
              <a:gd name="connsiteX35" fmla="*/ 8584946 w 12192000"/>
              <a:gd name="connsiteY35" fmla="*/ 1135226 h 2237474"/>
              <a:gd name="connsiteX36" fmla="*/ 8419755 w 12192000"/>
              <a:gd name="connsiteY36" fmla="*/ 1216260 h 2237474"/>
              <a:gd name="connsiteX37" fmla="*/ 8411626 w 12192000"/>
              <a:gd name="connsiteY37" fmla="*/ 1214397 h 2237474"/>
              <a:gd name="connsiteX38" fmla="*/ 8363469 w 12192000"/>
              <a:gd name="connsiteY38" fmla="*/ 1246658 h 2237474"/>
              <a:gd name="connsiteX39" fmla="*/ 8275497 w 12192000"/>
              <a:gd name="connsiteY39" fmla="*/ 1264396 h 2237474"/>
              <a:gd name="connsiteX40" fmla="*/ 8074238 w 12192000"/>
              <a:gd name="connsiteY40" fmla="*/ 1301895 h 2237474"/>
              <a:gd name="connsiteX41" fmla="*/ 7942099 w 12192000"/>
              <a:gd name="connsiteY41" fmla="*/ 1336332 h 2237474"/>
              <a:gd name="connsiteX42" fmla="*/ 7902328 w 12192000"/>
              <a:gd name="connsiteY42" fmla="*/ 1345865 h 2237474"/>
              <a:gd name="connsiteX43" fmla="*/ 7840612 w 12192000"/>
              <a:gd name="connsiteY43" fmla="*/ 1369373 h 2237474"/>
              <a:gd name="connsiteX44" fmla="*/ 7786819 w 12192000"/>
              <a:gd name="connsiteY44" fmla="*/ 1378970 h 2237474"/>
              <a:gd name="connsiteX45" fmla="*/ 7548172 w 12192000"/>
              <a:gd name="connsiteY45" fmla="*/ 1417460 h 2237474"/>
              <a:gd name="connsiteX46" fmla="*/ 7483437 w 12192000"/>
              <a:gd name="connsiteY46" fmla="*/ 1478152 h 2237474"/>
              <a:gd name="connsiteX47" fmla="*/ 7377870 w 12192000"/>
              <a:gd name="connsiteY47" fmla="*/ 1523319 h 2237474"/>
              <a:gd name="connsiteX48" fmla="*/ 7230737 w 12192000"/>
              <a:gd name="connsiteY48" fmla="*/ 1562633 h 2237474"/>
              <a:gd name="connsiteX49" fmla="*/ 7224458 w 12192000"/>
              <a:gd name="connsiteY49" fmla="*/ 1573008 h 2237474"/>
              <a:gd name="connsiteX50" fmla="*/ 7183121 w 12192000"/>
              <a:gd name="connsiteY50" fmla="*/ 1595162 h 2237474"/>
              <a:gd name="connsiteX51" fmla="*/ 7164601 w 12192000"/>
              <a:gd name="connsiteY51" fmla="*/ 1606490 h 2237474"/>
              <a:gd name="connsiteX52" fmla="*/ 6900177 w 12192000"/>
              <a:gd name="connsiteY52" fmla="*/ 1636016 h 2237474"/>
              <a:gd name="connsiteX53" fmla="*/ 6795372 w 12192000"/>
              <a:gd name="connsiteY53" fmla="*/ 1644845 h 2237474"/>
              <a:gd name="connsiteX54" fmla="*/ 6692251 w 12192000"/>
              <a:gd name="connsiteY54" fmla="*/ 1656357 h 2237474"/>
              <a:gd name="connsiteX55" fmla="*/ 6655235 w 12192000"/>
              <a:gd name="connsiteY55" fmla="*/ 1661869 h 2237474"/>
              <a:gd name="connsiteX56" fmla="*/ 6554894 w 12192000"/>
              <a:gd name="connsiteY56" fmla="*/ 1664428 h 2237474"/>
              <a:gd name="connsiteX57" fmla="*/ 6516595 w 12192000"/>
              <a:gd name="connsiteY57" fmla="*/ 1667475 h 2237474"/>
              <a:gd name="connsiteX58" fmla="*/ 6508541 w 12192000"/>
              <a:gd name="connsiteY58" fmla="*/ 1668757 h 2237474"/>
              <a:gd name="connsiteX59" fmla="*/ 6471012 w 12192000"/>
              <a:gd name="connsiteY59" fmla="*/ 1678604 h 2237474"/>
              <a:gd name="connsiteX60" fmla="*/ 6364035 w 12192000"/>
              <a:gd name="connsiteY60" fmla="*/ 1667683 h 2237474"/>
              <a:gd name="connsiteX61" fmla="*/ 6280959 w 12192000"/>
              <a:gd name="connsiteY61" fmla="*/ 1689329 h 2237474"/>
              <a:gd name="connsiteX62" fmla="*/ 6243319 w 12192000"/>
              <a:gd name="connsiteY62" fmla="*/ 1695560 h 2237474"/>
              <a:gd name="connsiteX63" fmla="*/ 6098321 w 12192000"/>
              <a:gd name="connsiteY63" fmla="*/ 1721646 h 2237474"/>
              <a:gd name="connsiteX64" fmla="*/ 5880652 w 12192000"/>
              <a:gd name="connsiteY64" fmla="*/ 1779643 h 2237474"/>
              <a:gd name="connsiteX65" fmla="*/ 5785959 w 12192000"/>
              <a:gd name="connsiteY65" fmla="*/ 1775307 h 2237474"/>
              <a:gd name="connsiteX66" fmla="*/ 5643534 w 12192000"/>
              <a:gd name="connsiteY66" fmla="*/ 1802919 h 2237474"/>
              <a:gd name="connsiteX67" fmla="*/ 5518799 w 12192000"/>
              <a:gd name="connsiteY67" fmla="*/ 1818312 h 2237474"/>
              <a:gd name="connsiteX68" fmla="*/ 5505014 w 12192000"/>
              <a:gd name="connsiteY68" fmla="*/ 1819259 h 2237474"/>
              <a:gd name="connsiteX69" fmla="*/ 5453307 w 12192000"/>
              <a:gd name="connsiteY69" fmla="*/ 1815450 h 2237474"/>
              <a:gd name="connsiteX70" fmla="*/ 5221533 w 12192000"/>
              <a:gd name="connsiteY70" fmla="*/ 1846950 h 2237474"/>
              <a:gd name="connsiteX71" fmla="*/ 5149802 w 12192000"/>
              <a:gd name="connsiteY71" fmla="*/ 1844846 h 2237474"/>
              <a:gd name="connsiteX72" fmla="*/ 5114927 w 12192000"/>
              <a:gd name="connsiteY72" fmla="*/ 1847827 h 2237474"/>
              <a:gd name="connsiteX73" fmla="*/ 5108970 w 12192000"/>
              <a:gd name="connsiteY73" fmla="*/ 1847935 h 2237474"/>
              <a:gd name="connsiteX74" fmla="*/ 5067961 w 12192000"/>
              <a:gd name="connsiteY74" fmla="*/ 1845917 h 2237474"/>
              <a:gd name="connsiteX75" fmla="*/ 5007075 w 12192000"/>
              <a:gd name="connsiteY75" fmla="*/ 1838626 h 2237474"/>
              <a:gd name="connsiteX76" fmla="*/ 4944087 w 12192000"/>
              <a:gd name="connsiteY76" fmla="*/ 1823332 h 2237474"/>
              <a:gd name="connsiteX77" fmla="*/ 4907662 w 12192000"/>
              <a:gd name="connsiteY77" fmla="*/ 1816900 h 2237474"/>
              <a:gd name="connsiteX78" fmla="*/ 4882386 w 12192000"/>
              <a:gd name="connsiteY78" fmla="*/ 1809844 h 2237474"/>
              <a:gd name="connsiteX79" fmla="*/ 4811440 w 12192000"/>
              <a:gd name="connsiteY79" fmla="*/ 1804655 h 2237474"/>
              <a:gd name="connsiteX80" fmla="*/ 4691075 w 12192000"/>
              <a:gd name="connsiteY80" fmla="*/ 1801389 h 2237474"/>
              <a:gd name="connsiteX81" fmla="*/ 4640313 w 12192000"/>
              <a:gd name="connsiteY81" fmla="*/ 1784307 h 2237474"/>
              <a:gd name="connsiteX82" fmla="*/ 4536503 w 12192000"/>
              <a:gd name="connsiteY82" fmla="*/ 1785334 h 2237474"/>
              <a:gd name="connsiteX83" fmla="*/ 4513724 w 12192000"/>
              <a:gd name="connsiteY83" fmla="*/ 1791996 h 2237474"/>
              <a:gd name="connsiteX84" fmla="*/ 4459810 w 12192000"/>
              <a:gd name="connsiteY84" fmla="*/ 1797886 h 2237474"/>
              <a:gd name="connsiteX85" fmla="*/ 4379064 w 12192000"/>
              <a:gd name="connsiteY85" fmla="*/ 1817177 h 2237474"/>
              <a:gd name="connsiteX86" fmla="*/ 4290981 w 12192000"/>
              <a:gd name="connsiteY86" fmla="*/ 1839677 h 2237474"/>
              <a:gd name="connsiteX87" fmla="*/ 4238372 w 12192000"/>
              <a:gd name="connsiteY87" fmla="*/ 1851480 h 2237474"/>
              <a:gd name="connsiteX88" fmla="*/ 4232517 w 12192000"/>
              <a:gd name="connsiteY88" fmla="*/ 1852567 h 2237474"/>
              <a:gd name="connsiteX89" fmla="*/ 4191732 w 12192000"/>
              <a:gd name="connsiteY89" fmla="*/ 1857328 h 2237474"/>
              <a:gd name="connsiteX90" fmla="*/ 4065532 w 12192000"/>
              <a:gd name="connsiteY90" fmla="*/ 1855477 h 2237474"/>
              <a:gd name="connsiteX91" fmla="*/ 4028460 w 12192000"/>
              <a:gd name="connsiteY91" fmla="*/ 1855137 h 2237474"/>
              <a:gd name="connsiteX92" fmla="*/ 4002267 w 12192000"/>
              <a:gd name="connsiteY92" fmla="*/ 1852352 h 2237474"/>
              <a:gd name="connsiteX93" fmla="*/ 3931396 w 12192000"/>
              <a:gd name="connsiteY93" fmla="*/ 1858915 h 2237474"/>
              <a:gd name="connsiteX94" fmla="*/ 3812162 w 12192000"/>
              <a:gd name="connsiteY94" fmla="*/ 1875501 h 2237474"/>
              <a:gd name="connsiteX95" fmla="*/ 3758105 w 12192000"/>
              <a:gd name="connsiteY95" fmla="*/ 1871856 h 2237474"/>
              <a:gd name="connsiteX96" fmla="*/ 3567259 w 12192000"/>
              <a:gd name="connsiteY96" fmla="*/ 1893482 h 2237474"/>
              <a:gd name="connsiteX97" fmla="*/ 3405770 w 12192000"/>
              <a:gd name="connsiteY97" fmla="*/ 1904591 h 2237474"/>
              <a:gd name="connsiteX98" fmla="*/ 3280097 w 12192000"/>
              <a:gd name="connsiteY98" fmla="*/ 1919610 h 2237474"/>
              <a:gd name="connsiteX99" fmla="*/ 3009910 w 12192000"/>
              <a:gd name="connsiteY99" fmla="*/ 1957866 h 2237474"/>
              <a:gd name="connsiteX100" fmla="*/ 2995934 w 12192000"/>
              <a:gd name="connsiteY100" fmla="*/ 1967085 h 2237474"/>
              <a:gd name="connsiteX101" fmla="*/ 2942858 w 12192000"/>
              <a:gd name="connsiteY101" fmla="*/ 1981367 h 2237474"/>
              <a:gd name="connsiteX102" fmla="*/ 2875436 w 12192000"/>
              <a:gd name="connsiteY102" fmla="*/ 1996977 h 2237474"/>
              <a:gd name="connsiteX103" fmla="*/ 2874892 w 12192000"/>
              <a:gd name="connsiteY103" fmla="*/ 1996085 h 2237474"/>
              <a:gd name="connsiteX104" fmla="*/ 2843662 w 12192000"/>
              <a:gd name="connsiteY104" fmla="*/ 1992498 h 2237474"/>
              <a:gd name="connsiteX105" fmla="*/ 2718916 w 12192000"/>
              <a:gd name="connsiteY105" fmla="*/ 1990867 h 2237474"/>
              <a:gd name="connsiteX106" fmla="*/ 2713522 w 12192000"/>
              <a:gd name="connsiteY106" fmla="*/ 1990173 h 2237474"/>
              <a:gd name="connsiteX107" fmla="*/ 2476147 w 12192000"/>
              <a:gd name="connsiteY107" fmla="*/ 1998305 h 2237474"/>
              <a:gd name="connsiteX108" fmla="*/ 2373568 w 12192000"/>
              <a:gd name="connsiteY108" fmla="*/ 2003219 h 2237474"/>
              <a:gd name="connsiteX109" fmla="*/ 2287219 w 12192000"/>
              <a:gd name="connsiteY109" fmla="*/ 1998750 h 2237474"/>
              <a:gd name="connsiteX110" fmla="*/ 2243069 w 12192000"/>
              <a:gd name="connsiteY110" fmla="*/ 2005321 h 2237474"/>
              <a:gd name="connsiteX111" fmla="*/ 2164831 w 12192000"/>
              <a:gd name="connsiteY111" fmla="*/ 2010143 h 2237474"/>
              <a:gd name="connsiteX112" fmla="*/ 2085228 w 12192000"/>
              <a:gd name="connsiteY112" fmla="*/ 2046431 h 2237474"/>
              <a:gd name="connsiteX113" fmla="*/ 2058061 w 12192000"/>
              <a:gd name="connsiteY113" fmla="*/ 2047942 h 2237474"/>
              <a:gd name="connsiteX114" fmla="*/ 2042244 w 12192000"/>
              <a:gd name="connsiteY114" fmla="*/ 2055560 h 2237474"/>
              <a:gd name="connsiteX115" fmla="*/ 1877728 w 12192000"/>
              <a:gd name="connsiteY115" fmla="*/ 2101004 h 2237474"/>
              <a:gd name="connsiteX116" fmla="*/ 1759056 w 12192000"/>
              <a:gd name="connsiteY116" fmla="*/ 2125608 h 2237474"/>
              <a:gd name="connsiteX117" fmla="*/ 1637948 w 12192000"/>
              <a:gd name="connsiteY117" fmla="*/ 2172597 h 2237474"/>
              <a:gd name="connsiteX118" fmla="*/ 1434549 w 12192000"/>
              <a:gd name="connsiteY118" fmla="*/ 2234522 h 2237474"/>
              <a:gd name="connsiteX119" fmla="*/ 1398481 w 12192000"/>
              <a:gd name="connsiteY119" fmla="*/ 2237074 h 2237474"/>
              <a:gd name="connsiteX120" fmla="*/ 1398407 w 12192000"/>
              <a:gd name="connsiteY120" fmla="*/ 2237095 h 2237474"/>
              <a:gd name="connsiteX121" fmla="*/ 1370962 w 12192000"/>
              <a:gd name="connsiteY121" fmla="*/ 2237474 h 2237474"/>
              <a:gd name="connsiteX122" fmla="*/ 1356367 w 12192000"/>
              <a:gd name="connsiteY122" fmla="*/ 2235089 h 2237474"/>
              <a:gd name="connsiteX123" fmla="*/ 1279765 w 12192000"/>
              <a:gd name="connsiteY123" fmla="*/ 2229639 h 2237474"/>
              <a:gd name="connsiteX124" fmla="*/ 1195347 w 12192000"/>
              <a:gd name="connsiteY124" fmla="*/ 2212354 h 2237474"/>
              <a:gd name="connsiteX125" fmla="*/ 970251 w 12192000"/>
              <a:gd name="connsiteY125" fmla="*/ 2221029 h 2237474"/>
              <a:gd name="connsiteX126" fmla="*/ 812914 w 12192000"/>
              <a:gd name="connsiteY126" fmla="*/ 2210095 h 2237474"/>
              <a:gd name="connsiteX127" fmla="*/ 776382 w 12192000"/>
              <a:gd name="connsiteY127" fmla="*/ 2204512 h 2237474"/>
              <a:gd name="connsiteX128" fmla="*/ 597225 w 12192000"/>
              <a:gd name="connsiteY128" fmla="*/ 2180999 h 2237474"/>
              <a:gd name="connsiteX129" fmla="*/ 520671 w 12192000"/>
              <a:gd name="connsiteY129" fmla="*/ 2180980 h 2237474"/>
              <a:gd name="connsiteX130" fmla="*/ 515024 w 12192000"/>
              <a:gd name="connsiteY130" fmla="*/ 2179258 h 2237474"/>
              <a:gd name="connsiteX131" fmla="*/ 413835 w 12192000"/>
              <a:gd name="connsiteY131" fmla="*/ 2156783 h 2237474"/>
              <a:gd name="connsiteX132" fmla="*/ 376513 w 12192000"/>
              <a:gd name="connsiteY132" fmla="*/ 2154014 h 2237474"/>
              <a:gd name="connsiteX133" fmla="*/ 273386 w 12192000"/>
              <a:gd name="connsiteY133" fmla="*/ 2142551 h 2237474"/>
              <a:gd name="connsiteX134" fmla="*/ 77641 w 12192000"/>
              <a:gd name="connsiteY134" fmla="*/ 2126835 h 2237474"/>
              <a:gd name="connsiteX135" fmla="*/ 37645 w 12192000"/>
              <a:gd name="connsiteY135" fmla="*/ 2115401 h 2237474"/>
              <a:gd name="connsiteX136" fmla="*/ 4572 w 12192000"/>
              <a:gd name="connsiteY136" fmla="*/ 2111091 h 2237474"/>
              <a:gd name="connsiteX137" fmla="*/ 0 w 12192000"/>
              <a:gd name="connsiteY137" fmla="*/ 2110468 h 2237474"/>
              <a:gd name="connsiteX138" fmla="*/ 0 w 12192000"/>
              <a:gd name="connsiteY138" fmla="*/ 0 h 2237474"/>
              <a:gd name="connsiteX0" fmla="*/ 0 w 12192000"/>
              <a:gd name="connsiteY0" fmla="*/ 0 h 2237627"/>
              <a:gd name="connsiteX1" fmla="*/ 12192000 w 12192000"/>
              <a:gd name="connsiteY1" fmla="*/ 0 h 2237627"/>
              <a:gd name="connsiteX2" fmla="*/ 12192000 w 12192000"/>
              <a:gd name="connsiteY2" fmla="*/ 751299 h 2237627"/>
              <a:gd name="connsiteX3" fmla="*/ 11890686 w 12192000"/>
              <a:gd name="connsiteY3" fmla="*/ 732766 h 2237627"/>
              <a:gd name="connsiteX4" fmla="*/ 11820512 w 12192000"/>
              <a:gd name="connsiteY4" fmla="*/ 745392 h 2237627"/>
              <a:gd name="connsiteX5" fmla="*/ 11649954 w 12192000"/>
              <a:gd name="connsiteY5" fmla="*/ 749628 h 2237627"/>
              <a:gd name="connsiteX6" fmla="*/ 11560424 w 12192000"/>
              <a:gd name="connsiteY6" fmla="*/ 748017 h 2237627"/>
              <a:gd name="connsiteX7" fmla="*/ 11358455 w 12192000"/>
              <a:gd name="connsiteY7" fmla="*/ 747593 h 2237627"/>
              <a:gd name="connsiteX8" fmla="*/ 11165209 w 12192000"/>
              <a:gd name="connsiteY8" fmla="*/ 748852 h 2237627"/>
              <a:gd name="connsiteX9" fmla="*/ 11058755 w 12192000"/>
              <a:gd name="connsiteY9" fmla="*/ 749617 h 2237627"/>
              <a:gd name="connsiteX10" fmla="*/ 10846594 w 12192000"/>
              <a:gd name="connsiteY10" fmla="*/ 765069 h 2237627"/>
              <a:gd name="connsiteX11" fmla="*/ 10739478 w 12192000"/>
              <a:gd name="connsiteY11" fmla="*/ 776841 h 2237627"/>
              <a:gd name="connsiteX12" fmla="*/ 10458762 w 12192000"/>
              <a:gd name="connsiteY12" fmla="*/ 755400 h 2237627"/>
              <a:gd name="connsiteX13" fmla="*/ 10211200 w 12192000"/>
              <a:gd name="connsiteY13" fmla="*/ 767513 h 2237627"/>
              <a:gd name="connsiteX14" fmla="*/ 10167995 w 12192000"/>
              <a:gd name="connsiteY14" fmla="*/ 760843 h 2237627"/>
              <a:gd name="connsiteX15" fmla="*/ 9997044 w 12192000"/>
              <a:gd name="connsiteY15" fmla="*/ 780129 h 2237627"/>
              <a:gd name="connsiteX16" fmla="*/ 9943887 w 12192000"/>
              <a:gd name="connsiteY16" fmla="*/ 804141 h 2237627"/>
              <a:gd name="connsiteX17" fmla="*/ 9918248 w 12192000"/>
              <a:gd name="connsiteY17" fmla="*/ 816628 h 2237627"/>
              <a:gd name="connsiteX18" fmla="*/ 9767091 w 12192000"/>
              <a:gd name="connsiteY18" fmla="*/ 870550 h 2237627"/>
              <a:gd name="connsiteX19" fmla="*/ 9683005 w 12192000"/>
              <a:gd name="connsiteY19" fmla="*/ 894128 h 2237627"/>
              <a:gd name="connsiteX20" fmla="*/ 9594438 w 12192000"/>
              <a:gd name="connsiteY20" fmla="*/ 919051 h 2237627"/>
              <a:gd name="connsiteX21" fmla="*/ 9544189 w 12192000"/>
              <a:gd name="connsiteY21" fmla="*/ 938966 h 2237627"/>
              <a:gd name="connsiteX22" fmla="*/ 9500499 w 12192000"/>
              <a:gd name="connsiteY22" fmla="*/ 954680 h 2237627"/>
              <a:gd name="connsiteX23" fmla="*/ 9410017 w 12192000"/>
              <a:gd name="connsiteY23" fmla="*/ 993931 h 2237627"/>
              <a:gd name="connsiteX24" fmla="*/ 9392919 w 12192000"/>
              <a:gd name="connsiteY24" fmla="*/ 994656 h 2237627"/>
              <a:gd name="connsiteX25" fmla="*/ 9268019 w 12192000"/>
              <a:gd name="connsiteY25" fmla="*/ 1007442 h 2237627"/>
              <a:gd name="connsiteX26" fmla="*/ 9188177 w 12192000"/>
              <a:gd name="connsiteY26" fmla="*/ 1035474 h 2237627"/>
              <a:gd name="connsiteX27" fmla="*/ 9155969 w 12192000"/>
              <a:gd name="connsiteY27" fmla="*/ 1046804 h 2237627"/>
              <a:gd name="connsiteX28" fmla="*/ 9133985 w 12192000"/>
              <a:gd name="connsiteY28" fmla="*/ 1046450 h 2237627"/>
              <a:gd name="connsiteX29" fmla="*/ 9003462 w 12192000"/>
              <a:gd name="connsiteY29" fmla="*/ 1042406 h 2237627"/>
              <a:gd name="connsiteX30" fmla="*/ 8968445 w 12192000"/>
              <a:gd name="connsiteY30" fmla="*/ 1052169 h 2237627"/>
              <a:gd name="connsiteX31" fmla="*/ 8886001 w 12192000"/>
              <a:gd name="connsiteY31" fmla="*/ 1067468 h 2237627"/>
              <a:gd name="connsiteX32" fmla="*/ 8838610 w 12192000"/>
              <a:gd name="connsiteY32" fmla="*/ 1075091 h 2237627"/>
              <a:gd name="connsiteX33" fmla="*/ 8750383 w 12192000"/>
              <a:gd name="connsiteY33" fmla="*/ 1097387 h 2237627"/>
              <a:gd name="connsiteX34" fmla="*/ 8665605 w 12192000"/>
              <a:gd name="connsiteY34" fmla="*/ 1110791 h 2237627"/>
              <a:gd name="connsiteX35" fmla="*/ 8584946 w 12192000"/>
              <a:gd name="connsiteY35" fmla="*/ 1135226 h 2237627"/>
              <a:gd name="connsiteX36" fmla="*/ 8419755 w 12192000"/>
              <a:gd name="connsiteY36" fmla="*/ 1216260 h 2237627"/>
              <a:gd name="connsiteX37" fmla="*/ 8411626 w 12192000"/>
              <a:gd name="connsiteY37" fmla="*/ 1214397 h 2237627"/>
              <a:gd name="connsiteX38" fmla="*/ 8363469 w 12192000"/>
              <a:gd name="connsiteY38" fmla="*/ 1246658 h 2237627"/>
              <a:gd name="connsiteX39" fmla="*/ 8275497 w 12192000"/>
              <a:gd name="connsiteY39" fmla="*/ 1264396 h 2237627"/>
              <a:gd name="connsiteX40" fmla="*/ 8074238 w 12192000"/>
              <a:gd name="connsiteY40" fmla="*/ 1301895 h 2237627"/>
              <a:gd name="connsiteX41" fmla="*/ 7942099 w 12192000"/>
              <a:gd name="connsiteY41" fmla="*/ 1336332 h 2237627"/>
              <a:gd name="connsiteX42" fmla="*/ 7902328 w 12192000"/>
              <a:gd name="connsiteY42" fmla="*/ 1345865 h 2237627"/>
              <a:gd name="connsiteX43" fmla="*/ 7840612 w 12192000"/>
              <a:gd name="connsiteY43" fmla="*/ 1369373 h 2237627"/>
              <a:gd name="connsiteX44" fmla="*/ 7786819 w 12192000"/>
              <a:gd name="connsiteY44" fmla="*/ 1378970 h 2237627"/>
              <a:gd name="connsiteX45" fmla="*/ 7548172 w 12192000"/>
              <a:gd name="connsiteY45" fmla="*/ 1417460 h 2237627"/>
              <a:gd name="connsiteX46" fmla="*/ 7483437 w 12192000"/>
              <a:gd name="connsiteY46" fmla="*/ 1478152 h 2237627"/>
              <a:gd name="connsiteX47" fmla="*/ 7377870 w 12192000"/>
              <a:gd name="connsiteY47" fmla="*/ 1523319 h 2237627"/>
              <a:gd name="connsiteX48" fmla="*/ 7230737 w 12192000"/>
              <a:gd name="connsiteY48" fmla="*/ 1562633 h 2237627"/>
              <a:gd name="connsiteX49" fmla="*/ 7224458 w 12192000"/>
              <a:gd name="connsiteY49" fmla="*/ 1573008 h 2237627"/>
              <a:gd name="connsiteX50" fmla="*/ 7183121 w 12192000"/>
              <a:gd name="connsiteY50" fmla="*/ 1595162 h 2237627"/>
              <a:gd name="connsiteX51" fmla="*/ 7164601 w 12192000"/>
              <a:gd name="connsiteY51" fmla="*/ 1606490 h 2237627"/>
              <a:gd name="connsiteX52" fmla="*/ 6900177 w 12192000"/>
              <a:gd name="connsiteY52" fmla="*/ 1636016 h 2237627"/>
              <a:gd name="connsiteX53" fmla="*/ 6795372 w 12192000"/>
              <a:gd name="connsiteY53" fmla="*/ 1644845 h 2237627"/>
              <a:gd name="connsiteX54" fmla="*/ 6692251 w 12192000"/>
              <a:gd name="connsiteY54" fmla="*/ 1656357 h 2237627"/>
              <a:gd name="connsiteX55" fmla="*/ 6655235 w 12192000"/>
              <a:gd name="connsiteY55" fmla="*/ 1661869 h 2237627"/>
              <a:gd name="connsiteX56" fmla="*/ 6554894 w 12192000"/>
              <a:gd name="connsiteY56" fmla="*/ 1664428 h 2237627"/>
              <a:gd name="connsiteX57" fmla="*/ 6516595 w 12192000"/>
              <a:gd name="connsiteY57" fmla="*/ 1667475 h 2237627"/>
              <a:gd name="connsiteX58" fmla="*/ 6508541 w 12192000"/>
              <a:gd name="connsiteY58" fmla="*/ 1668757 h 2237627"/>
              <a:gd name="connsiteX59" fmla="*/ 6471012 w 12192000"/>
              <a:gd name="connsiteY59" fmla="*/ 1678604 h 2237627"/>
              <a:gd name="connsiteX60" fmla="*/ 6364035 w 12192000"/>
              <a:gd name="connsiteY60" fmla="*/ 1667683 h 2237627"/>
              <a:gd name="connsiteX61" fmla="*/ 6280959 w 12192000"/>
              <a:gd name="connsiteY61" fmla="*/ 1689329 h 2237627"/>
              <a:gd name="connsiteX62" fmla="*/ 6243319 w 12192000"/>
              <a:gd name="connsiteY62" fmla="*/ 1695560 h 2237627"/>
              <a:gd name="connsiteX63" fmla="*/ 6098321 w 12192000"/>
              <a:gd name="connsiteY63" fmla="*/ 1721646 h 2237627"/>
              <a:gd name="connsiteX64" fmla="*/ 5880652 w 12192000"/>
              <a:gd name="connsiteY64" fmla="*/ 1779643 h 2237627"/>
              <a:gd name="connsiteX65" fmla="*/ 5785959 w 12192000"/>
              <a:gd name="connsiteY65" fmla="*/ 1775307 h 2237627"/>
              <a:gd name="connsiteX66" fmla="*/ 5643534 w 12192000"/>
              <a:gd name="connsiteY66" fmla="*/ 1802919 h 2237627"/>
              <a:gd name="connsiteX67" fmla="*/ 5518799 w 12192000"/>
              <a:gd name="connsiteY67" fmla="*/ 1818312 h 2237627"/>
              <a:gd name="connsiteX68" fmla="*/ 5505014 w 12192000"/>
              <a:gd name="connsiteY68" fmla="*/ 1819259 h 2237627"/>
              <a:gd name="connsiteX69" fmla="*/ 5453307 w 12192000"/>
              <a:gd name="connsiteY69" fmla="*/ 1815450 h 2237627"/>
              <a:gd name="connsiteX70" fmla="*/ 5221533 w 12192000"/>
              <a:gd name="connsiteY70" fmla="*/ 1846950 h 2237627"/>
              <a:gd name="connsiteX71" fmla="*/ 5149802 w 12192000"/>
              <a:gd name="connsiteY71" fmla="*/ 1844846 h 2237627"/>
              <a:gd name="connsiteX72" fmla="*/ 5114927 w 12192000"/>
              <a:gd name="connsiteY72" fmla="*/ 1847827 h 2237627"/>
              <a:gd name="connsiteX73" fmla="*/ 5108970 w 12192000"/>
              <a:gd name="connsiteY73" fmla="*/ 1847935 h 2237627"/>
              <a:gd name="connsiteX74" fmla="*/ 5067961 w 12192000"/>
              <a:gd name="connsiteY74" fmla="*/ 1845917 h 2237627"/>
              <a:gd name="connsiteX75" fmla="*/ 5007075 w 12192000"/>
              <a:gd name="connsiteY75" fmla="*/ 1838626 h 2237627"/>
              <a:gd name="connsiteX76" fmla="*/ 4944087 w 12192000"/>
              <a:gd name="connsiteY76" fmla="*/ 1823332 h 2237627"/>
              <a:gd name="connsiteX77" fmla="*/ 4907662 w 12192000"/>
              <a:gd name="connsiteY77" fmla="*/ 1816900 h 2237627"/>
              <a:gd name="connsiteX78" fmla="*/ 4882386 w 12192000"/>
              <a:gd name="connsiteY78" fmla="*/ 1809844 h 2237627"/>
              <a:gd name="connsiteX79" fmla="*/ 4811440 w 12192000"/>
              <a:gd name="connsiteY79" fmla="*/ 1804655 h 2237627"/>
              <a:gd name="connsiteX80" fmla="*/ 4691075 w 12192000"/>
              <a:gd name="connsiteY80" fmla="*/ 1801389 h 2237627"/>
              <a:gd name="connsiteX81" fmla="*/ 4640313 w 12192000"/>
              <a:gd name="connsiteY81" fmla="*/ 1784307 h 2237627"/>
              <a:gd name="connsiteX82" fmla="*/ 4536503 w 12192000"/>
              <a:gd name="connsiteY82" fmla="*/ 1785334 h 2237627"/>
              <a:gd name="connsiteX83" fmla="*/ 4513724 w 12192000"/>
              <a:gd name="connsiteY83" fmla="*/ 1791996 h 2237627"/>
              <a:gd name="connsiteX84" fmla="*/ 4459810 w 12192000"/>
              <a:gd name="connsiteY84" fmla="*/ 1797886 h 2237627"/>
              <a:gd name="connsiteX85" fmla="*/ 4379064 w 12192000"/>
              <a:gd name="connsiteY85" fmla="*/ 1817177 h 2237627"/>
              <a:gd name="connsiteX86" fmla="*/ 4290981 w 12192000"/>
              <a:gd name="connsiteY86" fmla="*/ 1839677 h 2237627"/>
              <a:gd name="connsiteX87" fmla="*/ 4238372 w 12192000"/>
              <a:gd name="connsiteY87" fmla="*/ 1851480 h 2237627"/>
              <a:gd name="connsiteX88" fmla="*/ 4232517 w 12192000"/>
              <a:gd name="connsiteY88" fmla="*/ 1852567 h 2237627"/>
              <a:gd name="connsiteX89" fmla="*/ 4191732 w 12192000"/>
              <a:gd name="connsiteY89" fmla="*/ 1857328 h 2237627"/>
              <a:gd name="connsiteX90" fmla="*/ 4065532 w 12192000"/>
              <a:gd name="connsiteY90" fmla="*/ 1855477 h 2237627"/>
              <a:gd name="connsiteX91" fmla="*/ 4028460 w 12192000"/>
              <a:gd name="connsiteY91" fmla="*/ 1855137 h 2237627"/>
              <a:gd name="connsiteX92" fmla="*/ 4002267 w 12192000"/>
              <a:gd name="connsiteY92" fmla="*/ 1852352 h 2237627"/>
              <a:gd name="connsiteX93" fmla="*/ 3931396 w 12192000"/>
              <a:gd name="connsiteY93" fmla="*/ 1858915 h 2237627"/>
              <a:gd name="connsiteX94" fmla="*/ 3812162 w 12192000"/>
              <a:gd name="connsiteY94" fmla="*/ 1875501 h 2237627"/>
              <a:gd name="connsiteX95" fmla="*/ 3758105 w 12192000"/>
              <a:gd name="connsiteY95" fmla="*/ 1871856 h 2237627"/>
              <a:gd name="connsiteX96" fmla="*/ 3567259 w 12192000"/>
              <a:gd name="connsiteY96" fmla="*/ 1893482 h 2237627"/>
              <a:gd name="connsiteX97" fmla="*/ 3405770 w 12192000"/>
              <a:gd name="connsiteY97" fmla="*/ 1904591 h 2237627"/>
              <a:gd name="connsiteX98" fmla="*/ 3280097 w 12192000"/>
              <a:gd name="connsiteY98" fmla="*/ 1919610 h 2237627"/>
              <a:gd name="connsiteX99" fmla="*/ 3009910 w 12192000"/>
              <a:gd name="connsiteY99" fmla="*/ 1957866 h 2237627"/>
              <a:gd name="connsiteX100" fmla="*/ 2995934 w 12192000"/>
              <a:gd name="connsiteY100" fmla="*/ 1967085 h 2237627"/>
              <a:gd name="connsiteX101" fmla="*/ 2942858 w 12192000"/>
              <a:gd name="connsiteY101" fmla="*/ 1981367 h 2237627"/>
              <a:gd name="connsiteX102" fmla="*/ 2875436 w 12192000"/>
              <a:gd name="connsiteY102" fmla="*/ 1996977 h 2237627"/>
              <a:gd name="connsiteX103" fmla="*/ 2874892 w 12192000"/>
              <a:gd name="connsiteY103" fmla="*/ 1996085 h 2237627"/>
              <a:gd name="connsiteX104" fmla="*/ 2843662 w 12192000"/>
              <a:gd name="connsiteY104" fmla="*/ 1992498 h 2237627"/>
              <a:gd name="connsiteX105" fmla="*/ 2718916 w 12192000"/>
              <a:gd name="connsiteY105" fmla="*/ 1990867 h 2237627"/>
              <a:gd name="connsiteX106" fmla="*/ 2713522 w 12192000"/>
              <a:gd name="connsiteY106" fmla="*/ 1990173 h 2237627"/>
              <a:gd name="connsiteX107" fmla="*/ 2476147 w 12192000"/>
              <a:gd name="connsiteY107" fmla="*/ 1998305 h 2237627"/>
              <a:gd name="connsiteX108" fmla="*/ 2373568 w 12192000"/>
              <a:gd name="connsiteY108" fmla="*/ 2003219 h 2237627"/>
              <a:gd name="connsiteX109" fmla="*/ 2287219 w 12192000"/>
              <a:gd name="connsiteY109" fmla="*/ 1998750 h 2237627"/>
              <a:gd name="connsiteX110" fmla="*/ 2243069 w 12192000"/>
              <a:gd name="connsiteY110" fmla="*/ 2005321 h 2237627"/>
              <a:gd name="connsiteX111" fmla="*/ 2164831 w 12192000"/>
              <a:gd name="connsiteY111" fmla="*/ 2010143 h 2237627"/>
              <a:gd name="connsiteX112" fmla="*/ 2085228 w 12192000"/>
              <a:gd name="connsiteY112" fmla="*/ 2046431 h 2237627"/>
              <a:gd name="connsiteX113" fmla="*/ 2058061 w 12192000"/>
              <a:gd name="connsiteY113" fmla="*/ 2047942 h 2237627"/>
              <a:gd name="connsiteX114" fmla="*/ 2042244 w 12192000"/>
              <a:gd name="connsiteY114" fmla="*/ 2055560 h 2237627"/>
              <a:gd name="connsiteX115" fmla="*/ 1877728 w 12192000"/>
              <a:gd name="connsiteY115" fmla="*/ 2101004 h 2237627"/>
              <a:gd name="connsiteX116" fmla="*/ 1759056 w 12192000"/>
              <a:gd name="connsiteY116" fmla="*/ 2125608 h 2237627"/>
              <a:gd name="connsiteX117" fmla="*/ 1637948 w 12192000"/>
              <a:gd name="connsiteY117" fmla="*/ 2172597 h 2237627"/>
              <a:gd name="connsiteX118" fmla="*/ 1434549 w 12192000"/>
              <a:gd name="connsiteY118" fmla="*/ 2234522 h 2237627"/>
              <a:gd name="connsiteX119" fmla="*/ 1398481 w 12192000"/>
              <a:gd name="connsiteY119" fmla="*/ 2237074 h 2237627"/>
              <a:gd name="connsiteX120" fmla="*/ 1370962 w 12192000"/>
              <a:gd name="connsiteY120" fmla="*/ 2237474 h 2237627"/>
              <a:gd name="connsiteX121" fmla="*/ 1356367 w 12192000"/>
              <a:gd name="connsiteY121" fmla="*/ 2235089 h 2237627"/>
              <a:gd name="connsiteX122" fmla="*/ 1279765 w 12192000"/>
              <a:gd name="connsiteY122" fmla="*/ 2229639 h 2237627"/>
              <a:gd name="connsiteX123" fmla="*/ 1195347 w 12192000"/>
              <a:gd name="connsiteY123" fmla="*/ 2212354 h 2237627"/>
              <a:gd name="connsiteX124" fmla="*/ 970251 w 12192000"/>
              <a:gd name="connsiteY124" fmla="*/ 2221029 h 2237627"/>
              <a:gd name="connsiteX125" fmla="*/ 812914 w 12192000"/>
              <a:gd name="connsiteY125" fmla="*/ 2210095 h 2237627"/>
              <a:gd name="connsiteX126" fmla="*/ 776382 w 12192000"/>
              <a:gd name="connsiteY126" fmla="*/ 2204512 h 2237627"/>
              <a:gd name="connsiteX127" fmla="*/ 597225 w 12192000"/>
              <a:gd name="connsiteY127" fmla="*/ 2180999 h 2237627"/>
              <a:gd name="connsiteX128" fmla="*/ 520671 w 12192000"/>
              <a:gd name="connsiteY128" fmla="*/ 2180980 h 2237627"/>
              <a:gd name="connsiteX129" fmla="*/ 515024 w 12192000"/>
              <a:gd name="connsiteY129" fmla="*/ 2179258 h 2237627"/>
              <a:gd name="connsiteX130" fmla="*/ 413835 w 12192000"/>
              <a:gd name="connsiteY130" fmla="*/ 2156783 h 2237627"/>
              <a:gd name="connsiteX131" fmla="*/ 376513 w 12192000"/>
              <a:gd name="connsiteY131" fmla="*/ 2154014 h 2237627"/>
              <a:gd name="connsiteX132" fmla="*/ 273386 w 12192000"/>
              <a:gd name="connsiteY132" fmla="*/ 2142551 h 2237627"/>
              <a:gd name="connsiteX133" fmla="*/ 77641 w 12192000"/>
              <a:gd name="connsiteY133" fmla="*/ 2126835 h 2237627"/>
              <a:gd name="connsiteX134" fmla="*/ 37645 w 12192000"/>
              <a:gd name="connsiteY134" fmla="*/ 2115401 h 2237627"/>
              <a:gd name="connsiteX135" fmla="*/ 4572 w 12192000"/>
              <a:gd name="connsiteY135" fmla="*/ 2111091 h 2237627"/>
              <a:gd name="connsiteX136" fmla="*/ 0 w 12192000"/>
              <a:gd name="connsiteY136" fmla="*/ 2110468 h 2237627"/>
              <a:gd name="connsiteX137" fmla="*/ 0 w 12192000"/>
              <a:gd name="connsiteY137" fmla="*/ 0 h 2237627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820512 w 12192000"/>
              <a:gd name="connsiteY4" fmla="*/ 745392 h 2240205"/>
              <a:gd name="connsiteX5" fmla="*/ 11649954 w 12192000"/>
              <a:gd name="connsiteY5" fmla="*/ 749628 h 2240205"/>
              <a:gd name="connsiteX6" fmla="*/ 11560424 w 12192000"/>
              <a:gd name="connsiteY6" fmla="*/ 748017 h 2240205"/>
              <a:gd name="connsiteX7" fmla="*/ 11358455 w 12192000"/>
              <a:gd name="connsiteY7" fmla="*/ 747593 h 2240205"/>
              <a:gd name="connsiteX8" fmla="*/ 11165209 w 12192000"/>
              <a:gd name="connsiteY8" fmla="*/ 748852 h 2240205"/>
              <a:gd name="connsiteX9" fmla="*/ 11058755 w 12192000"/>
              <a:gd name="connsiteY9" fmla="*/ 749617 h 2240205"/>
              <a:gd name="connsiteX10" fmla="*/ 10846594 w 12192000"/>
              <a:gd name="connsiteY10" fmla="*/ 765069 h 2240205"/>
              <a:gd name="connsiteX11" fmla="*/ 10739478 w 12192000"/>
              <a:gd name="connsiteY11" fmla="*/ 776841 h 2240205"/>
              <a:gd name="connsiteX12" fmla="*/ 10458762 w 12192000"/>
              <a:gd name="connsiteY12" fmla="*/ 755400 h 2240205"/>
              <a:gd name="connsiteX13" fmla="*/ 10211200 w 12192000"/>
              <a:gd name="connsiteY13" fmla="*/ 767513 h 2240205"/>
              <a:gd name="connsiteX14" fmla="*/ 10167995 w 12192000"/>
              <a:gd name="connsiteY14" fmla="*/ 760843 h 2240205"/>
              <a:gd name="connsiteX15" fmla="*/ 9997044 w 12192000"/>
              <a:gd name="connsiteY15" fmla="*/ 780129 h 2240205"/>
              <a:gd name="connsiteX16" fmla="*/ 9943887 w 12192000"/>
              <a:gd name="connsiteY16" fmla="*/ 804141 h 2240205"/>
              <a:gd name="connsiteX17" fmla="*/ 9918248 w 12192000"/>
              <a:gd name="connsiteY17" fmla="*/ 816628 h 2240205"/>
              <a:gd name="connsiteX18" fmla="*/ 9767091 w 12192000"/>
              <a:gd name="connsiteY18" fmla="*/ 870550 h 2240205"/>
              <a:gd name="connsiteX19" fmla="*/ 9683005 w 12192000"/>
              <a:gd name="connsiteY19" fmla="*/ 894128 h 2240205"/>
              <a:gd name="connsiteX20" fmla="*/ 9594438 w 12192000"/>
              <a:gd name="connsiteY20" fmla="*/ 919051 h 2240205"/>
              <a:gd name="connsiteX21" fmla="*/ 9544189 w 12192000"/>
              <a:gd name="connsiteY21" fmla="*/ 938966 h 2240205"/>
              <a:gd name="connsiteX22" fmla="*/ 9500499 w 12192000"/>
              <a:gd name="connsiteY22" fmla="*/ 954680 h 2240205"/>
              <a:gd name="connsiteX23" fmla="*/ 9410017 w 12192000"/>
              <a:gd name="connsiteY23" fmla="*/ 993931 h 2240205"/>
              <a:gd name="connsiteX24" fmla="*/ 9392919 w 12192000"/>
              <a:gd name="connsiteY24" fmla="*/ 994656 h 2240205"/>
              <a:gd name="connsiteX25" fmla="*/ 9268019 w 12192000"/>
              <a:gd name="connsiteY25" fmla="*/ 1007442 h 2240205"/>
              <a:gd name="connsiteX26" fmla="*/ 9188177 w 12192000"/>
              <a:gd name="connsiteY26" fmla="*/ 1035474 h 2240205"/>
              <a:gd name="connsiteX27" fmla="*/ 9155969 w 12192000"/>
              <a:gd name="connsiteY27" fmla="*/ 1046804 h 2240205"/>
              <a:gd name="connsiteX28" fmla="*/ 9133985 w 12192000"/>
              <a:gd name="connsiteY28" fmla="*/ 1046450 h 2240205"/>
              <a:gd name="connsiteX29" fmla="*/ 9003462 w 12192000"/>
              <a:gd name="connsiteY29" fmla="*/ 1042406 h 2240205"/>
              <a:gd name="connsiteX30" fmla="*/ 8968445 w 12192000"/>
              <a:gd name="connsiteY30" fmla="*/ 1052169 h 2240205"/>
              <a:gd name="connsiteX31" fmla="*/ 8886001 w 12192000"/>
              <a:gd name="connsiteY31" fmla="*/ 1067468 h 2240205"/>
              <a:gd name="connsiteX32" fmla="*/ 8838610 w 12192000"/>
              <a:gd name="connsiteY32" fmla="*/ 1075091 h 2240205"/>
              <a:gd name="connsiteX33" fmla="*/ 8750383 w 12192000"/>
              <a:gd name="connsiteY33" fmla="*/ 1097387 h 2240205"/>
              <a:gd name="connsiteX34" fmla="*/ 8665605 w 12192000"/>
              <a:gd name="connsiteY34" fmla="*/ 1110791 h 2240205"/>
              <a:gd name="connsiteX35" fmla="*/ 8584946 w 12192000"/>
              <a:gd name="connsiteY35" fmla="*/ 1135226 h 2240205"/>
              <a:gd name="connsiteX36" fmla="*/ 8419755 w 12192000"/>
              <a:gd name="connsiteY36" fmla="*/ 1216260 h 2240205"/>
              <a:gd name="connsiteX37" fmla="*/ 8411626 w 12192000"/>
              <a:gd name="connsiteY37" fmla="*/ 1214397 h 2240205"/>
              <a:gd name="connsiteX38" fmla="*/ 8363469 w 12192000"/>
              <a:gd name="connsiteY38" fmla="*/ 1246658 h 2240205"/>
              <a:gd name="connsiteX39" fmla="*/ 8275497 w 12192000"/>
              <a:gd name="connsiteY39" fmla="*/ 1264396 h 2240205"/>
              <a:gd name="connsiteX40" fmla="*/ 8074238 w 12192000"/>
              <a:gd name="connsiteY40" fmla="*/ 1301895 h 2240205"/>
              <a:gd name="connsiteX41" fmla="*/ 7942099 w 12192000"/>
              <a:gd name="connsiteY41" fmla="*/ 1336332 h 2240205"/>
              <a:gd name="connsiteX42" fmla="*/ 7902328 w 12192000"/>
              <a:gd name="connsiteY42" fmla="*/ 1345865 h 2240205"/>
              <a:gd name="connsiteX43" fmla="*/ 7840612 w 12192000"/>
              <a:gd name="connsiteY43" fmla="*/ 1369373 h 2240205"/>
              <a:gd name="connsiteX44" fmla="*/ 7786819 w 12192000"/>
              <a:gd name="connsiteY44" fmla="*/ 1378970 h 2240205"/>
              <a:gd name="connsiteX45" fmla="*/ 7548172 w 12192000"/>
              <a:gd name="connsiteY45" fmla="*/ 1417460 h 2240205"/>
              <a:gd name="connsiteX46" fmla="*/ 7483437 w 12192000"/>
              <a:gd name="connsiteY46" fmla="*/ 1478152 h 2240205"/>
              <a:gd name="connsiteX47" fmla="*/ 7377870 w 12192000"/>
              <a:gd name="connsiteY47" fmla="*/ 1523319 h 2240205"/>
              <a:gd name="connsiteX48" fmla="*/ 7230737 w 12192000"/>
              <a:gd name="connsiteY48" fmla="*/ 1562633 h 2240205"/>
              <a:gd name="connsiteX49" fmla="*/ 7224458 w 12192000"/>
              <a:gd name="connsiteY49" fmla="*/ 1573008 h 2240205"/>
              <a:gd name="connsiteX50" fmla="*/ 7183121 w 12192000"/>
              <a:gd name="connsiteY50" fmla="*/ 1595162 h 2240205"/>
              <a:gd name="connsiteX51" fmla="*/ 7164601 w 12192000"/>
              <a:gd name="connsiteY51" fmla="*/ 1606490 h 2240205"/>
              <a:gd name="connsiteX52" fmla="*/ 6900177 w 12192000"/>
              <a:gd name="connsiteY52" fmla="*/ 1636016 h 2240205"/>
              <a:gd name="connsiteX53" fmla="*/ 6795372 w 12192000"/>
              <a:gd name="connsiteY53" fmla="*/ 1644845 h 2240205"/>
              <a:gd name="connsiteX54" fmla="*/ 6692251 w 12192000"/>
              <a:gd name="connsiteY54" fmla="*/ 1656357 h 2240205"/>
              <a:gd name="connsiteX55" fmla="*/ 6655235 w 12192000"/>
              <a:gd name="connsiteY55" fmla="*/ 1661869 h 2240205"/>
              <a:gd name="connsiteX56" fmla="*/ 6554894 w 12192000"/>
              <a:gd name="connsiteY56" fmla="*/ 1664428 h 2240205"/>
              <a:gd name="connsiteX57" fmla="*/ 6516595 w 12192000"/>
              <a:gd name="connsiteY57" fmla="*/ 1667475 h 2240205"/>
              <a:gd name="connsiteX58" fmla="*/ 6508541 w 12192000"/>
              <a:gd name="connsiteY58" fmla="*/ 1668757 h 2240205"/>
              <a:gd name="connsiteX59" fmla="*/ 6471012 w 12192000"/>
              <a:gd name="connsiteY59" fmla="*/ 1678604 h 2240205"/>
              <a:gd name="connsiteX60" fmla="*/ 6364035 w 12192000"/>
              <a:gd name="connsiteY60" fmla="*/ 1667683 h 2240205"/>
              <a:gd name="connsiteX61" fmla="*/ 6280959 w 12192000"/>
              <a:gd name="connsiteY61" fmla="*/ 1689329 h 2240205"/>
              <a:gd name="connsiteX62" fmla="*/ 6243319 w 12192000"/>
              <a:gd name="connsiteY62" fmla="*/ 1695560 h 2240205"/>
              <a:gd name="connsiteX63" fmla="*/ 6098321 w 12192000"/>
              <a:gd name="connsiteY63" fmla="*/ 1721646 h 2240205"/>
              <a:gd name="connsiteX64" fmla="*/ 5880652 w 12192000"/>
              <a:gd name="connsiteY64" fmla="*/ 1779643 h 2240205"/>
              <a:gd name="connsiteX65" fmla="*/ 5785959 w 12192000"/>
              <a:gd name="connsiteY65" fmla="*/ 1775307 h 2240205"/>
              <a:gd name="connsiteX66" fmla="*/ 5643534 w 12192000"/>
              <a:gd name="connsiteY66" fmla="*/ 1802919 h 2240205"/>
              <a:gd name="connsiteX67" fmla="*/ 5518799 w 12192000"/>
              <a:gd name="connsiteY67" fmla="*/ 1818312 h 2240205"/>
              <a:gd name="connsiteX68" fmla="*/ 5505014 w 12192000"/>
              <a:gd name="connsiteY68" fmla="*/ 1819259 h 2240205"/>
              <a:gd name="connsiteX69" fmla="*/ 5453307 w 12192000"/>
              <a:gd name="connsiteY69" fmla="*/ 1815450 h 2240205"/>
              <a:gd name="connsiteX70" fmla="*/ 5221533 w 12192000"/>
              <a:gd name="connsiteY70" fmla="*/ 1846950 h 2240205"/>
              <a:gd name="connsiteX71" fmla="*/ 5149802 w 12192000"/>
              <a:gd name="connsiteY71" fmla="*/ 1844846 h 2240205"/>
              <a:gd name="connsiteX72" fmla="*/ 5114927 w 12192000"/>
              <a:gd name="connsiteY72" fmla="*/ 1847827 h 2240205"/>
              <a:gd name="connsiteX73" fmla="*/ 5108970 w 12192000"/>
              <a:gd name="connsiteY73" fmla="*/ 1847935 h 2240205"/>
              <a:gd name="connsiteX74" fmla="*/ 5067961 w 12192000"/>
              <a:gd name="connsiteY74" fmla="*/ 1845917 h 2240205"/>
              <a:gd name="connsiteX75" fmla="*/ 5007075 w 12192000"/>
              <a:gd name="connsiteY75" fmla="*/ 1838626 h 2240205"/>
              <a:gd name="connsiteX76" fmla="*/ 4944087 w 12192000"/>
              <a:gd name="connsiteY76" fmla="*/ 1823332 h 2240205"/>
              <a:gd name="connsiteX77" fmla="*/ 4907662 w 12192000"/>
              <a:gd name="connsiteY77" fmla="*/ 1816900 h 2240205"/>
              <a:gd name="connsiteX78" fmla="*/ 4882386 w 12192000"/>
              <a:gd name="connsiteY78" fmla="*/ 1809844 h 2240205"/>
              <a:gd name="connsiteX79" fmla="*/ 4811440 w 12192000"/>
              <a:gd name="connsiteY79" fmla="*/ 1804655 h 2240205"/>
              <a:gd name="connsiteX80" fmla="*/ 4691075 w 12192000"/>
              <a:gd name="connsiteY80" fmla="*/ 1801389 h 2240205"/>
              <a:gd name="connsiteX81" fmla="*/ 4640313 w 12192000"/>
              <a:gd name="connsiteY81" fmla="*/ 1784307 h 2240205"/>
              <a:gd name="connsiteX82" fmla="*/ 4536503 w 12192000"/>
              <a:gd name="connsiteY82" fmla="*/ 1785334 h 2240205"/>
              <a:gd name="connsiteX83" fmla="*/ 4513724 w 12192000"/>
              <a:gd name="connsiteY83" fmla="*/ 1791996 h 2240205"/>
              <a:gd name="connsiteX84" fmla="*/ 4459810 w 12192000"/>
              <a:gd name="connsiteY84" fmla="*/ 1797886 h 2240205"/>
              <a:gd name="connsiteX85" fmla="*/ 4379064 w 12192000"/>
              <a:gd name="connsiteY85" fmla="*/ 1817177 h 2240205"/>
              <a:gd name="connsiteX86" fmla="*/ 4290981 w 12192000"/>
              <a:gd name="connsiteY86" fmla="*/ 1839677 h 2240205"/>
              <a:gd name="connsiteX87" fmla="*/ 4238372 w 12192000"/>
              <a:gd name="connsiteY87" fmla="*/ 1851480 h 2240205"/>
              <a:gd name="connsiteX88" fmla="*/ 4232517 w 12192000"/>
              <a:gd name="connsiteY88" fmla="*/ 1852567 h 2240205"/>
              <a:gd name="connsiteX89" fmla="*/ 4191732 w 12192000"/>
              <a:gd name="connsiteY89" fmla="*/ 1857328 h 2240205"/>
              <a:gd name="connsiteX90" fmla="*/ 4065532 w 12192000"/>
              <a:gd name="connsiteY90" fmla="*/ 1855477 h 2240205"/>
              <a:gd name="connsiteX91" fmla="*/ 4028460 w 12192000"/>
              <a:gd name="connsiteY91" fmla="*/ 1855137 h 2240205"/>
              <a:gd name="connsiteX92" fmla="*/ 4002267 w 12192000"/>
              <a:gd name="connsiteY92" fmla="*/ 1852352 h 2240205"/>
              <a:gd name="connsiteX93" fmla="*/ 3931396 w 12192000"/>
              <a:gd name="connsiteY93" fmla="*/ 1858915 h 2240205"/>
              <a:gd name="connsiteX94" fmla="*/ 3812162 w 12192000"/>
              <a:gd name="connsiteY94" fmla="*/ 1875501 h 2240205"/>
              <a:gd name="connsiteX95" fmla="*/ 3758105 w 12192000"/>
              <a:gd name="connsiteY95" fmla="*/ 1871856 h 2240205"/>
              <a:gd name="connsiteX96" fmla="*/ 3567259 w 12192000"/>
              <a:gd name="connsiteY96" fmla="*/ 1893482 h 2240205"/>
              <a:gd name="connsiteX97" fmla="*/ 3405770 w 12192000"/>
              <a:gd name="connsiteY97" fmla="*/ 1904591 h 2240205"/>
              <a:gd name="connsiteX98" fmla="*/ 3280097 w 12192000"/>
              <a:gd name="connsiteY98" fmla="*/ 1919610 h 2240205"/>
              <a:gd name="connsiteX99" fmla="*/ 3009910 w 12192000"/>
              <a:gd name="connsiteY99" fmla="*/ 1957866 h 2240205"/>
              <a:gd name="connsiteX100" fmla="*/ 2995934 w 12192000"/>
              <a:gd name="connsiteY100" fmla="*/ 1967085 h 2240205"/>
              <a:gd name="connsiteX101" fmla="*/ 2942858 w 12192000"/>
              <a:gd name="connsiteY101" fmla="*/ 1981367 h 2240205"/>
              <a:gd name="connsiteX102" fmla="*/ 2875436 w 12192000"/>
              <a:gd name="connsiteY102" fmla="*/ 1996977 h 2240205"/>
              <a:gd name="connsiteX103" fmla="*/ 2874892 w 12192000"/>
              <a:gd name="connsiteY103" fmla="*/ 1996085 h 2240205"/>
              <a:gd name="connsiteX104" fmla="*/ 2843662 w 12192000"/>
              <a:gd name="connsiteY104" fmla="*/ 1992498 h 2240205"/>
              <a:gd name="connsiteX105" fmla="*/ 2718916 w 12192000"/>
              <a:gd name="connsiteY105" fmla="*/ 1990867 h 2240205"/>
              <a:gd name="connsiteX106" fmla="*/ 2713522 w 12192000"/>
              <a:gd name="connsiteY106" fmla="*/ 1990173 h 2240205"/>
              <a:gd name="connsiteX107" fmla="*/ 2476147 w 12192000"/>
              <a:gd name="connsiteY107" fmla="*/ 1998305 h 2240205"/>
              <a:gd name="connsiteX108" fmla="*/ 2373568 w 12192000"/>
              <a:gd name="connsiteY108" fmla="*/ 2003219 h 2240205"/>
              <a:gd name="connsiteX109" fmla="*/ 2287219 w 12192000"/>
              <a:gd name="connsiteY109" fmla="*/ 1998750 h 2240205"/>
              <a:gd name="connsiteX110" fmla="*/ 2243069 w 12192000"/>
              <a:gd name="connsiteY110" fmla="*/ 2005321 h 2240205"/>
              <a:gd name="connsiteX111" fmla="*/ 2164831 w 12192000"/>
              <a:gd name="connsiteY111" fmla="*/ 2010143 h 2240205"/>
              <a:gd name="connsiteX112" fmla="*/ 2085228 w 12192000"/>
              <a:gd name="connsiteY112" fmla="*/ 2046431 h 2240205"/>
              <a:gd name="connsiteX113" fmla="*/ 2058061 w 12192000"/>
              <a:gd name="connsiteY113" fmla="*/ 2047942 h 2240205"/>
              <a:gd name="connsiteX114" fmla="*/ 2042244 w 12192000"/>
              <a:gd name="connsiteY114" fmla="*/ 2055560 h 2240205"/>
              <a:gd name="connsiteX115" fmla="*/ 1877728 w 12192000"/>
              <a:gd name="connsiteY115" fmla="*/ 2101004 h 2240205"/>
              <a:gd name="connsiteX116" fmla="*/ 1759056 w 12192000"/>
              <a:gd name="connsiteY116" fmla="*/ 2125608 h 2240205"/>
              <a:gd name="connsiteX117" fmla="*/ 1637948 w 12192000"/>
              <a:gd name="connsiteY117" fmla="*/ 2172597 h 2240205"/>
              <a:gd name="connsiteX118" fmla="*/ 1434549 w 12192000"/>
              <a:gd name="connsiteY118" fmla="*/ 2234522 h 2240205"/>
              <a:gd name="connsiteX119" fmla="*/ 1370962 w 12192000"/>
              <a:gd name="connsiteY119" fmla="*/ 2237474 h 2240205"/>
              <a:gd name="connsiteX120" fmla="*/ 1356367 w 12192000"/>
              <a:gd name="connsiteY120" fmla="*/ 2235089 h 2240205"/>
              <a:gd name="connsiteX121" fmla="*/ 1279765 w 12192000"/>
              <a:gd name="connsiteY121" fmla="*/ 2229639 h 2240205"/>
              <a:gd name="connsiteX122" fmla="*/ 1195347 w 12192000"/>
              <a:gd name="connsiteY122" fmla="*/ 2212354 h 2240205"/>
              <a:gd name="connsiteX123" fmla="*/ 970251 w 12192000"/>
              <a:gd name="connsiteY123" fmla="*/ 2221029 h 2240205"/>
              <a:gd name="connsiteX124" fmla="*/ 812914 w 12192000"/>
              <a:gd name="connsiteY124" fmla="*/ 2210095 h 2240205"/>
              <a:gd name="connsiteX125" fmla="*/ 776382 w 12192000"/>
              <a:gd name="connsiteY125" fmla="*/ 2204512 h 2240205"/>
              <a:gd name="connsiteX126" fmla="*/ 597225 w 12192000"/>
              <a:gd name="connsiteY126" fmla="*/ 2180999 h 2240205"/>
              <a:gd name="connsiteX127" fmla="*/ 520671 w 12192000"/>
              <a:gd name="connsiteY127" fmla="*/ 2180980 h 2240205"/>
              <a:gd name="connsiteX128" fmla="*/ 515024 w 12192000"/>
              <a:gd name="connsiteY128" fmla="*/ 2179258 h 2240205"/>
              <a:gd name="connsiteX129" fmla="*/ 413835 w 12192000"/>
              <a:gd name="connsiteY129" fmla="*/ 2156783 h 2240205"/>
              <a:gd name="connsiteX130" fmla="*/ 376513 w 12192000"/>
              <a:gd name="connsiteY130" fmla="*/ 2154014 h 2240205"/>
              <a:gd name="connsiteX131" fmla="*/ 273386 w 12192000"/>
              <a:gd name="connsiteY131" fmla="*/ 2142551 h 2240205"/>
              <a:gd name="connsiteX132" fmla="*/ 77641 w 12192000"/>
              <a:gd name="connsiteY132" fmla="*/ 2126835 h 2240205"/>
              <a:gd name="connsiteX133" fmla="*/ 37645 w 12192000"/>
              <a:gd name="connsiteY133" fmla="*/ 2115401 h 2240205"/>
              <a:gd name="connsiteX134" fmla="*/ 4572 w 12192000"/>
              <a:gd name="connsiteY134" fmla="*/ 2111091 h 2240205"/>
              <a:gd name="connsiteX135" fmla="*/ 0 w 12192000"/>
              <a:gd name="connsiteY135" fmla="*/ 2110468 h 2240205"/>
              <a:gd name="connsiteX136" fmla="*/ 0 w 12192000"/>
              <a:gd name="connsiteY136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820512 w 12192000"/>
              <a:gd name="connsiteY4" fmla="*/ 745392 h 2240205"/>
              <a:gd name="connsiteX5" fmla="*/ 11649954 w 12192000"/>
              <a:gd name="connsiteY5" fmla="*/ 749628 h 2240205"/>
              <a:gd name="connsiteX6" fmla="*/ 11560424 w 12192000"/>
              <a:gd name="connsiteY6" fmla="*/ 748017 h 2240205"/>
              <a:gd name="connsiteX7" fmla="*/ 11358455 w 12192000"/>
              <a:gd name="connsiteY7" fmla="*/ 747593 h 2240205"/>
              <a:gd name="connsiteX8" fmla="*/ 11165209 w 12192000"/>
              <a:gd name="connsiteY8" fmla="*/ 748852 h 2240205"/>
              <a:gd name="connsiteX9" fmla="*/ 11058755 w 12192000"/>
              <a:gd name="connsiteY9" fmla="*/ 749617 h 2240205"/>
              <a:gd name="connsiteX10" fmla="*/ 10846594 w 12192000"/>
              <a:gd name="connsiteY10" fmla="*/ 765069 h 2240205"/>
              <a:gd name="connsiteX11" fmla="*/ 10739478 w 12192000"/>
              <a:gd name="connsiteY11" fmla="*/ 776841 h 2240205"/>
              <a:gd name="connsiteX12" fmla="*/ 10458762 w 12192000"/>
              <a:gd name="connsiteY12" fmla="*/ 755400 h 2240205"/>
              <a:gd name="connsiteX13" fmla="*/ 10211200 w 12192000"/>
              <a:gd name="connsiteY13" fmla="*/ 767513 h 2240205"/>
              <a:gd name="connsiteX14" fmla="*/ 10167995 w 12192000"/>
              <a:gd name="connsiteY14" fmla="*/ 760843 h 2240205"/>
              <a:gd name="connsiteX15" fmla="*/ 9997044 w 12192000"/>
              <a:gd name="connsiteY15" fmla="*/ 780129 h 2240205"/>
              <a:gd name="connsiteX16" fmla="*/ 9943887 w 12192000"/>
              <a:gd name="connsiteY16" fmla="*/ 804141 h 2240205"/>
              <a:gd name="connsiteX17" fmla="*/ 9918248 w 12192000"/>
              <a:gd name="connsiteY17" fmla="*/ 816628 h 2240205"/>
              <a:gd name="connsiteX18" fmla="*/ 9767091 w 12192000"/>
              <a:gd name="connsiteY18" fmla="*/ 870550 h 2240205"/>
              <a:gd name="connsiteX19" fmla="*/ 9683005 w 12192000"/>
              <a:gd name="connsiteY19" fmla="*/ 894128 h 2240205"/>
              <a:gd name="connsiteX20" fmla="*/ 9594438 w 12192000"/>
              <a:gd name="connsiteY20" fmla="*/ 919051 h 2240205"/>
              <a:gd name="connsiteX21" fmla="*/ 9544189 w 12192000"/>
              <a:gd name="connsiteY21" fmla="*/ 938966 h 2240205"/>
              <a:gd name="connsiteX22" fmla="*/ 9500499 w 12192000"/>
              <a:gd name="connsiteY22" fmla="*/ 954680 h 2240205"/>
              <a:gd name="connsiteX23" fmla="*/ 9410017 w 12192000"/>
              <a:gd name="connsiteY23" fmla="*/ 993931 h 2240205"/>
              <a:gd name="connsiteX24" fmla="*/ 9392919 w 12192000"/>
              <a:gd name="connsiteY24" fmla="*/ 994656 h 2240205"/>
              <a:gd name="connsiteX25" fmla="*/ 9268019 w 12192000"/>
              <a:gd name="connsiteY25" fmla="*/ 1007442 h 2240205"/>
              <a:gd name="connsiteX26" fmla="*/ 9188177 w 12192000"/>
              <a:gd name="connsiteY26" fmla="*/ 1035474 h 2240205"/>
              <a:gd name="connsiteX27" fmla="*/ 9155969 w 12192000"/>
              <a:gd name="connsiteY27" fmla="*/ 1046804 h 2240205"/>
              <a:gd name="connsiteX28" fmla="*/ 9133985 w 12192000"/>
              <a:gd name="connsiteY28" fmla="*/ 1046450 h 2240205"/>
              <a:gd name="connsiteX29" fmla="*/ 9003462 w 12192000"/>
              <a:gd name="connsiteY29" fmla="*/ 1042406 h 2240205"/>
              <a:gd name="connsiteX30" fmla="*/ 8968445 w 12192000"/>
              <a:gd name="connsiteY30" fmla="*/ 1052169 h 2240205"/>
              <a:gd name="connsiteX31" fmla="*/ 8886001 w 12192000"/>
              <a:gd name="connsiteY31" fmla="*/ 1067468 h 2240205"/>
              <a:gd name="connsiteX32" fmla="*/ 8838610 w 12192000"/>
              <a:gd name="connsiteY32" fmla="*/ 1075091 h 2240205"/>
              <a:gd name="connsiteX33" fmla="*/ 8750383 w 12192000"/>
              <a:gd name="connsiteY33" fmla="*/ 1097387 h 2240205"/>
              <a:gd name="connsiteX34" fmla="*/ 8665605 w 12192000"/>
              <a:gd name="connsiteY34" fmla="*/ 1110791 h 2240205"/>
              <a:gd name="connsiteX35" fmla="*/ 8584946 w 12192000"/>
              <a:gd name="connsiteY35" fmla="*/ 1135226 h 2240205"/>
              <a:gd name="connsiteX36" fmla="*/ 8419755 w 12192000"/>
              <a:gd name="connsiteY36" fmla="*/ 1216260 h 2240205"/>
              <a:gd name="connsiteX37" fmla="*/ 8411626 w 12192000"/>
              <a:gd name="connsiteY37" fmla="*/ 1214397 h 2240205"/>
              <a:gd name="connsiteX38" fmla="*/ 8363469 w 12192000"/>
              <a:gd name="connsiteY38" fmla="*/ 1246658 h 2240205"/>
              <a:gd name="connsiteX39" fmla="*/ 8275497 w 12192000"/>
              <a:gd name="connsiteY39" fmla="*/ 1264396 h 2240205"/>
              <a:gd name="connsiteX40" fmla="*/ 8074238 w 12192000"/>
              <a:gd name="connsiteY40" fmla="*/ 1301895 h 2240205"/>
              <a:gd name="connsiteX41" fmla="*/ 7942099 w 12192000"/>
              <a:gd name="connsiteY41" fmla="*/ 1336332 h 2240205"/>
              <a:gd name="connsiteX42" fmla="*/ 7902328 w 12192000"/>
              <a:gd name="connsiteY42" fmla="*/ 1345865 h 2240205"/>
              <a:gd name="connsiteX43" fmla="*/ 7840612 w 12192000"/>
              <a:gd name="connsiteY43" fmla="*/ 1369373 h 2240205"/>
              <a:gd name="connsiteX44" fmla="*/ 7786819 w 12192000"/>
              <a:gd name="connsiteY44" fmla="*/ 1378970 h 2240205"/>
              <a:gd name="connsiteX45" fmla="*/ 7548172 w 12192000"/>
              <a:gd name="connsiteY45" fmla="*/ 1417460 h 2240205"/>
              <a:gd name="connsiteX46" fmla="*/ 7483437 w 12192000"/>
              <a:gd name="connsiteY46" fmla="*/ 1478152 h 2240205"/>
              <a:gd name="connsiteX47" fmla="*/ 7377870 w 12192000"/>
              <a:gd name="connsiteY47" fmla="*/ 1523319 h 2240205"/>
              <a:gd name="connsiteX48" fmla="*/ 7230737 w 12192000"/>
              <a:gd name="connsiteY48" fmla="*/ 1562633 h 2240205"/>
              <a:gd name="connsiteX49" fmla="*/ 7224458 w 12192000"/>
              <a:gd name="connsiteY49" fmla="*/ 1573008 h 2240205"/>
              <a:gd name="connsiteX50" fmla="*/ 7183121 w 12192000"/>
              <a:gd name="connsiteY50" fmla="*/ 1595162 h 2240205"/>
              <a:gd name="connsiteX51" fmla="*/ 7164601 w 12192000"/>
              <a:gd name="connsiteY51" fmla="*/ 1606490 h 2240205"/>
              <a:gd name="connsiteX52" fmla="*/ 6900177 w 12192000"/>
              <a:gd name="connsiteY52" fmla="*/ 1636016 h 2240205"/>
              <a:gd name="connsiteX53" fmla="*/ 6795372 w 12192000"/>
              <a:gd name="connsiteY53" fmla="*/ 1644845 h 2240205"/>
              <a:gd name="connsiteX54" fmla="*/ 6692251 w 12192000"/>
              <a:gd name="connsiteY54" fmla="*/ 1656357 h 2240205"/>
              <a:gd name="connsiteX55" fmla="*/ 6655235 w 12192000"/>
              <a:gd name="connsiteY55" fmla="*/ 1661869 h 2240205"/>
              <a:gd name="connsiteX56" fmla="*/ 6554894 w 12192000"/>
              <a:gd name="connsiteY56" fmla="*/ 1664428 h 2240205"/>
              <a:gd name="connsiteX57" fmla="*/ 6516595 w 12192000"/>
              <a:gd name="connsiteY57" fmla="*/ 1667475 h 2240205"/>
              <a:gd name="connsiteX58" fmla="*/ 6508541 w 12192000"/>
              <a:gd name="connsiteY58" fmla="*/ 1668757 h 2240205"/>
              <a:gd name="connsiteX59" fmla="*/ 6471012 w 12192000"/>
              <a:gd name="connsiteY59" fmla="*/ 1678604 h 2240205"/>
              <a:gd name="connsiteX60" fmla="*/ 6364035 w 12192000"/>
              <a:gd name="connsiteY60" fmla="*/ 1667683 h 2240205"/>
              <a:gd name="connsiteX61" fmla="*/ 6243319 w 12192000"/>
              <a:gd name="connsiteY61" fmla="*/ 1695560 h 2240205"/>
              <a:gd name="connsiteX62" fmla="*/ 6098321 w 12192000"/>
              <a:gd name="connsiteY62" fmla="*/ 1721646 h 2240205"/>
              <a:gd name="connsiteX63" fmla="*/ 5880652 w 12192000"/>
              <a:gd name="connsiteY63" fmla="*/ 1779643 h 2240205"/>
              <a:gd name="connsiteX64" fmla="*/ 5785959 w 12192000"/>
              <a:gd name="connsiteY64" fmla="*/ 1775307 h 2240205"/>
              <a:gd name="connsiteX65" fmla="*/ 5643534 w 12192000"/>
              <a:gd name="connsiteY65" fmla="*/ 1802919 h 2240205"/>
              <a:gd name="connsiteX66" fmla="*/ 5518799 w 12192000"/>
              <a:gd name="connsiteY66" fmla="*/ 1818312 h 2240205"/>
              <a:gd name="connsiteX67" fmla="*/ 5505014 w 12192000"/>
              <a:gd name="connsiteY67" fmla="*/ 1819259 h 2240205"/>
              <a:gd name="connsiteX68" fmla="*/ 5453307 w 12192000"/>
              <a:gd name="connsiteY68" fmla="*/ 1815450 h 2240205"/>
              <a:gd name="connsiteX69" fmla="*/ 5221533 w 12192000"/>
              <a:gd name="connsiteY69" fmla="*/ 1846950 h 2240205"/>
              <a:gd name="connsiteX70" fmla="*/ 5149802 w 12192000"/>
              <a:gd name="connsiteY70" fmla="*/ 1844846 h 2240205"/>
              <a:gd name="connsiteX71" fmla="*/ 5114927 w 12192000"/>
              <a:gd name="connsiteY71" fmla="*/ 1847827 h 2240205"/>
              <a:gd name="connsiteX72" fmla="*/ 5108970 w 12192000"/>
              <a:gd name="connsiteY72" fmla="*/ 1847935 h 2240205"/>
              <a:gd name="connsiteX73" fmla="*/ 5067961 w 12192000"/>
              <a:gd name="connsiteY73" fmla="*/ 1845917 h 2240205"/>
              <a:gd name="connsiteX74" fmla="*/ 5007075 w 12192000"/>
              <a:gd name="connsiteY74" fmla="*/ 1838626 h 2240205"/>
              <a:gd name="connsiteX75" fmla="*/ 4944087 w 12192000"/>
              <a:gd name="connsiteY75" fmla="*/ 1823332 h 2240205"/>
              <a:gd name="connsiteX76" fmla="*/ 4907662 w 12192000"/>
              <a:gd name="connsiteY76" fmla="*/ 1816900 h 2240205"/>
              <a:gd name="connsiteX77" fmla="*/ 4882386 w 12192000"/>
              <a:gd name="connsiteY77" fmla="*/ 1809844 h 2240205"/>
              <a:gd name="connsiteX78" fmla="*/ 4811440 w 12192000"/>
              <a:gd name="connsiteY78" fmla="*/ 1804655 h 2240205"/>
              <a:gd name="connsiteX79" fmla="*/ 4691075 w 12192000"/>
              <a:gd name="connsiteY79" fmla="*/ 1801389 h 2240205"/>
              <a:gd name="connsiteX80" fmla="*/ 4640313 w 12192000"/>
              <a:gd name="connsiteY80" fmla="*/ 1784307 h 2240205"/>
              <a:gd name="connsiteX81" fmla="*/ 4536503 w 12192000"/>
              <a:gd name="connsiteY81" fmla="*/ 1785334 h 2240205"/>
              <a:gd name="connsiteX82" fmla="*/ 4513724 w 12192000"/>
              <a:gd name="connsiteY82" fmla="*/ 1791996 h 2240205"/>
              <a:gd name="connsiteX83" fmla="*/ 4459810 w 12192000"/>
              <a:gd name="connsiteY83" fmla="*/ 1797886 h 2240205"/>
              <a:gd name="connsiteX84" fmla="*/ 4379064 w 12192000"/>
              <a:gd name="connsiteY84" fmla="*/ 1817177 h 2240205"/>
              <a:gd name="connsiteX85" fmla="*/ 4290981 w 12192000"/>
              <a:gd name="connsiteY85" fmla="*/ 1839677 h 2240205"/>
              <a:gd name="connsiteX86" fmla="*/ 4238372 w 12192000"/>
              <a:gd name="connsiteY86" fmla="*/ 1851480 h 2240205"/>
              <a:gd name="connsiteX87" fmla="*/ 4232517 w 12192000"/>
              <a:gd name="connsiteY87" fmla="*/ 1852567 h 2240205"/>
              <a:gd name="connsiteX88" fmla="*/ 4191732 w 12192000"/>
              <a:gd name="connsiteY88" fmla="*/ 1857328 h 2240205"/>
              <a:gd name="connsiteX89" fmla="*/ 4065532 w 12192000"/>
              <a:gd name="connsiteY89" fmla="*/ 1855477 h 2240205"/>
              <a:gd name="connsiteX90" fmla="*/ 4028460 w 12192000"/>
              <a:gd name="connsiteY90" fmla="*/ 1855137 h 2240205"/>
              <a:gd name="connsiteX91" fmla="*/ 4002267 w 12192000"/>
              <a:gd name="connsiteY91" fmla="*/ 1852352 h 2240205"/>
              <a:gd name="connsiteX92" fmla="*/ 3931396 w 12192000"/>
              <a:gd name="connsiteY92" fmla="*/ 1858915 h 2240205"/>
              <a:gd name="connsiteX93" fmla="*/ 3812162 w 12192000"/>
              <a:gd name="connsiteY93" fmla="*/ 1875501 h 2240205"/>
              <a:gd name="connsiteX94" fmla="*/ 3758105 w 12192000"/>
              <a:gd name="connsiteY94" fmla="*/ 1871856 h 2240205"/>
              <a:gd name="connsiteX95" fmla="*/ 3567259 w 12192000"/>
              <a:gd name="connsiteY95" fmla="*/ 1893482 h 2240205"/>
              <a:gd name="connsiteX96" fmla="*/ 3405770 w 12192000"/>
              <a:gd name="connsiteY96" fmla="*/ 1904591 h 2240205"/>
              <a:gd name="connsiteX97" fmla="*/ 3280097 w 12192000"/>
              <a:gd name="connsiteY97" fmla="*/ 1919610 h 2240205"/>
              <a:gd name="connsiteX98" fmla="*/ 3009910 w 12192000"/>
              <a:gd name="connsiteY98" fmla="*/ 1957866 h 2240205"/>
              <a:gd name="connsiteX99" fmla="*/ 2995934 w 12192000"/>
              <a:gd name="connsiteY99" fmla="*/ 1967085 h 2240205"/>
              <a:gd name="connsiteX100" fmla="*/ 2942858 w 12192000"/>
              <a:gd name="connsiteY100" fmla="*/ 1981367 h 2240205"/>
              <a:gd name="connsiteX101" fmla="*/ 2875436 w 12192000"/>
              <a:gd name="connsiteY101" fmla="*/ 1996977 h 2240205"/>
              <a:gd name="connsiteX102" fmla="*/ 2874892 w 12192000"/>
              <a:gd name="connsiteY102" fmla="*/ 1996085 h 2240205"/>
              <a:gd name="connsiteX103" fmla="*/ 2843662 w 12192000"/>
              <a:gd name="connsiteY103" fmla="*/ 1992498 h 2240205"/>
              <a:gd name="connsiteX104" fmla="*/ 2718916 w 12192000"/>
              <a:gd name="connsiteY104" fmla="*/ 1990867 h 2240205"/>
              <a:gd name="connsiteX105" fmla="*/ 2713522 w 12192000"/>
              <a:gd name="connsiteY105" fmla="*/ 1990173 h 2240205"/>
              <a:gd name="connsiteX106" fmla="*/ 2476147 w 12192000"/>
              <a:gd name="connsiteY106" fmla="*/ 1998305 h 2240205"/>
              <a:gd name="connsiteX107" fmla="*/ 2373568 w 12192000"/>
              <a:gd name="connsiteY107" fmla="*/ 2003219 h 2240205"/>
              <a:gd name="connsiteX108" fmla="*/ 2287219 w 12192000"/>
              <a:gd name="connsiteY108" fmla="*/ 1998750 h 2240205"/>
              <a:gd name="connsiteX109" fmla="*/ 2243069 w 12192000"/>
              <a:gd name="connsiteY109" fmla="*/ 2005321 h 2240205"/>
              <a:gd name="connsiteX110" fmla="*/ 2164831 w 12192000"/>
              <a:gd name="connsiteY110" fmla="*/ 2010143 h 2240205"/>
              <a:gd name="connsiteX111" fmla="*/ 2085228 w 12192000"/>
              <a:gd name="connsiteY111" fmla="*/ 2046431 h 2240205"/>
              <a:gd name="connsiteX112" fmla="*/ 2058061 w 12192000"/>
              <a:gd name="connsiteY112" fmla="*/ 2047942 h 2240205"/>
              <a:gd name="connsiteX113" fmla="*/ 2042244 w 12192000"/>
              <a:gd name="connsiteY113" fmla="*/ 2055560 h 2240205"/>
              <a:gd name="connsiteX114" fmla="*/ 1877728 w 12192000"/>
              <a:gd name="connsiteY114" fmla="*/ 2101004 h 2240205"/>
              <a:gd name="connsiteX115" fmla="*/ 1759056 w 12192000"/>
              <a:gd name="connsiteY115" fmla="*/ 2125608 h 2240205"/>
              <a:gd name="connsiteX116" fmla="*/ 1637948 w 12192000"/>
              <a:gd name="connsiteY116" fmla="*/ 2172597 h 2240205"/>
              <a:gd name="connsiteX117" fmla="*/ 1434549 w 12192000"/>
              <a:gd name="connsiteY117" fmla="*/ 2234522 h 2240205"/>
              <a:gd name="connsiteX118" fmla="*/ 1370962 w 12192000"/>
              <a:gd name="connsiteY118" fmla="*/ 2237474 h 2240205"/>
              <a:gd name="connsiteX119" fmla="*/ 1356367 w 12192000"/>
              <a:gd name="connsiteY119" fmla="*/ 2235089 h 2240205"/>
              <a:gd name="connsiteX120" fmla="*/ 1279765 w 12192000"/>
              <a:gd name="connsiteY120" fmla="*/ 2229639 h 2240205"/>
              <a:gd name="connsiteX121" fmla="*/ 1195347 w 12192000"/>
              <a:gd name="connsiteY121" fmla="*/ 2212354 h 2240205"/>
              <a:gd name="connsiteX122" fmla="*/ 970251 w 12192000"/>
              <a:gd name="connsiteY122" fmla="*/ 2221029 h 2240205"/>
              <a:gd name="connsiteX123" fmla="*/ 812914 w 12192000"/>
              <a:gd name="connsiteY123" fmla="*/ 2210095 h 2240205"/>
              <a:gd name="connsiteX124" fmla="*/ 776382 w 12192000"/>
              <a:gd name="connsiteY124" fmla="*/ 2204512 h 2240205"/>
              <a:gd name="connsiteX125" fmla="*/ 597225 w 12192000"/>
              <a:gd name="connsiteY125" fmla="*/ 2180999 h 2240205"/>
              <a:gd name="connsiteX126" fmla="*/ 520671 w 12192000"/>
              <a:gd name="connsiteY126" fmla="*/ 2180980 h 2240205"/>
              <a:gd name="connsiteX127" fmla="*/ 515024 w 12192000"/>
              <a:gd name="connsiteY127" fmla="*/ 2179258 h 2240205"/>
              <a:gd name="connsiteX128" fmla="*/ 413835 w 12192000"/>
              <a:gd name="connsiteY128" fmla="*/ 2156783 h 2240205"/>
              <a:gd name="connsiteX129" fmla="*/ 376513 w 12192000"/>
              <a:gd name="connsiteY129" fmla="*/ 2154014 h 2240205"/>
              <a:gd name="connsiteX130" fmla="*/ 273386 w 12192000"/>
              <a:gd name="connsiteY130" fmla="*/ 2142551 h 2240205"/>
              <a:gd name="connsiteX131" fmla="*/ 77641 w 12192000"/>
              <a:gd name="connsiteY131" fmla="*/ 2126835 h 2240205"/>
              <a:gd name="connsiteX132" fmla="*/ 37645 w 12192000"/>
              <a:gd name="connsiteY132" fmla="*/ 2115401 h 2240205"/>
              <a:gd name="connsiteX133" fmla="*/ 4572 w 12192000"/>
              <a:gd name="connsiteY133" fmla="*/ 2111091 h 2240205"/>
              <a:gd name="connsiteX134" fmla="*/ 0 w 12192000"/>
              <a:gd name="connsiteY134" fmla="*/ 2110468 h 2240205"/>
              <a:gd name="connsiteX135" fmla="*/ 0 w 12192000"/>
              <a:gd name="connsiteY135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820512 w 12192000"/>
              <a:gd name="connsiteY4" fmla="*/ 745392 h 2240205"/>
              <a:gd name="connsiteX5" fmla="*/ 11649954 w 12192000"/>
              <a:gd name="connsiteY5" fmla="*/ 749628 h 2240205"/>
              <a:gd name="connsiteX6" fmla="*/ 11560424 w 12192000"/>
              <a:gd name="connsiteY6" fmla="*/ 748017 h 2240205"/>
              <a:gd name="connsiteX7" fmla="*/ 11358455 w 12192000"/>
              <a:gd name="connsiteY7" fmla="*/ 747593 h 2240205"/>
              <a:gd name="connsiteX8" fmla="*/ 11165209 w 12192000"/>
              <a:gd name="connsiteY8" fmla="*/ 748852 h 2240205"/>
              <a:gd name="connsiteX9" fmla="*/ 11058755 w 12192000"/>
              <a:gd name="connsiteY9" fmla="*/ 749617 h 2240205"/>
              <a:gd name="connsiteX10" fmla="*/ 10846594 w 12192000"/>
              <a:gd name="connsiteY10" fmla="*/ 765069 h 2240205"/>
              <a:gd name="connsiteX11" fmla="*/ 10739478 w 12192000"/>
              <a:gd name="connsiteY11" fmla="*/ 776841 h 2240205"/>
              <a:gd name="connsiteX12" fmla="*/ 10458762 w 12192000"/>
              <a:gd name="connsiteY12" fmla="*/ 755400 h 2240205"/>
              <a:gd name="connsiteX13" fmla="*/ 10211200 w 12192000"/>
              <a:gd name="connsiteY13" fmla="*/ 767513 h 2240205"/>
              <a:gd name="connsiteX14" fmla="*/ 10167995 w 12192000"/>
              <a:gd name="connsiteY14" fmla="*/ 760843 h 2240205"/>
              <a:gd name="connsiteX15" fmla="*/ 9997044 w 12192000"/>
              <a:gd name="connsiteY15" fmla="*/ 780129 h 2240205"/>
              <a:gd name="connsiteX16" fmla="*/ 9943887 w 12192000"/>
              <a:gd name="connsiteY16" fmla="*/ 804141 h 2240205"/>
              <a:gd name="connsiteX17" fmla="*/ 9918248 w 12192000"/>
              <a:gd name="connsiteY17" fmla="*/ 816628 h 2240205"/>
              <a:gd name="connsiteX18" fmla="*/ 9767091 w 12192000"/>
              <a:gd name="connsiteY18" fmla="*/ 870550 h 2240205"/>
              <a:gd name="connsiteX19" fmla="*/ 9683005 w 12192000"/>
              <a:gd name="connsiteY19" fmla="*/ 894128 h 2240205"/>
              <a:gd name="connsiteX20" fmla="*/ 9594438 w 12192000"/>
              <a:gd name="connsiteY20" fmla="*/ 919051 h 2240205"/>
              <a:gd name="connsiteX21" fmla="*/ 9544189 w 12192000"/>
              <a:gd name="connsiteY21" fmla="*/ 938966 h 2240205"/>
              <a:gd name="connsiteX22" fmla="*/ 9500499 w 12192000"/>
              <a:gd name="connsiteY22" fmla="*/ 954680 h 2240205"/>
              <a:gd name="connsiteX23" fmla="*/ 9410017 w 12192000"/>
              <a:gd name="connsiteY23" fmla="*/ 993931 h 2240205"/>
              <a:gd name="connsiteX24" fmla="*/ 9392919 w 12192000"/>
              <a:gd name="connsiteY24" fmla="*/ 994656 h 2240205"/>
              <a:gd name="connsiteX25" fmla="*/ 9268019 w 12192000"/>
              <a:gd name="connsiteY25" fmla="*/ 1007442 h 2240205"/>
              <a:gd name="connsiteX26" fmla="*/ 9188177 w 12192000"/>
              <a:gd name="connsiteY26" fmla="*/ 1035474 h 2240205"/>
              <a:gd name="connsiteX27" fmla="*/ 9155969 w 12192000"/>
              <a:gd name="connsiteY27" fmla="*/ 1046804 h 2240205"/>
              <a:gd name="connsiteX28" fmla="*/ 9133985 w 12192000"/>
              <a:gd name="connsiteY28" fmla="*/ 1046450 h 2240205"/>
              <a:gd name="connsiteX29" fmla="*/ 9003462 w 12192000"/>
              <a:gd name="connsiteY29" fmla="*/ 1042406 h 2240205"/>
              <a:gd name="connsiteX30" fmla="*/ 8968445 w 12192000"/>
              <a:gd name="connsiteY30" fmla="*/ 1052169 h 2240205"/>
              <a:gd name="connsiteX31" fmla="*/ 8886001 w 12192000"/>
              <a:gd name="connsiteY31" fmla="*/ 1067468 h 2240205"/>
              <a:gd name="connsiteX32" fmla="*/ 8838610 w 12192000"/>
              <a:gd name="connsiteY32" fmla="*/ 1075091 h 2240205"/>
              <a:gd name="connsiteX33" fmla="*/ 8665605 w 12192000"/>
              <a:gd name="connsiteY33" fmla="*/ 1110791 h 2240205"/>
              <a:gd name="connsiteX34" fmla="*/ 8584946 w 12192000"/>
              <a:gd name="connsiteY34" fmla="*/ 1135226 h 2240205"/>
              <a:gd name="connsiteX35" fmla="*/ 8419755 w 12192000"/>
              <a:gd name="connsiteY35" fmla="*/ 1216260 h 2240205"/>
              <a:gd name="connsiteX36" fmla="*/ 8411626 w 12192000"/>
              <a:gd name="connsiteY36" fmla="*/ 1214397 h 2240205"/>
              <a:gd name="connsiteX37" fmla="*/ 8363469 w 12192000"/>
              <a:gd name="connsiteY37" fmla="*/ 1246658 h 2240205"/>
              <a:gd name="connsiteX38" fmla="*/ 8275497 w 12192000"/>
              <a:gd name="connsiteY38" fmla="*/ 1264396 h 2240205"/>
              <a:gd name="connsiteX39" fmla="*/ 8074238 w 12192000"/>
              <a:gd name="connsiteY39" fmla="*/ 1301895 h 2240205"/>
              <a:gd name="connsiteX40" fmla="*/ 7942099 w 12192000"/>
              <a:gd name="connsiteY40" fmla="*/ 1336332 h 2240205"/>
              <a:gd name="connsiteX41" fmla="*/ 7902328 w 12192000"/>
              <a:gd name="connsiteY41" fmla="*/ 1345865 h 2240205"/>
              <a:gd name="connsiteX42" fmla="*/ 7840612 w 12192000"/>
              <a:gd name="connsiteY42" fmla="*/ 1369373 h 2240205"/>
              <a:gd name="connsiteX43" fmla="*/ 7786819 w 12192000"/>
              <a:gd name="connsiteY43" fmla="*/ 1378970 h 2240205"/>
              <a:gd name="connsiteX44" fmla="*/ 7548172 w 12192000"/>
              <a:gd name="connsiteY44" fmla="*/ 1417460 h 2240205"/>
              <a:gd name="connsiteX45" fmla="*/ 7483437 w 12192000"/>
              <a:gd name="connsiteY45" fmla="*/ 1478152 h 2240205"/>
              <a:gd name="connsiteX46" fmla="*/ 7377870 w 12192000"/>
              <a:gd name="connsiteY46" fmla="*/ 1523319 h 2240205"/>
              <a:gd name="connsiteX47" fmla="*/ 7230737 w 12192000"/>
              <a:gd name="connsiteY47" fmla="*/ 1562633 h 2240205"/>
              <a:gd name="connsiteX48" fmla="*/ 7224458 w 12192000"/>
              <a:gd name="connsiteY48" fmla="*/ 1573008 h 2240205"/>
              <a:gd name="connsiteX49" fmla="*/ 7183121 w 12192000"/>
              <a:gd name="connsiteY49" fmla="*/ 1595162 h 2240205"/>
              <a:gd name="connsiteX50" fmla="*/ 7164601 w 12192000"/>
              <a:gd name="connsiteY50" fmla="*/ 1606490 h 2240205"/>
              <a:gd name="connsiteX51" fmla="*/ 6900177 w 12192000"/>
              <a:gd name="connsiteY51" fmla="*/ 1636016 h 2240205"/>
              <a:gd name="connsiteX52" fmla="*/ 6795372 w 12192000"/>
              <a:gd name="connsiteY52" fmla="*/ 1644845 h 2240205"/>
              <a:gd name="connsiteX53" fmla="*/ 6692251 w 12192000"/>
              <a:gd name="connsiteY53" fmla="*/ 1656357 h 2240205"/>
              <a:gd name="connsiteX54" fmla="*/ 6655235 w 12192000"/>
              <a:gd name="connsiteY54" fmla="*/ 1661869 h 2240205"/>
              <a:gd name="connsiteX55" fmla="*/ 6554894 w 12192000"/>
              <a:gd name="connsiteY55" fmla="*/ 1664428 h 2240205"/>
              <a:gd name="connsiteX56" fmla="*/ 6516595 w 12192000"/>
              <a:gd name="connsiteY56" fmla="*/ 1667475 h 2240205"/>
              <a:gd name="connsiteX57" fmla="*/ 6508541 w 12192000"/>
              <a:gd name="connsiteY57" fmla="*/ 1668757 h 2240205"/>
              <a:gd name="connsiteX58" fmla="*/ 6471012 w 12192000"/>
              <a:gd name="connsiteY58" fmla="*/ 1678604 h 2240205"/>
              <a:gd name="connsiteX59" fmla="*/ 6364035 w 12192000"/>
              <a:gd name="connsiteY59" fmla="*/ 1667683 h 2240205"/>
              <a:gd name="connsiteX60" fmla="*/ 6243319 w 12192000"/>
              <a:gd name="connsiteY60" fmla="*/ 1695560 h 2240205"/>
              <a:gd name="connsiteX61" fmla="*/ 6098321 w 12192000"/>
              <a:gd name="connsiteY61" fmla="*/ 1721646 h 2240205"/>
              <a:gd name="connsiteX62" fmla="*/ 5880652 w 12192000"/>
              <a:gd name="connsiteY62" fmla="*/ 1779643 h 2240205"/>
              <a:gd name="connsiteX63" fmla="*/ 5785959 w 12192000"/>
              <a:gd name="connsiteY63" fmla="*/ 1775307 h 2240205"/>
              <a:gd name="connsiteX64" fmla="*/ 5643534 w 12192000"/>
              <a:gd name="connsiteY64" fmla="*/ 1802919 h 2240205"/>
              <a:gd name="connsiteX65" fmla="*/ 5518799 w 12192000"/>
              <a:gd name="connsiteY65" fmla="*/ 1818312 h 2240205"/>
              <a:gd name="connsiteX66" fmla="*/ 5505014 w 12192000"/>
              <a:gd name="connsiteY66" fmla="*/ 1819259 h 2240205"/>
              <a:gd name="connsiteX67" fmla="*/ 5453307 w 12192000"/>
              <a:gd name="connsiteY67" fmla="*/ 1815450 h 2240205"/>
              <a:gd name="connsiteX68" fmla="*/ 5221533 w 12192000"/>
              <a:gd name="connsiteY68" fmla="*/ 1846950 h 2240205"/>
              <a:gd name="connsiteX69" fmla="*/ 5149802 w 12192000"/>
              <a:gd name="connsiteY69" fmla="*/ 1844846 h 2240205"/>
              <a:gd name="connsiteX70" fmla="*/ 5114927 w 12192000"/>
              <a:gd name="connsiteY70" fmla="*/ 1847827 h 2240205"/>
              <a:gd name="connsiteX71" fmla="*/ 5108970 w 12192000"/>
              <a:gd name="connsiteY71" fmla="*/ 1847935 h 2240205"/>
              <a:gd name="connsiteX72" fmla="*/ 5067961 w 12192000"/>
              <a:gd name="connsiteY72" fmla="*/ 1845917 h 2240205"/>
              <a:gd name="connsiteX73" fmla="*/ 5007075 w 12192000"/>
              <a:gd name="connsiteY73" fmla="*/ 1838626 h 2240205"/>
              <a:gd name="connsiteX74" fmla="*/ 4944087 w 12192000"/>
              <a:gd name="connsiteY74" fmla="*/ 1823332 h 2240205"/>
              <a:gd name="connsiteX75" fmla="*/ 4907662 w 12192000"/>
              <a:gd name="connsiteY75" fmla="*/ 1816900 h 2240205"/>
              <a:gd name="connsiteX76" fmla="*/ 4882386 w 12192000"/>
              <a:gd name="connsiteY76" fmla="*/ 1809844 h 2240205"/>
              <a:gd name="connsiteX77" fmla="*/ 4811440 w 12192000"/>
              <a:gd name="connsiteY77" fmla="*/ 1804655 h 2240205"/>
              <a:gd name="connsiteX78" fmla="*/ 4691075 w 12192000"/>
              <a:gd name="connsiteY78" fmla="*/ 1801389 h 2240205"/>
              <a:gd name="connsiteX79" fmla="*/ 4640313 w 12192000"/>
              <a:gd name="connsiteY79" fmla="*/ 1784307 h 2240205"/>
              <a:gd name="connsiteX80" fmla="*/ 4536503 w 12192000"/>
              <a:gd name="connsiteY80" fmla="*/ 1785334 h 2240205"/>
              <a:gd name="connsiteX81" fmla="*/ 4513724 w 12192000"/>
              <a:gd name="connsiteY81" fmla="*/ 1791996 h 2240205"/>
              <a:gd name="connsiteX82" fmla="*/ 4459810 w 12192000"/>
              <a:gd name="connsiteY82" fmla="*/ 1797886 h 2240205"/>
              <a:gd name="connsiteX83" fmla="*/ 4379064 w 12192000"/>
              <a:gd name="connsiteY83" fmla="*/ 1817177 h 2240205"/>
              <a:gd name="connsiteX84" fmla="*/ 4290981 w 12192000"/>
              <a:gd name="connsiteY84" fmla="*/ 1839677 h 2240205"/>
              <a:gd name="connsiteX85" fmla="*/ 4238372 w 12192000"/>
              <a:gd name="connsiteY85" fmla="*/ 1851480 h 2240205"/>
              <a:gd name="connsiteX86" fmla="*/ 4232517 w 12192000"/>
              <a:gd name="connsiteY86" fmla="*/ 1852567 h 2240205"/>
              <a:gd name="connsiteX87" fmla="*/ 4191732 w 12192000"/>
              <a:gd name="connsiteY87" fmla="*/ 1857328 h 2240205"/>
              <a:gd name="connsiteX88" fmla="*/ 4065532 w 12192000"/>
              <a:gd name="connsiteY88" fmla="*/ 1855477 h 2240205"/>
              <a:gd name="connsiteX89" fmla="*/ 4028460 w 12192000"/>
              <a:gd name="connsiteY89" fmla="*/ 1855137 h 2240205"/>
              <a:gd name="connsiteX90" fmla="*/ 4002267 w 12192000"/>
              <a:gd name="connsiteY90" fmla="*/ 1852352 h 2240205"/>
              <a:gd name="connsiteX91" fmla="*/ 3931396 w 12192000"/>
              <a:gd name="connsiteY91" fmla="*/ 1858915 h 2240205"/>
              <a:gd name="connsiteX92" fmla="*/ 3812162 w 12192000"/>
              <a:gd name="connsiteY92" fmla="*/ 1875501 h 2240205"/>
              <a:gd name="connsiteX93" fmla="*/ 3758105 w 12192000"/>
              <a:gd name="connsiteY93" fmla="*/ 1871856 h 2240205"/>
              <a:gd name="connsiteX94" fmla="*/ 3567259 w 12192000"/>
              <a:gd name="connsiteY94" fmla="*/ 1893482 h 2240205"/>
              <a:gd name="connsiteX95" fmla="*/ 3405770 w 12192000"/>
              <a:gd name="connsiteY95" fmla="*/ 1904591 h 2240205"/>
              <a:gd name="connsiteX96" fmla="*/ 3280097 w 12192000"/>
              <a:gd name="connsiteY96" fmla="*/ 1919610 h 2240205"/>
              <a:gd name="connsiteX97" fmla="*/ 3009910 w 12192000"/>
              <a:gd name="connsiteY97" fmla="*/ 1957866 h 2240205"/>
              <a:gd name="connsiteX98" fmla="*/ 2995934 w 12192000"/>
              <a:gd name="connsiteY98" fmla="*/ 1967085 h 2240205"/>
              <a:gd name="connsiteX99" fmla="*/ 2942858 w 12192000"/>
              <a:gd name="connsiteY99" fmla="*/ 1981367 h 2240205"/>
              <a:gd name="connsiteX100" fmla="*/ 2875436 w 12192000"/>
              <a:gd name="connsiteY100" fmla="*/ 1996977 h 2240205"/>
              <a:gd name="connsiteX101" fmla="*/ 2874892 w 12192000"/>
              <a:gd name="connsiteY101" fmla="*/ 1996085 h 2240205"/>
              <a:gd name="connsiteX102" fmla="*/ 2843662 w 12192000"/>
              <a:gd name="connsiteY102" fmla="*/ 1992498 h 2240205"/>
              <a:gd name="connsiteX103" fmla="*/ 2718916 w 12192000"/>
              <a:gd name="connsiteY103" fmla="*/ 1990867 h 2240205"/>
              <a:gd name="connsiteX104" fmla="*/ 2713522 w 12192000"/>
              <a:gd name="connsiteY104" fmla="*/ 1990173 h 2240205"/>
              <a:gd name="connsiteX105" fmla="*/ 2476147 w 12192000"/>
              <a:gd name="connsiteY105" fmla="*/ 1998305 h 2240205"/>
              <a:gd name="connsiteX106" fmla="*/ 2373568 w 12192000"/>
              <a:gd name="connsiteY106" fmla="*/ 2003219 h 2240205"/>
              <a:gd name="connsiteX107" fmla="*/ 2287219 w 12192000"/>
              <a:gd name="connsiteY107" fmla="*/ 1998750 h 2240205"/>
              <a:gd name="connsiteX108" fmla="*/ 2243069 w 12192000"/>
              <a:gd name="connsiteY108" fmla="*/ 2005321 h 2240205"/>
              <a:gd name="connsiteX109" fmla="*/ 2164831 w 12192000"/>
              <a:gd name="connsiteY109" fmla="*/ 2010143 h 2240205"/>
              <a:gd name="connsiteX110" fmla="*/ 2085228 w 12192000"/>
              <a:gd name="connsiteY110" fmla="*/ 2046431 h 2240205"/>
              <a:gd name="connsiteX111" fmla="*/ 2058061 w 12192000"/>
              <a:gd name="connsiteY111" fmla="*/ 2047942 h 2240205"/>
              <a:gd name="connsiteX112" fmla="*/ 2042244 w 12192000"/>
              <a:gd name="connsiteY112" fmla="*/ 2055560 h 2240205"/>
              <a:gd name="connsiteX113" fmla="*/ 1877728 w 12192000"/>
              <a:gd name="connsiteY113" fmla="*/ 2101004 h 2240205"/>
              <a:gd name="connsiteX114" fmla="*/ 1759056 w 12192000"/>
              <a:gd name="connsiteY114" fmla="*/ 2125608 h 2240205"/>
              <a:gd name="connsiteX115" fmla="*/ 1637948 w 12192000"/>
              <a:gd name="connsiteY115" fmla="*/ 2172597 h 2240205"/>
              <a:gd name="connsiteX116" fmla="*/ 1434549 w 12192000"/>
              <a:gd name="connsiteY116" fmla="*/ 2234522 h 2240205"/>
              <a:gd name="connsiteX117" fmla="*/ 1370962 w 12192000"/>
              <a:gd name="connsiteY117" fmla="*/ 2237474 h 2240205"/>
              <a:gd name="connsiteX118" fmla="*/ 1356367 w 12192000"/>
              <a:gd name="connsiteY118" fmla="*/ 2235089 h 2240205"/>
              <a:gd name="connsiteX119" fmla="*/ 1279765 w 12192000"/>
              <a:gd name="connsiteY119" fmla="*/ 2229639 h 2240205"/>
              <a:gd name="connsiteX120" fmla="*/ 1195347 w 12192000"/>
              <a:gd name="connsiteY120" fmla="*/ 2212354 h 2240205"/>
              <a:gd name="connsiteX121" fmla="*/ 970251 w 12192000"/>
              <a:gd name="connsiteY121" fmla="*/ 2221029 h 2240205"/>
              <a:gd name="connsiteX122" fmla="*/ 812914 w 12192000"/>
              <a:gd name="connsiteY122" fmla="*/ 2210095 h 2240205"/>
              <a:gd name="connsiteX123" fmla="*/ 776382 w 12192000"/>
              <a:gd name="connsiteY123" fmla="*/ 2204512 h 2240205"/>
              <a:gd name="connsiteX124" fmla="*/ 597225 w 12192000"/>
              <a:gd name="connsiteY124" fmla="*/ 2180999 h 2240205"/>
              <a:gd name="connsiteX125" fmla="*/ 520671 w 12192000"/>
              <a:gd name="connsiteY125" fmla="*/ 2180980 h 2240205"/>
              <a:gd name="connsiteX126" fmla="*/ 515024 w 12192000"/>
              <a:gd name="connsiteY126" fmla="*/ 2179258 h 2240205"/>
              <a:gd name="connsiteX127" fmla="*/ 413835 w 12192000"/>
              <a:gd name="connsiteY127" fmla="*/ 2156783 h 2240205"/>
              <a:gd name="connsiteX128" fmla="*/ 376513 w 12192000"/>
              <a:gd name="connsiteY128" fmla="*/ 2154014 h 2240205"/>
              <a:gd name="connsiteX129" fmla="*/ 273386 w 12192000"/>
              <a:gd name="connsiteY129" fmla="*/ 2142551 h 2240205"/>
              <a:gd name="connsiteX130" fmla="*/ 77641 w 12192000"/>
              <a:gd name="connsiteY130" fmla="*/ 2126835 h 2240205"/>
              <a:gd name="connsiteX131" fmla="*/ 37645 w 12192000"/>
              <a:gd name="connsiteY131" fmla="*/ 2115401 h 2240205"/>
              <a:gd name="connsiteX132" fmla="*/ 4572 w 12192000"/>
              <a:gd name="connsiteY132" fmla="*/ 2111091 h 2240205"/>
              <a:gd name="connsiteX133" fmla="*/ 0 w 12192000"/>
              <a:gd name="connsiteY133" fmla="*/ 2110468 h 2240205"/>
              <a:gd name="connsiteX134" fmla="*/ 0 w 12192000"/>
              <a:gd name="connsiteY134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820512 w 12192000"/>
              <a:gd name="connsiteY4" fmla="*/ 745392 h 2240205"/>
              <a:gd name="connsiteX5" fmla="*/ 11649954 w 12192000"/>
              <a:gd name="connsiteY5" fmla="*/ 749628 h 2240205"/>
              <a:gd name="connsiteX6" fmla="*/ 11560424 w 12192000"/>
              <a:gd name="connsiteY6" fmla="*/ 748017 h 2240205"/>
              <a:gd name="connsiteX7" fmla="*/ 11358455 w 12192000"/>
              <a:gd name="connsiteY7" fmla="*/ 747593 h 2240205"/>
              <a:gd name="connsiteX8" fmla="*/ 11165209 w 12192000"/>
              <a:gd name="connsiteY8" fmla="*/ 748852 h 2240205"/>
              <a:gd name="connsiteX9" fmla="*/ 11058755 w 12192000"/>
              <a:gd name="connsiteY9" fmla="*/ 749617 h 2240205"/>
              <a:gd name="connsiteX10" fmla="*/ 10846594 w 12192000"/>
              <a:gd name="connsiteY10" fmla="*/ 765069 h 2240205"/>
              <a:gd name="connsiteX11" fmla="*/ 10739478 w 12192000"/>
              <a:gd name="connsiteY11" fmla="*/ 776841 h 2240205"/>
              <a:gd name="connsiteX12" fmla="*/ 10458762 w 12192000"/>
              <a:gd name="connsiteY12" fmla="*/ 755400 h 2240205"/>
              <a:gd name="connsiteX13" fmla="*/ 10211200 w 12192000"/>
              <a:gd name="connsiteY13" fmla="*/ 767513 h 2240205"/>
              <a:gd name="connsiteX14" fmla="*/ 10167995 w 12192000"/>
              <a:gd name="connsiteY14" fmla="*/ 760843 h 2240205"/>
              <a:gd name="connsiteX15" fmla="*/ 9997044 w 12192000"/>
              <a:gd name="connsiteY15" fmla="*/ 780129 h 2240205"/>
              <a:gd name="connsiteX16" fmla="*/ 9943887 w 12192000"/>
              <a:gd name="connsiteY16" fmla="*/ 804141 h 2240205"/>
              <a:gd name="connsiteX17" fmla="*/ 9918248 w 12192000"/>
              <a:gd name="connsiteY17" fmla="*/ 816628 h 2240205"/>
              <a:gd name="connsiteX18" fmla="*/ 9767091 w 12192000"/>
              <a:gd name="connsiteY18" fmla="*/ 870550 h 2240205"/>
              <a:gd name="connsiteX19" fmla="*/ 9683005 w 12192000"/>
              <a:gd name="connsiteY19" fmla="*/ 894128 h 2240205"/>
              <a:gd name="connsiteX20" fmla="*/ 9594438 w 12192000"/>
              <a:gd name="connsiteY20" fmla="*/ 919051 h 2240205"/>
              <a:gd name="connsiteX21" fmla="*/ 9544189 w 12192000"/>
              <a:gd name="connsiteY21" fmla="*/ 938966 h 2240205"/>
              <a:gd name="connsiteX22" fmla="*/ 9500499 w 12192000"/>
              <a:gd name="connsiteY22" fmla="*/ 954680 h 2240205"/>
              <a:gd name="connsiteX23" fmla="*/ 9410017 w 12192000"/>
              <a:gd name="connsiteY23" fmla="*/ 993931 h 2240205"/>
              <a:gd name="connsiteX24" fmla="*/ 9392919 w 12192000"/>
              <a:gd name="connsiteY24" fmla="*/ 994656 h 2240205"/>
              <a:gd name="connsiteX25" fmla="*/ 9268019 w 12192000"/>
              <a:gd name="connsiteY25" fmla="*/ 1007442 h 2240205"/>
              <a:gd name="connsiteX26" fmla="*/ 9188177 w 12192000"/>
              <a:gd name="connsiteY26" fmla="*/ 1035474 h 2240205"/>
              <a:gd name="connsiteX27" fmla="*/ 9155969 w 12192000"/>
              <a:gd name="connsiteY27" fmla="*/ 1046804 h 2240205"/>
              <a:gd name="connsiteX28" fmla="*/ 9133985 w 12192000"/>
              <a:gd name="connsiteY28" fmla="*/ 1046450 h 2240205"/>
              <a:gd name="connsiteX29" fmla="*/ 9003462 w 12192000"/>
              <a:gd name="connsiteY29" fmla="*/ 1042406 h 2240205"/>
              <a:gd name="connsiteX30" fmla="*/ 8968445 w 12192000"/>
              <a:gd name="connsiteY30" fmla="*/ 1052169 h 2240205"/>
              <a:gd name="connsiteX31" fmla="*/ 8886001 w 12192000"/>
              <a:gd name="connsiteY31" fmla="*/ 1067468 h 2240205"/>
              <a:gd name="connsiteX32" fmla="*/ 8838610 w 12192000"/>
              <a:gd name="connsiteY32" fmla="*/ 1075091 h 2240205"/>
              <a:gd name="connsiteX33" fmla="*/ 8665605 w 12192000"/>
              <a:gd name="connsiteY33" fmla="*/ 1110791 h 2240205"/>
              <a:gd name="connsiteX34" fmla="*/ 8584946 w 12192000"/>
              <a:gd name="connsiteY34" fmla="*/ 1135226 h 2240205"/>
              <a:gd name="connsiteX35" fmla="*/ 8419755 w 12192000"/>
              <a:gd name="connsiteY35" fmla="*/ 1216260 h 2240205"/>
              <a:gd name="connsiteX36" fmla="*/ 8411626 w 12192000"/>
              <a:gd name="connsiteY36" fmla="*/ 1214397 h 2240205"/>
              <a:gd name="connsiteX37" fmla="*/ 8363469 w 12192000"/>
              <a:gd name="connsiteY37" fmla="*/ 1246658 h 2240205"/>
              <a:gd name="connsiteX38" fmla="*/ 8275497 w 12192000"/>
              <a:gd name="connsiteY38" fmla="*/ 1264396 h 2240205"/>
              <a:gd name="connsiteX39" fmla="*/ 8074238 w 12192000"/>
              <a:gd name="connsiteY39" fmla="*/ 1301895 h 2240205"/>
              <a:gd name="connsiteX40" fmla="*/ 7942099 w 12192000"/>
              <a:gd name="connsiteY40" fmla="*/ 1336332 h 2240205"/>
              <a:gd name="connsiteX41" fmla="*/ 7902328 w 12192000"/>
              <a:gd name="connsiteY41" fmla="*/ 1345865 h 2240205"/>
              <a:gd name="connsiteX42" fmla="*/ 7840612 w 12192000"/>
              <a:gd name="connsiteY42" fmla="*/ 1369373 h 2240205"/>
              <a:gd name="connsiteX43" fmla="*/ 7786819 w 12192000"/>
              <a:gd name="connsiteY43" fmla="*/ 1378970 h 2240205"/>
              <a:gd name="connsiteX44" fmla="*/ 7548172 w 12192000"/>
              <a:gd name="connsiteY44" fmla="*/ 1417460 h 2240205"/>
              <a:gd name="connsiteX45" fmla="*/ 7483437 w 12192000"/>
              <a:gd name="connsiteY45" fmla="*/ 1478152 h 2240205"/>
              <a:gd name="connsiteX46" fmla="*/ 7377870 w 12192000"/>
              <a:gd name="connsiteY46" fmla="*/ 1523319 h 2240205"/>
              <a:gd name="connsiteX47" fmla="*/ 7230737 w 12192000"/>
              <a:gd name="connsiteY47" fmla="*/ 1562633 h 2240205"/>
              <a:gd name="connsiteX48" fmla="*/ 7224458 w 12192000"/>
              <a:gd name="connsiteY48" fmla="*/ 1573008 h 2240205"/>
              <a:gd name="connsiteX49" fmla="*/ 7183121 w 12192000"/>
              <a:gd name="connsiteY49" fmla="*/ 1595162 h 2240205"/>
              <a:gd name="connsiteX50" fmla="*/ 7164601 w 12192000"/>
              <a:gd name="connsiteY50" fmla="*/ 1606490 h 2240205"/>
              <a:gd name="connsiteX51" fmla="*/ 6900177 w 12192000"/>
              <a:gd name="connsiteY51" fmla="*/ 1636016 h 2240205"/>
              <a:gd name="connsiteX52" fmla="*/ 6795372 w 12192000"/>
              <a:gd name="connsiteY52" fmla="*/ 1644845 h 2240205"/>
              <a:gd name="connsiteX53" fmla="*/ 6692251 w 12192000"/>
              <a:gd name="connsiteY53" fmla="*/ 1656357 h 2240205"/>
              <a:gd name="connsiteX54" fmla="*/ 6655235 w 12192000"/>
              <a:gd name="connsiteY54" fmla="*/ 1661869 h 2240205"/>
              <a:gd name="connsiteX55" fmla="*/ 6554894 w 12192000"/>
              <a:gd name="connsiteY55" fmla="*/ 1664428 h 2240205"/>
              <a:gd name="connsiteX56" fmla="*/ 6516595 w 12192000"/>
              <a:gd name="connsiteY56" fmla="*/ 1667475 h 2240205"/>
              <a:gd name="connsiteX57" fmla="*/ 6508541 w 12192000"/>
              <a:gd name="connsiteY57" fmla="*/ 1668757 h 2240205"/>
              <a:gd name="connsiteX58" fmla="*/ 6471012 w 12192000"/>
              <a:gd name="connsiteY58" fmla="*/ 1678604 h 2240205"/>
              <a:gd name="connsiteX59" fmla="*/ 6364035 w 12192000"/>
              <a:gd name="connsiteY59" fmla="*/ 1667683 h 2240205"/>
              <a:gd name="connsiteX60" fmla="*/ 6243319 w 12192000"/>
              <a:gd name="connsiteY60" fmla="*/ 1695560 h 2240205"/>
              <a:gd name="connsiteX61" fmla="*/ 6098321 w 12192000"/>
              <a:gd name="connsiteY61" fmla="*/ 1721646 h 2240205"/>
              <a:gd name="connsiteX62" fmla="*/ 5880652 w 12192000"/>
              <a:gd name="connsiteY62" fmla="*/ 1779643 h 2240205"/>
              <a:gd name="connsiteX63" fmla="*/ 5785959 w 12192000"/>
              <a:gd name="connsiteY63" fmla="*/ 1775307 h 2240205"/>
              <a:gd name="connsiteX64" fmla="*/ 5643534 w 12192000"/>
              <a:gd name="connsiteY64" fmla="*/ 1802919 h 2240205"/>
              <a:gd name="connsiteX65" fmla="*/ 5518799 w 12192000"/>
              <a:gd name="connsiteY65" fmla="*/ 1818312 h 2240205"/>
              <a:gd name="connsiteX66" fmla="*/ 5505014 w 12192000"/>
              <a:gd name="connsiteY66" fmla="*/ 1819259 h 2240205"/>
              <a:gd name="connsiteX67" fmla="*/ 5453307 w 12192000"/>
              <a:gd name="connsiteY67" fmla="*/ 1815450 h 2240205"/>
              <a:gd name="connsiteX68" fmla="*/ 5221533 w 12192000"/>
              <a:gd name="connsiteY68" fmla="*/ 1846950 h 2240205"/>
              <a:gd name="connsiteX69" fmla="*/ 5149802 w 12192000"/>
              <a:gd name="connsiteY69" fmla="*/ 1844846 h 2240205"/>
              <a:gd name="connsiteX70" fmla="*/ 5114927 w 12192000"/>
              <a:gd name="connsiteY70" fmla="*/ 1847827 h 2240205"/>
              <a:gd name="connsiteX71" fmla="*/ 5108970 w 12192000"/>
              <a:gd name="connsiteY71" fmla="*/ 1847935 h 2240205"/>
              <a:gd name="connsiteX72" fmla="*/ 5067961 w 12192000"/>
              <a:gd name="connsiteY72" fmla="*/ 1845917 h 2240205"/>
              <a:gd name="connsiteX73" fmla="*/ 5007075 w 12192000"/>
              <a:gd name="connsiteY73" fmla="*/ 1838626 h 2240205"/>
              <a:gd name="connsiteX74" fmla="*/ 4944087 w 12192000"/>
              <a:gd name="connsiteY74" fmla="*/ 1823332 h 2240205"/>
              <a:gd name="connsiteX75" fmla="*/ 4907662 w 12192000"/>
              <a:gd name="connsiteY75" fmla="*/ 1816900 h 2240205"/>
              <a:gd name="connsiteX76" fmla="*/ 4882386 w 12192000"/>
              <a:gd name="connsiteY76" fmla="*/ 1809844 h 2240205"/>
              <a:gd name="connsiteX77" fmla="*/ 4811440 w 12192000"/>
              <a:gd name="connsiteY77" fmla="*/ 1804655 h 2240205"/>
              <a:gd name="connsiteX78" fmla="*/ 4691075 w 12192000"/>
              <a:gd name="connsiteY78" fmla="*/ 1801389 h 2240205"/>
              <a:gd name="connsiteX79" fmla="*/ 4640313 w 12192000"/>
              <a:gd name="connsiteY79" fmla="*/ 1784307 h 2240205"/>
              <a:gd name="connsiteX80" fmla="*/ 4536503 w 12192000"/>
              <a:gd name="connsiteY80" fmla="*/ 1785334 h 2240205"/>
              <a:gd name="connsiteX81" fmla="*/ 4513724 w 12192000"/>
              <a:gd name="connsiteY81" fmla="*/ 1791996 h 2240205"/>
              <a:gd name="connsiteX82" fmla="*/ 4459810 w 12192000"/>
              <a:gd name="connsiteY82" fmla="*/ 1797886 h 2240205"/>
              <a:gd name="connsiteX83" fmla="*/ 4379064 w 12192000"/>
              <a:gd name="connsiteY83" fmla="*/ 1817177 h 2240205"/>
              <a:gd name="connsiteX84" fmla="*/ 4290981 w 12192000"/>
              <a:gd name="connsiteY84" fmla="*/ 1839677 h 2240205"/>
              <a:gd name="connsiteX85" fmla="*/ 4238372 w 12192000"/>
              <a:gd name="connsiteY85" fmla="*/ 1851480 h 2240205"/>
              <a:gd name="connsiteX86" fmla="*/ 4232517 w 12192000"/>
              <a:gd name="connsiteY86" fmla="*/ 1852567 h 2240205"/>
              <a:gd name="connsiteX87" fmla="*/ 4191732 w 12192000"/>
              <a:gd name="connsiteY87" fmla="*/ 1857328 h 2240205"/>
              <a:gd name="connsiteX88" fmla="*/ 4065532 w 12192000"/>
              <a:gd name="connsiteY88" fmla="*/ 1855477 h 2240205"/>
              <a:gd name="connsiteX89" fmla="*/ 4028460 w 12192000"/>
              <a:gd name="connsiteY89" fmla="*/ 1855137 h 2240205"/>
              <a:gd name="connsiteX90" fmla="*/ 4002267 w 12192000"/>
              <a:gd name="connsiteY90" fmla="*/ 1852352 h 2240205"/>
              <a:gd name="connsiteX91" fmla="*/ 3931396 w 12192000"/>
              <a:gd name="connsiteY91" fmla="*/ 1858915 h 2240205"/>
              <a:gd name="connsiteX92" fmla="*/ 3812162 w 12192000"/>
              <a:gd name="connsiteY92" fmla="*/ 1875501 h 2240205"/>
              <a:gd name="connsiteX93" fmla="*/ 3758105 w 12192000"/>
              <a:gd name="connsiteY93" fmla="*/ 1871856 h 2240205"/>
              <a:gd name="connsiteX94" fmla="*/ 3567259 w 12192000"/>
              <a:gd name="connsiteY94" fmla="*/ 1893482 h 2240205"/>
              <a:gd name="connsiteX95" fmla="*/ 3405770 w 12192000"/>
              <a:gd name="connsiteY95" fmla="*/ 1904591 h 2240205"/>
              <a:gd name="connsiteX96" fmla="*/ 3280097 w 12192000"/>
              <a:gd name="connsiteY96" fmla="*/ 1919610 h 2240205"/>
              <a:gd name="connsiteX97" fmla="*/ 3009910 w 12192000"/>
              <a:gd name="connsiteY97" fmla="*/ 1957866 h 2240205"/>
              <a:gd name="connsiteX98" fmla="*/ 2995934 w 12192000"/>
              <a:gd name="connsiteY98" fmla="*/ 1967085 h 2240205"/>
              <a:gd name="connsiteX99" fmla="*/ 2942858 w 12192000"/>
              <a:gd name="connsiteY99" fmla="*/ 1981367 h 2240205"/>
              <a:gd name="connsiteX100" fmla="*/ 2875436 w 12192000"/>
              <a:gd name="connsiteY100" fmla="*/ 1996977 h 2240205"/>
              <a:gd name="connsiteX101" fmla="*/ 2874892 w 12192000"/>
              <a:gd name="connsiteY101" fmla="*/ 1996085 h 2240205"/>
              <a:gd name="connsiteX102" fmla="*/ 2843662 w 12192000"/>
              <a:gd name="connsiteY102" fmla="*/ 1992498 h 2240205"/>
              <a:gd name="connsiteX103" fmla="*/ 2718916 w 12192000"/>
              <a:gd name="connsiteY103" fmla="*/ 1990867 h 2240205"/>
              <a:gd name="connsiteX104" fmla="*/ 2713522 w 12192000"/>
              <a:gd name="connsiteY104" fmla="*/ 1990173 h 2240205"/>
              <a:gd name="connsiteX105" fmla="*/ 2476147 w 12192000"/>
              <a:gd name="connsiteY105" fmla="*/ 1998305 h 2240205"/>
              <a:gd name="connsiteX106" fmla="*/ 2373568 w 12192000"/>
              <a:gd name="connsiteY106" fmla="*/ 2003219 h 2240205"/>
              <a:gd name="connsiteX107" fmla="*/ 2287219 w 12192000"/>
              <a:gd name="connsiteY107" fmla="*/ 1998750 h 2240205"/>
              <a:gd name="connsiteX108" fmla="*/ 2243069 w 12192000"/>
              <a:gd name="connsiteY108" fmla="*/ 2005321 h 2240205"/>
              <a:gd name="connsiteX109" fmla="*/ 2164831 w 12192000"/>
              <a:gd name="connsiteY109" fmla="*/ 2010143 h 2240205"/>
              <a:gd name="connsiteX110" fmla="*/ 2085228 w 12192000"/>
              <a:gd name="connsiteY110" fmla="*/ 2046431 h 2240205"/>
              <a:gd name="connsiteX111" fmla="*/ 2058061 w 12192000"/>
              <a:gd name="connsiteY111" fmla="*/ 2047942 h 2240205"/>
              <a:gd name="connsiteX112" fmla="*/ 2042244 w 12192000"/>
              <a:gd name="connsiteY112" fmla="*/ 2055560 h 2240205"/>
              <a:gd name="connsiteX113" fmla="*/ 1877728 w 12192000"/>
              <a:gd name="connsiteY113" fmla="*/ 2101004 h 2240205"/>
              <a:gd name="connsiteX114" fmla="*/ 1759056 w 12192000"/>
              <a:gd name="connsiteY114" fmla="*/ 2125608 h 2240205"/>
              <a:gd name="connsiteX115" fmla="*/ 1637948 w 12192000"/>
              <a:gd name="connsiteY115" fmla="*/ 2172597 h 2240205"/>
              <a:gd name="connsiteX116" fmla="*/ 1434549 w 12192000"/>
              <a:gd name="connsiteY116" fmla="*/ 2234522 h 2240205"/>
              <a:gd name="connsiteX117" fmla="*/ 1370962 w 12192000"/>
              <a:gd name="connsiteY117" fmla="*/ 2237474 h 2240205"/>
              <a:gd name="connsiteX118" fmla="*/ 1356367 w 12192000"/>
              <a:gd name="connsiteY118" fmla="*/ 2235089 h 2240205"/>
              <a:gd name="connsiteX119" fmla="*/ 1279765 w 12192000"/>
              <a:gd name="connsiteY119" fmla="*/ 2229639 h 2240205"/>
              <a:gd name="connsiteX120" fmla="*/ 1195347 w 12192000"/>
              <a:gd name="connsiteY120" fmla="*/ 2212354 h 2240205"/>
              <a:gd name="connsiteX121" fmla="*/ 970251 w 12192000"/>
              <a:gd name="connsiteY121" fmla="*/ 2221029 h 2240205"/>
              <a:gd name="connsiteX122" fmla="*/ 812914 w 12192000"/>
              <a:gd name="connsiteY122" fmla="*/ 2210095 h 2240205"/>
              <a:gd name="connsiteX123" fmla="*/ 776382 w 12192000"/>
              <a:gd name="connsiteY123" fmla="*/ 2204512 h 2240205"/>
              <a:gd name="connsiteX124" fmla="*/ 597225 w 12192000"/>
              <a:gd name="connsiteY124" fmla="*/ 2180999 h 2240205"/>
              <a:gd name="connsiteX125" fmla="*/ 520671 w 12192000"/>
              <a:gd name="connsiteY125" fmla="*/ 2180980 h 2240205"/>
              <a:gd name="connsiteX126" fmla="*/ 515024 w 12192000"/>
              <a:gd name="connsiteY126" fmla="*/ 2179258 h 2240205"/>
              <a:gd name="connsiteX127" fmla="*/ 413835 w 12192000"/>
              <a:gd name="connsiteY127" fmla="*/ 2156783 h 2240205"/>
              <a:gd name="connsiteX128" fmla="*/ 376513 w 12192000"/>
              <a:gd name="connsiteY128" fmla="*/ 2154014 h 2240205"/>
              <a:gd name="connsiteX129" fmla="*/ 273386 w 12192000"/>
              <a:gd name="connsiteY129" fmla="*/ 2142551 h 2240205"/>
              <a:gd name="connsiteX130" fmla="*/ 77641 w 12192000"/>
              <a:gd name="connsiteY130" fmla="*/ 2126835 h 2240205"/>
              <a:gd name="connsiteX131" fmla="*/ 37645 w 12192000"/>
              <a:gd name="connsiteY131" fmla="*/ 2115401 h 2240205"/>
              <a:gd name="connsiteX132" fmla="*/ 4572 w 12192000"/>
              <a:gd name="connsiteY132" fmla="*/ 2111091 h 2240205"/>
              <a:gd name="connsiteX133" fmla="*/ 0 w 12192000"/>
              <a:gd name="connsiteY133" fmla="*/ 2110468 h 2240205"/>
              <a:gd name="connsiteX134" fmla="*/ 0 w 12192000"/>
              <a:gd name="connsiteY134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820512 w 12192000"/>
              <a:gd name="connsiteY4" fmla="*/ 745392 h 2240205"/>
              <a:gd name="connsiteX5" fmla="*/ 11649954 w 12192000"/>
              <a:gd name="connsiteY5" fmla="*/ 749628 h 2240205"/>
              <a:gd name="connsiteX6" fmla="*/ 11560424 w 12192000"/>
              <a:gd name="connsiteY6" fmla="*/ 748017 h 2240205"/>
              <a:gd name="connsiteX7" fmla="*/ 11358455 w 12192000"/>
              <a:gd name="connsiteY7" fmla="*/ 747593 h 2240205"/>
              <a:gd name="connsiteX8" fmla="*/ 11165209 w 12192000"/>
              <a:gd name="connsiteY8" fmla="*/ 748852 h 2240205"/>
              <a:gd name="connsiteX9" fmla="*/ 11058755 w 12192000"/>
              <a:gd name="connsiteY9" fmla="*/ 749617 h 2240205"/>
              <a:gd name="connsiteX10" fmla="*/ 10846594 w 12192000"/>
              <a:gd name="connsiteY10" fmla="*/ 765069 h 2240205"/>
              <a:gd name="connsiteX11" fmla="*/ 10739478 w 12192000"/>
              <a:gd name="connsiteY11" fmla="*/ 776841 h 2240205"/>
              <a:gd name="connsiteX12" fmla="*/ 10458762 w 12192000"/>
              <a:gd name="connsiteY12" fmla="*/ 755400 h 2240205"/>
              <a:gd name="connsiteX13" fmla="*/ 10211200 w 12192000"/>
              <a:gd name="connsiteY13" fmla="*/ 767513 h 2240205"/>
              <a:gd name="connsiteX14" fmla="*/ 10167995 w 12192000"/>
              <a:gd name="connsiteY14" fmla="*/ 760843 h 2240205"/>
              <a:gd name="connsiteX15" fmla="*/ 9997044 w 12192000"/>
              <a:gd name="connsiteY15" fmla="*/ 780129 h 2240205"/>
              <a:gd name="connsiteX16" fmla="*/ 9943887 w 12192000"/>
              <a:gd name="connsiteY16" fmla="*/ 804141 h 2240205"/>
              <a:gd name="connsiteX17" fmla="*/ 9918248 w 12192000"/>
              <a:gd name="connsiteY17" fmla="*/ 816628 h 2240205"/>
              <a:gd name="connsiteX18" fmla="*/ 9767091 w 12192000"/>
              <a:gd name="connsiteY18" fmla="*/ 870550 h 2240205"/>
              <a:gd name="connsiteX19" fmla="*/ 9683005 w 12192000"/>
              <a:gd name="connsiteY19" fmla="*/ 894128 h 2240205"/>
              <a:gd name="connsiteX20" fmla="*/ 9594438 w 12192000"/>
              <a:gd name="connsiteY20" fmla="*/ 919051 h 2240205"/>
              <a:gd name="connsiteX21" fmla="*/ 9544189 w 12192000"/>
              <a:gd name="connsiteY21" fmla="*/ 938966 h 2240205"/>
              <a:gd name="connsiteX22" fmla="*/ 9500499 w 12192000"/>
              <a:gd name="connsiteY22" fmla="*/ 954680 h 2240205"/>
              <a:gd name="connsiteX23" fmla="*/ 9410017 w 12192000"/>
              <a:gd name="connsiteY23" fmla="*/ 993931 h 2240205"/>
              <a:gd name="connsiteX24" fmla="*/ 9392919 w 12192000"/>
              <a:gd name="connsiteY24" fmla="*/ 994656 h 2240205"/>
              <a:gd name="connsiteX25" fmla="*/ 9268019 w 12192000"/>
              <a:gd name="connsiteY25" fmla="*/ 1007442 h 2240205"/>
              <a:gd name="connsiteX26" fmla="*/ 9188177 w 12192000"/>
              <a:gd name="connsiteY26" fmla="*/ 1035474 h 2240205"/>
              <a:gd name="connsiteX27" fmla="*/ 9155969 w 12192000"/>
              <a:gd name="connsiteY27" fmla="*/ 1046804 h 2240205"/>
              <a:gd name="connsiteX28" fmla="*/ 9133985 w 12192000"/>
              <a:gd name="connsiteY28" fmla="*/ 1046450 h 2240205"/>
              <a:gd name="connsiteX29" fmla="*/ 9003462 w 12192000"/>
              <a:gd name="connsiteY29" fmla="*/ 1042406 h 2240205"/>
              <a:gd name="connsiteX30" fmla="*/ 8968445 w 12192000"/>
              <a:gd name="connsiteY30" fmla="*/ 1052169 h 2240205"/>
              <a:gd name="connsiteX31" fmla="*/ 8886001 w 12192000"/>
              <a:gd name="connsiteY31" fmla="*/ 1067468 h 2240205"/>
              <a:gd name="connsiteX32" fmla="*/ 8838610 w 12192000"/>
              <a:gd name="connsiteY32" fmla="*/ 1075091 h 2240205"/>
              <a:gd name="connsiteX33" fmla="*/ 8665605 w 12192000"/>
              <a:gd name="connsiteY33" fmla="*/ 1110791 h 2240205"/>
              <a:gd name="connsiteX34" fmla="*/ 8584946 w 12192000"/>
              <a:gd name="connsiteY34" fmla="*/ 1135226 h 2240205"/>
              <a:gd name="connsiteX35" fmla="*/ 8419755 w 12192000"/>
              <a:gd name="connsiteY35" fmla="*/ 1216260 h 2240205"/>
              <a:gd name="connsiteX36" fmla="*/ 8411626 w 12192000"/>
              <a:gd name="connsiteY36" fmla="*/ 1214397 h 2240205"/>
              <a:gd name="connsiteX37" fmla="*/ 8363469 w 12192000"/>
              <a:gd name="connsiteY37" fmla="*/ 1246658 h 2240205"/>
              <a:gd name="connsiteX38" fmla="*/ 8275497 w 12192000"/>
              <a:gd name="connsiteY38" fmla="*/ 1264396 h 2240205"/>
              <a:gd name="connsiteX39" fmla="*/ 8074238 w 12192000"/>
              <a:gd name="connsiteY39" fmla="*/ 1301895 h 2240205"/>
              <a:gd name="connsiteX40" fmla="*/ 7902328 w 12192000"/>
              <a:gd name="connsiteY40" fmla="*/ 1345865 h 2240205"/>
              <a:gd name="connsiteX41" fmla="*/ 7840612 w 12192000"/>
              <a:gd name="connsiteY41" fmla="*/ 1369373 h 2240205"/>
              <a:gd name="connsiteX42" fmla="*/ 7786819 w 12192000"/>
              <a:gd name="connsiteY42" fmla="*/ 1378970 h 2240205"/>
              <a:gd name="connsiteX43" fmla="*/ 7548172 w 12192000"/>
              <a:gd name="connsiteY43" fmla="*/ 1417460 h 2240205"/>
              <a:gd name="connsiteX44" fmla="*/ 7483437 w 12192000"/>
              <a:gd name="connsiteY44" fmla="*/ 1478152 h 2240205"/>
              <a:gd name="connsiteX45" fmla="*/ 7377870 w 12192000"/>
              <a:gd name="connsiteY45" fmla="*/ 1523319 h 2240205"/>
              <a:gd name="connsiteX46" fmla="*/ 7230737 w 12192000"/>
              <a:gd name="connsiteY46" fmla="*/ 1562633 h 2240205"/>
              <a:gd name="connsiteX47" fmla="*/ 7224458 w 12192000"/>
              <a:gd name="connsiteY47" fmla="*/ 1573008 h 2240205"/>
              <a:gd name="connsiteX48" fmla="*/ 7183121 w 12192000"/>
              <a:gd name="connsiteY48" fmla="*/ 1595162 h 2240205"/>
              <a:gd name="connsiteX49" fmla="*/ 7164601 w 12192000"/>
              <a:gd name="connsiteY49" fmla="*/ 1606490 h 2240205"/>
              <a:gd name="connsiteX50" fmla="*/ 6900177 w 12192000"/>
              <a:gd name="connsiteY50" fmla="*/ 1636016 h 2240205"/>
              <a:gd name="connsiteX51" fmla="*/ 6795372 w 12192000"/>
              <a:gd name="connsiteY51" fmla="*/ 1644845 h 2240205"/>
              <a:gd name="connsiteX52" fmla="*/ 6692251 w 12192000"/>
              <a:gd name="connsiteY52" fmla="*/ 1656357 h 2240205"/>
              <a:gd name="connsiteX53" fmla="*/ 6655235 w 12192000"/>
              <a:gd name="connsiteY53" fmla="*/ 1661869 h 2240205"/>
              <a:gd name="connsiteX54" fmla="*/ 6554894 w 12192000"/>
              <a:gd name="connsiteY54" fmla="*/ 1664428 h 2240205"/>
              <a:gd name="connsiteX55" fmla="*/ 6516595 w 12192000"/>
              <a:gd name="connsiteY55" fmla="*/ 1667475 h 2240205"/>
              <a:gd name="connsiteX56" fmla="*/ 6508541 w 12192000"/>
              <a:gd name="connsiteY56" fmla="*/ 1668757 h 2240205"/>
              <a:gd name="connsiteX57" fmla="*/ 6471012 w 12192000"/>
              <a:gd name="connsiteY57" fmla="*/ 1678604 h 2240205"/>
              <a:gd name="connsiteX58" fmla="*/ 6364035 w 12192000"/>
              <a:gd name="connsiteY58" fmla="*/ 1667683 h 2240205"/>
              <a:gd name="connsiteX59" fmla="*/ 6243319 w 12192000"/>
              <a:gd name="connsiteY59" fmla="*/ 1695560 h 2240205"/>
              <a:gd name="connsiteX60" fmla="*/ 6098321 w 12192000"/>
              <a:gd name="connsiteY60" fmla="*/ 1721646 h 2240205"/>
              <a:gd name="connsiteX61" fmla="*/ 5880652 w 12192000"/>
              <a:gd name="connsiteY61" fmla="*/ 1779643 h 2240205"/>
              <a:gd name="connsiteX62" fmla="*/ 5785959 w 12192000"/>
              <a:gd name="connsiteY62" fmla="*/ 1775307 h 2240205"/>
              <a:gd name="connsiteX63" fmla="*/ 5643534 w 12192000"/>
              <a:gd name="connsiteY63" fmla="*/ 1802919 h 2240205"/>
              <a:gd name="connsiteX64" fmla="*/ 5518799 w 12192000"/>
              <a:gd name="connsiteY64" fmla="*/ 1818312 h 2240205"/>
              <a:gd name="connsiteX65" fmla="*/ 5505014 w 12192000"/>
              <a:gd name="connsiteY65" fmla="*/ 1819259 h 2240205"/>
              <a:gd name="connsiteX66" fmla="*/ 5453307 w 12192000"/>
              <a:gd name="connsiteY66" fmla="*/ 1815450 h 2240205"/>
              <a:gd name="connsiteX67" fmla="*/ 5221533 w 12192000"/>
              <a:gd name="connsiteY67" fmla="*/ 1846950 h 2240205"/>
              <a:gd name="connsiteX68" fmla="*/ 5149802 w 12192000"/>
              <a:gd name="connsiteY68" fmla="*/ 1844846 h 2240205"/>
              <a:gd name="connsiteX69" fmla="*/ 5114927 w 12192000"/>
              <a:gd name="connsiteY69" fmla="*/ 1847827 h 2240205"/>
              <a:gd name="connsiteX70" fmla="*/ 5108970 w 12192000"/>
              <a:gd name="connsiteY70" fmla="*/ 1847935 h 2240205"/>
              <a:gd name="connsiteX71" fmla="*/ 5067961 w 12192000"/>
              <a:gd name="connsiteY71" fmla="*/ 1845917 h 2240205"/>
              <a:gd name="connsiteX72" fmla="*/ 5007075 w 12192000"/>
              <a:gd name="connsiteY72" fmla="*/ 1838626 h 2240205"/>
              <a:gd name="connsiteX73" fmla="*/ 4944087 w 12192000"/>
              <a:gd name="connsiteY73" fmla="*/ 1823332 h 2240205"/>
              <a:gd name="connsiteX74" fmla="*/ 4907662 w 12192000"/>
              <a:gd name="connsiteY74" fmla="*/ 1816900 h 2240205"/>
              <a:gd name="connsiteX75" fmla="*/ 4882386 w 12192000"/>
              <a:gd name="connsiteY75" fmla="*/ 1809844 h 2240205"/>
              <a:gd name="connsiteX76" fmla="*/ 4811440 w 12192000"/>
              <a:gd name="connsiteY76" fmla="*/ 1804655 h 2240205"/>
              <a:gd name="connsiteX77" fmla="*/ 4691075 w 12192000"/>
              <a:gd name="connsiteY77" fmla="*/ 1801389 h 2240205"/>
              <a:gd name="connsiteX78" fmla="*/ 4640313 w 12192000"/>
              <a:gd name="connsiteY78" fmla="*/ 1784307 h 2240205"/>
              <a:gd name="connsiteX79" fmla="*/ 4536503 w 12192000"/>
              <a:gd name="connsiteY79" fmla="*/ 1785334 h 2240205"/>
              <a:gd name="connsiteX80" fmla="*/ 4513724 w 12192000"/>
              <a:gd name="connsiteY80" fmla="*/ 1791996 h 2240205"/>
              <a:gd name="connsiteX81" fmla="*/ 4459810 w 12192000"/>
              <a:gd name="connsiteY81" fmla="*/ 1797886 h 2240205"/>
              <a:gd name="connsiteX82" fmla="*/ 4379064 w 12192000"/>
              <a:gd name="connsiteY82" fmla="*/ 1817177 h 2240205"/>
              <a:gd name="connsiteX83" fmla="*/ 4290981 w 12192000"/>
              <a:gd name="connsiteY83" fmla="*/ 1839677 h 2240205"/>
              <a:gd name="connsiteX84" fmla="*/ 4238372 w 12192000"/>
              <a:gd name="connsiteY84" fmla="*/ 1851480 h 2240205"/>
              <a:gd name="connsiteX85" fmla="*/ 4232517 w 12192000"/>
              <a:gd name="connsiteY85" fmla="*/ 1852567 h 2240205"/>
              <a:gd name="connsiteX86" fmla="*/ 4191732 w 12192000"/>
              <a:gd name="connsiteY86" fmla="*/ 1857328 h 2240205"/>
              <a:gd name="connsiteX87" fmla="*/ 4065532 w 12192000"/>
              <a:gd name="connsiteY87" fmla="*/ 1855477 h 2240205"/>
              <a:gd name="connsiteX88" fmla="*/ 4028460 w 12192000"/>
              <a:gd name="connsiteY88" fmla="*/ 1855137 h 2240205"/>
              <a:gd name="connsiteX89" fmla="*/ 4002267 w 12192000"/>
              <a:gd name="connsiteY89" fmla="*/ 1852352 h 2240205"/>
              <a:gd name="connsiteX90" fmla="*/ 3931396 w 12192000"/>
              <a:gd name="connsiteY90" fmla="*/ 1858915 h 2240205"/>
              <a:gd name="connsiteX91" fmla="*/ 3812162 w 12192000"/>
              <a:gd name="connsiteY91" fmla="*/ 1875501 h 2240205"/>
              <a:gd name="connsiteX92" fmla="*/ 3758105 w 12192000"/>
              <a:gd name="connsiteY92" fmla="*/ 1871856 h 2240205"/>
              <a:gd name="connsiteX93" fmla="*/ 3567259 w 12192000"/>
              <a:gd name="connsiteY93" fmla="*/ 1893482 h 2240205"/>
              <a:gd name="connsiteX94" fmla="*/ 3405770 w 12192000"/>
              <a:gd name="connsiteY94" fmla="*/ 1904591 h 2240205"/>
              <a:gd name="connsiteX95" fmla="*/ 3280097 w 12192000"/>
              <a:gd name="connsiteY95" fmla="*/ 1919610 h 2240205"/>
              <a:gd name="connsiteX96" fmla="*/ 3009910 w 12192000"/>
              <a:gd name="connsiteY96" fmla="*/ 1957866 h 2240205"/>
              <a:gd name="connsiteX97" fmla="*/ 2995934 w 12192000"/>
              <a:gd name="connsiteY97" fmla="*/ 1967085 h 2240205"/>
              <a:gd name="connsiteX98" fmla="*/ 2942858 w 12192000"/>
              <a:gd name="connsiteY98" fmla="*/ 1981367 h 2240205"/>
              <a:gd name="connsiteX99" fmla="*/ 2875436 w 12192000"/>
              <a:gd name="connsiteY99" fmla="*/ 1996977 h 2240205"/>
              <a:gd name="connsiteX100" fmla="*/ 2874892 w 12192000"/>
              <a:gd name="connsiteY100" fmla="*/ 1996085 h 2240205"/>
              <a:gd name="connsiteX101" fmla="*/ 2843662 w 12192000"/>
              <a:gd name="connsiteY101" fmla="*/ 1992498 h 2240205"/>
              <a:gd name="connsiteX102" fmla="*/ 2718916 w 12192000"/>
              <a:gd name="connsiteY102" fmla="*/ 1990867 h 2240205"/>
              <a:gd name="connsiteX103" fmla="*/ 2713522 w 12192000"/>
              <a:gd name="connsiteY103" fmla="*/ 1990173 h 2240205"/>
              <a:gd name="connsiteX104" fmla="*/ 2476147 w 12192000"/>
              <a:gd name="connsiteY104" fmla="*/ 1998305 h 2240205"/>
              <a:gd name="connsiteX105" fmla="*/ 2373568 w 12192000"/>
              <a:gd name="connsiteY105" fmla="*/ 2003219 h 2240205"/>
              <a:gd name="connsiteX106" fmla="*/ 2287219 w 12192000"/>
              <a:gd name="connsiteY106" fmla="*/ 1998750 h 2240205"/>
              <a:gd name="connsiteX107" fmla="*/ 2243069 w 12192000"/>
              <a:gd name="connsiteY107" fmla="*/ 2005321 h 2240205"/>
              <a:gd name="connsiteX108" fmla="*/ 2164831 w 12192000"/>
              <a:gd name="connsiteY108" fmla="*/ 2010143 h 2240205"/>
              <a:gd name="connsiteX109" fmla="*/ 2085228 w 12192000"/>
              <a:gd name="connsiteY109" fmla="*/ 2046431 h 2240205"/>
              <a:gd name="connsiteX110" fmla="*/ 2058061 w 12192000"/>
              <a:gd name="connsiteY110" fmla="*/ 2047942 h 2240205"/>
              <a:gd name="connsiteX111" fmla="*/ 2042244 w 12192000"/>
              <a:gd name="connsiteY111" fmla="*/ 2055560 h 2240205"/>
              <a:gd name="connsiteX112" fmla="*/ 1877728 w 12192000"/>
              <a:gd name="connsiteY112" fmla="*/ 2101004 h 2240205"/>
              <a:gd name="connsiteX113" fmla="*/ 1759056 w 12192000"/>
              <a:gd name="connsiteY113" fmla="*/ 2125608 h 2240205"/>
              <a:gd name="connsiteX114" fmla="*/ 1637948 w 12192000"/>
              <a:gd name="connsiteY114" fmla="*/ 2172597 h 2240205"/>
              <a:gd name="connsiteX115" fmla="*/ 1434549 w 12192000"/>
              <a:gd name="connsiteY115" fmla="*/ 2234522 h 2240205"/>
              <a:gd name="connsiteX116" fmla="*/ 1370962 w 12192000"/>
              <a:gd name="connsiteY116" fmla="*/ 2237474 h 2240205"/>
              <a:gd name="connsiteX117" fmla="*/ 1356367 w 12192000"/>
              <a:gd name="connsiteY117" fmla="*/ 2235089 h 2240205"/>
              <a:gd name="connsiteX118" fmla="*/ 1279765 w 12192000"/>
              <a:gd name="connsiteY118" fmla="*/ 2229639 h 2240205"/>
              <a:gd name="connsiteX119" fmla="*/ 1195347 w 12192000"/>
              <a:gd name="connsiteY119" fmla="*/ 2212354 h 2240205"/>
              <a:gd name="connsiteX120" fmla="*/ 970251 w 12192000"/>
              <a:gd name="connsiteY120" fmla="*/ 2221029 h 2240205"/>
              <a:gd name="connsiteX121" fmla="*/ 812914 w 12192000"/>
              <a:gd name="connsiteY121" fmla="*/ 2210095 h 2240205"/>
              <a:gd name="connsiteX122" fmla="*/ 776382 w 12192000"/>
              <a:gd name="connsiteY122" fmla="*/ 2204512 h 2240205"/>
              <a:gd name="connsiteX123" fmla="*/ 597225 w 12192000"/>
              <a:gd name="connsiteY123" fmla="*/ 2180999 h 2240205"/>
              <a:gd name="connsiteX124" fmla="*/ 520671 w 12192000"/>
              <a:gd name="connsiteY124" fmla="*/ 2180980 h 2240205"/>
              <a:gd name="connsiteX125" fmla="*/ 515024 w 12192000"/>
              <a:gd name="connsiteY125" fmla="*/ 2179258 h 2240205"/>
              <a:gd name="connsiteX126" fmla="*/ 413835 w 12192000"/>
              <a:gd name="connsiteY126" fmla="*/ 2156783 h 2240205"/>
              <a:gd name="connsiteX127" fmla="*/ 376513 w 12192000"/>
              <a:gd name="connsiteY127" fmla="*/ 2154014 h 2240205"/>
              <a:gd name="connsiteX128" fmla="*/ 273386 w 12192000"/>
              <a:gd name="connsiteY128" fmla="*/ 2142551 h 2240205"/>
              <a:gd name="connsiteX129" fmla="*/ 77641 w 12192000"/>
              <a:gd name="connsiteY129" fmla="*/ 2126835 h 2240205"/>
              <a:gd name="connsiteX130" fmla="*/ 37645 w 12192000"/>
              <a:gd name="connsiteY130" fmla="*/ 2115401 h 2240205"/>
              <a:gd name="connsiteX131" fmla="*/ 4572 w 12192000"/>
              <a:gd name="connsiteY131" fmla="*/ 2111091 h 2240205"/>
              <a:gd name="connsiteX132" fmla="*/ 0 w 12192000"/>
              <a:gd name="connsiteY132" fmla="*/ 2110468 h 2240205"/>
              <a:gd name="connsiteX133" fmla="*/ 0 w 12192000"/>
              <a:gd name="connsiteY133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820512 w 12192000"/>
              <a:gd name="connsiteY4" fmla="*/ 745392 h 2240205"/>
              <a:gd name="connsiteX5" fmla="*/ 11649954 w 12192000"/>
              <a:gd name="connsiteY5" fmla="*/ 749628 h 2240205"/>
              <a:gd name="connsiteX6" fmla="*/ 11560424 w 12192000"/>
              <a:gd name="connsiteY6" fmla="*/ 748017 h 2240205"/>
              <a:gd name="connsiteX7" fmla="*/ 11358455 w 12192000"/>
              <a:gd name="connsiteY7" fmla="*/ 747593 h 2240205"/>
              <a:gd name="connsiteX8" fmla="*/ 11165209 w 12192000"/>
              <a:gd name="connsiteY8" fmla="*/ 748852 h 2240205"/>
              <a:gd name="connsiteX9" fmla="*/ 11058755 w 12192000"/>
              <a:gd name="connsiteY9" fmla="*/ 749617 h 2240205"/>
              <a:gd name="connsiteX10" fmla="*/ 10846594 w 12192000"/>
              <a:gd name="connsiteY10" fmla="*/ 765069 h 2240205"/>
              <a:gd name="connsiteX11" fmla="*/ 10739478 w 12192000"/>
              <a:gd name="connsiteY11" fmla="*/ 776841 h 2240205"/>
              <a:gd name="connsiteX12" fmla="*/ 10458762 w 12192000"/>
              <a:gd name="connsiteY12" fmla="*/ 755400 h 2240205"/>
              <a:gd name="connsiteX13" fmla="*/ 10211200 w 12192000"/>
              <a:gd name="connsiteY13" fmla="*/ 767513 h 2240205"/>
              <a:gd name="connsiteX14" fmla="*/ 10167995 w 12192000"/>
              <a:gd name="connsiteY14" fmla="*/ 760843 h 2240205"/>
              <a:gd name="connsiteX15" fmla="*/ 9997044 w 12192000"/>
              <a:gd name="connsiteY15" fmla="*/ 780129 h 2240205"/>
              <a:gd name="connsiteX16" fmla="*/ 9943887 w 12192000"/>
              <a:gd name="connsiteY16" fmla="*/ 804141 h 2240205"/>
              <a:gd name="connsiteX17" fmla="*/ 9918248 w 12192000"/>
              <a:gd name="connsiteY17" fmla="*/ 816628 h 2240205"/>
              <a:gd name="connsiteX18" fmla="*/ 9767091 w 12192000"/>
              <a:gd name="connsiteY18" fmla="*/ 870550 h 2240205"/>
              <a:gd name="connsiteX19" fmla="*/ 9683005 w 12192000"/>
              <a:gd name="connsiteY19" fmla="*/ 894128 h 2240205"/>
              <a:gd name="connsiteX20" fmla="*/ 9594438 w 12192000"/>
              <a:gd name="connsiteY20" fmla="*/ 919051 h 2240205"/>
              <a:gd name="connsiteX21" fmla="*/ 9544189 w 12192000"/>
              <a:gd name="connsiteY21" fmla="*/ 938966 h 2240205"/>
              <a:gd name="connsiteX22" fmla="*/ 9500499 w 12192000"/>
              <a:gd name="connsiteY22" fmla="*/ 954680 h 2240205"/>
              <a:gd name="connsiteX23" fmla="*/ 9410017 w 12192000"/>
              <a:gd name="connsiteY23" fmla="*/ 993931 h 2240205"/>
              <a:gd name="connsiteX24" fmla="*/ 9392919 w 12192000"/>
              <a:gd name="connsiteY24" fmla="*/ 994656 h 2240205"/>
              <a:gd name="connsiteX25" fmla="*/ 9268019 w 12192000"/>
              <a:gd name="connsiteY25" fmla="*/ 1007442 h 2240205"/>
              <a:gd name="connsiteX26" fmla="*/ 9188177 w 12192000"/>
              <a:gd name="connsiteY26" fmla="*/ 1035474 h 2240205"/>
              <a:gd name="connsiteX27" fmla="*/ 9155969 w 12192000"/>
              <a:gd name="connsiteY27" fmla="*/ 1046804 h 2240205"/>
              <a:gd name="connsiteX28" fmla="*/ 9133985 w 12192000"/>
              <a:gd name="connsiteY28" fmla="*/ 1046450 h 2240205"/>
              <a:gd name="connsiteX29" fmla="*/ 9003462 w 12192000"/>
              <a:gd name="connsiteY29" fmla="*/ 1042406 h 2240205"/>
              <a:gd name="connsiteX30" fmla="*/ 8968445 w 12192000"/>
              <a:gd name="connsiteY30" fmla="*/ 1052169 h 2240205"/>
              <a:gd name="connsiteX31" fmla="*/ 8886001 w 12192000"/>
              <a:gd name="connsiteY31" fmla="*/ 1067468 h 2240205"/>
              <a:gd name="connsiteX32" fmla="*/ 8838610 w 12192000"/>
              <a:gd name="connsiteY32" fmla="*/ 1075091 h 2240205"/>
              <a:gd name="connsiteX33" fmla="*/ 8665605 w 12192000"/>
              <a:gd name="connsiteY33" fmla="*/ 1110791 h 2240205"/>
              <a:gd name="connsiteX34" fmla="*/ 8584946 w 12192000"/>
              <a:gd name="connsiteY34" fmla="*/ 1135226 h 2240205"/>
              <a:gd name="connsiteX35" fmla="*/ 8419755 w 12192000"/>
              <a:gd name="connsiteY35" fmla="*/ 1216260 h 2240205"/>
              <a:gd name="connsiteX36" fmla="*/ 8411626 w 12192000"/>
              <a:gd name="connsiteY36" fmla="*/ 1214397 h 2240205"/>
              <a:gd name="connsiteX37" fmla="*/ 8363469 w 12192000"/>
              <a:gd name="connsiteY37" fmla="*/ 1246658 h 2240205"/>
              <a:gd name="connsiteX38" fmla="*/ 8275497 w 12192000"/>
              <a:gd name="connsiteY38" fmla="*/ 1264396 h 2240205"/>
              <a:gd name="connsiteX39" fmla="*/ 8074238 w 12192000"/>
              <a:gd name="connsiteY39" fmla="*/ 1301895 h 2240205"/>
              <a:gd name="connsiteX40" fmla="*/ 7902328 w 12192000"/>
              <a:gd name="connsiteY40" fmla="*/ 1345865 h 2240205"/>
              <a:gd name="connsiteX41" fmla="*/ 7840612 w 12192000"/>
              <a:gd name="connsiteY41" fmla="*/ 1369373 h 2240205"/>
              <a:gd name="connsiteX42" fmla="*/ 7786819 w 12192000"/>
              <a:gd name="connsiteY42" fmla="*/ 1378970 h 2240205"/>
              <a:gd name="connsiteX43" fmla="*/ 7548172 w 12192000"/>
              <a:gd name="connsiteY43" fmla="*/ 1417460 h 2240205"/>
              <a:gd name="connsiteX44" fmla="*/ 7483437 w 12192000"/>
              <a:gd name="connsiteY44" fmla="*/ 1478152 h 2240205"/>
              <a:gd name="connsiteX45" fmla="*/ 7377870 w 12192000"/>
              <a:gd name="connsiteY45" fmla="*/ 1523319 h 2240205"/>
              <a:gd name="connsiteX46" fmla="*/ 7230737 w 12192000"/>
              <a:gd name="connsiteY46" fmla="*/ 1562633 h 2240205"/>
              <a:gd name="connsiteX47" fmla="*/ 7224458 w 12192000"/>
              <a:gd name="connsiteY47" fmla="*/ 1573008 h 2240205"/>
              <a:gd name="connsiteX48" fmla="*/ 7183121 w 12192000"/>
              <a:gd name="connsiteY48" fmla="*/ 1595162 h 2240205"/>
              <a:gd name="connsiteX49" fmla="*/ 7164601 w 12192000"/>
              <a:gd name="connsiteY49" fmla="*/ 1606490 h 2240205"/>
              <a:gd name="connsiteX50" fmla="*/ 6900177 w 12192000"/>
              <a:gd name="connsiteY50" fmla="*/ 1636016 h 2240205"/>
              <a:gd name="connsiteX51" fmla="*/ 6795372 w 12192000"/>
              <a:gd name="connsiteY51" fmla="*/ 1644845 h 2240205"/>
              <a:gd name="connsiteX52" fmla="*/ 6692251 w 12192000"/>
              <a:gd name="connsiteY52" fmla="*/ 1656357 h 2240205"/>
              <a:gd name="connsiteX53" fmla="*/ 6655235 w 12192000"/>
              <a:gd name="connsiteY53" fmla="*/ 1661869 h 2240205"/>
              <a:gd name="connsiteX54" fmla="*/ 6554894 w 12192000"/>
              <a:gd name="connsiteY54" fmla="*/ 1664428 h 2240205"/>
              <a:gd name="connsiteX55" fmla="*/ 6516595 w 12192000"/>
              <a:gd name="connsiteY55" fmla="*/ 1667475 h 2240205"/>
              <a:gd name="connsiteX56" fmla="*/ 6508541 w 12192000"/>
              <a:gd name="connsiteY56" fmla="*/ 1668757 h 2240205"/>
              <a:gd name="connsiteX57" fmla="*/ 6471012 w 12192000"/>
              <a:gd name="connsiteY57" fmla="*/ 1678604 h 2240205"/>
              <a:gd name="connsiteX58" fmla="*/ 6364035 w 12192000"/>
              <a:gd name="connsiteY58" fmla="*/ 1667683 h 2240205"/>
              <a:gd name="connsiteX59" fmla="*/ 6243319 w 12192000"/>
              <a:gd name="connsiteY59" fmla="*/ 1695560 h 2240205"/>
              <a:gd name="connsiteX60" fmla="*/ 6098321 w 12192000"/>
              <a:gd name="connsiteY60" fmla="*/ 1721646 h 2240205"/>
              <a:gd name="connsiteX61" fmla="*/ 5880652 w 12192000"/>
              <a:gd name="connsiteY61" fmla="*/ 1779643 h 2240205"/>
              <a:gd name="connsiteX62" fmla="*/ 5785959 w 12192000"/>
              <a:gd name="connsiteY62" fmla="*/ 1775307 h 2240205"/>
              <a:gd name="connsiteX63" fmla="*/ 5643534 w 12192000"/>
              <a:gd name="connsiteY63" fmla="*/ 1802919 h 2240205"/>
              <a:gd name="connsiteX64" fmla="*/ 5518799 w 12192000"/>
              <a:gd name="connsiteY64" fmla="*/ 1818312 h 2240205"/>
              <a:gd name="connsiteX65" fmla="*/ 5505014 w 12192000"/>
              <a:gd name="connsiteY65" fmla="*/ 1819259 h 2240205"/>
              <a:gd name="connsiteX66" fmla="*/ 5453307 w 12192000"/>
              <a:gd name="connsiteY66" fmla="*/ 1815450 h 2240205"/>
              <a:gd name="connsiteX67" fmla="*/ 5221533 w 12192000"/>
              <a:gd name="connsiteY67" fmla="*/ 1846950 h 2240205"/>
              <a:gd name="connsiteX68" fmla="*/ 5149802 w 12192000"/>
              <a:gd name="connsiteY68" fmla="*/ 1844846 h 2240205"/>
              <a:gd name="connsiteX69" fmla="*/ 5114927 w 12192000"/>
              <a:gd name="connsiteY69" fmla="*/ 1847827 h 2240205"/>
              <a:gd name="connsiteX70" fmla="*/ 5108970 w 12192000"/>
              <a:gd name="connsiteY70" fmla="*/ 1847935 h 2240205"/>
              <a:gd name="connsiteX71" fmla="*/ 5067961 w 12192000"/>
              <a:gd name="connsiteY71" fmla="*/ 1845917 h 2240205"/>
              <a:gd name="connsiteX72" fmla="*/ 5007075 w 12192000"/>
              <a:gd name="connsiteY72" fmla="*/ 1838626 h 2240205"/>
              <a:gd name="connsiteX73" fmla="*/ 4944087 w 12192000"/>
              <a:gd name="connsiteY73" fmla="*/ 1823332 h 2240205"/>
              <a:gd name="connsiteX74" fmla="*/ 4907662 w 12192000"/>
              <a:gd name="connsiteY74" fmla="*/ 1816900 h 2240205"/>
              <a:gd name="connsiteX75" fmla="*/ 4882386 w 12192000"/>
              <a:gd name="connsiteY75" fmla="*/ 1809844 h 2240205"/>
              <a:gd name="connsiteX76" fmla="*/ 4811440 w 12192000"/>
              <a:gd name="connsiteY76" fmla="*/ 1804655 h 2240205"/>
              <a:gd name="connsiteX77" fmla="*/ 4691075 w 12192000"/>
              <a:gd name="connsiteY77" fmla="*/ 1801389 h 2240205"/>
              <a:gd name="connsiteX78" fmla="*/ 4640313 w 12192000"/>
              <a:gd name="connsiteY78" fmla="*/ 1784307 h 2240205"/>
              <a:gd name="connsiteX79" fmla="*/ 4536503 w 12192000"/>
              <a:gd name="connsiteY79" fmla="*/ 1785334 h 2240205"/>
              <a:gd name="connsiteX80" fmla="*/ 4513724 w 12192000"/>
              <a:gd name="connsiteY80" fmla="*/ 1791996 h 2240205"/>
              <a:gd name="connsiteX81" fmla="*/ 4459810 w 12192000"/>
              <a:gd name="connsiteY81" fmla="*/ 1797886 h 2240205"/>
              <a:gd name="connsiteX82" fmla="*/ 4379064 w 12192000"/>
              <a:gd name="connsiteY82" fmla="*/ 1817177 h 2240205"/>
              <a:gd name="connsiteX83" fmla="*/ 4290981 w 12192000"/>
              <a:gd name="connsiteY83" fmla="*/ 1839677 h 2240205"/>
              <a:gd name="connsiteX84" fmla="*/ 4238372 w 12192000"/>
              <a:gd name="connsiteY84" fmla="*/ 1851480 h 2240205"/>
              <a:gd name="connsiteX85" fmla="*/ 4232517 w 12192000"/>
              <a:gd name="connsiteY85" fmla="*/ 1852567 h 2240205"/>
              <a:gd name="connsiteX86" fmla="*/ 4191732 w 12192000"/>
              <a:gd name="connsiteY86" fmla="*/ 1857328 h 2240205"/>
              <a:gd name="connsiteX87" fmla="*/ 4065532 w 12192000"/>
              <a:gd name="connsiteY87" fmla="*/ 1855477 h 2240205"/>
              <a:gd name="connsiteX88" fmla="*/ 4028460 w 12192000"/>
              <a:gd name="connsiteY88" fmla="*/ 1855137 h 2240205"/>
              <a:gd name="connsiteX89" fmla="*/ 4002267 w 12192000"/>
              <a:gd name="connsiteY89" fmla="*/ 1852352 h 2240205"/>
              <a:gd name="connsiteX90" fmla="*/ 3931396 w 12192000"/>
              <a:gd name="connsiteY90" fmla="*/ 1858915 h 2240205"/>
              <a:gd name="connsiteX91" fmla="*/ 3812162 w 12192000"/>
              <a:gd name="connsiteY91" fmla="*/ 1875501 h 2240205"/>
              <a:gd name="connsiteX92" fmla="*/ 3758105 w 12192000"/>
              <a:gd name="connsiteY92" fmla="*/ 1871856 h 2240205"/>
              <a:gd name="connsiteX93" fmla="*/ 3567259 w 12192000"/>
              <a:gd name="connsiteY93" fmla="*/ 1893482 h 2240205"/>
              <a:gd name="connsiteX94" fmla="*/ 3405770 w 12192000"/>
              <a:gd name="connsiteY94" fmla="*/ 1904591 h 2240205"/>
              <a:gd name="connsiteX95" fmla="*/ 3280097 w 12192000"/>
              <a:gd name="connsiteY95" fmla="*/ 1919610 h 2240205"/>
              <a:gd name="connsiteX96" fmla="*/ 3009910 w 12192000"/>
              <a:gd name="connsiteY96" fmla="*/ 1957866 h 2240205"/>
              <a:gd name="connsiteX97" fmla="*/ 2995934 w 12192000"/>
              <a:gd name="connsiteY97" fmla="*/ 1967085 h 2240205"/>
              <a:gd name="connsiteX98" fmla="*/ 2942858 w 12192000"/>
              <a:gd name="connsiteY98" fmla="*/ 1981367 h 2240205"/>
              <a:gd name="connsiteX99" fmla="*/ 2875436 w 12192000"/>
              <a:gd name="connsiteY99" fmla="*/ 1996977 h 2240205"/>
              <a:gd name="connsiteX100" fmla="*/ 2874892 w 12192000"/>
              <a:gd name="connsiteY100" fmla="*/ 1996085 h 2240205"/>
              <a:gd name="connsiteX101" fmla="*/ 2843662 w 12192000"/>
              <a:gd name="connsiteY101" fmla="*/ 1992498 h 2240205"/>
              <a:gd name="connsiteX102" fmla="*/ 2718916 w 12192000"/>
              <a:gd name="connsiteY102" fmla="*/ 1990867 h 2240205"/>
              <a:gd name="connsiteX103" fmla="*/ 2713522 w 12192000"/>
              <a:gd name="connsiteY103" fmla="*/ 1990173 h 2240205"/>
              <a:gd name="connsiteX104" fmla="*/ 2476147 w 12192000"/>
              <a:gd name="connsiteY104" fmla="*/ 1998305 h 2240205"/>
              <a:gd name="connsiteX105" fmla="*/ 2373568 w 12192000"/>
              <a:gd name="connsiteY105" fmla="*/ 2003219 h 2240205"/>
              <a:gd name="connsiteX106" fmla="*/ 2287219 w 12192000"/>
              <a:gd name="connsiteY106" fmla="*/ 1998750 h 2240205"/>
              <a:gd name="connsiteX107" fmla="*/ 2243069 w 12192000"/>
              <a:gd name="connsiteY107" fmla="*/ 2005321 h 2240205"/>
              <a:gd name="connsiteX108" fmla="*/ 2164831 w 12192000"/>
              <a:gd name="connsiteY108" fmla="*/ 2010143 h 2240205"/>
              <a:gd name="connsiteX109" fmla="*/ 2085228 w 12192000"/>
              <a:gd name="connsiteY109" fmla="*/ 2046431 h 2240205"/>
              <a:gd name="connsiteX110" fmla="*/ 2058061 w 12192000"/>
              <a:gd name="connsiteY110" fmla="*/ 2047942 h 2240205"/>
              <a:gd name="connsiteX111" fmla="*/ 2042244 w 12192000"/>
              <a:gd name="connsiteY111" fmla="*/ 2055560 h 2240205"/>
              <a:gd name="connsiteX112" fmla="*/ 1877728 w 12192000"/>
              <a:gd name="connsiteY112" fmla="*/ 2101004 h 2240205"/>
              <a:gd name="connsiteX113" fmla="*/ 1759056 w 12192000"/>
              <a:gd name="connsiteY113" fmla="*/ 2125608 h 2240205"/>
              <a:gd name="connsiteX114" fmla="*/ 1637948 w 12192000"/>
              <a:gd name="connsiteY114" fmla="*/ 2172597 h 2240205"/>
              <a:gd name="connsiteX115" fmla="*/ 1434549 w 12192000"/>
              <a:gd name="connsiteY115" fmla="*/ 2234522 h 2240205"/>
              <a:gd name="connsiteX116" fmla="*/ 1370962 w 12192000"/>
              <a:gd name="connsiteY116" fmla="*/ 2237474 h 2240205"/>
              <a:gd name="connsiteX117" fmla="*/ 1356367 w 12192000"/>
              <a:gd name="connsiteY117" fmla="*/ 2235089 h 2240205"/>
              <a:gd name="connsiteX118" fmla="*/ 1279765 w 12192000"/>
              <a:gd name="connsiteY118" fmla="*/ 2229639 h 2240205"/>
              <a:gd name="connsiteX119" fmla="*/ 1195347 w 12192000"/>
              <a:gd name="connsiteY119" fmla="*/ 2212354 h 2240205"/>
              <a:gd name="connsiteX120" fmla="*/ 970251 w 12192000"/>
              <a:gd name="connsiteY120" fmla="*/ 2221029 h 2240205"/>
              <a:gd name="connsiteX121" fmla="*/ 812914 w 12192000"/>
              <a:gd name="connsiteY121" fmla="*/ 2210095 h 2240205"/>
              <a:gd name="connsiteX122" fmla="*/ 776382 w 12192000"/>
              <a:gd name="connsiteY122" fmla="*/ 2204512 h 2240205"/>
              <a:gd name="connsiteX123" fmla="*/ 597225 w 12192000"/>
              <a:gd name="connsiteY123" fmla="*/ 2180999 h 2240205"/>
              <a:gd name="connsiteX124" fmla="*/ 520671 w 12192000"/>
              <a:gd name="connsiteY124" fmla="*/ 2180980 h 2240205"/>
              <a:gd name="connsiteX125" fmla="*/ 515024 w 12192000"/>
              <a:gd name="connsiteY125" fmla="*/ 2179258 h 2240205"/>
              <a:gd name="connsiteX126" fmla="*/ 413835 w 12192000"/>
              <a:gd name="connsiteY126" fmla="*/ 2156783 h 2240205"/>
              <a:gd name="connsiteX127" fmla="*/ 376513 w 12192000"/>
              <a:gd name="connsiteY127" fmla="*/ 2154014 h 2240205"/>
              <a:gd name="connsiteX128" fmla="*/ 273386 w 12192000"/>
              <a:gd name="connsiteY128" fmla="*/ 2142551 h 2240205"/>
              <a:gd name="connsiteX129" fmla="*/ 77641 w 12192000"/>
              <a:gd name="connsiteY129" fmla="*/ 2126835 h 2240205"/>
              <a:gd name="connsiteX130" fmla="*/ 37645 w 12192000"/>
              <a:gd name="connsiteY130" fmla="*/ 2115401 h 2240205"/>
              <a:gd name="connsiteX131" fmla="*/ 4572 w 12192000"/>
              <a:gd name="connsiteY131" fmla="*/ 2111091 h 2240205"/>
              <a:gd name="connsiteX132" fmla="*/ 0 w 12192000"/>
              <a:gd name="connsiteY132" fmla="*/ 2110468 h 2240205"/>
              <a:gd name="connsiteX133" fmla="*/ 0 w 12192000"/>
              <a:gd name="connsiteY133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820512 w 12192000"/>
              <a:gd name="connsiteY4" fmla="*/ 745392 h 2240205"/>
              <a:gd name="connsiteX5" fmla="*/ 11649954 w 12192000"/>
              <a:gd name="connsiteY5" fmla="*/ 749628 h 2240205"/>
              <a:gd name="connsiteX6" fmla="*/ 11560424 w 12192000"/>
              <a:gd name="connsiteY6" fmla="*/ 748017 h 2240205"/>
              <a:gd name="connsiteX7" fmla="*/ 11358455 w 12192000"/>
              <a:gd name="connsiteY7" fmla="*/ 747593 h 2240205"/>
              <a:gd name="connsiteX8" fmla="*/ 11165209 w 12192000"/>
              <a:gd name="connsiteY8" fmla="*/ 748852 h 2240205"/>
              <a:gd name="connsiteX9" fmla="*/ 11058755 w 12192000"/>
              <a:gd name="connsiteY9" fmla="*/ 749617 h 2240205"/>
              <a:gd name="connsiteX10" fmla="*/ 10846594 w 12192000"/>
              <a:gd name="connsiteY10" fmla="*/ 765069 h 2240205"/>
              <a:gd name="connsiteX11" fmla="*/ 10739478 w 12192000"/>
              <a:gd name="connsiteY11" fmla="*/ 776841 h 2240205"/>
              <a:gd name="connsiteX12" fmla="*/ 10458762 w 12192000"/>
              <a:gd name="connsiteY12" fmla="*/ 755400 h 2240205"/>
              <a:gd name="connsiteX13" fmla="*/ 10211200 w 12192000"/>
              <a:gd name="connsiteY13" fmla="*/ 767513 h 2240205"/>
              <a:gd name="connsiteX14" fmla="*/ 10167995 w 12192000"/>
              <a:gd name="connsiteY14" fmla="*/ 760843 h 2240205"/>
              <a:gd name="connsiteX15" fmla="*/ 9997044 w 12192000"/>
              <a:gd name="connsiteY15" fmla="*/ 780129 h 2240205"/>
              <a:gd name="connsiteX16" fmla="*/ 9943887 w 12192000"/>
              <a:gd name="connsiteY16" fmla="*/ 804141 h 2240205"/>
              <a:gd name="connsiteX17" fmla="*/ 9918248 w 12192000"/>
              <a:gd name="connsiteY17" fmla="*/ 816628 h 2240205"/>
              <a:gd name="connsiteX18" fmla="*/ 9767091 w 12192000"/>
              <a:gd name="connsiteY18" fmla="*/ 870550 h 2240205"/>
              <a:gd name="connsiteX19" fmla="*/ 9683005 w 12192000"/>
              <a:gd name="connsiteY19" fmla="*/ 894128 h 2240205"/>
              <a:gd name="connsiteX20" fmla="*/ 9544189 w 12192000"/>
              <a:gd name="connsiteY20" fmla="*/ 938966 h 2240205"/>
              <a:gd name="connsiteX21" fmla="*/ 9500499 w 12192000"/>
              <a:gd name="connsiteY21" fmla="*/ 954680 h 2240205"/>
              <a:gd name="connsiteX22" fmla="*/ 9410017 w 12192000"/>
              <a:gd name="connsiteY22" fmla="*/ 993931 h 2240205"/>
              <a:gd name="connsiteX23" fmla="*/ 9392919 w 12192000"/>
              <a:gd name="connsiteY23" fmla="*/ 994656 h 2240205"/>
              <a:gd name="connsiteX24" fmla="*/ 9268019 w 12192000"/>
              <a:gd name="connsiteY24" fmla="*/ 1007442 h 2240205"/>
              <a:gd name="connsiteX25" fmla="*/ 9188177 w 12192000"/>
              <a:gd name="connsiteY25" fmla="*/ 1035474 h 2240205"/>
              <a:gd name="connsiteX26" fmla="*/ 9155969 w 12192000"/>
              <a:gd name="connsiteY26" fmla="*/ 1046804 h 2240205"/>
              <a:gd name="connsiteX27" fmla="*/ 9133985 w 12192000"/>
              <a:gd name="connsiteY27" fmla="*/ 1046450 h 2240205"/>
              <a:gd name="connsiteX28" fmla="*/ 9003462 w 12192000"/>
              <a:gd name="connsiteY28" fmla="*/ 1042406 h 2240205"/>
              <a:gd name="connsiteX29" fmla="*/ 8968445 w 12192000"/>
              <a:gd name="connsiteY29" fmla="*/ 1052169 h 2240205"/>
              <a:gd name="connsiteX30" fmla="*/ 8886001 w 12192000"/>
              <a:gd name="connsiteY30" fmla="*/ 1067468 h 2240205"/>
              <a:gd name="connsiteX31" fmla="*/ 8838610 w 12192000"/>
              <a:gd name="connsiteY31" fmla="*/ 1075091 h 2240205"/>
              <a:gd name="connsiteX32" fmla="*/ 8665605 w 12192000"/>
              <a:gd name="connsiteY32" fmla="*/ 1110791 h 2240205"/>
              <a:gd name="connsiteX33" fmla="*/ 8584946 w 12192000"/>
              <a:gd name="connsiteY33" fmla="*/ 1135226 h 2240205"/>
              <a:gd name="connsiteX34" fmla="*/ 8419755 w 12192000"/>
              <a:gd name="connsiteY34" fmla="*/ 1216260 h 2240205"/>
              <a:gd name="connsiteX35" fmla="*/ 8411626 w 12192000"/>
              <a:gd name="connsiteY35" fmla="*/ 1214397 h 2240205"/>
              <a:gd name="connsiteX36" fmla="*/ 8363469 w 12192000"/>
              <a:gd name="connsiteY36" fmla="*/ 1246658 h 2240205"/>
              <a:gd name="connsiteX37" fmla="*/ 8275497 w 12192000"/>
              <a:gd name="connsiteY37" fmla="*/ 1264396 h 2240205"/>
              <a:gd name="connsiteX38" fmla="*/ 8074238 w 12192000"/>
              <a:gd name="connsiteY38" fmla="*/ 1301895 h 2240205"/>
              <a:gd name="connsiteX39" fmla="*/ 7902328 w 12192000"/>
              <a:gd name="connsiteY39" fmla="*/ 1345865 h 2240205"/>
              <a:gd name="connsiteX40" fmla="*/ 7840612 w 12192000"/>
              <a:gd name="connsiteY40" fmla="*/ 1369373 h 2240205"/>
              <a:gd name="connsiteX41" fmla="*/ 7786819 w 12192000"/>
              <a:gd name="connsiteY41" fmla="*/ 1378970 h 2240205"/>
              <a:gd name="connsiteX42" fmla="*/ 7548172 w 12192000"/>
              <a:gd name="connsiteY42" fmla="*/ 1417460 h 2240205"/>
              <a:gd name="connsiteX43" fmla="*/ 7483437 w 12192000"/>
              <a:gd name="connsiteY43" fmla="*/ 1478152 h 2240205"/>
              <a:gd name="connsiteX44" fmla="*/ 7377870 w 12192000"/>
              <a:gd name="connsiteY44" fmla="*/ 1523319 h 2240205"/>
              <a:gd name="connsiteX45" fmla="*/ 7230737 w 12192000"/>
              <a:gd name="connsiteY45" fmla="*/ 1562633 h 2240205"/>
              <a:gd name="connsiteX46" fmla="*/ 7224458 w 12192000"/>
              <a:gd name="connsiteY46" fmla="*/ 1573008 h 2240205"/>
              <a:gd name="connsiteX47" fmla="*/ 7183121 w 12192000"/>
              <a:gd name="connsiteY47" fmla="*/ 1595162 h 2240205"/>
              <a:gd name="connsiteX48" fmla="*/ 7164601 w 12192000"/>
              <a:gd name="connsiteY48" fmla="*/ 1606490 h 2240205"/>
              <a:gd name="connsiteX49" fmla="*/ 6900177 w 12192000"/>
              <a:gd name="connsiteY49" fmla="*/ 1636016 h 2240205"/>
              <a:gd name="connsiteX50" fmla="*/ 6795372 w 12192000"/>
              <a:gd name="connsiteY50" fmla="*/ 1644845 h 2240205"/>
              <a:gd name="connsiteX51" fmla="*/ 6692251 w 12192000"/>
              <a:gd name="connsiteY51" fmla="*/ 1656357 h 2240205"/>
              <a:gd name="connsiteX52" fmla="*/ 6655235 w 12192000"/>
              <a:gd name="connsiteY52" fmla="*/ 1661869 h 2240205"/>
              <a:gd name="connsiteX53" fmla="*/ 6554894 w 12192000"/>
              <a:gd name="connsiteY53" fmla="*/ 1664428 h 2240205"/>
              <a:gd name="connsiteX54" fmla="*/ 6516595 w 12192000"/>
              <a:gd name="connsiteY54" fmla="*/ 1667475 h 2240205"/>
              <a:gd name="connsiteX55" fmla="*/ 6508541 w 12192000"/>
              <a:gd name="connsiteY55" fmla="*/ 1668757 h 2240205"/>
              <a:gd name="connsiteX56" fmla="*/ 6471012 w 12192000"/>
              <a:gd name="connsiteY56" fmla="*/ 1678604 h 2240205"/>
              <a:gd name="connsiteX57" fmla="*/ 6364035 w 12192000"/>
              <a:gd name="connsiteY57" fmla="*/ 1667683 h 2240205"/>
              <a:gd name="connsiteX58" fmla="*/ 6243319 w 12192000"/>
              <a:gd name="connsiteY58" fmla="*/ 1695560 h 2240205"/>
              <a:gd name="connsiteX59" fmla="*/ 6098321 w 12192000"/>
              <a:gd name="connsiteY59" fmla="*/ 1721646 h 2240205"/>
              <a:gd name="connsiteX60" fmla="*/ 5880652 w 12192000"/>
              <a:gd name="connsiteY60" fmla="*/ 1779643 h 2240205"/>
              <a:gd name="connsiteX61" fmla="*/ 5785959 w 12192000"/>
              <a:gd name="connsiteY61" fmla="*/ 1775307 h 2240205"/>
              <a:gd name="connsiteX62" fmla="*/ 5643534 w 12192000"/>
              <a:gd name="connsiteY62" fmla="*/ 1802919 h 2240205"/>
              <a:gd name="connsiteX63" fmla="*/ 5518799 w 12192000"/>
              <a:gd name="connsiteY63" fmla="*/ 1818312 h 2240205"/>
              <a:gd name="connsiteX64" fmla="*/ 5505014 w 12192000"/>
              <a:gd name="connsiteY64" fmla="*/ 1819259 h 2240205"/>
              <a:gd name="connsiteX65" fmla="*/ 5453307 w 12192000"/>
              <a:gd name="connsiteY65" fmla="*/ 1815450 h 2240205"/>
              <a:gd name="connsiteX66" fmla="*/ 5221533 w 12192000"/>
              <a:gd name="connsiteY66" fmla="*/ 1846950 h 2240205"/>
              <a:gd name="connsiteX67" fmla="*/ 5149802 w 12192000"/>
              <a:gd name="connsiteY67" fmla="*/ 1844846 h 2240205"/>
              <a:gd name="connsiteX68" fmla="*/ 5114927 w 12192000"/>
              <a:gd name="connsiteY68" fmla="*/ 1847827 h 2240205"/>
              <a:gd name="connsiteX69" fmla="*/ 5108970 w 12192000"/>
              <a:gd name="connsiteY69" fmla="*/ 1847935 h 2240205"/>
              <a:gd name="connsiteX70" fmla="*/ 5067961 w 12192000"/>
              <a:gd name="connsiteY70" fmla="*/ 1845917 h 2240205"/>
              <a:gd name="connsiteX71" fmla="*/ 5007075 w 12192000"/>
              <a:gd name="connsiteY71" fmla="*/ 1838626 h 2240205"/>
              <a:gd name="connsiteX72" fmla="*/ 4944087 w 12192000"/>
              <a:gd name="connsiteY72" fmla="*/ 1823332 h 2240205"/>
              <a:gd name="connsiteX73" fmla="*/ 4907662 w 12192000"/>
              <a:gd name="connsiteY73" fmla="*/ 1816900 h 2240205"/>
              <a:gd name="connsiteX74" fmla="*/ 4882386 w 12192000"/>
              <a:gd name="connsiteY74" fmla="*/ 1809844 h 2240205"/>
              <a:gd name="connsiteX75" fmla="*/ 4811440 w 12192000"/>
              <a:gd name="connsiteY75" fmla="*/ 1804655 h 2240205"/>
              <a:gd name="connsiteX76" fmla="*/ 4691075 w 12192000"/>
              <a:gd name="connsiteY76" fmla="*/ 1801389 h 2240205"/>
              <a:gd name="connsiteX77" fmla="*/ 4640313 w 12192000"/>
              <a:gd name="connsiteY77" fmla="*/ 1784307 h 2240205"/>
              <a:gd name="connsiteX78" fmla="*/ 4536503 w 12192000"/>
              <a:gd name="connsiteY78" fmla="*/ 1785334 h 2240205"/>
              <a:gd name="connsiteX79" fmla="*/ 4513724 w 12192000"/>
              <a:gd name="connsiteY79" fmla="*/ 1791996 h 2240205"/>
              <a:gd name="connsiteX80" fmla="*/ 4459810 w 12192000"/>
              <a:gd name="connsiteY80" fmla="*/ 1797886 h 2240205"/>
              <a:gd name="connsiteX81" fmla="*/ 4379064 w 12192000"/>
              <a:gd name="connsiteY81" fmla="*/ 1817177 h 2240205"/>
              <a:gd name="connsiteX82" fmla="*/ 4290981 w 12192000"/>
              <a:gd name="connsiteY82" fmla="*/ 1839677 h 2240205"/>
              <a:gd name="connsiteX83" fmla="*/ 4238372 w 12192000"/>
              <a:gd name="connsiteY83" fmla="*/ 1851480 h 2240205"/>
              <a:gd name="connsiteX84" fmla="*/ 4232517 w 12192000"/>
              <a:gd name="connsiteY84" fmla="*/ 1852567 h 2240205"/>
              <a:gd name="connsiteX85" fmla="*/ 4191732 w 12192000"/>
              <a:gd name="connsiteY85" fmla="*/ 1857328 h 2240205"/>
              <a:gd name="connsiteX86" fmla="*/ 4065532 w 12192000"/>
              <a:gd name="connsiteY86" fmla="*/ 1855477 h 2240205"/>
              <a:gd name="connsiteX87" fmla="*/ 4028460 w 12192000"/>
              <a:gd name="connsiteY87" fmla="*/ 1855137 h 2240205"/>
              <a:gd name="connsiteX88" fmla="*/ 4002267 w 12192000"/>
              <a:gd name="connsiteY88" fmla="*/ 1852352 h 2240205"/>
              <a:gd name="connsiteX89" fmla="*/ 3931396 w 12192000"/>
              <a:gd name="connsiteY89" fmla="*/ 1858915 h 2240205"/>
              <a:gd name="connsiteX90" fmla="*/ 3812162 w 12192000"/>
              <a:gd name="connsiteY90" fmla="*/ 1875501 h 2240205"/>
              <a:gd name="connsiteX91" fmla="*/ 3758105 w 12192000"/>
              <a:gd name="connsiteY91" fmla="*/ 1871856 h 2240205"/>
              <a:gd name="connsiteX92" fmla="*/ 3567259 w 12192000"/>
              <a:gd name="connsiteY92" fmla="*/ 1893482 h 2240205"/>
              <a:gd name="connsiteX93" fmla="*/ 3405770 w 12192000"/>
              <a:gd name="connsiteY93" fmla="*/ 1904591 h 2240205"/>
              <a:gd name="connsiteX94" fmla="*/ 3280097 w 12192000"/>
              <a:gd name="connsiteY94" fmla="*/ 1919610 h 2240205"/>
              <a:gd name="connsiteX95" fmla="*/ 3009910 w 12192000"/>
              <a:gd name="connsiteY95" fmla="*/ 1957866 h 2240205"/>
              <a:gd name="connsiteX96" fmla="*/ 2995934 w 12192000"/>
              <a:gd name="connsiteY96" fmla="*/ 1967085 h 2240205"/>
              <a:gd name="connsiteX97" fmla="*/ 2942858 w 12192000"/>
              <a:gd name="connsiteY97" fmla="*/ 1981367 h 2240205"/>
              <a:gd name="connsiteX98" fmla="*/ 2875436 w 12192000"/>
              <a:gd name="connsiteY98" fmla="*/ 1996977 h 2240205"/>
              <a:gd name="connsiteX99" fmla="*/ 2874892 w 12192000"/>
              <a:gd name="connsiteY99" fmla="*/ 1996085 h 2240205"/>
              <a:gd name="connsiteX100" fmla="*/ 2843662 w 12192000"/>
              <a:gd name="connsiteY100" fmla="*/ 1992498 h 2240205"/>
              <a:gd name="connsiteX101" fmla="*/ 2718916 w 12192000"/>
              <a:gd name="connsiteY101" fmla="*/ 1990867 h 2240205"/>
              <a:gd name="connsiteX102" fmla="*/ 2713522 w 12192000"/>
              <a:gd name="connsiteY102" fmla="*/ 1990173 h 2240205"/>
              <a:gd name="connsiteX103" fmla="*/ 2476147 w 12192000"/>
              <a:gd name="connsiteY103" fmla="*/ 1998305 h 2240205"/>
              <a:gd name="connsiteX104" fmla="*/ 2373568 w 12192000"/>
              <a:gd name="connsiteY104" fmla="*/ 2003219 h 2240205"/>
              <a:gd name="connsiteX105" fmla="*/ 2287219 w 12192000"/>
              <a:gd name="connsiteY105" fmla="*/ 1998750 h 2240205"/>
              <a:gd name="connsiteX106" fmla="*/ 2243069 w 12192000"/>
              <a:gd name="connsiteY106" fmla="*/ 2005321 h 2240205"/>
              <a:gd name="connsiteX107" fmla="*/ 2164831 w 12192000"/>
              <a:gd name="connsiteY107" fmla="*/ 2010143 h 2240205"/>
              <a:gd name="connsiteX108" fmla="*/ 2085228 w 12192000"/>
              <a:gd name="connsiteY108" fmla="*/ 2046431 h 2240205"/>
              <a:gd name="connsiteX109" fmla="*/ 2058061 w 12192000"/>
              <a:gd name="connsiteY109" fmla="*/ 2047942 h 2240205"/>
              <a:gd name="connsiteX110" fmla="*/ 2042244 w 12192000"/>
              <a:gd name="connsiteY110" fmla="*/ 2055560 h 2240205"/>
              <a:gd name="connsiteX111" fmla="*/ 1877728 w 12192000"/>
              <a:gd name="connsiteY111" fmla="*/ 2101004 h 2240205"/>
              <a:gd name="connsiteX112" fmla="*/ 1759056 w 12192000"/>
              <a:gd name="connsiteY112" fmla="*/ 2125608 h 2240205"/>
              <a:gd name="connsiteX113" fmla="*/ 1637948 w 12192000"/>
              <a:gd name="connsiteY113" fmla="*/ 2172597 h 2240205"/>
              <a:gd name="connsiteX114" fmla="*/ 1434549 w 12192000"/>
              <a:gd name="connsiteY114" fmla="*/ 2234522 h 2240205"/>
              <a:gd name="connsiteX115" fmla="*/ 1370962 w 12192000"/>
              <a:gd name="connsiteY115" fmla="*/ 2237474 h 2240205"/>
              <a:gd name="connsiteX116" fmla="*/ 1356367 w 12192000"/>
              <a:gd name="connsiteY116" fmla="*/ 2235089 h 2240205"/>
              <a:gd name="connsiteX117" fmla="*/ 1279765 w 12192000"/>
              <a:gd name="connsiteY117" fmla="*/ 2229639 h 2240205"/>
              <a:gd name="connsiteX118" fmla="*/ 1195347 w 12192000"/>
              <a:gd name="connsiteY118" fmla="*/ 2212354 h 2240205"/>
              <a:gd name="connsiteX119" fmla="*/ 970251 w 12192000"/>
              <a:gd name="connsiteY119" fmla="*/ 2221029 h 2240205"/>
              <a:gd name="connsiteX120" fmla="*/ 812914 w 12192000"/>
              <a:gd name="connsiteY120" fmla="*/ 2210095 h 2240205"/>
              <a:gd name="connsiteX121" fmla="*/ 776382 w 12192000"/>
              <a:gd name="connsiteY121" fmla="*/ 2204512 h 2240205"/>
              <a:gd name="connsiteX122" fmla="*/ 597225 w 12192000"/>
              <a:gd name="connsiteY122" fmla="*/ 2180999 h 2240205"/>
              <a:gd name="connsiteX123" fmla="*/ 520671 w 12192000"/>
              <a:gd name="connsiteY123" fmla="*/ 2180980 h 2240205"/>
              <a:gd name="connsiteX124" fmla="*/ 515024 w 12192000"/>
              <a:gd name="connsiteY124" fmla="*/ 2179258 h 2240205"/>
              <a:gd name="connsiteX125" fmla="*/ 413835 w 12192000"/>
              <a:gd name="connsiteY125" fmla="*/ 2156783 h 2240205"/>
              <a:gd name="connsiteX126" fmla="*/ 376513 w 12192000"/>
              <a:gd name="connsiteY126" fmla="*/ 2154014 h 2240205"/>
              <a:gd name="connsiteX127" fmla="*/ 273386 w 12192000"/>
              <a:gd name="connsiteY127" fmla="*/ 2142551 h 2240205"/>
              <a:gd name="connsiteX128" fmla="*/ 77641 w 12192000"/>
              <a:gd name="connsiteY128" fmla="*/ 2126835 h 2240205"/>
              <a:gd name="connsiteX129" fmla="*/ 37645 w 12192000"/>
              <a:gd name="connsiteY129" fmla="*/ 2115401 h 2240205"/>
              <a:gd name="connsiteX130" fmla="*/ 4572 w 12192000"/>
              <a:gd name="connsiteY130" fmla="*/ 2111091 h 2240205"/>
              <a:gd name="connsiteX131" fmla="*/ 0 w 12192000"/>
              <a:gd name="connsiteY131" fmla="*/ 2110468 h 2240205"/>
              <a:gd name="connsiteX132" fmla="*/ 0 w 12192000"/>
              <a:gd name="connsiteY132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820512 w 12192000"/>
              <a:gd name="connsiteY4" fmla="*/ 745392 h 2240205"/>
              <a:gd name="connsiteX5" fmla="*/ 11649954 w 12192000"/>
              <a:gd name="connsiteY5" fmla="*/ 749628 h 2240205"/>
              <a:gd name="connsiteX6" fmla="*/ 11560424 w 12192000"/>
              <a:gd name="connsiteY6" fmla="*/ 748017 h 2240205"/>
              <a:gd name="connsiteX7" fmla="*/ 11358455 w 12192000"/>
              <a:gd name="connsiteY7" fmla="*/ 747593 h 2240205"/>
              <a:gd name="connsiteX8" fmla="*/ 11165209 w 12192000"/>
              <a:gd name="connsiteY8" fmla="*/ 748852 h 2240205"/>
              <a:gd name="connsiteX9" fmla="*/ 11058755 w 12192000"/>
              <a:gd name="connsiteY9" fmla="*/ 749617 h 2240205"/>
              <a:gd name="connsiteX10" fmla="*/ 10846594 w 12192000"/>
              <a:gd name="connsiteY10" fmla="*/ 765069 h 2240205"/>
              <a:gd name="connsiteX11" fmla="*/ 10739478 w 12192000"/>
              <a:gd name="connsiteY11" fmla="*/ 776841 h 2240205"/>
              <a:gd name="connsiteX12" fmla="*/ 10458762 w 12192000"/>
              <a:gd name="connsiteY12" fmla="*/ 755400 h 2240205"/>
              <a:gd name="connsiteX13" fmla="*/ 10211200 w 12192000"/>
              <a:gd name="connsiteY13" fmla="*/ 767513 h 2240205"/>
              <a:gd name="connsiteX14" fmla="*/ 10167995 w 12192000"/>
              <a:gd name="connsiteY14" fmla="*/ 760843 h 2240205"/>
              <a:gd name="connsiteX15" fmla="*/ 9997044 w 12192000"/>
              <a:gd name="connsiteY15" fmla="*/ 780129 h 2240205"/>
              <a:gd name="connsiteX16" fmla="*/ 9943887 w 12192000"/>
              <a:gd name="connsiteY16" fmla="*/ 804141 h 2240205"/>
              <a:gd name="connsiteX17" fmla="*/ 9918248 w 12192000"/>
              <a:gd name="connsiteY17" fmla="*/ 816628 h 2240205"/>
              <a:gd name="connsiteX18" fmla="*/ 9767091 w 12192000"/>
              <a:gd name="connsiteY18" fmla="*/ 870550 h 2240205"/>
              <a:gd name="connsiteX19" fmla="*/ 9683005 w 12192000"/>
              <a:gd name="connsiteY19" fmla="*/ 894128 h 2240205"/>
              <a:gd name="connsiteX20" fmla="*/ 9500499 w 12192000"/>
              <a:gd name="connsiteY20" fmla="*/ 954680 h 2240205"/>
              <a:gd name="connsiteX21" fmla="*/ 9410017 w 12192000"/>
              <a:gd name="connsiteY21" fmla="*/ 993931 h 2240205"/>
              <a:gd name="connsiteX22" fmla="*/ 9392919 w 12192000"/>
              <a:gd name="connsiteY22" fmla="*/ 994656 h 2240205"/>
              <a:gd name="connsiteX23" fmla="*/ 9268019 w 12192000"/>
              <a:gd name="connsiteY23" fmla="*/ 1007442 h 2240205"/>
              <a:gd name="connsiteX24" fmla="*/ 9188177 w 12192000"/>
              <a:gd name="connsiteY24" fmla="*/ 1035474 h 2240205"/>
              <a:gd name="connsiteX25" fmla="*/ 9155969 w 12192000"/>
              <a:gd name="connsiteY25" fmla="*/ 1046804 h 2240205"/>
              <a:gd name="connsiteX26" fmla="*/ 9133985 w 12192000"/>
              <a:gd name="connsiteY26" fmla="*/ 1046450 h 2240205"/>
              <a:gd name="connsiteX27" fmla="*/ 9003462 w 12192000"/>
              <a:gd name="connsiteY27" fmla="*/ 1042406 h 2240205"/>
              <a:gd name="connsiteX28" fmla="*/ 8968445 w 12192000"/>
              <a:gd name="connsiteY28" fmla="*/ 1052169 h 2240205"/>
              <a:gd name="connsiteX29" fmla="*/ 8886001 w 12192000"/>
              <a:gd name="connsiteY29" fmla="*/ 1067468 h 2240205"/>
              <a:gd name="connsiteX30" fmla="*/ 8838610 w 12192000"/>
              <a:gd name="connsiteY30" fmla="*/ 1075091 h 2240205"/>
              <a:gd name="connsiteX31" fmla="*/ 8665605 w 12192000"/>
              <a:gd name="connsiteY31" fmla="*/ 1110791 h 2240205"/>
              <a:gd name="connsiteX32" fmla="*/ 8584946 w 12192000"/>
              <a:gd name="connsiteY32" fmla="*/ 1135226 h 2240205"/>
              <a:gd name="connsiteX33" fmla="*/ 8419755 w 12192000"/>
              <a:gd name="connsiteY33" fmla="*/ 1216260 h 2240205"/>
              <a:gd name="connsiteX34" fmla="*/ 8411626 w 12192000"/>
              <a:gd name="connsiteY34" fmla="*/ 1214397 h 2240205"/>
              <a:gd name="connsiteX35" fmla="*/ 8363469 w 12192000"/>
              <a:gd name="connsiteY35" fmla="*/ 1246658 h 2240205"/>
              <a:gd name="connsiteX36" fmla="*/ 8275497 w 12192000"/>
              <a:gd name="connsiteY36" fmla="*/ 1264396 h 2240205"/>
              <a:gd name="connsiteX37" fmla="*/ 8074238 w 12192000"/>
              <a:gd name="connsiteY37" fmla="*/ 1301895 h 2240205"/>
              <a:gd name="connsiteX38" fmla="*/ 7902328 w 12192000"/>
              <a:gd name="connsiteY38" fmla="*/ 1345865 h 2240205"/>
              <a:gd name="connsiteX39" fmla="*/ 7840612 w 12192000"/>
              <a:gd name="connsiteY39" fmla="*/ 1369373 h 2240205"/>
              <a:gd name="connsiteX40" fmla="*/ 7786819 w 12192000"/>
              <a:gd name="connsiteY40" fmla="*/ 1378970 h 2240205"/>
              <a:gd name="connsiteX41" fmla="*/ 7548172 w 12192000"/>
              <a:gd name="connsiteY41" fmla="*/ 1417460 h 2240205"/>
              <a:gd name="connsiteX42" fmla="*/ 7483437 w 12192000"/>
              <a:gd name="connsiteY42" fmla="*/ 1478152 h 2240205"/>
              <a:gd name="connsiteX43" fmla="*/ 7377870 w 12192000"/>
              <a:gd name="connsiteY43" fmla="*/ 1523319 h 2240205"/>
              <a:gd name="connsiteX44" fmla="*/ 7230737 w 12192000"/>
              <a:gd name="connsiteY44" fmla="*/ 1562633 h 2240205"/>
              <a:gd name="connsiteX45" fmla="*/ 7224458 w 12192000"/>
              <a:gd name="connsiteY45" fmla="*/ 1573008 h 2240205"/>
              <a:gd name="connsiteX46" fmla="*/ 7183121 w 12192000"/>
              <a:gd name="connsiteY46" fmla="*/ 1595162 h 2240205"/>
              <a:gd name="connsiteX47" fmla="*/ 7164601 w 12192000"/>
              <a:gd name="connsiteY47" fmla="*/ 1606490 h 2240205"/>
              <a:gd name="connsiteX48" fmla="*/ 6900177 w 12192000"/>
              <a:gd name="connsiteY48" fmla="*/ 1636016 h 2240205"/>
              <a:gd name="connsiteX49" fmla="*/ 6795372 w 12192000"/>
              <a:gd name="connsiteY49" fmla="*/ 1644845 h 2240205"/>
              <a:gd name="connsiteX50" fmla="*/ 6692251 w 12192000"/>
              <a:gd name="connsiteY50" fmla="*/ 1656357 h 2240205"/>
              <a:gd name="connsiteX51" fmla="*/ 6655235 w 12192000"/>
              <a:gd name="connsiteY51" fmla="*/ 1661869 h 2240205"/>
              <a:gd name="connsiteX52" fmla="*/ 6554894 w 12192000"/>
              <a:gd name="connsiteY52" fmla="*/ 1664428 h 2240205"/>
              <a:gd name="connsiteX53" fmla="*/ 6516595 w 12192000"/>
              <a:gd name="connsiteY53" fmla="*/ 1667475 h 2240205"/>
              <a:gd name="connsiteX54" fmla="*/ 6508541 w 12192000"/>
              <a:gd name="connsiteY54" fmla="*/ 1668757 h 2240205"/>
              <a:gd name="connsiteX55" fmla="*/ 6471012 w 12192000"/>
              <a:gd name="connsiteY55" fmla="*/ 1678604 h 2240205"/>
              <a:gd name="connsiteX56" fmla="*/ 6364035 w 12192000"/>
              <a:gd name="connsiteY56" fmla="*/ 1667683 h 2240205"/>
              <a:gd name="connsiteX57" fmla="*/ 6243319 w 12192000"/>
              <a:gd name="connsiteY57" fmla="*/ 1695560 h 2240205"/>
              <a:gd name="connsiteX58" fmla="*/ 6098321 w 12192000"/>
              <a:gd name="connsiteY58" fmla="*/ 1721646 h 2240205"/>
              <a:gd name="connsiteX59" fmla="*/ 5880652 w 12192000"/>
              <a:gd name="connsiteY59" fmla="*/ 1779643 h 2240205"/>
              <a:gd name="connsiteX60" fmla="*/ 5785959 w 12192000"/>
              <a:gd name="connsiteY60" fmla="*/ 1775307 h 2240205"/>
              <a:gd name="connsiteX61" fmla="*/ 5643534 w 12192000"/>
              <a:gd name="connsiteY61" fmla="*/ 1802919 h 2240205"/>
              <a:gd name="connsiteX62" fmla="*/ 5518799 w 12192000"/>
              <a:gd name="connsiteY62" fmla="*/ 1818312 h 2240205"/>
              <a:gd name="connsiteX63" fmla="*/ 5505014 w 12192000"/>
              <a:gd name="connsiteY63" fmla="*/ 1819259 h 2240205"/>
              <a:gd name="connsiteX64" fmla="*/ 5453307 w 12192000"/>
              <a:gd name="connsiteY64" fmla="*/ 1815450 h 2240205"/>
              <a:gd name="connsiteX65" fmla="*/ 5221533 w 12192000"/>
              <a:gd name="connsiteY65" fmla="*/ 1846950 h 2240205"/>
              <a:gd name="connsiteX66" fmla="*/ 5149802 w 12192000"/>
              <a:gd name="connsiteY66" fmla="*/ 1844846 h 2240205"/>
              <a:gd name="connsiteX67" fmla="*/ 5114927 w 12192000"/>
              <a:gd name="connsiteY67" fmla="*/ 1847827 h 2240205"/>
              <a:gd name="connsiteX68" fmla="*/ 5108970 w 12192000"/>
              <a:gd name="connsiteY68" fmla="*/ 1847935 h 2240205"/>
              <a:gd name="connsiteX69" fmla="*/ 5067961 w 12192000"/>
              <a:gd name="connsiteY69" fmla="*/ 1845917 h 2240205"/>
              <a:gd name="connsiteX70" fmla="*/ 5007075 w 12192000"/>
              <a:gd name="connsiteY70" fmla="*/ 1838626 h 2240205"/>
              <a:gd name="connsiteX71" fmla="*/ 4944087 w 12192000"/>
              <a:gd name="connsiteY71" fmla="*/ 1823332 h 2240205"/>
              <a:gd name="connsiteX72" fmla="*/ 4907662 w 12192000"/>
              <a:gd name="connsiteY72" fmla="*/ 1816900 h 2240205"/>
              <a:gd name="connsiteX73" fmla="*/ 4882386 w 12192000"/>
              <a:gd name="connsiteY73" fmla="*/ 1809844 h 2240205"/>
              <a:gd name="connsiteX74" fmla="*/ 4811440 w 12192000"/>
              <a:gd name="connsiteY74" fmla="*/ 1804655 h 2240205"/>
              <a:gd name="connsiteX75" fmla="*/ 4691075 w 12192000"/>
              <a:gd name="connsiteY75" fmla="*/ 1801389 h 2240205"/>
              <a:gd name="connsiteX76" fmla="*/ 4640313 w 12192000"/>
              <a:gd name="connsiteY76" fmla="*/ 1784307 h 2240205"/>
              <a:gd name="connsiteX77" fmla="*/ 4536503 w 12192000"/>
              <a:gd name="connsiteY77" fmla="*/ 1785334 h 2240205"/>
              <a:gd name="connsiteX78" fmla="*/ 4513724 w 12192000"/>
              <a:gd name="connsiteY78" fmla="*/ 1791996 h 2240205"/>
              <a:gd name="connsiteX79" fmla="*/ 4459810 w 12192000"/>
              <a:gd name="connsiteY79" fmla="*/ 1797886 h 2240205"/>
              <a:gd name="connsiteX80" fmla="*/ 4379064 w 12192000"/>
              <a:gd name="connsiteY80" fmla="*/ 1817177 h 2240205"/>
              <a:gd name="connsiteX81" fmla="*/ 4290981 w 12192000"/>
              <a:gd name="connsiteY81" fmla="*/ 1839677 h 2240205"/>
              <a:gd name="connsiteX82" fmla="*/ 4238372 w 12192000"/>
              <a:gd name="connsiteY82" fmla="*/ 1851480 h 2240205"/>
              <a:gd name="connsiteX83" fmla="*/ 4232517 w 12192000"/>
              <a:gd name="connsiteY83" fmla="*/ 1852567 h 2240205"/>
              <a:gd name="connsiteX84" fmla="*/ 4191732 w 12192000"/>
              <a:gd name="connsiteY84" fmla="*/ 1857328 h 2240205"/>
              <a:gd name="connsiteX85" fmla="*/ 4065532 w 12192000"/>
              <a:gd name="connsiteY85" fmla="*/ 1855477 h 2240205"/>
              <a:gd name="connsiteX86" fmla="*/ 4028460 w 12192000"/>
              <a:gd name="connsiteY86" fmla="*/ 1855137 h 2240205"/>
              <a:gd name="connsiteX87" fmla="*/ 4002267 w 12192000"/>
              <a:gd name="connsiteY87" fmla="*/ 1852352 h 2240205"/>
              <a:gd name="connsiteX88" fmla="*/ 3931396 w 12192000"/>
              <a:gd name="connsiteY88" fmla="*/ 1858915 h 2240205"/>
              <a:gd name="connsiteX89" fmla="*/ 3812162 w 12192000"/>
              <a:gd name="connsiteY89" fmla="*/ 1875501 h 2240205"/>
              <a:gd name="connsiteX90" fmla="*/ 3758105 w 12192000"/>
              <a:gd name="connsiteY90" fmla="*/ 1871856 h 2240205"/>
              <a:gd name="connsiteX91" fmla="*/ 3567259 w 12192000"/>
              <a:gd name="connsiteY91" fmla="*/ 1893482 h 2240205"/>
              <a:gd name="connsiteX92" fmla="*/ 3405770 w 12192000"/>
              <a:gd name="connsiteY92" fmla="*/ 1904591 h 2240205"/>
              <a:gd name="connsiteX93" fmla="*/ 3280097 w 12192000"/>
              <a:gd name="connsiteY93" fmla="*/ 1919610 h 2240205"/>
              <a:gd name="connsiteX94" fmla="*/ 3009910 w 12192000"/>
              <a:gd name="connsiteY94" fmla="*/ 1957866 h 2240205"/>
              <a:gd name="connsiteX95" fmla="*/ 2995934 w 12192000"/>
              <a:gd name="connsiteY95" fmla="*/ 1967085 h 2240205"/>
              <a:gd name="connsiteX96" fmla="*/ 2942858 w 12192000"/>
              <a:gd name="connsiteY96" fmla="*/ 1981367 h 2240205"/>
              <a:gd name="connsiteX97" fmla="*/ 2875436 w 12192000"/>
              <a:gd name="connsiteY97" fmla="*/ 1996977 h 2240205"/>
              <a:gd name="connsiteX98" fmla="*/ 2874892 w 12192000"/>
              <a:gd name="connsiteY98" fmla="*/ 1996085 h 2240205"/>
              <a:gd name="connsiteX99" fmla="*/ 2843662 w 12192000"/>
              <a:gd name="connsiteY99" fmla="*/ 1992498 h 2240205"/>
              <a:gd name="connsiteX100" fmla="*/ 2718916 w 12192000"/>
              <a:gd name="connsiteY100" fmla="*/ 1990867 h 2240205"/>
              <a:gd name="connsiteX101" fmla="*/ 2713522 w 12192000"/>
              <a:gd name="connsiteY101" fmla="*/ 1990173 h 2240205"/>
              <a:gd name="connsiteX102" fmla="*/ 2476147 w 12192000"/>
              <a:gd name="connsiteY102" fmla="*/ 1998305 h 2240205"/>
              <a:gd name="connsiteX103" fmla="*/ 2373568 w 12192000"/>
              <a:gd name="connsiteY103" fmla="*/ 2003219 h 2240205"/>
              <a:gd name="connsiteX104" fmla="*/ 2287219 w 12192000"/>
              <a:gd name="connsiteY104" fmla="*/ 1998750 h 2240205"/>
              <a:gd name="connsiteX105" fmla="*/ 2243069 w 12192000"/>
              <a:gd name="connsiteY105" fmla="*/ 2005321 h 2240205"/>
              <a:gd name="connsiteX106" fmla="*/ 2164831 w 12192000"/>
              <a:gd name="connsiteY106" fmla="*/ 2010143 h 2240205"/>
              <a:gd name="connsiteX107" fmla="*/ 2085228 w 12192000"/>
              <a:gd name="connsiteY107" fmla="*/ 2046431 h 2240205"/>
              <a:gd name="connsiteX108" fmla="*/ 2058061 w 12192000"/>
              <a:gd name="connsiteY108" fmla="*/ 2047942 h 2240205"/>
              <a:gd name="connsiteX109" fmla="*/ 2042244 w 12192000"/>
              <a:gd name="connsiteY109" fmla="*/ 2055560 h 2240205"/>
              <a:gd name="connsiteX110" fmla="*/ 1877728 w 12192000"/>
              <a:gd name="connsiteY110" fmla="*/ 2101004 h 2240205"/>
              <a:gd name="connsiteX111" fmla="*/ 1759056 w 12192000"/>
              <a:gd name="connsiteY111" fmla="*/ 2125608 h 2240205"/>
              <a:gd name="connsiteX112" fmla="*/ 1637948 w 12192000"/>
              <a:gd name="connsiteY112" fmla="*/ 2172597 h 2240205"/>
              <a:gd name="connsiteX113" fmla="*/ 1434549 w 12192000"/>
              <a:gd name="connsiteY113" fmla="*/ 2234522 h 2240205"/>
              <a:gd name="connsiteX114" fmla="*/ 1370962 w 12192000"/>
              <a:gd name="connsiteY114" fmla="*/ 2237474 h 2240205"/>
              <a:gd name="connsiteX115" fmla="*/ 1356367 w 12192000"/>
              <a:gd name="connsiteY115" fmla="*/ 2235089 h 2240205"/>
              <a:gd name="connsiteX116" fmla="*/ 1279765 w 12192000"/>
              <a:gd name="connsiteY116" fmla="*/ 2229639 h 2240205"/>
              <a:gd name="connsiteX117" fmla="*/ 1195347 w 12192000"/>
              <a:gd name="connsiteY117" fmla="*/ 2212354 h 2240205"/>
              <a:gd name="connsiteX118" fmla="*/ 970251 w 12192000"/>
              <a:gd name="connsiteY118" fmla="*/ 2221029 h 2240205"/>
              <a:gd name="connsiteX119" fmla="*/ 812914 w 12192000"/>
              <a:gd name="connsiteY119" fmla="*/ 2210095 h 2240205"/>
              <a:gd name="connsiteX120" fmla="*/ 776382 w 12192000"/>
              <a:gd name="connsiteY120" fmla="*/ 2204512 h 2240205"/>
              <a:gd name="connsiteX121" fmla="*/ 597225 w 12192000"/>
              <a:gd name="connsiteY121" fmla="*/ 2180999 h 2240205"/>
              <a:gd name="connsiteX122" fmla="*/ 520671 w 12192000"/>
              <a:gd name="connsiteY122" fmla="*/ 2180980 h 2240205"/>
              <a:gd name="connsiteX123" fmla="*/ 515024 w 12192000"/>
              <a:gd name="connsiteY123" fmla="*/ 2179258 h 2240205"/>
              <a:gd name="connsiteX124" fmla="*/ 413835 w 12192000"/>
              <a:gd name="connsiteY124" fmla="*/ 2156783 h 2240205"/>
              <a:gd name="connsiteX125" fmla="*/ 376513 w 12192000"/>
              <a:gd name="connsiteY125" fmla="*/ 2154014 h 2240205"/>
              <a:gd name="connsiteX126" fmla="*/ 273386 w 12192000"/>
              <a:gd name="connsiteY126" fmla="*/ 2142551 h 2240205"/>
              <a:gd name="connsiteX127" fmla="*/ 77641 w 12192000"/>
              <a:gd name="connsiteY127" fmla="*/ 2126835 h 2240205"/>
              <a:gd name="connsiteX128" fmla="*/ 37645 w 12192000"/>
              <a:gd name="connsiteY128" fmla="*/ 2115401 h 2240205"/>
              <a:gd name="connsiteX129" fmla="*/ 4572 w 12192000"/>
              <a:gd name="connsiteY129" fmla="*/ 2111091 h 2240205"/>
              <a:gd name="connsiteX130" fmla="*/ 0 w 12192000"/>
              <a:gd name="connsiteY130" fmla="*/ 2110468 h 2240205"/>
              <a:gd name="connsiteX131" fmla="*/ 0 w 12192000"/>
              <a:gd name="connsiteY131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820512 w 12192000"/>
              <a:gd name="connsiteY4" fmla="*/ 745392 h 2240205"/>
              <a:gd name="connsiteX5" fmla="*/ 11649954 w 12192000"/>
              <a:gd name="connsiteY5" fmla="*/ 749628 h 2240205"/>
              <a:gd name="connsiteX6" fmla="*/ 11560424 w 12192000"/>
              <a:gd name="connsiteY6" fmla="*/ 748017 h 2240205"/>
              <a:gd name="connsiteX7" fmla="*/ 11358455 w 12192000"/>
              <a:gd name="connsiteY7" fmla="*/ 747593 h 2240205"/>
              <a:gd name="connsiteX8" fmla="*/ 11165209 w 12192000"/>
              <a:gd name="connsiteY8" fmla="*/ 748852 h 2240205"/>
              <a:gd name="connsiteX9" fmla="*/ 11058755 w 12192000"/>
              <a:gd name="connsiteY9" fmla="*/ 749617 h 2240205"/>
              <a:gd name="connsiteX10" fmla="*/ 10846594 w 12192000"/>
              <a:gd name="connsiteY10" fmla="*/ 765069 h 2240205"/>
              <a:gd name="connsiteX11" fmla="*/ 10739478 w 12192000"/>
              <a:gd name="connsiteY11" fmla="*/ 776841 h 2240205"/>
              <a:gd name="connsiteX12" fmla="*/ 10458762 w 12192000"/>
              <a:gd name="connsiteY12" fmla="*/ 755400 h 2240205"/>
              <a:gd name="connsiteX13" fmla="*/ 10211200 w 12192000"/>
              <a:gd name="connsiteY13" fmla="*/ 767513 h 2240205"/>
              <a:gd name="connsiteX14" fmla="*/ 10167995 w 12192000"/>
              <a:gd name="connsiteY14" fmla="*/ 760843 h 2240205"/>
              <a:gd name="connsiteX15" fmla="*/ 9997044 w 12192000"/>
              <a:gd name="connsiteY15" fmla="*/ 780129 h 2240205"/>
              <a:gd name="connsiteX16" fmla="*/ 9943887 w 12192000"/>
              <a:gd name="connsiteY16" fmla="*/ 804141 h 2240205"/>
              <a:gd name="connsiteX17" fmla="*/ 9918248 w 12192000"/>
              <a:gd name="connsiteY17" fmla="*/ 816628 h 2240205"/>
              <a:gd name="connsiteX18" fmla="*/ 9767091 w 12192000"/>
              <a:gd name="connsiteY18" fmla="*/ 870550 h 2240205"/>
              <a:gd name="connsiteX19" fmla="*/ 9683005 w 12192000"/>
              <a:gd name="connsiteY19" fmla="*/ 894128 h 2240205"/>
              <a:gd name="connsiteX20" fmla="*/ 9500499 w 12192000"/>
              <a:gd name="connsiteY20" fmla="*/ 954680 h 2240205"/>
              <a:gd name="connsiteX21" fmla="*/ 9410017 w 12192000"/>
              <a:gd name="connsiteY21" fmla="*/ 993931 h 2240205"/>
              <a:gd name="connsiteX22" fmla="*/ 9392919 w 12192000"/>
              <a:gd name="connsiteY22" fmla="*/ 994656 h 2240205"/>
              <a:gd name="connsiteX23" fmla="*/ 9268019 w 12192000"/>
              <a:gd name="connsiteY23" fmla="*/ 1007442 h 2240205"/>
              <a:gd name="connsiteX24" fmla="*/ 9188177 w 12192000"/>
              <a:gd name="connsiteY24" fmla="*/ 1035474 h 2240205"/>
              <a:gd name="connsiteX25" fmla="*/ 9155969 w 12192000"/>
              <a:gd name="connsiteY25" fmla="*/ 1046804 h 2240205"/>
              <a:gd name="connsiteX26" fmla="*/ 9133985 w 12192000"/>
              <a:gd name="connsiteY26" fmla="*/ 1046450 h 2240205"/>
              <a:gd name="connsiteX27" fmla="*/ 9003462 w 12192000"/>
              <a:gd name="connsiteY27" fmla="*/ 1042406 h 2240205"/>
              <a:gd name="connsiteX28" fmla="*/ 8968445 w 12192000"/>
              <a:gd name="connsiteY28" fmla="*/ 1052169 h 2240205"/>
              <a:gd name="connsiteX29" fmla="*/ 8886001 w 12192000"/>
              <a:gd name="connsiteY29" fmla="*/ 1067468 h 2240205"/>
              <a:gd name="connsiteX30" fmla="*/ 8838610 w 12192000"/>
              <a:gd name="connsiteY30" fmla="*/ 1075091 h 2240205"/>
              <a:gd name="connsiteX31" fmla="*/ 8665605 w 12192000"/>
              <a:gd name="connsiteY31" fmla="*/ 1110791 h 2240205"/>
              <a:gd name="connsiteX32" fmla="*/ 8584946 w 12192000"/>
              <a:gd name="connsiteY32" fmla="*/ 1135226 h 2240205"/>
              <a:gd name="connsiteX33" fmla="*/ 8419755 w 12192000"/>
              <a:gd name="connsiteY33" fmla="*/ 1216260 h 2240205"/>
              <a:gd name="connsiteX34" fmla="*/ 8411626 w 12192000"/>
              <a:gd name="connsiteY34" fmla="*/ 1214397 h 2240205"/>
              <a:gd name="connsiteX35" fmla="*/ 8363469 w 12192000"/>
              <a:gd name="connsiteY35" fmla="*/ 1246658 h 2240205"/>
              <a:gd name="connsiteX36" fmla="*/ 8275497 w 12192000"/>
              <a:gd name="connsiteY36" fmla="*/ 1264396 h 2240205"/>
              <a:gd name="connsiteX37" fmla="*/ 8074238 w 12192000"/>
              <a:gd name="connsiteY37" fmla="*/ 1301895 h 2240205"/>
              <a:gd name="connsiteX38" fmla="*/ 7902328 w 12192000"/>
              <a:gd name="connsiteY38" fmla="*/ 1345865 h 2240205"/>
              <a:gd name="connsiteX39" fmla="*/ 7840612 w 12192000"/>
              <a:gd name="connsiteY39" fmla="*/ 1369373 h 2240205"/>
              <a:gd name="connsiteX40" fmla="*/ 7786819 w 12192000"/>
              <a:gd name="connsiteY40" fmla="*/ 1378970 h 2240205"/>
              <a:gd name="connsiteX41" fmla="*/ 7548172 w 12192000"/>
              <a:gd name="connsiteY41" fmla="*/ 1417460 h 2240205"/>
              <a:gd name="connsiteX42" fmla="*/ 7483437 w 12192000"/>
              <a:gd name="connsiteY42" fmla="*/ 1478152 h 2240205"/>
              <a:gd name="connsiteX43" fmla="*/ 7377870 w 12192000"/>
              <a:gd name="connsiteY43" fmla="*/ 1523319 h 2240205"/>
              <a:gd name="connsiteX44" fmla="*/ 7230737 w 12192000"/>
              <a:gd name="connsiteY44" fmla="*/ 1562633 h 2240205"/>
              <a:gd name="connsiteX45" fmla="*/ 7224458 w 12192000"/>
              <a:gd name="connsiteY45" fmla="*/ 1573008 h 2240205"/>
              <a:gd name="connsiteX46" fmla="*/ 7183121 w 12192000"/>
              <a:gd name="connsiteY46" fmla="*/ 1595162 h 2240205"/>
              <a:gd name="connsiteX47" fmla="*/ 7164601 w 12192000"/>
              <a:gd name="connsiteY47" fmla="*/ 1606490 h 2240205"/>
              <a:gd name="connsiteX48" fmla="*/ 6900177 w 12192000"/>
              <a:gd name="connsiteY48" fmla="*/ 1636016 h 2240205"/>
              <a:gd name="connsiteX49" fmla="*/ 6795372 w 12192000"/>
              <a:gd name="connsiteY49" fmla="*/ 1644845 h 2240205"/>
              <a:gd name="connsiteX50" fmla="*/ 6692251 w 12192000"/>
              <a:gd name="connsiteY50" fmla="*/ 1656357 h 2240205"/>
              <a:gd name="connsiteX51" fmla="*/ 6655235 w 12192000"/>
              <a:gd name="connsiteY51" fmla="*/ 1661869 h 2240205"/>
              <a:gd name="connsiteX52" fmla="*/ 6554894 w 12192000"/>
              <a:gd name="connsiteY52" fmla="*/ 1664428 h 2240205"/>
              <a:gd name="connsiteX53" fmla="*/ 6516595 w 12192000"/>
              <a:gd name="connsiteY53" fmla="*/ 1667475 h 2240205"/>
              <a:gd name="connsiteX54" fmla="*/ 6508541 w 12192000"/>
              <a:gd name="connsiteY54" fmla="*/ 1668757 h 2240205"/>
              <a:gd name="connsiteX55" fmla="*/ 6471012 w 12192000"/>
              <a:gd name="connsiteY55" fmla="*/ 1678604 h 2240205"/>
              <a:gd name="connsiteX56" fmla="*/ 6364035 w 12192000"/>
              <a:gd name="connsiteY56" fmla="*/ 1667683 h 2240205"/>
              <a:gd name="connsiteX57" fmla="*/ 6243319 w 12192000"/>
              <a:gd name="connsiteY57" fmla="*/ 1695560 h 2240205"/>
              <a:gd name="connsiteX58" fmla="*/ 6098321 w 12192000"/>
              <a:gd name="connsiteY58" fmla="*/ 1721646 h 2240205"/>
              <a:gd name="connsiteX59" fmla="*/ 5880652 w 12192000"/>
              <a:gd name="connsiteY59" fmla="*/ 1779643 h 2240205"/>
              <a:gd name="connsiteX60" fmla="*/ 5785959 w 12192000"/>
              <a:gd name="connsiteY60" fmla="*/ 1775307 h 2240205"/>
              <a:gd name="connsiteX61" fmla="*/ 5643534 w 12192000"/>
              <a:gd name="connsiteY61" fmla="*/ 1802919 h 2240205"/>
              <a:gd name="connsiteX62" fmla="*/ 5518799 w 12192000"/>
              <a:gd name="connsiteY62" fmla="*/ 1818312 h 2240205"/>
              <a:gd name="connsiteX63" fmla="*/ 5505014 w 12192000"/>
              <a:gd name="connsiteY63" fmla="*/ 1819259 h 2240205"/>
              <a:gd name="connsiteX64" fmla="*/ 5453307 w 12192000"/>
              <a:gd name="connsiteY64" fmla="*/ 1815450 h 2240205"/>
              <a:gd name="connsiteX65" fmla="*/ 5221533 w 12192000"/>
              <a:gd name="connsiteY65" fmla="*/ 1846950 h 2240205"/>
              <a:gd name="connsiteX66" fmla="*/ 5149802 w 12192000"/>
              <a:gd name="connsiteY66" fmla="*/ 1844846 h 2240205"/>
              <a:gd name="connsiteX67" fmla="*/ 5114927 w 12192000"/>
              <a:gd name="connsiteY67" fmla="*/ 1847827 h 2240205"/>
              <a:gd name="connsiteX68" fmla="*/ 5108970 w 12192000"/>
              <a:gd name="connsiteY68" fmla="*/ 1847935 h 2240205"/>
              <a:gd name="connsiteX69" fmla="*/ 5067961 w 12192000"/>
              <a:gd name="connsiteY69" fmla="*/ 1845917 h 2240205"/>
              <a:gd name="connsiteX70" fmla="*/ 5007075 w 12192000"/>
              <a:gd name="connsiteY70" fmla="*/ 1838626 h 2240205"/>
              <a:gd name="connsiteX71" fmla="*/ 4944087 w 12192000"/>
              <a:gd name="connsiteY71" fmla="*/ 1823332 h 2240205"/>
              <a:gd name="connsiteX72" fmla="*/ 4907662 w 12192000"/>
              <a:gd name="connsiteY72" fmla="*/ 1816900 h 2240205"/>
              <a:gd name="connsiteX73" fmla="*/ 4882386 w 12192000"/>
              <a:gd name="connsiteY73" fmla="*/ 1809844 h 2240205"/>
              <a:gd name="connsiteX74" fmla="*/ 4811440 w 12192000"/>
              <a:gd name="connsiteY74" fmla="*/ 1804655 h 2240205"/>
              <a:gd name="connsiteX75" fmla="*/ 4691075 w 12192000"/>
              <a:gd name="connsiteY75" fmla="*/ 1801389 h 2240205"/>
              <a:gd name="connsiteX76" fmla="*/ 4640313 w 12192000"/>
              <a:gd name="connsiteY76" fmla="*/ 1784307 h 2240205"/>
              <a:gd name="connsiteX77" fmla="*/ 4536503 w 12192000"/>
              <a:gd name="connsiteY77" fmla="*/ 1785334 h 2240205"/>
              <a:gd name="connsiteX78" fmla="*/ 4513724 w 12192000"/>
              <a:gd name="connsiteY78" fmla="*/ 1791996 h 2240205"/>
              <a:gd name="connsiteX79" fmla="*/ 4459810 w 12192000"/>
              <a:gd name="connsiteY79" fmla="*/ 1797886 h 2240205"/>
              <a:gd name="connsiteX80" fmla="*/ 4379064 w 12192000"/>
              <a:gd name="connsiteY80" fmla="*/ 1817177 h 2240205"/>
              <a:gd name="connsiteX81" fmla="*/ 4290981 w 12192000"/>
              <a:gd name="connsiteY81" fmla="*/ 1839677 h 2240205"/>
              <a:gd name="connsiteX82" fmla="*/ 4238372 w 12192000"/>
              <a:gd name="connsiteY82" fmla="*/ 1851480 h 2240205"/>
              <a:gd name="connsiteX83" fmla="*/ 4232517 w 12192000"/>
              <a:gd name="connsiteY83" fmla="*/ 1852567 h 2240205"/>
              <a:gd name="connsiteX84" fmla="*/ 4191732 w 12192000"/>
              <a:gd name="connsiteY84" fmla="*/ 1857328 h 2240205"/>
              <a:gd name="connsiteX85" fmla="*/ 4065532 w 12192000"/>
              <a:gd name="connsiteY85" fmla="*/ 1855477 h 2240205"/>
              <a:gd name="connsiteX86" fmla="*/ 4028460 w 12192000"/>
              <a:gd name="connsiteY86" fmla="*/ 1855137 h 2240205"/>
              <a:gd name="connsiteX87" fmla="*/ 4002267 w 12192000"/>
              <a:gd name="connsiteY87" fmla="*/ 1852352 h 2240205"/>
              <a:gd name="connsiteX88" fmla="*/ 3931396 w 12192000"/>
              <a:gd name="connsiteY88" fmla="*/ 1858915 h 2240205"/>
              <a:gd name="connsiteX89" fmla="*/ 3812162 w 12192000"/>
              <a:gd name="connsiteY89" fmla="*/ 1875501 h 2240205"/>
              <a:gd name="connsiteX90" fmla="*/ 3758105 w 12192000"/>
              <a:gd name="connsiteY90" fmla="*/ 1871856 h 2240205"/>
              <a:gd name="connsiteX91" fmla="*/ 3567259 w 12192000"/>
              <a:gd name="connsiteY91" fmla="*/ 1893482 h 2240205"/>
              <a:gd name="connsiteX92" fmla="*/ 3405770 w 12192000"/>
              <a:gd name="connsiteY92" fmla="*/ 1904591 h 2240205"/>
              <a:gd name="connsiteX93" fmla="*/ 3280097 w 12192000"/>
              <a:gd name="connsiteY93" fmla="*/ 1919610 h 2240205"/>
              <a:gd name="connsiteX94" fmla="*/ 3009910 w 12192000"/>
              <a:gd name="connsiteY94" fmla="*/ 1957866 h 2240205"/>
              <a:gd name="connsiteX95" fmla="*/ 2995934 w 12192000"/>
              <a:gd name="connsiteY95" fmla="*/ 1967085 h 2240205"/>
              <a:gd name="connsiteX96" fmla="*/ 2942858 w 12192000"/>
              <a:gd name="connsiteY96" fmla="*/ 1981367 h 2240205"/>
              <a:gd name="connsiteX97" fmla="*/ 2875436 w 12192000"/>
              <a:gd name="connsiteY97" fmla="*/ 1996977 h 2240205"/>
              <a:gd name="connsiteX98" fmla="*/ 2874892 w 12192000"/>
              <a:gd name="connsiteY98" fmla="*/ 1996085 h 2240205"/>
              <a:gd name="connsiteX99" fmla="*/ 2843662 w 12192000"/>
              <a:gd name="connsiteY99" fmla="*/ 1992498 h 2240205"/>
              <a:gd name="connsiteX100" fmla="*/ 2718916 w 12192000"/>
              <a:gd name="connsiteY100" fmla="*/ 1990867 h 2240205"/>
              <a:gd name="connsiteX101" fmla="*/ 2713522 w 12192000"/>
              <a:gd name="connsiteY101" fmla="*/ 1990173 h 2240205"/>
              <a:gd name="connsiteX102" fmla="*/ 2476147 w 12192000"/>
              <a:gd name="connsiteY102" fmla="*/ 1998305 h 2240205"/>
              <a:gd name="connsiteX103" fmla="*/ 2373568 w 12192000"/>
              <a:gd name="connsiteY103" fmla="*/ 2003219 h 2240205"/>
              <a:gd name="connsiteX104" fmla="*/ 2287219 w 12192000"/>
              <a:gd name="connsiteY104" fmla="*/ 1998750 h 2240205"/>
              <a:gd name="connsiteX105" fmla="*/ 2243069 w 12192000"/>
              <a:gd name="connsiteY105" fmla="*/ 2005321 h 2240205"/>
              <a:gd name="connsiteX106" fmla="*/ 2164831 w 12192000"/>
              <a:gd name="connsiteY106" fmla="*/ 2010143 h 2240205"/>
              <a:gd name="connsiteX107" fmla="*/ 2085228 w 12192000"/>
              <a:gd name="connsiteY107" fmla="*/ 2046431 h 2240205"/>
              <a:gd name="connsiteX108" fmla="*/ 2058061 w 12192000"/>
              <a:gd name="connsiteY108" fmla="*/ 2047942 h 2240205"/>
              <a:gd name="connsiteX109" fmla="*/ 2042244 w 12192000"/>
              <a:gd name="connsiteY109" fmla="*/ 2055560 h 2240205"/>
              <a:gd name="connsiteX110" fmla="*/ 1877728 w 12192000"/>
              <a:gd name="connsiteY110" fmla="*/ 2101004 h 2240205"/>
              <a:gd name="connsiteX111" fmla="*/ 1759056 w 12192000"/>
              <a:gd name="connsiteY111" fmla="*/ 2125608 h 2240205"/>
              <a:gd name="connsiteX112" fmla="*/ 1637948 w 12192000"/>
              <a:gd name="connsiteY112" fmla="*/ 2172597 h 2240205"/>
              <a:gd name="connsiteX113" fmla="*/ 1434549 w 12192000"/>
              <a:gd name="connsiteY113" fmla="*/ 2234522 h 2240205"/>
              <a:gd name="connsiteX114" fmla="*/ 1370962 w 12192000"/>
              <a:gd name="connsiteY114" fmla="*/ 2237474 h 2240205"/>
              <a:gd name="connsiteX115" fmla="*/ 1356367 w 12192000"/>
              <a:gd name="connsiteY115" fmla="*/ 2235089 h 2240205"/>
              <a:gd name="connsiteX116" fmla="*/ 1279765 w 12192000"/>
              <a:gd name="connsiteY116" fmla="*/ 2229639 h 2240205"/>
              <a:gd name="connsiteX117" fmla="*/ 1195347 w 12192000"/>
              <a:gd name="connsiteY117" fmla="*/ 2212354 h 2240205"/>
              <a:gd name="connsiteX118" fmla="*/ 970251 w 12192000"/>
              <a:gd name="connsiteY118" fmla="*/ 2221029 h 2240205"/>
              <a:gd name="connsiteX119" fmla="*/ 812914 w 12192000"/>
              <a:gd name="connsiteY119" fmla="*/ 2210095 h 2240205"/>
              <a:gd name="connsiteX120" fmla="*/ 776382 w 12192000"/>
              <a:gd name="connsiteY120" fmla="*/ 2204512 h 2240205"/>
              <a:gd name="connsiteX121" fmla="*/ 597225 w 12192000"/>
              <a:gd name="connsiteY121" fmla="*/ 2180999 h 2240205"/>
              <a:gd name="connsiteX122" fmla="*/ 520671 w 12192000"/>
              <a:gd name="connsiteY122" fmla="*/ 2180980 h 2240205"/>
              <a:gd name="connsiteX123" fmla="*/ 515024 w 12192000"/>
              <a:gd name="connsiteY123" fmla="*/ 2179258 h 2240205"/>
              <a:gd name="connsiteX124" fmla="*/ 413835 w 12192000"/>
              <a:gd name="connsiteY124" fmla="*/ 2156783 h 2240205"/>
              <a:gd name="connsiteX125" fmla="*/ 376513 w 12192000"/>
              <a:gd name="connsiteY125" fmla="*/ 2154014 h 2240205"/>
              <a:gd name="connsiteX126" fmla="*/ 273386 w 12192000"/>
              <a:gd name="connsiteY126" fmla="*/ 2142551 h 2240205"/>
              <a:gd name="connsiteX127" fmla="*/ 77641 w 12192000"/>
              <a:gd name="connsiteY127" fmla="*/ 2126835 h 2240205"/>
              <a:gd name="connsiteX128" fmla="*/ 37645 w 12192000"/>
              <a:gd name="connsiteY128" fmla="*/ 2115401 h 2240205"/>
              <a:gd name="connsiteX129" fmla="*/ 4572 w 12192000"/>
              <a:gd name="connsiteY129" fmla="*/ 2111091 h 2240205"/>
              <a:gd name="connsiteX130" fmla="*/ 0 w 12192000"/>
              <a:gd name="connsiteY130" fmla="*/ 2110468 h 2240205"/>
              <a:gd name="connsiteX131" fmla="*/ 0 w 12192000"/>
              <a:gd name="connsiteY131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649954 w 12192000"/>
              <a:gd name="connsiteY4" fmla="*/ 749628 h 2240205"/>
              <a:gd name="connsiteX5" fmla="*/ 11560424 w 12192000"/>
              <a:gd name="connsiteY5" fmla="*/ 748017 h 2240205"/>
              <a:gd name="connsiteX6" fmla="*/ 11358455 w 12192000"/>
              <a:gd name="connsiteY6" fmla="*/ 747593 h 2240205"/>
              <a:gd name="connsiteX7" fmla="*/ 11165209 w 12192000"/>
              <a:gd name="connsiteY7" fmla="*/ 748852 h 2240205"/>
              <a:gd name="connsiteX8" fmla="*/ 11058755 w 12192000"/>
              <a:gd name="connsiteY8" fmla="*/ 749617 h 2240205"/>
              <a:gd name="connsiteX9" fmla="*/ 10846594 w 12192000"/>
              <a:gd name="connsiteY9" fmla="*/ 765069 h 2240205"/>
              <a:gd name="connsiteX10" fmla="*/ 10739478 w 12192000"/>
              <a:gd name="connsiteY10" fmla="*/ 776841 h 2240205"/>
              <a:gd name="connsiteX11" fmla="*/ 10458762 w 12192000"/>
              <a:gd name="connsiteY11" fmla="*/ 755400 h 2240205"/>
              <a:gd name="connsiteX12" fmla="*/ 10211200 w 12192000"/>
              <a:gd name="connsiteY12" fmla="*/ 767513 h 2240205"/>
              <a:gd name="connsiteX13" fmla="*/ 10167995 w 12192000"/>
              <a:gd name="connsiteY13" fmla="*/ 760843 h 2240205"/>
              <a:gd name="connsiteX14" fmla="*/ 9997044 w 12192000"/>
              <a:gd name="connsiteY14" fmla="*/ 780129 h 2240205"/>
              <a:gd name="connsiteX15" fmla="*/ 9943887 w 12192000"/>
              <a:gd name="connsiteY15" fmla="*/ 804141 h 2240205"/>
              <a:gd name="connsiteX16" fmla="*/ 9918248 w 12192000"/>
              <a:gd name="connsiteY16" fmla="*/ 816628 h 2240205"/>
              <a:gd name="connsiteX17" fmla="*/ 9767091 w 12192000"/>
              <a:gd name="connsiteY17" fmla="*/ 870550 h 2240205"/>
              <a:gd name="connsiteX18" fmla="*/ 9683005 w 12192000"/>
              <a:gd name="connsiteY18" fmla="*/ 894128 h 2240205"/>
              <a:gd name="connsiteX19" fmla="*/ 9500499 w 12192000"/>
              <a:gd name="connsiteY19" fmla="*/ 954680 h 2240205"/>
              <a:gd name="connsiteX20" fmla="*/ 9410017 w 12192000"/>
              <a:gd name="connsiteY20" fmla="*/ 993931 h 2240205"/>
              <a:gd name="connsiteX21" fmla="*/ 9392919 w 12192000"/>
              <a:gd name="connsiteY21" fmla="*/ 994656 h 2240205"/>
              <a:gd name="connsiteX22" fmla="*/ 9268019 w 12192000"/>
              <a:gd name="connsiteY22" fmla="*/ 1007442 h 2240205"/>
              <a:gd name="connsiteX23" fmla="*/ 9188177 w 12192000"/>
              <a:gd name="connsiteY23" fmla="*/ 1035474 h 2240205"/>
              <a:gd name="connsiteX24" fmla="*/ 9155969 w 12192000"/>
              <a:gd name="connsiteY24" fmla="*/ 1046804 h 2240205"/>
              <a:gd name="connsiteX25" fmla="*/ 9133985 w 12192000"/>
              <a:gd name="connsiteY25" fmla="*/ 1046450 h 2240205"/>
              <a:gd name="connsiteX26" fmla="*/ 9003462 w 12192000"/>
              <a:gd name="connsiteY26" fmla="*/ 1042406 h 2240205"/>
              <a:gd name="connsiteX27" fmla="*/ 8968445 w 12192000"/>
              <a:gd name="connsiteY27" fmla="*/ 1052169 h 2240205"/>
              <a:gd name="connsiteX28" fmla="*/ 8886001 w 12192000"/>
              <a:gd name="connsiteY28" fmla="*/ 1067468 h 2240205"/>
              <a:gd name="connsiteX29" fmla="*/ 8838610 w 12192000"/>
              <a:gd name="connsiteY29" fmla="*/ 1075091 h 2240205"/>
              <a:gd name="connsiteX30" fmla="*/ 8665605 w 12192000"/>
              <a:gd name="connsiteY30" fmla="*/ 1110791 h 2240205"/>
              <a:gd name="connsiteX31" fmla="*/ 8584946 w 12192000"/>
              <a:gd name="connsiteY31" fmla="*/ 1135226 h 2240205"/>
              <a:gd name="connsiteX32" fmla="*/ 8419755 w 12192000"/>
              <a:gd name="connsiteY32" fmla="*/ 1216260 h 2240205"/>
              <a:gd name="connsiteX33" fmla="*/ 8411626 w 12192000"/>
              <a:gd name="connsiteY33" fmla="*/ 1214397 h 2240205"/>
              <a:gd name="connsiteX34" fmla="*/ 8363469 w 12192000"/>
              <a:gd name="connsiteY34" fmla="*/ 1246658 h 2240205"/>
              <a:gd name="connsiteX35" fmla="*/ 8275497 w 12192000"/>
              <a:gd name="connsiteY35" fmla="*/ 1264396 h 2240205"/>
              <a:gd name="connsiteX36" fmla="*/ 8074238 w 12192000"/>
              <a:gd name="connsiteY36" fmla="*/ 1301895 h 2240205"/>
              <a:gd name="connsiteX37" fmla="*/ 7902328 w 12192000"/>
              <a:gd name="connsiteY37" fmla="*/ 1345865 h 2240205"/>
              <a:gd name="connsiteX38" fmla="*/ 7840612 w 12192000"/>
              <a:gd name="connsiteY38" fmla="*/ 1369373 h 2240205"/>
              <a:gd name="connsiteX39" fmla="*/ 7786819 w 12192000"/>
              <a:gd name="connsiteY39" fmla="*/ 1378970 h 2240205"/>
              <a:gd name="connsiteX40" fmla="*/ 7548172 w 12192000"/>
              <a:gd name="connsiteY40" fmla="*/ 1417460 h 2240205"/>
              <a:gd name="connsiteX41" fmla="*/ 7483437 w 12192000"/>
              <a:gd name="connsiteY41" fmla="*/ 1478152 h 2240205"/>
              <a:gd name="connsiteX42" fmla="*/ 7377870 w 12192000"/>
              <a:gd name="connsiteY42" fmla="*/ 1523319 h 2240205"/>
              <a:gd name="connsiteX43" fmla="*/ 7230737 w 12192000"/>
              <a:gd name="connsiteY43" fmla="*/ 1562633 h 2240205"/>
              <a:gd name="connsiteX44" fmla="*/ 7224458 w 12192000"/>
              <a:gd name="connsiteY44" fmla="*/ 1573008 h 2240205"/>
              <a:gd name="connsiteX45" fmla="*/ 7183121 w 12192000"/>
              <a:gd name="connsiteY45" fmla="*/ 1595162 h 2240205"/>
              <a:gd name="connsiteX46" fmla="*/ 7164601 w 12192000"/>
              <a:gd name="connsiteY46" fmla="*/ 1606490 h 2240205"/>
              <a:gd name="connsiteX47" fmla="*/ 6900177 w 12192000"/>
              <a:gd name="connsiteY47" fmla="*/ 1636016 h 2240205"/>
              <a:gd name="connsiteX48" fmla="*/ 6795372 w 12192000"/>
              <a:gd name="connsiteY48" fmla="*/ 1644845 h 2240205"/>
              <a:gd name="connsiteX49" fmla="*/ 6692251 w 12192000"/>
              <a:gd name="connsiteY49" fmla="*/ 1656357 h 2240205"/>
              <a:gd name="connsiteX50" fmla="*/ 6655235 w 12192000"/>
              <a:gd name="connsiteY50" fmla="*/ 1661869 h 2240205"/>
              <a:gd name="connsiteX51" fmla="*/ 6554894 w 12192000"/>
              <a:gd name="connsiteY51" fmla="*/ 1664428 h 2240205"/>
              <a:gd name="connsiteX52" fmla="*/ 6516595 w 12192000"/>
              <a:gd name="connsiteY52" fmla="*/ 1667475 h 2240205"/>
              <a:gd name="connsiteX53" fmla="*/ 6508541 w 12192000"/>
              <a:gd name="connsiteY53" fmla="*/ 1668757 h 2240205"/>
              <a:gd name="connsiteX54" fmla="*/ 6471012 w 12192000"/>
              <a:gd name="connsiteY54" fmla="*/ 1678604 h 2240205"/>
              <a:gd name="connsiteX55" fmla="*/ 6364035 w 12192000"/>
              <a:gd name="connsiteY55" fmla="*/ 1667683 h 2240205"/>
              <a:gd name="connsiteX56" fmla="*/ 6243319 w 12192000"/>
              <a:gd name="connsiteY56" fmla="*/ 1695560 h 2240205"/>
              <a:gd name="connsiteX57" fmla="*/ 6098321 w 12192000"/>
              <a:gd name="connsiteY57" fmla="*/ 1721646 h 2240205"/>
              <a:gd name="connsiteX58" fmla="*/ 5880652 w 12192000"/>
              <a:gd name="connsiteY58" fmla="*/ 1779643 h 2240205"/>
              <a:gd name="connsiteX59" fmla="*/ 5785959 w 12192000"/>
              <a:gd name="connsiteY59" fmla="*/ 1775307 h 2240205"/>
              <a:gd name="connsiteX60" fmla="*/ 5643534 w 12192000"/>
              <a:gd name="connsiteY60" fmla="*/ 1802919 h 2240205"/>
              <a:gd name="connsiteX61" fmla="*/ 5518799 w 12192000"/>
              <a:gd name="connsiteY61" fmla="*/ 1818312 h 2240205"/>
              <a:gd name="connsiteX62" fmla="*/ 5505014 w 12192000"/>
              <a:gd name="connsiteY62" fmla="*/ 1819259 h 2240205"/>
              <a:gd name="connsiteX63" fmla="*/ 5453307 w 12192000"/>
              <a:gd name="connsiteY63" fmla="*/ 1815450 h 2240205"/>
              <a:gd name="connsiteX64" fmla="*/ 5221533 w 12192000"/>
              <a:gd name="connsiteY64" fmla="*/ 1846950 h 2240205"/>
              <a:gd name="connsiteX65" fmla="*/ 5149802 w 12192000"/>
              <a:gd name="connsiteY65" fmla="*/ 1844846 h 2240205"/>
              <a:gd name="connsiteX66" fmla="*/ 5114927 w 12192000"/>
              <a:gd name="connsiteY66" fmla="*/ 1847827 h 2240205"/>
              <a:gd name="connsiteX67" fmla="*/ 5108970 w 12192000"/>
              <a:gd name="connsiteY67" fmla="*/ 1847935 h 2240205"/>
              <a:gd name="connsiteX68" fmla="*/ 5067961 w 12192000"/>
              <a:gd name="connsiteY68" fmla="*/ 1845917 h 2240205"/>
              <a:gd name="connsiteX69" fmla="*/ 5007075 w 12192000"/>
              <a:gd name="connsiteY69" fmla="*/ 1838626 h 2240205"/>
              <a:gd name="connsiteX70" fmla="*/ 4944087 w 12192000"/>
              <a:gd name="connsiteY70" fmla="*/ 1823332 h 2240205"/>
              <a:gd name="connsiteX71" fmla="*/ 4907662 w 12192000"/>
              <a:gd name="connsiteY71" fmla="*/ 1816900 h 2240205"/>
              <a:gd name="connsiteX72" fmla="*/ 4882386 w 12192000"/>
              <a:gd name="connsiteY72" fmla="*/ 1809844 h 2240205"/>
              <a:gd name="connsiteX73" fmla="*/ 4811440 w 12192000"/>
              <a:gd name="connsiteY73" fmla="*/ 1804655 h 2240205"/>
              <a:gd name="connsiteX74" fmla="*/ 4691075 w 12192000"/>
              <a:gd name="connsiteY74" fmla="*/ 1801389 h 2240205"/>
              <a:gd name="connsiteX75" fmla="*/ 4640313 w 12192000"/>
              <a:gd name="connsiteY75" fmla="*/ 1784307 h 2240205"/>
              <a:gd name="connsiteX76" fmla="*/ 4536503 w 12192000"/>
              <a:gd name="connsiteY76" fmla="*/ 1785334 h 2240205"/>
              <a:gd name="connsiteX77" fmla="*/ 4513724 w 12192000"/>
              <a:gd name="connsiteY77" fmla="*/ 1791996 h 2240205"/>
              <a:gd name="connsiteX78" fmla="*/ 4459810 w 12192000"/>
              <a:gd name="connsiteY78" fmla="*/ 1797886 h 2240205"/>
              <a:gd name="connsiteX79" fmla="*/ 4379064 w 12192000"/>
              <a:gd name="connsiteY79" fmla="*/ 1817177 h 2240205"/>
              <a:gd name="connsiteX80" fmla="*/ 4290981 w 12192000"/>
              <a:gd name="connsiteY80" fmla="*/ 1839677 h 2240205"/>
              <a:gd name="connsiteX81" fmla="*/ 4238372 w 12192000"/>
              <a:gd name="connsiteY81" fmla="*/ 1851480 h 2240205"/>
              <a:gd name="connsiteX82" fmla="*/ 4232517 w 12192000"/>
              <a:gd name="connsiteY82" fmla="*/ 1852567 h 2240205"/>
              <a:gd name="connsiteX83" fmla="*/ 4191732 w 12192000"/>
              <a:gd name="connsiteY83" fmla="*/ 1857328 h 2240205"/>
              <a:gd name="connsiteX84" fmla="*/ 4065532 w 12192000"/>
              <a:gd name="connsiteY84" fmla="*/ 1855477 h 2240205"/>
              <a:gd name="connsiteX85" fmla="*/ 4028460 w 12192000"/>
              <a:gd name="connsiteY85" fmla="*/ 1855137 h 2240205"/>
              <a:gd name="connsiteX86" fmla="*/ 4002267 w 12192000"/>
              <a:gd name="connsiteY86" fmla="*/ 1852352 h 2240205"/>
              <a:gd name="connsiteX87" fmla="*/ 3931396 w 12192000"/>
              <a:gd name="connsiteY87" fmla="*/ 1858915 h 2240205"/>
              <a:gd name="connsiteX88" fmla="*/ 3812162 w 12192000"/>
              <a:gd name="connsiteY88" fmla="*/ 1875501 h 2240205"/>
              <a:gd name="connsiteX89" fmla="*/ 3758105 w 12192000"/>
              <a:gd name="connsiteY89" fmla="*/ 1871856 h 2240205"/>
              <a:gd name="connsiteX90" fmla="*/ 3567259 w 12192000"/>
              <a:gd name="connsiteY90" fmla="*/ 1893482 h 2240205"/>
              <a:gd name="connsiteX91" fmla="*/ 3405770 w 12192000"/>
              <a:gd name="connsiteY91" fmla="*/ 1904591 h 2240205"/>
              <a:gd name="connsiteX92" fmla="*/ 3280097 w 12192000"/>
              <a:gd name="connsiteY92" fmla="*/ 1919610 h 2240205"/>
              <a:gd name="connsiteX93" fmla="*/ 3009910 w 12192000"/>
              <a:gd name="connsiteY93" fmla="*/ 1957866 h 2240205"/>
              <a:gd name="connsiteX94" fmla="*/ 2995934 w 12192000"/>
              <a:gd name="connsiteY94" fmla="*/ 1967085 h 2240205"/>
              <a:gd name="connsiteX95" fmla="*/ 2942858 w 12192000"/>
              <a:gd name="connsiteY95" fmla="*/ 1981367 h 2240205"/>
              <a:gd name="connsiteX96" fmla="*/ 2875436 w 12192000"/>
              <a:gd name="connsiteY96" fmla="*/ 1996977 h 2240205"/>
              <a:gd name="connsiteX97" fmla="*/ 2874892 w 12192000"/>
              <a:gd name="connsiteY97" fmla="*/ 1996085 h 2240205"/>
              <a:gd name="connsiteX98" fmla="*/ 2843662 w 12192000"/>
              <a:gd name="connsiteY98" fmla="*/ 1992498 h 2240205"/>
              <a:gd name="connsiteX99" fmla="*/ 2718916 w 12192000"/>
              <a:gd name="connsiteY99" fmla="*/ 1990867 h 2240205"/>
              <a:gd name="connsiteX100" fmla="*/ 2713522 w 12192000"/>
              <a:gd name="connsiteY100" fmla="*/ 1990173 h 2240205"/>
              <a:gd name="connsiteX101" fmla="*/ 2476147 w 12192000"/>
              <a:gd name="connsiteY101" fmla="*/ 1998305 h 2240205"/>
              <a:gd name="connsiteX102" fmla="*/ 2373568 w 12192000"/>
              <a:gd name="connsiteY102" fmla="*/ 2003219 h 2240205"/>
              <a:gd name="connsiteX103" fmla="*/ 2287219 w 12192000"/>
              <a:gd name="connsiteY103" fmla="*/ 1998750 h 2240205"/>
              <a:gd name="connsiteX104" fmla="*/ 2243069 w 12192000"/>
              <a:gd name="connsiteY104" fmla="*/ 2005321 h 2240205"/>
              <a:gd name="connsiteX105" fmla="*/ 2164831 w 12192000"/>
              <a:gd name="connsiteY105" fmla="*/ 2010143 h 2240205"/>
              <a:gd name="connsiteX106" fmla="*/ 2085228 w 12192000"/>
              <a:gd name="connsiteY106" fmla="*/ 2046431 h 2240205"/>
              <a:gd name="connsiteX107" fmla="*/ 2058061 w 12192000"/>
              <a:gd name="connsiteY107" fmla="*/ 2047942 h 2240205"/>
              <a:gd name="connsiteX108" fmla="*/ 2042244 w 12192000"/>
              <a:gd name="connsiteY108" fmla="*/ 2055560 h 2240205"/>
              <a:gd name="connsiteX109" fmla="*/ 1877728 w 12192000"/>
              <a:gd name="connsiteY109" fmla="*/ 2101004 h 2240205"/>
              <a:gd name="connsiteX110" fmla="*/ 1759056 w 12192000"/>
              <a:gd name="connsiteY110" fmla="*/ 2125608 h 2240205"/>
              <a:gd name="connsiteX111" fmla="*/ 1637948 w 12192000"/>
              <a:gd name="connsiteY111" fmla="*/ 2172597 h 2240205"/>
              <a:gd name="connsiteX112" fmla="*/ 1434549 w 12192000"/>
              <a:gd name="connsiteY112" fmla="*/ 2234522 h 2240205"/>
              <a:gd name="connsiteX113" fmla="*/ 1370962 w 12192000"/>
              <a:gd name="connsiteY113" fmla="*/ 2237474 h 2240205"/>
              <a:gd name="connsiteX114" fmla="*/ 1356367 w 12192000"/>
              <a:gd name="connsiteY114" fmla="*/ 2235089 h 2240205"/>
              <a:gd name="connsiteX115" fmla="*/ 1279765 w 12192000"/>
              <a:gd name="connsiteY115" fmla="*/ 2229639 h 2240205"/>
              <a:gd name="connsiteX116" fmla="*/ 1195347 w 12192000"/>
              <a:gd name="connsiteY116" fmla="*/ 2212354 h 2240205"/>
              <a:gd name="connsiteX117" fmla="*/ 970251 w 12192000"/>
              <a:gd name="connsiteY117" fmla="*/ 2221029 h 2240205"/>
              <a:gd name="connsiteX118" fmla="*/ 812914 w 12192000"/>
              <a:gd name="connsiteY118" fmla="*/ 2210095 h 2240205"/>
              <a:gd name="connsiteX119" fmla="*/ 776382 w 12192000"/>
              <a:gd name="connsiteY119" fmla="*/ 2204512 h 2240205"/>
              <a:gd name="connsiteX120" fmla="*/ 597225 w 12192000"/>
              <a:gd name="connsiteY120" fmla="*/ 2180999 h 2240205"/>
              <a:gd name="connsiteX121" fmla="*/ 520671 w 12192000"/>
              <a:gd name="connsiteY121" fmla="*/ 2180980 h 2240205"/>
              <a:gd name="connsiteX122" fmla="*/ 515024 w 12192000"/>
              <a:gd name="connsiteY122" fmla="*/ 2179258 h 2240205"/>
              <a:gd name="connsiteX123" fmla="*/ 413835 w 12192000"/>
              <a:gd name="connsiteY123" fmla="*/ 2156783 h 2240205"/>
              <a:gd name="connsiteX124" fmla="*/ 376513 w 12192000"/>
              <a:gd name="connsiteY124" fmla="*/ 2154014 h 2240205"/>
              <a:gd name="connsiteX125" fmla="*/ 273386 w 12192000"/>
              <a:gd name="connsiteY125" fmla="*/ 2142551 h 2240205"/>
              <a:gd name="connsiteX126" fmla="*/ 77641 w 12192000"/>
              <a:gd name="connsiteY126" fmla="*/ 2126835 h 2240205"/>
              <a:gd name="connsiteX127" fmla="*/ 37645 w 12192000"/>
              <a:gd name="connsiteY127" fmla="*/ 2115401 h 2240205"/>
              <a:gd name="connsiteX128" fmla="*/ 4572 w 12192000"/>
              <a:gd name="connsiteY128" fmla="*/ 2111091 h 2240205"/>
              <a:gd name="connsiteX129" fmla="*/ 0 w 12192000"/>
              <a:gd name="connsiteY129" fmla="*/ 2110468 h 2240205"/>
              <a:gd name="connsiteX130" fmla="*/ 0 w 12192000"/>
              <a:gd name="connsiteY130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649954 w 12192000"/>
              <a:gd name="connsiteY4" fmla="*/ 749628 h 2240205"/>
              <a:gd name="connsiteX5" fmla="*/ 11560424 w 12192000"/>
              <a:gd name="connsiteY5" fmla="*/ 748017 h 2240205"/>
              <a:gd name="connsiteX6" fmla="*/ 11358455 w 12192000"/>
              <a:gd name="connsiteY6" fmla="*/ 747593 h 2240205"/>
              <a:gd name="connsiteX7" fmla="*/ 11165209 w 12192000"/>
              <a:gd name="connsiteY7" fmla="*/ 748852 h 2240205"/>
              <a:gd name="connsiteX8" fmla="*/ 11058755 w 12192000"/>
              <a:gd name="connsiteY8" fmla="*/ 749617 h 2240205"/>
              <a:gd name="connsiteX9" fmla="*/ 10739478 w 12192000"/>
              <a:gd name="connsiteY9" fmla="*/ 776841 h 2240205"/>
              <a:gd name="connsiteX10" fmla="*/ 10458762 w 12192000"/>
              <a:gd name="connsiteY10" fmla="*/ 755400 h 2240205"/>
              <a:gd name="connsiteX11" fmla="*/ 10211200 w 12192000"/>
              <a:gd name="connsiteY11" fmla="*/ 767513 h 2240205"/>
              <a:gd name="connsiteX12" fmla="*/ 10167995 w 12192000"/>
              <a:gd name="connsiteY12" fmla="*/ 760843 h 2240205"/>
              <a:gd name="connsiteX13" fmla="*/ 9997044 w 12192000"/>
              <a:gd name="connsiteY13" fmla="*/ 780129 h 2240205"/>
              <a:gd name="connsiteX14" fmla="*/ 9943887 w 12192000"/>
              <a:gd name="connsiteY14" fmla="*/ 804141 h 2240205"/>
              <a:gd name="connsiteX15" fmla="*/ 9918248 w 12192000"/>
              <a:gd name="connsiteY15" fmla="*/ 816628 h 2240205"/>
              <a:gd name="connsiteX16" fmla="*/ 9767091 w 12192000"/>
              <a:gd name="connsiteY16" fmla="*/ 870550 h 2240205"/>
              <a:gd name="connsiteX17" fmla="*/ 9683005 w 12192000"/>
              <a:gd name="connsiteY17" fmla="*/ 894128 h 2240205"/>
              <a:gd name="connsiteX18" fmla="*/ 9500499 w 12192000"/>
              <a:gd name="connsiteY18" fmla="*/ 954680 h 2240205"/>
              <a:gd name="connsiteX19" fmla="*/ 9410017 w 12192000"/>
              <a:gd name="connsiteY19" fmla="*/ 993931 h 2240205"/>
              <a:gd name="connsiteX20" fmla="*/ 9392919 w 12192000"/>
              <a:gd name="connsiteY20" fmla="*/ 994656 h 2240205"/>
              <a:gd name="connsiteX21" fmla="*/ 9268019 w 12192000"/>
              <a:gd name="connsiteY21" fmla="*/ 1007442 h 2240205"/>
              <a:gd name="connsiteX22" fmla="*/ 9188177 w 12192000"/>
              <a:gd name="connsiteY22" fmla="*/ 1035474 h 2240205"/>
              <a:gd name="connsiteX23" fmla="*/ 9155969 w 12192000"/>
              <a:gd name="connsiteY23" fmla="*/ 1046804 h 2240205"/>
              <a:gd name="connsiteX24" fmla="*/ 9133985 w 12192000"/>
              <a:gd name="connsiteY24" fmla="*/ 1046450 h 2240205"/>
              <a:gd name="connsiteX25" fmla="*/ 9003462 w 12192000"/>
              <a:gd name="connsiteY25" fmla="*/ 1042406 h 2240205"/>
              <a:gd name="connsiteX26" fmla="*/ 8968445 w 12192000"/>
              <a:gd name="connsiteY26" fmla="*/ 1052169 h 2240205"/>
              <a:gd name="connsiteX27" fmla="*/ 8886001 w 12192000"/>
              <a:gd name="connsiteY27" fmla="*/ 1067468 h 2240205"/>
              <a:gd name="connsiteX28" fmla="*/ 8838610 w 12192000"/>
              <a:gd name="connsiteY28" fmla="*/ 1075091 h 2240205"/>
              <a:gd name="connsiteX29" fmla="*/ 8665605 w 12192000"/>
              <a:gd name="connsiteY29" fmla="*/ 1110791 h 2240205"/>
              <a:gd name="connsiteX30" fmla="*/ 8584946 w 12192000"/>
              <a:gd name="connsiteY30" fmla="*/ 1135226 h 2240205"/>
              <a:gd name="connsiteX31" fmla="*/ 8419755 w 12192000"/>
              <a:gd name="connsiteY31" fmla="*/ 1216260 h 2240205"/>
              <a:gd name="connsiteX32" fmla="*/ 8411626 w 12192000"/>
              <a:gd name="connsiteY32" fmla="*/ 1214397 h 2240205"/>
              <a:gd name="connsiteX33" fmla="*/ 8363469 w 12192000"/>
              <a:gd name="connsiteY33" fmla="*/ 1246658 h 2240205"/>
              <a:gd name="connsiteX34" fmla="*/ 8275497 w 12192000"/>
              <a:gd name="connsiteY34" fmla="*/ 1264396 h 2240205"/>
              <a:gd name="connsiteX35" fmla="*/ 8074238 w 12192000"/>
              <a:gd name="connsiteY35" fmla="*/ 1301895 h 2240205"/>
              <a:gd name="connsiteX36" fmla="*/ 7902328 w 12192000"/>
              <a:gd name="connsiteY36" fmla="*/ 1345865 h 2240205"/>
              <a:gd name="connsiteX37" fmla="*/ 7840612 w 12192000"/>
              <a:gd name="connsiteY37" fmla="*/ 1369373 h 2240205"/>
              <a:gd name="connsiteX38" fmla="*/ 7786819 w 12192000"/>
              <a:gd name="connsiteY38" fmla="*/ 1378970 h 2240205"/>
              <a:gd name="connsiteX39" fmla="*/ 7548172 w 12192000"/>
              <a:gd name="connsiteY39" fmla="*/ 1417460 h 2240205"/>
              <a:gd name="connsiteX40" fmla="*/ 7483437 w 12192000"/>
              <a:gd name="connsiteY40" fmla="*/ 1478152 h 2240205"/>
              <a:gd name="connsiteX41" fmla="*/ 7377870 w 12192000"/>
              <a:gd name="connsiteY41" fmla="*/ 1523319 h 2240205"/>
              <a:gd name="connsiteX42" fmla="*/ 7230737 w 12192000"/>
              <a:gd name="connsiteY42" fmla="*/ 1562633 h 2240205"/>
              <a:gd name="connsiteX43" fmla="*/ 7224458 w 12192000"/>
              <a:gd name="connsiteY43" fmla="*/ 1573008 h 2240205"/>
              <a:gd name="connsiteX44" fmla="*/ 7183121 w 12192000"/>
              <a:gd name="connsiteY44" fmla="*/ 1595162 h 2240205"/>
              <a:gd name="connsiteX45" fmla="*/ 7164601 w 12192000"/>
              <a:gd name="connsiteY45" fmla="*/ 1606490 h 2240205"/>
              <a:gd name="connsiteX46" fmla="*/ 6900177 w 12192000"/>
              <a:gd name="connsiteY46" fmla="*/ 1636016 h 2240205"/>
              <a:gd name="connsiteX47" fmla="*/ 6795372 w 12192000"/>
              <a:gd name="connsiteY47" fmla="*/ 1644845 h 2240205"/>
              <a:gd name="connsiteX48" fmla="*/ 6692251 w 12192000"/>
              <a:gd name="connsiteY48" fmla="*/ 1656357 h 2240205"/>
              <a:gd name="connsiteX49" fmla="*/ 6655235 w 12192000"/>
              <a:gd name="connsiteY49" fmla="*/ 1661869 h 2240205"/>
              <a:gd name="connsiteX50" fmla="*/ 6554894 w 12192000"/>
              <a:gd name="connsiteY50" fmla="*/ 1664428 h 2240205"/>
              <a:gd name="connsiteX51" fmla="*/ 6516595 w 12192000"/>
              <a:gd name="connsiteY51" fmla="*/ 1667475 h 2240205"/>
              <a:gd name="connsiteX52" fmla="*/ 6508541 w 12192000"/>
              <a:gd name="connsiteY52" fmla="*/ 1668757 h 2240205"/>
              <a:gd name="connsiteX53" fmla="*/ 6471012 w 12192000"/>
              <a:gd name="connsiteY53" fmla="*/ 1678604 h 2240205"/>
              <a:gd name="connsiteX54" fmla="*/ 6364035 w 12192000"/>
              <a:gd name="connsiteY54" fmla="*/ 1667683 h 2240205"/>
              <a:gd name="connsiteX55" fmla="*/ 6243319 w 12192000"/>
              <a:gd name="connsiteY55" fmla="*/ 1695560 h 2240205"/>
              <a:gd name="connsiteX56" fmla="*/ 6098321 w 12192000"/>
              <a:gd name="connsiteY56" fmla="*/ 1721646 h 2240205"/>
              <a:gd name="connsiteX57" fmla="*/ 5880652 w 12192000"/>
              <a:gd name="connsiteY57" fmla="*/ 1779643 h 2240205"/>
              <a:gd name="connsiteX58" fmla="*/ 5785959 w 12192000"/>
              <a:gd name="connsiteY58" fmla="*/ 1775307 h 2240205"/>
              <a:gd name="connsiteX59" fmla="*/ 5643534 w 12192000"/>
              <a:gd name="connsiteY59" fmla="*/ 1802919 h 2240205"/>
              <a:gd name="connsiteX60" fmla="*/ 5518799 w 12192000"/>
              <a:gd name="connsiteY60" fmla="*/ 1818312 h 2240205"/>
              <a:gd name="connsiteX61" fmla="*/ 5505014 w 12192000"/>
              <a:gd name="connsiteY61" fmla="*/ 1819259 h 2240205"/>
              <a:gd name="connsiteX62" fmla="*/ 5453307 w 12192000"/>
              <a:gd name="connsiteY62" fmla="*/ 1815450 h 2240205"/>
              <a:gd name="connsiteX63" fmla="*/ 5221533 w 12192000"/>
              <a:gd name="connsiteY63" fmla="*/ 1846950 h 2240205"/>
              <a:gd name="connsiteX64" fmla="*/ 5149802 w 12192000"/>
              <a:gd name="connsiteY64" fmla="*/ 1844846 h 2240205"/>
              <a:gd name="connsiteX65" fmla="*/ 5114927 w 12192000"/>
              <a:gd name="connsiteY65" fmla="*/ 1847827 h 2240205"/>
              <a:gd name="connsiteX66" fmla="*/ 5108970 w 12192000"/>
              <a:gd name="connsiteY66" fmla="*/ 1847935 h 2240205"/>
              <a:gd name="connsiteX67" fmla="*/ 5067961 w 12192000"/>
              <a:gd name="connsiteY67" fmla="*/ 1845917 h 2240205"/>
              <a:gd name="connsiteX68" fmla="*/ 5007075 w 12192000"/>
              <a:gd name="connsiteY68" fmla="*/ 1838626 h 2240205"/>
              <a:gd name="connsiteX69" fmla="*/ 4944087 w 12192000"/>
              <a:gd name="connsiteY69" fmla="*/ 1823332 h 2240205"/>
              <a:gd name="connsiteX70" fmla="*/ 4907662 w 12192000"/>
              <a:gd name="connsiteY70" fmla="*/ 1816900 h 2240205"/>
              <a:gd name="connsiteX71" fmla="*/ 4882386 w 12192000"/>
              <a:gd name="connsiteY71" fmla="*/ 1809844 h 2240205"/>
              <a:gd name="connsiteX72" fmla="*/ 4811440 w 12192000"/>
              <a:gd name="connsiteY72" fmla="*/ 1804655 h 2240205"/>
              <a:gd name="connsiteX73" fmla="*/ 4691075 w 12192000"/>
              <a:gd name="connsiteY73" fmla="*/ 1801389 h 2240205"/>
              <a:gd name="connsiteX74" fmla="*/ 4640313 w 12192000"/>
              <a:gd name="connsiteY74" fmla="*/ 1784307 h 2240205"/>
              <a:gd name="connsiteX75" fmla="*/ 4536503 w 12192000"/>
              <a:gd name="connsiteY75" fmla="*/ 1785334 h 2240205"/>
              <a:gd name="connsiteX76" fmla="*/ 4513724 w 12192000"/>
              <a:gd name="connsiteY76" fmla="*/ 1791996 h 2240205"/>
              <a:gd name="connsiteX77" fmla="*/ 4459810 w 12192000"/>
              <a:gd name="connsiteY77" fmla="*/ 1797886 h 2240205"/>
              <a:gd name="connsiteX78" fmla="*/ 4379064 w 12192000"/>
              <a:gd name="connsiteY78" fmla="*/ 1817177 h 2240205"/>
              <a:gd name="connsiteX79" fmla="*/ 4290981 w 12192000"/>
              <a:gd name="connsiteY79" fmla="*/ 1839677 h 2240205"/>
              <a:gd name="connsiteX80" fmla="*/ 4238372 w 12192000"/>
              <a:gd name="connsiteY80" fmla="*/ 1851480 h 2240205"/>
              <a:gd name="connsiteX81" fmla="*/ 4232517 w 12192000"/>
              <a:gd name="connsiteY81" fmla="*/ 1852567 h 2240205"/>
              <a:gd name="connsiteX82" fmla="*/ 4191732 w 12192000"/>
              <a:gd name="connsiteY82" fmla="*/ 1857328 h 2240205"/>
              <a:gd name="connsiteX83" fmla="*/ 4065532 w 12192000"/>
              <a:gd name="connsiteY83" fmla="*/ 1855477 h 2240205"/>
              <a:gd name="connsiteX84" fmla="*/ 4028460 w 12192000"/>
              <a:gd name="connsiteY84" fmla="*/ 1855137 h 2240205"/>
              <a:gd name="connsiteX85" fmla="*/ 4002267 w 12192000"/>
              <a:gd name="connsiteY85" fmla="*/ 1852352 h 2240205"/>
              <a:gd name="connsiteX86" fmla="*/ 3931396 w 12192000"/>
              <a:gd name="connsiteY86" fmla="*/ 1858915 h 2240205"/>
              <a:gd name="connsiteX87" fmla="*/ 3812162 w 12192000"/>
              <a:gd name="connsiteY87" fmla="*/ 1875501 h 2240205"/>
              <a:gd name="connsiteX88" fmla="*/ 3758105 w 12192000"/>
              <a:gd name="connsiteY88" fmla="*/ 1871856 h 2240205"/>
              <a:gd name="connsiteX89" fmla="*/ 3567259 w 12192000"/>
              <a:gd name="connsiteY89" fmla="*/ 1893482 h 2240205"/>
              <a:gd name="connsiteX90" fmla="*/ 3405770 w 12192000"/>
              <a:gd name="connsiteY90" fmla="*/ 1904591 h 2240205"/>
              <a:gd name="connsiteX91" fmla="*/ 3280097 w 12192000"/>
              <a:gd name="connsiteY91" fmla="*/ 1919610 h 2240205"/>
              <a:gd name="connsiteX92" fmla="*/ 3009910 w 12192000"/>
              <a:gd name="connsiteY92" fmla="*/ 1957866 h 2240205"/>
              <a:gd name="connsiteX93" fmla="*/ 2995934 w 12192000"/>
              <a:gd name="connsiteY93" fmla="*/ 1967085 h 2240205"/>
              <a:gd name="connsiteX94" fmla="*/ 2942858 w 12192000"/>
              <a:gd name="connsiteY94" fmla="*/ 1981367 h 2240205"/>
              <a:gd name="connsiteX95" fmla="*/ 2875436 w 12192000"/>
              <a:gd name="connsiteY95" fmla="*/ 1996977 h 2240205"/>
              <a:gd name="connsiteX96" fmla="*/ 2874892 w 12192000"/>
              <a:gd name="connsiteY96" fmla="*/ 1996085 h 2240205"/>
              <a:gd name="connsiteX97" fmla="*/ 2843662 w 12192000"/>
              <a:gd name="connsiteY97" fmla="*/ 1992498 h 2240205"/>
              <a:gd name="connsiteX98" fmla="*/ 2718916 w 12192000"/>
              <a:gd name="connsiteY98" fmla="*/ 1990867 h 2240205"/>
              <a:gd name="connsiteX99" fmla="*/ 2713522 w 12192000"/>
              <a:gd name="connsiteY99" fmla="*/ 1990173 h 2240205"/>
              <a:gd name="connsiteX100" fmla="*/ 2476147 w 12192000"/>
              <a:gd name="connsiteY100" fmla="*/ 1998305 h 2240205"/>
              <a:gd name="connsiteX101" fmla="*/ 2373568 w 12192000"/>
              <a:gd name="connsiteY101" fmla="*/ 2003219 h 2240205"/>
              <a:gd name="connsiteX102" fmla="*/ 2287219 w 12192000"/>
              <a:gd name="connsiteY102" fmla="*/ 1998750 h 2240205"/>
              <a:gd name="connsiteX103" fmla="*/ 2243069 w 12192000"/>
              <a:gd name="connsiteY103" fmla="*/ 2005321 h 2240205"/>
              <a:gd name="connsiteX104" fmla="*/ 2164831 w 12192000"/>
              <a:gd name="connsiteY104" fmla="*/ 2010143 h 2240205"/>
              <a:gd name="connsiteX105" fmla="*/ 2085228 w 12192000"/>
              <a:gd name="connsiteY105" fmla="*/ 2046431 h 2240205"/>
              <a:gd name="connsiteX106" fmla="*/ 2058061 w 12192000"/>
              <a:gd name="connsiteY106" fmla="*/ 2047942 h 2240205"/>
              <a:gd name="connsiteX107" fmla="*/ 2042244 w 12192000"/>
              <a:gd name="connsiteY107" fmla="*/ 2055560 h 2240205"/>
              <a:gd name="connsiteX108" fmla="*/ 1877728 w 12192000"/>
              <a:gd name="connsiteY108" fmla="*/ 2101004 h 2240205"/>
              <a:gd name="connsiteX109" fmla="*/ 1759056 w 12192000"/>
              <a:gd name="connsiteY109" fmla="*/ 2125608 h 2240205"/>
              <a:gd name="connsiteX110" fmla="*/ 1637948 w 12192000"/>
              <a:gd name="connsiteY110" fmla="*/ 2172597 h 2240205"/>
              <a:gd name="connsiteX111" fmla="*/ 1434549 w 12192000"/>
              <a:gd name="connsiteY111" fmla="*/ 2234522 h 2240205"/>
              <a:gd name="connsiteX112" fmla="*/ 1370962 w 12192000"/>
              <a:gd name="connsiteY112" fmla="*/ 2237474 h 2240205"/>
              <a:gd name="connsiteX113" fmla="*/ 1356367 w 12192000"/>
              <a:gd name="connsiteY113" fmla="*/ 2235089 h 2240205"/>
              <a:gd name="connsiteX114" fmla="*/ 1279765 w 12192000"/>
              <a:gd name="connsiteY114" fmla="*/ 2229639 h 2240205"/>
              <a:gd name="connsiteX115" fmla="*/ 1195347 w 12192000"/>
              <a:gd name="connsiteY115" fmla="*/ 2212354 h 2240205"/>
              <a:gd name="connsiteX116" fmla="*/ 970251 w 12192000"/>
              <a:gd name="connsiteY116" fmla="*/ 2221029 h 2240205"/>
              <a:gd name="connsiteX117" fmla="*/ 812914 w 12192000"/>
              <a:gd name="connsiteY117" fmla="*/ 2210095 h 2240205"/>
              <a:gd name="connsiteX118" fmla="*/ 776382 w 12192000"/>
              <a:gd name="connsiteY118" fmla="*/ 2204512 h 2240205"/>
              <a:gd name="connsiteX119" fmla="*/ 597225 w 12192000"/>
              <a:gd name="connsiteY119" fmla="*/ 2180999 h 2240205"/>
              <a:gd name="connsiteX120" fmla="*/ 520671 w 12192000"/>
              <a:gd name="connsiteY120" fmla="*/ 2180980 h 2240205"/>
              <a:gd name="connsiteX121" fmla="*/ 515024 w 12192000"/>
              <a:gd name="connsiteY121" fmla="*/ 2179258 h 2240205"/>
              <a:gd name="connsiteX122" fmla="*/ 413835 w 12192000"/>
              <a:gd name="connsiteY122" fmla="*/ 2156783 h 2240205"/>
              <a:gd name="connsiteX123" fmla="*/ 376513 w 12192000"/>
              <a:gd name="connsiteY123" fmla="*/ 2154014 h 2240205"/>
              <a:gd name="connsiteX124" fmla="*/ 273386 w 12192000"/>
              <a:gd name="connsiteY124" fmla="*/ 2142551 h 2240205"/>
              <a:gd name="connsiteX125" fmla="*/ 77641 w 12192000"/>
              <a:gd name="connsiteY125" fmla="*/ 2126835 h 2240205"/>
              <a:gd name="connsiteX126" fmla="*/ 37645 w 12192000"/>
              <a:gd name="connsiteY126" fmla="*/ 2115401 h 2240205"/>
              <a:gd name="connsiteX127" fmla="*/ 4572 w 12192000"/>
              <a:gd name="connsiteY127" fmla="*/ 2111091 h 2240205"/>
              <a:gd name="connsiteX128" fmla="*/ 0 w 12192000"/>
              <a:gd name="connsiteY128" fmla="*/ 2110468 h 2240205"/>
              <a:gd name="connsiteX129" fmla="*/ 0 w 12192000"/>
              <a:gd name="connsiteY129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649954 w 12192000"/>
              <a:gd name="connsiteY4" fmla="*/ 749628 h 2240205"/>
              <a:gd name="connsiteX5" fmla="*/ 11560424 w 12192000"/>
              <a:gd name="connsiteY5" fmla="*/ 748017 h 2240205"/>
              <a:gd name="connsiteX6" fmla="*/ 11358455 w 12192000"/>
              <a:gd name="connsiteY6" fmla="*/ 747593 h 2240205"/>
              <a:gd name="connsiteX7" fmla="*/ 11165209 w 12192000"/>
              <a:gd name="connsiteY7" fmla="*/ 748852 h 2240205"/>
              <a:gd name="connsiteX8" fmla="*/ 11058755 w 12192000"/>
              <a:gd name="connsiteY8" fmla="*/ 749617 h 2240205"/>
              <a:gd name="connsiteX9" fmla="*/ 10803046 w 12192000"/>
              <a:gd name="connsiteY9" fmla="*/ 774328 h 2240205"/>
              <a:gd name="connsiteX10" fmla="*/ 10458762 w 12192000"/>
              <a:gd name="connsiteY10" fmla="*/ 755400 h 2240205"/>
              <a:gd name="connsiteX11" fmla="*/ 10211200 w 12192000"/>
              <a:gd name="connsiteY11" fmla="*/ 767513 h 2240205"/>
              <a:gd name="connsiteX12" fmla="*/ 10167995 w 12192000"/>
              <a:gd name="connsiteY12" fmla="*/ 760843 h 2240205"/>
              <a:gd name="connsiteX13" fmla="*/ 9997044 w 12192000"/>
              <a:gd name="connsiteY13" fmla="*/ 780129 h 2240205"/>
              <a:gd name="connsiteX14" fmla="*/ 9943887 w 12192000"/>
              <a:gd name="connsiteY14" fmla="*/ 804141 h 2240205"/>
              <a:gd name="connsiteX15" fmla="*/ 9918248 w 12192000"/>
              <a:gd name="connsiteY15" fmla="*/ 816628 h 2240205"/>
              <a:gd name="connsiteX16" fmla="*/ 9767091 w 12192000"/>
              <a:gd name="connsiteY16" fmla="*/ 870550 h 2240205"/>
              <a:gd name="connsiteX17" fmla="*/ 9683005 w 12192000"/>
              <a:gd name="connsiteY17" fmla="*/ 894128 h 2240205"/>
              <a:gd name="connsiteX18" fmla="*/ 9500499 w 12192000"/>
              <a:gd name="connsiteY18" fmla="*/ 954680 h 2240205"/>
              <a:gd name="connsiteX19" fmla="*/ 9410017 w 12192000"/>
              <a:gd name="connsiteY19" fmla="*/ 993931 h 2240205"/>
              <a:gd name="connsiteX20" fmla="*/ 9392919 w 12192000"/>
              <a:gd name="connsiteY20" fmla="*/ 994656 h 2240205"/>
              <a:gd name="connsiteX21" fmla="*/ 9268019 w 12192000"/>
              <a:gd name="connsiteY21" fmla="*/ 1007442 h 2240205"/>
              <a:gd name="connsiteX22" fmla="*/ 9188177 w 12192000"/>
              <a:gd name="connsiteY22" fmla="*/ 1035474 h 2240205"/>
              <a:gd name="connsiteX23" fmla="*/ 9155969 w 12192000"/>
              <a:gd name="connsiteY23" fmla="*/ 1046804 h 2240205"/>
              <a:gd name="connsiteX24" fmla="*/ 9133985 w 12192000"/>
              <a:gd name="connsiteY24" fmla="*/ 1046450 h 2240205"/>
              <a:gd name="connsiteX25" fmla="*/ 9003462 w 12192000"/>
              <a:gd name="connsiteY25" fmla="*/ 1042406 h 2240205"/>
              <a:gd name="connsiteX26" fmla="*/ 8968445 w 12192000"/>
              <a:gd name="connsiteY26" fmla="*/ 1052169 h 2240205"/>
              <a:gd name="connsiteX27" fmla="*/ 8886001 w 12192000"/>
              <a:gd name="connsiteY27" fmla="*/ 1067468 h 2240205"/>
              <a:gd name="connsiteX28" fmla="*/ 8838610 w 12192000"/>
              <a:gd name="connsiteY28" fmla="*/ 1075091 h 2240205"/>
              <a:gd name="connsiteX29" fmla="*/ 8665605 w 12192000"/>
              <a:gd name="connsiteY29" fmla="*/ 1110791 h 2240205"/>
              <a:gd name="connsiteX30" fmla="*/ 8584946 w 12192000"/>
              <a:gd name="connsiteY30" fmla="*/ 1135226 h 2240205"/>
              <a:gd name="connsiteX31" fmla="*/ 8419755 w 12192000"/>
              <a:gd name="connsiteY31" fmla="*/ 1216260 h 2240205"/>
              <a:gd name="connsiteX32" fmla="*/ 8411626 w 12192000"/>
              <a:gd name="connsiteY32" fmla="*/ 1214397 h 2240205"/>
              <a:gd name="connsiteX33" fmla="*/ 8363469 w 12192000"/>
              <a:gd name="connsiteY33" fmla="*/ 1246658 h 2240205"/>
              <a:gd name="connsiteX34" fmla="*/ 8275497 w 12192000"/>
              <a:gd name="connsiteY34" fmla="*/ 1264396 h 2240205"/>
              <a:gd name="connsiteX35" fmla="*/ 8074238 w 12192000"/>
              <a:gd name="connsiteY35" fmla="*/ 1301895 h 2240205"/>
              <a:gd name="connsiteX36" fmla="*/ 7902328 w 12192000"/>
              <a:gd name="connsiteY36" fmla="*/ 1345865 h 2240205"/>
              <a:gd name="connsiteX37" fmla="*/ 7840612 w 12192000"/>
              <a:gd name="connsiteY37" fmla="*/ 1369373 h 2240205"/>
              <a:gd name="connsiteX38" fmla="*/ 7786819 w 12192000"/>
              <a:gd name="connsiteY38" fmla="*/ 1378970 h 2240205"/>
              <a:gd name="connsiteX39" fmla="*/ 7548172 w 12192000"/>
              <a:gd name="connsiteY39" fmla="*/ 1417460 h 2240205"/>
              <a:gd name="connsiteX40" fmla="*/ 7483437 w 12192000"/>
              <a:gd name="connsiteY40" fmla="*/ 1478152 h 2240205"/>
              <a:gd name="connsiteX41" fmla="*/ 7377870 w 12192000"/>
              <a:gd name="connsiteY41" fmla="*/ 1523319 h 2240205"/>
              <a:gd name="connsiteX42" fmla="*/ 7230737 w 12192000"/>
              <a:gd name="connsiteY42" fmla="*/ 1562633 h 2240205"/>
              <a:gd name="connsiteX43" fmla="*/ 7224458 w 12192000"/>
              <a:gd name="connsiteY43" fmla="*/ 1573008 h 2240205"/>
              <a:gd name="connsiteX44" fmla="*/ 7183121 w 12192000"/>
              <a:gd name="connsiteY44" fmla="*/ 1595162 h 2240205"/>
              <a:gd name="connsiteX45" fmla="*/ 7164601 w 12192000"/>
              <a:gd name="connsiteY45" fmla="*/ 1606490 h 2240205"/>
              <a:gd name="connsiteX46" fmla="*/ 6900177 w 12192000"/>
              <a:gd name="connsiteY46" fmla="*/ 1636016 h 2240205"/>
              <a:gd name="connsiteX47" fmla="*/ 6795372 w 12192000"/>
              <a:gd name="connsiteY47" fmla="*/ 1644845 h 2240205"/>
              <a:gd name="connsiteX48" fmla="*/ 6692251 w 12192000"/>
              <a:gd name="connsiteY48" fmla="*/ 1656357 h 2240205"/>
              <a:gd name="connsiteX49" fmla="*/ 6655235 w 12192000"/>
              <a:gd name="connsiteY49" fmla="*/ 1661869 h 2240205"/>
              <a:gd name="connsiteX50" fmla="*/ 6554894 w 12192000"/>
              <a:gd name="connsiteY50" fmla="*/ 1664428 h 2240205"/>
              <a:gd name="connsiteX51" fmla="*/ 6516595 w 12192000"/>
              <a:gd name="connsiteY51" fmla="*/ 1667475 h 2240205"/>
              <a:gd name="connsiteX52" fmla="*/ 6508541 w 12192000"/>
              <a:gd name="connsiteY52" fmla="*/ 1668757 h 2240205"/>
              <a:gd name="connsiteX53" fmla="*/ 6471012 w 12192000"/>
              <a:gd name="connsiteY53" fmla="*/ 1678604 h 2240205"/>
              <a:gd name="connsiteX54" fmla="*/ 6364035 w 12192000"/>
              <a:gd name="connsiteY54" fmla="*/ 1667683 h 2240205"/>
              <a:gd name="connsiteX55" fmla="*/ 6243319 w 12192000"/>
              <a:gd name="connsiteY55" fmla="*/ 1695560 h 2240205"/>
              <a:gd name="connsiteX56" fmla="*/ 6098321 w 12192000"/>
              <a:gd name="connsiteY56" fmla="*/ 1721646 h 2240205"/>
              <a:gd name="connsiteX57" fmla="*/ 5880652 w 12192000"/>
              <a:gd name="connsiteY57" fmla="*/ 1779643 h 2240205"/>
              <a:gd name="connsiteX58" fmla="*/ 5785959 w 12192000"/>
              <a:gd name="connsiteY58" fmla="*/ 1775307 h 2240205"/>
              <a:gd name="connsiteX59" fmla="*/ 5643534 w 12192000"/>
              <a:gd name="connsiteY59" fmla="*/ 1802919 h 2240205"/>
              <a:gd name="connsiteX60" fmla="*/ 5518799 w 12192000"/>
              <a:gd name="connsiteY60" fmla="*/ 1818312 h 2240205"/>
              <a:gd name="connsiteX61" fmla="*/ 5505014 w 12192000"/>
              <a:gd name="connsiteY61" fmla="*/ 1819259 h 2240205"/>
              <a:gd name="connsiteX62" fmla="*/ 5453307 w 12192000"/>
              <a:gd name="connsiteY62" fmla="*/ 1815450 h 2240205"/>
              <a:gd name="connsiteX63" fmla="*/ 5221533 w 12192000"/>
              <a:gd name="connsiteY63" fmla="*/ 1846950 h 2240205"/>
              <a:gd name="connsiteX64" fmla="*/ 5149802 w 12192000"/>
              <a:gd name="connsiteY64" fmla="*/ 1844846 h 2240205"/>
              <a:gd name="connsiteX65" fmla="*/ 5114927 w 12192000"/>
              <a:gd name="connsiteY65" fmla="*/ 1847827 h 2240205"/>
              <a:gd name="connsiteX66" fmla="*/ 5108970 w 12192000"/>
              <a:gd name="connsiteY66" fmla="*/ 1847935 h 2240205"/>
              <a:gd name="connsiteX67" fmla="*/ 5067961 w 12192000"/>
              <a:gd name="connsiteY67" fmla="*/ 1845917 h 2240205"/>
              <a:gd name="connsiteX68" fmla="*/ 5007075 w 12192000"/>
              <a:gd name="connsiteY68" fmla="*/ 1838626 h 2240205"/>
              <a:gd name="connsiteX69" fmla="*/ 4944087 w 12192000"/>
              <a:gd name="connsiteY69" fmla="*/ 1823332 h 2240205"/>
              <a:gd name="connsiteX70" fmla="*/ 4907662 w 12192000"/>
              <a:gd name="connsiteY70" fmla="*/ 1816900 h 2240205"/>
              <a:gd name="connsiteX71" fmla="*/ 4882386 w 12192000"/>
              <a:gd name="connsiteY71" fmla="*/ 1809844 h 2240205"/>
              <a:gd name="connsiteX72" fmla="*/ 4811440 w 12192000"/>
              <a:gd name="connsiteY72" fmla="*/ 1804655 h 2240205"/>
              <a:gd name="connsiteX73" fmla="*/ 4691075 w 12192000"/>
              <a:gd name="connsiteY73" fmla="*/ 1801389 h 2240205"/>
              <a:gd name="connsiteX74" fmla="*/ 4640313 w 12192000"/>
              <a:gd name="connsiteY74" fmla="*/ 1784307 h 2240205"/>
              <a:gd name="connsiteX75" fmla="*/ 4536503 w 12192000"/>
              <a:gd name="connsiteY75" fmla="*/ 1785334 h 2240205"/>
              <a:gd name="connsiteX76" fmla="*/ 4513724 w 12192000"/>
              <a:gd name="connsiteY76" fmla="*/ 1791996 h 2240205"/>
              <a:gd name="connsiteX77" fmla="*/ 4459810 w 12192000"/>
              <a:gd name="connsiteY77" fmla="*/ 1797886 h 2240205"/>
              <a:gd name="connsiteX78" fmla="*/ 4379064 w 12192000"/>
              <a:gd name="connsiteY78" fmla="*/ 1817177 h 2240205"/>
              <a:gd name="connsiteX79" fmla="*/ 4290981 w 12192000"/>
              <a:gd name="connsiteY79" fmla="*/ 1839677 h 2240205"/>
              <a:gd name="connsiteX80" fmla="*/ 4238372 w 12192000"/>
              <a:gd name="connsiteY80" fmla="*/ 1851480 h 2240205"/>
              <a:gd name="connsiteX81" fmla="*/ 4232517 w 12192000"/>
              <a:gd name="connsiteY81" fmla="*/ 1852567 h 2240205"/>
              <a:gd name="connsiteX82" fmla="*/ 4191732 w 12192000"/>
              <a:gd name="connsiteY82" fmla="*/ 1857328 h 2240205"/>
              <a:gd name="connsiteX83" fmla="*/ 4065532 w 12192000"/>
              <a:gd name="connsiteY83" fmla="*/ 1855477 h 2240205"/>
              <a:gd name="connsiteX84" fmla="*/ 4028460 w 12192000"/>
              <a:gd name="connsiteY84" fmla="*/ 1855137 h 2240205"/>
              <a:gd name="connsiteX85" fmla="*/ 4002267 w 12192000"/>
              <a:gd name="connsiteY85" fmla="*/ 1852352 h 2240205"/>
              <a:gd name="connsiteX86" fmla="*/ 3931396 w 12192000"/>
              <a:gd name="connsiteY86" fmla="*/ 1858915 h 2240205"/>
              <a:gd name="connsiteX87" fmla="*/ 3812162 w 12192000"/>
              <a:gd name="connsiteY87" fmla="*/ 1875501 h 2240205"/>
              <a:gd name="connsiteX88" fmla="*/ 3758105 w 12192000"/>
              <a:gd name="connsiteY88" fmla="*/ 1871856 h 2240205"/>
              <a:gd name="connsiteX89" fmla="*/ 3567259 w 12192000"/>
              <a:gd name="connsiteY89" fmla="*/ 1893482 h 2240205"/>
              <a:gd name="connsiteX90" fmla="*/ 3405770 w 12192000"/>
              <a:gd name="connsiteY90" fmla="*/ 1904591 h 2240205"/>
              <a:gd name="connsiteX91" fmla="*/ 3280097 w 12192000"/>
              <a:gd name="connsiteY91" fmla="*/ 1919610 h 2240205"/>
              <a:gd name="connsiteX92" fmla="*/ 3009910 w 12192000"/>
              <a:gd name="connsiteY92" fmla="*/ 1957866 h 2240205"/>
              <a:gd name="connsiteX93" fmla="*/ 2995934 w 12192000"/>
              <a:gd name="connsiteY93" fmla="*/ 1967085 h 2240205"/>
              <a:gd name="connsiteX94" fmla="*/ 2942858 w 12192000"/>
              <a:gd name="connsiteY94" fmla="*/ 1981367 h 2240205"/>
              <a:gd name="connsiteX95" fmla="*/ 2875436 w 12192000"/>
              <a:gd name="connsiteY95" fmla="*/ 1996977 h 2240205"/>
              <a:gd name="connsiteX96" fmla="*/ 2874892 w 12192000"/>
              <a:gd name="connsiteY96" fmla="*/ 1996085 h 2240205"/>
              <a:gd name="connsiteX97" fmla="*/ 2843662 w 12192000"/>
              <a:gd name="connsiteY97" fmla="*/ 1992498 h 2240205"/>
              <a:gd name="connsiteX98" fmla="*/ 2718916 w 12192000"/>
              <a:gd name="connsiteY98" fmla="*/ 1990867 h 2240205"/>
              <a:gd name="connsiteX99" fmla="*/ 2713522 w 12192000"/>
              <a:gd name="connsiteY99" fmla="*/ 1990173 h 2240205"/>
              <a:gd name="connsiteX100" fmla="*/ 2476147 w 12192000"/>
              <a:gd name="connsiteY100" fmla="*/ 1998305 h 2240205"/>
              <a:gd name="connsiteX101" fmla="*/ 2373568 w 12192000"/>
              <a:gd name="connsiteY101" fmla="*/ 2003219 h 2240205"/>
              <a:gd name="connsiteX102" fmla="*/ 2287219 w 12192000"/>
              <a:gd name="connsiteY102" fmla="*/ 1998750 h 2240205"/>
              <a:gd name="connsiteX103" fmla="*/ 2243069 w 12192000"/>
              <a:gd name="connsiteY103" fmla="*/ 2005321 h 2240205"/>
              <a:gd name="connsiteX104" fmla="*/ 2164831 w 12192000"/>
              <a:gd name="connsiteY104" fmla="*/ 2010143 h 2240205"/>
              <a:gd name="connsiteX105" fmla="*/ 2085228 w 12192000"/>
              <a:gd name="connsiteY105" fmla="*/ 2046431 h 2240205"/>
              <a:gd name="connsiteX106" fmla="*/ 2058061 w 12192000"/>
              <a:gd name="connsiteY106" fmla="*/ 2047942 h 2240205"/>
              <a:gd name="connsiteX107" fmla="*/ 2042244 w 12192000"/>
              <a:gd name="connsiteY107" fmla="*/ 2055560 h 2240205"/>
              <a:gd name="connsiteX108" fmla="*/ 1877728 w 12192000"/>
              <a:gd name="connsiteY108" fmla="*/ 2101004 h 2240205"/>
              <a:gd name="connsiteX109" fmla="*/ 1759056 w 12192000"/>
              <a:gd name="connsiteY109" fmla="*/ 2125608 h 2240205"/>
              <a:gd name="connsiteX110" fmla="*/ 1637948 w 12192000"/>
              <a:gd name="connsiteY110" fmla="*/ 2172597 h 2240205"/>
              <a:gd name="connsiteX111" fmla="*/ 1434549 w 12192000"/>
              <a:gd name="connsiteY111" fmla="*/ 2234522 h 2240205"/>
              <a:gd name="connsiteX112" fmla="*/ 1370962 w 12192000"/>
              <a:gd name="connsiteY112" fmla="*/ 2237474 h 2240205"/>
              <a:gd name="connsiteX113" fmla="*/ 1356367 w 12192000"/>
              <a:gd name="connsiteY113" fmla="*/ 2235089 h 2240205"/>
              <a:gd name="connsiteX114" fmla="*/ 1279765 w 12192000"/>
              <a:gd name="connsiteY114" fmla="*/ 2229639 h 2240205"/>
              <a:gd name="connsiteX115" fmla="*/ 1195347 w 12192000"/>
              <a:gd name="connsiteY115" fmla="*/ 2212354 h 2240205"/>
              <a:gd name="connsiteX116" fmla="*/ 970251 w 12192000"/>
              <a:gd name="connsiteY116" fmla="*/ 2221029 h 2240205"/>
              <a:gd name="connsiteX117" fmla="*/ 812914 w 12192000"/>
              <a:gd name="connsiteY117" fmla="*/ 2210095 h 2240205"/>
              <a:gd name="connsiteX118" fmla="*/ 776382 w 12192000"/>
              <a:gd name="connsiteY118" fmla="*/ 2204512 h 2240205"/>
              <a:gd name="connsiteX119" fmla="*/ 597225 w 12192000"/>
              <a:gd name="connsiteY119" fmla="*/ 2180999 h 2240205"/>
              <a:gd name="connsiteX120" fmla="*/ 520671 w 12192000"/>
              <a:gd name="connsiteY120" fmla="*/ 2180980 h 2240205"/>
              <a:gd name="connsiteX121" fmla="*/ 515024 w 12192000"/>
              <a:gd name="connsiteY121" fmla="*/ 2179258 h 2240205"/>
              <a:gd name="connsiteX122" fmla="*/ 413835 w 12192000"/>
              <a:gd name="connsiteY122" fmla="*/ 2156783 h 2240205"/>
              <a:gd name="connsiteX123" fmla="*/ 376513 w 12192000"/>
              <a:gd name="connsiteY123" fmla="*/ 2154014 h 2240205"/>
              <a:gd name="connsiteX124" fmla="*/ 273386 w 12192000"/>
              <a:gd name="connsiteY124" fmla="*/ 2142551 h 2240205"/>
              <a:gd name="connsiteX125" fmla="*/ 77641 w 12192000"/>
              <a:gd name="connsiteY125" fmla="*/ 2126835 h 2240205"/>
              <a:gd name="connsiteX126" fmla="*/ 37645 w 12192000"/>
              <a:gd name="connsiteY126" fmla="*/ 2115401 h 2240205"/>
              <a:gd name="connsiteX127" fmla="*/ 4572 w 12192000"/>
              <a:gd name="connsiteY127" fmla="*/ 2111091 h 2240205"/>
              <a:gd name="connsiteX128" fmla="*/ 0 w 12192000"/>
              <a:gd name="connsiteY128" fmla="*/ 2110468 h 2240205"/>
              <a:gd name="connsiteX129" fmla="*/ 0 w 12192000"/>
              <a:gd name="connsiteY129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649954 w 12192000"/>
              <a:gd name="connsiteY4" fmla="*/ 749628 h 2240205"/>
              <a:gd name="connsiteX5" fmla="*/ 11560424 w 12192000"/>
              <a:gd name="connsiteY5" fmla="*/ 748017 h 2240205"/>
              <a:gd name="connsiteX6" fmla="*/ 11358455 w 12192000"/>
              <a:gd name="connsiteY6" fmla="*/ 747593 h 2240205"/>
              <a:gd name="connsiteX7" fmla="*/ 11165209 w 12192000"/>
              <a:gd name="connsiteY7" fmla="*/ 748852 h 2240205"/>
              <a:gd name="connsiteX8" fmla="*/ 11058755 w 12192000"/>
              <a:gd name="connsiteY8" fmla="*/ 749617 h 2240205"/>
              <a:gd name="connsiteX9" fmla="*/ 10803046 w 12192000"/>
              <a:gd name="connsiteY9" fmla="*/ 774328 h 2240205"/>
              <a:gd name="connsiteX10" fmla="*/ 10458762 w 12192000"/>
              <a:gd name="connsiteY10" fmla="*/ 755400 h 2240205"/>
              <a:gd name="connsiteX11" fmla="*/ 10211200 w 12192000"/>
              <a:gd name="connsiteY11" fmla="*/ 767513 h 2240205"/>
              <a:gd name="connsiteX12" fmla="*/ 10167995 w 12192000"/>
              <a:gd name="connsiteY12" fmla="*/ 760843 h 2240205"/>
              <a:gd name="connsiteX13" fmla="*/ 9997044 w 12192000"/>
              <a:gd name="connsiteY13" fmla="*/ 780129 h 2240205"/>
              <a:gd name="connsiteX14" fmla="*/ 9943887 w 12192000"/>
              <a:gd name="connsiteY14" fmla="*/ 804141 h 2240205"/>
              <a:gd name="connsiteX15" fmla="*/ 9918248 w 12192000"/>
              <a:gd name="connsiteY15" fmla="*/ 816628 h 2240205"/>
              <a:gd name="connsiteX16" fmla="*/ 9767091 w 12192000"/>
              <a:gd name="connsiteY16" fmla="*/ 870550 h 2240205"/>
              <a:gd name="connsiteX17" fmla="*/ 9683005 w 12192000"/>
              <a:gd name="connsiteY17" fmla="*/ 894128 h 2240205"/>
              <a:gd name="connsiteX18" fmla="*/ 9500499 w 12192000"/>
              <a:gd name="connsiteY18" fmla="*/ 954680 h 2240205"/>
              <a:gd name="connsiteX19" fmla="*/ 9410017 w 12192000"/>
              <a:gd name="connsiteY19" fmla="*/ 993931 h 2240205"/>
              <a:gd name="connsiteX20" fmla="*/ 9392919 w 12192000"/>
              <a:gd name="connsiteY20" fmla="*/ 994656 h 2240205"/>
              <a:gd name="connsiteX21" fmla="*/ 9268019 w 12192000"/>
              <a:gd name="connsiteY21" fmla="*/ 1007442 h 2240205"/>
              <a:gd name="connsiteX22" fmla="*/ 9188177 w 12192000"/>
              <a:gd name="connsiteY22" fmla="*/ 1035474 h 2240205"/>
              <a:gd name="connsiteX23" fmla="*/ 9155969 w 12192000"/>
              <a:gd name="connsiteY23" fmla="*/ 1046804 h 2240205"/>
              <a:gd name="connsiteX24" fmla="*/ 9133985 w 12192000"/>
              <a:gd name="connsiteY24" fmla="*/ 1046450 h 2240205"/>
              <a:gd name="connsiteX25" fmla="*/ 9003462 w 12192000"/>
              <a:gd name="connsiteY25" fmla="*/ 1042406 h 2240205"/>
              <a:gd name="connsiteX26" fmla="*/ 8968445 w 12192000"/>
              <a:gd name="connsiteY26" fmla="*/ 1052169 h 2240205"/>
              <a:gd name="connsiteX27" fmla="*/ 8886001 w 12192000"/>
              <a:gd name="connsiteY27" fmla="*/ 1067468 h 2240205"/>
              <a:gd name="connsiteX28" fmla="*/ 8838610 w 12192000"/>
              <a:gd name="connsiteY28" fmla="*/ 1075091 h 2240205"/>
              <a:gd name="connsiteX29" fmla="*/ 8665605 w 12192000"/>
              <a:gd name="connsiteY29" fmla="*/ 1110791 h 2240205"/>
              <a:gd name="connsiteX30" fmla="*/ 8584946 w 12192000"/>
              <a:gd name="connsiteY30" fmla="*/ 1135226 h 2240205"/>
              <a:gd name="connsiteX31" fmla="*/ 8419755 w 12192000"/>
              <a:gd name="connsiteY31" fmla="*/ 1216260 h 2240205"/>
              <a:gd name="connsiteX32" fmla="*/ 8411626 w 12192000"/>
              <a:gd name="connsiteY32" fmla="*/ 1214397 h 2240205"/>
              <a:gd name="connsiteX33" fmla="*/ 8363469 w 12192000"/>
              <a:gd name="connsiteY33" fmla="*/ 1246658 h 2240205"/>
              <a:gd name="connsiteX34" fmla="*/ 8275497 w 12192000"/>
              <a:gd name="connsiteY34" fmla="*/ 1264396 h 2240205"/>
              <a:gd name="connsiteX35" fmla="*/ 8074238 w 12192000"/>
              <a:gd name="connsiteY35" fmla="*/ 1301895 h 2240205"/>
              <a:gd name="connsiteX36" fmla="*/ 7902328 w 12192000"/>
              <a:gd name="connsiteY36" fmla="*/ 1345865 h 2240205"/>
              <a:gd name="connsiteX37" fmla="*/ 7840612 w 12192000"/>
              <a:gd name="connsiteY37" fmla="*/ 1369373 h 2240205"/>
              <a:gd name="connsiteX38" fmla="*/ 7786819 w 12192000"/>
              <a:gd name="connsiteY38" fmla="*/ 1378970 h 2240205"/>
              <a:gd name="connsiteX39" fmla="*/ 7548172 w 12192000"/>
              <a:gd name="connsiteY39" fmla="*/ 1417460 h 2240205"/>
              <a:gd name="connsiteX40" fmla="*/ 7483437 w 12192000"/>
              <a:gd name="connsiteY40" fmla="*/ 1478152 h 2240205"/>
              <a:gd name="connsiteX41" fmla="*/ 7377870 w 12192000"/>
              <a:gd name="connsiteY41" fmla="*/ 1523319 h 2240205"/>
              <a:gd name="connsiteX42" fmla="*/ 7230737 w 12192000"/>
              <a:gd name="connsiteY42" fmla="*/ 1562633 h 2240205"/>
              <a:gd name="connsiteX43" fmla="*/ 7224458 w 12192000"/>
              <a:gd name="connsiteY43" fmla="*/ 1573008 h 2240205"/>
              <a:gd name="connsiteX44" fmla="*/ 7183121 w 12192000"/>
              <a:gd name="connsiteY44" fmla="*/ 1595162 h 2240205"/>
              <a:gd name="connsiteX45" fmla="*/ 7164601 w 12192000"/>
              <a:gd name="connsiteY45" fmla="*/ 1606490 h 2240205"/>
              <a:gd name="connsiteX46" fmla="*/ 6900177 w 12192000"/>
              <a:gd name="connsiteY46" fmla="*/ 1636016 h 2240205"/>
              <a:gd name="connsiteX47" fmla="*/ 6795372 w 12192000"/>
              <a:gd name="connsiteY47" fmla="*/ 1644845 h 2240205"/>
              <a:gd name="connsiteX48" fmla="*/ 6692251 w 12192000"/>
              <a:gd name="connsiteY48" fmla="*/ 1656357 h 2240205"/>
              <a:gd name="connsiteX49" fmla="*/ 6655235 w 12192000"/>
              <a:gd name="connsiteY49" fmla="*/ 1661869 h 2240205"/>
              <a:gd name="connsiteX50" fmla="*/ 6554894 w 12192000"/>
              <a:gd name="connsiteY50" fmla="*/ 1664428 h 2240205"/>
              <a:gd name="connsiteX51" fmla="*/ 6516595 w 12192000"/>
              <a:gd name="connsiteY51" fmla="*/ 1667475 h 2240205"/>
              <a:gd name="connsiteX52" fmla="*/ 6508541 w 12192000"/>
              <a:gd name="connsiteY52" fmla="*/ 1668757 h 2240205"/>
              <a:gd name="connsiteX53" fmla="*/ 6471012 w 12192000"/>
              <a:gd name="connsiteY53" fmla="*/ 1678604 h 2240205"/>
              <a:gd name="connsiteX54" fmla="*/ 6364035 w 12192000"/>
              <a:gd name="connsiteY54" fmla="*/ 1667683 h 2240205"/>
              <a:gd name="connsiteX55" fmla="*/ 6243319 w 12192000"/>
              <a:gd name="connsiteY55" fmla="*/ 1695560 h 2240205"/>
              <a:gd name="connsiteX56" fmla="*/ 6098321 w 12192000"/>
              <a:gd name="connsiteY56" fmla="*/ 1721646 h 2240205"/>
              <a:gd name="connsiteX57" fmla="*/ 5880652 w 12192000"/>
              <a:gd name="connsiteY57" fmla="*/ 1779643 h 2240205"/>
              <a:gd name="connsiteX58" fmla="*/ 5785959 w 12192000"/>
              <a:gd name="connsiteY58" fmla="*/ 1775307 h 2240205"/>
              <a:gd name="connsiteX59" fmla="*/ 5643534 w 12192000"/>
              <a:gd name="connsiteY59" fmla="*/ 1802919 h 2240205"/>
              <a:gd name="connsiteX60" fmla="*/ 5518799 w 12192000"/>
              <a:gd name="connsiteY60" fmla="*/ 1818312 h 2240205"/>
              <a:gd name="connsiteX61" fmla="*/ 5505014 w 12192000"/>
              <a:gd name="connsiteY61" fmla="*/ 1819259 h 2240205"/>
              <a:gd name="connsiteX62" fmla="*/ 5453307 w 12192000"/>
              <a:gd name="connsiteY62" fmla="*/ 1815450 h 2240205"/>
              <a:gd name="connsiteX63" fmla="*/ 5221533 w 12192000"/>
              <a:gd name="connsiteY63" fmla="*/ 1846950 h 2240205"/>
              <a:gd name="connsiteX64" fmla="*/ 5149802 w 12192000"/>
              <a:gd name="connsiteY64" fmla="*/ 1844846 h 2240205"/>
              <a:gd name="connsiteX65" fmla="*/ 5114927 w 12192000"/>
              <a:gd name="connsiteY65" fmla="*/ 1847827 h 2240205"/>
              <a:gd name="connsiteX66" fmla="*/ 5108970 w 12192000"/>
              <a:gd name="connsiteY66" fmla="*/ 1847935 h 2240205"/>
              <a:gd name="connsiteX67" fmla="*/ 5067961 w 12192000"/>
              <a:gd name="connsiteY67" fmla="*/ 1845917 h 2240205"/>
              <a:gd name="connsiteX68" fmla="*/ 5007075 w 12192000"/>
              <a:gd name="connsiteY68" fmla="*/ 1838626 h 2240205"/>
              <a:gd name="connsiteX69" fmla="*/ 4944087 w 12192000"/>
              <a:gd name="connsiteY69" fmla="*/ 1823332 h 2240205"/>
              <a:gd name="connsiteX70" fmla="*/ 4907662 w 12192000"/>
              <a:gd name="connsiteY70" fmla="*/ 1816900 h 2240205"/>
              <a:gd name="connsiteX71" fmla="*/ 4882386 w 12192000"/>
              <a:gd name="connsiteY71" fmla="*/ 1809844 h 2240205"/>
              <a:gd name="connsiteX72" fmla="*/ 4811440 w 12192000"/>
              <a:gd name="connsiteY72" fmla="*/ 1804655 h 2240205"/>
              <a:gd name="connsiteX73" fmla="*/ 4691075 w 12192000"/>
              <a:gd name="connsiteY73" fmla="*/ 1801389 h 2240205"/>
              <a:gd name="connsiteX74" fmla="*/ 4640313 w 12192000"/>
              <a:gd name="connsiteY74" fmla="*/ 1784307 h 2240205"/>
              <a:gd name="connsiteX75" fmla="*/ 4536503 w 12192000"/>
              <a:gd name="connsiteY75" fmla="*/ 1785334 h 2240205"/>
              <a:gd name="connsiteX76" fmla="*/ 4513724 w 12192000"/>
              <a:gd name="connsiteY76" fmla="*/ 1791996 h 2240205"/>
              <a:gd name="connsiteX77" fmla="*/ 4459810 w 12192000"/>
              <a:gd name="connsiteY77" fmla="*/ 1797886 h 2240205"/>
              <a:gd name="connsiteX78" fmla="*/ 4379064 w 12192000"/>
              <a:gd name="connsiteY78" fmla="*/ 1817177 h 2240205"/>
              <a:gd name="connsiteX79" fmla="*/ 4290981 w 12192000"/>
              <a:gd name="connsiteY79" fmla="*/ 1839677 h 2240205"/>
              <a:gd name="connsiteX80" fmla="*/ 4238372 w 12192000"/>
              <a:gd name="connsiteY80" fmla="*/ 1851480 h 2240205"/>
              <a:gd name="connsiteX81" fmla="*/ 4232517 w 12192000"/>
              <a:gd name="connsiteY81" fmla="*/ 1852567 h 2240205"/>
              <a:gd name="connsiteX82" fmla="*/ 4191732 w 12192000"/>
              <a:gd name="connsiteY82" fmla="*/ 1857328 h 2240205"/>
              <a:gd name="connsiteX83" fmla="*/ 4065532 w 12192000"/>
              <a:gd name="connsiteY83" fmla="*/ 1855477 h 2240205"/>
              <a:gd name="connsiteX84" fmla="*/ 4028460 w 12192000"/>
              <a:gd name="connsiteY84" fmla="*/ 1855137 h 2240205"/>
              <a:gd name="connsiteX85" fmla="*/ 4002267 w 12192000"/>
              <a:gd name="connsiteY85" fmla="*/ 1852352 h 2240205"/>
              <a:gd name="connsiteX86" fmla="*/ 3931396 w 12192000"/>
              <a:gd name="connsiteY86" fmla="*/ 1858915 h 2240205"/>
              <a:gd name="connsiteX87" fmla="*/ 3812162 w 12192000"/>
              <a:gd name="connsiteY87" fmla="*/ 1875501 h 2240205"/>
              <a:gd name="connsiteX88" fmla="*/ 3758105 w 12192000"/>
              <a:gd name="connsiteY88" fmla="*/ 1871856 h 2240205"/>
              <a:gd name="connsiteX89" fmla="*/ 3567259 w 12192000"/>
              <a:gd name="connsiteY89" fmla="*/ 1893482 h 2240205"/>
              <a:gd name="connsiteX90" fmla="*/ 3405770 w 12192000"/>
              <a:gd name="connsiteY90" fmla="*/ 1904591 h 2240205"/>
              <a:gd name="connsiteX91" fmla="*/ 3280097 w 12192000"/>
              <a:gd name="connsiteY91" fmla="*/ 1919610 h 2240205"/>
              <a:gd name="connsiteX92" fmla="*/ 3009910 w 12192000"/>
              <a:gd name="connsiteY92" fmla="*/ 1957866 h 2240205"/>
              <a:gd name="connsiteX93" fmla="*/ 2995934 w 12192000"/>
              <a:gd name="connsiteY93" fmla="*/ 1967085 h 2240205"/>
              <a:gd name="connsiteX94" fmla="*/ 2942858 w 12192000"/>
              <a:gd name="connsiteY94" fmla="*/ 1981367 h 2240205"/>
              <a:gd name="connsiteX95" fmla="*/ 2875436 w 12192000"/>
              <a:gd name="connsiteY95" fmla="*/ 1996977 h 2240205"/>
              <a:gd name="connsiteX96" fmla="*/ 2874892 w 12192000"/>
              <a:gd name="connsiteY96" fmla="*/ 1996085 h 2240205"/>
              <a:gd name="connsiteX97" fmla="*/ 2843662 w 12192000"/>
              <a:gd name="connsiteY97" fmla="*/ 1992498 h 2240205"/>
              <a:gd name="connsiteX98" fmla="*/ 2718916 w 12192000"/>
              <a:gd name="connsiteY98" fmla="*/ 1990867 h 2240205"/>
              <a:gd name="connsiteX99" fmla="*/ 2713522 w 12192000"/>
              <a:gd name="connsiteY99" fmla="*/ 1990173 h 2240205"/>
              <a:gd name="connsiteX100" fmla="*/ 2476147 w 12192000"/>
              <a:gd name="connsiteY100" fmla="*/ 1998305 h 2240205"/>
              <a:gd name="connsiteX101" fmla="*/ 2373568 w 12192000"/>
              <a:gd name="connsiteY101" fmla="*/ 2003219 h 2240205"/>
              <a:gd name="connsiteX102" fmla="*/ 2287219 w 12192000"/>
              <a:gd name="connsiteY102" fmla="*/ 1998750 h 2240205"/>
              <a:gd name="connsiteX103" fmla="*/ 2243069 w 12192000"/>
              <a:gd name="connsiteY103" fmla="*/ 2005321 h 2240205"/>
              <a:gd name="connsiteX104" fmla="*/ 2164831 w 12192000"/>
              <a:gd name="connsiteY104" fmla="*/ 2010143 h 2240205"/>
              <a:gd name="connsiteX105" fmla="*/ 2085228 w 12192000"/>
              <a:gd name="connsiteY105" fmla="*/ 2046431 h 2240205"/>
              <a:gd name="connsiteX106" fmla="*/ 2058061 w 12192000"/>
              <a:gd name="connsiteY106" fmla="*/ 2047942 h 2240205"/>
              <a:gd name="connsiteX107" fmla="*/ 2042244 w 12192000"/>
              <a:gd name="connsiteY107" fmla="*/ 2055560 h 2240205"/>
              <a:gd name="connsiteX108" fmla="*/ 1877728 w 12192000"/>
              <a:gd name="connsiteY108" fmla="*/ 2101004 h 2240205"/>
              <a:gd name="connsiteX109" fmla="*/ 1759056 w 12192000"/>
              <a:gd name="connsiteY109" fmla="*/ 2125608 h 2240205"/>
              <a:gd name="connsiteX110" fmla="*/ 1637948 w 12192000"/>
              <a:gd name="connsiteY110" fmla="*/ 2172597 h 2240205"/>
              <a:gd name="connsiteX111" fmla="*/ 1434549 w 12192000"/>
              <a:gd name="connsiteY111" fmla="*/ 2234522 h 2240205"/>
              <a:gd name="connsiteX112" fmla="*/ 1370962 w 12192000"/>
              <a:gd name="connsiteY112" fmla="*/ 2237474 h 2240205"/>
              <a:gd name="connsiteX113" fmla="*/ 1356367 w 12192000"/>
              <a:gd name="connsiteY113" fmla="*/ 2235089 h 2240205"/>
              <a:gd name="connsiteX114" fmla="*/ 1279765 w 12192000"/>
              <a:gd name="connsiteY114" fmla="*/ 2229639 h 2240205"/>
              <a:gd name="connsiteX115" fmla="*/ 1195347 w 12192000"/>
              <a:gd name="connsiteY115" fmla="*/ 2212354 h 2240205"/>
              <a:gd name="connsiteX116" fmla="*/ 970251 w 12192000"/>
              <a:gd name="connsiteY116" fmla="*/ 2221029 h 2240205"/>
              <a:gd name="connsiteX117" fmla="*/ 812914 w 12192000"/>
              <a:gd name="connsiteY117" fmla="*/ 2210095 h 2240205"/>
              <a:gd name="connsiteX118" fmla="*/ 776382 w 12192000"/>
              <a:gd name="connsiteY118" fmla="*/ 2204512 h 2240205"/>
              <a:gd name="connsiteX119" fmla="*/ 597225 w 12192000"/>
              <a:gd name="connsiteY119" fmla="*/ 2180999 h 2240205"/>
              <a:gd name="connsiteX120" fmla="*/ 520671 w 12192000"/>
              <a:gd name="connsiteY120" fmla="*/ 2180980 h 2240205"/>
              <a:gd name="connsiteX121" fmla="*/ 515024 w 12192000"/>
              <a:gd name="connsiteY121" fmla="*/ 2179258 h 2240205"/>
              <a:gd name="connsiteX122" fmla="*/ 413835 w 12192000"/>
              <a:gd name="connsiteY122" fmla="*/ 2156783 h 2240205"/>
              <a:gd name="connsiteX123" fmla="*/ 376513 w 12192000"/>
              <a:gd name="connsiteY123" fmla="*/ 2154014 h 2240205"/>
              <a:gd name="connsiteX124" fmla="*/ 273386 w 12192000"/>
              <a:gd name="connsiteY124" fmla="*/ 2142551 h 2240205"/>
              <a:gd name="connsiteX125" fmla="*/ 77641 w 12192000"/>
              <a:gd name="connsiteY125" fmla="*/ 2126835 h 2240205"/>
              <a:gd name="connsiteX126" fmla="*/ 37645 w 12192000"/>
              <a:gd name="connsiteY126" fmla="*/ 2115401 h 2240205"/>
              <a:gd name="connsiteX127" fmla="*/ 4572 w 12192000"/>
              <a:gd name="connsiteY127" fmla="*/ 2111091 h 2240205"/>
              <a:gd name="connsiteX128" fmla="*/ 0 w 12192000"/>
              <a:gd name="connsiteY128" fmla="*/ 2110468 h 2240205"/>
              <a:gd name="connsiteX129" fmla="*/ 0 w 12192000"/>
              <a:gd name="connsiteY129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649954 w 12192000"/>
              <a:gd name="connsiteY4" fmla="*/ 749628 h 2240205"/>
              <a:gd name="connsiteX5" fmla="*/ 11560424 w 12192000"/>
              <a:gd name="connsiteY5" fmla="*/ 748017 h 2240205"/>
              <a:gd name="connsiteX6" fmla="*/ 11358455 w 12192000"/>
              <a:gd name="connsiteY6" fmla="*/ 747593 h 2240205"/>
              <a:gd name="connsiteX7" fmla="*/ 11165209 w 12192000"/>
              <a:gd name="connsiteY7" fmla="*/ 748852 h 2240205"/>
              <a:gd name="connsiteX8" fmla="*/ 11058755 w 12192000"/>
              <a:gd name="connsiteY8" fmla="*/ 749617 h 2240205"/>
              <a:gd name="connsiteX9" fmla="*/ 10803046 w 12192000"/>
              <a:gd name="connsiteY9" fmla="*/ 774328 h 2240205"/>
              <a:gd name="connsiteX10" fmla="*/ 10458762 w 12192000"/>
              <a:gd name="connsiteY10" fmla="*/ 755400 h 2240205"/>
              <a:gd name="connsiteX11" fmla="*/ 10211200 w 12192000"/>
              <a:gd name="connsiteY11" fmla="*/ 767513 h 2240205"/>
              <a:gd name="connsiteX12" fmla="*/ 10167995 w 12192000"/>
              <a:gd name="connsiteY12" fmla="*/ 760843 h 2240205"/>
              <a:gd name="connsiteX13" fmla="*/ 9997044 w 12192000"/>
              <a:gd name="connsiteY13" fmla="*/ 780129 h 2240205"/>
              <a:gd name="connsiteX14" fmla="*/ 9943887 w 12192000"/>
              <a:gd name="connsiteY14" fmla="*/ 804141 h 2240205"/>
              <a:gd name="connsiteX15" fmla="*/ 9918248 w 12192000"/>
              <a:gd name="connsiteY15" fmla="*/ 816628 h 2240205"/>
              <a:gd name="connsiteX16" fmla="*/ 9767091 w 12192000"/>
              <a:gd name="connsiteY16" fmla="*/ 870550 h 2240205"/>
              <a:gd name="connsiteX17" fmla="*/ 9683005 w 12192000"/>
              <a:gd name="connsiteY17" fmla="*/ 894128 h 2240205"/>
              <a:gd name="connsiteX18" fmla="*/ 9500499 w 12192000"/>
              <a:gd name="connsiteY18" fmla="*/ 954680 h 2240205"/>
              <a:gd name="connsiteX19" fmla="*/ 9410017 w 12192000"/>
              <a:gd name="connsiteY19" fmla="*/ 993931 h 2240205"/>
              <a:gd name="connsiteX20" fmla="*/ 9392919 w 12192000"/>
              <a:gd name="connsiteY20" fmla="*/ 994656 h 2240205"/>
              <a:gd name="connsiteX21" fmla="*/ 9268019 w 12192000"/>
              <a:gd name="connsiteY21" fmla="*/ 1007442 h 2240205"/>
              <a:gd name="connsiteX22" fmla="*/ 9188177 w 12192000"/>
              <a:gd name="connsiteY22" fmla="*/ 1035474 h 2240205"/>
              <a:gd name="connsiteX23" fmla="*/ 9155969 w 12192000"/>
              <a:gd name="connsiteY23" fmla="*/ 1046804 h 2240205"/>
              <a:gd name="connsiteX24" fmla="*/ 9133985 w 12192000"/>
              <a:gd name="connsiteY24" fmla="*/ 1046450 h 2240205"/>
              <a:gd name="connsiteX25" fmla="*/ 9003462 w 12192000"/>
              <a:gd name="connsiteY25" fmla="*/ 1042406 h 2240205"/>
              <a:gd name="connsiteX26" fmla="*/ 8968445 w 12192000"/>
              <a:gd name="connsiteY26" fmla="*/ 1052169 h 2240205"/>
              <a:gd name="connsiteX27" fmla="*/ 8886001 w 12192000"/>
              <a:gd name="connsiteY27" fmla="*/ 1067468 h 2240205"/>
              <a:gd name="connsiteX28" fmla="*/ 8838610 w 12192000"/>
              <a:gd name="connsiteY28" fmla="*/ 1075091 h 2240205"/>
              <a:gd name="connsiteX29" fmla="*/ 8665605 w 12192000"/>
              <a:gd name="connsiteY29" fmla="*/ 1110791 h 2240205"/>
              <a:gd name="connsiteX30" fmla="*/ 8419755 w 12192000"/>
              <a:gd name="connsiteY30" fmla="*/ 1216260 h 2240205"/>
              <a:gd name="connsiteX31" fmla="*/ 8411626 w 12192000"/>
              <a:gd name="connsiteY31" fmla="*/ 1214397 h 2240205"/>
              <a:gd name="connsiteX32" fmla="*/ 8363469 w 12192000"/>
              <a:gd name="connsiteY32" fmla="*/ 1246658 h 2240205"/>
              <a:gd name="connsiteX33" fmla="*/ 8275497 w 12192000"/>
              <a:gd name="connsiteY33" fmla="*/ 1264396 h 2240205"/>
              <a:gd name="connsiteX34" fmla="*/ 8074238 w 12192000"/>
              <a:gd name="connsiteY34" fmla="*/ 1301895 h 2240205"/>
              <a:gd name="connsiteX35" fmla="*/ 7902328 w 12192000"/>
              <a:gd name="connsiteY35" fmla="*/ 1345865 h 2240205"/>
              <a:gd name="connsiteX36" fmla="*/ 7840612 w 12192000"/>
              <a:gd name="connsiteY36" fmla="*/ 1369373 h 2240205"/>
              <a:gd name="connsiteX37" fmla="*/ 7786819 w 12192000"/>
              <a:gd name="connsiteY37" fmla="*/ 1378970 h 2240205"/>
              <a:gd name="connsiteX38" fmla="*/ 7548172 w 12192000"/>
              <a:gd name="connsiteY38" fmla="*/ 1417460 h 2240205"/>
              <a:gd name="connsiteX39" fmla="*/ 7483437 w 12192000"/>
              <a:gd name="connsiteY39" fmla="*/ 1478152 h 2240205"/>
              <a:gd name="connsiteX40" fmla="*/ 7377870 w 12192000"/>
              <a:gd name="connsiteY40" fmla="*/ 1523319 h 2240205"/>
              <a:gd name="connsiteX41" fmla="*/ 7230737 w 12192000"/>
              <a:gd name="connsiteY41" fmla="*/ 1562633 h 2240205"/>
              <a:gd name="connsiteX42" fmla="*/ 7224458 w 12192000"/>
              <a:gd name="connsiteY42" fmla="*/ 1573008 h 2240205"/>
              <a:gd name="connsiteX43" fmla="*/ 7183121 w 12192000"/>
              <a:gd name="connsiteY43" fmla="*/ 1595162 h 2240205"/>
              <a:gd name="connsiteX44" fmla="*/ 7164601 w 12192000"/>
              <a:gd name="connsiteY44" fmla="*/ 1606490 h 2240205"/>
              <a:gd name="connsiteX45" fmla="*/ 6900177 w 12192000"/>
              <a:gd name="connsiteY45" fmla="*/ 1636016 h 2240205"/>
              <a:gd name="connsiteX46" fmla="*/ 6795372 w 12192000"/>
              <a:gd name="connsiteY46" fmla="*/ 1644845 h 2240205"/>
              <a:gd name="connsiteX47" fmla="*/ 6692251 w 12192000"/>
              <a:gd name="connsiteY47" fmla="*/ 1656357 h 2240205"/>
              <a:gd name="connsiteX48" fmla="*/ 6655235 w 12192000"/>
              <a:gd name="connsiteY48" fmla="*/ 1661869 h 2240205"/>
              <a:gd name="connsiteX49" fmla="*/ 6554894 w 12192000"/>
              <a:gd name="connsiteY49" fmla="*/ 1664428 h 2240205"/>
              <a:gd name="connsiteX50" fmla="*/ 6516595 w 12192000"/>
              <a:gd name="connsiteY50" fmla="*/ 1667475 h 2240205"/>
              <a:gd name="connsiteX51" fmla="*/ 6508541 w 12192000"/>
              <a:gd name="connsiteY51" fmla="*/ 1668757 h 2240205"/>
              <a:gd name="connsiteX52" fmla="*/ 6471012 w 12192000"/>
              <a:gd name="connsiteY52" fmla="*/ 1678604 h 2240205"/>
              <a:gd name="connsiteX53" fmla="*/ 6364035 w 12192000"/>
              <a:gd name="connsiteY53" fmla="*/ 1667683 h 2240205"/>
              <a:gd name="connsiteX54" fmla="*/ 6243319 w 12192000"/>
              <a:gd name="connsiteY54" fmla="*/ 1695560 h 2240205"/>
              <a:gd name="connsiteX55" fmla="*/ 6098321 w 12192000"/>
              <a:gd name="connsiteY55" fmla="*/ 1721646 h 2240205"/>
              <a:gd name="connsiteX56" fmla="*/ 5880652 w 12192000"/>
              <a:gd name="connsiteY56" fmla="*/ 1779643 h 2240205"/>
              <a:gd name="connsiteX57" fmla="*/ 5785959 w 12192000"/>
              <a:gd name="connsiteY57" fmla="*/ 1775307 h 2240205"/>
              <a:gd name="connsiteX58" fmla="*/ 5643534 w 12192000"/>
              <a:gd name="connsiteY58" fmla="*/ 1802919 h 2240205"/>
              <a:gd name="connsiteX59" fmla="*/ 5518799 w 12192000"/>
              <a:gd name="connsiteY59" fmla="*/ 1818312 h 2240205"/>
              <a:gd name="connsiteX60" fmla="*/ 5505014 w 12192000"/>
              <a:gd name="connsiteY60" fmla="*/ 1819259 h 2240205"/>
              <a:gd name="connsiteX61" fmla="*/ 5453307 w 12192000"/>
              <a:gd name="connsiteY61" fmla="*/ 1815450 h 2240205"/>
              <a:gd name="connsiteX62" fmla="*/ 5221533 w 12192000"/>
              <a:gd name="connsiteY62" fmla="*/ 1846950 h 2240205"/>
              <a:gd name="connsiteX63" fmla="*/ 5149802 w 12192000"/>
              <a:gd name="connsiteY63" fmla="*/ 1844846 h 2240205"/>
              <a:gd name="connsiteX64" fmla="*/ 5114927 w 12192000"/>
              <a:gd name="connsiteY64" fmla="*/ 1847827 h 2240205"/>
              <a:gd name="connsiteX65" fmla="*/ 5108970 w 12192000"/>
              <a:gd name="connsiteY65" fmla="*/ 1847935 h 2240205"/>
              <a:gd name="connsiteX66" fmla="*/ 5067961 w 12192000"/>
              <a:gd name="connsiteY66" fmla="*/ 1845917 h 2240205"/>
              <a:gd name="connsiteX67" fmla="*/ 5007075 w 12192000"/>
              <a:gd name="connsiteY67" fmla="*/ 1838626 h 2240205"/>
              <a:gd name="connsiteX68" fmla="*/ 4944087 w 12192000"/>
              <a:gd name="connsiteY68" fmla="*/ 1823332 h 2240205"/>
              <a:gd name="connsiteX69" fmla="*/ 4907662 w 12192000"/>
              <a:gd name="connsiteY69" fmla="*/ 1816900 h 2240205"/>
              <a:gd name="connsiteX70" fmla="*/ 4882386 w 12192000"/>
              <a:gd name="connsiteY70" fmla="*/ 1809844 h 2240205"/>
              <a:gd name="connsiteX71" fmla="*/ 4811440 w 12192000"/>
              <a:gd name="connsiteY71" fmla="*/ 1804655 h 2240205"/>
              <a:gd name="connsiteX72" fmla="*/ 4691075 w 12192000"/>
              <a:gd name="connsiteY72" fmla="*/ 1801389 h 2240205"/>
              <a:gd name="connsiteX73" fmla="*/ 4640313 w 12192000"/>
              <a:gd name="connsiteY73" fmla="*/ 1784307 h 2240205"/>
              <a:gd name="connsiteX74" fmla="*/ 4536503 w 12192000"/>
              <a:gd name="connsiteY74" fmla="*/ 1785334 h 2240205"/>
              <a:gd name="connsiteX75" fmla="*/ 4513724 w 12192000"/>
              <a:gd name="connsiteY75" fmla="*/ 1791996 h 2240205"/>
              <a:gd name="connsiteX76" fmla="*/ 4459810 w 12192000"/>
              <a:gd name="connsiteY76" fmla="*/ 1797886 h 2240205"/>
              <a:gd name="connsiteX77" fmla="*/ 4379064 w 12192000"/>
              <a:gd name="connsiteY77" fmla="*/ 1817177 h 2240205"/>
              <a:gd name="connsiteX78" fmla="*/ 4290981 w 12192000"/>
              <a:gd name="connsiteY78" fmla="*/ 1839677 h 2240205"/>
              <a:gd name="connsiteX79" fmla="*/ 4238372 w 12192000"/>
              <a:gd name="connsiteY79" fmla="*/ 1851480 h 2240205"/>
              <a:gd name="connsiteX80" fmla="*/ 4232517 w 12192000"/>
              <a:gd name="connsiteY80" fmla="*/ 1852567 h 2240205"/>
              <a:gd name="connsiteX81" fmla="*/ 4191732 w 12192000"/>
              <a:gd name="connsiteY81" fmla="*/ 1857328 h 2240205"/>
              <a:gd name="connsiteX82" fmla="*/ 4065532 w 12192000"/>
              <a:gd name="connsiteY82" fmla="*/ 1855477 h 2240205"/>
              <a:gd name="connsiteX83" fmla="*/ 4028460 w 12192000"/>
              <a:gd name="connsiteY83" fmla="*/ 1855137 h 2240205"/>
              <a:gd name="connsiteX84" fmla="*/ 4002267 w 12192000"/>
              <a:gd name="connsiteY84" fmla="*/ 1852352 h 2240205"/>
              <a:gd name="connsiteX85" fmla="*/ 3931396 w 12192000"/>
              <a:gd name="connsiteY85" fmla="*/ 1858915 h 2240205"/>
              <a:gd name="connsiteX86" fmla="*/ 3812162 w 12192000"/>
              <a:gd name="connsiteY86" fmla="*/ 1875501 h 2240205"/>
              <a:gd name="connsiteX87" fmla="*/ 3758105 w 12192000"/>
              <a:gd name="connsiteY87" fmla="*/ 1871856 h 2240205"/>
              <a:gd name="connsiteX88" fmla="*/ 3567259 w 12192000"/>
              <a:gd name="connsiteY88" fmla="*/ 1893482 h 2240205"/>
              <a:gd name="connsiteX89" fmla="*/ 3405770 w 12192000"/>
              <a:gd name="connsiteY89" fmla="*/ 1904591 h 2240205"/>
              <a:gd name="connsiteX90" fmla="*/ 3280097 w 12192000"/>
              <a:gd name="connsiteY90" fmla="*/ 1919610 h 2240205"/>
              <a:gd name="connsiteX91" fmla="*/ 3009910 w 12192000"/>
              <a:gd name="connsiteY91" fmla="*/ 1957866 h 2240205"/>
              <a:gd name="connsiteX92" fmla="*/ 2995934 w 12192000"/>
              <a:gd name="connsiteY92" fmla="*/ 1967085 h 2240205"/>
              <a:gd name="connsiteX93" fmla="*/ 2942858 w 12192000"/>
              <a:gd name="connsiteY93" fmla="*/ 1981367 h 2240205"/>
              <a:gd name="connsiteX94" fmla="*/ 2875436 w 12192000"/>
              <a:gd name="connsiteY94" fmla="*/ 1996977 h 2240205"/>
              <a:gd name="connsiteX95" fmla="*/ 2874892 w 12192000"/>
              <a:gd name="connsiteY95" fmla="*/ 1996085 h 2240205"/>
              <a:gd name="connsiteX96" fmla="*/ 2843662 w 12192000"/>
              <a:gd name="connsiteY96" fmla="*/ 1992498 h 2240205"/>
              <a:gd name="connsiteX97" fmla="*/ 2718916 w 12192000"/>
              <a:gd name="connsiteY97" fmla="*/ 1990867 h 2240205"/>
              <a:gd name="connsiteX98" fmla="*/ 2713522 w 12192000"/>
              <a:gd name="connsiteY98" fmla="*/ 1990173 h 2240205"/>
              <a:gd name="connsiteX99" fmla="*/ 2476147 w 12192000"/>
              <a:gd name="connsiteY99" fmla="*/ 1998305 h 2240205"/>
              <a:gd name="connsiteX100" fmla="*/ 2373568 w 12192000"/>
              <a:gd name="connsiteY100" fmla="*/ 2003219 h 2240205"/>
              <a:gd name="connsiteX101" fmla="*/ 2287219 w 12192000"/>
              <a:gd name="connsiteY101" fmla="*/ 1998750 h 2240205"/>
              <a:gd name="connsiteX102" fmla="*/ 2243069 w 12192000"/>
              <a:gd name="connsiteY102" fmla="*/ 2005321 h 2240205"/>
              <a:gd name="connsiteX103" fmla="*/ 2164831 w 12192000"/>
              <a:gd name="connsiteY103" fmla="*/ 2010143 h 2240205"/>
              <a:gd name="connsiteX104" fmla="*/ 2085228 w 12192000"/>
              <a:gd name="connsiteY104" fmla="*/ 2046431 h 2240205"/>
              <a:gd name="connsiteX105" fmla="*/ 2058061 w 12192000"/>
              <a:gd name="connsiteY105" fmla="*/ 2047942 h 2240205"/>
              <a:gd name="connsiteX106" fmla="*/ 2042244 w 12192000"/>
              <a:gd name="connsiteY106" fmla="*/ 2055560 h 2240205"/>
              <a:gd name="connsiteX107" fmla="*/ 1877728 w 12192000"/>
              <a:gd name="connsiteY107" fmla="*/ 2101004 h 2240205"/>
              <a:gd name="connsiteX108" fmla="*/ 1759056 w 12192000"/>
              <a:gd name="connsiteY108" fmla="*/ 2125608 h 2240205"/>
              <a:gd name="connsiteX109" fmla="*/ 1637948 w 12192000"/>
              <a:gd name="connsiteY109" fmla="*/ 2172597 h 2240205"/>
              <a:gd name="connsiteX110" fmla="*/ 1434549 w 12192000"/>
              <a:gd name="connsiteY110" fmla="*/ 2234522 h 2240205"/>
              <a:gd name="connsiteX111" fmla="*/ 1370962 w 12192000"/>
              <a:gd name="connsiteY111" fmla="*/ 2237474 h 2240205"/>
              <a:gd name="connsiteX112" fmla="*/ 1356367 w 12192000"/>
              <a:gd name="connsiteY112" fmla="*/ 2235089 h 2240205"/>
              <a:gd name="connsiteX113" fmla="*/ 1279765 w 12192000"/>
              <a:gd name="connsiteY113" fmla="*/ 2229639 h 2240205"/>
              <a:gd name="connsiteX114" fmla="*/ 1195347 w 12192000"/>
              <a:gd name="connsiteY114" fmla="*/ 2212354 h 2240205"/>
              <a:gd name="connsiteX115" fmla="*/ 970251 w 12192000"/>
              <a:gd name="connsiteY115" fmla="*/ 2221029 h 2240205"/>
              <a:gd name="connsiteX116" fmla="*/ 812914 w 12192000"/>
              <a:gd name="connsiteY116" fmla="*/ 2210095 h 2240205"/>
              <a:gd name="connsiteX117" fmla="*/ 776382 w 12192000"/>
              <a:gd name="connsiteY117" fmla="*/ 2204512 h 2240205"/>
              <a:gd name="connsiteX118" fmla="*/ 597225 w 12192000"/>
              <a:gd name="connsiteY118" fmla="*/ 2180999 h 2240205"/>
              <a:gd name="connsiteX119" fmla="*/ 520671 w 12192000"/>
              <a:gd name="connsiteY119" fmla="*/ 2180980 h 2240205"/>
              <a:gd name="connsiteX120" fmla="*/ 515024 w 12192000"/>
              <a:gd name="connsiteY120" fmla="*/ 2179258 h 2240205"/>
              <a:gd name="connsiteX121" fmla="*/ 413835 w 12192000"/>
              <a:gd name="connsiteY121" fmla="*/ 2156783 h 2240205"/>
              <a:gd name="connsiteX122" fmla="*/ 376513 w 12192000"/>
              <a:gd name="connsiteY122" fmla="*/ 2154014 h 2240205"/>
              <a:gd name="connsiteX123" fmla="*/ 273386 w 12192000"/>
              <a:gd name="connsiteY123" fmla="*/ 2142551 h 2240205"/>
              <a:gd name="connsiteX124" fmla="*/ 77641 w 12192000"/>
              <a:gd name="connsiteY124" fmla="*/ 2126835 h 2240205"/>
              <a:gd name="connsiteX125" fmla="*/ 37645 w 12192000"/>
              <a:gd name="connsiteY125" fmla="*/ 2115401 h 2240205"/>
              <a:gd name="connsiteX126" fmla="*/ 4572 w 12192000"/>
              <a:gd name="connsiteY126" fmla="*/ 2111091 h 2240205"/>
              <a:gd name="connsiteX127" fmla="*/ 0 w 12192000"/>
              <a:gd name="connsiteY127" fmla="*/ 2110468 h 2240205"/>
              <a:gd name="connsiteX128" fmla="*/ 0 w 12192000"/>
              <a:gd name="connsiteY128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649954 w 12192000"/>
              <a:gd name="connsiteY4" fmla="*/ 749628 h 2240205"/>
              <a:gd name="connsiteX5" fmla="*/ 11560424 w 12192000"/>
              <a:gd name="connsiteY5" fmla="*/ 748017 h 2240205"/>
              <a:gd name="connsiteX6" fmla="*/ 11358455 w 12192000"/>
              <a:gd name="connsiteY6" fmla="*/ 747593 h 2240205"/>
              <a:gd name="connsiteX7" fmla="*/ 11165209 w 12192000"/>
              <a:gd name="connsiteY7" fmla="*/ 748852 h 2240205"/>
              <a:gd name="connsiteX8" fmla="*/ 11058755 w 12192000"/>
              <a:gd name="connsiteY8" fmla="*/ 749617 h 2240205"/>
              <a:gd name="connsiteX9" fmla="*/ 10803046 w 12192000"/>
              <a:gd name="connsiteY9" fmla="*/ 774328 h 2240205"/>
              <a:gd name="connsiteX10" fmla="*/ 10458762 w 12192000"/>
              <a:gd name="connsiteY10" fmla="*/ 755400 h 2240205"/>
              <a:gd name="connsiteX11" fmla="*/ 10211200 w 12192000"/>
              <a:gd name="connsiteY11" fmla="*/ 767513 h 2240205"/>
              <a:gd name="connsiteX12" fmla="*/ 10167995 w 12192000"/>
              <a:gd name="connsiteY12" fmla="*/ 760843 h 2240205"/>
              <a:gd name="connsiteX13" fmla="*/ 9997044 w 12192000"/>
              <a:gd name="connsiteY13" fmla="*/ 780129 h 2240205"/>
              <a:gd name="connsiteX14" fmla="*/ 9943887 w 12192000"/>
              <a:gd name="connsiteY14" fmla="*/ 804141 h 2240205"/>
              <a:gd name="connsiteX15" fmla="*/ 9918248 w 12192000"/>
              <a:gd name="connsiteY15" fmla="*/ 816628 h 2240205"/>
              <a:gd name="connsiteX16" fmla="*/ 9767091 w 12192000"/>
              <a:gd name="connsiteY16" fmla="*/ 870550 h 2240205"/>
              <a:gd name="connsiteX17" fmla="*/ 9683005 w 12192000"/>
              <a:gd name="connsiteY17" fmla="*/ 894128 h 2240205"/>
              <a:gd name="connsiteX18" fmla="*/ 9500499 w 12192000"/>
              <a:gd name="connsiteY18" fmla="*/ 954680 h 2240205"/>
              <a:gd name="connsiteX19" fmla="*/ 9410017 w 12192000"/>
              <a:gd name="connsiteY19" fmla="*/ 993931 h 2240205"/>
              <a:gd name="connsiteX20" fmla="*/ 9392919 w 12192000"/>
              <a:gd name="connsiteY20" fmla="*/ 994656 h 2240205"/>
              <a:gd name="connsiteX21" fmla="*/ 9268019 w 12192000"/>
              <a:gd name="connsiteY21" fmla="*/ 1007442 h 2240205"/>
              <a:gd name="connsiteX22" fmla="*/ 9188177 w 12192000"/>
              <a:gd name="connsiteY22" fmla="*/ 1035474 h 2240205"/>
              <a:gd name="connsiteX23" fmla="*/ 9155969 w 12192000"/>
              <a:gd name="connsiteY23" fmla="*/ 1046804 h 2240205"/>
              <a:gd name="connsiteX24" fmla="*/ 9133985 w 12192000"/>
              <a:gd name="connsiteY24" fmla="*/ 1046450 h 2240205"/>
              <a:gd name="connsiteX25" fmla="*/ 9003462 w 12192000"/>
              <a:gd name="connsiteY25" fmla="*/ 1042406 h 2240205"/>
              <a:gd name="connsiteX26" fmla="*/ 8968445 w 12192000"/>
              <a:gd name="connsiteY26" fmla="*/ 1052169 h 2240205"/>
              <a:gd name="connsiteX27" fmla="*/ 8886001 w 12192000"/>
              <a:gd name="connsiteY27" fmla="*/ 1067468 h 2240205"/>
              <a:gd name="connsiteX28" fmla="*/ 8838610 w 12192000"/>
              <a:gd name="connsiteY28" fmla="*/ 1075091 h 2240205"/>
              <a:gd name="connsiteX29" fmla="*/ 8665605 w 12192000"/>
              <a:gd name="connsiteY29" fmla="*/ 1110791 h 2240205"/>
              <a:gd name="connsiteX30" fmla="*/ 8419755 w 12192000"/>
              <a:gd name="connsiteY30" fmla="*/ 1216260 h 2240205"/>
              <a:gd name="connsiteX31" fmla="*/ 8411626 w 12192000"/>
              <a:gd name="connsiteY31" fmla="*/ 1214397 h 2240205"/>
              <a:gd name="connsiteX32" fmla="*/ 8363469 w 12192000"/>
              <a:gd name="connsiteY32" fmla="*/ 1246658 h 2240205"/>
              <a:gd name="connsiteX33" fmla="*/ 8275497 w 12192000"/>
              <a:gd name="connsiteY33" fmla="*/ 1264396 h 2240205"/>
              <a:gd name="connsiteX34" fmla="*/ 8074238 w 12192000"/>
              <a:gd name="connsiteY34" fmla="*/ 1301895 h 2240205"/>
              <a:gd name="connsiteX35" fmla="*/ 7902328 w 12192000"/>
              <a:gd name="connsiteY35" fmla="*/ 1345865 h 2240205"/>
              <a:gd name="connsiteX36" fmla="*/ 7840612 w 12192000"/>
              <a:gd name="connsiteY36" fmla="*/ 1369373 h 2240205"/>
              <a:gd name="connsiteX37" fmla="*/ 7786819 w 12192000"/>
              <a:gd name="connsiteY37" fmla="*/ 1378970 h 2240205"/>
              <a:gd name="connsiteX38" fmla="*/ 7548172 w 12192000"/>
              <a:gd name="connsiteY38" fmla="*/ 1417460 h 2240205"/>
              <a:gd name="connsiteX39" fmla="*/ 7483437 w 12192000"/>
              <a:gd name="connsiteY39" fmla="*/ 1478152 h 2240205"/>
              <a:gd name="connsiteX40" fmla="*/ 7377870 w 12192000"/>
              <a:gd name="connsiteY40" fmla="*/ 1523319 h 2240205"/>
              <a:gd name="connsiteX41" fmla="*/ 7230737 w 12192000"/>
              <a:gd name="connsiteY41" fmla="*/ 1562633 h 2240205"/>
              <a:gd name="connsiteX42" fmla="*/ 7224458 w 12192000"/>
              <a:gd name="connsiteY42" fmla="*/ 1573008 h 2240205"/>
              <a:gd name="connsiteX43" fmla="*/ 7183121 w 12192000"/>
              <a:gd name="connsiteY43" fmla="*/ 1595162 h 2240205"/>
              <a:gd name="connsiteX44" fmla="*/ 7164601 w 12192000"/>
              <a:gd name="connsiteY44" fmla="*/ 1606490 h 2240205"/>
              <a:gd name="connsiteX45" fmla="*/ 6900177 w 12192000"/>
              <a:gd name="connsiteY45" fmla="*/ 1636016 h 2240205"/>
              <a:gd name="connsiteX46" fmla="*/ 6795372 w 12192000"/>
              <a:gd name="connsiteY46" fmla="*/ 1644845 h 2240205"/>
              <a:gd name="connsiteX47" fmla="*/ 6692251 w 12192000"/>
              <a:gd name="connsiteY47" fmla="*/ 1656357 h 2240205"/>
              <a:gd name="connsiteX48" fmla="*/ 6655235 w 12192000"/>
              <a:gd name="connsiteY48" fmla="*/ 1661869 h 2240205"/>
              <a:gd name="connsiteX49" fmla="*/ 6554894 w 12192000"/>
              <a:gd name="connsiteY49" fmla="*/ 1664428 h 2240205"/>
              <a:gd name="connsiteX50" fmla="*/ 6516595 w 12192000"/>
              <a:gd name="connsiteY50" fmla="*/ 1667475 h 2240205"/>
              <a:gd name="connsiteX51" fmla="*/ 6508541 w 12192000"/>
              <a:gd name="connsiteY51" fmla="*/ 1668757 h 2240205"/>
              <a:gd name="connsiteX52" fmla="*/ 6471012 w 12192000"/>
              <a:gd name="connsiteY52" fmla="*/ 1678604 h 2240205"/>
              <a:gd name="connsiteX53" fmla="*/ 6364035 w 12192000"/>
              <a:gd name="connsiteY53" fmla="*/ 1667683 h 2240205"/>
              <a:gd name="connsiteX54" fmla="*/ 6243319 w 12192000"/>
              <a:gd name="connsiteY54" fmla="*/ 1695560 h 2240205"/>
              <a:gd name="connsiteX55" fmla="*/ 6098321 w 12192000"/>
              <a:gd name="connsiteY55" fmla="*/ 1721646 h 2240205"/>
              <a:gd name="connsiteX56" fmla="*/ 5880652 w 12192000"/>
              <a:gd name="connsiteY56" fmla="*/ 1779643 h 2240205"/>
              <a:gd name="connsiteX57" fmla="*/ 5785959 w 12192000"/>
              <a:gd name="connsiteY57" fmla="*/ 1775307 h 2240205"/>
              <a:gd name="connsiteX58" fmla="*/ 5643534 w 12192000"/>
              <a:gd name="connsiteY58" fmla="*/ 1802919 h 2240205"/>
              <a:gd name="connsiteX59" fmla="*/ 5518799 w 12192000"/>
              <a:gd name="connsiteY59" fmla="*/ 1818312 h 2240205"/>
              <a:gd name="connsiteX60" fmla="*/ 5505014 w 12192000"/>
              <a:gd name="connsiteY60" fmla="*/ 1819259 h 2240205"/>
              <a:gd name="connsiteX61" fmla="*/ 5453307 w 12192000"/>
              <a:gd name="connsiteY61" fmla="*/ 1815450 h 2240205"/>
              <a:gd name="connsiteX62" fmla="*/ 5221533 w 12192000"/>
              <a:gd name="connsiteY62" fmla="*/ 1846950 h 2240205"/>
              <a:gd name="connsiteX63" fmla="*/ 5149802 w 12192000"/>
              <a:gd name="connsiteY63" fmla="*/ 1844846 h 2240205"/>
              <a:gd name="connsiteX64" fmla="*/ 5114927 w 12192000"/>
              <a:gd name="connsiteY64" fmla="*/ 1847827 h 2240205"/>
              <a:gd name="connsiteX65" fmla="*/ 5108970 w 12192000"/>
              <a:gd name="connsiteY65" fmla="*/ 1847935 h 2240205"/>
              <a:gd name="connsiteX66" fmla="*/ 5067961 w 12192000"/>
              <a:gd name="connsiteY66" fmla="*/ 1845917 h 2240205"/>
              <a:gd name="connsiteX67" fmla="*/ 5007075 w 12192000"/>
              <a:gd name="connsiteY67" fmla="*/ 1838626 h 2240205"/>
              <a:gd name="connsiteX68" fmla="*/ 4944087 w 12192000"/>
              <a:gd name="connsiteY68" fmla="*/ 1823332 h 2240205"/>
              <a:gd name="connsiteX69" fmla="*/ 4907662 w 12192000"/>
              <a:gd name="connsiteY69" fmla="*/ 1816900 h 2240205"/>
              <a:gd name="connsiteX70" fmla="*/ 4882386 w 12192000"/>
              <a:gd name="connsiteY70" fmla="*/ 1809844 h 2240205"/>
              <a:gd name="connsiteX71" fmla="*/ 4811440 w 12192000"/>
              <a:gd name="connsiteY71" fmla="*/ 1804655 h 2240205"/>
              <a:gd name="connsiteX72" fmla="*/ 4691075 w 12192000"/>
              <a:gd name="connsiteY72" fmla="*/ 1801389 h 2240205"/>
              <a:gd name="connsiteX73" fmla="*/ 4640313 w 12192000"/>
              <a:gd name="connsiteY73" fmla="*/ 1784307 h 2240205"/>
              <a:gd name="connsiteX74" fmla="*/ 4536503 w 12192000"/>
              <a:gd name="connsiteY74" fmla="*/ 1785334 h 2240205"/>
              <a:gd name="connsiteX75" fmla="*/ 4513724 w 12192000"/>
              <a:gd name="connsiteY75" fmla="*/ 1791996 h 2240205"/>
              <a:gd name="connsiteX76" fmla="*/ 4459810 w 12192000"/>
              <a:gd name="connsiteY76" fmla="*/ 1797886 h 2240205"/>
              <a:gd name="connsiteX77" fmla="*/ 4379064 w 12192000"/>
              <a:gd name="connsiteY77" fmla="*/ 1817177 h 2240205"/>
              <a:gd name="connsiteX78" fmla="*/ 4290981 w 12192000"/>
              <a:gd name="connsiteY78" fmla="*/ 1839677 h 2240205"/>
              <a:gd name="connsiteX79" fmla="*/ 4238372 w 12192000"/>
              <a:gd name="connsiteY79" fmla="*/ 1851480 h 2240205"/>
              <a:gd name="connsiteX80" fmla="*/ 4232517 w 12192000"/>
              <a:gd name="connsiteY80" fmla="*/ 1852567 h 2240205"/>
              <a:gd name="connsiteX81" fmla="*/ 4191732 w 12192000"/>
              <a:gd name="connsiteY81" fmla="*/ 1857328 h 2240205"/>
              <a:gd name="connsiteX82" fmla="*/ 4065532 w 12192000"/>
              <a:gd name="connsiteY82" fmla="*/ 1855477 h 2240205"/>
              <a:gd name="connsiteX83" fmla="*/ 4028460 w 12192000"/>
              <a:gd name="connsiteY83" fmla="*/ 1855137 h 2240205"/>
              <a:gd name="connsiteX84" fmla="*/ 4002267 w 12192000"/>
              <a:gd name="connsiteY84" fmla="*/ 1852352 h 2240205"/>
              <a:gd name="connsiteX85" fmla="*/ 3931396 w 12192000"/>
              <a:gd name="connsiteY85" fmla="*/ 1858915 h 2240205"/>
              <a:gd name="connsiteX86" fmla="*/ 3812162 w 12192000"/>
              <a:gd name="connsiteY86" fmla="*/ 1875501 h 2240205"/>
              <a:gd name="connsiteX87" fmla="*/ 3758105 w 12192000"/>
              <a:gd name="connsiteY87" fmla="*/ 1871856 h 2240205"/>
              <a:gd name="connsiteX88" fmla="*/ 3567259 w 12192000"/>
              <a:gd name="connsiteY88" fmla="*/ 1893482 h 2240205"/>
              <a:gd name="connsiteX89" fmla="*/ 3405770 w 12192000"/>
              <a:gd name="connsiteY89" fmla="*/ 1904591 h 2240205"/>
              <a:gd name="connsiteX90" fmla="*/ 3280097 w 12192000"/>
              <a:gd name="connsiteY90" fmla="*/ 1919610 h 2240205"/>
              <a:gd name="connsiteX91" fmla="*/ 3009910 w 12192000"/>
              <a:gd name="connsiteY91" fmla="*/ 1957866 h 2240205"/>
              <a:gd name="connsiteX92" fmla="*/ 2995934 w 12192000"/>
              <a:gd name="connsiteY92" fmla="*/ 1967085 h 2240205"/>
              <a:gd name="connsiteX93" fmla="*/ 2942858 w 12192000"/>
              <a:gd name="connsiteY93" fmla="*/ 1981367 h 2240205"/>
              <a:gd name="connsiteX94" fmla="*/ 2875436 w 12192000"/>
              <a:gd name="connsiteY94" fmla="*/ 1996977 h 2240205"/>
              <a:gd name="connsiteX95" fmla="*/ 2874892 w 12192000"/>
              <a:gd name="connsiteY95" fmla="*/ 1996085 h 2240205"/>
              <a:gd name="connsiteX96" fmla="*/ 2843662 w 12192000"/>
              <a:gd name="connsiteY96" fmla="*/ 1992498 h 2240205"/>
              <a:gd name="connsiteX97" fmla="*/ 2718916 w 12192000"/>
              <a:gd name="connsiteY97" fmla="*/ 1990867 h 2240205"/>
              <a:gd name="connsiteX98" fmla="*/ 2713522 w 12192000"/>
              <a:gd name="connsiteY98" fmla="*/ 1990173 h 2240205"/>
              <a:gd name="connsiteX99" fmla="*/ 2476147 w 12192000"/>
              <a:gd name="connsiteY99" fmla="*/ 1998305 h 2240205"/>
              <a:gd name="connsiteX100" fmla="*/ 2373568 w 12192000"/>
              <a:gd name="connsiteY100" fmla="*/ 2003219 h 2240205"/>
              <a:gd name="connsiteX101" fmla="*/ 2287219 w 12192000"/>
              <a:gd name="connsiteY101" fmla="*/ 1998750 h 2240205"/>
              <a:gd name="connsiteX102" fmla="*/ 2243069 w 12192000"/>
              <a:gd name="connsiteY102" fmla="*/ 2005321 h 2240205"/>
              <a:gd name="connsiteX103" fmla="*/ 2164831 w 12192000"/>
              <a:gd name="connsiteY103" fmla="*/ 2010143 h 2240205"/>
              <a:gd name="connsiteX104" fmla="*/ 2085228 w 12192000"/>
              <a:gd name="connsiteY104" fmla="*/ 2046431 h 2240205"/>
              <a:gd name="connsiteX105" fmla="*/ 2058061 w 12192000"/>
              <a:gd name="connsiteY105" fmla="*/ 2047942 h 2240205"/>
              <a:gd name="connsiteX106" fmla="*/ 2042244 w 12192000"/>
              <a:gd name="connsiteY106" fmla="*/ 2055560 h 2240205"/>
              <a:gd name="connsiteX107" fmla="*/ 1877728 w 12192000"/>
              <a:gd name="connsiteY107" fmla="*/ 2101004 h 2240205"/>
              <a:gd name="connsiteX108" fmla="*/ 1759056 w 12192000"/>
              <a:gd name="connsiteY108" fmla="*/ 2125608 h 2240205"/>
              <a:gd name="connsiteX109" fmla="*/ 1637948 w 12192000"/>
              <a:gd name="connsiteY109" fmla="*/ 2172597 h 2240205"/>
              <a:gd name="connsiteX110" fmla="*/ 1434549 w 12192000"/>
              <a:gd name="connsiteY110" fmla="*/ 2234522 h 2240205"/>
              <a:gd name="connsiteX111" fmla="*/ 1370962 w 12192000"/>
              <a:gd name="connsiteY111" fmla="*/ 2237474 h 2240205"/>
              <a:gd name="connsiteX112" fmla="*/ 1356367 w 12192000"/>
              <a:gd name="connsiteY112" fmla="*/ 2235089 h 2240205"/>
              <a:gd name="connsiteX113" fmla="*/ 1279765 w 12192000"/>
              <a:gd name="connsiteY113" fmla="*/ 2229639 h 2240205"/>
              <a:gd name="connsiteX114" fmla="*/ 1195347 w 12192000"/>
              <a:gd name="connsiteY114" fmla="*/ 2212354 h 2240205"/>
              <a:gd name="connsiteX115" fmla="*/ 970251 w 12192000"/>
              <a:gd name="connsiteY115" fmla="*/ 2221029 h 2240205"/>
              <a:gd name="connsiteX116" fmla="*/ 812914 w 12192000"/>
              <a:gd name="connsiteY116" fmla="*/ 2210095 h 2240205"/>
              <a:gd name="connsiteX117" fmla="*/ 776382 w 12192000"/>
              <a:gd name="connsiteY117" fmla="*/ 2204512 h 2240205"/>
              <a:gd name="connsiteX118" fmla="*/ 597225 w 12192000"/>
              <a:gd name="connsiteY118" fmla="*/ 2180999 h 2240205"/>
              <a:gd name="connsiteX119" fmla="*/ 520671 w 12192000"/>
              <a:gd name="connsiteY119" fmla="*/ 2180980 h 2240205"/>
              <a:gd name="connsiteX120" fmla="*/ 515024 w 12192000"/>
              <a:gd name="connsiteY120" fmla="*/ 2179258 h 2240205"/>
              <a:gd name="connsiteX121" fmla="*/ 413835 w 12192000"/>
              <a:gd name="connsiteY121" fmla="*/ 2156783 h 2240205"/>
              <a:gd name="connsiteX122" fmla="*/ 376513 w 12192000"/>
              <a:gd name="connsiteY122" fmla="*/ 2154014 h 2240205"/>
              <a:gd name="connsiteX123" fmla="*/ 273386 w 12192000"/>
              <a:gd name="connsiteY123" fmla="*/ 2142551 h 2240205"/>
              <a:gd name="connsiteX124" fmla="*/ 77641 w 12192000"/>
              <a:gd name="connsiteY124" fmla="*/ 2126835 h 2240205"/>
              <a:gd name="connsiteX125" fmla="*/ 37645 w 12192000"/>
              <a:gd name="connsiteY125" fmla="*/ 2115401 h 2240205"/>
              <a:gd name="connsiteX126" fmla="*/ 4572 w 12192000"/>
              <a:gd name="connsiteY126" fmla="*/ 2111091 h 2240205"/>
              <a:gd name="connsiteX127" fmla="*/ 0 w 12192000"/>
              <a:gd name="connsiteY127" fmla="*/ 2110468 h 2240205"/>
              <a:gd name="connsiteX128" fmla="*/ 0 w 12192000"/>
              <a:gd name="connsiteY128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649954 w 12192000"/>
              <a:gd name="connsiteY4" fmla="*/ 749628 h 2240205"/>
              <a:gd name="connsiteX5" fmla="*/ 11560424 w 12192000"/>
              <a:gd name="connsiteY5" fmla="*/ 748017 h 2240205"/>
              <a:gd name="connsiteX6" fmla="*/ 11358455 w 12192000"/>
              <a:gd name="connsiteY6" fmla="*/ 747593 h 2240205"/>
              <a:gd name="connsiteX7" fmla="*/ 11165209 w 12192000"/>
              <a:gd name="connsiteY7" fmla="*/ 748852 h 2240205"/>
              <a:gd name="connsiteX8" fmla="*/ 11058755 w 12192000"/>
              <a:gd name="connsiteY8" fmla="*/ 749617 h 2240205"/>
              <a:gd name="connsiteX9" fmla="*/ 10803046 w 12192000"/>
              <a:gd name="connsiteY9" fmla="*/ 774328 h 2240205"/>
              <a:gd name="connsiteX10" fmla="*/ 10458762 w 12192000"/>
              <a:gd name="connsiteY10" fmla="*/ 755400 h 2240205"/>
              <a:gd name="connsiteX11" fmla="*/ 10211200 w 12192000"/>
              <a:gd name="connsiteY11" fmla="*/ 767513 h 2240205"/>
              <a:gd name="connsiteX12" fmla="*/ 10167995 w 12192000"/>
              <a:gd name="connsiteY12" fmla="*/ 760843 h 2240205"/>
              <a:gd name="connsiteX13" fmla="*/ 9997044 w 12192000"/>
              <a:gd name="connsiteY13" fmla="*/ 780129 h 2240205"/>
              <a:gd name="connsiteX14" fmla="*/ 9943887 w 12192000"/>
              <a:gd name="connsiteY14" fmla="*/ 804141 h 2240205"/>
              <a:gd name="connsiteX15" fmla="*/ 9918248 w 12192000"/>
              <a:gd name="connsiteY15" fmla="*/ 816628 h 2240205"/>
              <a:gd name="connsiteX16" fmla="*/ 9767091 w 12192000"/>
              <a:gd name="connsiteY16" fmla="*/ 870550 h 2240205"/>
              <a:gd name="connsiteX17" fmla="*/ 9683005 w 12192000"/>
              <a:gd name="connsiteY17" fmla="*/ 894128 h 2240205"/>
              <a:gd name="connsiteX18" fmla="*/ 9500499 w 12192000"/>
              <a:gd name="connsiteY18" fmla="*/ 954680 h 2240205"/>
              <a:gd name="connsiteX19" fmla="*/ 9410017 w 12192000"/>
              <a:gd name="connsiteY19" fmla="*/ 993931 h 2240205"/>
              <a:gd name="connsiteX20" fmla="*/ 9392919 w 12192000"/>
              <a:gd name="connsiteY20" fmla="*/ 994656 h 2240205"/>
              <a:gd name="connsiteX21" fmla="*/ 9268019 w 12192000"/>
              <a:gd name="connsiteY21" fmla="*/ 1007442 h 2240205"/>
              <a:gd name="connsiteX22" fmla="*/ 9188177 w 12192000"/>
              <a:gd name="connsiteY22" fmla="*/ 1035474 h 2240205"/>
              <a:gd name="connsiteX23" fmla="*/ 9155969 w 12192000"/>
              <a:gd name="connsiteY23" fmla="*/ 1046804 h 2240205"/>
              <a:gd name="connsiteX24" fmla="*/ 9133985 w 12192000"/>
              <a:gd name="connsiteY24" fmla="*/ 1046450 h 2240205"/>
              <a:gd name="connsiteX25" fmla="*/ 9003462 w 12192000"/>
              <a:gd name="connsiteY25" fmla="*/ 1042406 h 2240205"/>
              <a:gd name="connsiteX26" fmla="*/ 8968445 w 12192000"/>
              <a:gd name="connsiteY26" fmla="*/ 1052169 h 2240205"/>
              <a:gd name="connsiteX27" fmla="*/ 8886001 w 12192000"/>
              <a:gd name="connsiteY27" fmla="*/ 1067468 h 2240205"/>
              <a:gd name="connsiteX28" fmla="*/ 8838610 w 12192000"/>
              <a:gd name="connsiteY28" fmla="*/ 1075091 h 2240205"/>
              <a:gd name="connsiteX29" fmla="*/ 8665605 w 12192000"/>
              <a:gd name="connsiteY29" fmla="*/ 1110791 h 2240205"/>
              <a:gd name="connsiteX30" fmla="*/ 8419755 w 12192000"/>
              <a:gd name="connsiteY30" fmla="*/ 1216260 h 2240205"/>
              <a:gd name="connsiteX31" fmla="*/ 8411626 w 12192000"/>
              <a:gd name="connsiteY31" fmla="*/ 1214397 h 2240205"/>
              <a:gd name="connsiteX32" fmla="*/ 8363469 w 12192000"/>
              <a:gd name="connsiteY32" fmla="*/ 1246658 h 2240205"/>
              <a:gd name="connsiteX33" fmla="*/ 8275497 w 12192000"/>
              <a:gd name="connsiteY33" fmla="*/ 1264396 h 2240205"/>
              <a:gd name="connsiteX34" fmla="*/ 8074238 w 12192000"/>
              <a:gd name="connsiteY34" fmla="*/ 1301895 h 2240205"/>
              <a:gd name="connsiteX35" fmla="*/ 7902328 w 12192000"/>
              <a:gd name="connsiteY35" fmla="*/ 1345865 h 2240205"/>
              <a:gd name="connsiteX36" fmla="*/ 7840612 w 12192000"/>
              <a:gd name="connsiteY36" fmla="*/ 1369373 h 2240205"/>
              <a:gd name="connsiteX37" fmla="*/ 7786819 w 12192000"/>
              <a:gd name="connsiteY37" fmla="*/ 1378970 h 2240205"/>
              <a:gd name="connsiteX38" fmla="*/ 7548172 w 12192000"/>
              <a:gd name="connsiteY38" fmla="*/ 1417460 h 2240205"/>
              <a:gd name="connsiteX39" fmla="*/ 7483437 w 12192000"/>
              <a:gd name="connsiteY39" fmla="*/ 1478152 h 2240205"/>
              <a:gd name="connsiteX40" fmla="*/ 7377870 w 12192000"/>
              <a:gd name="connsiteY40" fmla="*/ 1523319 h 2240205"/>
              <a:gd name="connsiteX41" fmla="*/ 7230737 w 12192000"/>
              <a:gd name="connsiteY41" fmla="*/ 1562633 h 2240205"/>
              <a:gd name="connsiteX42" fmla="*/ 7224458 w 12192000"/>
              <a:gd name="connsiteY42" fmla="*/ 1573008 h 2240205"/>
              <a:gd name="connsiteX43" fmla="*/ 7183121 w 12192000"/>
              <a:gd name="connsiteY43" fmla="*/ 1595162 h 2240205"/>
              <a:gd name="connsiteX44" fmla="*/ 7164601 w 12192000"/>
              <a:gd name="connsiteY44" fmla="*/ 1606490 h 2240205"/>
              <a:gd name="connsiteX45" fmla="*/ 6900177 w 12192000"/>
              <a:gd name="connsiteY45" fmla="*/ 1636016 h 2240205"/>
              <a:gd name="connsiteX46" fmla="*/ 6795372 w 12192000"/>
              <a:gd name="connsiteY46" fmla="*/ 1644845 h 2240205"/>
              <a:gd name="connsiteX47" fmla="*/ 6692251 w 12192000"/>
              <a:gd name="connsiteY47" fmla="*/ 1656357 h 2240205"/>
              <a:gd name="connsiteX48" fmla="*/ 6655235 w 12192000"/>
              <a:gd name="connsiteY48" fmla="*/ 1661869 h 2240205"/>
              <a:gd name="connsiteX49" fmla="*/ 6554894 w 12192000"/>
              <a:gd name="connsiteY49" fmla="*/ 1664428 h 2240205"/>
              <a:gd name="connsiteX50" fmla="*/ 6516595 w 12192000"/>
              <a:gd name="connsiteY50" fmla="*/ 1667475 h 2240205"/>
              <a:gd name="connsiteX51" fmla="*/ 6508541 w 12192000"/>
              <a:gd name="connsiteY51" fmla="*/ 1668757 h 2240205"/>
              <a:gd name="connsiteX52" fmla="*/ 6471012 w 12192000"/>
              <a:gd name="connsiteY52" fmla="*/ 1678604 h 2240205"/>
              <a:gd name="connsiteX53" fmla="*/ 6364035 w 12192000"/>
              <a:gd name="connsiteY53" fmla="*/ 1667683 h 2240205"/>
              <a:gd name="connsiteX54" fmla="*/ 6243319 w 12192000"/>
              <a:gd name="connsiteY54" fmla="*/ 1695560 h 2240205"/>
              <a:gd name="connsiteX55" fmla="*/ 6098321 w 12192000"/>
              <a:gd name="connsiteY55" fmla="*/ 1721646 h 2240205"/>
              <a:gd name="connsiteX56" fmla="*/ 5880652 w 12192000"/>
              <a:gd name="connsiteY56" fmla="*/ 1779643 h 2240205"/>
              <a:gd name="connsiteX57" fmla="*/ 5785959 w 12192000"/>
              <a:gd name="connsiteY57" fmla="*/ 1775307 h 2240205"/>
              <a:gd name="connsiteX58" fmla="*/ 5643534 w 12192000"/>
              <a:gd name="connsiteY58" fmla="*/ 1802919 h 2240205"/>
              <a:gd name="connsiteX59" fmla="*/ 5518799 w 12192000"/>
              <a:gd name="connsiteY59" fmla="*/ 1818312 h 2240205"/>
              <a:gd name="connsiteX60" fmla="*/ 5505014 w 12192000"/>
              <a:gd name="connsiteY60" fmla="*/ 1819259 h 2240205"/>
              <a:gd name="connsiteX61" fmla="*/ 5453307 w 12192000"/>
              <a:gd name="connsiteY61" fmla="*/ 1815450 h 2240205"/>
              <a:gd name="connsiteX62" fmla="*/ 5221533 w 12192000"/>
              <a:gd name="connsiteY62" fmla="*/ 1846950 h 2240205"/>
              <a:gd name="connsiteX63" fmla="*/ 5149802 w 12192000"/>
              <a:gd name="connsiteY63" fmla="*/ 1844846 h 2240205"/>
              <a:gd name="connsiteX64" fmla="*/ 5114927 w 12192000"/>
              <a:gd name="connsiteY64" fmla="*/ 1847827 h 2240205"/>
              <a:gd name="connsiteX65" fmla="*/ 5108970 w 12192000"/>
              <a:gd name="connsiteY65" fmla="*/ 1847935 h 2240205"/>
              <a:gd name="connsiteX66" fmla="*/ 5067961 w 12192000"/>
              <a:gd name="connsiteY66" fmla="*/ 1845917 h 2240205"/>
              <a:gd name="connsiteX67" fmla="*/ 5007075 w 12192000"/>
              <a:gd name="connsiteY67" fmla="*/ 1838626 h 2240205"/>
              <a:gd name="connsiteX68" fmla="*/ 4944087 w 12192000"/>
              <a:gd name="connsiteY68" fmla="*/ 1823332 h 2240205"/>
              <a:gd name="connsiteX69" fmla="*/ 4907662 w 12192000"/>
              <a:gd name="connsiteY69" fmla="*/ 1816900 h 2240205"/>
              <a:gd name="connsiteX70" fmla="*/ 4882386 w 12192000"/>
              <a:gd name="connsiteY70" fmla="*/ 1809844 h 2240205"/>
              <a:gd name="connsiteX71" fmla="*/ 4811440 w 12192000"/>
              <a:gd name="connsiteY71" fmla="*/ 1804655 h 2240205"/>
              <a:gd name="connsiteX72" fmla="*/ 4691075 w 12192000"/>
              <a:gd name="connsiteY72" fmla="*/ 1801389 h 2240205"/>
              <a:gd name="connsiteX73" fmla="*/ 4640313 w 12192000"/>
              <a:gd name="connsiteY73" fmla="*/ 1784307 h 2240205"/>
              <a:gd name="connsiteX74" fmla="*/ 4536503 w 12192000"/>
              <a:gd name="connsiteY74" fmla="*/ 1785334 h 2240205"/>
              <a:gd name="connsiteX75" fmla="*/ 4513724 w 12192000"/>
              <a:gd name="connsiteY75" fmla="*/ 1791996 h 2240205"/>
              <a:gd name="connsiteX76" fmla="*/ 4459810 w 12192000"/>
              <a:gd name="connsiteY76" fmla="*/ 1797886 h 2240205"/>
              <a:gd name="connsiteX77" fmla="*/ 4379064 w 12192000"/>
              <a:gd name="connsiteY77" fmla="*/ 1817177 h 2240205"/>
              <a:gd name="connsiteX78" fmla="*/ 4290981 w 12192000"/>
              <a:gd name="connsiteY78" fmla="*/ 1839677 h 2240205"/>
              <a:gd name="connsiteX79" fmla="*/ 4238372 w 12192000"/>
              <a:gd name="connsiteY79" fmla="*/ 1851480 h 2240205"/>
              <a:gd name="connsiteX80" fmla="*/ 4232517 w 12192000"/>
              <a:gd name="connsiteY80" fmla="*/ 1852567 h 2240205"/>
              <a:gd name="connsiteX81" fmla="*/ 4191732 w 12192000"/>
              <a:gd name="connsiteY81" fmla="*/ 1857328 h 2240205"/>
              <a:gd name="connsiteX82" fmla="*/ 4065532 w 12192000"/>
              <a:gd name="connsiteY82" fmla="*/ 1855477 h 2240205"/>
              <a:gd name="connsiteX83" fmla="*/ 4028460 w 12192000"/>
              <a:gd name="connsiteY83" fmla="*/ 1855137 h 2240205"/>
              <a:gd name="connsiteX84" fmla="*/ 4002267 w 12192000"/>
              <a:gd name="connsiteY84" fmla="*/ 1852352 h 2240205"/>
              <a:gd name="connsiteX85" fmla="*/ 3931396 w 12192000"/>
              <a:gd name="connsiteY85" fmla="*/ 1858915 h 2240205"/>
              <a:gd name="connsiteX86" fmla="*/ 3812162 w 12192000"/>
              <a:gd name="connsiteY86" fmla="*/ 1875501 h 2240205"/>
              <a:gd name="connsiteX87" fmla="*/ 3758105 w 12192000"/>
              <a:gd name="connsiteY87" fmla="*/ 1871856 h 2240205"/>
              <a:gd name="connsiteX88" fmla="*/ 3567259 w 12192000"/>
              <a:gd name="connsiteY88" fmla="*/ 1893482 h 2240205"/>
              <a:gd name="connsiteX89" fmla="*/ 3405770 w 12192000"/>
              <a:gd name="connsiteY89" fmla="*/ 1904591 h 2240205"/>
              <a:gd name="connsiteX90" fmla="*/ 3280097 w 12192000"/>
              <a:gd name="connsiteY90" fmla="*/ 1919610 h 2240205"/>
              <a:gd name="connsiteX91" fmla="*/ 3009910 w 12192000"/>
              <a:gd name="connsiteY91" fmla="*/ 1957866 h 2240205"/>
              <a:gd name="connsiteX92" fmla="*/ 2995934 w 12192000"/>
              <a:gd name="connsiteY92" fmla="*/ 1967085 h 2240205"/>
              <a:gd name="connsiteX93" fmla="*/ 2942858 w 12192000"/>
              <a:gd name="connsiteY93" fmla="*/ 1981367 h 2240205"/>
              <a:gd name="connsiteX94" fmla="*/ 2875436 w 12192000"/>
              <a:gd name="connsiteY94" fmla="*/ 1996977 h 2240205"/>
              <a:gd name="connsiteX95" fmla="*/ 2874892 w 12192000"/>
              <a:gd name="connsiteY95" fmla="*/ 1996085 h 2240205"/>
              <a:gd name="connsiteX96" fmla="*/ 2843662 w 12192000"/>
              <a:gd name="connsiteY96" fmla="*/ 1992498 h 2240205"/>
              <a:gd name="connsiteX97" fmla="*/ 2718916 w 12192000"/>
              <a:gd name="connsiteY97" fmla="*/ 1990867 h 2240205"/>
              <a:gd name="connsiteX98" fmla="*/ 2713522 w 12192000"/>
              <a:gd name="connsiteY98" fmla="*/ 1990173 h 2240205"/>
              <a:gd name="connsiteX99" fmla="*/ 2476147 w 12192000"/>
              <a:gd name="connsiteY99" fmla="*/ 1998305 h 2240205"/>
              <a:gd name="connsiteX100" fmla="*/ 2373568 w 12192000"/>
              <a:gd name="connsiteY100" fmla="*/ 2003219 h 2240205"/>
              <a:gd name="connsiteX101" fmla="*/ 2287219 w 12192000"/>
              <a:gd name="connsiteY101" fmla="*/ 1998750 h 2240205"/>
              <a:gd name="connsiteX102" fmla="*/ 2243069 w 12192000"/>
              <a:gd name="connsiteY102" fmla="*/ 2005321 h 2240205"/>
              <a:gd name="connsiteX103" fmla="*/ 2164831 w 12192000"/>
              <a:gd name="connsiteY103" fmla="*/ 2010143 h 2240205"/>
              <a:gd name="connsiteX104" fmla="*/ 2085228 w 12192000"/>
              <a:gd name="connsiteY104" fmla="*/ 2046431 h 2240205"/>
              <a:gd name="connsiteX105" fmla="*/ 2058061 w 12192000"/>
              <a:gd name="connsiteY105" fmla="*/ 2047942 h 2240205"/>
              <a:gd name="connsiteX106" fmla="*/ 2042244 w 12192000"/>
              <a:gd name="connsiteY106" fmla="*/ 2055560 h 2240205"/>
              <a:gd name="connsiteX107" fmla="*/ 1877728 w 12192000"/>
              <a:gd name="connsiteY107" fmla="*/ 2101004 h 2240205"/>
              <a:gd name="connsiteX108" fmla="*/ 1759056 w 12192000"/>
              <a:gd name="connsiteY108" fmla="*/ 2125608 h 2240205"/>
              <a:gd name="connsiteX109" fmla="*/ 1637948 w 12192000"/>
              <a:gd name="connsiteY109" fmla="*/ 2172597 h 2240205"/>
              <a:gd name="connsiteX110" fmla="*/ 1434549 w 12192000"/>
              <a:gd name="connsiteY110" fmla="*/ 2234522 h 2240205"/>
              <a:gd name="connsiteX111" fmla="*/ 1370962 w 12192000"/>
              <a:gd name="connsiteY111" fmla="*/ 2237474 h 2240205"/>
              <a:gd name="connsiteX112" fmla="*/ 1356367 w 12192000"/>
              <a:gd name="connsiteY112" fmla="*/ 2235089 h 2240205"/>
              <a:gd name="connsiteX113" fmla="*/ 1279765 w 12192000"/>
              <a:gd name="connsiteY113" fmla="*/ 2229639 h 2240205"/>
              <a:gd name="connsiteX114" fmla="*/ 1195347 w 12192000"/>
              <a:gd name="connsiteY114" fmla="*/ 2212354 h 2240205"/>
              <a:gd name="connsiteX115" fmla="*/ 970251 w 12192000"/>
              <a:gd name="connsiteY115" fmla="*/ 2221029 h 2240205"/>
              <a:gd name="connsiteX116" fmla="*/ 812914 w 12192000"/>
              <a:gd name="connsiteY116" fmla="*/ 2210095 h 2240205"/>
              <a:gd name="connsiteX117" fmla="*/ 776382 w 12192000"/>
              <a:gd name="connsiteY117" fmla="*/ 2204512 h 2240205"/>
              <a:gd name="connsiteX118" fmla="*/ 597225 w 12192000"/>
              <a:gd name="connsiteY118" fmla="*/ 2180999 h 2240205"/>
              <a:gd name="connsiteX119" fmla="*/ 520671 w 12192000"/>
              <a:gd name="connsiteY119" fmla="*/ 2180980 h 2240205"/>
              <a:gd name="connsiteX120" fmla="*/ 515024 w 12192000"/>
              <a:gd name="connsiteY120" fmla="*/ 2179258 h 2240205"/>
              <a:gd name="connsiteX121" fmla="*/ 413835 w 12192000"/>
              <a:gd name="connsiteY121" fmla="*/ 2156783 h 2240205"/>
              <a:gd name="connsiteX122" fmla="*/ 376513 w 12192000"/>
              <a:gd name="connsiteY122" fmla="*/ 2154014 h 2240205"/>
              <a:gd name="connsiteX123" fmla="*/ 273386 w 12192000"/>
              <a:gd name="connsiteY123" fmla="*/ 2142551 h 2240205"/>
              <a:gd name="connsiteX124" fmla="*/ 77641 w 12192000"/>
              <a:gd name="connsiteY124" fmla="*/ 2126835 h 2240205"/>
              <a:gd name="connsiteX125" fmla="*/ 37645 w 12192000"/>
              <a:gd name="connsiteY125" fmla="*/ 2115401 h 2240205"/>
              <a:gd name="connsiteX126" fmla="*/ 4572 w 12192000"/>
              <a:gd name="connsiteY126" fmla="*/ 2111091 h 2240205"/>
              <a:gd name="connsiteX127" fmla="*/ 0 w 12192000"/>
              <a:gd name="connsiteY127" fmla="*/ 2110468 h 2240205"/>
              <a:gd name="connsiteX128" fmla="*/ 0 w 12192000"/>
              <a:gd name="connsiteY128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649954 w 12192000"/>
              <a:gd name="connsiteY4" fmla="*/ 749628 h 2240205"/>
              <a:gd name="connsiteX5" fmla="*/ 11560424 w 12192000"/>
              <a:gd name="connsiteY5" fmla="*/ 748017 h 2240205"/>
              <a:gd name="connsiteX6" fmla="*/ 11358455 w 12192000"/>
              <a:gd name="connsiteY6" fmla="*/ 747593 h 2240205"/>
              <a:gd name="connsiteX7" fmla="*/ 11165209 w 12192000"/>
              <a:gd name="connsiteY7" fmla="*/ 748852 h 2240205"/>
              <a:gd name="connsiteX8" fmla="*/ 11058755 w 12192000"/>
              <a:gd name="connsiteY8" fmla="*/ 749617 h 2240205"/>
              <a:gd name="connsiteX9" fmla="*/ 10803046 w 12192000"/>
              <a:gd name="connsiteY9" fmla="*/ 774328 h 2240205"/>
              <a:gd name="connsiteX10" fmla="*/ 10458762 w 12192000"/>
              <a:gd name="connsiteY10" fmla="*/ 755400 h 2240205"/>
              <a:gd name="connsiteX11" fmla="*/ 10211200 w 12192000"/>
              <a:gd name="connsiteY11" fmla="*/ 767513 h 2240205"/>
              <a:gd name="connsiteX12" fmla="*/ 10167995 w 12192000"/>
              <a:gd name="connsiteY12" fmla="*/ 760843 h 2240205"/>
              <a:gd name="connsiteX13" fmla="*/ 9997044 w 12192000"/>
              <a:gd name="connsiteY13" fmla="*/ 780129 h 2240205"/>
              <a:gd name="connsiteX14" fmla="*/ 9943887 w 12192000"/>
              <a:gd name="connsiteY14" fmla="*/ 804141 h 2240205"/>
              <a:gd name="connsiteX15" fmla="*/ 9918248 w 12192000"/>
              <a:gd name="connsiteY15" fmla="*/ 816628 h 2240205"/>
              <a:gd name="connsiteX16" fmla="*/ 9767091 w 12192000"/>
              <a:gd name="connsiteY16" fmla="*/ 870550 h 2240205"/>
              <a:gd name="connsiteX17" fmla="*/ 9683005 w 12192000"/>
              <a:gd name="connsiteY17" fmla="*/ 894128 h 2240205"/>
              <a:gd name="connsiteX18" fmla="*/ 9500499 w 12192000"/>
              <a:gd name="connsiteY18" fmla="*/ 954680 h 2240205"/>
              <a:gd name="connsiteX19" fmla="*/ 9410017 w 12192000"/>
              <a:gd name="connsiteY19" fmla="*/ 993931 h 2240205"/>
              <a:gd name="connsiteX20" fmla="*/ 9392919 w 12192000"/>
              <a:gd name="connsiteY20" fmla="*/ 994656 h 2240205"/>
              <a:gd name="connsiteX21" fmla="*/ 9268019 w 12192000"/>
              <a:gd name="connsiteY21" fmla="*/ 1007442 h 2240205"/>
              <a:gd name="connsiteX22" fmla="*/ 9188177 w 12192000"/>
              <a:gd name="connsiteY22" fmla="*/ 1035474 h 2240205"/>
              <a:gd name="connsiteX23" fmla="*/ 9155969 w 12192000"/>
              <a:gd name="connsiteY23" fmla="*/ 1046804 h 2240205"/>
              <a:gd name="connsiteX24" fmla="*/ 9133985 w 12192000"/>
              <a:gd name="connsiteY24" fmla="*/ 1046450 h 2240205"/>
              <a:gd name="connsiteX25" fmla="*/ 9003462 w 12192000"/>
              <a:gd name="connsiteY25" fmla="*/ 1042406 h 2240205"/>
              <a:gd name="connsiteX26" fmla="*/ 8968445 w 12192000"/>
              <a:gd name="connsiteY26" fmla="*/ 1052169 h 2240205"/>
              <a:gd name="connsiteX27" fmla="*/ 8886001 w 12192000"/>
              <a:gd name="connsiteY27" fmla="*/ 1067468 h 2240205"/>
              <a:gd name="connsiteX28" fmla="*/ 8838610 w 12192000"/>
              <a:gd name="connsiteY28" fmla="*/ 1075091 h 2240205"/>
              <a:gd name="connsiteX29" fmla="*/ 8665605 w 12192000"/>
              <a:gd name="connsiteY29" fmla="*/ 1110791 h 2240205"/>
              <a:gd name="connsiteX30" fmla="*/ 8419755 w 12192000"/>
              <a:gd name="connsiteY30" fmla="*/ 1216260 h 2240205"/>
              <a:gd name="connsiteX31" fmla="*/ 8411626 w 12192000"/>
              <a:gd name="connsiteY31" fmla="*/ 1214397 h 2240205"/>
              <a:gd name="connsiteX32" fmla="*/ 8363469 w 12192000"/>
              <a:gd name="connsiteY32" fmla="*/ 1246658 h 2240205"/>
              <a:gd name="connsiteX33" fmla="*/ 8275497 w 12192000"/>
              <a:gd name="connsiteY33" fmla="*/ 1264396 h 2240205"/>
              <a:gd name="connsiteX34" fmla="*/ 8074238 w 12192000"/>
              <a:gd name="connsiteY34" fmla="*/ 1301895 h 2240205"/>
              <a:gd name="connsiteX35" fmla="*/ 7902328 w 12192000"/>
              <a:gd name="connsiteY35" fmla="*/ 1345865 h 2240205"/>
              <a:gd name="connsiteX36" fmla="*/ 7840612 w 12192000"/>
              <a:gd name="connsiteY36" fmla="*/ 1369373 h 2240205"/>
              <a:gd name="connsiteX37" fmla="*/ 7786819 w 12192000"/>
              <a:gd name="connsiteY37" fmla="*/ 1378970 h 2240205"/>
              <a:gd name="connsiteX38" fmla="*/ 7548172 w 12192000"/>
              <a:gd name="connsiteY38" fmla="*/ 1417460 h 2240205"/>
              <a:gd name="connsiteX39" fmla="*/ 7483437 w 12192000"/>
              <a:gd name="connsiteY39" fmla="*/ 1478152 h 2240205"/>
              <a:gd name="connsiteX40" fmla="*/ 7377870 w 12192000"/>
              <a:gd name="connsiteY40" fmla="*/ 1523319 h 2240205"/>
              <a:gd name="connsiteX41" fmla="*/ 7230737 w 12192000"/>
              <a:gd name="connsiteY41" fmla="*/ 1562633 h 2240205"/>
              <a:gd name="connsiteX42" fmla="*/ 7224458 w 12192000"/>
              <a:gd name="connsiteY42" fmla="*/ 1573008 h 2240205"/>
              <a:gd name="connsiteX43" fmla="*/ 7183121 w 12192000"/>
              <a:gd name="connsiteY43" fmla="*/ 1595162 h 2240205"/>
              <a:gd name="connsiteX44" fmla="*/ 7164601 w 12192000"/>
              <a:gd name="connsiteY44" fmla="*/ 1606490 h 2240205"/>
              <a:gd name="connsiteX45" fmla="*/ 6900177 w 12192000"/>
              <a:gd name="connsiteY45" fmla="*/ 1636016 h 2240205"/>
              <a:gd name="connsiteX46" fmla="*/ 6795372 w 12192000"/>
              <a:gd name="connsiteY46" fmla="*/ 1644845 h 2240205"/>
              <a:gd name="connsiteX47" fmla="*/ 6692251 w 12192000"/>
              <a:gd name="connsiteY47" fmla="*/ 1656357 h 2240205"/>
              <a:gd name="connsiteX48" fmla="*/ 6655235 w 12192000"/>
              <a:gd name="connsiteY48" fmla="*/ 1661869 h 2240205"/>
              <a:gd name="connsiteX49" fmla="*/ 6554894 w 12192000"/>
              <a:gd name="connsiteY49" fmla="*/ 1664428 h 2240205"/>
              <a:gd name="connsiteX50" fmla="*/ 6516595 w 12192000"/>
              <a:gd name="connsiteY50" fmla="*/ 1667475 h 2240205"/>
              <a:gd name="connsiteX51" fmla="*/ 6508541 w 12192000"/>
              <a:gd name="connsiteY51" fmla="*/ 1668757 h 2240205"/>
              <a:gd name="connsiteX52" fmla="*/ 6471012 w 12192000"/>
              <a:gd name="connsiteY52" fmla="*/ 1678604 h 2240205"/>
              <a:gd name="connsiteX53" fmla="*/ 6364035 w 12192000"/>
              <a:gd name="connsiteY53" fmla="*/ 1667683 h 2240205"/>
              <a:gd name="connsiteX54" fmla="*/ 6243319 w 12192000"/>
              <a:gd name="connsiteY54" fmla="*/ 1695560 h 2240205"/>
              <a:gd name="connsiteX55" fmla="*/ 6098321 w 12192000"/>
              <a:gd name="connsiteY55" fmla="*/ 1721646 h 2240205"/>
              <a:gd name="connsiteX56" fmla="*/ 5880652 w 12192000"/>
              <a:gd name="connsiteY56" fmla="*/ 1779643 h 2240205"/>
              <a:gd name="connsiteX57" fmla="*/ 5785959 w 12192000"/>
              <a:gd name="connsiteY57" fmla="*/ 1775307 h 2240205"/>
              <a:gd name="connsiteX58" fmla="*/ 5643534 w 12192000"/>
              <a:gd name="connsiteY58" fmla="*/ 1802919 h 2240205"/>
              <a:gd name="connsiteX59" fmla="*/ 5518799 w 12192000"/>
              <a:gd name="connsiteY59" fmla="*/ 1818312 h 2240205"/>
              <a:gd name="connsiteX60" fmla="*/ 5505014 w 12192000"/>
              <a:gd name="connsiteY60" fmla="*/ 1819259 h 2240205"/>
              <a:gd name="connsiteX61" fmla="*/ 5453307 w 12192000"/>
              <a:gd name="connsiteY61" fmla="*/ 1815450 h 2240205"/>
              <a:gd name="connsiteX62" fmla="*/ 5221533 w 12192000"/>
              <a:gd name="connsiteY62" fmla="*/ 1846950 h 2240205"/>
              <a:gd name="connsiteX63" fmla="*/ 5149802 w 12192000"/>
              <a:gd name="connsiteY63" fmla="*/ 1844846 h 2240205"/>
              <a:gd name="connsiteX64" fmla="*/ 5114927 w 12192000"/>
              <a:gd name="connsiteY64" fmla="*/ 1847827 h 2240205"/>
              <a:gd name="connsiteX65" fmla="*/ 5108970 w 12192000"/>
              <a:gd name="connsiteY65" fmla="*/ 1847935 h 2240205"/>
              <a:gd name="connsiteX66" fmla="*/ 5067961 w 12192000"/>
              <a:gd name="connsiteY66" fmla="*/ 1845917 h 2240205"/>
              <a:gd name="connsiteX67" fmla="*/ 5007075 w 12192000"/>
              <a:gd name="connsiteY67" fmla="*/ 1838626 h 2240205"/>
              <a:gd name="connsiteX68" fmla="*/ 4944087 w 12192000"/>
              <a:gd name="connsiteY68" fmla="*/ 1823332 h 2240205"/>
              <a:gd name="connsiteX69" fmla="*/ 4907662 w 12192000"/>
              <a:gd name="connsiteY69" fmla="*/ 1816900 h 2240205"/>
              <a:gd name="connsiteX70" fmla="*/ 4882386 w 12192000"/>
              <a:gd name="connsiteY70" fmla="*/ 1809844 h 2240205"/>
              <a:gd name="connsiteX71" fmla="*/ 4811440 w 12192000"/>
              <a:gd name="connsiteY71" fmla="*/ 1804655 h 2240205"/>
              <a:gd name="connsiteX72" fmla="*/ 4691075 w 12192000"/>
              <a:gd name="connsiteY72" fmla="*/ 1801389 h 2240205"/>
              <a:gd name="connsiteX73" fmla="*/ 4640313 w 12192000"/>
              <a:gd name="connsiteY73" fmla="*/ 1784307 h 2240205"/>
              <a:gd name="connsiteX74" fmla="*/ 4536503 w 12192000"/>
              <a:gd name="connsiteY74" fmla="*/ 1785334 h 2240205"/>
              <a:gd name="connsiteX75" fmla="*/ 4513724 w 12192000"/>
              <a:gd name="connsiteY75" fmla="*/ 1791996 h 2240205"/>
              <a:gd name="connsiteX76" fmla="*/ 4459810 w 12192000"/>
              <a:gd name="connsiteY76" fmla="*/ 1797886 h 2240205"/>
              <a:gd name="connsiteX77" fmla="*/ 4379064 w 12192000"/>
              <a:gd name="connsiteY77" fmla="*/ 1817177 h 2240205"/>
              <a:gd name="connsiteX78" fmla="*/ 4290981 w 12192000"/>
              <a:gd name="connsiteY78" fmla="*/ 1839677 h 2240205"/>
              <a:gd name="connsiteX79" fmla="*/ 4238372 w 12192000"/>
              <a:gd name="connsiteY79" fmla="*/ 1851480 h 2240205"/>
              <a:gd name="connsiteX80" fmla="*/ 4232517 w 12192000"/>
              <a:gd name="connsiteY80" fmla="*/ 1852567 h 2240205"/>
              <a:gd name="connsiteX81" fmla="*/ 4191732 w 12192000"/>
              <a:gd name="connsiteY81" fmla="*/ 1857328 h 2240205"/>
              <a:gd name="connsiteX82" fmla="*/ 4065532 w 12192000"/>
              <a:gd name="connsiteY82" fmla="*/ 1855477 h 2240205"/>
              <a:gd name="connsiteX83" fmla="*/ 4028460 w 12192000"/>
              <a:gd name="connsiteY83" fmla="*/ 1855137 h 2240205"/>
              <a:gd name="connsiteX84" fmla="*/ 4002267 w 12192000"/>
              <a:gd name="connsiteY84" fmla="*/ 1852352 h 2240205"/>
              <a:gd name="connsiteX85" fmla="*/ 3931396 w 12192000"/>
              <a:gd name="connsiteY85" fmla="*/ 1858915 h 2240205"/>
              <a:gd name="connsiteX86" fmla="*/ 3812162 w 12192000"/>
              <a:gd name="connsiteY86" fmla="*/ 1875501 h 2240205"/>
              <a:gd name="connsiteX87" fmla="*/ 3758105 w 12192000"/>
              <a:gd name="connsiteY87" fmla="*/ 1871856 h 2240205"/>
              <a:gd name="connsiteX88" fmla="*/ 3567259 w 12192000"/>
              <a:gd name="connsiteY88" fmla="*/ 1893482 h 2240205"/>
              <a:gd name="connsiteX89" fmla="*/ 3405770 w 12192000"/>
              <a:gd name="connsiteY89" fmla="*/ 1904591 h 2240205"/>
              <a:gd name="connsiteX90" fmla="*/ 3280097 w 12192000"/>
              <a:gd name="connsiteY90" fmla="*/ 1919610 h 2240205"/>
              <a:gd name="connsiteX91" fmla="*/ 3009910 w 12192000"/>
              <a:gd name="connsiteY91" fmla="*/ 1957866 h 2240205"/>
              <a:gd name="connsiteX92" fmla="*/ 2995934 w 12192000"/>
              <a:gd name="connsiteY92" fmla="*/ 1967085 h 2240205"/>
              <a:gd name="connsiteX93" fmla="*/ 2942858 w 12192000"/>
              <a:gd name="connsiteY93" fmla="*/ 1981367 h 2240205"/>
              <a:gd name="connsiteX94" fmla="*/ 2875436 w 12192000"/>
              <a:gd name="connsiteY94" fmla="*/ 1996977 h 2240205"/>
              <a:gd name="connsiteX95" fmla="*/ 2874892 w 12192000"/>
              <a:gd name="connsiteY95" fmla="*/ 1996085 h 2240205"/>
              <a:gd name="connsiteX96" fmla="*/ 2843662 w 12192000"/>
              <a:gd name="connsiteY96" fmla="*/ 1992498 h 2240205"/>
              <a:gd name="connsiteX97" fmla="*/ 2718916 w 12192000"/>
              <a:gd name="connsiteY97" fmla="*/ 1990867 h 2240205"/>
              <a:gd name="connsiteX98" fmla="*/ 2713522 w 12192000"/>
              <a:gd name="connsiteY98" fmla="*/ 1990173 h 2240205"/>
              <a:gd name="connsiteX99" fmla="*/ 2476147 w 12192000"/>
              <a:gd name="connsiteY99" fmla="*/ 1998305 h 2240205"/>
              <a:gd name="connsiteX100" fmla="*/ 2373568 w 12192000"/>
              <a:gd name="connsiteY100" fmla="*/ 2003219 h 2240205"/>
              <a:gd name="connsiteX101" fmla="*/ 2287219 w 12192000"/>
              <a:gd name="connsiteY101" fmla="*/ 1998750 h 2240205"/>
              <a:gd name="connsiteX102" fmla="*/ 2243069 w 12192000"/>
              <a:gd name="connsiteY102" fmla="*/ 2005321 h 2240205"/>
              <a:gd name="connsiteX103" fmla="*/ 2164831 w 12192000"/>
              <a:gd name="connsiteY103" fmla="*/ 2010143 h 2240205"/>
              <a:gd name="connsiteX104" fmla="*/ 2058061 w 12192000"/>
              <a:gd name="connsiteY104" fmla="*/ 2047942 h 2240205"/>
              <a:gd name="connsiteX105" fmla="*/ 2042244 w 12192000"/>
              <a:gd name="connsiteY105" fmla="*/ 2055560 h 2240205"/>
              <a:gd name="connsiteX106" fmla="*/ 1877728 w 12192000"/>
              <a:gd name="connsiteY106" fmla="*/ 2101004 h 2240205"/>
              <a:gd name="connsiteX107" fmla="*/ 1759056 w 12192000"/>
              <a:gd name="connsiteY107" fmla="*/ 2125608 h 2240205"/>
              <a:gd name="connsiteX108" fmla="*/ 1637948 w 12192000"/>
              <a:gd name="connsiteY108" fmla="*/ 2172597 h 2240205"/>
              <a:gd name="connsiteX109" fmla="*/ 1434549 w 12192000"/>
              <a:gd name="connsiteY109" fmla="*/ 2234522 h 2240205"/>
              <a:gd name="connsiteX110" fmla="*/ 1370962 w 12192000"/>
              <a:gd name="connsiteY110" fmla="*/ 2237474 h 2240205"/>
              <a:gd name="connsiteX111" fmla="*/ 1356367 w 12192000"/>
              <a:gd name="connsiteY111" fmla="*/ 2235089 h 2240205"/>
              <a:gd name="connsiteX112" fmla="*/ 1279765 w 12192000"/>
              <a:gd name="connsiteY112" fmla="*/ 2229639 h 2240205"/>
              <a:gd name="connsiteX113" fmla="*/ 1195347 w 12192000"/>
              <a:gd name="connsiteY113" fmla="*/ 2212354 h 2240205"/>
              <a:gd name="connsiteX114" fmla="*/ 970251 w 12192000"/>
              <a:gd name="connsiteY114" fmla="*/ 2221029 h 2240205"/>
              <a:gd name="connsiteX115" fmla="*/ 812914 w 12192000"/>
              <a:gd name="connsiteY115" fmla="*/ 2210095 h 2240205"/>
              <a:gd name="connsiteX116" fmla="*/ 776382 w 12192000"/>
              <a:gd name="connsiteY116" fmla="*/ 2204512 h 2240205"/>
              <a:gd name="connsiteX117" fmla="*/ 597225 w 12192000"/>
              <a:gd name="connsiteY117" fmla="*/ 2180999 h 2240205"/>
              <a:gd name="connsiteX118" fmla="*/ 520671 w 12192000"/>
              <a:gd name="connsiteY118" fmla="*/ 2180980 h 2240205"/>
              <a:gd name="connsiteX119" fmla="*/ 515024 w 12192000"/>
              <a:gd name="connsiteY119" fmla="*/ 2179258 h 2240205"/>
              <a:gd name="connsiteX120" fmla="*/ 413835 w 12192000"/>
              <a:gd name="connsiteY120" fmla="*/ 2156783 h 2240205"/>
              <a:gd name="connsiteX121" fmla="*/ 376513 w 12192000"/>
              <a:gd name="connsiteY121" fmla="*/ 2154014 h 2240205"/>
              <a:gd name="connsiteX122" fmla="*/ 273386 w 12192000"/>
              <a:gd name="connsiteY122" fmla="*/ 2142551 h 2240205"/>
              <a:gd name="connsiteX123" fmla="*/ 77641 w 12192000"/>
              <a:gd name="connsiteY123" fmla="*/ 2126835 h 2240205"/>
              <a:gd name="connsiteX124" fmla="*/ 37645 w 12192000"/>
              <a:gd name="connsiteY124" fmla="*/ 2115401 h 2240205"/>
              <a:gd name="connsiteX125" fmla="*/ 4572 w 12192000"/>
              <a:gd name="connsiteY125" fmla="*/ 2111091 h 2240205"/>
              <a:gd name="connsiteX126" fmla="*/ 0 w 12192000"/>
              <a:gd name="connsiteY126" fmla="*/ 2110468 h 2240205"/>
              <a:gd name="connsiteX127" fmla="*/ 0 w 12192000"/>
              <a:gd name="connsiteY127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649954 w 12192000"/>
              <a:gd name="connsiteY4" fmla="*/ 749628 h 2240205"/>
              <a:gd name="connsiteX5" fmla="*/ 11560424 w 12192000"/>
              <a:gd name="connsiteY5" fmla="*/ 748017 h 2240205"/>
              <a:gd name="connsiteX6" fmla="*/ 11358455 w 12192000"/>
              <a:gd name="connsiteY6" fmla="*/ 747593 h 2240205"/>
              <a:gd name="connsiteX7" fmla="*/ 11165209 w 12192000"/>
              <a:gd name="connsiteY7" fmla="*/ 748852 h 2240205"/>
              <a:gd name="connsiteX8" fmla="*/ 11058755 w 12192000"/>
              <a:gd name="connsiteY8" fmla="*/ 749617 h 2240205"/>
              <a:gd name="connsiteX9" fmla="*/ 10803046 w 12192000"/>
              <a:gd name="connsiteY9" fmla="*/ 774328 h 2240205"/>
              <a:gd name="connsiteX10" fmla="*/ 10458762 w 12192000"/>
              <a:gd name="connsiteY10" fmla="*/ 755400 h 2240205"/>
              <a:gd name="connsiteX11" fmla="*/ 10211200 w 12192000"/>
              <a:gd name="connsiteY11" fmla="*/ 767513 h 2240205"/>
              <a:gd name="connsiteX12" fmla="*/ 10167995 w 12192000"/>
              <a:gd name="connsiteY12" fmla="*/ 760843 h 2240205"/>
              <a:gd name="connsiteX13" fmla="*/ 9997044 w 12192000"/>
              <a:gd name="connsiteY13" fmla="*/ 780129 h 2240205"/>
              <a:gd name="connsiteX14" fmla="*/ 9943887 w 12192000"/>
              <a:gd name="connsiteY14" fmla="*/ 804141 h 2240205"/>
              <a:gd name="connsiteX15" fmla="*/ 9918248 w 12192000"/>
              <a:gd name="connsiteY15" fmla="*/ 816628 h 2240205"/>
              <a:gd name="connsiteX16" fmla="*/ 9767091 w 12192000"/>
              <a:gd name="connsiteY16" fmla="*/ 870550 h 2240205"/>
              <a:gd name="connsiteX17" fmla="*/ 9683005 w 12192000"/>
              <a:gd name="connsiteY17" fmla="*/ 894128 h 2240205"/>
              <a:gd name="connsiteX18" fmla="*/ 9500499 w 12192000"/>
              <a:gd name="connsiteY18" fmla="*/ 954680 h 2240205"/>
              <a:gd name="connsiteX19" fmla="*/ 9410017 w 12192000"/>
              <a:gd name="connsiteY19" fmla="*/ 993931 h 2240205"/>
              <a:gd name="connsiteX20" fmla="*/ 9392919 w 12192000"/>
              <a:gd name="connsiteY20" fmla="*/ 994656 h 2240205"/>
              <a:gd name="connsiteX21" fmla="*/ 9268019 w 12192000"/>
              <a:gd name="connsiteY21" fmla="*/ 1007442 h 2240205"/>
              <a:gd name="connsiteX22" fmla="*/ 9188177 w 12192000"/>
              <a:gd name="connsiteY22" fmla="*/ 1035474 h 2240205"/>
              <a:gd name="connsiteX23" fmla="*/ 9155969 w 12192000"/>
              <a:gd name="connsiteY23" fmla="*/ 1046804 h 2240205"/>
              <a:gd name="connsiteX24" fmla="*/ 9133985 w 12192000"/>
              <a:gd name="connsiteY24" fmla="*/ 1046450 h 2240205"/>
              <a:gd name="connsiteX25" fmla="*/ 9003462 w 12192000"/>
              <a:gd name="connsiteY25" fmla="*/ 1042406 h 2240205"/>
              <a:gd name="connsiteX26" fmla="*/ 8968445 w 12192000"/>
              <a:gd name="connsiteY26" fmla="*/ 1052169 h 2240205"/>
              <a:gd name="connsiteX27" fmla="*/ 8886001 w 12192000"/>
              <a:gd name="connsiteY27" fmla="*/ 1067468 h 2240205"/>
              <a:gd name="connsiteX28" fmla="*/ 8838610 w 12192000"/>
              <a:gd name="connsiteY28" fmla="*/ 1075091 h 2240205"/>
              <a:gd name="connsiteX29" fmla="*/ 8665605 w 12192000"/>
              <a:gd name="connsiteY29" fmla="*/ 1110791 h 2240205"/>
              <a:gd name="connsiteX30" fmla="*/ 8419755 w 12192000"/>
              <a:gd name="connsiteY30" fmla="*/ 1216260 h 2240205"/>
              <a:gd name="connsiteX31" fmla="*/ 8411626 w 12192000"/>
              <a:gd name="connsiteY31" fmla="*/ 1214397 h 2240205"/>
              <a:gd name="connsiteX32" fmla="*/ 8363469 w 12192000"/>
              <a:gd name="connsiteY32" fmla="*/ 1246658 h 2240205"/>
              <a:gd name="connsiteX33" fmla="*/ 8275497 w 12192000"/>
              <a:gd name="connsiteY33" fmla="*/ 1264396 h 2240205"/>
              <a:gd name="connsiteX34" fmla="*/ 8074238 w 12192000"/>
              <a:gd name="connsiteY34" fmla="*/ 1301895 h 2240205"/>
              <a:gd name="connsiteX35" fmla="*/ 7902328 w 12192000"/>
              <a:gd name="connsiteY35" fmla="*/ 1345865 h 2240205"/>
              <a:gd name="connsiteX36" fmla="*/ 7840612 w 12192000"/>
              <a:gd name="connsiteY36" fmla="*/ 1369373 h 2240205"/>
              <a:gd name="connsiteX37" fmla="*/ 7786819 w 12192000"/>
              <a:gd name="connsiteY37" fmla="*/ 1378970 h 2240205"/>
              <a:gd name="connsiteX38" fmla="*/ 7548172 w 12192000"/>
              <a:gd name="connsiteY38" fmla="*/ 1417460 h 2240205"/>
              <a:gd name="connsiteX39" fmla="*/ 7483437 w 12192000"/>
              <a:gd name="connsiteY39" fmla="*/ 1478152 h 2240205"/>
              <a:gd name="connsiteX40" fmla="*/ 7377870 w 12192000"/>
              <a:gd name="connsiteY40" fmla="*/ 1523319 h 2240205"/>
              <a:gd name="connsiteX41" fmla="*/ 7230737 w 12192000"/>
              <a:gd name="connsiteY41" fmla="*/ 1562633 h 2240205"/>
              <a:gd name="connsiteX42" fmla="*/ 7224458 w 12192000"/>
              <a:gd name="connsiteY42" fmla="*/ 1573008 h 2240205"/>
              <a:gd name="connsiteX43" fmla="*/ 7183121 w 12192000"/>
              <a:gd name="connsiteY43" fmla="*/ 1595162 h 2240205"/>
              <a:gd name="connsiteX44" fmla="*/ 7164601 w 12192000"/>
              <a:gd name="connsiteY44" fmla="*/ 1606490 h 2240205"/>
              <a:gd name="connsiteX45" fmla="*/ 6900177 w 12192000"/>
              <a:gd name="connsiteY45" fmla="*/ 1636016 h 2240205"/>
              <a:gd name="connsiteX46" fmla="*/ 6795372 w 12192000"/>
              <a:gd name="connsiteY46" fmla="*/ 1644845 h 2240205"/>
              <a:gd name="connsiteX47" fmla="*/ 6692251 w 12192000"/>
              <a:gd name="connsiteY47" fmla="*/ 1656357 h 2240205"/>
              <a:gd name="connsiteX48" fmla="*/ 6655235 w 12192000"/>
              <a:gd name="connsiteY48" fmla="*/ 1661869 h 2240205"/>
              <a:gd name="connsiteX49" fmla="*/ 6554894 w 12192000"/>
              <a:gd name="connsiteY49" fmla="*/ 1664428 h 2240205"/>
              <a:gd name="connsiteX50" fmla="*/ 6516595 w 12192000"/>
              <a:gd name="connsiteY50" fmla="*/ 1667475 h 2240205"/>
              <a:gd name="connsiteX51" fmla="*/ 6508541 w 12192000"/>
              <a:gd name="connsiteY51" fmla="*/ 1668757 h 2240205"/>
              <a:gd name="connsiteX52" fmla="*/ 6471012 w 12192000"/>
              <a:gd name="connsiteY52" fmla="*/ 1678604 h 2240205"/>
              <a:gd name="connsiteX53" fmla="*/ 6364035 w 12192000"/>
              <a:gd name="connsiteY53" fmla="*/ 1667683 h 2240205"/>
              <a:gd name="connsiteX54" fmla="*/ 6243319 w 12192000"/>
              <a:gd name="connsiteY54" fmla="*/ 1695560 h 2240205"/>
              <a:gd name="connsiteX55" fmla="*/ 6098321 w 12192000"/>
              <a:gd name="connsiteY55" fmla="*/ 1721646 h 2240205"/>
              <a:gd name="connsiteX56" fmla="*/ 5880652 w 12192000"/>
              <a:gd name="connsiteY56" fmla="*/ 1779643 h 2240205"/>
              <a:gd name="connsiteX57" fmla="*/ 5785959 w 12192000"/>
              <a:gd name="connsiteY57" fmla="*/ 1775307 h 2240205"/>
              <a:gd name="connsiteX58" fmla="*/ 5643534 w 12192000"/>
              <a:gd name="connsiteY58" fmla="*/ 1802919 h 2240205"/>
              <a:gd name="connsiteX59" fmla="*/ 5518799 w 12192000"/>
              <a:gd name="connsiteY59" fmla="*/ 1818312 h 2240205"/>
              <a:gd name="connsiteX60" fmla="*/ 5505014 w 12192000"/>
              <a:gd name="connsiteY60" fmla="*/ 1819259 h 2240205"/>
              <a:gd name="connsiteX61" fmla="*/ 5453307 w 12192000"/>
              <a:gd name="connsiteY61" fmla="*/ 1815450 h 2240205"/>
              <a:gd name="connsiteX62" fmla="*/ 5221533 w 12192000"/>
              <a:gd name="connsiteY62" fmla="*/ 1846950 h 2240205"/>
              <a:gd name="connsiteX63" fmla="*/ 5149802 w 12192000"/>
              <a:gd name="connsiteY63" fmla="*/ 1844846 h 2240205"/>
              <a:gd name="connsiteX64" fmla="*/ 5114927 w 12192000"/>
              <a:gd name="connsiteY64" fmla="*/ 1847827 h 2240205"/>
              <a:gd name="connsiteX65" fmla="*/ 5108970 w 12192000"/>
              <a:gd name="connsiteY65" fmla="*/ 1847935 h 2240205"/>
              <a:gd name="connsiteX66" fmla="*/ 5067961 w 12192000"/>
              <a:gd name="connsiteY66" fmla="*/ 1845917 h 2240205"/>
              <a:gd name="connsiteX67" fmla="*/ 5007075 w 12192000"/>
              <a:gd name="connsiteY67" fmla="*/ 1838626 h 2240205"/>
              <a:gd name="connsiteX68" fmla="*/ 4944087 w 12192000"/>
              <a:gd name="connsiteY68" fmla="*/ 1823332 h 2240205"/>
              <a:gd name="connsiteX69" fmla="*/ 4907662 w 12192000"/>
              <a:gd name="connsiteY69" fmla="*/ 1816900 h 2240205"/>
              <a:gd name="connsiteX70" fmla="*/ 4882386 w 12192000"/>
              <a:gd name="connsiteY70" fmla="*/ 1809844 h 2240205"/>
              <a:gd name="connsiteX71" fmla="*/ 4811440 w 12192000"/>
              <a:gd name="connsiteY71" fmla="*/ 1804655 h 2240205"/>
              <a:gd name="connsiteX72" fmla="*/ 4691075 w 12192000"/>
              <a:gd name="connsiteY72" fmla="*/ 1801389 h 2240205"/>
              <a:gd name="connsiteX73" fmla="*/ 4640313 w 12192000"/>
              <a:gd name="connsiteY73" fmla="*/ 1784307 h 2240205"/>
              <a:gd name="connsiteX74" fmla="*/ 4536503 w 12192000"/>
              <a:gd name="connsiteY74" fmla="*/ 1785334 h 2240205"/>
              <a:gd name="connsiteX75" fmla="*/ 4513724 w 12192000"/>
              <a:gd name="connsiteY75" fmla="*/ 1791996 h 2240205"/>
              <a:gd name="connsiteX76" fmla="*/ 4459810 w 12192000"/>
              <a:gd name="connsiteY76" fmla="*/ 1797886 h 2240205"/>
              <a:gd name="connsiteX77" fmla="*/ 4379064 w 12192000"/>
              <a:gd name="connsiteY77" fmla="*/ 1817177 h 2240205"/>
              <a:gd name="connsiteX78" fmla="*/ 4290981 w 12192000"/>
              <a:gd name="connsiteY78" fmla="*/ 1839677 h 2240205"/>
              <a:gd name="connsiteX79" fmla="*/ 4238372 w 12192000"/>
              <a:gd name="connsiteY79" fmla="*/ 1851480 h 2240205"/>
              <a:gd name="connsiteX80" fmla="*/ 4232517 w 12192000"/>
              <a:gd name="connsiteY80" fmla="*/ 1852567 h 2240205"/>
              <a:gd name="connsiteX81" fmla="*/ 4191732 w 12192000"/>
              <a:gd name="connsiteY81" fmla="*/ 1857328 h 2240205"/>
              <a:gd name="connsiteX82" fmla="*/ 4065532 w 12192000"/>
              <a:gd name="connsiteY82" fmla="*/ 1855477 h 2240205"/>
              <a:gd name="connsiteX83" fmla="*/ 4028460 w 12192000"/>
              <a:gd name="connsiteY83" fmla="*/ 1855137 h 2240205"/>
              <a:gd name="connsiteX84" fmla="*/ 4002267 w 12192000"/>
              <a:gd name="connsiteY84" fmla="*/ 1852352 h 2240205"/>
              <a:gd name="connsiteX85" fmla="*/ 3931396 w 12192000"/>
              <a:gd name="connsiteY85" fmla="*/ 1858915 h 2240205"/>
              <a:gd name="connsiteX86" fmla="*/ 3812162 w 12192000"/>
              <a:gd name="connsiteY86" fmla="*/ 1875501 h 2240205"/>
              <a:gd name="connsiteX87" fmla="*/ 3758105 w 12192000"/>
              <a:gd name="connsiteY87" fmla="*/ 1871856 h 2240205"/>
              <a:gd name="connsiteX88" fmla="*/ 3567259 w 12192000"/>
              <a:gd name="connsiteY88" fmla="*/ 1893482 h 2240205"/>
              <a:gd name="connsiteX89" fmla="*/ 3405770 w 12192000"/>
              <a:gd name="connsiteY89" fmla="*/ 1904591 h 2240205"/>
              <a:gd name="connsiteX90" fmla="*/ 3280097 w 12192000"/>
              <a:gd name="connsiteY90" fmla="*/ 1919610 h 2240205"/>
              <a:gd name="connsiteX91" fmla="*/ 3009910 w 12192000"/>
              <a:gd name="connsiteY91" fmla="*/ 1957866 h 2240205"/>
              <a:gd name="connsiteX92" fmla="*/ 2995934 w 12192000"/>
              <a:gd name="connsiteY92" fmla="*/ 1967085 h 2240205"/>
              <a:gd name="connsiteX93" fmla="*/ 2942858 w 12192000"/>
              <a:gd name="connsiteY93" fmla="*/ 1981367 h 2240205"/>
              <a:gd name="connsiteX94" fmla="*/ 2875436 w 12192000"/>
              <a:gd name="connsiteY94" fmla="*/ 1996977 h 2240205"/>
              <a:gd name="connsiteX95" fmla="*/ 2874892 w 12192000"/>
              <a:gd name="connsiteY95" fmla="*/ 1996085 h 2240205"/>
              <a:gd name="connsiteX96" fmla="*/ 2843662 w 12192000"/>
              <a:gd name="connsiteY96" fmla="*/ 1992498 h 2240205"/>
              <a:gd name="connsiteX97" fmla="*/ 2718916 w 12192000"/>
              <a:gd name="connsiteY97" fmla="*/ 1990867 h 2240205"/>
              <a:gd name="connsiteX98" fmla="*/ 2713522 w 12192000"/>
              <a:gd name="connsiteY98" fmla="*/ 1990173 h 2240205"/>
              <a:gd name="connsiteX99" fmla="*/ 2476147 w 12192000"/>
              <a:gd name="connsiteY99" fmla="*/ 1998305 h 2240205"/>
              <a:gd name="connsiteX100" fmla="*/ 2373568 w 12192000"/>
              <a:gd name="connsiteY100" fmla="*/ 2003219 h 2240205"/>
              <a:gd name="connsiteX101" fmla="*/ 2287219 w 12192000"/>
              <a:gd name="connsiteY101" fmla="*/ 1998750 h 2240205"/>
              <a:gd name="connsiteX102" fmla="*/ 2164831 w 12192000"/>
              <a:gd name="connsiteY102" fmla="*/ 2010143 h 2240205"/>
              <a:gd name="connsiteX103" fmla="*/ 2058061 w 12192000"/>
              <a:gd name="connsiteY103" fmla="*/ 2047942 h 2240205"/>
              <a:gd name="connsiteX104" fmla="*/ 2042244 w 12192000"/>
              <a:gd name="connsiteY104" fmla="*/ 2055560 h 2240205"/>
              <a:gd name="connsiteX105" fmla="*/ 1877728 w 12192000"/>
              <a:gd name="connsiteY105" fmla="*/ 2101004 h 2240205"/>
              <a:gd name="connsiteX106" fmla="*/ 1759056 w 12192000"/>
              <a:gd name="connsiteY106" fmla="*/ 2125608 h 2240205"/>
              <a:gd name="connsiteX107" fmla="*/ 1637948 w 12192000"/>
              <a:gd name="connsiteY107" fmla="*/ 2172597 h 2240205"/>
              <a:gd name="connsiteX108" fmla="*/ 1434549 w 12192000"/>
              <a:gd name="connsiteY108" fmla="*/ 2234522 h 2240205"/>
              <a:gd name="connsiteX109" fmla="*/ 1370962 w 12192000"/>
              <a:gd name="connsiteY109" fmla="*/ 2237474 h 2240205"/>
              <a:gd name="connsiteX110" fmla="*/ 1356367 w 12192000"/>
              <a:gd name="connsiteY110" fmla="*/ 2235089 h 2240205"/>
              <a:gd name="connsiteX111" fmla="*/ 1279765 w 12192000"/>
              <a:gd name="connsiteY111" fmla="*/ 2229639 h 2240205"/>
              <a:gd name="connsiteX112" fmla="*/ 1195347 w 12192000"/>
              <a:gd name="connsiteY112" fmla="*/ 2212354 h 2240205"/>
              <a:gd name="connsiteX113" fmla="*/ 970251 w 12192000"/>
              <a:gd name="connsiteY113" fmla="*/ 2221029 h 2240205"/>
              <a:gd name="connsiteX114" fmla="*/ 812914 w 12192000"/>
              <a:gd name="connsiteY114" fmla="*/ 2210095 h 2240205"/>
              <a:gd name="connsiteX115" fmla="*/ 776382 w 12192000"/>
              <a:gd name="connsiteY115" fmla="*/ 2204512 h 2240205"/>
              <a:gd name="connsiteX116" fmla="*/ 597225 w 12192000"/>
              <a:gd name="connsiteY116" fmla="*/ 2180999 h 2240205"/>
              <a:gd name="connsiteX117" fmla="*/ 520671 w 12192000"/>
              <a:gd name="connsiteY117" fmla="*/ 2180980 h 2240205"/>
              <a:gd name="connsiteX118" fmla="*/ 515024 w 12192000"/>
              <a:gd name="connsiteY118" fmla="*/ 2179258 h 2240205"/>
              <a:gd name="connsiteX119" fmla="*/ 413835 w 12192000"/>
              <a:gd name="connsiteY119" fmla="*/ 2156783 h 2240205"/>
              <a:gd name="connsiteX120" fmla="*/ 376513 w 12192000"/>
              <a:gd name="connsiteY120" fmla="*/ 2154014 h 2240205"/>
              <a:gd name="connsiteX121" fmla="*/ 273386 w 12192000"/>
              <a:gd name="connsiteY121" fmla="*/ 2142551 h 2240205"/>
              <a:gd name="connsiteX122" fmla="*/ 77641 w 12192000"/>
              <a:gd name="connsiteY122" fmla="*/ 2126835 h 2240205"/>
              <a:gd name="connsiteX123" fmla="*/ 37645 w 12192000"/>
              <a:gd name="connsiteY123" fmla="*/ 2115401 h 2240205"/>
              <a:gd name="connsiteX124" fmla="*/ 4572 w 12192000"/>
              <a:gd name="connsiteY124" fmla="*/ 2111091 h 2240205"/>
              <a:gd name="connsiteX125" fmla="*/ 0 w 12192000"/>
              <a:gd name="connsiteY125" fmla="*/ 2110468 h 2240205"/>
              <a:gd name="connsiteX126" fmla="*/ 0 w 12192000"/>
              <a:gd name="connsiteY126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649954 w 12192000"/>
              <a:gd name="connsiteY4" fmla="*/ 749628 h 2240205"/>
              <a:gd name="connsiteX5" fmla="*/ 11560424 w 12192000"/>
              <a:gd name="connsiteY5" fmla="*/ 748017 h 2240205"/>
              <a:gd name="connsiteX6" fmla="*/ 11358455 w 12192000"/>
              <a:gd name="connsiteY6" fmla="*/ 747593 h 2240205"/>
              <a:gd name="connsiteX7" fmla="*/ 11165209 w 12192000"/>
              <a:gd name="connsiteY7" fmla="*/ 748852 h 2240205"/>
              <a:gd name="connsiteX8" fmla="*/ 11058755 w 12192000"/>
              <a:gd name="connsiteY8" fmla="*/ 749617 h 2240205"/>
              <a:gd name="connsiteX9" fmla="*/ 10803046 w 12192000"/>
              <a:gd name="connsiteY9" fmla="*/ 774328 h 2240205"/>
              <a:gd name="connsiteX10" fmla="*/ 10458762 w 12192000"/>
              <a:gd name="connsiteY10" fmla="*/ 755400 h 2240205"/>
              <a:gd name="connsiteX11" fmla="*/ 10211200 w 12192000"/>
              <a:gd name="connsiteY11" fmla="*/ 767513 h 2240205"/>
              <a:gd name="connsiteX12" fmla="*/ 10167995 w 12192000"/>
              <a:gd name="connsiteY12" fmla="*/ 760843 h 2240205"/>
              <a:gd name="connsiteX13" fmla="*/ 9997044 w 12192000"/>
              <a:gd name="connsiteY13" fmla="*/ 780129 h 2240205"/>
              <a:gd name="connsiteX14" fmla="*/ 9943887 w 12192000"/>
              <a:gd name="connsiteY14" fmla="*/ 804141 h 2240205"/>
              <a:gd name="connsiteX15" fmla="*/ 9918248 w 12192000"/>
              <a:gd name="connsiteY15" fmla="*/ 816628 h 2240205"/>
              <a:gd name="connsiteX16" fmla="*/ 9767091 w 12192000"/>
              <a:gd name="connsiteY16" fmla="*/ 870550 h 2240205"/>
              <a:gd name="connsiteX17" fmla="*/ 9683005 w 12192000"/>
              <a:gd name="connsiteY17" fmla="*/ 894128 h 2240205"/>
              <a:gd name="connsiteX18" fmla="*/ 9500499 w 12192000"/>
              <a:gd name="connsiteY18" fmla="*/ 954680 h 2240205"/>
              <a:gd name="connsiteX19" fmla="*/ 9410017 w 12192000"/>
              <a:gd name="connsiteY19" fmla="*/ 993931 h 2240205"/>
              <a:gd name="connsiteX20" fmla="*/ 9392919 w 12192000"/>
              <a:gd name="connsiteY20" fmla="*/ 994656 h 2240205"/>
              <a:gd name="connsiteX21" fmla="*/ 9268019 w 12192000"/>
              <a:gd name="connsiteY21" fmla="*/ 1007442 h 2240205"/>
              <a:gd name="connsiteX22" fmla="*/ 9188177 w 12192000"/>
              <a:gd name="connsiteY22" fmla="*/ 1035474 h 2240205"/>
              <a:gd name="connsiteX23" fmla="*/ 9155969 w 12192000"/>
              <a:gd name="connsiteY23" fmla="*/ 1046804 h 2240205"/>
              <a:gd name="connsiteX24" fmla="*/ 9133985 w 12192000"/>
              <a:gd name="connsiteY24" fmla="*/ 1046450 h 2240205"/>
              <a:gd name="connsiteX25" fmla="*/ 9003462 w 12192000"/>
              <a:gd name="connsiteY25" fmla="*/ 1042406 h 2240205"/>
              <a:gd name="connsiteX26" fmla="*/ 8968445 w 12192000"/>
              <a:gd name="connsiteY26" fmla="*/ 1052169 h 2240205"/>
              <a:gd name="connsiteX27" fmla="*/ 8886001 w 12192000"/>
              <a:gd name="connsiteY27" fmla="*/ 1067468 h 2240205"/>
              <a:gd name="connsiteX28" fmla="*/ 8838610 w 12192000"/>
              <a:gd name="connsiteY28" fmla="*/ 1075091 h 2240205"/>
              <a:gd name="connsiteX29" fmla="*/ 8665605 w 12192000"/>
              <a:gd name="connsiteY29" fmla="*/ 1110791 h 2240205"/>
              <a:gd name="connsiteX30" fmla="*/ 8419755 w 12192000"/>
              <a:gd name="connsiteY30" fmla="*/ 1216260 h 2240205"/>
              <a:gd name="connsiteX31" fmla="*/ 8411626 w 12192000"/>
              <a:gd name="connsiteY31" fmla="*/ 1214397 h 2240205"/>
              <a:gd name="connsiteX32" fmla="*/ 8363469 w 12192000"/>
              <a:gd name="connsiteY32" fmla="*/ 1246658 h 2240205"/>
              <a:gd name="connsiteX33" fmla="*/ 8275497 w 12192000"/>
              <a:gd name="connsiteY33" fmla="*/ 1264396 h 2240205"/>
              <a:gd name="connsiteX34" fmla="*/ 8074238 w 12192000"/>
              <a:gd name="connsiteY34" fmla="*/ 1301895 h 2240205"/>
              <a:gd name="connsiteX35" fmla="*/ 7902328 w 12192000"/>
              <a:gd name="connsiteY35" fmla="*/ 1345865 h 2240205"/>
              <a:gd name="connsiteX36" fmla="*/ 7840612 w 12192000"/>
              <a:gd name="connsiteY36" fmla="*/ 1369373 h 2240205"/>
              <a:gd name="connsiteX37" fmla="*/ 7786819 w 12192000"/>
              <a:gd name="connsiteY37" fmla="*/ 1378970 h 2240205"/>
              <a:gd name="connsiteX38" fmla="*/ 7548172 w 12192000"/>
              <a:gd name="connsiteY38" fmla="*/ 1417460 h 2240205"/>
              <a:gd name="connsiteX39" fmla="*/ 7483437 w 12192000"/>
              <a:gd name="connsiteY39" fmla="*/ 1478152 h 2240205"/>
              <a:gd name="connsiteX40" fmla="*/ 7377870 w 12192000"/>
              <a:gd name="connsiteY40" fmla="*/ 1523319 h 2240205"/>
              <a:gd name="connsiteX41" fmla="*/ 7230737 w 12192000"/>
              <a:gd name="connsiteY41" fmla="*/ 1562633 h 2240205"/>
              <a:gd name="connsiteX42" fmla="*/ 7224458 w 12192000"/>
              <a:gd name="connsiteY42" fmla="*/ 1573008 h 2240205"/>
              <a:gd name="connsiteX43" fmla="*/ 7183121 w 12192000"/>
              <a:gd name="connsiteY43" fmla="*/ 1595162 h 2240205"/>
              <a:gd name="connsiteX44" fmla="*/ 7164601 w 12192000"/>
              <a:gd name="connsiteY44" fmla="*/ 1606490 h 2240205"/>
              <a:gd name="connsiteX45" fmla="*/ 6900177 w 12192000"/>
              <a:gd name="connsiteY45" fmla="*/ 1636016 h 2240205"/>
              <a:gd name="connsiteX46" fmla="*/ 6795372 w 12192000"/>
              <a:gd name="connsiteY46" fmla="*/ 1644845 h 2240205"/>
              <a:gd name="connsiteX47" fmla="*/ 6692251 w 12192000"/>
              <a:gd name="connsiteY47" fmla="*/ 1656357 h 2240205"/>
              <a:gd name="connsiteX48" fmla="*/ 6655235 w 12192000"/>
              <a:gd name="connsiteY48" fmla="*/ 1661869 h 2240205"/>
              <a:gd name="connsiteX49" fmla="*/ 6554894 w 12192000"/>
              <a:gd name="connsiteY49" fmla="*/ 1664428 h 2240205"/>
              <a:gd name="connsiteX50" fmla="*/ 6516595 w 12192000"/>
              <a:gd name="connsiteY50" fmla="*/ 1667475 h 2240205"/>
              <a:gd name="connsiteX51" fmla="*/ 6508541 w 12192000"/>
              <a:gd name="connsiteY51" fmla="*/ 1668757 h 2240205"/>
              <a:gd name="connsiteX52" fmla="*/ 6471012 w 12192000"/>
              <a:gd name="connsiteY52" fmla="*/ 1678604 h 2240205"/>
              <a:gd name="connsiteX53" fmla="*/ 6364035 w 12192000"/>
              <a:gd name="connsiteY53" fmla="*/ 1667683 h 2240205"/>
              <a:gd name="connsiteX54" fmla="*/ 6243319 w 12192000"/>
              <a:gd name="connsiteY54" fmla="*/ 1695560 h 2240205"/>
              <a:gd name="connsiteX55" fmla="*/ 6098321 w 12192000"/>
              <a:gd name="connsiteY55" fmla="*/ 1721646 h 2240205"/>
              <a:gd name="connsiteX56" fmla="*/ 5880652 w 12192000"/>
              <a:gd name="connsiteY56" fmla="*/ 1779643 h 2240205"/>
              <a:gd name="connsiteX57" fmla="*/ 5785959 w 12192000"/>
              <a:gd name="connsiteY57" fmla="*/ 1775307 h 2240205"/>
              <a:gd name="connsiteX58" fmla="*/ 5643534 w 12192000"/>
              <a:gd name="connsiteY58" fmla="*/ 1802919 h 2240205"/>
              <a:gd name="connsiteX59" fmla="*/ 5518799 w 12192000"/>
              <a:gd name="connsiteY59" fmla="*/ 1818312 h 2240205"/>
              <a:gd name="connsiteX60" fmla="*/ 5505014 w 12192000"/>
              <a:gd name="connsiteY60" fmla="*/ 1819259 h 2240205"/>
              <a:gd name="connsiteX61" fmla="*/ 5453307 w 12192000"/>
              <a:gd name="connsiteY61" fmla="*/ 1815450 h 2240205"/>
              <a:gd name="connsiteX62" fmla="*/ 5221533 w 12192000"/>
              <a:gd name="connsiteY62" fmla="*/ 1846950 h 2240205"/>
              <a:gd name="connsiteX63" fmla="*/ 5149802 w 12192000"/>
              <a:gd name="connsiteY63" fmla="*/ 1844846 h 2240205"/>
              <a:gd name="connsiteX64" fmla="*/ 5114927 w 12192000"/>
              <a:gd name="connsiteY64" fmla="*/ 1847827 h 2240205"/>
              <a:gd name="connsiteX65" fmla="*/ 5108970 w 12192000"/>
              <a:gd name="connsiteY65" fmla="*/ 1847935 h 2240205"/>
              <a:gd name="connsiteX66" fmla="*/ 5067961 w 12192000"/>
              <a:gd name="connsiteY66" fmla="*/ 1845917 h 2240205"/>
              <a:gd name="connsiteX67" fmla="*/ 5007075 w 12192000"/>
              <a:gd name="connsiteY67" fmla="*/ 1838626 h 2240205"/>
              <a:gd name="connsiteX68" fmla="*/ 4944087 w 12192000"/>
              <a:gd name="connsiteY68" fmla="*/ 1823332 h 2240205"/>
              <a:gd name="connsiteX69" fmla="*/ 4907662 w 12192000"/>
              <a:gd name="connsiteY69" fmla="*/ 1816900 h 2240205"/>
              <a:gd name="connsiteX70" fmla="*/ 4882386 w 12192000"/>
              <a:gd name="connsiteY70" fmla="*/ 1809844 h 2240205"/>
              <a:gd name="connsiteX71" fmla="*/ 4811440 w 12192000"/>
              <a:gd name="connsiteY71" fmla="*/ 1804655 h 2240205"/>
              <a:gd name="connsiteX72" fmla="*/ 4691075 w 12192000"/>
              <a:gd name="connsiteY72" fmla="*/ 1801389 h 2240205"/>
              <a:gd name="connsiteX73" fmla="*/ 4640313 w 12192000"/>
              <a:gd name="connsiteY73" fmla="*/ 1784307 h 2240205"/>
              <a:gd name="connsiteX74" fmla="*/ 4536503 w 12192000"/>
              <a:gd name="connsiteY74" fmla="*/ 1785334 h 2240205"/>
              <a:gd name="connsiteX75" fmla="*/ 4513724 w 12192000"/>
              <a:gd name="connsiteY75" fmla="*/ 1791996 h 2240205"/>
              <a:gd name="connsiteX76" fmla="*/ 4459810 w 12192000"/>
              <a:gd name="connsiteY76" fmla="*/ 1797886 h 2240205"/>
              <a:gd name="connsiteX77" fmla="*/ 4379064 w 12192000"/>
              <a:gd name="connsiteY77" fmla="*/ 1817177 h 2240205"/>
              <a:gd name="connsiteX78" fmla="*/ 4290981 w 12192000"/>
              <a:gd name="connsiteY78" fmla="*/ 1839677 h 2240205"/>
              <a:gd name="connsiteX79" fmla="*/ 4238372 w 12192000"/>
              <a:gd name="connsiteY79" fmla="*/ 1851480 h 2240205"/>
              <a:gd name="connsiteX80" fmla="*/ 4232517 w 12192000"/>
              <a:gd name="connsiteY80" fmla="*/ 1852567 h 2240205"/>
              <a:gd name="connsiteX81" fmla="*/ 4191732 w 12192000"/>
              <a:gd name="connsiteY81" fmla="*/ 1857328 h 2240205"/>
              <a:gd name="connsiteX82" fmla="*/ 4065532 w 12192000"/>
              <a:gd name="connsiteY82" fmla="*/ 1855477 h 2240205"/>
              <a:gd name="connsiteX83" fmla="*/ 4028460 w 12192000"/>
              <a:gd name="connsiteY83" fmla="*/ 1855137 h 2240205"/>
              <a:gd name="connsiteX84" fmla="*/ 4002267 w 12192000"/>
              <a:gd name="connsiteY84" fmla="*/ 1852352 h 2240205"/>
              <a:gd name="connsiteX85" fmla="*/ 3931396 w 12192000"/>
              <a:gd name="connsiteY85" fmla="*/ 1858915 h 2240205"/>
              <a:gd name="connsiteX86" fmla="*/ 3812162 w 12192000"/>
              <a:gd name="connsiteY86" fmla="*/ 1875501 h 2240205"/>
              <a:gd name="connsiteX87" fmla="*/ 3758105 w 12192000"/>
              <a:gd name="connsiteY87" fmla="*/ 1871856 h 2240205"/>
              <a:gd name="connsiteX88" fmla="*/ 3567259 w 12192000"/>
              <a:gd name="connsiteY88" fmla="*/ 1893482 h 2240205"/>
              <a:gd name="connsiteX89" fmla="*/ 3405770 w 12192000"/>
              <a:gd name="connsiteY89" fmla="*/ 1904591 h 2240205"/>
              <a:gd name="connsiteX90" fmla="*/ 3280097 w 12192000"/>
              <a:gd name="connsiteY90" fmla="*/ 1919610 h 2240205"/>
              <a:gd name="connsiteX91" fmla="*/ 3009910 w 12192000"/>
              <a:gd name="connsiteY91" fmla="*/ 1957866 h 2240205"/>
              <a:gd name="connsiteX92" fmla="*/ 2995934 w 12192000"/>
              <a:gd name="connsiteY92" fmla="*/ 1967085 h 2240205"/>
              <a:gd name="connsiteX93" fmla="*/ 2942858 w 12192000"/>
              <a:gd name="connsiteY93" fmla="*/ 1981367 h 2240205"/>
              <a:gd name="connsiteX94" fmla="*/ 2875436 w 12192000"/>
              <a:gd name="connsiteY94" fmla="*/ 1996977 h 2240205"/>
              <a:gd name="connsiteX95" fmla="*/ 2874892 w 12192000"/>
              <a:gd name="connsiteY95" fmla="*/ 1996085 h 2240205"/>
              <a:gd name="connsiteX96" fmla="*/ 2843662 w 12192000"/>
              <a:gd name="connsiteY96" fmla="*/ 1992498 h 2240205"/>
              <a:gd name="connsiteX97" fmla="*/ 2718916 w 12192000"/>
              <a:gd name="connsiteY97" fmla="*/ 1990867 h 2240205"/>
              <a:gd name="connsiteX98" fmla="*/ 2713522 w 12192000"/>
              <a:gd name="connsiteY98" fmla="*/ 1990173 h 2240205"/>
              <a:gd name="connsiteX99" fmla="*/ 2476147 w 12192000"/>
              <a:gd name="connsiteY99" fmla="*/ 1998305 h 2240205"/>
              <a:gd name="connsiteX100" fmla="*/ 2373568 w 12192000"/>
              <a:gd name="connsiteY100" fmla="*/ 2003219 h 2240205"/>
              <a:gd name="connsiteX101" fmla="*/ 2287219 w 12192000"/>
              <a:gd name="connsiteY101" fmla="*/ 1998750 h 2240205"/>
              <a:gd name="connsiteX102" fmla="*/ 2164831 w 12192000"/>
              <a:gd name="connsiteY102" fmla="*/ 2010143 h 2240205"/>
              <a:gd name="connsiteX103" fmla="*/ 2058061 w 12192000"/>
              <a:gd name="connsiteY103" fmla="*/ 2047942 h 2240205"/>
              <a:gd name="connsiteX104" fmla="*/ 2042244 w 12192000"/>
              <a:gd name="connsiteY104" fmla="*/ 2055560 h 2240205"/>
              <a:gd name="connsiteX105" fmla="*/ 1877728 w 12192000"/>
              <a:gd name="connsiteY105" fmla="*/ 2101004 h 2240205"/>
              <a:gd name="connsiteX106" fmla="*/ 1759056 w 12192000"/>
              <a:gd name="connsiteY106" fmla="*/ 2125608 h 2240205"/>
              <a:gd name="connsiteX107" fmla="*/ 1637948 w 12192000"/>
              <a:gd name="connsiteY107" fmla="*/ 2172597 h 2240205"/>
              <a:gd name="connsiteX108" fmla="*/ 1434549 w 12192000"/>
              <a:gd name="connsiteY108" fmla="*/ 2234522 h 2240205"/>
              <a:gd name="connsiteX109" fmla="*/ 1370962 w 12192000"/>
              <a:gd name="connsiteY109" fmla="*/ 2237474 h 2240205"/>
              <a:gd name="connsiteX110" fmla="*/ 1356367 w 12192000"/>
              <a:gd name="connsiteY110" fmla="*/ 2235089 h 2240205"/>
              <a:gd name="connsiteX111" fmla="*/ 1279765 w 12192000"/>
              <a:gd name="connsiteY111" fmla="*/ 2229639 h 2240205"/>
              <a:gd name="connsiteX112" fmla="*/ 1195347 w 12192000"/>
              <a:gd name="connsiteY112" fmla="*/ 2212354 h 2240205"/>
              <a:gd name="connsiteX113" fmla="*/ 970251 w 12192000"/>
              <a:gd name="connsiteY113" fmla="*/ 2221029 h 2240205"/>
              <a:gd name="connsiteX114" fmla="*/ 812914 w 12192000"/>
              <a:gd name="connsiteY114" fmla="*/ 2210095 h 2240205"/>
              <a:gd name="connsiteX115" fmla="*/ 776382 w 12192000"/>
              <a:gd name="connsiteY115" fmla="*/ 2204512 h 2240205"/>
              <a:gd name="connsiteX116" fmla="*/ 597225 w 12192000"/>
              <a:gd name="connsiteY116" fmla="*/ 2180999 h 2240205"/>
              <a:gd name="connsiteX117" fmla="*/ 520671 w 12192000"/>
              <a:gd name="connsiteY117" fmla="*/ 2180980 h 2240205"/>
              <a:gd name="connsiteX118" fmla="*/ 515024 w 12192000"/>
              <a:gd name="connsiteY118" fmla="*/ 2179258 h 2240205"/>
              <a:gd name="connsiteX119" fmla="*/ 413835 w 12192000"/>
              <a:gd name="connsiteY119" fmla="*/ 2156783 h 2240205"/>
              <a:gd name="connsiteX120" fmla="*/ 376513 w 12192000"/>
              <a:gd name="connsiteY120" fmla="*/ 2154014 h 2240205"/>
              <a:gd name="connsiteX121" fmla="*/ 273386 w 12192000"/>
              <a:gd name="connsiteY121" fmla="*/ 2142551 h 2240205"/>
              <a:gd name="connsiteX122" fmla="*/ 77641 w 12192000"/>
              <a:gd name="connsiteY122" fmla="*/ 2126835 h 2240205"/>
              <a:gd name="connsiteX123" fmla="*/ 37645 w 12192000"/>
              <a:gd name="connsiteY123" fmla="*/ 2115401 h 2240205"/>
              <a:gd name="connsiteX124" fmla="*/ 4572 w 12192000"/>
              <a:gd name="connsiteY124" fmla="*/ 2111091 h 2240205"/>
              <a:gd name="connsiteX125" fmla="*/ 0 w 12192000"/>
              <a:gd name="connsiteY125" fmla="*/ 2110468 h 2240205"/>
              <a:gd name="connsiteX126" fmla="*/ 0 w 12192000"/>
              <a:gd name="connsiteY126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649954 w 12192000"/>
              <a:gd name="connsiteY4" fmla="*/ 749628 h 2240205"/>
              <a:gd name="connsiteX5" fmla="*/ 11560424 w 12192000"/>
              <a:gd name="connsiteY5" fmla="*/ 748017 h 2240205"/>
              <a:gd name="connsiteX6" fmla="*/ 11358455 w 12192000"/>
              <a:gd name="connsiteY6" fmla="*/ 747593 h 2240205"/>
              <a:gd name="connsiteX7" fmla="*/ 11165209 w 12192000"/>
              <a:gd name="connsiteY7" fmla="*/ 748852 h 2240205"/>
              <a:gd name="connsiteX8" fmla="*/ 11058755 w 12192000"/>
              <a:gd name="connsiteY8" fmla="*/ 749617 h 2240205"/>
              <a:gd name="connsiteX9" fmla="*/ 10803046 w 12192000"/>
              <a:gd name="connsiteY9" fmla="*/ 774328 h 2240205"/>
              <a:gd name="connsiteX10" fmla="*/ 10458762 w 12192000"/>
              <a:gd name="connsiteY10" fmla="*/ 755400 h 2240205"/>
              <a:gd name="connsiteX11" fmla="*/ 10211200 w 12192000"/>
              <a:gd name="connsiteY11" fmla="*/ 767513 h 2240205"/>
              <a:gd name="connsiteX12" fmla="*/ 10167995 w 12192000"/>
              <a:gd name="connsiteY12" fmla="*/ 760843 h 2240205"/>
              <a:gd name="connsiteX13" fmla="*/ 9997044 w 12192000"/>
              <a:gd name="connsiteY13" fmla="*/ 780129 h 2240205"/>
              <a:gd name="connsiteX14" fmla="*/ 9943887 w 12192000"/>
              <a:gd name="connsiteY14" fmla="*/ 804141 h 2240205"/>
              <a:gd name="connsiteX15" fmla="*/ 9918248 w 12192000"/>
              <a:gd name="connsiteY15" fmla="*/ 816628 h 2240205"/>
              <a:gd name="connsiteX16" fmla="*/ 9767091 w 12192000"/>
              <a:gd name="connsiteY16" fmla="*/ 870550 h 2240205"/>
              <a:gd name="connsiteX17" fmla="*/ 9683005 w 12192000"/>
              <a:gd name="connsiteY17" fmla="*/ 894128 h 2240205"/>
              <a:gd name="connsiteX18" fmla="*/ 9500499 w 12192000"/>
              <a:gd name="connsiteY18" fmla="*/ 954680 h 2240205"/>
              <a:gd name="connsiteX19" fmla="*/ 9410017 w 12192000"/>
              <a:gd name="connsiteY19" fmla="*/ 993931 h 2240205"/>
              <a:gd name="connsiteX20" fmla="*/ 9392919 w 12192000"/>
              <a:gd name="connsiteY20" fmla="*/ 994656 h 2240205"/>
              <a:gd name="connsiteX21" fmla="*/ 9268019 w 12192000"/>
              <a:gd name="connsiteY21" fmla="*/ 1007442 h 2240205"/>
              <a:gd name="connsiteX22" fmla="*/ 9188177 w 12192000"/>
              <a:gd name="connsiteY22" fmla="*/ 1035474 h 2240205"/>
              <a:gd name="connsiteX23" fmla="*/ 9155969 w 12192000"/>
              <a:gd name="connsiteY23" fmla="*/ 1046804 h 2240205"/>
              <a:gd name="connsiteX24" fmla="*/ 9133985 w 12192000"/>
              <a:gd name="connsiteY24" fmla="*/ 1046450 h 2240205"/>
              <a:gd name="connsiteX25" fmla="*/ 9003462 w 12192000"/>
              <a:gd name="connsiteY25" fmla="*/ 1042406 h 2240205"/>
              <a:gd name="connsiteX26" fmla="*/ 8968445 w 12192000"/>
              <a:gd name="connsiteY26" fmla="*/ 1052169 h 2240205"/>
              <a:gd name="connsiteX27" fmla="*/ 8886001 w 12192000"/>
              <a:gd name="connsiteY27" fmla="*/ 1067468 h 2240205"/>
              <a:gd name="connsiteX28" fmla="*/ 8838610 w 12192000"/>
              <a:gd name="connsiteY28" fmla="*/ 1075091 h 2240205"/>
              <a:gd name="connsiteX29" fmla="*/ 8665605 w 12192000"/>
              <a:gd name="connsiteY29" fmla="*/ 1110791 h 2240205"/>
              <a:gd name="connsiteX30" fmla="*/ 8419755 w 12192000"/>
              <a:gd name="connsiteY30" fmla="*/ 1216260 h 2240205"/>
              <a:gd name="connsiteX31" fmla="*/ 8411626 w 12192000"/>
              <a:gd name="connsiteY31" fmla="*/ 1214397 h 2240205"/>
              <a:gd name="connsiteX32" fmla="*/ 8363469 w 12192000"/>
              <a:gd name="connsiteY32" fmla="*/ 1246658 h 2240205"/>
              <a:gd name="connsiteX33" fmla="*/ 8275497 w 12192000"/>
              <a:gd name="connsiteY33" fmla="*/ 1264396 h 2240205"/>
              <a:gd name="connsiteX34" fmla="*/ 8074238 w 12192000"/>
              <a:gd name="connsiteY34" fmla="*/ 1301895 h 2240205"/>
              <a:gd name="connsiteX35" fmla="*/ 7902328 w 12192000"/>
              <a:gd name="connsiteY35" fmla="*/ 1345865 h 2240205"/>
              <a:gd name="connsiteX36" fmla="*/ 7840612 w 12192000"/>
              <a:gd name="connsiteY36" fmla="*/ 1369373 h 2240205"/>
              <a:gd name="connsiteX37" fmla="*/ 7786819 w 12192000"/>
              <a:gd name="connsiteY37" fmla="*/ 1378970 h 2240205"/>
              <a:gd name="connsiteX38" fmla="*/ 7548172 w 12192000"/>
              <a:gd name="connsiteY38" fmla="*/ 1417460 h 2240205"/>
              <a:gd name="connsiteX39" fmla="*/ 7483437 w 12192000"/>
              <a:gd name="connsiteY39" fmla="*/ 1478152 h 2240205"/>
              <a:gd name="connsiteX40" fmla="*/ 7377870 w 12192000"/>
              <a:gd name="connsiteY40" fmla="*/ 1523319 h 2240205"/>
              <a:gd name="connsiteX41" fmla="*/ 7230737 w 12192000"/>
              <a:gd name="connsiteY41" fmla="*/ 1562633 h 2240205"/>
              <a:gd name="connsiteX42" fmla="*/ 7224458 w 12192000"/>
              <a:gd name="connsiteY42" fmla="*/ 1573008 h 2240205"/>
              <a:gd name="connsiteX43" fmla="*/ 7183121 w 12192000"/>
              <a:gd name="connsiteY43" fmla="*/ 1595162 h 2240205"/>
              <a:gd name="connsiteX44" fmla="*/ 7164601 w 12192000"/>
              <a:gd name="connsiteY44" fmla="*/ 1606490 h 2240205"/>
              <a:gd name="connsiteX45" fmla="*/ 6900177 w 12192000"/>
              <a:gd name="connsiteY45" fmla="*/ 1636016 h 2240205"/>
              <a:gd name="connsiteX46" fmla="*/ 6795372 w 12192000"/>
              <a:gd name="connsiteY46" fmla="*/ 1644845 h 2240205"/>
              <a:gd name="connsiteX47" fmla="*/ 6692251 w 12192000"/>
              <a:gd name="connsiteY47" fmla="*/ 1656357 h 2240205"/>
              <a:gd name="connsiteX48" fmla="*/ 6655235 w 12192000"/>
              <a:gd name="connsiteY48" fmla="*/ 1661869 h 2240205"/>
              <a:gd name="connsiteX49" fmla="*/ 6554894 w 12192000"/>
              <a:gd name="connsiteY49" fmla="*/ 1664428 h 2240205"/>
              <a:gd name="connsiteX50" fmla="*/ 6516595 w 12192000"/>
              <a:gd name="connsiteY50" fmla="*/ 1667475 h 2240205"/>
              <a:gd name="connsiteX51" fmla="*/ 6508541 w 12192000"/>
              <a:gd name="connsiteY51" fmla="*/ 1668757 h 2240205"/>
              <a:gd name="connsiteX52" fmla="*/ 6471012 w 12192000"/>
              <a:gd name="connsiteY52" fmla="*/ 1678604 h 2240205"/>
              <a:gd name="connsiteX53" fmla="*/ 6364035 w 12192000"/>
              <a:gd name="connsiteY53" fmla="*/ 1667683 h 2240205"/>
              <a:gd name="connsiteX54" fmla="*/ 6243319 w 12192000"/>
              <a:gd name="connsiteY54" fmla="*/ 1695560 h 2240205"/>
              <a:gd name="connsiteX55" fmla="*/ 6098321 w 12192000"/>
              <a:gd name="connsiteY55" fmla="*/ 1721646 h 2240205"/>
              <a:gd name="connsiteX56" fmla="*/ 5880652 w 12192000"/>
              <a:gd name="connsiteY56" fmla="*/ 1779643 h 2240205"/>
              <a:gd name="connsiteX57" fmla="*/ 5785959 w 12192000"/>
              <a:gd name="connsiteY57" fmla="*/ 1775307 h 2240205"/>
              <a:gd name="connsiteX58" fmla="*/ 5643534 w 12192000"/>
              <a:gd name="connsiteY58" fmla="*/ 1802919 h 2240205"/>
              <a:gd name="connsiteX59" fmla="*/ 5518799 w 12192000"/>
              <a:gd name="connsiteY59" fmla="*/ 1818312 h 2240205"/>
              <a:gd name="connsiteX60" fmla="*/ 5505014 w 12192000"/>
              <a:gd name="connsiteY60" fmla="*/ 1819259 h 2240205"/>
              <a:gd name="connsiteX61" fmla="*/ 5453307 w 12192000"/>
              <a:gd name="connsiteY61" fmla="*/ 1815450 h 2240205"/>
              <a:gd name="connsiteX62" fmla="*/ 5221533 w 12192000"/>
              <a:gd name="connsiteY62" fmla="*/ 1846950 h 2240205"/>
              <a:gd name="connsiteX63" fmla="*/ 5149802 w 12192000"/>
              <a:gd name="connsiteY63" fmla="*/ 1844846 h 2240205"/>
              <a:gd name="connsiteX64" fmla="*/ 5114927 w 12192000"/>
              <a:gd name="connsiteY64" fmla="*/ 1847827 h 2240205"/>
              <a:gd name="connsiteX65" fmla="*/ 5108970 w 12192000"/>
              <a:gd name="connsiteY65" fmla="*/ 1847935 h 2240205"/>
              <a:gd name="connsiteX66" fmla="*/ 5067961 w 12192000"/>
              <a:gd name="connsiteY66" fmla="*/ 1845917 h 2240205"/>
              <a:gd name="connsiteX67" fmla="*/ 5007075 w 12192000"/>
              <a:gd name="connsiteY67" fmla="*/ 1838626 h 2240205"/>
              <a:gd name="connsiteX68" fmla="*/ 4944087 w 12192000"/>
              <a:gd name="connsiteY68" fmla="*/ 1823332 h 2240205"/>
              <a:gd name="connsiteX69" fmla="*/ 4907662 w 12192000"/>
              <a:gd name="connsiteY69" fmla="*/ 1816900 h 2240205"/>
              <a:gd name="connsiteX70" fmla="*/ 4882386 w 12192000"/>
              <a:gd name="connsiteY70" fmla="*/ 1809844 h 2240205"/>
              <a:gd name="connsiteX71" fmla="*/ 4811440 w 12192000"/>
              <a:gd name="connsiteY71" fmla="*/ 1804655 h 2240205"/>
              <a:gd name="connsiteX72" fmla="*/ 4691075 w 12192000"/>
              <a:gd name="connsiteY72" fmla="*/ 1801389 h 2240205"/>
              <a:gd name="connsiteX73" fmla="*/ 4640313 w 12192000"/>
              <a:gd name="connsiteY73" fmla="*/ 1784307 h 2240205"/>
              <a:gd name="connsiteX74" fmla="*/ 4536503 w 12192000"/>
              <a:gd name="connsiteY74" fmla="*/ 1785334 h 2240205"/>
              <a:gd name="connsiteX75" fmla="*/ 4513724 w 12192000"/>
              <a:gd name="connsiteY75" fmla="*/ 1791996 h 2240205"/>
              <a:gd name="connsiteX76" fmla="*/ 4459810 w 12192000"/>
              <a:gd name="connsiteY76" fmla="*/ 1797886 h 2240205"/>
              <a:gd name="connsiteX77" fmla="*/ 4379064 w 12192000"/>
              <a:gd name="connsiteY77" fmla="*/ 1817177 h 2240205"/>
              <a:gd name="connsiteX78" fmla="*/ 4290981 w 12192000"/>
              <a:gd name="connsiteY78" fmla="*/ 1839677 h 2240205"/>
              <a:gd name="connsiteX79" fmla="*/ 4238372 w 12192000"/>
              <a:gd name="connsiteY79" fmla="*/ 1851480 h 2240205"/>
              <a:gd name="connsiteX80" fmla="*/ 4232517 w 12192000"/>
              <a:gd name="connsiteY80" fmla="*/ 1852567 h 2240205"/>
              <a:gd name="connsiteX81" fmla="*/ 4191732 w 12192000"/>
              <a:gd name="connsiteY81" fmla="*/ 1857328 h 2240205"/>
              <a:gd name="connsiteX82" fmla="*/ 4065532 w 12192000"/>
              <a:gd name="connsiteY82" fmla="*/ 1855477 h 2240205"/>
              <a:gd name="connsiteX83" fmla="*/ 4028460 w 12192000"/>
              <a:gd name="connsiteY83" fmla="*/ 1855137 h 2240205"/>
              <a:gd name="connsiteX84" fmla="*/ 4002267 w 12192000"/>
              <a:gd name="connsiteY84" fmla="*/ 1852352 h 2240205"/>
              <a:gd name="connsiteX85" fmla="*/ 3931396 w 12192000"/>
              <a:gd name="connsiteY85" fmla="*/ 1858915 h 2240205"/>
              <a:gd name="connsiteX86" fmla="*/ 3812162 w 12192000"/>
              <a:gd name="connsiteY86" fmla="*/ 1875501 h 2240205"/>
              <a:gd name="connsiteX87" fmla="*/ 3758105 w 12192000"/>
              <a:gd name="connsiteY87" fmla="*/ 1871856 h 2240205"/>
              <a:gd name="connsiteX88" fmla="*/ 3567259 w 12192000"/>
              <a:gd name="connsiteY88" fmla="*/ 1893482 h 2240205"/>
              <a:gd name="connsiteX89" fmla="*/ 3405770 w 12192000"/>
              <a:gd name="connsiteY89" fmla="*/ 1904591 h 2240205"/>
              <a:gd name="connsiteX90" fmla="*/ 3280097 w 12192000"/>
              <a:gd name="connsiteY90" fmla="*/ 1919610 h 2240205"/>
              <a:gd name="connsiteX91" fmla="*/ 3009910 w 12192000"/>
              <a:gd name="connsiteY91" fmla="*/ 1957866 h 2240205"/>
              <a:gd name="connsiteX92" fmla="*/ 2995934 w 12192000"/>
              <a:gd name="connsiteY92" fmla="*/ 1967085 h 2240205"/>
              <a:gd name="connsiteX93" fmla="*/ 2942858 w 12192000"/>
              <a:gd name="connsiteY93" fmla="*/ 1981367 h 2240205"/>
              <a:gd name="connsiteX94" fmla="*/ 2875436 w 12192000"/>
              <a:gd name="connsiteY94" fmla="*/ 1996977 h 2240205"/>
              <a:gd name="connsiteX95" fmla="*/ 2874892 w 12192000"/>
              <a:gd name="connsiteY95" fmla="*/ 1996085 h 2240205"/>
              <a:gd name="connsiteX96" fmla="*/ 2843662 w 12192000"/>
              <a:gd name="connsiteY96" fmla="*/ 1992498 h 2240205"/>
              <a:gd name="connsiteX97" fmla="*/ 2718916 w 12192000"/>
              <a:gd name="connsiteY97" fmla="*/ 1990867 h 2240205"/>
              <a:gd name="connsiteX98" fmla="*/ 2713522 w 12192000"/>
              <a:gd name="connsiteY98" fmla="*/ 1990173 h 2240205"/>
              <a:gd name="connsiteX99" fmla="*/ 2476147 w 12192000"/>
              <a:gd name="connsiteY99" fmla="*/ 1998305 h 2240205"/>
              <a:gd name="connsiteX100" fmla="*/ 2373568 w 12192000"/>
              <a:gd name="connsiteY100" fmla="*/ 2003219 h 2240205"/>
              <a:gd name="connsiteX101" fmla="*/ 2287219 w 12192000"/>
              <a:gd name="connsiteY101" fmla="*/ 1998750 h 2240205"/>
              <a:gd name="connsiteX102" fmla="*/ 2164831 w 12192000"/>
              <a:gd name="connsiteY102" fmla="*/ 2010143 h 2240205"/>
              <a:gd name="connsiteX103" fmla="*/ 2058061 w 12192000"/>
              <a:gd name="connsiteY103" fmla="*/ 2047942 h 2240205"/>
              <a:gd name="connsiteX104" fmla="*/ 2042244 w 12192000"/>
              <a:gd name="connsiteY104" fmla="*/ 2055560 h 2240205"/>
              <a:gd name="connsiteX105" fmla="*/ 1877728 w 12192000"/>
              <a:gd name="connsiteY105" fmla="*/ 2101004 h 2240205"/>
              <a:gd name="connsiteX106" fmla="*/ 1759056 w 12192000"/>
              <a:gd name="connsiteY106" fmla="*/ 2125608 h 2240205"/>
              <a:gd name="connsiteX107" fmla="*/ 1637948 w 12192000"/>
              <a:gd name="connsiteY107" fmla="*/ 2172597 h 2240205"/>
              <a:gd name="connsiteX108" fmla="*/ 1434549 w 12192000"/>
              <a:gd name="connsiteY108" fmla="*/ 2234522 h 2240205"/>
              <a:gd name="connsiteX109" fmla="*/ 1370962 w 12192000"/>
              <a:gd name="connsiteY109" fmla="*/ 2237474 h 2240205"/>
              <a:gd name="connsiteX110" fmla="*/ 1356367 w 12192000"/>
              <a:gd name="connsiteY110" fmla="*/ 2235089 h 2240205"/>
              <a:gd name="connsiteX111" fmla="*/ 1279765 w 12192000"/>
              <a:gd name="connsiteY111" fmla="*/ 2229639 h 2240205"/>
              <a:gd name="connsiteX112" fmla="*/ 1195347 w 12192000"/>
              <a:gd name="connsiteY112" fmla="*/ 2212354 h 2240205"/>
              <a:gd name="connsiteX113" fmla="*/ 970251 w 12192000"/>
              <a:gd name="connsiteY113" fmla="*/ 2221029 h 2240205"/>
              <a:gd name="connsiteX114" fmla="*/ 812914 w 12192000"/>
              <a:gd name="connsiteY114" fmla="*/ 2210095 h 2240205"/>
              <a:gd name="connsiteX115" fmla="*/ 597225 w 12192000"/>
              <a:gd name="connsiteY115" fmla="*/ 2180999 h 2240205"/>
              <a:gd name="connsiteX116" fmla="*/ 520671 w 12192000"/>
              <a:gd name="connsiteY116" fmla="*/ 2180980 h 2240205"/>
              <a:gd name="connsiteX117" fmla="*/ 515024 w 12192000"/>
              <a:gd name="connsiteY117" fmla="*/ 2179258 h 2240205"/>
              <a:gd name="connsiteX118" fmla="*/ 413835 w 12192000"/>
              <a:gd name="connsiteY118" fmla="*/ 2156783 h 2240205"/>
              <a:gd name="connsiteX119" fmla="*/ 376513 w 12192000"/>
              <a:gd name="connsiteY119" fmla="*/ 2154014 h 2240205"/>
              <a:gd name="connsiteX120" fmla="*/ 273386 w 12192000"/>
              <a:gd name="connsiteY120" fmla="*/ 2142551 h 2240205"/>
              <a:gd name="connsiteX121" fmla="*/ 77641 w 12192000"/>
              <a:gd name="connsiteY121" fmla="*/ 2126835 h 2240205"/>
              <a:gd name="connsiteX122" fmla="*/ 37645 w 12192000"/>
              <a:gd name="connsiteY122" fmla="*/ 2115401 h 2240205"/>
              <a:gd name="connsiteX123" fmla="*/ 4572 w 12192000"/>
              <a:gd name="connsiteY123" fmla="*/ 2111091 h 2240205"/>
              <a:gd name="connsiteX124" fmla="*/ 0 w 12192000"/>
              <a:gd name="connsiteY124" fmla="*/ 2110468 h 2240205"/>
              <a:gd name="connsiteX125" fmla="*/ 0 w 12192000"/>
              <a:gd name="connsiteY125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649954 w 12192000"/>
              <a:gd name="connsiteY4" fmla="*/ 749628 h 2240205"/>
              <a:gd name="connsiteX5" fmla="*/ 11560424 w 12192000"/>
              <a:gd name="connsiteY5" fmla="*/ 748017 h 2240205"/>
              <a:gd name="connsiteX6" fmla="*/ 11358455 w 12192000"/>
              <a:gd name="connsiteY6" fmla="*/ 747593 h 2240205"/>
              <a:gd name="connsiteX7" fmla="*/ 11165209 w 12192000"/>
              <a:gd name="connsiteY7" fmla="*/ 748852 h 2240205"/>
              <a:gd name="connsiteX8" fmla="*/ 11058755 w 12192000"/>
              <a:gd name="connsiteY8" fmla="*/ 749617 h 2240205"/>
              <a:gd name="connsiteX9" fmla="*/ 10803046 w 12192000"/>
              <a:gd name="connsiteY9" fmla="*/ 774328 h 2240205"/>
              <a:gd name="connsiteX10" fmla="*/ 10458762 w 12192000"/>
              <a:gd name="connsiteY10" fmla="*/ 755400 h 2240205"/>
              <a:gd name="connsiteX11" fmla="*/ 10211200 w 12192000"/>
              <a:gd name="connsiteY11" fmla="*/ 767513 h 2240205"/>
              <a:gd name="connsiteX12" fmla="*/ 10167995 w 12192000"/>
              <a:gd name="connsiteY12" fmla="*/ 760843 h 2240205"/>
              <a:gd name="connsiteX13" fmla="*/ 9997044 w 12192000"/>
              <a:gd name="connsiteY13" fmla="*/ 780129 h 2240205"/>
              <a:gd name="connsiteX14" fmla="*/ 9943887 w 12192000"/>
              <a:gd name="connsiteY14" fmla="*/ 804141 h 2240205"/>
              <a:gd name="connsiteX15" fmla="*/ 9918248 w 12192000"/>
              <a:gd name="connsiteY15" fmla="*/ 816628 h 2240205"/>
              <a:gd name="connsiteX16" fmla="*/ 9767091 w 12192000"/>
              <a:gd name="connsiteY16" fmla="*/ 870550 h 2240205"/>
              <a:gd name="connsiteX17" fmla="*/ 9683005 w 12192000"/>
              <a:gd name="connsiteY17" fmla="*/ 894128 h 2240205"/>
              <a:gd name="connsiteX18" fmla="*/ 9500499 w 12192000"/>
              <a:gd name="connsiteY18" fmla="*/ 954680 h 2240205"/>
              <a:gd name="connsiteX19" fmla="*/ 9410017 w 12192000"/>
              <a:gd name="connsiteY19" fmla="*/ 993931 h 2240205"/>
              <a:gd name="connsiteX20" fmla="*/ 9392919 w 12192000"/>
              <a:gd name="connsiteY20" fmla="*/ 994656 h 2240205"/>
              <a:gd name="connsiteX21" fmla="*/ 9268019 w 12192000"/>
              <a:gd name="connsiteY21" fmla="*/ 1007442 h 2240205"/>
              <a:gd name="connsiteX22" fmla="*/ 9188177 w 12192000"/>
              <a:gd name="connsiteY22" fmla="*/ 1035474 h 2240205"/>
              <a:gd name="connsiteX23" fmla="*/ 9155969 w 12192000"/>
              <a:gd name="connsiteY23" fmla="*/ 1046804 h 2240205"/>
              <a:gd name="connsiteX24" fmla="*/ 9133985 w 12192000"/>
              <a:gd name="connsiteY24" fmla="*/ 1046450 h 2240205"/>
              <a:gd name="connsiteX25" fmla="*/ 9003462 w 12192000"/>
              <a:gd name="connsiteY25" fmla="*/ 1042406 h 2240205"/>
              <a:gd name="connsiteX26" fmla="*/ 8968445 w 12192000"/>
              <a:gd name="connsiteY26" fmla="*/ 1052169 h 2240205"/>
              <a:gd name="connsiteX27" fmla="*/ 8886001 w 12192000"/>
              <a:gd name="connsiteY27" fmla="*/ 1067468 h 2240205"/>
              <a:gd name="connsiteX28" fmla="*/ 8838610 w 12192000"/>
              <a:gd name="connsiteY28" fmla="*/ 1075091 h 2240205"/>
              <a:gd name="connsiteX29" fmla="*/ 8665605 w 12192000"/>
              <a:gd name="connsiteY29" fmla="*/ 1110791 h 2240205"/>
              <a:gd name="connsiteX30" fmla="*/ 8419755 w 12192000"/>
              <a:gd name="connsiteY30" fmla="*/ 1216260 h 2240205"/>
              <a:gd name="connsiteX31" fmla="*/ 8411626 w 12192000"/>
              <a:gd name="connsiteY31" fmla="*/ 1214397 h 2240205"/>
              <a:gd name="connsiteX32" fmla="*/ 8363469 w 12192000"/>
              <a:gd name="connsiteY32" fmla="*/ 1246658 h 2240205"/>
              <a:gd name="connsiteX33" fmla="*/ 8275497 w 12192000"/>
              <a:gd name="connsiteY33" fmla="*/ 1264396 h 2240205"/>
              <a:gd name="connsiteX34" fmla="*/ 8074238 w 12192000"/>
              <a:gd name="connsiteY34" fmla="*/ 1301895 h 2240205"/>
              <a:gd name="connsiteX35" fmla="*/ 7902328 w 12192000"/>
              <a:gd name="connsiteY35" fmla="*/ 1345865 h 2240205"/>
              <a:gd name="connsiteX36" fmla="*/ 7840612 w 12192000"/>
              <a:gd name="connsiteY36" fmla="*/ 1369373 h 2240205"/>
              <a:gd name="connsiteX37" fmla="*/ 7786819 w 12192000"/>
              <a:gd name="connsiteY37" fmla="*/ 1378970 h 2240205"/>
              <a:gd name="connsiteX38" fmla="*/ 7548172 w 12192000"/>
              <a:gd name="connsiteY38" fmla="*/ 1417460 h 2240205"/>
              <a:gd name="connsiteX39" fmla="*/ 7483437 w 12192000"/>
              <a:gd name="connsiteY39" fmla="*/ 1478152 h 2240205"/>
              <a:gd name="connsiteX40" fmla="*/ 7377870 w 12192000"/>
              <a:gd name="connsiteY40" fmla="*/ 1523319 h 2240205"/>
              <a:gd name="connsiteX41" fmla="*/ 7230737 w 12192000"/>
              <a:gd name="connsiteY41" fmla="*/ 1562633 h 2240205"/>
              <a:gd name="connsiteX42" fmla="*/ 7224458 w 12192000"/>
              <a:gd name="connsiteY42" fmla="*/ 1573008 h 2240205"/>
              <a:gd name="connsiteX43" fmla="*/ 7183121 w 12192000"/>
              <a:gd name="connsiteY43" fmla="*/ 1595162 h 2240205"/>
              <a:gd name="connsiteX44" fmla="*/ 7164601 w 12192000"/>
              <a:gd name="connsiteY44" fmla="*/ 1606490 h 2240205"/>
              <a:gd name="connsiteX45" fmla="*/ 6900177 w 12192000"/>
              <a:gd name="connsiteY45" fmla="*/ 1636016 h 2240205"/>
              <a:gd name="connsiteX46" fmla="*/ 6795372 w 12192000"/>
              <a:gd name="connsiteY46" fmla="*/ 1644845 h 2240205"/>
              <a:gd name="connsiteX47" fmla="*/ 6692251 w 12192000"/>
              <a:gd name="connsiteY47" fmla="*/ 1656357 h 2240205"/>
              <a:gd name="connsiteX48" fmla="*/ 6655235 w 12192000"/>
              <a:gd name="connsiteY48" fmla="*/ 1661869 h 2240205"/>
              <a:gd name="connsiteX49" fmla="*/ 6554894 w 12192000"/>
              <a:gd name="connsiteY49" fmla="*/ 1664428 h 2240205"/>
              <a:gd name="connsiteX50" fmla="*/ 6516595 w 12192000"/>
              <a:gd name="connsiteY50" fmla="*/ 1667475 h 2240205"/>
              <a:gd name="connsiteX51" fmla="*/ 6508541 w 12192000"/>
              <a:gd name="connsiteY51" fmla="*/ 1668757 h 2240205"/>
              <a:gd name="connsiteX52" fmla="*/ 6471012 w 12192000"/>
              <a:gd name="connsiteY52" fmla="*/ 1678604 h 2240205"/>
              <a:gd name="connsiteX53" fmla="*/ 6364035 w 12192000"/>
              <a:gd name="connsiteY53" fmla="*/ 1667683 h 2240205"/>
              <a:gd name="connsiteX54" fmla="*/ 6243319 w 12192000"/>
              <a:gd name="connsiteY54" fmla="*/ 1695560 h 2240205"/>
              <a:gd name="connsiteX55" fmla="*/ 6098321 w 12192000"/>
              <a:gd name="connsiteY55" fmla="*/ 1721646 h 2240205"/>
              <a:gd name="connsiteX56" fmla="*/ 5880652 w 12192000"/>
              <a:gd name="connsiteY56" fmla="*/ 1779643 h 2240205"/>
              <a:gd name="connsiteX57" fmla="*/ 5785959 w 12192000"/>
              <a:gd name="connsiteY57" fmla="*/ 1775307 h 2240205"/>
              <a:gd name="connsiteX58" fmla="*/ 5643534 w 12192000"/>
              <a:gd name="connsiteY58" fmla="*/ 1802919 h 2240205"/>
              <a:gd name="connsiteX59" fmla="*/ 5518799 w 12192000"/>
              <a:gd name="connsiteY59" fmla="*/ 1818312 h 2240205"/>
              <a:gd name="connsiteX60" fmla="*/ 5505014 w 12192000"/>
              <a:gd name="connsiteY60" fmla="*/ 1819259 h 2240205"/>
              <a:gd name="connsiteX61" fmla="*/ 5453307 w 12192000"/>
              <a:gd name="connsiteY61" fmla="*/ 1815450 h 2240205"/>
              <a:gd name="connsiteX62" fmla="*/ 5221533 w 12192000"/>
              <a:gd name="connsiteY62" fmla="*/ 1846950 h 2240205"/>
              <a:gd name="connsiteX63" fmla="*/ 5149802 w 12192000"/>
              <a:gd name="connsiteY63" fmla="*/ 1844846 h 2240205"/>
              <a:gd name="connsiteX64" fmla="*/ 5114927 w 12192000"/>
              <a:gd name="connsiteY64" fmla="*/ 1847827 h 2240205"/>
              <a:gd name="connsiteX65" fmla="*/ 5108970 w 12192000"/>
              <a:gd name="connsiteY65" fmla="*/ 1847935 h 2240205"/>
              <a:gd name="connsiteX66" fmla="*/ 5067961 w 12192000"/>
              <a:gd name="connsiteY66" fmla="*/ 1845917 h 2240205"/>
              <a:gd name="connsiteX67" fmla="*/ 5007075 w 12192000"/>
              <a:gd name="connsiteY67" fmla="*/ 1838626 h 2240205"/>
              <a:gd name="connsiteX68" fmla="*/ 4944087 w 12192000"/>
              <a:gd name="connsiteY68" fmla="*/ 1823332 h 2240205"/>
              <a:gd name="connsiteX69" fmla="*/ 4907662 w 12192000"/>
              <a:gd name="connsiteY69" fmla="*/ 1816900 h 2240205"/>
              <a:gd name="connsiteX70" fmla="*/ 4882386 w 12192000"/>
              <a:gd name="connsiteY70" fmla="*/ 1809844 h 2240205"/>
              <a:gd name="connsiteX71" fmla="*/ 4811440 w 12192000"/>
              <a:gd name="connsiteY71" fmla="*/ 1804655 h 2240205"/>
              <a:gd name="connsiteX72" fmla="*/ 4691075 w 12192000"/>
              <a:gd name="connsiteY72" fmla="*/ 1801389 h 2240205"/>
              <a:gd name="connsiteX73" fmla="*/ 4640313 w 12192000"/>
              <a:gd name="connsiteY73" fmla="*/ 1784307 h 2240205"/>
              <a:gd name="connsiteX74" fmla="*/ 4536503 w 12192000"/>
              <a:gd name="connsiteY74" fmla="*/ 1785334 h 2240205"/>
              <a:gd name="connsiteX75" fmla="*/ 4513724 w 12192000"/>
              <a:gd name="connsiteY75" fmla="*/ 1791996 h 2240205"/>
              <a:gd name="connsiteX76" fmla="*/ 4459810 w 12192000"/>
              <a:gd name="connsiteY76" fmla="*/ 1797886 h 2240205"/>
              <a:gd name="connsiteX77" fmla="*/ 4379064 w 12192000"/>
              <a:gd name="connsiteY77" fmla="*/ 1817177 h 2240205"/>
              <a:gd name="connsiteX78" fmla="*/ 4290981 w 12192000"/>
              <a:gd name="connsiteY78" fmla="*/ 1839677 h 2240205"/>
              <a:gd name="connsiteX79" fmla="*/ 4238372 w 12192000"/>
              <a:gd name="connsiteY79" fmla="*/ 1851480 h 2240205"/>
              <a:gd name="connsiteX80" fmla="*/ 4232517 w 12192000"/>
              <a:gd name="connsiteY80" fmla="*/ 1852567 h 2240205"/>
              <a:gd name="connsiteX81" fmla="*/ 4191732 w 12192000"/>
              <a:gd name="connsiteY81" fmla="*/ 1857328 h 2240205"/>
              <a:gd name="connsiteX82" fmla="*/ 4065532 w 12192000"/>
              <a:gd name="connsiteY82" fmla="*/ 1855477 h 2240205"/>
              <a:gd name="connsiteX83" fmla="*/ 4028460 w 12192000"/>
              <a:gd name="connsiteY83" fmla="*/ 1855137 h 2240205"/>
              <a:gd name="connsiteX84" fmla="*/ 4002267 w 12192000"/>
              <a:gd name="connsiteY84" fmla="*/ 1852352 h 2240205"/>
              <a:gd name="connsiteX85" fmla="*/ 3931396 w 12192000"/>
              <a:gd name="connsiteY85" fmla="*/ 1858915 h 2240205"/>
              <a:gd name="connsiteX86" fmla="*/ 3812162 w 12192000"/>
              <a:gd name="connsiteY86" fmla="*/ 1875501 h 2240205"/>
              <a:gd name="connsiteX87" fmla="*/ 3758105 w 12192000"/>
              <a:gd name="connsiteY87" fmla="*/ 1871856 h 2240205"/>
              <a:gd name="connsiteX88" fmla="*/ 3567259 w 12192000"/>
              <a:gd name="connsiteY88" fmla="*/ 1893482 h 2240205"/>
              <a:gd name="connsiteX89" fmla="*/ 3405770 w 12192000"/>
              <a:gd name="connsiteY89" fmla="*/ 1904591 h 2240205"/>
              <a:gd name="connsiteX90" fmla="*/ 3280097 w 12192000"/>
              <a:gd name="connsiteY90" fmla="*/ 1919610 h 2240205"/>
              <a:gd name="connsiteX91" fmla="*/ 3009910 w 12192000"/>
              <a:gd name="connsiteY91" fmla="*/ 1957866 h 2240205"/>
              <a:gd name="connsiteX92" fmla="*/ 2995934 w 12192000"/>
              <a:gd name="connsiteY92" fmla="*/ 1967085 h 2240205"/>
              <a:gd name="connsiteX93" fmla="*/ 2942858 w 12192000"/>
              <a:gd name="connsiteY93" fmla="*/ 1981367 h 2240205"/>
              <a:gd name="connsiteX94" fmla="*/ 2875436 w 12192000"/>
              <a:gd name="connsiteY94" fmla="*/ 1996977 h 2240205"/>
              <a:gd name="connsiteX95" fmla="*/ 2874892 w 12192000"/>
              <a:gd name="connsiteY95" fmla="*/ 1996085 h 2240205"/>
              <a:gd name="connsiteX96" fmla="*/ 2843662 w 12192000"/>
              <a:gd name="connsiteY96" fmla="*/ 1992498 h 2240205"/>
              <a:gd name="connsiteX97" fmla="*/ 2718916 w 12192000"/>
              <a:gd name="connsiteY97" fmla="*/ 1990867 h 2240205"/>
              <a:gd name="connsiteX98" fmla="*/ 2713522 w 12192000"/>
              <a:gd name="connsiteY98" fmla="*/ 1990173 h 2240205"/>
              <a:gd name="connsiteX99" fmla="*/ 2476147 w 12192000"/>
              <a:gd name="connsiteY99" fmla="*/ 1998305 h 2240205"/>
              <a:gd name="connsiteX100" fmla="*/ 2373568 w 12192000"/>
              <a:gd name="connsiteY100" fmla="*/ 2003219 h 2240205"/>
              <a:gd name="connsiteX101" fmla="*/ 2287219 w 12192000"/>
              <a:gd name="connsiteY101" fmla="*/ 1998750 h 2240205"/>
              <a:gd name="connsiteX102" fmla="*/ 2164831 w 12192000"/>
              <a:gd name="connsiteY102" fmla="*/ 2010143 h 2240205"/>
              <a:gd name="connsiteX103" fmla="*/ 2058061 w 12192000"/>
              <a:gd name="connsiteY103" fmla="*/ 2047942 h 2240205"/>
              <a:gd name="connsiteX104" fmla="*/ 2042244 w 12192000"/>
              <a:gd name="connsiteY104" fmla="*/ 2055560 h 2240205"/>
              <a:gd name="connsiteX105" fmla="*/ 1877728 w 12192000"/>
              <a:gd name="connsiteY105" fmla="*/ 2101004 h 2240205"/>
              <a:gd name="connsiteX106" fmla="*/ 1759056 w 12192000"/>
              <a:gd name="connsiteY106" fmla="*/ 2125608 h 2240205"/>
              <a:gd name="connsiteX107" fmla="*/ 1637948 w 12192000"/>
              <a:gd name="connsiteY107" fmla="*/ 2172597 h 2240205"/>
              <a:gd name="connsiteX108" fmla="*/ 1434549 w 12192000"/>
              <a:gd name="connsiteY108" fmla="*/ 2234522 h 2240205"/>
              <a:gd name="connsiteX109" fmla="*/ 1370962 w 12192000"/>
              <a:gd name="connsiteY109" fmla="*/ 2237474 h 2240205"/>
              <a:gd name="connsiteX110" fmla="*/ 1356367 w 12192000"/>
              <a:gd name="connsiteY110" fmla="*/ 2235089 h 2240205"/>
              <a:gd name="connsiteX111" fmla="*/ 1279765 w 12192000"/>
              <a:gd name="connsiteY111" fmla="*/ 2229639 h 2240205"/>
              <a:gd name="connsiteX112" fmla="*/ 1195347 w 12192000"/>
              <a:gd name="connsiteY112" fmla="*/ 2212354 h 2240205"/>
              <a:gd name="connsiteX113" fmla="*/ 970251 w 12192000"/>
              <a:gd name="connsiteY113" fmla="*/ 2221029 h 2240205"/>
              <a:gd name="connsiteX114" fmla="*/ 812914 w 12192000"/>
              <a:gd name="connsiteY114" fmla="*/ 2210095 h 2240205"/>
              <a:gd name="connsiteX115" fmla="*/ 597225 w 12192000"/>
              <a:gd name="connsiteY115" fmla="*/ 2180999 h 2240205"/>
              <a:gd name="connsiteX116" fmla="*/ 520671 w 12192000"/>
              <a:gd name="connsiteY116" fmla="*/ 2180980 h 2240205"/>
              <a:gd name="connsiteX117" fmla="*/ 515024 w 12192000"/>
              <a:gd name="connsiteY117" fmla="*/ 2179258 h 2240205"/>
              <a:gd name="connsiteX118" fmla="*/ 413835 w 12192000"/>
              <a:gd name="connsiteY118" fmla="*/ 2156783 h 2240205"/>
              <a:gd name="connsiteX119" fmla="*/ 376513 w 12192000"/>
              <a:gd name="connsiteY119" fmla="*/ 2154014 h 2240205"/>
              <a:gd name="connsiteX120" fmla="*/ 273386 w 12192000"/>
              <a:gd name="connsiteY120" fmla="*/ 2142551 h 2240205"/>
              <a:gd name="connsiteX121" fmla="*/ 77641 w 12192000"/>
              <a:gd name="connsiteY121" fmla="*/ 2126835 h 2240205"/>
              <a:gd name="connsiteX122" fmla="*/ 37645 w 12192000"/>
              <a:gd name="connsiteY122" fmla="*/ 2115401 h 2240205"/>
              <a:gd name="connsiteX123" fmla="*/ 4572 w 12192000"/>
              <a:gd name="connsiteY123" fmla="*/ 2111091 h 2240205"/>
              <a:gd name="connsiteX124" fmla="*/ 0 w 12192000"/>
              <a:gd name="connsiteY124" fmla="*/ 2110468 h 2240205"/>
              <a:gd name="connsiteX125" fmla="*/ 0 w 12192000"/>
              <a:gd name="connsiteY125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649954 w 12192000"/>
              <a:gd name="connsiteY4" fmla="*/ 749628 h 2240205"/>
              <a:gd name="connsiteX5" fmla="*/ 11560424 w 12192000"/>
              <a:gd name="connsiteY5" fmla="*/ 748017 h 2240205"/>
              <a:gd name="connsiteX6" fmla="*/ 11358455 w 12192000"/>
              <a:gd name="connsiteY6" fmla="*/ 747593 h 2240205"/>
              <a:gd name="connsiteX7" fmla="*/ 11165209 w 12192000"/>
              <a:gd name="connsiteY7" fmla="*/ 748852 h 2240205"/>
              <a:gd name="connsiteX8" fmla="*/ 11058755 w 12192000"/>
              <a:gd name="connsiteY8" fmla="*/ 749617 h 2240205"/>
              <a:gd name="connsiteX9" fmla="*/ 10803046 w 12192000"/>
              <a:gd name="connsiteY9" fmla="*/ 774328 h 2240205"/>
              <a:gd name="connsiteX10" fmla="*/ 10458762 w 12192000"/>
              <a:gd name="connsiteY10" fmla="*/ 755400 h 2240205"/>
              <a:gd name="connsiteX11" fmla="*/ 10211200 w 12192000"/>
              <a:gd name="connsiteY11" fmla="*/ 767513 h 2240205"/>
              <a:gd name="connsiteX12" fmla="*/ 10167995 w 12192000"/>
              <a:gd name="connsiteY12" fmla="*/ 760843 h 2240205"/>
              <a:gd name="connsiteX13" fmla="*/ 9997044 w 12192000"/>
              <a:gd name="connsiteY13" fmla="*/ 780129 h 2240205"/>
              <a:gd name="connsiteX14" fmla="*/ 9943887 w 12192000"/>
              <a:gd name="connsiteY14" fmla="*/ 804141 h 2240205"/>
              <a:gd name="connsiteX15" fmla="*/ 9918248 w 12192000"/>
              <a:gd name="connsiteY15" fmla="*/ 816628 h 2240205"/>
              <a:gd name="connsiteX16" fmla="*/ 9767091 w 12192000"/>
              <a:gd name="connsiteY16" fmla="*/ 870550 h 2240205"/>
              <a:gd name="connsiteX17" fmla="*/ 9683005 w 12192000"/>
              <a:gd name="connsiteY17" fmla="*/ 894128 h 2240205"/>
              <a:gd name="connsiteX18" fmla="*/ 9500499 w 12192000"/>
              <a:gd name="connsiteY18" fmla="*/ 954680 h 2240205"/>
              <a:gd name="connsiteX19" fmla="*/ 9410017 w 12192000"/>
              <a:gd name="connsiteY19" fmla="*/ 993931 h 2240205"/>
              <a:gd name="connsiteX20" fmla="*/ 9392919 w 12192000"/>
              <a:gd name="connsiteY20" fmla="*/ 994656 h 2240205"/>
              <a:gd name="connsiteX21" fmla="*/ 9268019 w 12192000"/>
              <a:gd name="connsiteY21" fmla="*/ 1007442 h 2240205"/>
              <a:gd name="connsiteX22" fmla="*/ 9188177 w 12192000"/>
              <a:gd name="connsiteY22" fmla="*/ 1035474 h 2240205"/>
              <a:gd name="connsiteX23" fmla="*/ 9155969 w 12192000"/>
              <a:gd name="connsiteY23" fmla="*/ 1046804 h 2240205"/>
              <a:gd name="connsiteX24" fmla="*/ 9133985 w 12192000"/>
              <a:gd name="connsiteY24" fmla="*/ 1046450 h 2240205"/>
              <a:gd name="connsiteX25" fmla="*/ 9003462 w 12192000"/>
              <a:gd name="connsiteY25" fmla="*/ 1042406 h 2240205"/>
              <a:gd name="connsiteX26" fmla="*/ 8968445 w 12192000"/>
              <a:gd name="connsiteY26" fmla="*/ 1052169 h 2240205"/>
              <a:gd name="connsiteX27" fmla="*/ 8886001 w 12192000"/>
              <a:gd name="connsiteY27" fmla="*/ 1067468 h 2240205"/>
              <a:gd name="connsiteX28" fmla="*/ 8838610 w 12192000"/>
              <a:gd name="connsiteY28" fmla="*/ 1075091 h 2240205"/>
              <a:gd name="connsiteX29" fmla="*/ 8665605 w 12192000"/>
              <a:gd name="connsiteY29" fmla="*/ 1110791 h 2240205"/>
              <a:gd name="connsiteX30" fmla="*/ 8419755 w 12192000"/>
              <a:gd name="connsiteY30" fmla="*/ 1216260 h 2240205"/>
              <a:gd name="connsiteX31" fmla="*/ 8411626 w 12192000"/>
              <a:gd name="connsiteY31" fmla="*/ 1214397 h 2240205"/>
              <a:gd name="connsiteX32" fmla="*/ 8363469 w 12192000"/>
              <a:gd name="connsiteY32" fmla="*/ 1246658 h 2240205"/>
              <a:gd name="connsiteX33" fmla="*/ 8275497 w 12192000"/>
              <a:gd name="connsiteY33" fmla="*/ 1264396 h 2240205"/>
              <a:gd name="connsiteX34" fmla="*/ 8074238 w 12192000"/>
              <a:gd name="connsiteY34" fmla="*/ 1301895 h 2240205"/>
              <a:gd name="connsiteX35" fmla="*/ 7902328 w 12192000"/>
              <a:gd name="connsiteY35" fmla="*/ 1345865 h 2240205"/>
              <a:gd name="connsiteX36" fmla="*/ 7840612 w 12192000"/>
              <a:gd name="connsiteY36" fmla="*/ 1369373 h 2240205"/>
              <a:gd name="connsiteX37" fmla="*/ 7786819 w 12192000"/>
              <a:gd name="connsiteY37" fmla="*/ 1378970 h 2240205"/>
              <a:gd name="connsiteX38" fmla="*/ 7548172 w 12192000"/>
              <a:gd name="connsiteY38" fmla="*/ 1417460 h 2240205"/>
              <a:gd name="connsiteX39" fmla="*/ 7483437 w 12192000"/>
              <a:gd name="connsiteY39" fmla="*/ 1478152 h 2240205"/>
              <a:gd name="connsiteX40" fmla="*/ 7377870 w 12192000"/>
              <a:gd name="connsiteY40" fmla="*/ 1523319 h 2240205"/>
              <a:gd name="connsiteX41" fmla="*/ 7230737 w 12192000"/>
              <a:gd name="connsiteY41" fmla="*/ 1562633 h 2240205"/>
              <a:gd name="connsiteX42" fmla="*/ 7224458 w 12192000"/>
              <a:gd name="connsiteY42" fmla="*/ 1573008 h 2240205"/>
              <a:gd name="connsiteX43" fmla="*/ 7183121 w 12192000"/>
              <a:gd name="connsiteY43" fmla="*/ 1595162 h 2240205"/>
              <a:gd name="connsiteX44" fmla="*/ 7164601 w 12192000"/>
              <a:gd name="connsiteY44" fmla="*/ 1606490 h 2240205"/>
              <a:gd name="connsiteX45" fmla="*/ 6900177 w 12192000"/>
              <a:gd name="connsiteY45" fmla="*/ 1636016 h 2240205"/>
              <a:gd name="connsiteX46" fmla="*/ 6795372 w 12192000"/>
              <a:gd name="connsiteY46" fmla="*/ 1644845 h 2240205"/>
              <a:gd name="connsiteX47" fmla="*/ 6692251 w 12192000"/>
              <a:gd name="connsiteY47" fmla="*/ 1656357 h 2240205"/>
              <a:gd name="connsiteX48" fmla="*/ 6655235 w 12192000"/>
              <a:gd name="connsiteY48" fmla="*/ 1661869 h 2240205"/>
              <a:gd name="connsiteX49" fmla="*/ 6554894 w 12192000"/>
              <a:gd name="connsiteY49" fmla="*/ 1664428 h 2240205"/>
              <a:gd name="connsiteX50" fmla="*/ 6516595 w 12192000"/>
              <a:gd name="connsiteY50" fmla="*/ 1667475 h 2240205"/>
              <a:gd name="connsiteX51" fmla="*/ 6508541 w 12192000"/>
              <a:gd name="connsiteY51" fmla="*/ 1668757 h 2240205"/>
              <a:gd name="connsiteX52" fmla="*/ 6471012 w 12192000"/>
              <a:gd name="connsiteY52" fmla="*/ 1678604 h 2240205"/>
              <a:gd name="connsiteX53" fmla="*/ 6364035 w 12192000"/>
              <a:gd name="connsiteY53" fmla="*/ 1667683 h 2240205"/>
              <a:gd name="connsiteX54" fmla="*/ 6243319 w 12192000"/>
              <a:gd name="connsiteY54" fmla="*/ 1695560 h 2240205"/>
              <a:gd name="connsiteX55" fmla="*/ 6098321 w 12192000"/>
              <a:gd name="connsiteY55" fmla="*/ 1721646 h 2240205"/>
              <a:gd name="connsiteX56" fmla="*/ 5880652 w 12192000"/>
              <a:gd name="connsiteY56" fmla="*/ 1779643 h 2240205"/>
              <a:gd name="connsiteX57" fmla="*/ 5785959 w 12192000"/>
              <a:gd name="connsiteY57" fmla="*/ 1775307 h 2240205"/>
              <a:gd name="connsiteX58" fmla="*/ 5643534 w 12192000"/>
              <a:gd name="connsiteY58" fmla="*/ 1802919 h 2240205"/>
              <a:gd name="connsiteX59" fmla="*/ 5518799 w 12192000"/>
              <a:gd name="connsiteY59" fmla="*/ 1818312 h 2240205"/>
              <a:gd name="connsiteX60" fmla="*/ 5505014 w 12192000"/>
              <a:gd name="connsiteY60" fmla="*/ 1819259 h 2240205"/>
              <a:gd name="connsiteX61" fmla="*/ 5453307 w 12192000"/>
              <a:gd name="connsiteY61" fmla="*/ 1815450 h 2240205"/>
              <a:gd name="connsiteX62" fmla="*/ 5221533 w 12192000"/>
              <a:gd name="connsiteY62" fmla="*/ 1846950 h 2240205"/>
              <a:gd name="connsiteX63" fmla="*/ 5149802 w 12192000"/>
              <a:gd name="connsiteY63" fmla="*/ 1844846 h 2240205"/>
              <a:gd name="connsiteX64" fmla="*/ 5114927 w 12192000"/>
              <a:gd name="connsiteY64" fmla="*/ 1847827 h 2240205"/>
              <a:gd name="connsiteX65" fmla="*/ 5108970 w 12192000"/>
              <a:gd name="connsiteY65" fmla="*/ 1847935 h 2240205"/>
              <a:gd name="connsiteX66" fmla="*/ 5067961 w 12192000"/>
              <a:gd name="connsiteY66" fmla="*/ 1845917 h 2240205"/>
              <a:gd name="connsiteX67" fmla="*/ 5007075 w 12192000"/>
              <a:gd name="connsiteY67" fmla="*/ 1838626 h 2240205"/>
              <a:gd name="connsiteX68" fmla="*/ 4944087 w 12192000"/>
              <a:gd name="connsiteY68" fmla="*/ 1823332 h 2240205"/>
              <a:gd name="connsiteX69" fmla="*/ 4907662 w 12192000"/>
              <a:gd name="connsiteY69" fmla="*/ 1816900 h 2240205"/>
              <a:gd name="connsiteX70" fmla="*/ 4882386 w 12192000"/>
              <a:gd name="connsiteY70" fmla="*/ 1809844 h 2240205"/>
              <a:gd name="connsiteX71" fmla="*/ 4811440 w 12192000"/>
              <a:gd name="connsiteY71" fmla="*/ 1804655 h 2240205"/>
              <a:gd name="connsiteX72" fmla="*/ 4691075 w 12192000"/>
              <a:gd name="connsiteY72" fmla="*/ 1801389 h 2240205"/>
              <a:gd name="connsiteX73" fmla="*/ 4640313 w 12192000"/>
              <a:gd name="connsiteY73" fmla="*/ 1784307 h 2240205"/>
              <a:gd name="connsiteX74" fmla="*/ 4536503 w 12192000"/>
              <a:gd name="connsiteY74" fmla="*/ 1785334 h 2240205"/>
              <a:gd name="connsiteX75" fmla="*/ 4513724 w 12192000"/>
              <a:gd name="connsiteY75" fmla="*/ 1791996 h 2240205"/>
              <a:gd name="connsiteX76" fmla="*/ 4459810 w 12192000"/>
              <a:gd name="connsiteY76" fmla="*/ 1797886 h 2240205"/>
              <a:gd name="connsiteX77" fmla="*/ 4379064 w 12192000"/>
              <a:gd name="connsiteY77" fmla="*/ 1817177 h 2240205"/>
              <a:gd name="connsiteX78" fmla="*/ 4290981 w 12192000"/>
              <a:gd name="connsiteY78" fmla="*/ 1839677 h 2240205"/>
              <a:gd name="connsiteX79" fmla="*/ 4238372 w 12192000"/>
              <a:gd name="connsiteY79" fmla="*/ 1851480 h 2240205"/>
              <a:gd name="connsiteX80" fmla="*/ 4232517 w 12192000"/>
              <a:gd name="connsiteY80" fmla="*/ 1852567 h 2240205"/>
              <a:gd name="connsiteX81" fmla="*/ 4191732 w 12192000"/>
              <a:gd name="connsiteY81" fmla="*/ 1857328 h 2240205"/>
              <a:gd name="connsiteX82" fmla="*/ 4065532 w 12192000"/>
              <a:gd name="connsiteY82" fmla="*/ 1855477 h 2240205"/>
              <a:gd name="connsiteX83" fmla="*/ 4028460 w 12192000"/>
              <a:gd name="connsiteY83" fmla="*/ 1855137 h 2240205"/>
              <a:gd name="connsiteX84" fmla="*/ 4002267 w 12192000"/>
              <a:gd name="connsiteY84" fmla="*/ 1852352 h 2240205"/>
              <a:gd name="connsiteX85" fmla="*/ 3931396 w 12192000"/>
              <a:gd name="connsiteY85" fmla="*/ 1858915 h 2240205"/>
              <a:gd name="connsiteX86" fmla="*/ 3812162 w 12192000"/>
              <a:gd name="connsiteY86" fmla="*/ 1875501 h 2240205"/>
              <a:gd name="connsiteX87" fmla="*/ 3758105 w 12192000"/>
              <a:gd name="connsiteY87" fmla="*/ 1871856 h 2240205"/>
              <a:gd name="connsiteX88" fmla="*/ 3567259 w 12192000"/>
              <a:gd name="connsiteY88" fmla="*/ 1893482 h 2240205"/>
              <a:gd name="connsiteX89" fmla="*/ 3405770 w 12192000"/>
              <a:gd name="connsiteY89" fmla="*/ 1904591 h 2240205"/>
              <a:gd name="connsiteX90" fmla="*/ 3280097 w 12192000"/>
              <a:gd name="connsiteY90" fmla="*/ 1919610 h 2240205"/>
              <a:gd name="connsiteX91" fmla="*/ 3009910 w 12192000"/>
              <a:gd name="connsiteY91" fmla="*/ 1957866 h 2240205"/>
              <a:gd name="connsiteX92" fmla="*/ 2995934 w 12192000"/>
              <a:gd name="connsiteY92" fmla="*/ 1967085 h 2240205"/>
              <a:gd name="connsiteX93" fmla="*/ 2942858 w 12192000"/>
              <a:gd name="connsiteY93" fmla="*/ 1981367 h 2240205"/>
              <a:gd name="connsiteX94" fmla="*/ 2875436 w 12192000"/>
              <a:gd name="connsiteY94" fmla="*/ 1996977 h 2240205"/>
              <a:gd name="connsiteX95" fmla="*/ 2874892 w 12192000"/>
              <a:gd name="connsiteY95" fmla="*/ 1996085 h 2240205"/>
              <a:gd name="connsiteX96" fmla="*/ 2843662 w 12192000"/>
              <a:gd name="connsiteY96" fmla="*/ 1992498 h 2240205"/>
              <a:gd name="connsiteX97" fmla="*/ 2718916 w 12192000"/>
              <a:gd name="connsiteY97" fmla="*/ 1990867 h 2240205"/>
              <a:gd name="connsiteX98" fmla="*/ 2713522 w 12192000"/>
              <a:gd name="connsiteY98" fmla="*/ 1990173 h 2240205"/>
              <a:gd name="connsiteX99" fmla="*/ 2476147 w 12192000"/>
              <a:gd name="connsiteY99" fmla="*/ 1998305 h 2240205"/>
              <a:gd name="connsiteX100" fmla="*/ 2373568 w 12192000"/>
              <a:gd name="connsiteY100" fmla="*/ 2003219 h 2240205"/>
              <a:gd name="connsiteX101" fmla="*/ 2287219 w 12192000"/>
              <a:gd name="connsiteY101" fmla="*/ 1998750 h 2240205"/>
              <a:gd name="connsiteX102" fmla="*/ 2164831 w 12192000"/>
              <a:gd name="connsiteY102" fmla="*/ 2010143 h 2240205"/>
              <a:gd name="connsiteX103" fmla="*/ 2058061 w 12192000"/>
              <a:gd name="connsiteY103" fmla="*/ 2047942 h 2240205"/>
              <a:gd name="connsiteX104" fmla="*/ 2042244 w 12192000"/>
              <a:gd name="connsiteY104" fmla="*/ 2055560 h 2240205"/>
              <a:gd name="connsiteX105" fmla="*/ 1877728 w 12192000"/>
              <a:gd name="connsiteY105" fmla="*/ 2101004 h 2240205"/>
              <a:gd name="connsiteX106" fmla="*/ 1759056 w 12192000"/>
              <a:gd name="connsiteY106" fmla="*/ 2125608 h 2240205"/>
              <a:gd name="connsiteX107" fmla="*/ 1637948 w 12192000"/>
              <a:gd name="connsiteY107" fmla="*/ 2172597 h 2240205"/>
              <a:gd name="connsiteX108" fmla="*/ 1434549 w 12192000"/>
              <a:gd name="connsiteY108" fmla="*/ 2234522 h 2240205"/>
              <a:gd name="connsiteX109" fmla="*/ 1370962 w 12192000"/>
              <a:gd name="connsiteY109" fmla="*/ 2237474 h 2240205"/>
              <a:gd name="connsiteX110" fmla="*/ 1356367 w 12192000"/>
              <a:gd name="connsiteY110" fmla="*/ 2235089 h 2240205"/>
              <a:gd name="connsiteX111" fmla="*/ 1279765 w 12192000"/>
              <a:gd name="connsiteY111" fmla="*/ 2229639 h 2240205"/>
              <a:gd name="connsiteX112" fmla="*/ 1195347 w 12192000"/>
              <a:gd name="connsiteY112" fmla="*/ 2212354 h 2240205"/>
              <a:gd name="connsiteX113" fmla="*/ 970251 w 12192000"/>
              <a:gd name="connsiteY113" fmla="*/ 2221029 h 2240205"/>
              <a:gd name="connsiteX114" fmla="*/ 812914 w 12192000"/>
              <a:gd name="connsiteY114" fmla="*/ 2210095 h 2240205"/>
              <a:gd name="connsiteX115" fmla="*/ 597225 w 12192000"/>
              <a:gd name="connsiteY115" fmla="*/ 2180999 h 2240205"/>
              <a:gd name="connsiteX116" fmla="*/ 520671 w 12192000"/>
              <a:gd name="connsiteY116" fmla="*/ 2180980 h 2240205"/>
              <a:gd name="connsiteX117" fmla="*/ 413835 w 12192000"/>
              <a:gd name="connsiteY117" fmla="*/ 2156783 h 2240205"/>
              <a:gd name="connsiteX118" fmla="*/ 376513 w 12192000"/>
              <a:gd name="connsiteY118" fmla="*/ 2154014 h 2240205"/>
              <a:gd name="connsiteX119" fmla="*/ 273386 w 12192000"/>
              <a:gd name="connsiteY119" fmla="*/ 2142551 h 2240205"/>
              <a:gd name="connsiteX120" fmla="*/ 77641 w 12192000"/>
              <a:gd name="connsiteY120" fmla="*/ 2126835 h 2240205"/>
              <a:gd name="connsiteX121" fmla="*/ 37645 w 12192000"/>
              <a:gd name="connsiteY121" fmla="*/ 2115401 h 2240205"/>
              <a:gd name="connsiteX122" fmla="*/ 4572 w 12192000"/>
              <a:gd name="connsiteY122" fmla="*/ 2111091 h 2240205"/>
              <a:gd name="connsiteX123" fmla="*/ 0 w 12192000"/>
              <a:gd name="connsiteY123" fmla="*/ 2110468 h 2240205"/>
              <a:gd name="connsiteX124" fmla="*/ 0 w 12192000"/>
              <a:gd name="connsiteY124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649954 w 12192000"/>
              <a:gd name="connsiteY4" fmla="*/ 749628 h 2240205"/>
              <a:gd name="connsiteX5" fmla="*/ 11560424 w 12192000"/>
              <a:gd name="connsiteY5" fmla="*/ 748017 h 2240205"/>
              <a:gd name="connsiteX6" fmla="*/ 11358455 w 12192000"/>
              <a:gd name="connsiteY6" fmla="*/ 747593 h 2240205"/>
              <a:gd name="connsiteX7" fmla="*/ 11165209 w 12192000"/>
              <a:gd name="connsiteY7" fmla="*/ 748852 h 2240205"/>
              <a:gd name="connsiteX8" fmla="*/ 11058755 w 12192000"/>
              <a:gd name="connsiteY8" fmla="*/ 749617 h 2240205"/>
              <a:gd name="connsiteX9" fmla="*/ 10803046 w 12192000"/>
              <a:gd name="connsiteY9" fmla="*/ 774328 h 2240205"/>
              <a:gd name="connsiteX10" fmla="*/ 10458762 w 12192000"/>
              <a:gd name="connsiteY10" fmla="*/ 755400 h 2240205"/>
              <a:gd name="connsiteX11" fmla="*/ 10211200 w 12192000"/>
              <a:gd name="connsiteY11" fmla="*/ 767513 h 2240205"/>
              <a:gd name="connsiteX12" fmla="*/ 10167995 w 12192000"/>
              <a:gd name="connsiteY12" fmla="*/ 760843 h 2240205"/>
              <a:gd name="connsiteX13" fmla="*/ 9997044 w 12192000"/>
              <a:gd name="connsiteY13" fmla="*/ 780129 h 2240205"/>
              <a:gd name="connsiteX14" fmla="*/ 9943887 w 12192000"/>
              <a:gd name="connsiteY14" fmla="*/ 804141 h 2240205"/>
              <a:gd name="connsiteX15" fmla="*/ 9918248 w 12192000"/>
              <a:gd name="connsiteY15" fmla="*/ 816628 h 2240205"/>
              <a:gd name="connsiteX16" fmla="*/ 9767091 w 12192000"/>
              <a:gd name="connsiteY16" fmla="*/ 870550 h 2240205"/>
              <a:gd name="connsiteX17" fmla="*/ 9683005 w 12192000"/>
              <a:gd name="connsiteY17" fmla="*/ 894128 h 2240205"/>
              <a:gd name="connsiteX18" fmla="*/ 9500499 w 12192000"/>
              <a:gd name="connsiteY18" fmla="*/ 954680 h 2240205"/>
              <a:gd name="connsiteX19" fmla="*/ 9410017 w 12192000"/>
              <a:gd name="connsiteY19" fmla="*/ 993931 h 2240205"/>
              <a:gd name="connsiteX20" fmla="*/ 9392919 w 12192000"/>
              <a:gd name="connsiteY20" fmla="*/ 994656 h 2240205"/>
              <a:gd name="connsiteX21" fmla="*/ 9268019 w 12192000"/>
              <a:gd name="connsiteY21" fmla="*/ 1007442 h 2240205"/>
              <a:gd name="connsiteX22" fmla="*/ 9188177 w 12192000"/>
              <a:gd name="connsiteY22" fmla="*/ 1035474 h 2240205"/>
              <a:gd name="connsiteX23" fmla="*/ 9155969 w 12192000"/>
              <a:gd name="connsiteY23" fmla="*/ 1046804 h 2240205"/>
              <a:gd name="connsiteX24" fmla="*/ 9133985 w 12192000"/>
              <a:gd name="connsiteY24" fmla="*/ 1046450 h 2240205"/>
              <a:gd name="connsiteX25" fmla="*/ 9003462 w 12192000"/>
              <a:gd name="connsiteY25" fmla="*/ 1042406 h 2240205"/>
              <a:gd name="connsiteX26" fmla="*/ 8968445 w 12192000"/>
              <a:gd name="connsiteY26" fmla="*/ 1052169 h 2240205"/>
              <a:gd name="connsiteX27" fmla="*/ 8886001 w 12192000"/>
              <a:gd name="connsiteY27" fmla="*/ 1067468 h 2240205"/>
              <a:gd name="connsiteX28" fmla="*/ 8838610 w 12192000"/>
              <a:gd name="connsiteY28" fmla="*/ 1075091 h 2240205"/>
              <a:gd name="connsiteX29" fmla="*/ 8665605 w 12192000"/>
              <a:gd name="connsiteY29" fmla="*/ 1110791 h 2240205"/>
              <a:gd name="connsiteX30" fmla="*/ 8419755 w 12192000"/>
              <a:gd name="connsiteY30" fmla="*/ 1216260 h 2240205"/>
              <a:gd name="connsiteX31" fmla="*/ 8411626 w 12192000"/>
              <a:gd name="connsiteY31" fmla="*/ 1214397 h 2240205"/>
              <a:gd name="connsiteX32" fmla="*/ 8363469 w 12192000"/>
              <a:gd name="connsiteY32" fmla="*/ 1246658 h 2240205"/>
              <a:gd name="connsiteX33" fmla="*/ 8275497 w 12192000"/>
              <a:gd name="connsiteY33" fmla="*/ 1264396 h 2240205"/>
              <a:gd name="connsiteX34" fmla="*/ 8074238 w 12192000"/>
              <a:gd name="connsiteY34" fmla="*/ 1301895 h 2240205"/>
              <a:gd name="connsiteX35" fmla="*/ 7902328 w 12192000"/>
              <a:gd name="connsiteY35" fmla="*/ 1345865 h 2240205"/>
              <a:gd name="connsiteX36" fmla="*/ 7840612 w 12192000"/>
              <a:gd name="connsiteY36" fmla="*/ 1369373 h 2240205"/>
              <a:gd name="connsiteX37" fmla="*/ 7786819 w 12192000"/>
              <a:gd name="connsiteY37" fmla="*/ 1378970 h 2240205"/>
              <a:gd name="connsiteX38" fmla="*/ 7548172 w 12192000"/>
              <a:gd name="connsiteY38" fmla="*/ 1417460 h 2240205"/>
              <a:gd name="connsiteX39" fmla="*/ 7483437 w 12192000"/>
              <a:gd name="connsiteY39" fmla="*/ 1478152 h 2240205"/>
              <a:gd name="connsiteX40" fmla="*/ 7377870 w 12192000"/>
              <a:gd name="connsiteY40" fmla="*/ 1523319 h 2240205"/>
              <a:gd name="connsiteX41" fmla="*/ 7230737 w 12192000"/>
              <a:gd name="connsiteY41" fmla="*/ 1562633 h 2240205"/>
              <a:gd name="connsiteX42" fmla="*/ 7224458 w 12192000"/>
              <a:gd name="connsiteY42" fmla="*/ 1573008 h 2240205"/>
              <a:gd name="connsiteX43" fmla="*/ 7183121 w 12192000"/>
              <a:gd name="connsiteY43" fmla="*/ 1595162 h 2240205"/>
              <a:gd name="connsiteX44" fmla="*/ 7164601 w 12192000"/>
              <a:gd name="connsiteY44" fmla="*/ 1606490 h 2240205"/>
              <a:gd name="connsiteX45" fmla="*/ 6900177 w 12192000"/>
              <a:gd name="connsiteY45" fmla="*/ 1636016 h 2240205"/>
              <a:gd name="connsiteX46" fmla="*/ 6795372 w 12192000"/>
              <a:gd name="connsiteY46" fmla="*/ 1644845 h 2240205"/>
              <a:gd name="connsiteX47" fmla="*/ 6692251 w 12192000"/>
              <a:gd name="connsiteY47" fmla="*/ 1656357 h 2240205"/>
              <a:gd name="connsiteX48" fmla="*/ 6655235 w 12192000"/>
              <a:gd name="connsiteY48" fmla="*/ 1661869 h 2240205"/>
              <a:gd name="connsiteX49" fmla="*/ 6554894 w 12192000"/>
              <a:gd name="connsiteY49" fmla="*/ 1664428 h 2240205"/>
              <a:gd name="connsiteX50" fmla="*/ 6516595 w 12192000"/>
              <a:gd name="connsiteY50" fmla="*/ 1667475 h 2240205"/>
              <a:gd name="connsiteX51" fmla="*/ 6508541 w 12192000"/>
              <a:gd name="connsiteY51" fmla="*/ 1668757 h 2240205"/>
              <a:gd name="connsiteX52" fmla="*/ 6471012 w 12192000"/>
              <a:gd name="connsiteY52" fmla="*/ 1678604 h 2240205"/>
              <a:gd name="connsiteX53" fmla="*/ 6364035 w 12192000"/>
              <a:gd name="connsiteY53" fmla="*/ 1667683 h 2240205"/>
              <a:gd name="connsiteX54" fmla="*/ 6243319 w 12192000"/>
              <a:gd name="connsiteY54" fmla="*/ 1695560 h 2240205"/>
              <a:gd name="connsiteX55" fmla="*/ 6098321 w 12192000"/>
              <a:gd name="connsiteY55" fmla="*/ 1721646 h 2240205"/>
              <a:gd name="connsiteX56" fmla="*/ 5880652 w 12192000"/>
              <a:gd name="connsiteY56" fmla="*/ 1779643 h 2240205"/>
              <a:gd name="connsiteX57" fmla="*/ 5785959 w 12192000"/>
              <a:gd name="connsiteY57" fmla="*/ 1775307 h 2240205"/>
              <a:gd name="connsiteX58" fmla="*/ 5643534 w 12192000"/>
              <a:gd name="connsiteY58" fmla="*/ 1802919 h 2240205"/>
              <a:gd name="connsiteX59" fmla="*/ 5518799 w 12192000"/>
              <a:gd name="connsiteY59" fmla="*/ 1818312 h 2240205"/>
              <a:gd name="connsiteX60" fmla="*/ 5505014 w 12192000"/>
              <a:gd name="connsiteY60" fmla="*/ 1819259 h 2240205"/>
              <a:gd name="connsiteX61" fmla="*/ 5453307 w 12192000"/>
              <a:gd name="connsiteY61" fmla="*/ 1815450 h 2240205"/>
              <a:gd name="connsiteX62" fmla="*/ 5221533 w 12192000"/>
              <a:gd name="connsiteY62" fmla="*/ 1846950 h 2240205"/>
              <a:gd name="connsiteX63" fmla="*/ 5149802 w 12192000"/>
              <a:gd name="connsiteY63" fmla="*/ 1844846 h 2240205"/>
              <a:gd name="connsiteX64" fmla="*/ 5114927 w 12192000"/>
              <a:gd name="connsiteY64" fmla="*/ 1847827 h 2240205"/>
              <a:gd name="connsiteX65" fmla="*/ 5108970 w 12192000"/>
              <a:gd name="connsiteY65" fmla="*/ 1847935 h 2240205"/>
              <a:gd name="connsiteX66" fmla="*/ 5067961 w 12192000"/>
              <a:gd name="connsiteY66" fmla="*/ 1845917 h 2240205"/>
              <a:gd name="connsiteX67" fmla="*/ 5007075 w 12192000"/>
              <a:gd name="connsiteY67" fmla="*/ 1838626 h 2240205"/>
              <a:gd name="connsiteX68" fmla="*/ 4944087 w 12192000"/>
              <a:gd name="connsiteY68" fmla="*/ 1823332 h 2240205"/>
              <a:gd name="connsiteX69" fmla="*/ 4907662 w 12192000"/>
              <a:gd name="connsiteY69" fmla="*/ 1816900 h 2240205"/>
              <a:gd name="connsiteX70" fmla="*/ 4882386 w 12192000"/>
              <a:gd name="connsiteY70" fmla="*/ 1809844 h 2240205"/>
              <a:gd name="connsiteX71" fmla="*/ 4811440 w 12192000"/>
              <a:gd name="connsiteY71" fmla="*/ 1804655 h 2240205"/>
              <a:gd name="connsiteX72" fmla="*/ 4691075 w 12192000"/>
              <a:gd name="connsiteY72" fmla="*/ 1801389 h 2240205"/>
              <a:gd name="connsiteX73" fmla="*/ 4640313 w 12192000"/>
              <a:gd name="connsiteY73" fmla="*/ 1784307 h 2240205"/>
              <a:gd name="connsiteX74" fmla="*/ 4536503 w 12192000"/>
              <a:gd name="connsiteY74" fmla="*/ 1785334 h 2240205"/>
              <a:gd name="connsiteX75" fmla="*/ 4513724 w 12192000"/>
              <a:gd name="connsiteY75" fmla="*/ 1791996 h 2240205"/>
              <a:gd name="connsiteX76" fmla="*/ 4459810 w 12192000"/>
              <a:gd name="connsiteY76" fmla="*/ 1797886 h 2240205"/>
              <a:gd name="connsiteX77" fmla="*/ 4379064 w 12192000"/>
              <a:gd name="connsiteY77" fmla="*/ 1817177 h 2240205"/>
              <a:gd name="connsiteX78" fmla="*/ 4290981 w 12192000"/>
              <a:gd name="connsiteY78" fmla="*/ 1839677 h 2240205"/>
              <a:gd name="connsiteX79" fmla="*/ 4238372 w 12192000"/>
              <a:gd name="connsiteY79" fmla="*/ 1851480 h 2240205"/>
              <a:gd name="connsiteX80" fmla="*/ 4232517 w 12192000"/>
              <a:gd name="connsiteY80" fmla="*/ 1852567 h 2240205"/>
              <a:gd name="connsiteX81" fmla="*/ 4191732 w 12192000"/>
              <a:gd name="connsiteY81" fmla="*/ 1857328 h 2240205"/>
              <a:gd name="connsiteX82" fmla="*/ 4065532 w 12192000"/>
              <a:gd name="connsiteY82" fmla="*/ 1855477 h 2240205"/>
              <a:gd name="connsiteX83" fmla="*/ 4028460 w 12192000"/>
              <a:gd name="connsiteY83" fmla="*/ 1855137 h 2240205"/>
              <a:gd name="connsiteX84" fmla="*/ 4002267 w 12192000"/>
              <a:gd name="connsiteY84" fmla="*/ 1852352 h 2240205"/>
              <a:gd name="connsiteX85" fmla="*/ 3931396 w 12192000"/>
              <a:gd name="connsiteY85" fmla="*/ 1858915 h 2240205"/>
              <a:gd name="connsiteX86" fmla="*/ 3812162 w 12192000"/>
              <a:gd name="connsiteY86" fmla="*/ 1875501 h 2240205"/>
              <a:gd name="connsiteX87" fmla="*/ 3758105 w 12192000"/>
              <a:gd name="connsiteY87" fmla="*/ 1871856 h 2240205"/>
              <a:gd name="connsiteX88" fmla="*/ 3567259 w 12192000"/>
              <a:gd name="connsiteY88" fmla="*/ 1893482 h 2240205"/>
              <a:gd name="connsiteX89" fmla="*/ 3405770 w 12192000"/>
              <a:gd name="connsiteY89" fmla="*/ 1904591 h 2240205"/>
              <a:gd name="connsiteX90" fmla="*/ 3280097 w 12192000"/>
              <a:gd name="connsiteY90" fmla="*/ 1919610 h 2240205"/>
              <a:gd name="connsiteX91" fmla="*/ 3009910 w 12192000"/>
              <a:gd name="connsiteY91" fmla="*/ 1957866 h 2240205"/>
              <a:gd name="connsiteX92" fmla="*/ 2995934 w 12192000"/>
              <a:gd name="connsiteY92" fmla="*/ 1967085 h 2240205"/>
              <a:gd name="connsiteX93" fmla="*/ 2942858 w 12192000"/>
              <a:gd name="connsiteY93" fmla="*/ 1981367 h 2240205"/>
              <a:gd name="connsiteX94" fmla="*/ 2875436 w 12192000"/>
              <a:gd name="connsiteY94" fmla="*/ 1996977 h 2240205"/>
              <a:gd name="connsiteX95" fmla="*/ 2874892 w 12192000"/>
              <a:gd name="connsiteY95" fmla="*/ 1996085 h 2240205"/>
              <a:gd name="connsiteX96" fmla="*/ 2843662 w 12192000"/>
              <a:gd name="connsiteY96" fmla="*/ 1992498 h 2240205"/>
              <a:gd name="connsiteX97" fmla="*/ 2718916 w 12192000"/>
              <a:gd name="connsiteY97" fmla="*/ 1990867 h 2240205"/>
              <a:gd name="connsiteX98" fmla="*/ 2713522 w 12192000"/>
              <a:gd name="connsiteY98" fmla="*/ 1990173 h 2240205"/>
              <a:gd name="connsiteX99" fmla="*/ 2476147 w 12192000"/>
              <a:gd name="connsiteY99" fmla="*/ 1998305 h 2240205"/>
              <a:gd name="connsiteX100" fmla="*/ 2373568 w 12192000"/>
              <a:gd name="connsiteY100" fmla="*/ 2003219 h 2240205"/>
              <a:gd name="connsiteX101" fmla="*/ 2287219 w 12192000"/>
              <a:gd name="connsiteY101" fmla="*/ 1998750 h 2240205"/>
              <a:gd name="connsiteX102" fmla="*/ 2164831 w 12192000"/>
              <a:gd name="connsiteY102" fmla="*/ 2010143 h 2240205"/>
              <a:gd name="connsiteX103" fmla="*/ 2058061 w 12192000"/>
              <a:gd name="connsiteY103" fmla="*/ 2047942 h 2240205"/>
              <a:gd name="connsiteX104" fmla="*/ 2042244 w 12192000"/>
              <a:gd name="connsiteY104" fmla="*/ 2055560 h 2240205"/>
              <a:gd name="connsiteX105" fmla="*/ 1877728 w 12192000"/>
              <a:gd name="connsiteY105" fmla="*/ 2101004 h 2240205"/>
              <a:gd name="connsiteX106" fmla="*/ 1759056 w 12192000"/>
              <a:gd name="connsiteY106" fmla="*/ 2125608 h 2240205"/>
              <a:gd name="connsiteX107" fmla="*/ 1637948 w 12192000"/>
              <a:gd name="connsiteY107" fmla="*/ 2172597 h 2240205"/>
              <a:gd name="connsiteX108" fmla="*/ 1434549 w 12192000"/>
              <a:gd name="connsiteY108" fmla="*/ 2234522 h 2240205"/>
              <a:gd name="connsiteX109" fmla="*/ 1370962 w 12192000"/>
              <a:gd name="connsiteY109" fmla="*/ 2237474 h 2240205"/>
              <a:gd name="connsiteX110" fmla="*/ 1356367 w 12192000"/>
              <a:gd name="connsiteY110" fmla="*/ 2235089 h 2240205"/>
              <a:gd name="connsiteX111" fmla="*/ 1279765 w 12192000"/>
              <a:gd name="connsiteY111" fmla="*/ 2229639 h 2240205"/>
              <a:gd name="connsiteX112" fmla="*/ 1195347 w 12192000"/>
              <a:gd name="connsiteY112" fmla="*/ 2212354 h 2240205"/>
              <a:gd name="connsiteX113" fmla="*/ 970251 w 12192000"/>
              <a:gd name="connsiteY113" fmla="*/ 2221029 h 2240205"/>
              <a:gd name="connsiteX114" fmla="*/ 812914 w 12192000"/>
              <a:gd name="connsiteY114" fmla="*/ 2210095 h 2240205"/>
              <a:gd name="connsiteX115" fmla="*/ 597225 w 12192000"/>
              <a:gd name="connsiteY115" fmla="*/ 2180999 h 2240205"/>
              <a:gd name="connsiteX116" fmla="*/ 520671 w 12192000"/>
              <a:gd name="connsiteY116" fmla="*/ 2180980 h 2240205"/>
              <a:gd name="connsiteX117" fmla="*/ 413835 w 12192000"/>
              <a:gd name="connsiteY117" fmla="*/ 2156783 h 2240205"/>
              <a:gd name="connsiteX118" fmla="*/ 376513 w 12192000"/>
              <a:gd name="connsiteY118" fmla="*/ 2154014 h 2240205"/>
              <a:gd name="connsiteX119" fmla="*/ 273386 w 12192000"/>
              <a:gd name="connsiteY119" fmla="*/ 2142551 h 2240205"/>
              <a:gd name="connsiteX120" fmla="*/ 77641 w 12192000"/>
              <a:gd name="connsiteY120" fmla="*/ 2126835 h 2240205"/>
              <a:gd name="connsiteX121" fmla="*/ 37645 w 12192000"/>
              <a:gd name="connsiteY121" fmla="*/ 2115401 h 2240205"/>
              <a:gd name="connsiteX122" fmla="*/ 4572 w 12192000"/>
              <a:gd name="connsiteY122" fmla="*/ 2111091 h 2240205"/>
              <a:gd name="connsiteX123" fmla="*/ 0 w 12192000"/>
              <a:gd name="connsiteY123" fmla="*/ 2110468 h 2240205"/>
              <a:gd name="connsiteX124" fmla="*/ 0 w 12192000"/>
              <a:gd name="connsiteY124" fmla="*/ 0 h 224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</a:cxnLst>
            <a:rect l="l" t="t" r="r" b="b"/>
            <a:pathLst>
              <a:path w="12192000" h="2240205">
                <a:moveTo>
                  <a:pt x="0" y="0"/>
                </a:moveTo>
                <a:lnTo>
                  <a:pt x="12192000" y="0"/>
                </a:lnTo>
                <a:lnTo>
                  <a:pt x="12192000" y="751299"/>
                </a:lnTo>
                <a:cubicBezTo>
                  <a:pt x="12034412" y="757358"/>
                  <a:pt x="11991124" y="738944"/>
                  <a:pt x="11890686" y="732766"/>
                </a:cubicBezTo>
                <a:cubicBezTo>
                  <a:pt x="11800345" y="732488"/>
                  <a:pt x="11704998" y="747086"/>
                  <a:pt x="11649954" y="749628"/>
                </a:cubicBezTo>
                <a:cubicBezTo>
                  <a:pt x="11613048" y="740951"/>
                  <a:pt x="11593031" y="740811"/>
                  <a:pt x="11560424" y="748017"/>
                </a:cubicBezTo>
                <a:cubicBezTo>
                  <a:pt x="11488916" y="747650"/>
                  <a:pt x="11449669" y="773362"/>
                  <a:pt x="11358455" y="747593"/>
                </a:cubicBezTo>
                <a:cubicBezTo>
                  <a:pt x="11316233" y="754756"/>
                  <a:pt x="11184875" y="735040"/>
                  <a:pt x="11165209" y="748852"/>
                </a:cubicBezTo>
                <a:cubicBezTo>
                  <a:pt x="11113345" y="753539"/>
                  <a:pt x="11140250" y="736122"/>
                  <a:pt x="11058755" y="749617"/>
                </a:cubicBezTo>
                <a:cubicBezTo>
                  <a:pt x="10973519" y="757854"/>
                  <a:pt x="10849163" y="781170"/>
                  <a:pt x="10803046" y="774328"/>
                </a:cubicBezTo>
                <a:cubicBezTo>
                  <a:pt x="10741852" y="776895"/>
                  <a:pt x="10540854" y="756546"/>
                  <a:pt x="10458762" y="755400"/>
                </a:cubicBezTo>
                <a:cubicBezTo>
                  <a:pt x="10426976" y="747433"/>
                  <a:pt x="10327242" y="773719"/>
                  <a:pt x="10211200" y="767513"/>
                </a:cubicBezTo>
                <a:cubicBezTo>
                  <a:pt x="10195912" y="761163"/>
                  <a:pt x="10172943" y="749095"/>
                  <a:pt x="10167995" y="760843"/>
                </a:cubicBezTo>
                <a:cubicBezTo>
                  <a:pt x="10131971" y="759999"/>
                  <a:pt x="10031208" y="777398"/>
                  <a:pt x="9997044" y="780129"/>
                </a:cubicBezTo>
                <a:cubicBezTo>
                  <a:pt x="9972443" y="801329"/>
                  <a:pt x="9951331" y="779975"/>
                  <a:pt x="9943887" y="804141"/>
                </a:cubicBezTo>
                <a:lnTo>
                  <a:pt x="9918248" y="816628"/>
                </a:lnTo>
                <a:cubicBezTo>
                  <a:pt x="9873419" y="812573"/>
                  <a:pt x="9807158" y="855024"/>
                  <a:pt x="9767091" y="870550"/>
                </a:cubicBezTo>
                <a:cubicBezTo>
                  <a:pt x="9728743" y="880857"/>
                  <a:pt x="9714210" y="859344"/>
                  <a:pt x="9683005" y="894128"/>
                </a:cubicBezTo>
                <a:cubicBezTo>
                  <a:pt x="9638573" y="908150"/>
                  <a:pt x="9553332" y="950611"/>
                  <a:pt x="9500499" y="954680"/>
                </a:cubicBezTo>
                <a:cubicBezTo>
                  <a:pt x="9451943" y="966288"/>
                  <a:pt x="9427947" y="987268"/>
                  <a:pt x="9410017" y="993931"/>
                </a:cubicBezTo>
                <a:cubicBezTo>
                  <a:pt x="9408360" y="990327"/>
                  <a:pt x="9395782" y="990863"/>
                  <a:pt x="9392919" y="994656"/>
                </a:cubicBezTo>
                <a:cubicBezTo>
                  <a:pt x="9369253" y="996908"/>
                  <a:pt x="9294395" y="1002709"/>
                  <a:pt x="9268019" y="1007442"/>
                </a:cubicBezTo>
                <a:lnTo>
                  <a:pt x="9188177" y="1035474"/>
                </a:lnTo>
                <a:cubicBezTo>
                  <a:pt x="9182118" y="1028476"/>
                  <a:pt x="9162516" y="1043719"/>
                  <a:pt x="9155969" y="1046804"/>
                </a:cubicBezTo>
                <a:cubicBezTo>
                  <a:pt x="9154734" y="1041866"/>
                  <a:pt x="9138567" y="1041606"/>
                  <a:pt x="9133985" y="1046450"/>
                </a:cubicBezTo>
                <a:cubicBezTo>
                  <a:pt x="9112169" y="1062778"/>
                  <a:pt x="9019227" y="1027247"/>
                  <a:pt x="9003462" y="1042406"/>
                </a:cubicBezTo>
                <a:lnTo>
                  <a:pt x="8968445" y="1052169"/>
                </a:lnTo>
                <a:lnTo>
                  <a:pt x="8886001" y="1067468"/>
                </a:lnTo>
                <a:cubicBezTo>
                  <a:pt x="8847384" y="1050046"/>
                  <a:pt x="8863283" y="1068286"/>
                  <a:pt x="8838610" y="1075091"/>
                </a:cubicBezTo>
                <a:cubicBezTo>
                  <a:pt x="8780942" y="1086991"/>
                  <a:pt x="8730608" y="1108943"/>
                  <a:pt x="8665605" y="1110791"/>
                </a:cubicBezTo>
                <a:cubicBezTo>
                  <a:pt x="8590906" y="1106676"/>
                  <a:pt x="8491424" y="1191452"/>
                  <a:pt x="8419755" y="1216260"/>
                </a:cubicBezTo>
                <a:cubicBezTo>
                  <a:pt x="8376553" y="1231214"/>
                  <a:pt x="8414124" y="1215234"/>
                  <a:pt x="8411626" y="1214397"/>
                </a:cubicBezTo>
                <a:cubicBezTo>
                  <a:pt x="8391326" y="1238641"/>
                  <a:pt x="8371389" y="1231045"/>
                  <a:pt x="8363469" y="1246658"/>
                </a:cubicBezTo>
                <a:cubicBezTo>
                  <a:pt x="8322316" y="1258746"/>
                  <a:pt x="8283162" y="1250600"/>
                  <a:pt x="8275497" y="1264396"/>
                </a:cubicBezTo>
                <a:cubicBezTo>
                  <a:pt x="8194123" y="1257316"/>
                  <a:pt x="8141324" y="1289395"/>
                  <a:pt x="8074238" y="1301895"/>
                </a:cubicBezTo>
                <a:cubicBezTo>
                  <a:pt x="8012043" y="1315473"/>
                  <a:pt x="7936376" y="1347185"/>
                  <a:pt x="7902328" y="1345865"/>
                </a:cubicBezTo>
                <a:cubicBezTo>
                  <a:pt x="7876994" y="1370833"/>
                  <a:pt x="7861184" y="1361537"/>
                  <a:pt x="7840612" y="1369373"/>
                </a:cubicBezTo>
                <a:cubicBezTo>
                  <a:pt x="7803208" y="1375918"/>
                  <a:pt x="7836041" y="1389289"/>
                  <a:pt x="7786819" y="1378970"/>
                </a:cubicBezTo>
                <a:cubicBezTo>
                  <a:pt x="7732613" y="1405648"/>
                  <a:pt x="7556449" y="1409729"/>
                  <a:pt x="7548172" y="1417460"/>
                </a:cubicBezTo>
                <a:cubicBezTo>
                  <a:pt x="7520370" y="1413173"/>
                  <a:pt x="7499280" y="1470447"/>
                  <a:pt x="7483437" y="1478152"/>
                </a:cubicBezTo>
                <a:cubicBezTo>
                  <a:pt x="7446517" y="1491067"/>
                  <a:pt x="7432754" y="1502351"/>
                  <a:pt x="7377870" y="1523319"/>
                </a:cubicBezTo>
                <a:cubicBezTo>
                  <a:pt x="7324166" y="1536168"/>
                  <a:pt x="7290459" y="1563749"/>
                  <a:pt x="7230737" y="1562633"/>
                </a:cubicBezTo>
                <a:cubicBezTo>
                  <a:pt x="7229794" y="1566487"/>
                  <a:pt x="7227568" y="1569908"/>
                  <a:pt x="7224458" y="1573008"/>
                </a:cubicBezTo>
                <a:lnTo>
                  <a:pt x="7183121" y="1595162"/>
                </a:lnTo>
                <a:lnTo>
                  <a:pt x="7164601" y="1606490"/>
                </a:lnTo>
                <a:cubicBezTo>
                  <a:pt x="7117444" y="1613299"/>
                  <a:pt x="6961715" y="1629624"/>
                  <a:pt x="6900177" y="1636016"/>
                </a:cubicBezTo>
                <a:cubicBezTo>
                  <a:pt x="6859708" y="1641136"/>
                  <a:pt x="6829973" y="1628753"/>
                  <a:pt x="6795372" y="1644845"/>
                </a:cubicBezTo>
                <a:cubicBezTo>
                  <a:pt x="6757466" y="1649571"/>
                  <a:pt x="6723150" y="1647290"/>
                  <a:pt x="6692251" y="1656357"/>
                </a:cubicBezTo>
                <a:cubicBezTo>
                  <a:pt x="6678032" y="1652894"/>
                  <a:pt x="6665282" y="1652445"/>
                  <a:pt x="6655235" y="1661869"/>
                </a:cubicBezTo>
                <a:cubicBezTo>
                  <a:pt x="6632342" y="1663214"/>
                  <a:pt x="6578001" y="1663494"/>
                  <a:pt x="6554894" y="1664428"/>
                </a:cubicBezTo>
                <a:lnTo>
                  <a:pt x="6516595" y="1667475"/>
                </a:lnTo>
                <a:lnTo>
                  <a:pt x="6508541" y="1668757"/>
                </a:lnTo>
                <a:cubicBezTo>
                  <a:pt x="6495493" y="1671715"/>
                  <a:pt x="6482908" y="1675051"/>
                  <a:pt x="6471012" y="1678604"/>
                </a:cubicBezTo>
                <a:cubicBezTo>
                  <a:pt x="6446928" y="1678425"/>
                  <a:pt x="6395710" y="1665896"/>
                  <a:pt x="6364035" y="1667683"/>
                </a:cubicBezTo>
                <a:lnTo>
                  <a:pt x="6243319" y="1695560"/>
                </a:lnTo>
                <a:cubicBezTo>
                  <a:pt x="6212879" y="1700946"/>
                  <a:pt x="6162673" y="1707632"/>
                  <a:pt x="6098321" y="1721646"/>
                </a:cubicBezTo>
                <a:cubicBezTo>
                  <a:pt x="6036511" y="1734126"/>
                  <a:pt x="5902526" y="1770074"/>
                  <a:pt x="5880652" y="1779643"/>
                </a:cubicBezTo>
                <a:cubicBezTo>
                  <a:pt x="5862008" y="1784877"/>
                  <a:pt x="5777344" y="1786304"/>
                  <a:pt x="5785959" y="1775307"/>
                </a:cubicBezTo>
                <a:cubicBezTo>
                  <a:pt x="5732223" y="1803618"/>
                  <a:pt x="5707481" y="1784706"/>
                  <a:pt x="5643534" y="1802919"/>
                </a:cubicBezTo>
                <a:lnTo>
                  <a:pt x="5518799" y="1818312"/>
                </a:lnTo>
                <a:lnTo>
                  <a:pt x="5505014" y="1819259"/>
                </a:lnTo>
                <a:lnTo>
                  <a:pt x="5453307" y="1815450"/>
                </a:lnTo>
                <a:cubicBezTo>
                  <a:pt x="5364785" y="1835567"/>
                  <a:pt x="5272117" y="1842051"/>
                  <a:pt x="5221533" y="1846950"/>
                </a:cubicBezTo>
                <a:lnTo>
                  <a:pt x="5149802" y="1844846"/>
                </a:lnTo>
                <a:cubicBezTo>
                  <a:pt x="5138262" y="1844584"/>
                  <a:pt x="5124907" y="1847312"/>
                  <a:pt x="5114927" y="1847827"/>
                </a:cubicBezTo>
                <a:lnTo>
                  <a:pt x="5108970" y="1847935"/>
                </a:lnTo>
                <a:lnTo>
                  <a:pt x="5067961" y="1845917"/>
                </a:lnTo>
                <a:lnTo>
                  <a:pt x="5007075" y="1838626"/>
                </a:lnTo>
                <a:cubicBezTo>
                  <a:pt x="4987003" y="1833546"/>
                  <a:pt x="4969259" y="1814096"/>
                  <a:pt x="4944087" y="1823332"/>
                </a:cubicBezTo>
                <a:cubicBezTo>
                  <a:pt x="4949882" y="1812650"/>
                  <a:pt x="4914396" y="1826154"/>
                  <a:pt x="4907662" y="1816900"/>
                </a:cubicBezTo>
                <a:cubicBezTo>
                  <a:pt x="4903760" y="1809237"/>
                  <a:pt x="4892087" y="1811549"/>
                  <a:pt x="4882386" y="1809844"/>
                </a:cubicBezTo>
                <a:cubicBezTo>
                  <a:pt x="4874062" y="1802609"/>
                  <a:pt x="4826962" y="1801349"/>
                  <a:pt x="4811440" y="1804655"/>
                </a:cubicBezTo>
                <a:cubicBezTo>
                  <a:pt x="4768806" y="1818748"/>
                  <a:pt x="4725356" y="1790961"/>
                  <a:pt x="4691075" y="1801389"/>
                </a:cubicBezTo>
                <a:cubicBezTo>
                  <a:pt x="4657791" y="1796774"/>
                  <a:pt x="4662147" y="1786932"/>
                  <a:pt x="4640313" y="1784307"/>
                </a:cubicBezTo>
                <a:cubicBezTo>
                  <a:pt x="4614551" y="1781631"/>
                  <a:pt x="4552839" y="1782829"/>
                  <a:pt x="4536503" y="1785334"/>
                </a:cubicBezTo>
                <a:lnTo>
                  <a:pt x="4513724" y="1791996"/>
                </a:lnTo>
                <a:lnTo>
                  <a:pt x="4459810" y="1797886"/>
                </a:lnTo>
                <a:lnTo>
                  <a:pt x="4379064" y="1817177"/>
                </a:lnTo>
                <a:cubicBezTo>
                  <a:pt x="4349703" y="1824677"/>
                  <a:pt x="4313198" y="1824834"/>
                  <a:pt x="4290981" y="1839677"/>
                </a:cubicBezTo>
                <a:cubicBezTo>
                  <a:pt x="4277508" y="1842452"/>
                  <a:pt x="4248116" y="1849332"/>
                  <a:pt x="4238372" y="1851480"/>
                </a:cubicBezTo>
                <a:lnTo>
                  <a:pt x="4232517" y="1852567"/>
                </a:lnTo>
                <a:lnTo>
                  <a:pt x="4191732" y="1857328"/>
                </a:lnTo>
                <a:lnTo>
                  <a:pt x="4065532" y="1855477"/>
                </a:lnTo>
                <a:cubicBezTo>
                  <a:pt x="4069305" y="1844009"/>
                  <a:pt x="4036780" y="1863138"/>
                  <a:pt x="4028460" y="1855137"/>
                </a:cubicBezTo>
                <a:cubicBezTo>
                  <a:pt x="4023224" y="1848238"/>
                  <a:pt x="4012138" y="1852433"/>
                  <a:pt x="4002267" y="1852352"/>
                </a:cubicBezTo>
                <a:cubicBezTo>
                  <a:pt x="3992749" y="1846600"/>
                  <a:pt x="3946095" y="1853107"/>
                  <a:pt x="3931396" y="1858915"/>
                </a:cubicBezTo>
                <a:cubicBezTo>
                  <a:pt x="3891932" y="1879798"/>
                  <a:pt x="3844059" y="1859600"/>
                  <a:pt x="3812162" y="1875501"/>
                </a:cubicBezTo>
                <a:cubicBezTo>
                  <a:pt x="3778518" y="1876434"/>
                  <a:pt x="3780102" y="1870848"/>
                  <a:pt x="3758105" y="1871856"/>
                </a:cubicBezTo>
                <a:cubicBezTo>
                  <a:pt x="3717288" y="1874853"/>
                  <a:pt x="3625982" y="1888026"/>
                  <a:pt x="3567259" y="1893482"/>
                </a:cubicBezTo>
                <a:cubicBezTo>
                  <a:pt x="3512865" y="1897927"/>
                  <a:pt x="3463644" y="1898121"/>
                  <a:pt x="3405770" y="1904591"/>
                </a:cubicBezTo>
                <a:cubicBezTo>
                  <a:pt x="3361027" y="1917619"/>
                  <a:pt x="3312439" y="1902759"/>
                  <a:pt x="3280097" y="1919610"/>
                </a:cubicBezTo>
                <a:cubicBezTo>
                  <a:pt x="3120979" y="1944600"/>
                  <a:pt x="3052347" y="1932877"/>
                  <a:pt x="3009910" y="1957866"/>
                </a:cubicBezTo>
                <a:cubicBezTo>
                  <a:pt x="3005875" y="1961558"/>
                  <a:pt x="3001138" y="1964570"/>
                  <a:pt x="2995934" y="1967085"/>
                </a:cubicBezTo>
                <a:lnTo>
                  <a:pt x="2942858" y="1981367"/>
                </a:lnTo>
                <a:lnTo>
                  <a:pt x="2875436" y="1996977"/>
                </a:lnTo>
                <a:lnTo>
                  <a:pt x="2874892" y="1996085"/>
                </a:lnTo>
                <a:cubicBezTo>
                  <a:pt x="2869596" y="1995339"/>
                  <a:pt x="2856789" y="1995778"/>
                  <a:pt x="2843662" y="1992498"/>
                </a:cubicBezTo>
                <a:lnTo>
                  <a:pt x="2718916" y="1990867"/>
                </a:lnTo>
                <a:lnTo>
                  <a:pt x="2713522" y="1990173"/>
                </a:lnTo>
                <a:lnTo>
                  <a:pt x="2476147" y="1998305"/>
                </a:lnTo>
                <a:cubicBezTo>
                  <a:pt x="2437134" y="2013637"/>
                  <a:pt x="2413847" y="1999542"/>
                  <a:pt x="2373568" y="2003219"/>
                </a:cubicBezTo>
                <a:cubicBezTo>
                  <a:pt x="2342080" y="2003293"/>
                  <a:pt x="2308969" y="1996768"/>
                  <a:pt x="2287219" y="1998750"/>
                </a:cubicBezTo>
                <a:cubicBezTo>
                  <a:pt x="2221974" y="2012601"/>
                  <a:pt x="2205627" y="2006345"/>
                  <a:pt x="2164831" y="2010143"/>
                </a:cubicBezTo>
                <a:cubicBezTo>
                  <a:pt x="2133996" y="2017246"/>
                  <a:pt x="2078492" y="2040373"/>
                  <a:pt x="2058061" y="2047942"/>
                </a:cubicBezTo>
                <a:lnTo>
                  <a:pt x="2042244" y="2055560"/>
                </a:lnTo>
                <a:cubicBezTo>
                  <a:pt x="2012576" y="2064443"/>
                  <a:pt x="1896351" y="2111357"/>
                  <a:pt x="1877728" y="2101004"/>
                </a:cubicBezTo>
                <a:cubicBezTo>
                  <a:pt x="1839146" y="2101989"/>
                  <a:pt x="1818769" y="2108983"/>
                  <a:pt x="1759056" y="2125608"/>
                </a:cubicBezTo>
                <a:cubicBezTo>
                  <a:pt x="1719091" y="2137539"/>
                  <a:pt x="1691494" y="2161097"/>
                  <a:pt x="1637948" y="2172597"/>
                </a:cubicBezTo>
                <a:cubicBezTo>
                  <a:pt x="1587306" y="2207053"/>
                  <a:pt x="1496241" y="2208973"/>
                  <a:pt x="1434549" y="2234522"/>
                </a:cubicBezTo>
                <a:cubicBezTo>
                  <a:pt x="1390051" y="2245335"/>
                  <a:pt x="1383992" y="2237380"/>
                  <a:pt x="1370962" y="2237474"/>
                </a:cubicBezTo>
                <a:lnTo>
                  <a:pt x="1356367" y="2235089"/>
                </a:lnTo>
                <a:cubicBezTo>
                  <a:pt x="1341168" y="2233783"/>
                  <a:pt x="1306602" y="2233428"/>
                  <a:pt x="1279765" y="2229639"/>
                </a:cubicBezTo>
                <a:cubicBezTo>
                  <a:pt x="1260110" y="2221111"/>
                  <a:pt x="1209850" y="2211602"/>
                  <a:pt x="1195347" y="2212354"/>
                </a:cubicBezTo>
                <a:cubicBezTo>
                  <a:pt x="1171903" y="2216875"/>
                  <a:pt x="1033292" y="2222456"/>
                  <a:pt x="970251" y="2221029"/>
                </a:cubicBezTo>
                <a:cubicBezTo>
                  <a:pt x="913858" y="2213074"/>
                  <a:pt x="857841" y="2217424"/>
                  <a:pt x="812914" y="2210095"/>
                </a:cubicBezTo>
                <a:cubicBezTo>
                  <a:pt x="762967" y="2180805"/>
                  <a:pt x="645932" y="2185851"/>
                  <a:pt x="597225" y="2180999"/>
                </a:cubicBezTo>
                <a:cubicBezTo>
                  <a:pt x="575890" y="2176791"/>
                  <a:pt x="534371" y="2181270"/>
                  <a:pt x="520671" y="2180980"/>
                </a:cubicBezTo>
                <a:cubicBezTo>
                  <a:pt x="455720" y="2175427"/>
                  <a:pt x="449447" y="2164849"/>
                  <a:pt x="413835" y="2156783"/>
                </a:cubicBezTo>
                <a:cubicBezTo>
                  <a:pt x="401959" y="2163765"/>
                  <a:pt x="389622" y="2160522"/>
                  <a:pt x="376513" y="2154014"/>
                </a:cubicBezTo>
                <a:cubicBezTo>
                  <a:pt x="344376" y="2156059"/>
                  <a:pt x="311403" y="2146283"/>
                  <a:pt x="273386" y="2142551"/>
                </a:cubicBezTo>
                <a:cubicBezTo>
                  <a:pt x="223574" y="2138021"/>
                  <a:pt x="116931" y="2131360"/>
                  <a:pt x="77641" y="2126835"/>
                </a:cubicBezTo>
                <a:lnTo>
                  <a:pt x="37645" y="2115401"/>
                </a:lnTo>
                <a:cubicBezTo>
                  <a:pt x="29688" y="2109582"/>
                  <a:pt x="16534" y="2111084"/>
                  <a:pt x="4572" y="2111091"/>
                </a:cubicBezTo>
                <a:lnTo>
                  <a:pt x="0" y="21104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tile tx="0" ty="0" sx="70000" sy="70000" flip="none" algn="tl"/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0405D95-2138-40A6-A919-9C9EB54B5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4626" y="217714"/>
            <a:ext cx="7424357" cy="6640286"/>
          </a:xfrm>
          <a:custGeom>
            <a:avLst/>
            <a:gdLst>
              <a:gd name="connsiteX0" fmla="*/ 6352331 w 6968018"/>
              <a:gd name="connsiteY0" fmla="*/ 0 h 6643444"/>
              <a:gd name="connsiteX1" fmla="*/ 6968018 w 6968018"/>
              <a:gd name="connsiteY1" fmla="*/ 6643444 h 6643444"/>
              <a:gd name="connsiteX2" fmla="*/ 561128 w 6968018"/>
              <a:gd name="connsiteY2" fmla="*/ 6643444 h 6643444"/>
              <a:gd name="connsiteX3" fmla="*/ 0 w 6968018"/>
              <a:gd name="connsiteY3" fmla="*/ 588709 h 6643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68018" h="6643444">
                <a:moveTo>
                  <a:pt x="6352331" y="0"/>
                </a:moveTo>
                <a:lnTo>
                  <a:pt x="6968018" y="6643444"/>
                </a:lnTo>
                <a:lnTo>
                  <a:pt x="561128" y="6643444"/>
                </a:lnTo>
                <a:lnTo>
                  <a:pt x="0" y="588709"/>
                </a:lnTo>
                <a:close/>
              </a:path>
            </a:pathLst>
          </a:custGeom>
          <a:solidFill>
            <a:srgbClr val="EFEEE9"/>
          </a:solidFill>
          <a:ln w="12700" cap="flat" cmpd="sng" algn="ctr">
            <a:noFill/>
            <a:prstDash val="solid"/>
            <a:miter lim="800000"/>
          </a:ln>
          <a:effectLst>
            <a:outerShdw blurRad="762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Western food arranged on table">
            <a:extLst>
              <a:ext uri="{FF2B5EF4-FFF2-40B4-BE49-F238E27FC236}">
                <a16:creationId xmlns:a16="http://schemas.microsoft.com/office/drawing/2014/main" id="{EE0034DD-1AF1-4A2B-09BD-51C854A3A74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l="14110" r="12718" b="1"/>
          <a:stretch>
            <a:fillRect/>
          </a:stretch>
        </p:blipFill>
        <p:spPr>
          <a:xfrm>
            <a:off x="356814" y="379444"/>
            <a:ext cx="7115470" cy="6490996"/>
          </a:xfrm>
          <a:custGeom>
            <a:avLst/>
            <a:gdLst/>
            <a:ahLst/>
            <a:cxnLst/>
            <a:rect l="l" t="t" r="r" b="b"/>
            <a:pathLst>
              <a:path w="6647705" h="6461436">
                <a:moveTo>
                  <a:pt x="6004504" y="217"/>
                </a:moveTo>
                <a:cubicBezTo>
                  <a:pt x="6024678" y="-1575"/>
                  <a:pt x="6042004" y="7929"/>
                  <a:pt x="6043316" y="21512"/>
                </a:cubicBezTo>
                <a:lnTo>
                  <a:pt x="6200652" y="1719217"/>
                </a:lnTo>
                <a:lnTo>
                  <a:pt x="6206825" y="1785827"/>
                </a:lnTo>
                <a:lnTo>
                  <a:pt x="6221227" y="1822016"/>
                </a:lnTo>
                <a:cubicBezTo>
                  <a:pt x="6213856" y="1837795"/>
                  <a:pt x="6231996" y="1847154"/>
                  <a:pt x="6237305" y="1858891"/>
                </a:cubicBezTo>
                <a:lnTo>
                  <a:pt x="6245339" y="2011010"/>
                </a:lnTo>
                <a:lnTo>
                  <a:pt x="6243065" y="2066060"/>
                </a:lnTo>
                <a:lnTo>
                  <a:pt x="6238739" y="2104210"/>
                </a:lnTo>
                <a:lnTo>
                  <a:pt x="6237021" y="2111648"/>
                </a:lnTo>
                <a:lnTo>
                  <a:pt x="6259718" y="2356556"/>
                </a:lnTo>
                <a:lnTo>
                  <a:pt x="6264060" y="2374375"/>
                </a:lnTo>
                <a:lnTo>
                  <a:pt x="6267041" y="2435573"/>
                </a:lnTo>
                <a:lnTo>
                  <a:pt x="6271496" y="2444087"/>
                </a:lnTo>
                <a:lnTo>
                  <a:pt x="6647705" y="6461436"/>
                </a:lnTo>
                <a:lnTo>
                  <a:pt x="545408" y="6461436"/>
                </a:lnTo>
                <a:lnTo>
                  <a:pt x="544170" y="6448085"/>
                </a:lnTo>
                <a:lnTo>
                  <a:pt x="533573" y="6434067"/>
                </a:lnTo>
                <a:lnTo>
                  <a:pt x="522439" y="6388375"/>
                </a:lnTo>
                <a:lnTo>
                  <a:pt x="518228" y="6357352"/>
                </a:lnTo>
                <a:lnTo>
                  <a:pt x="518072" y="6352810"/>
                </a:lnTo>
                <a:lnTo>
                  <a:pt x="523971" y="6314577"/>
                </a:lnTo>
                <a:cubicBezTo>
                  <a:pt x="522183" y="6313865"/>
                  <a:pt x="520483" y="6312841"/>
                  <a:pt x="518934" y="6311532"/>
                </a:cubicBezTo>
                <a:lnTo>
                  <a:pt x="513042" y="6300271"/>
                </a:lnTo>
                <a:lnTo>
                  <a:pt x="517740" y="6289716"/>
                </a:lnTo>
                <a:lnTo>
                  <a:pt x="523418" y="6241814"/>
                </a:lnTo>
                <a:lnTo>
                  <a:pt x="523922" y="6229603"/>
                </a:lnTo>
                <a:lnTo>
                  <a:pt x="67" y="577048"/>
                </a:lnTo>
                <a:cubicBezTo>
                  <a:pt x="-1138" y="563427"/>
                  <a:pt x="14205" y="550882"/>
                  <a:pt x="34408" y="548975"/>
                </a:cubicBezTo>
                <a:cubicBezTo>
                  <a:pt x="2024440" y="366055"/>
                  <a:pt x="4014473" y="183136"/>
                  <a:pt x="6004504" y="217"/>
                </a:cubicBez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3AD30-640C-7184-F47E-F389F28A1D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49257" y="709450"/>
            <a:ext cx="5542642" cy="172563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3400"/>
              <a:t>UK Food Incident Notifications (2023–2024)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272963-3EB9-8996-EAE3-1A8B46CF94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1021" y="2810013"/>
            <a:ext cx="3460880" cy="353115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/>
            <a:r>
              <a:rPr lang="en-US"/>
              <a:t>Module Code - COM7203 </a:t>
            </a:r>
          </a:p>
          <a:p>
            <a:pPr indent="-228600"/>
            <a:r>
              <a:rPr lang="en-US"/>
              <a:t>Module title: Data Science and Visualization</a:t>
            </a:r>
          </a:p>
          <a:p>
            <a:pPr indent="-228600"/>
            <a:r>
              <a:rPr lang="en-US"/>
              <a:t>Name: Zarin Tasnim Nuzhat</a:t>
            </a:r>
          </a:p>
          <a:p>
            <a:pPr indent="-228600"/>
            <a:r>
              <a:rPr lang="en-US"/>
              <a:t>Student Number - 2510148</a:t>
            </a:r>
          </a:p>
        </p:txBody>
      </p:sp>
    </p:spTree>
    <p:extLst>
      <p:ext uri="{BB962C8B-B14F-4D97-AF65-F5344CB8AC3E}">
        <p14:creationId xmlns:p14="http://schemas.microsoft.com/office/powerpoint/2010/main" val="2228437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46AD51EB-971C-4722-9A98-42EB5ABCAD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894A7A4-3F4E-414B-97FB-E4C862AD1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663" y="0"/>
            <a:ext cx="8606754" cy="1542197"/>
          </a:xfrm>
          <a:custGeom>
            <a:avLst/>
            <a:gdLst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832307 w 9288370"/>
              <a:gd name="connsiteY3" fmla="*/ 1538702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456865 w 9288370"/>
              <a:gd name="connsiteY6" fmla="*/ 1510292 h 1858154"/>
              <a:gd name="connsiteX7" fmla="*/ 1463005 w 9288370"/>
              <a:gd name="connsiteY7" fmla="*/ 1511279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952094 w 9288370"/>
              <a:gd name="connsiteY51" fmla="*/ 409302 h 1858154"/>
              <a:gd name="connsiteX52" fmla="*/ 8231938 w 9288370"/>
              <a:gd name="connsiteY52" fmla="*/ 259259 h 1858154"/>
              <a:gd name="connsiteX53" fmla="*/ 8428864 w 9288370"/>
              <a:gd name="connsiteY53" fmla="*/ 208471 h 1858154"/>
              <a:gd name="connsiteX54" fmla="*/ 8616510 w 9288370"/>
              <a:gd name="connsiteY54" fmla="*/ 161973 h 1858154"/>
              <a:gd name="connsiteX55" fmla="*/ 8826766 w 9288370"/>
              <a:gd name="connsiteY55" fmla="*/ 152111 h 1858154"/>
              <a:gd name="connsiteX56" fmla="*/ 8917647 w 9288370"/>
              <a:gd name="connsiteY56" fmla="*/ 112232 h 1858154"/>
              <a:gd name="connsiteX57" fmla="*/ 9182272 w 9288370"/>
              <a:gd name="connsiteY57" fmla="*/ 37171 h 1858154"/>
              <a:gd name="connsiteX58" fmla="*/ 9232990 w 9288370"/>
              <a:gd name="connsiteY58" fmla="*/ 24074 h 1858154"/>
              <a:gd name="connsiteX59" fmla="*/ 9288370 w 9288370"/>
              <a:gd name="connsiteY59" fmla="*/ 0 h 1858154"/>
              <a:gd name="connsiteX60" fmla="*/ 0 w 9288370"/>
              <a:gd name="connsiteY60" fmla="*/ 0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766051 w 9288370"/>
              <a:gd name="connsiteY3" fmla="*/ 156982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456865 w 9288370"/>
              <a:gd name="connsiteY6" fmla="*/ 1510292 h 1858154"/>
              <a:gd name="connsiteX7" fmla="*/ 1463005 w 9288370"/>
              <a:gd name="connsiteY7" fmla="*/ 1511279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952094 w 9288370"/>
              <a:gd name="connsiteY51" fmla="*/ 409302 h 1858154"/>
              <a:gd name="connsiteX52" fmla="*/ 8231938 w 9288370"/>
              <a:gd name="connsiteY52" fmla="*/ 259259 h 1858154"/>
              <a:gd name="connsiteX53" fmla="*/ 8428864 w 9288370"/>
              <a:gd name="connsiteY53" fmla="*/ 208471 h 1858154"/>
              <a:gd name="connsiteX54" fmla="*/ 8616510 w 9288370"/>
              <a:gd name="connsiteY54" fmla="*/ 161973 h 1858154"/>
              <a:gd name="connsiteX55" fmla="*/ 8826766 w 9288370"/>
              <a:gd name="connsiteY55" fmla="*/ 152111 h 1858154"/>
              <a:gd name="connsiteX56" fmla="*/ 8917647 w 9288370"/>
              <a:gd name="connsiteY56" fmla="*/ 112232 h 1858154"/>
              <a:gd name="connsiteX57" fmla="*/ 9182272 w 9288370"/>
              <a:gd name="connsiteY57" fmla="*/ 37171 h 1858154"/>
              <a:gd name="connsiteX58" fmla="*/ 9232990 w 9288370"/>
              <a:gd name="connsiteY58" fmla="*/ 24074 h 1858154"/>
              <a:gd name="connsiteX59" fmla="*/ 9288370 w 9288370"/>
              <a:gd name="connsiteY59" fmla="*/ 0 h 1858154"/>
              <a:gd name="connsiteX60" fmla="*/ 0 w 9288370"/>
              <a:gd name="connsiteY60" fmla="*/ 0 h 1858154"/>
              <a:gd name="connsiteX61" fmla="*/ 0 w 9288370"/>
              <a:gd name="connsiteY61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766051 w 9288370"/>
              <a:gd name="connsiteY3" fmla="*/ 156982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456865 w 9288370"/>
              <a:gd name="connsiteY6" fmla="*/ 1510292 h 1858154"/>
              <a:gd name="connsiteX7" fmla="*/ 1463005 w 9288370"/>
              <a:gd name="connsiteY7" fmla="*/ 1511279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952094 w 9288370"/>
              <a:gd name="connsiteY51" fmla="*/ 409302 h 1858154"/>
              <a:gd name="connsiteX52" fmla="*/ 8231938 w 9288370"/>
              <a:gd name="connsiteY52" fmla="*/ 259259 h 1858154"/>
              <a:gd name="connsiteX53" fmla="*/ 8428864 w 9288370"/>
              <a:gd name="connsiteY53" fmla="*/ 208471 h 1858154"/>
              <a:gd name="connsiteX54" fmla="*/ 8616510 w 9288370"/>
              <a:gd name="connsiteY54" fmla="*/ 161973 h 1858154"/>
              <a:gd name="connsiteX55" fmla="*/ 8826766 w 9288370"/>
              <a:gd name="connsiteY55" fmla="*/ 152111 h 1858154"/>
              <a:gd name="connsiteX56" fmla="*/ 8917647 w 9288370"/>
              <a:gd name="connsiteY56" fmla="*/ 112232 h 1858154"/>
              <a:gd name="connsiteX57" fmla="*/ 9182272 w 9288370"/>
              <a:gd name="connsiteY57" fmla="*/ 37171 h 1858154"/>
              <a:gd name="connsiteX58" fmla="*/ 9232990 w 9288370"/>
              <a:gd name="connsiteY58" fmla="*/ 24074 h 1858154"/>
              <a:gd name="connsiteX59" fmla="*/ 9288370 w 9288370"/>
              <a:gd name="connsiteY59" fmla="*/ 0 h 1858154"/>
              <a:gd name="connsiteX60" fmla="*/ 0 w 9288370"/>
              <a:gd name="connsiteY60" fmla="*/ 0 h 1858154"/>
              <a:gd name="connsiteX61" fmla="*/ 0 w 9288370"/>
              <a:gd name="connsiteY61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766051 w 9288370"/>
              <a:gd name="connsiteY3" fmla="*/ 156982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456865 w 9288370"/>
              <a:gd name="connsiteY6" fmla="*/ 1510292 h 1858154"/>
              <a:gd name="connsiteX7" fmla="*/ 1463005 w 9288370"/>
              <a:gd name="connsiteY7" fmla="*/ 1511279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952094 w 9288370"/>
              <a:gd name="connsiteY51" fmla="*/ 409302 h 1858154"/>
              <a:gd name="connsiteX52" fmla="*/ 8231938 w 9288370"/>
              <a:gd name="connsiteY52" fmla="*/ 259259 h 1858154"/>
              <a:gd name="connsiteX53" fmla="*/ 8428864 w 9288370"/>
              <a:gd name="connsiteY53" fmla="*/ 208471 h 1858154"/>
              <a:gd name="connsiteX54" fmla="*/ 8616510 w 9288370"/>
              <a:gd name="connsiteY54" fmla="*/ 161973 h 1858154"/>
              <a:gd name="connsiteX55" fmla="*/ 8826766 w 9288370"/>
              <a:gd name="connsiteY55" fmla="*/ 152111 h 1858154"/>
              <a:gd name="connsiteX56" fmla="*/ 8917647 w 9288370"/>
              <a:gd name="connsiteY56" fmla="*/ 112232 h 1858154"/>
              <a:gd name="connsiteX57" fmla="*/ 9182272 w 9288370"/>
              <a:gd name="connsiteY57" fmla="*/ 37171 h 1858154"/>
              <a:gd name="connsiteX58" fmla="*/ 9232990 w 9288370"/>
              <a:gd name="connsiteY58" fmla="*/ 24074 h 1858154"/>
              <a:gd name="connsiteX59" fmla="*/ 9288370 w 9288370"/>
              <a:gd name="connsiteY59" fmla="*/ 0 h 1858154"/>
              <a:gd name="connsiteX60" fmla="*/ 0 w 9288370"/>
              <a:gd name="connsiteY60" fmla="*/ 0 h 1858154"/>
              <a:gd name="connsiteX61" fmla="*/ 0 w 9288370"/>
              <a:gd name="connsiteY61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766051 w 9288370"/>
              <a:gd name="connsiteY3" fmla="*/ 156982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456865 w 9288370"/>
              <a:gd name="connsiteY6" fmla="*/ 1510292 h 1858154"/>
              <a:gd name="connsiteX7" fmla="*/ 1463005 w 9288370"/>
              <a:gd name="connsiteY7" fmla="*/ 1511279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952094 w 9288370"/>
              <a:gd name="connsiteY51" fmla="*/ 409302 h 1858154"/>
              <a:gd name="connsiteX52" fmla="*/ 8231938 w 9288370"/>
              <a:gd name="connsiteY52" fmla="*/ 259259 h 1858154"/>
              <a:gd name="connsiteX53" fmla="*/ 8428864 w 9288370"/>
              <a:gd name="connsiteY53" fmla="*/ 208471 h 1858154"/>
              <a:gd name="connsiteX54" fmla="*/ 8616510 w 9288370"/>
              <a:gd name="connsiteY54" fmla="*/ 161973 h 1858154"/>
              <a:gd name="connsiteX55" fmla="*/ 8826766 w 9288370"/>
              <a:gd name="connsiteY55" fmla="*/ 152111 h 1858154"/>
              <a:gd name="connsiteX56" fmla="*/ 8917647 w 9288370"/>
              <a:gd name="connsiteY56" fmla="*/ 112232 h 1858154"/>
              <a:gd name="connsiteX57" fmla="*/ 9182272 w 9288370"/>
              <a:gd name="connsiteY57" fmla="*/ 37171 h 1858154"/>
              <a:gd name="connsiteX58" fmla="*/ 9232990 w 9288370"/>
              <a:gd name="connsiteY58" fmla="*/ 24074 h 1858154"/>
              <a:gd name="connsiteX59" fmla="*/ 9288370 w 9288370"/>
              <a:gd name="connsiteY59" fmla="*/ 0 h 1858154"/>
              <a:gd name="connsiteX60" fmla="*/ 0 w 9288370"/>
              <a:gd name="connsiteY60" fmla="*/ 0 h 1858154"/>
              <a:gd name="connsiteX61" fmla="*/ 0 w 9288370"/>
              <a:gd name="connsiteY61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766051 w 9288370"/>
              <a:gd name="connsiteY3" fmla="*/ 156982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456865 w 9288370"/>
              <a:gd name="connsiteY6" fmla="*/ 1510292 h 1858154"/>
              <a:gd name="connsiteX7" fmla="*/ 1492452 w 9288370"/>
              <a:gd name="connsiteY7" fmla="*/ 1519061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952094 w 9288370"/>
              <a:gd name="connsiteY51" fmla="*/ 409302 h 1858154"/>
              <a:gd name="connsiteX52" fmla="*/ 8231938 w 9288370"/>
              <a:gd name="connsiteY52" fmla="*/ 259259 h 1858154"/>
              <a:gd name="connsiteX53" fmla="*/ 8428864 w 9288370"/>
              <a:gd name="connsiteY53" fmla="*/ 208471 h 1858154"/>
              <a:gd name="connsiteX54" fmla="*/ 8616510 w 9288370"/>
              <a:gd name="connsiteY54" fmla="*/ 161973 h 1858154"/>
              <a:gd name="connsiteX55" fmla="*/ 8826766 w 9288370"/>
              <a:gd name="connsiteY55" fmla="*/ 152111 h 1858154"/>
              <a:gd name="connsiteX56" fmla="*/ 8917647 w 9288370"/>
              <a:gd name="connsiteY56" fmla="*/ 112232 h 1858154"/>
              <a:gd name="connsiteX57" fmla="*/ 9182272 w 9288370"/>
              <a:gd name="connsiteY57" fmla="*/ 37171 h 1858154"/>
              <a:gd name="connsiteX58" fmla="*/ 9232990 w 9288370"/>
              <a:gd name="connsiteY58" fmla="*/ 24074 h 1858154"/>
              <a:gd name="connsiteX59" fmla="*/ 9288370 w 9288370"/>
              <a:gd name="connsiteY59" fmla="*/ 0 h 1858154"/>
              <a:gd name="connsiteX60" fmla="*/ 0 w 9288370"/>
              <a:gd name="connsiteY60" fmla="*/ 0 h 1858154"/>
              <a:gd name="connsiteX61" fmla="*/ 0 w 9288370"/>
              <a:gd name="connsiteY61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766051 w 9288370"/>
              <a:gd name="connsiteY3" fmla="*/ 156982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346439 w 9288370"/>
              <a:gd name="connsiteY6" fmla="*/ 1440261 h 1858154"/>
              <a:gd name="connsiteX7" fmla="*/ 1492452 w 9288370"/>
              <a:gd name="connsiteY7" fmla="*/ 1519061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952094 w 9288370"/>
              <a:gd name="connsiteY51" fmla="*/ 409302 h 1858154"/>
              <a:gd name="connsiteX52" fmla="*/ 8231938 w 9288370"/>
              <a:gd name="connsiteY52" fmla="*/ 259259 h 1858154"/>
              <a:gd name="connsiteX53" fmla="*/ 8428864 w 9288370"/>
              <a:gd name="connsiteY53" fmla="*/ 208471 h 1858154"/>
              <a:gd name="connsiteX54" fmla="*/ 8616510 w 9288370"/>
              <a:gd name="connsiteY54" fmla="*/ 161973 h 1858154"/>
              <a:gd name="connsiteX55" fmla="*/ 8826766 w 9288370"/>
              <a:gd name="connsiteY55" fmla="*/ 152111 h 1858154"/>
              <a:gd name="connsiteX56" fmla="*/ 8917647 w 9288370"/>
              <a:gd name="connsiteY56" fmla="*/ 112232 h 1858154"/>
              <a:gd name="connsiteX57" fmla="*/ 9182272 w 9288370"/>
              <a:gd name="connsiteY57" fmla="*/ 37171 h 1858154"/>
              <a:gd name="connsiteX58" fmla="*/ 9232990 w 9288370"/>
              <a:gd name="connsiteY58" fmla="*/ 24074 h 1858154"/>
              <a:gd name="connsiteX59" fmla="*/ 9288370 w 9288370"/>
              <a:gd name="connsiteY59" fmla="*/ 0 h 1858154"/>
              <a:gd name="connsiteX60" fmla="*/ 0 w 9288370"/>
              <a:gd name="connsiteY60" fmla="*/ 0 h 1858154"/>
              <a:gd name="connsiteX61" fmla="*/ 0 w 9288370"/>
              <a:gd name="connsiteY61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766051 w 9288370"/>
              <a:gd name="connsiteY3" fmla="*/ 156982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339078 w 9288370"/>
              <a:gd name="connsiteY6" fmla="*/ 1494730 h 1858154"/>
              <a:gd name="connsiteX7" fmla="*/ 1492452 w 9288370"/>
              <a:gd name="connsiteY7" fmla="*/ 1519061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952094 w 9288370"/>
              <a:gd name="connsiteY51" fmla="*/ 409302 h 1858154"/>
              <a:gd name="connsiteX52" fmla="*/ 8231938 w 9288370"/>
              <a:gd name="connsiteY52" fmla="*/ 259259 h 1858154"/>
              <a:gd name="connsiteX53" fmla="*/ 8428864 w 9288370"/>
              <a:gd name="connsiteY53" fmla="*/ 208471 h 1858154"/>
              <a:gd name="connsiteX54" fmla="*/ 8616510 w 9288370"/>
              <a:gd name="connsiteY54" fmla="*/ 161973 h 1858154"/>
              <a:gd name="connsiteX55" fmla="*/ 8826766 w 9288370"/>
              <a:gd name="connsiteY55" fmla="*/ 152111 h 1858154"/>
              <a:gd name="connsiteX56" fmla="*/ 8917647 w 9288370"/>
              <a:gd name="connsiteY56" fmla="*/ 112232 h 1858154"/>
              <a:gd name="connsiteX57" fmla="*/ 9182272 w 9288370"/>
              <a:gd name="connsiteY57" fmla="*/ 37171 h 1858154"/>
              <a:gd name="connsiteX58" fmla="*/ 9232990 w 9288370"/>
              <a:gd name="connsiteY58" fmla="*/ 24074 h 1858154"/>
              <a:gd name="connsiteX59" fmla="*/ 9288370 w 9288370"/>
              <a:gd name="connsiteY59" fmla="*/ 0 h 1858154"/>
              <a:gd name="connsiteX60" fmla="*/ 0 w 9288370"/>
              <a:gd name="connsiteY60" fmla="*/ 0 h 1858154"/>
              <a:gd name="connsiteX61" fmla="*/ 0 w 9288370"/>
              <a:gd name="connsiteY61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766051 w 9288370"/>
              <a:gd name="connsiteY3" fmla="*/ 156982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339078 w 9288370"/>
              <a:gd name="connsiteY6" fmla="*/ 1494730 h 1858154"/>
              <a:gd name="connsiteX7" fmla="*/ 1492452 w 9288370"/>
              <a:gd name="connsiteY7" fmla="*/ 1519061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782741 w 9288370"/>
              <a:gd name="connsiteY51" fmla="*/ 455936 h 1858154"/>
              <a:gd name="connsiteX52" fmla="*/ 7952094 w 9288370"/>
              <a:gd name="connsiteY52" fmla="*/ 409302 h 1858154"/>
              <a:gd name="connsiteX53" fmla="*/ 8231938 w 9288370"/>
              <a:gd name="connsiteY53" fmla="*/ 259259 h 1858154"/>
              <a:gd name="connsiteX54" fmla="*/ 8428864 w 9288370"/>
              <a:gd name="connsiteY54" fmla="*/ 208471 h 1858154"/>
              <a:gd name="connsiteX55" fmla="*/ 8616510 w 9288370"/>
              <a:gd name="connsiteY55" fmla="*/ 161973 h 1858154"/>
              <a:gd name="connsiteX56" fmla="*/ 8826766 w 9288370"/>
              <a:gd name="connsiteY56" fmla="*/ 152111 h 1858154"/>
              <a:gd name="connsiteX57" fmla="*/ 8917647 w 9288370"/>
              <a:gd name="connsiteY57" fmla="*/ 112232 h 1858154"/>
              <a:gd name="connsiteX58" fmla="*/ 9182272 w 9288370"/>
              <a:gd name="connsiteY58" fmla="*/ 37171 h 1858154"/>
              <a:gd name="connsiteX59" fmla="*/ 9232990 w 9288370"/>
              <a:gd name="connsiteY59" fmla="*/ 24074 h 1858154"/>
              <a:gd name="connsiteX60" fmla="*/ 9288370 w 9288370"/>
              <a:gd name="connsiteY60" fmla="*/ 0 h 1858154"/>
              <a:gd name="connsiteX61" fmla="*/ 0 w 9288370"/>
              <a:gd name="connsiteY61" fmla="*/ 0 h 1858154"/>
              <a:gd name="connsiteX62" fmla="*/ 0 w 9288370"/>
              <a:gd name="connsiteY62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766051 w 9288370"/>
              <a:gd name="connsiteY3" fmla="*/ 156982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339078 w 9288370"/>
              <a:gd name="connsiteY6" fmla="*/ 1494730 h 1858154"/>
              <a:gd name="connsiteX7" fmla="*/ 1492452 w 9288370"/>
              <a:gd name="connsiteY7" fmla="*/ 1519061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782741 w 9288370"/>
              <a:gd name="connsiteY51" fmla="*/ 455936 h 1858154"/>
              <a:gd name="connsiteX52" fmla="*/ 7952094 w 9288370"/>
              <a:gd name="connsiteY52" fmla="*/ 409302 h 1858154"/>
              <a:gd name="connsiteX53" fmla="*/ 8231938 w 9288370"/>
              <a:gd name="connsiteY53" fmla="*/ 259259 h 1858154"/>
              <a:gd name="connsiteX54" fmla="*/ 8428864 w 9288370"/>
              <a:gd name="connsiteY54" fmla="*/ 208471 h 1858154"/>
              <a:gd name="connsiteX55" fmla="*/ 8616510 w 9288370"/>
              <a:gd name="connsiteY55" fmla="*/ 161973 h 1858154"/>
              <a:gd name="connsiteX56" fmla="*/ 8826766 w 9288370"/>
              <a:gd name="connsiteY56" fmla="*/ 152111 h 1858154"/>
              <a:gd name="connsiteX57" fmla="*/ 8917647 w 9288370"/>
              <a:gd name="connsiteY57" fmla="*/ 112232 h 1858154"/>
              <a:gd name="connsiteX58" fmla="*/ 9182272 w 9288370"/>
              <a:gd name="connsiteY58" fmla="*/ 37171 h 1858154"/>
              <a:gd name="connsiteX59" fmla="*/ 9232990 w 9288370"/>
              <a:gd name="connsiteY59" fmla="*/ 24074 h 1858154"/>
              <a:gd name="connsiteX60" fmla="*/ 9288370 w 9288370"/>
              <a:gd name="connsiteY60" fmla="*/ 0 h 1858154"/>
              <a:gd name="connsiteX61" fmla="*/ 0 w 9288370"/>
              <a:gd name="connsiteY61" fmla="*/ 0 h 1858154"/>
              <a:gd name="connsiteX62" fmla="*/ 0 w 9288370"/>
              <a:gd name="connsiteY62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766051 w 9288370"/>
              <a:gd name="connsiteY3" fmla="*/ 156982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339078 w 9288370"/>
              <a:gd name="connsiteY6" fmla="*/ 1494730 h 1858154"/>
              <a:gd name="connsiteX7" fmla="*/ 1492452 w 9288370"/>
              <a:gd name="connsiteY7" fmla="*/ 1519061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782741 w 9288370"/>
              <a:gd name="connsiteY51" fmla="*/ 455936 h 1858154"/>
              <a:gd name="connsiteX52" fmla="*/ 7952094 w 9288370"/>
              <a:gd name="connsiteY52" fmla="*/ 409302 h 1858154"/>
              <a:gd name="connsiteX53" fmla="*/ 8231938 w 9288370"/>
              <a:gd name="connsiteY53" fmla="*/ 259259 h 1858154"/>
              <a:gd name="connsiteX54" fmla="*/ 8428864 w 9288370"/>
              <a:gd name="connsiteY54" fmla="*/ 208471 h 1858154"/>
              <a:gd name="connsiteX55" fmla="*/ 8616510 w 9288370"/>
              <a:gd name="connsiteY55" fmla="*/ 161973 h 1858154"/>
              <a:gd name="connsiteX56" fmla="*/ 8826766 w 9288370"/>
              <a:gd name="connsiteY56" fmla="*/ 152111 h 1858154"/>
              <a:gd name="connsiteX57" fmla="*/ 8917647 w 9288370"/>
              <a:gd name="connsiteY57" fmla="*/ 112232 h 1858154"/>
              <a:gd name="connsiteX58" fmla="*/ 9182272 w 9288370"/>
              <a:gd name="connsiteY58" fmla="*/ 37171 h 1858154"/>
              <a:gd name="connsiteX59" fmla="*/ 9232990 w 9288370"/>
              <a:gd name="connsiteY59" fmla="*/ 24074 h 1858154"/>
              <a:gd name="connsiteX60" fmla="*/ 9288370 w 9288370"/>
              <a:gd name="connsiteY60" fmla="*/ 0 h 1858154"/>
              <a:gd name="connsiteX61" fmla="*/ 0 w 9288370"/>
              <a:gd name="connsiteY61" fmla="*/ 0 h 1858154"/>
              <a:gd name="connsiteX62" fmla="*/ 0 w 9288370"/>
              <a:gd name="connsiteY62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766051 w 9288370"/>
              <a:gd name="connsiteY3" fmla="*/ 156982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339078 w 9288370"/>
              <a:gd name="connsiteY6" fmla="*/ 1494730 h 1858154"/>
              <a:gd name="connsiteX7" fmla="*/ 1492452 w 9288370"/>
              <a:gd name="connsiteY7" fmla="*/ 1519061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782741 w 9288370"/>
              <a:gd name="connsiteY51" fmla="*/ 455936 h 1858154"/>
              <a:gd name="connsiteX52" fmla="*/ 7952094 w 9288370"/>
              <a:gd name="connsiteY52" fmla="*/ 409302 h 1858154"/>
              <a:gd name="connsiteX53" fmla="*/ 8231938 w 9288370"/>
              <a:gd name="connsiteY53" fmla="*/ 259259 h 1858154"/>
              <a:gd name="connsiteX54" fmla="*/ 8428864 w 9288370"/>
              <a:gd name="connsiteY54" fmla="*/ 208471 h 1858154"/>
              <a:gd name="connsiteX55" fmla="*/ 8616510 w 9288370"/>
              <a:gd name="connsiteY55" fmla="*/ 161973 h 1858154"/>
              <a:gd name="connsiteX56" fmla="*/ 8826766 w 9288370"/>
              <a:gd name="connsiteY56" fmla="*/ 152111 h 1858154"/>
              <a:gd name="connsiteX57" fmla="*/ 8917647 w 9288370"/>
              <a:gd name="connsiteY57" fmla="*/ 112232 h 1858154"/>
              <a:gd name="connsiteX58" fmla="*/ 9182272 w 9288370"/>
              <a:gd name="connsiteY58" fmla="*/ 37171 h 1858154"/>
              <a:gd name="connsiteX59" fmla="*/ 9232990 w 9288370"/>
              <a:gd name="connsiteY59" fmla="*/ 24074 h 1858154"/>
              <a:gd name="connsiteX60" fmla="*/ 9288370 w 9288370"/>
              <a:gd name="connsiteY60" fmla="*/ 0 h 1858154"/>
              <a:gd name="connsiteX61" fmla="*/ 0 w 9288370"/>
              <a:gd name="connsiteY61" fmla="*/ 0 h 1858154"/>
              <a:gd name="connsiteX62" fmla="*/ 0 w 9288370"/>
              <a:gd name="connsiteY62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766051 w 9288370"/>
              <a:gd name="connsiteY3" fmla="*/ 156982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339078 w 9288370"/>
              <a:gd name="connsiteY6" fmla="*/ 1494730 h 1858154"/>
              <a:gd name="connsiteX7" fmla="*/ 1492452 w 9288370"/>
              <a:gd name="connsiteY7" fmla="*/ 1519061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782741 w 9288370"/>
              <a:gd name="connsiteY51" fmla="*/ 455936 h 1858154"/>
              <a:gd name="connsiteX52" fmla="*/ 7952094 w 9288370"/>
              <a:gd name="connsiteY52" fmla="*/ 409302 h 1858154"/>
              <a:gd name="connsiteX53" fmla="*/ 8231938 w 9288370"/>
              <a:gd name="connsiteY53" fmla="*/ 259259 h 1858154"/>
              <a:gd name="connsiteX54" fmla="*/ 8428864 w 9288370"/>
              <a:gd name="connsiteY54" fmla="*/ 208471 h 1858154"/>
              <a:gd name="connsiteX55" fmla="*/ 8616510 w 9288370"/>
              <a:gd name="connsiteY55" fmla="*/ 161973 h 1858154"/>
              <a:gd name="connsiteX56" fmla="*/ 8826766 w 9288370"/>
              <a:gd name="connsiteY56" fmla="*/ 152111 h 1858154"/>
              <a:gd name="connsiteX57" fmla="*/ 8917647 w 9288370"/>
              <a:gd name="connsiteY57" fmla="*/ 112232 h 1858154"/>
              <a:gd name="connsiteX58" fmla="*/ 9182272 w 9288370"/>
              <a:gd name="connsiteY58" fmla="*/ 37171 h 1858154"/>
              <a:gd name="connsiteX59" fmla="*/ 9232990 w 9288370"/>
              <a:gd name="connsiteY59" fmla="*/ 24074 h 1858154"/>
              <a:gd name="connsiteX60" fmla="*/ 9288370 w 9288370"/>
              <a:gd name="connsiteY60" fmla="*/ 0 h 1858154"/>
              <a:gd name="connsiteX61" fmla="*/ 0 w 9288370"/>
              <a:gd name="connsiteY61" fmla="*/ 0 h 1858154"/>
              <a:gd name="connsiteX62" fmla="*/ 0 w 9288370"/>
              <a:gd name="connsiteY62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766051 w 9288370"/>
              <a:gd name="connsiteY3" fmla="*/ 156982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339078 w 9288370"/>
              <a:gd name="connsiteY6" fmla="*/ 1494730 h 1858154"/>
              <a:gd name="connsiteX7" fmla="*/ 1492452 w 9288370"/>
              <a:gd name="connsiteY7" fmla="*/ 1519061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782741 w 9288370"/>
              <a:gd name="connsiteY51" fmla="*/ 455936 h 1858154"/>
              <a:gd name="connsiteX52" fmla="*/ 7952094 w 9288370"/>
              <a:gd name="connsiteY52" fmla="*/ 409302 h 1858154"/>
              <a:gd name="connsiteX53" fmla="*/ 8231938 w 9288370"/>
              <a:gd name="connsiteY53" fmla="*/ 259259 h 1858154"/>
              <a:gd name="connsiteX54" fmla="*/ 8428864 w 9288370"/>
              <a:gd name="connsiteY54" fmla="*/ 208471 h 1858154"/>
              <a:gd name="connsiteX55" fmla="*/ 8616510 w 9288370"/>
              <a:gd name="connsiteY55" fmla="*/ 161973 h 1858154"/>
              <a:gd name="connsiteX56" fmla="*/ 8826766 w 9288370"/>
              <a:gd name="connsiteY56" fmla="*/ 152111 h 1858154"/>
              <a:gd name="connsiteX57" fmla="*/ 8917647 w 9288370"/>
              <a:gd name="connsiteY57" fmla="*/ 112232 h 1858154"/>
              <a:gd name="connsiteX58" fmla="*/ 9182272 w 9288370"/>
              <a:gd name="connsiteY58" fmla="*/ 37171 h 1858154"/>
              <a:gd name="connsiteX59" fmla="*/ 9232990 w 9288370"/>
              <a:gd name="connsiteY59" fmla="*/ 24074 h 1858154"/>
              <a:gd name="connsiteX60" fmla="*/ 9288370 w 9288370"/>
              <a:gd name="connsiteY60" fmla="*/ 0 h 1858154"/>
              <a:gd name="connsiteX61" fmla="*/ 0 w 9288370"/>
              <a:gd name="connsiteY61" fmla="*/ 0 h 1858154"/>
              <a:gd name="connsiteX62" fmla="*/ 0 w 9288370"/>
              <a:gd name="connsiteY62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766051 w 9288370"/>
              <a:gd name="connsiteY3" fmla="*/ 156982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339078 w 9288370"/>
              <a:gd name="connsiteY6" fmla="*/ 1494730 h 1858154"/>
              <a:gd name="connsiteX7" fmla="*/ 1492452 w 9288370"/>
              <a:gd name="connsiteY7" fmla="*/ 1519061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782741 w 9288370"/>
              <a:gd name="connsiteY51" fmla="*/ 455936 h 1858154"/>
              <a:gd name="connsiteX52" fmla="*/ 7952094 w 9288370"/>
              <a:gd name="connsiteY52" fmla="*/ 409302 h 1858154"/>
              <a:gd name="connsiteX53" fmla="*/ 8231938 w 9288370"/>
              <a:gd name="connsiteY53" fmla="*/ 259259 h 1858154"/>
              <a:gd name="connsiteX54" fmla="*/ 8428864 w 9288370"/>
              <a:gd name="connsiteY54" fmla="*/ 208471 h 1858154"/>
              <a:gd name="connsiteX55" fmla="*/ 8616510 w 9288370"/>
              <a:gd name="connsiteY55" fmla="*/ 161973 h 1858154"/>
              <a:gd name="connsiteX56" fmla="*/ 8826766 w 9288370"/>
              <a:gd name="connsiteY56" fmla="*/ 152111 h 1858154"/>
              <a:gd name="connsiteX57" fmla="*/ 8917647 w 9288370"/>
              <a:gd name="connsiteY57" fmla="*/ 112232 h 1858154"/>
              <a:gd name="connsiteX58" fmla="*/ 9182272 w 9288370"/>
              <a:gd name="connsiteY58" fmla="*/ 37171 h 1858154"/>
              <a:gd name="connsiteX59" fmla="*/ 9232990 w 9288370"/>
              <a:gd name="connsiteY59" fmla="*/ 24074 h 1858154"/>
              <a:gd name="connsiteX60" fmla="*/ 9288370 w 9288370"/>
              <a:gd name="connsiteY60" fmla="*/ 0 h 1858154"/>
              <a:gd name="connsiteX61" fmla="*/ 0 w 9288370"/>
              <a:gd name="connsiteY61" fmla="*/ 0 h 1858154"/>
              <a:gd name="connsiteX62" fmla="*/ 0 w 9288370"/>
              <a:gd name="connsiteY62" fmla="*/ 1858154 h 1858154"/>
              <a:gd name="connsiteX0" fmla="*/ 44869 w 9288370"/>
              <a:gd name="connsiteY0" fmla="*/ 1742117 h 1857909"/>
              <a:gd name="connsiteX1" fmla="*/ 1049 w 9288370"/>
              <a:gd name="connsiteY1" fmla="*/ 1857909 h 1857909"/>
              <a:gd name="connsiteX2" fmla="*/ 370426 w 9288370"/>
              <a:gd name="connsiteY2" fmla="*/ 1702965 h 1857909"/>
              <a:gd name="connsiteX3" fmla="*/ 766051 w 9288370"/>
              <a:gd name="connsiteY3" fmla="*/ 1569826 h 1857909"/>
              <a:gd name="connsiteX4" fmla="*/ 971617 w 9288370"/>
              <a:gd name="connsiteY4" fmla="*/ 1522494 h 1857909"/>
              <a:gd name="connsiteX5" fmla="*/ 1186668 w 9288370"/>
              <a:gd name="connsiteY5" fmla="*/ 1521861 h 1857909"/>
              <a:gd name="connsiteX6" fmla="*/ 1339078 w 9288370"/>
              <a:gd name="connsiteY6" fmla="*/ 1494730 h 1857909"/>
              <a:gd name="connsiteX7" fmla="*/ 1492452 w 9288370"/>
              <a:gd name="connsiteY7" fmla="*/ 1519061 h 1857909"/>
              <a:gd name="connsiteX8" fmla="*/ 1604999 w 9288370"/>
              <a:gd name="connsiteY8" fmla="*/ 1513599 h 1857909"/>
              <a:gd name="connsiteX9" fmla="*/ 1717911 w 9288370"/>
              <a:gd name="connsiteY9" fmla="*/ 1497764 h 1857909"/>
              <a:gd name="connsiteX10" fmla="*/ 1794234 w 9288370"/>
              <a:gd name="connsiteY10" fmla="*/ 1464331 h 1857909"/>
              <a:gd name="connsiteX11" fmla="*/ 2101780 w 9288370"/>
              <a:gd name="connsiteY11" fmla="*/ 1409907 h 1857909"/>
              <a:gd name="connsiteX12" fmla="*/ 2244830 w 9288370"/>
              <a:gd name="connsiteY12" fmla="*/ 1388540 h 1857909"/>
              <a:gd name="connsiteX13" fmla="*/ 2428648 w 9288370"/>
              <a:gd name="connsiteY13" fmla="*/ 1372736 h 1857909"/>
              <a:gd name="connsiteX14" fmla="*/ 2645882 w 9288370"/>
              <a:gd name="connsiteY14" fmla="*/ 1341971 h 1857909"/>
              <a:gd name="connsiteX15" fmla="*/ 2707413 w 9288370"/>
              <a:gd name="connsiteY15" fmla="*/ 1347156 h 1857909"/>
              <a:gd name="connsiteX16" fmla="*/ 2843134 w 9288370"/>
              <a:gd name="connsiteY16" fmla="*/ 1323561 h 1857909"/>
              <a:gd name="connsiteX17" fmla="*/ 2923804 w 9288370"/>
              <a:gd name="connsiteY17" fmla="*/ 1314224 h 1857909"/>
              <a:gd name="connsiteX18" fmla="*/ 2953618 w 9288370"/>
              <a:gd name="connsiteY18" fmla="*/ 1318186 h 1857909"/>
              <a:gd name="connsiteX19" fmla="*/ 2995816 w 9288370"/>
              <a:gd name="connsiteY19" fmla="*/ 1318670 h 1857909"/>
              <a:gd name="connsiteX20" fmla="*/ 3352700 w 9288370"/>
              <a:gd name="connsiteY20" fmla="*/ 1264183 h 1857909"/>
              <a:gd name="connsiteX21" fmla="*/ 3444611 w 9288370"/>
              <a:gd name="connsiteY21" fmla="*/ 1236739 h 1857909"/>
              <a:gd name="connsiteX22" fmla="*/ 3650072 w 9288370"/>
              <a:gd name="connsiteY22" fmla="*/ 1217421 h 1857909"/>
              <a:gd name="connsiteX23" fmla="*/ 3707853 w 9288370"/>
              <a:gd name="connsiteY23" fmla="*/ 1241722 h 1857909"/>
              <a:gd name="connsiteX24" fmla="*/ 3925616 w 9288370"/>
              <a:gd name="connsiteY24" fmla="*/ 1253751 h 1857909"/>
              <a:gd name="connsiteX25" fmla="*/ 3954387 w 9288370"/>
              <a:gd name="connsiteY25" fmla="*/ 1263789 h 1857909"/>
              <a:gd name="connsiteX26" fmla="*/ 3995849 w 9288370"/>
              <a:gd name="connsiteY26" fmla="*/ 1272939 h 1857909"/>
              <a:gd name="connsiteX27" fmla="*/ 4067546 w 9288370"/>
              <a:gd name="connsiteY27" fmla="*/ 1294697 h 1857909"/>
              <a:gd name="connsiteX28" fmla="*/ 4190310 w 9288370"/>
              <a:gd name="connsiteY28" fmla="*/ 1307786 h 1857909"/>
              <a:gd name="connsiteX29" fmla="*/ 4230008 w 9288370"/>
              <a:gd name="connsiteY29" fmla="*/ 1303546 h 1857909"/>
              <a:gd name="connsiteX30" fmla="*/ 4575478 w 9288370"/>
              <a:gd name="connsiteY30" fmla="*/ 1261726 h 1857909"/>
              <a:gd name="connsiteX31" fmla="*/ 4650026 w 9288370"/>
              <a:gd name="connsiteY31" fmla="*/ 1265798 h 1857909"/>
              <a:gd name="connsiteX32" fmla="*/ 4792008 w 9288370"/>
              <a:gd name="connsiteY32" fmla="*/ 1243899 h 1857909"/>
              <a:gd name="connsiteX33" fmla="*/ 4954126 w 9288370"/>
              <a:gd name="connsiteY33" fmla="*/ 1204617 h 1857909"/>
              <a:gd name="connsiteX34" fmla="*/ 5309678 w 9288370"/>
              <a:gd name="connsiteY34" fmla="*/ 1128278 h 1857909"/>
              <a:gd name="connsiteX35" fmla="*/ 5474724 w 9288370"/>
              <a:gd name="connsiteY35" fmla="*/ 1091167 h 1857909"/>
              <a:gd name="connsiteX36" fmla="*/ 5612132 w 9288370"/>
              <a:gd name="connsiteY36" fmla="*/ 1051509 h 1857909"/>
              <a:gd name="connsiteX37" fmla="*/ 5776618 w 9288370"/>
              <a:gd name="connsiteY37" fmla="*/ 1053037 h 1857909"/>
              <a:gd name="connsiteX38" fmla="*/ 5785786 w 9288370"/>
              <a:gd name="connsiteY38" fmla="*/ 1051213 h 1857909"/>
              <a:gd name="connsiteX39" fmla="*/ 5829381 w 9288370"/>
              <a:gd name="connsiteY39" fmla="*/ 1046878 h 1857909"/>
              <a:gd name="connsiteX40" fmla="*/ 5943596 w 9288370"/>
              <a:gd name="connsiteY40" fmla="*/ 1043237 h 1857909"/>
              <a:gd name="connsiteX41" fmla="*/ 5985730 w 9288370"/>
              <a:gd name="connsiteY41" fmla="*/ 1035396 h 1857909"/>
              <a:gd name="connsiteX42" fmla="*/ 6103109 w 9288370"/>
              <a:gd name="connsiteY42" fmla="*/ 1019019 h 1857909"/>
              <a:gd name="connsiteX43" fmla="*/ 6222406 w 9288370"/>
              <a:gd name="connsiteY43" fmla="*/ 985341 h 1857909"/>
              <a:gd name="connsiteX44" fmla="*/ 6598672 w 9288370"/>
              <a:gd name="connsiteY44" fmla="*/ 902062 h 1857909"/>
              <a:gd name="connsiteX45" fmla="*/ 6766149 w 9288370"/>
              <a:gd name="connsiteY45" fmla="*/ 846132 h 1857909"/>
              <a:gd name="connsiteX46" fmla="*/ 6886312 w 9288370"/>
              <a:gd name="connsiteY46" fmla="*/ 781877 h 1857909"/>
              <a:gd name="connsiteX47" fmla="*/ 7006457 w 9288370"/>
              <a:gd name="connsiteY47" fmla="*/ 699758 h 1857909"/>
              <a:gd name="connsiteX48" fmla="*/ 7231643 w 9288370"/>
              <a:gd name="connsiteY48" fmla="*/ 640778 h 1857909"/>
              <a:gd name="connsiteX49" fmla="*/ 7363123 w 9288370"/>
              <a:gd name="connsiteY49" fmla="*/ 593682 h 1857909"/>
              <a:gd name="connsiteX50" fmla="*/ 7588368 w 9288370"/>
              <a:gd name="connsiteY50" fmla="*/ 531129 h 1857909"/>
              <a:gd name="connsiteX51" fmla="*/ 7782741 w 9288370"/>
              <a:gd name="connsiteY51" fmla="*/ 455936 h 1857909"/>
              <a:gd name="connsiteX52" fmla="*/ 7952094 w 9288370"/>
              <a:gd name="connsiteY52" fmla="*/ 409302 h 1857909"/>
              <a:gd name="connsiteX53" fmla="*/ 8231938 w 9288370"/>
              <a:gd name="connsiteY53" fmla="*/ 259259 h 1857909"/>
              <a:gd name="connsiteX54" fmla="*/ 8428864 w 9288370"/>
              <a:gd name="connsiteY54" fmla="*/ 208471 h 1857909"/>
              <a:gd name="connsiteX55" fmla="*/ 8616510 w 9288370"/>
              <a:gd name="connsiteY55" fmla="*/ 161973 h 1857909"/>
              <a:gd name="connsiteX56" fmla="*/ 8826766 w 9288370"/>
              <a:gd name="connsiteY56" fmla="*/ 152111 h 1857909"/>
              <a:gd name="connsiteX57" fmla="*/ 8917647 w 9288370"/>
              <a:gd name="connsiteY57" fmla="*/ 112232 h 1857909"/>
              <a:gd name="connsiteX58" fmla="*/ 9182272 w 9288370"/>
              <a:gd name="connsiteY58" fmla="*/ 37171 h 1857909"/>
              <a:gd name="connsiteX59" fmla="*/ 9232990 w 9288370"/>
              <a:gd name="connsiteY59" fmla="*/ 24074 h 1857909"/>
              <a:gd name="connsiteX60" fmla="*/ 9288370 w 9288370"/>
              <a:gd name="connsiteY60" fmla="*/ 0 h 1857909"/>
              <a:gd name="connsiteX61" fmla="*/ 0 w 9288370"/>
              <a:gd name="connsiteY61" fmla="*/ 0 h 1857909"/>
              <a:gd name="connsiteX62" fmla="*/ 44869 w 9288370"/>
              <a:gd name="connsiteY62" fmla="*/ 1742117 h 1857909"/>
              <a:gd name="connsiteX0" fmla="*/ 8158 w 9288370"/>
              <a:gd name="connsiteY0" fmla="*/ 1671666 h 1857909"/>
              <a:gd name="connsiteX1" fmla="*/ 1049 w 9288370"/>
              <a:gd name="connsiteY1" fmla="*/ 1857909 h 1857909"/>
              <a:gd name="connsiteX2" fmla="*/ 370426 w 9288370"/>
              <a:gd name="connsiteY2" fmla="*/ 1702965 h 1857909"/>
              <a:gd name="connsiteX3" fmla="*/ 766051 w 9288370"/>
              <a:gd name="connsiteY3" fmla="*/ 1569826 h 1857909"/>
              <a:gd name="connsiteX4" fmla="*/ 971617 w 9288370"/>
              <a:gd name="connsiteY4" fmla="*/ 1522494 h 1857909"/>
              <a:gd name="connsiteX5" fmla="*/ 1186668 w 9288370"/>
              <a:gd name="connsiteY5" fmla="*/ 1521861 h 1857909"/>
              <a:gd name="connsiteX6" fmla="*/ 1339078 w 9288370"/>
              <a:gd name="connsiteY6" fmla="*/ 1494730 h 1857909"/>
              <a:gd name="connsiteX7" fmla="*/ 1492452 w 9288370"/>
              <a:gd name="connsiteY7" fmla="*/ 1519061 h 1857909"/>
              <a:gd name="connsiteX8" fmla="*/ 1604999 w 9288370"/>
              <a:gd name="connsiteY8" fmla="*/ 1513599 h 1857909"/>
              <a:gd name="connsiteX9" fmla="*/ 1717911 w 9288370"/>
              <a:gd name="connsiteY9" fmla="*/ 1497764 h 1857909"/>
              <a:gd name="connsiteX10" fmla="*/ 1794234 w 9288370"/>
              <a:gd name="connsiteY10" fmla="*/ 1464331 h 1857909"/>
              <a:gd name="connsiteX11" fmla="*/ 2101780 w 9288370"/>
              <a:gd name="connsiteY11" fmla="*/ 1409907 h 1857909"/>
              <a:gd name="connsiteX12" fmla="*/ 2244830 w 9288370"/>
              <a:gd name="connsiteY12" fmla="*/ 1388540 h 1857909"/>
              <a:gd name="connsiteX13" fmla="*/ 2428648 w 9288370"/>
              <a:gd name="connsiteY13" fmla="*/ 1372736 h 1857909"/>
              <a:gd name="connsiteX14" fmla="*/ 2645882 w 9288370"/>
              <a:gd name="connsiteY14" fmla="*/ 1341971 h 1857909"/>
              <a:gd name="connsiteX15" fmla="*/ 2707413 w 9288370"/>
              <a:gd name="connsiteY15" fmla="*/ 1347156 h 1857909"/>
              <a:gd name="connsiteX16" fmla="*/ 2843134 w 9288370"/>
              <a:gd name="connsiteY16" fmla="*/ 1323561 h 1857909"/>
              <a:gd name="connsiteX17" fmla="*/ 2923804 w 9288370"/>
              <a:gd name="connsiteY17" fmla="*/ 1314224 h 1857909"/>
              <a:gd name="connsiteX18" fmla="*/ 2953618 w 9288370"/>
              <a:gd name="connsiteY18" fmla="*/ 1318186 h 1857909"/>
              <a:gd name="connsiteX19" fmla="*/ 2995816 w 9288370"/>
              <a:gd name="connsiteY19" fmla="*/ 1318670 h 1857909"/>
              <a:gd name="connsiteX20" fmla="*/ 3352700 w 9288370"/>
              <a:gd name="connsiteY20" fmla="*/ 1264183 h 1857909"/>
              <a:gd name="connsiteX21" fmla="*/ 3444611 w 9288370"/>
              <a:gd name="connsiteY21" fmla="*/ 1236739 h 1857909"/>
              <a:gd name="connsiteX22" fmla="*/ 3650072 w 9288370"/>
              <a:gd name="connsiteY22" fmla="*/ 1217421 h 1857909"/>
              <a:gd name="connsiteX23" fmla="*/ 3707853 w 9288370"/>
              <a:gd name="connsiteY23" fmla="*/ 1241722 h 1857909"/>
              <a:gd name="connsiteX24" fmla="*/ 3925616 w 9288370"/>
              <a:gd name="connsiteY24" fmla="*/ 1253751 h 1857909"/>
              <a:gd name="connsiteX25" fmla="*/ 3954387 w 9288370"/>
              <a:gd name="connsiteY25" fmla="*/ 1263789 h 1857909"/>
              <a:gd name="connsiteX26" fmla="*/ 3995849 w 9288370"/>
              <a:gd name="connsiteY26" fmla="*/ 1272939 h 1857909"/>
              <a:gd name="connsiteX27" fmla="*/ 4067546 w 9288370"/>
              <a:gd name="connsiteY27" fmla="*/ 1294697 h 1857909"/>
              <a:gd name="connsiteX28" fmla="*/ 4190310 w 9288370"/>
              <a:gd name="connsiteY28" fmla="*/ 1307786 h 1857909"/>
              <a:gd name="connsiteX29" fmla="*/ 4230008 w 9288370"/>
              <a:gd name="connsiteY29" fmla="*/ 1303546 h 1857909"/>
              <a:gd name="connsiteX30" fmla="*/ 4575478 w 9288370"/>
              <a:gd name="connsiteY30" fmla="*/ 1261726 h 1857909"/>
              <a:gd name="connsiteX31" fmla="*/ 4650026 w 9288370"/>
              <a:gd name="connsiteY31" fmla="*/ 1265798 h 1857909"/>
              <a:gd name="connsiteX32" fmla="*/ 4792008 w 9288370"/>
              <a:gd name="connsiteY32" fmla="*/ 1243899 h 1857909"/>
              <a:gd name="connsiteX33" fmla="*/ 4954126 w 9288370"/>
              <a:gd name="connsiteY33" fmla="*/ 1204617 h 1857909"/>
              <a:gd name="connsiteX34" fmla="*/ 5309678 w 9288370"/>
              <a:gd name="connsiteY34" fmla="*/ 1128278 h 1857909"/>
              <a:gd name="connsiteX35" fmla="*/ 5474724 w 9288370"/>
              <a:gd name="connsiteY35" fmla="*/ 1091167 h 1857909"/>
              <a:gd name="connsiteX36" fmla="*/ 5612132 w 9288370"/>
              <a:gd name="connsiteY36" fmla="*/ 1051509 h 1857909"/>
              <a:gd name="connsiteX37" fmla="*/ 5776618 w 9288370"/>
              <a:gd name="connsiteY37" fmla="*/ 1053037 h 1857909"/>
              <a:gd name="connsiteX38" fmla="*/ 5785786 w 9288370"/>
              <a:gd name="connsiteY38" fmla="*/ 1051213 h 1857909"/>
              <a:gd name="connsiteX39" fmla="*/ 5829381 w 9288370"/>
              <a:gd name="connsiteY39" fmla="*/ 1046878 h 1857909"/>
              <a:gd name="connsiteX40" fmla="*/ 5943596 w 9288370"/>
              <a:gd name="connsiteY40" fmla="*/ 1043237 h 1857909"/>
              <a:gd name="connsiteX41" fmla="*/ 5985730 w 9288370"/>
              <a:gd name="connsiteY41" fmla="*/ 1035396 h 1857909"/>
              <a:gd name="connsiteX42" fmla="*/ 6103109 w 9288370"/>
              <a:gd name="connsiteY42" fmla="*/ 1019019 h 1857909"/>
              <a:gd name="connsiteX43" fmla="*/ 6222406 w 9288370"/>
              <a:gd name="connsiteY43" fmla="*/ 985341 h 1857909"/>
              <a:gd name="connsiteX44" fmla="*/ 6598672 w 9288370"/>
              <a:gd name="connsiteY44" fmla="*/ 902062 h 1857909"/>
              <a:gd name="connsiteX45" fmla="*/ 6766149 w 9288370"/>
              <a:gd name="connsiteY45" fmla="*/ 846132 h 1857909"/>
              <a:gd name="connsiteX46" fmla="*/ 6886312 w 9288370"/>
              <a:gd name="connsiteY46" fmla="*/ 781877 h 1857909"/>
              <a:gd name="connsiteX47" fmla="*/ 7006457 w 9288370"/>
              <a:gd name="connsiteY47" fmla="*/ 699758 h 1857909"/>
              <a:gd name="connsiteX48" fmla="*/ 7231643 w 9288370"/>
              <a:gd name="connsiteY48" fmla="*/ 640778 h 1857909"/>
              <a:gd name="connsiteX49" fmla="*/ 7363123 w 9288370"/>
              <a:gd name="connsiteY49" fmla="*/ 593682 h 1857909"/>
              <a:gd name="connsiteX50" fmla="*/ 7588368 w 9288370"/>
              <a:gd name="connsiteY50" fmla="*/ 531129 h 1857909"/>
              <a:gd name="connsiteX51" fmla="*/ 7782741 w 9288370"/>
              <a:gd name="connsiteY51" fmla="*/ 455936 h 1857909"/>
              <a:gd name="connsiteX52" fmla="*/ 7952094 w 9288370"/>
              <a:gd name="connsiteY52" fmla="*/ 409302 h 1857909"/>
              <a:gd name="connsiteX53" fmla="*/ 8231938 w 9288370"/>
              <a:gd name="connsiteY53" fmla="*/ 259259 h 1857909"/>
              <a:gd name="connsiteX54" fmla="*/ 8428864 w 9288370"/>
              <a:gd name="connsiteY54" fmla="*/ 208471 h 1857909"/>
              <a:gd name="connsiteX55" fmla="*/ 8616510 w 9288370"/>
              <a:gd name="connsiteY55" fmla="*/ 161973 h 1857909"/>
              <a:gd name="connsiteX56" fmla="*/ 8826766 w 9288370"/>
              <a:gd name="connsiteY56" fmla="*/ 152111 h 1857909"/>
              <a:gd name="connsiteX57" fmla="*/ 8917647 w 9288370"/>
              <a:gd name="connsiteY57" fmla="*/ 112232 h 1857909"/>
              <a:gd name="connsiteX58" fmla="*/ 9182272 w 9288370"/>
              <a:gd name="connsiteY58" fmla="*/ 37171 h 1857909"/>
              <a:gd name="connsiteX59" fmla="*/ 9232990 w 9288370"/>
              <a:gd name="connsiteY59" fmla="*/ 24074 h 1857909"/>
              <a:gd name="connsiteX60" fmla="*/ 9288370 w 9288370"/>
              <a:gd name="connsiteY60" fmla="*/ 0 h 1857909"/>
              <a:gd name="connsiteX61" fmla="*/ 0 w 9288370"/>
              <a:gd name="connsiteY61" fmla="*/ 0 h 1857909"/>
              <a:gd name="connsiteX62" fmla="*/ 8158 w 9288370"/>
              <a:gd name="connsiteY62" fmla="*/ 1671666 h 1857909"/>
              <a:gd name="connsiteX0" fmla="*/ 8158 w 9288370"/>
              <a:gd name="connsiteY0" fmla="*/ 1671666 h 1721151"/>
              <a:gd name="connsiteX1" fmla="*/ 66313 w 9288370"/>
              <a:gd name="connsiteY1" fmla="*/ 1721151 h 1721151"/>
              <a:gd name="connsiteX2" fmla="*/ 370426 w 9288370"/>
              <a:gd name="connsiteY2" fmla="*/ 1702965 h 1721151"/>
              <a:gd name="connsiteX3" fmla="*/ 766051 w 9288370"/>
              <a:gd name="connsiteY3" fmla="*/ 1569826 h 1721151"/>
              <a:gd name="connsiteX4" fmla="*/ 971617 w 9288370"/>
              <a:gd name="connsiteY4" fmla="*/ 1522494 h 1721151"/>
              <a:gd name="connsiteX5" fmla="*/ 1186668 w 9288370"/>
              <a:gd name="connsiteY5" fmla="*/ 1521861 h 1721151"/>
              <a:gd name="connsiteX6" fmla="*/ 1339078 w 9288370"/>
              <a:gd name="connsiteY6" fmla="*/ 1494730 h 1721151"/>
              <a:gd name="connsiteX7" fmla="*/ 1492452 w 9288370"/>
              <a:gd name="connsiteY7" fmla="*/ 1519061 h 1721151"/>
              <a:gd name="connsiteX8" fmla="*/ 1604999 w 9288370"/>
              <a:gd name="connsiteY8" fmla="*/ 1513599 h 1721151"/>
              <a:gd name="connsiteX9" fmla="*/ 1717911 w 9288370"/>
              <a:gd name="connsiteY9" fmla="*/ 1497764 h 1721151"/>
              <a:gd name="connsiteX10" fmla="*/ 1794234 w 9288370"/>
              <a:gd name="connsiteY10" fmla="*/ 1464331 h 1721151"/>
              <a:gd name="connsiteX11" fmla="*/ 2101780 w 9288370"/>
              <a:gd name="connsiteY11" fmla="*/ 1409907 h 1721151"/>
              <a:gd name="connsiteX12" fmla="*/ 2244830 w 9288370"/>
              <a:gd name="connsiteY12" fmla="*/ 1388540 h 1721151"/>
              <a:gd name="connsiteX13" fmla="*/ 2428648 w 9288370"/>
              <a:gd name="connsiteY13" fmla="*/ 1372736 h 1721151"/>
              <a:gd name="connsiteX14" fmla="*/ 2645882 w 9288370"/>
              <a:gd name="connsiteY14" fmla="*/ 1341971 h 1721151"/>
              <a:gd name="connsiteX15" fmla="*/ 2707413 w 9288370"/>
              <a:gd name="connsiteY15" fmla="*/ 1347156 h 1721151"/>
              <a:gd name="connsiteX16" fmla="*/ 2843134 w 9288370"/>
              <a:gd name="connsiteY16" fmla="*/ 1323561 h 1721151"/>
              <a:gd name="connsiteX17" fmla="*/ 2923804 w 9288370"/>
              <a:gd name="connsiteY17" fmla="*/ 1314224 h 1721151"/>
              <a:gd name="connsiteX18" fmla="*/ 2953618 w 9288370"/>
              <a:gd name="connsiteY18" fmla="*/ 1318186 h 1721151"/>
              <a:gd name="connsiteX19" fmla="*/ 2995816 w 9288370"/>
              <a:gd name="connsiteY19" fmla="*/ 1318670 h 1721151"/>
              <a:gd name="connsiteX20" fmla="*/ 3352700 w 9288370"/>
              <a:gd name="connsiteY20" fmla="*/ 1264183 h 1721151"/>
              <a:gd name="connsiteX21" fmla="*/ 3444611 w 9288370"/>
              <a:gd name="connsiteY21" fmla="*/ 1236739 h 1721151"/>
              <a:gd name="connsiteX22" fmla="*/ 3650072 w 9288370"/>
              <a:gd name="connsiteY22" fmla="*/ 1217421 h 1721151"/>
              <a:gd name="connsiteX23" fmla="*/ 3707853 w 9288370"/>
              <a:gd name="connsiteY23" fmla="*/ 1241722 h 1721151"/>
              <a:gd name="connsiteX24" fmla="*/ 3925616 w 9288370"/>
              <a:gd name="connsiteY24" fmla="*/ 1253751 h 1721151"/>
              <a:gd name="connsiteX25" fmla="*/ 3954387 w 9288370"/>
              <a:gd name="connsiteY25" fmla="*/ 1263789 h 1721151"/>
              <a:gd name="connsiteX26" fmla="*/ 3995849 w 9288370"/>
              <a:gd name="connsiteY26" fmla="*/ 1272939 h 1721151"/>
              <a:gd name="connsiteX27" fmla="*/ 4067546 w 9288370"/>
              <a:gd name="connsiteY27" fmla="*/ 1294697 h 1721151"/>
              <a:gd name="connsiteX28" fmla="*/ 4190310 w 9288370"/>
              <a:gd name="connsiteY28" fmla="*/ 1307786 h 1721151"/>
              <a:gd name="connsiteX29" fmla="*/ 4230008 w 9288370"/>
              <a:gd name="connsiteY29" fmla="*/ 1303546 h 1721151"/>
              <a:gd name="connsiteX30" fmla="*/ 4575478 w 9288370"/>
              <a:gd name="connsiteY30" fmla="*/ 1261726 h 1721151"/>
              <a:gd name="connsiteX31" fmla="*/ 4650026 w 9288370"/>
              <a:gd name="connsiteY31" fmla="*/ 1265798 h 1721151"/>
              <a:gd name="connsiteX32" fmla="*/ 4792008 w 9288370"/>
              <a:gd name="connsiteY32" fmla="*/ 1243899 h 1721151"/>
              <a:gd name="connsiteX33" fmla="*/ 4954126 w 9288370"/>
              <a:gd name="connsiteY33" fmla="*/ 1204617 h 1721151"/>
              <a:gd name="connsiteX34" fmla="*/ 5309678 w 9288370"/>
              <a:gd name="connsiteY34" fmla="*/ 1128278 h 1721151"/>
              <a:gd name="connsiteX35" fmla="*/ 5474724 w 9288370"/>
              <a:gd name="connsiteY35" fmla="*/ 1091167 h 1721151"/>
              <a:gd name="connsiteX36" fmla="*/ 5612132 w 9288370"/>
              <a:gd name="connsiteY36" fmla="*/ 1051509 h 1721151"/>
              <a:gd name="connsiteX37" fmla="*/ 5776618 w 9288370"/>
              <a:gd name="connsiteY37" fmla="*/ 1053037 h 1721151"/>
              <a:gd name="connsiteX38" fmla="*/ 5785786 w 9288370"/>
              <a:gd name="connsiteY38" fmla="*/ 1051213 h 1721151"/>
              <a:gd name="connsiteX39" fmla="*/ 5829381 w 9288370"/>
              <a:gd name="connsiteY39" fmla="*/ 1046878 h 1721151"/>
              <a:gd name="connsiteX40" fmla="*/ 5943596 w 9288370"/>
              <a:gd name="connsiteY40" fmla="*/ 1043237 h 1721151"/>
              <a:gd name="connsiteX41" fmla="*/ 5985730 w 9288370"/>
              <a:gd name="connsiteY41" fmla="*/ 1035396 h 1721151"/>
              <a:gd name="connsiteX42" fmla="*/ 6103109 w 9288370"/>
              <a:gd name="connsiteY42" fmla="*/ 1019019 h 1721151"/>
              <a:gd name="connsiteX43" fmla="*/ 6222406 w 9288370"/>
              <a:gd name="connsiteY43" fmla="*/ 985341 h 1721151"/>
              <a:gd name="connsiteX44" fmla="*/ 6598672 w 9288370"/>
              <a:gd name="connsiteY44" fmla="*/ 902062 h 1721151"/>
              <a:gd name="connsiteX45" fmla="*/ 6766149 w 9288370"/>
              <a:gd name="connsiteY45" fmla="*/ 846132 h 1721151"/>
              <a:gd name="connsiteX46" fmla="*/ 6886312 w 9288370"/>
              <a:gd name="connsiteY46" fmla="*/ 781877 h 1721151"/>
              <a:gd name="connsiteX47" fmla="*/ 7006457 w 9288370"/>
              <a:gd name="connsiteY47" fmla="*/ 699758 h 1721151"/>
              <a:gd name="connsiteX48" fmla="*/ 7231643 w 9288370"/>
              <a:gd name="connsiteY48" fmla="*/ 640778 h 1721151"/>
              <a:gd name="connsiteX49" fmla="*/ 7363123 w 9288370"/>
              <a:gd name="connsiteY49" fmla="*/ 593682 h 1721151"/>
              <a:gd name="connsiteX50" fmla="*/ 7588368 w 9288370"/>
              <a:gd name="connsiteY50" fmla="*/ 531129 h 1721151"/>
              <a:gd name="connsiteX51" fmla="*/ 7782741 w 9288370"/>
              <a:gd name="connsiteY51" fmla="*/ 455936 h 1721151"/>
              <a:gd name="connsiteX52" fmla="*/ 7952094 w 9288370"/>
              <a:gd name="connsiteY52" fmla="*/ 409302 h 1721151"/>
              <a:gd name="connsiteX53" fmla="*/ 8231938 w 9288370"/>
              <a:gd name="connsiteY53" fmla="*/ 259259 h 1721151"/>
              <a:gd name="connsiteX54" fmla="*/ 8428864 w 9288370"/>
              <a:gd name="connsiteY54" fmla="*/ 208471 h 1721151"/>
              <a:gd name="connsiteX55" fmla="*/ 8616510 w 9288370"/>
              <a:gd name="connsiteY55" fmla="*/ 161973 h 1721151"/>
              <a:gd name="connsiteX56" fmla="*/ 8826766 w 9288370"/>
              <a:gd name="connsiteY56" fmla="*/ 152111 h 1721151"/>
              <a:gd name="connsiteX57" fmla="*/ 8917647 w 9288370"/>
              <a:gd name="connsiteY57" fmla="*/ 112232 h 1721151"/>
              <a:gd name="connsiteX58" fmla="*/ 9182272 w 9288370"/>
              <a:gd name="connsiteY58" fmla="*/ 37171 h 1721151"/>
              <a:gd name="connsiteX59" fmla="*/ 9232990 w 9288370"/>
              <a:gd name="connsiteY59" fmla="*/ 24074 h 1721151"/>
              <a:gd name="connsiteX60" fmla="*/ 9288370 w 9288370"/>
              <a:gd name="connsiteY60" fmla="*/ 0 h 1721151"/>
              <a:gd name="connsiteX61" fmla="*/ 0 w 9288370"/>
              <a:gd name="connsiteY61" fmla="*/ 0 h 1721151"/>
              <a:gd name="connsiteX62" fmla="*/ 8158 w 9288370"/>
              <a:gd name="connsiteY62" fmla="*/ 1671666 h 1721151"/>
              <a:gd name="connsiteX0" fmla="*/ 8158 w 9288370"/>
              <a:gd name="connsiteY0" fmla="*/ 1671666 h 1721151"/>
              <a:gd name="connsiteX1" fmla="*/ 66313 w 9288370"/>
              <a:gd name="connsiteY1" fmla="*/ 1721151 h 1721151"/>
              <a:gd name="connsiteX2" fmla="*/ 313320 w 9288370"/>
              <a:gd name="connsiteY2" fmla="*/ 1690533 h 1721151"/>
              <a:gd name="connsiteX3" fmla="*/ 766051 w 9288370"/>
              <a:gd name="connsiteY3" fmla="*/ 1569826 h 1721151"/>
              <a:gd name="connsiteX4" fmla="*/ 971617 w 9288370"/>
              <a:gd name="connsiteY4" fmla="*/ 1522494 h 1721151"/>
              <a:gd name="connsiteX5" fmla="*/ 1186668 w 9288370"/>
              <a:gd name="connsiteY5" fmla="*/ 1521861 h 1721151"/>
              <a:gd name="connsiteX6" fmla="*/ 1339078 w 9288370"/>
              <a:gd name="connsiteY6" fmla="*/ 1494730 h 1721151"/>
              <a:gd name="connsiteX7" fmla="*/ 1492452 w 9288370"/>
              <a:gd name="connsiteY7" fmla="*/ 1519061 h 1721151"/>
              <a:gd name="connsiteX8" fmla="*/ 1604999 w 9288370"/>
              <a:gd name="connsiteY8" fmla="*/ 1513599 h 1721151"/>
              <a:gd name="connsiteX9" fmla="*/ 1717911 w 9288370"/>
              <a:gd name="connsiteY9" fmla="*/ 1497764 h 1721151"/>
              <a:gd name="connsiteX10" fmla="*/ 1794234 w 9288370"/>
              <a:gd name="connsiteY10" fmla="*/ 1464331 h 1721151"/>
              <a:gd name="connsiteX11" fmla="*/ 2101780 w 9288370"/>
              <a:gd name="connsiteY11" fmla="*/ 1409907 h 1721151"/>
              <a:gd name="connsiteX12" fmla="*/ 2244830 w 9288370"/>
              <a:gd name="connsiteY12" fmla="*/ 1388540 h 1721151"/>
              <a:gd name="connsiteX13" fmla="*/ 2428648 w 9288370"/>
              <a:gd name="connsiteY13" fmla="*/ 1372736 h 1721151"/>
              <a:gd name="connsiteX14" fmla="*/ 2645882 w 9288370"/>
              <a:gd name="connsiteY14" fmla="*/ 1341971 h 1721151"/>
              <a:gd name="connsiteX15" fmla="*/ 2707413 w 9288370"/>
              <a:gd name="connsiteY15" fmla="*/ 1347156 h 1721151"/>
              <a:gd name="connsiteX16" fmla="*/ 2843134 w 9288370"/>
              <a:gd name="connsiteY16" fmla="*/ 1323561 h 1721151"/>
              <a:gd name="connsiteX17" fmla="*/ 2923804 w 9288370"/>
              <a:gd name="connsiteY17" fmla="*/ 1314224 h 1721151"/>
              <a:gd name="connsiteX18" fmla="*/ 2953618 w 9288370"/>
              <a:gd name="connsiteY18" fmla="*/ 1318186 h 1721151"/>
              <a:gd name="connsiteX19" fmla="*/ 2995816 w 9288370"/>
              <a:gd name="connsiteY19" fmla="*/ 1318670 h 1721151"/>
              <a:gd name="connsiteX20" fmla="*/ 3352700 w 9288370"/>
              <a:gd name="connsiteY20" fmla="*/ 1264183 h 1721151"/>
              <a:gd name="connsiteX21" fmla="*/ 3444611 w 9288370"/>
              <a:gd name="connsiteY21" fmla="*/ 1236739 h 1721151"/>
              <a:gd name="connsiteX22" fmla="*/ 3650072 w 9288370"/>
              <a:gd name="connsiteY22" fmla="*/ 1217421 h 1721151"/>
              <a:gd name="connsiteX23" fmla="*/ 3707853 w 9288370"/>
              <a:gd name="connsiteY23" fmla="*/ 1241722 h 1721151"/>
              <a:gd name="connsiteX24" fmla="*/ 3925616 w 9288370"/>
              <a:gd name="connsiteY24" fmla="*/ 1253751 h 1721151"/>
              <a:gd name="connsiteX25" fmla="*/ 3954387 w 9288370"/>
              <a:gd name="connsiteY25" fmla="*/ 1263789 h 1721151"/>
              <a:gd name="connsiteX26" fmla="*/ 3995849 w 9288370"/>
              <a:gd name="connsiteY26" fmla="*/ 1272939 h 1721151"/>
              <a:gd name="connsiteX27" fmla="*/ 4067546 w 9288370"/>
              <a:gd name="connsiteY27" fmla="*/ 1294697 h 1721151"/>
              <a:gd name="connsiteX28" fmla="*/ 4190310 w 9288370"/>
              <a:gd name="connsiteY28" fmla="*/ 1307786 h 1721151"/>
              <a:gd name="connsiteX29" fmla="*/ 4230008 w 9288370"/>
              <a:gd name="connsiteY29" fmla="*/ 1303546 h 1721151"/>
              <a:gd name="connsiteX30" fmla="*/ 4575478 w 9288370"/>
              <a:gd name="connsiteY30" fmla="*/ 1261726 h 1721151"/>
              <a:gd name="connsiteX31" fmla="*/ 4650026 w 9288370"/>
              <a:gd name="connsiteY31" fmla="*/ 1265798 h 1721151"/>
              <a:gd name="connsiteX32" fmla="*/ 4792008 w 9288370"/>
              <a:gd name="connsiteY32" fmla="*/ 1243899 h 1721151"/>
              <a:gd name="connsiteX33" fmla="*/ 4954126 w 9288370"/>
              <a:gd name="connsiteY33" fmla="*/ 1204617 h 1721151"/>
              <a:gd name="connsiteX34" fmla="*/ 5309678 w 9288370"/>
              <a:gd name="connsiteY34" fmla="*/ 1128278 h 1721151"/>
              <a:gd name="connsiteX35" fmla="*/ 5474724 w 9288370"/>
              <a:gd name="connsiteY35" fmla="*/ 1091167 h 1721151"/>
              <a:gd name="connsiteX36" fmla="*/ 5612132 w 9288370"/>
              <a:gd name="connsiteY36" fmla="*/ 1051509 h 1721151"/>
              <a:gd name="connsiteX37" fmla="*/ 5776618 w 9288370"/>
              <a:gd name="connsiteY37" fmla="*/ 1053037 h 1721151"/>
              <a:gd name="connsiteX38" fmla="*/ 5785786 w 9288370"/>
              <a:gd name="connsiteY38" fmla="*/ 1051213 h 1721151"/>
              <a:gd name="connsiteX39" fmla="*/ 5829381 w 9288370"/>
              <a:gd name="connsiteY39" fmla="*/ 1046878 h 1721151"/>
              <a:gd name="connsiteX40" fmla="*/ 5943596 w 9288370"/>
              <a:gd name="connsiteY40" fmla="*/ 1043237 h 1721151"/>
              <a:gd name="connsiteX41" fmla="*/ 5985730 w 9288370"/>
              <a:gd name="connsiteY41" fmla="*/ 1035396 h 1721151"/>
              <a:gd name="connsiteX42" fmla="*/ 6103109 w 9288370"/>
              <a:gd name="connsiteY42" fmla="*/ 1019019 h 1721151"/>
              <a:gd name="connsiteX43" fmla="*/ 6222406 w 9288370"/>
              <a:gd name="connsiteY43" fmla="*/ 985341 h 1721151"/>
              <a:gd name="connsiteX44" fmla="*/ 6598672 w 9288370"/>
              <a:gd name="connsiteY44" fmla="*/ 902062 h 1721151"/>
              <a:gd name="connsiteX45" fmla="*/ 6766149 w 9288370"/>
              <a:gd name="connsiteY45" fmla="*/ 846132 h 1721151"/>
              <a:gd name="connsiteX46" fmla="*/ 6886312 w 9288370"/>
              <a:gd name="connsiteY46" fmla="*/ 781877 h 1721151"/>
              <a:gd name="connsiteX47" fmla="*/ 7006457 w 9288370"/>
              <a:gd name="connsiteY47" fmla="*/ 699758 h 1721151"/>
              <a:gd name="connsiteX48" fmla="*/ 7231643 w 9288370"/>
              <a:gd name="connsiteY48" fmla="*/ 640778 h 1721151"/>
              <a:gd name="connsiteX49" fmla="*/ 7363123 w 9288370"/>
              <a:gd name="connsiteY49" fmla="*/ 593682 h 1721151"/>
              <a:gd name="connsiteX50" fmla="*/ 7588368 w 9288370"/>
              <a:gd name="connsiteY50" fmla="*/ 531129 h 1721151"/>
              <a:gd name="connsiteX51" fmla="*/ 7782741 w 9288370"/>
              <a:gd name="connsiteY51" fmla="*/ 455936 h 1721151"/>
              <a:gd name="connsiteX52" fmla="*/ 7952094 w 9288370"/>
              <a:gd name="connsiteY52" fmla="*/ 409302 h 1721151"/>
              <a:gd name="connsiteX53" fmla="*/ 8231938 w 9288370"/>
              <a:gd name="connsiteY53" fmla="*/ 259259 h 1721151"/>
              <a:gd name="connsiteX54" fmla="*/ 8428864 w 9288370"/>
              <a:gd name="connsiteY54" fmla="*/ 208471 h 1721151"/>
              <a:gd name="connsiteX55" fmla="*/ 8616510 w 9288370"/>
              <a:gd name="connsiteY55" fmla="*/ 161973 h 1721151"/>
              <a:gd name="connsiteX56" fmla="*/ 8826766 w 9288370"/>
              <a:gd name="connsiteY56" fmla="*/ 152111 h 1721151"/>
              <a:gd name="connsiteX57" fmla="*/ 8917647 w 9288370"/>
              <a:gd name="connsiteY57" fmla="*/ 112232 h 1721151"/>
              <a:gd name="connsiteX58" fmla="*/ 9182272 w 9288370"/>
              <a:gd name="connsiteY58" fmla="*/ 37171 h 1721151"/>
              <a:gd name="connsiteX59" fmla="*/ 9232990 w 9288370"/>
              <a:gd name="connsiteY59" fmla="*/ 24074 h 1721151"/>
              <a:gd name="connsiteX60" fmla="*/ 9288370 w 9288370"/>
              <a:gd name="connsiteY60" fmla="*/ 0 h 1721151"/>
              <a:gd name="connsiteX61" fmla="*/ 0 w 9288370"/>
              <a:gd name="connsiteY61" fmla="*/ 0 h 1721151"/>
              <a:gd name="connsiteX62" fmla="*/ 8158 w 9288370"/>
              <a:gd name="connsiteY62" fmla="*/ 1671666 h 1721151"/>
              <a:gd name="connsiteX0" fmla="*/ 8158 w 9288370"/>
              <a:gd name="connsiteY0" fmla="*/ 1671666 h 1721151"/>
              <a:gd name="connsiteX1" fmla="*/ 66313 w 9288370"/>
              <a:gd name="connsiteY1" fmla="*/ 1721151 h 1721151"/>
              <a:gd name="connsiteX2" fmla="*/ 313320 w 9288370"/>
              <a:gd name="connsiteY2" fmla="*/ 1690533 h 1721151"/>
              <a:gd name="connsiteX3" fmla="*/ 766051 w 9288370"/>
              <a:gd name="connsiteY3" fmla="*/ 1569826 h 1721151"/>
              <a:gd name="connsiteX4" fmla="*/ 971617 w 9288370"/>
              <a:gd name="connsiteY4" fmla="*/ 1522494 h 1721151"/>
              <a:gd name="connsiteX5" fmla="*/ 1186668 w 9288370"/>
              <a:gd name="connsiteY5" fmla="*/ 1521861 h 1721151"/>
              <a:gd name="connsiteX6" fmla="*/ 1339078 w 9288370"/>
              <a:gd name="connsiteY6" fmla="*/ 1494730 h 1721151"/>
              <a:gd name="connsiteX7" fmla="*/ 1492452 w 9288370"/>
              <a:gd name="connsiteY7" fmla="*/ 1519061 h 1721151"/>
              <a:gd name="connsiteX8" fmla="*/ 1604999 w 9288370"/>
              <a:gd name="connsiteY8" fmla="*/ 1513599 h 1721151"/>
              <a:gd name="connsiteX9" fmla="*/ 1717911 w 9288370"/>
              <a:gd name="connsiteY9" fmla="*/ 1497764 h 1721151"/>
              <a:gd name="connsiteX10" fmla="*/ 1794234 w 9288370"/>
              <a:gd name="connsiteY10" fmla="*/ 1464331 h 1721151"/>
              <a:gd name="connsiteX11" fmla="*/ 2101780 w 9288370"/>
              <a:gd name="connsiteY11" fmla="*/ 1409907 h 1721151"/>
              <a:gd name="connsiteX12" fmla="*/ 2244830 w 9288370"/>
              <a:gd name="connsiteY12" fmla="*/ 1388540 h 1721151"/>
              <a:gd name="connsiteX13" fmla="*/ 2428648 w 9288370"/>
              <a:gd name="connsiteY13" fmla="*/ 1372736 h 1721151"/>
              <a:gd name="connsiteX14" fmla="*/ 2645882 w 9288370"/>
              <a:gd name="connsiteY14" fmla="*/ 1341971 h 1721151"/>
              <a:gd name="connsiteX15" fmla="*/ 2707413 w 9288370"/>
              <a:gd name="connsiteY15" fmla="*/ 1347156 h 1721151"/>
              <a:gd name="connsiteX16" fmla="*/ 2843134 w 9288370"/>
              <a:gd name="connsiteY16" fmla="*/ 1323561 h 1721151"/>
              <a:gd name="connsiteX17" fmla="*/ 2923804 w 9288370"/>
              <a:gd name="connsiteY17" fmla="*/ 1314224 h 1721151"/>
              <a:gd name="connsiteX18" fmla="*/ 2953618 w 9288370"/>
              <a:gd name="connsiteY18" fmla="*/ 1318186 h 1721151"/>
              <a:gd name="connsiteX19" fmla="*/ 2995816 w 9288370"/>
              <a:gd name="connsiteY19" fmla="*/ 1318670 h 1721151"/>
              <a:gd name="connsiteX20" fmla="*/ 3352700 w 9288370"/>
              <a:gd name="connsiteY20" fmla="*/ 1264183 h 1721151"/>
              <a:gd name="connsiteX21" fmla="*/ 3444611 w 9288370"/>
              <a:gd name="connsiteY21" fmla="*/ 1236739 h 1721151"/>
              <a:gd name="connsiteX22" fmla="*/ 3650072 w 9288370"/>
              <a:gd name="connsiteY22" fmla="*/ 1217421 h 1721151"/>
              <a:gd name="connsiteX23" fmla="*/ 3707853 w 9288370"/>
              <a:gd name="connsiteY23" fmla="*/ 1241722 h 1721151"/>
              <a:gd name="connsiteX24" fmla="*/ 3925616 w 9288370"/>
              <a:gd name="connsiteY24" fmla="*/ 1253751 h 1721151"/>
              <a:gd name="connsiteX25" fmla="*/ 3954387 w 9288370"/>
              <a:gd name="connsiteY25" fmla="*/ 1263789 h 1721151"/>
              <a:gd name="connsiteX26" fmla="*/ 3995849 w 9288370"/>
              <a:gd name="connsiteY26" fmla="*/ 1272939 h 1721151"/>
              <a:gd name="connsiteX27" fmla="*/ 4067546 w 9288370"/>
              <a:gd name="connsiteY27" fmla="*/ 1294697 h 1721151"/>
              <a:gd name="connsiteX28" fmla="*/ 4190310 w 9288370"/>
              <a:gd name="connsiteY28" fmla="*/ 1307786 h 1721151"/>
              <a:gd name="connsiteX29" fmla="*/ 4230008 w 9288370"/>
              <a:gd name="connsiteY29" fmla="*/ 1303546 h 1721151"/>
              <a:gd name="connsiteX30" fmla="*/ 4575478 w 9288370"/>
              <a:gd name="connsiteY30" fmla="*/ 1261726 h 1721151"/>
              <a:gd name="connsiteX31" fmla="*/ 4650026 w 9288370"/>
              <a:gd name="connsiteY31" fmla="*/ 1265798 h 1721151"/>
              <a:gd name="connsiteX32" fmla="*/ 4792008 w 9288370"/>
              <a:gd name="connsiteY32" fmla="*/ 1243899 h 1721151"/>
              <a:gd name="connsiteX33" fmla="*/ 4954126 w 9288370"/>
              <a:gd name="connsiteY33" fmla="*/ 1204617 h 1721151"/>
              <a:gd name="connsiteX34" fmla="*/ 5309678 w 9288370"/>
              <a:gd name="connsiteY34" fmla="*/ 1128278 h 1721151"/>
              <a:gd name="connsiteX35" fmla="*/ 5474724 w 9288370"/>
              <a:gd name="connsiteY35" fmla="*/ 1091167 h 1721151"/>
              <a:gd name="connsiteX36" fmla="*/ 5612132 w 9288370"/>
              <a:gd name="connsiteY36" fmla="*/ 1051509 h 1721151"/>
              <a:gd name="connsiteX37" fmla="*/ 5776618 w 9288370"/>
              <a:gd name="connsiteY37" fmla="*/ 1053037 h 1721151"/>
              <a:gd name="connsiteX38" fmla="*/ 5785786 w 9288370"/>
              <a:gd name="connsiteY38" fmla="*/ 1051213 h 1721151"/>
              <a:gd name="connsiteX39" fmla="*/ 5829381 w 9288370"/>
              <a:gd name="connsiteY39" fmla="*/ 1046878 h 1721151"/>
              <a:gd name="connsiteX40" fmla="*/ 5943596 w 9288370"/>
              <a:gd name="connsiteY40" fmla="*/ 1043237 h 1721151"/>
              <a:gd name="connsiteX41" fmla="*/ 5985730 w 9288370"/>
              <a:gd name="connsiteY41" fmla="*/ 1035396 h 1721151"/>
              <a:gd name="connsiteX42" fmla="*/ 6103109 w 9288370"/>
              <a:gd name="connsiteY42" fmla="*/ 1019019 h 1721151"/>
              <a:gd name="connsiteX43" fmla="*/ 6222406 w 9288370"/>
              <a:gd name="connsiteY43" fmla="*/ 985341 h 1721151"/>
              <a:gd name="connsiteX44" fmla="*/ 6598672 w 9288370"/>
              <a:gd name="connsiteY44" fmla="*/ 902062 h 1721151"/>
              <a:gd name="connsiteX45" fmla="*/ 6766149 w 9288370"/>
              <a:gd name="connsiteY45" fmla="*/ 846132 h 1721151"/>
              <a:gd name="connsiteX46" fmla="*/ 6886312 w 9288370"/>
              <a:gd name="connsiteY46" fmla="*/ 781877 h 1721151"/>
              <a:gd name="connsiteX47" fmla="*/ 7006457 w 9288370"/>
              <a:gd name="connsiteY47" fmla="*/ 699758 h 1721151"/>
              <a:gd name="connsiteX48" fmla="*/ 7231643 w 9288370"/>
              <a:gd name="connsiteY48" fmla="*/ 640778 h 1721151"/>
              <a:gd name="connsiteX49" fmla="*/ 7363123 w 9288370"/>
              <a:gd name="connsiteY49" fmla="*/ 593682 h 1721151"/>
              <a:gd name="connsiteX50" fmla="*/ 7588368 w 9288370"/>
              <a:gd name="connsiteY50" fmla="*/ 531129 h 1721151"/>
              <a:gd name="connsiteX51" fmla="*/ 7782741 w 9288370"/>
              <a:gd name="connsiteY51" fmla="*/ 455936 h 1721151"/>
              <a:gd name="connsiteX52" fmla="*/ 7952094 w 9288370"/>
              <a:gd name="connsiteY52" fmla="*/ 409302 h 1721151"/>
              <a:gd name="connsiteX53" fmla="*/ 8231938 w 9288370"/>
              <a:gd name="connsiteY53" fmla="*/ 259259 h 1721151"/>
              <a:gd name="connsiteX54" fmla="*/ 8428864 w 9288370"/>
              <a:gd name="connsiteY54" fmla="*/ 208471 h 1721151"/>
              <a:gd name="connsiteX55" fmla="*/ 8616510 w 9288370"/>
              <a:gd name="connsiteY55" fmla="*/ 161973 h 1721151"/>
              <a:gd name="connsiteX56" fmla="*/ 8826766 w 9288370"/>
              <a:gd name="connsiteY56" fmla="*/ 152111 h 1721151"/>
              <a:gd name="connsiteX57" fmla="*/ 8917647 w 9288370"/>
              <a:gd name="connsiteY57" fmla="*/ 112232 h 1721151"/>
              <a:gd name="connsiteX58" fmla="*/ 9182272 w 9288370"/>
              <a:gd name="connsiteY58" fmla="*/ 37171 h 1721151"/>
              <a:gd name="connsiteX59" fmla="*/ 9232990 w 9288370"/>
              <a:gd name="connsiteY59" fmla="*/ 24074 h 1721151"/>
              <a:gd name="connsiteX60" fmla="*/ 9288370 w 9288370"/>
              <a:gd name="connsiteY60" fmla="*/ 0 h 1721151"/>
              <a:gd name="connsiteX61" fmla="*/ 0 w 9288370"/>
              <a:gd name="connsiteY61" fmla="*/ 0 h 1721151"/>
              <a:gd name="connsiteX62" fmla="*/ 8158 w 9288370"/>
              <a:gd name="connsiteY62" fmla="*/ 1671666 h 1721151"/>
              <a:gd name="connsiteX0" fmla="*/ 8158 w 9288370"/>
              <a:gd name="connsiteY0" fmla="*/ 1671666 h 1721151"/>
              <a:gd name="connsiteX1" fmla="*/ 66313 w 9288370"/>
              <a:gd name="connsiteY1" fmla="*/ 1721151 h 1721151"/>
              <a:gd name="connsiteX2" fmla="*/ 411216 w 9288370"/>
              <a:gd name="connsiteY2" fmla="*/ 1628370 h 1721151"/>
              <a:gd name="connsiteX3" fmla="*/ 766051 w 9288370"/>
              <a:gd name="connsiteY3" fmla="*/ 1569826 h 1721151"/>
              <a:gd name="connsiteX4" fmla="*/ 971617 w 9288370"/>
              <a:gd name="connsiteY4" fmla="*/ 1522494 h 1721151"/>
              <a:gd name="connsiteX5" fmla="*/ 1186668 w 9288370"/>
              <a:gd name="connsiteY5" fmla="*/ 1521861 h 1721151"/>
              <a:gd name="connsiteX6" fmla="*/ 1339078 w 9288370"/>
              <a:gd name="connsiteY6" fmla="*/ 1494730 h 1721151"/>
              <a:gd name="connsiteX7" fmla="*/ 1492452 w 9288370"/>
              <a:gd name="connsiteY7" fmla="*/ 1519061 h 1721151"/>
              <a:gd name="connsiteX8" fmla="*/ 1604999 w 9288370"/>
              <a:gd name="connsiteY8" fmla="*/ 1513599 h 1721151"/>
              <a:gd name="connsiteX9" fmla="*/ 1717911 w 9288370"/>
              <a:gd name="connsiteY9" fmla="*/ 1497764 h 1721151"/>
              <a:gd name="connsiteX10" fmla="*/ 1794234 w 9288370"/>
              <a:gd name="connsiteY10" fmla="*/ 1464331 h 1721151"/>
              <a:gd name="connsiteX11" fmla="*/ 2101780 w 9288370"/>
              <a:gd name="connsiteY11" fmla="*/ 1409907 h 1721151"/>
              <a:gd name="connsiteX12" fmla="*/ 2244830 w 9288370"/>
              <a:gd name="connsiteY12" fmla="*/ 1388540 h 1721151"/>
              <a:gd name="connsiteX13" fmla="*/ 2428648 w 9288370"/>
              <a:gd name="connsiteY13" fmla="*/ 1372736 h 1721151"/>
              <a:gd name="connsiteX14" fmla="*/ 2645882 w 9288370"/>
              <a:gd name="connsiteY14" fmla="*/ 1341971 h 1721151"/>
              <a:gd name="connsiteX15" fmla="*/ 2707413 w 9288370"/>
              <a:gd name="connsiteY15" fmla="*/ 1347156 h 1721151"/>
              <a:gd name="connsiteX16" fmla="*/ 2843134 w 9288370"/>
              <a:gd name="connsiteY16" fmla="*/ 1323561 h 1721151"/>
              <a:gd name="connsiteX17" fmla="*/ 2923804 w 9288370"/>
              <a:gd name="connsiteY17" fmla="*/ 1314224 h 1721151"/>
              <a:gd name="connsiteX18" fmla="*/ 2953618 w 9288370"/>
              <a:gd name="connsiteY18" fmla="*/ 1318186 h 1721151"/>
              <a:gd name="connsiteX19" fmla="*/ 2995816 w 9288370"/>
              <a:gd name="connsiteY19" fmla="*/ 1318670 h 1721151"/>
              <a:gd name="connsiteX20" fmla="*/ 3352700 w 9288370"/>
              <a:gd name="connsiteY20" fmla="*/ 1264183 h 1721151"/>
              <a:gd name="connsiteX21" fmla="*/ 3444611 w 9288370"/>
              <a:gd name="connsiteY21" fmla="*/ 1236739 h 1721151"/>
              <a:gd name="connsiteX22" fmla="*/ 3650072 w 9288370"/>
              <a:gd name="connsiteY22" fmla="*/ 1217421 h 1721151"/>
              <a:gd name="connsiteX23" fmla="*/ 3707853 w 9288370"/>
              <a:gd name="connsiteY23" fmla="*/ 1241722 h 1721151"/>
              <a:gd name="connsiteX24" fmla="*/ 3925616 w 9288370"/>
              <a:gd name="connsiteY24" fmla="*/ 1253751 h 1721151"/>
              <a:gd name="connsiteX25" fmla="*/ 3954387 w 9288370"/>
              <a:gd name="connsiteY25" fmla="*/ 1263789 h 1721151"/>
              <a:gd name="connsiteX26" fmla="*/ 3995849 w 9288370"/>
              <a:gd name="connsiteY26" fmla="*/ 1272939 h 1721151"/>
              <a:gd name="connsiteX27" fmla="*/ 4067546 w 9288370"/>
              <a:gd name="connsiteY27" fmla="*/ 1294697 h 1721151"/>
              <a:gd name="connsiteX28" fmla="*/ 4190310 w 9288370"/>
              <a:gd name="connsiteY28" fmla="*/ 1307786 h 1721151"/>
              <a:gd name="connsiteX29" fmla="*/ 4230008 w 9288370"/>
              <a:gd name="connsiteY29" fmla="*/ 1303546 h 1721151"/>
              <a:gd name="connsiteX30" fmla="*/ 4575478 w 9288370"/>
              <a:gd name="connsiteY30" fmla="*/ 1261726 h 1721151"/>
              <a:gd name="connsiteX31" fmla="*/ 4650026 w 9288370"/>
              <a:gd name="connsiteY31" fmla="*/ 1265798 h 1721151"/>
              <a:gd name="connsiteX32" fmla="*/ 4792008 w 9288370"/>
              <a:gd name="connsiteY32" fmla="*/ 1243899 h 1721151"/>
              <a:gd name="connsiteX33" fmla="*/ 4954126 w 9288370"/>
              <a:gd name="connsiteY33" fmla="*/ 1204617 h 1721151"/>
              <a:gd name="connsiteX34" fmla="*/ 5309678 w 9288370"/>
              <a:gd name="connsiteY34" fmla="*/ 1128278 h 1721151"/>
              <a:gd name="connsiteX35" fmla="*/ 5474724 w 9288370"/>
              <a:gd name="connsiteY35" fmla="*/ 1091167 h 1721151"/>
              <a:gd name="connsiteX36" fmla="*/ 5612132 w 9288370"/>
              <a:gd name="connsiteY36" fmla="*/ 1051509 h 1721151"/>
              <a:gd name="connsiteX37" fmla="*/ 5776618 w 9288370"/>
              <a:gd name="connsiteY37" fmla="*/ 1053037 h 1721151"/>
              <a:gd name="connsiteX38" fmla="*/ 5785786 w 9288370"/>
              <a:gd name="connsiteY38" fmla="*/ 1051213 h 1721151"/>
              <a:gd name="connsiteX39" fmla="*/ 5829381 w 9288370"/>
              <a:gd name="connsiteY39" fmla="*/ 1046878 h 1721151"/>
              <a:gd name="connsiteX40" fmla="*/ 5943596 w 9288370"/>
              <a:gd name="connsiteY40" fmla="*/ 1043237 h 1721151"/>
              <a:gd name="connsiteX41" fmla="*/ 5985730 w 9288370"/>
              <a:gd name="connsiteY41" fmla="*/ 1035396 h 1721151"/>
              <a:gd name="connsiteX42" fmla="*/ 6103109 w 9288370"/>
              <a:gd name="connsiteY42" fmla="*/ 1019019 h 1721151"/>
              <a:gd name="connsiteX43" fmla="*/ 6222406 w 9288370"/>
              <a:gd name="connsiteY43" fmla="*/ 985341 h 1721151"/>
              <a:gd name="connsiteX44" fmla="*/ 6598672 w 9288370"/>
              <a:gd name="connsiteY44" fmla="*/ 902062 h 1721151"/>
              <a:gd name="connsiteX45" fmla="*/ 6766149 w 9288370"/>
              <a:gd name="connsiteY45" fmla="*/ 846132 h 1721151"/>
              <a:gd name="connsiteX46" fmla="*/ 6886312 w 9288370"/>
              <a:gd name="connsiteY46" fmla="*/ 781877 h 1721151"/>
              <a:gd name="connsiteX47" fmla="*/ 7006457 w 9288370"/>
              <a:gd name="connsiteY47" fmla="*/ 699758 h 1721151"/>
              <a:gd name="connsiteX48" fmla="*/ 7231643 w 9288370"/>
              <a:gd name="connsiteY48" fmla="*/ 640778 h 1721151"/>
              <a:gd name="connsiteX49" fmla="*/ 7363123 w 9288370"/>
              <a:gd name="connsiteY49" fmla="*/ 593682 h 1721151"/>
              <a:gd name="connsiteX50" fmla="*/ 7588368 w 9288370"/>
              <a:gd name="connsiteY50" fmla="*/ 531129 h 1721151"/>
              <a:gd name="connsiteX51" fmla="*/ 7782741 w 9288370"/>
              <a:gd name="connsiteY51" fmla="*/ 455936 h 1721151"/>
              <a:gd name="connsiteX52" fmla="*/ 7952094 w 9288370"/>
              <a:gd name="connsiteY52" fmla="*/ 409302 h 1721151"/>
              <a:gd name="connsiteX53" fmla="*/ 8231938 w 9288370"/>
              <a:gd name="connsiteY53" fmla="*/ 259259 h 1721151"/>
              <a:gd name="connsiteX54" fmla="*/ 8428864 w 9288370"/>
              <a:gd name="connsiteY54" fmla="*/ 208471 h 1721151"/>
              <a:gd name="connsiteX55" fmla="*/ 8616510 w 9288370"/>
              <a:gd name="connsiteY55" fmla="*/ 161973 h 1721151"/>
              <a:gd name="connsiteX56" fmla="*/ 8826766 w 9288370"/>
              <a:gd name="connsiteY56" fmla="*/ 152111 h 1721151"/>
              <a:gd name="connsiteX57" fmla="*/ 8917647 w 9288370"/>
              <a:gd name="connsiteY57" fmla="*/ 112232 h 1721151"/>
              <a:gd name="connsiteX58" fmla="*/ 9182272 w 9288370"/>
              <a:gd name="connsiteY58" fmla="*/ 37171 h 1721151"/>
              <a:gd name="connsiteX59" fmla="*/ 9232990 w 9288370"/>
              <a:gd name="connsiteY59" fmla="*/ 24074 h 1721151"/>
              <a:gd name="connsiteX60" fmla="*/ 9288370 w 9288370"/>
              <a:gd name="connsiteY60" fmla="*/ 0 h 1721151"/>
              <a:gd name="connsiteX61" fmla="*/ 0 w 9288370"/>
              <a:gd name="connsiteY61" fmla="*/ 0 h 1721151"/>
              <a:gd name="connsiteX62" fmla="*/ 8158 w 9288370"/>
              <a:gd name="connsiteY62" fmla="*/ 1671666 h 1721151"/>
              <a:gd name="connsiteX0" fmla="*/ 8158 w 9288370"/>
              <a:gd name="connsiteY0" fmla="*/ 1671666 h 1704575"/>
              <a:gd name="connsiteX1" fmla="*/ 66313 w 9288370"/>
              <a:gd name="connsiteY1" fmla="*/ 1704575 h 1704575"/>
              <a:gd name="connsiteX2" fmla="*/ 411216 w 9288370"/>
              <a:gd name="connsiteY2" fmla="*/ 1628370 h 1704575"/>
              <a:gd name="connsiteX3" fmla="*/ 766051 w 9288370"/>
              <a:gd name="connsiteY3" fmla="*/ 1569826 h 1704575"/>
              <a:gd name="connsiteX4" fmla="*/ 971617 w 9288370"/>
              <a:gd name="connsiteY4" fmla="*/ 1522494 h 1704575"/>
              <a:gd name="connsiteX5" fmla="*/ 1186668 w 9288370"/>
              <a:gd name="connsiteY5" fmla="*/ 1521861 h 1704575"/>
              <a:gd name="connsiteX6" fmla="*/ 1339078 w 9288370"/>
              <a:gd name="connsiteY6" fmla="*/ 1494730 h 1704575"/>
              <a:gd name="connsiteX7" fmla="*/ 1492452 w 9288370"/>
              <a:gd name="connsiteY7" fmla="*/ 1519061 h 1704575"/>
              <a:gd name="connsiteX8" fmla="*/ 1604999 w 9288370"/>
              <a:gd name="connsiteY8" fmla="*/ 1513599 h 1704575"/>
              <a:gd name="connsiteX9" fmla="*/ 1717911 w 9288370"/>
              <a:gd name="connsiteY9" fmla="*/ 1497764 h 1704575"/>
              <a:gd name="connsiteX10" fmla="*/ 1794234 w 9288370"/>
              <a:gd name="connsiteY10" fmla="*/ 1464331 h 1704575"/>
              <a:gd name="connsiteX11" fmla="*/ 2101780 w 9288370"/>
              <a:gd name="connsiteY11" fmla="*/ 1409907 h 1704575"/>
              <a:gd name="connsiteX12" fmla="*/ 2244830 w 9288370"/>
              <a:gd name="connsiteY12" fmla="*/ 1388540 h 1704575"/>
              <a:gd name="connsiteX13" fmla="*/ 2428648 w 9288370"/>
              <a:gd name="connsiteY13" fmla="*/ 1372736 h 1704575"/>
              <a:gd name="connsiteX14" fmla="*/ 2645882 w 9288370"/>
              <a:gd name="connsiteY14" fmla="*/ 1341971 h 1704575"/>
              <a:gd name="connsiteX15" fmla="*/ 2707413 w 9288370"/>
              <a:gd name="connsiteY15" fmla="*/ 1347156 h 1704575"/>
              <a:gd name="connsiteX16" fmla="*/ 2843134 w 9288370"/>
              <a:gd name="connsiteY16" fmla="*/ 1323561 h 1704575"/>
              <a:gd name="connsiteX17" fmla="*/ 2923804 w 9288370"/>
              <a:gd name="connsiteY17" fmla="*/ 1314224 h 1704575"/>
              <a:gd name="connsiteX18" fmla="*/ 2953618 w 9288370"/>
              <a:gd name="connsiteY18" fmla="*/ 1318186 h 1704575"/>
              <a:gd name="connsiteX19" fmla="*/ 2995816 w 9288370"/>
              <a:gd name="connsiteY19" fmla="*/ 1318670 h 1704575"/>
              <a:gd name="connsiteX20" fmla="*/ 3352700 w 9288370"/>
              <a:gd name="connsiteY20" fmla="*/ 1264183 h 1704575"/>
              <a:gd name="connsiteX21" fmla="*/ 3444611 w 9288370"/>
              <a:gd name="connsiteY21" fmla="*/ 1236739 h 1704575"/>
              <a:gd name="connsiteX22" fmla="*/ 3650072 w 9288370"/>
              <a:gd name="connsiteY22" fmla="*/ 1217421 h 1704575"/>
              <a:gd name="connsiteX23" fmla="*/ 3707853 w 9288370"/>
              <a:gd name="connsiteY23" fmla="*/ 1241722 h 1704575"/>
              <a:gd name="connsiteX24" fmla="*/ 3925616 w 9288370"/>
              <a:gd name="connsiteY24" fmla="*/ 1253751 h 1704575"/>
              <a:gd name="connsiteX25" fmla="*/ 3954387 w 9288370"/>
              <a:gd name="connsiteY25" fmla="*/ 1263789 h 1704575"/>
              <a:gd name="connsiteX26" fmla="*/ 3995849 w 9288370"/>
              <a:gd name="connsiteY26" fmla="*/ 1272939 h 1704575"/>
              <a:gd name="connsiteX27" fmla="*/ 4067546 w 9288370"/>
              <a:gd name="connsiteY27" fmla="*/ 1294697 h 1704575"/>
              <a:gd name="connsiteX28" fmla="*/ 4190310 w 9288370"/>
              <a:gd name="connsiteY28" fmla="*/ 1307786 h 1704575"/>
              <a:gd name="connsiteX29" fmla="*/ 4230008 w 9288370"/>
              <a:gd name="connsiteY29" fmla="*/ 1303546 h 1704575"/>
              <a:gd name="connsiteX30" fmla="*/ 4575478 w 9288370"/>
              <a:gd name="connsiteY30" fmla="*/ 1261726 h 1704575"/>
              <a:gd name="connsiteX31" fmla="*/ 4650026 w 9288370"/>
              <a:gd name="connsiteY31" fmla="*/ 1265798 h 1704575"/>
              <a:gd name="connsiteX32" fmla="*/ 4792008 w 9288370"/>
              <a:gd name="connsiteY32" fmla="*/ 1243899 h 1704575"/>
              <a:gd name="connsiteX33" fmla="*/ 4954126 w 9288370"/>
              <a:gd name="connsiteY33" fmla="*/ 1204617 h 1704575"/>
              <a:gd name="connsiteX34" fmla="*/ 5309678 w 9288370"/>
              <a:gd name="connsiteY34" fmla="*/ 1128278 h 1704575"/>
              <a:gd name="connsiteX35" fmla="*/ 5474724 w 9288370"/>
              <a:gd name="connsiteY35" fmla="*/ 1091167 h 1704575"/>
              <a:gd name="connsiteX36" fmla="*/ 5612132 w 9288370"/>
              <a:gd name="connsiteY36" fmla="*/ 1051509 h 1704575"/>
              <a:gd name="connsiteX37" fmla="*/ 5776618 w 9288370"/>
              <a:gd name="connsiteY37" fmla="*/ 1053037 h 1704575"/>
              <a:gd name="connsiteX38" fmla="*/ 5785786 w 9288370"/>
              <a:gd name="connsiteY38" fmla="*/ 1051213 h 1704575"/>
              <a:gd name="connsiteX39" fmla="*/ 5829381 w 9288370"/>
              <a:gd name="connsiteY39" fmla="*/ 1046878 h 1704575"/>
              <a:gd name="connsiteX40" fmla="*/ 5943596 w 9288370"/>
              <a:gd name="connsiteY40" fmla="*/ 1043237 h 1704575"/>
              <a:gd name="connsiteX41" fmla="*/ 5985730 w 9288370"/>
              <a:gd name="connsiteY41" fmla="*/ 1035396 h 1704575"/>
              <a:gd name="connsiteX42" fmla="*/ 6103109 w 9288370"/>
              <a:gd name="connsiteY42" fmla="*/ 1019019 h 1704575"/>
              <a:gd name="connsiteX43" fmla="*/ 6222406 w 9288370"/>
              <a:gd name="connsiteY43" fmla="*/ 985341 h 1704575"/>
              <a:gd name="connsiteX44" fmla="*/ 6598672 w 9288370"/>
              <a:gd name="connsiteY44" fmla="*/ 902062 h 1704575"/>
              <a:gd name="connsiteX45" fmla="*/ 6766149 w 9288370"/>
              <a:gd name="connsiteY45" fmla="*/ 846132 h 1704575"/>
              <a:gd name="connsiteX46" fmla="*/ 6886312 w 9288370"/>
              <a:gd name="connsiteY46" fmla="*/ 781877 h 1704575"/>
              <a:gd name="connsiteX47" fmla="*/ 7006457 w 9288370"/>
              <a:gd name="connsiteY47" fmla="*/ 699758 h 1704575"/>
              <a:gd name="connsiteX48" fmla="*/ 7231643 w 9288370"/>
              <a:gd name="connsiteY48" fmla="*/ 640778 h 1704575"/>
              <a:gd name="connsiteX49" fmla="*/ 7363123 w 9288370"/>
              <a:gd name="connsiteY49" fmla="*/ 593682 h 1704575"/>
              <a:gd name="connsiteX50" fmla="*/ 7588368 w 9288370"/>
              <a:gd name="connsiteY50" fmla="*/ 531129 h 1704575"/>
              <a:gd name="connsiteX51" fmla="*/ 7782741 w 9288370"/>
              <a:gd name="connsiteY51" fmla="*/ 455936 h 1704575"/>
              <a:gd name="connsiteX52" fmla="*/ 7952094 w 9288370"/>
              <a:gd name="connsiteY52" fmla="*/ 409302 h 1704575"/>
              <a:gd name="connsiteX53" fmla="*/ 8231938 w 9288370"/>
              <a:gd name="connsiteY53" fmla="*/ 259259 h 1704575"/>
              <a:gd name="connsiteX54" fmla="*/ 8428864 w 9288370"/>
              <a:gd name="connsiteY54" fmla="*/ 208471 h 1704575"/>
              <a:gd name="connsiteX55" fmla="*/ 8616510 w 9288370"/>
              <a:gd name="connsiteY55" fmla="*/ 161973 h 1704575"/>
              <a:gd name="connsiteX56" fmla="*/ 8826766 w 9288370"/>
              <a:gd name="connsiteY56" fmla="*/ 152111 h 1704575"/>
              <a:gd name="connsiteX57" fmla="*/ 8917647 w 9288370"/>
              <a:gd name="connsiteY57" fmla="*/ 112232 h 1704575"/>
              <a:gd name="connsiteX58" fmla="*/ 9182272 w 9288370"/>
              <a:gd name="connsiteY58" fmla="*/ 37171 h 1704575"/>
              <a:gd name="connsiteX59" fmla="*/ 9232990 w 9288370"/>
              <a:gd name="connsiteY59" fmla="*/ 24074 h 1704575"/>
              <a:gd name="connsiteX60" fmla="*/ 9288370 w 9288370"/>
              <a:gd name="connsiteY60" fmla="*/ 0 h 1704575"/>
              <a:gd name="connsiteX61" fmla="*/ 0 w 9288370"/>
              <a:gd name="connsiteY61" fmla="*/ 0 h 1704575"/>
              <a:gd name="connsiteX62" fmla="*/ 8158 w 9288370"/>
              <a:gd name="connsiteY62" fmla="*/ 1671666 h 1704575"/>
              <a:gd name="connsiteX0" fmla="*/ 8158 w 9288370"/>
              <a:gd name="connsiteY0" fmla="*/ 1671666 h 1785306"/>
              <a:gd name="connsiteX1" fmla="*/ 411216 w 9288370"/>
              <a:gd name="connsiteY1" fmla="*/ 1628370 h 1785306"/>
              <a:gd name="connsiteX2" fmla="*/ 766051 w 9288370"/>
              <a:gd name="connsiteY2" fmla="*/ 1569826 h 1785306"/>
              <a:gd name="connsiteX3" fmla="*/ 971617 w 9288370"/>
              <a:gd name="connsiteY3" fmla="*/ 1522494 h 1785306"/>
              <a:gd name="connsiteX4" fmla="*/ 1186668 w 9288370"/>
              <a:gd name="connsiteY4" fmla="*/ 1521861 h 1785306"/>
              <a:gd name="connsiteX5" fmla="*/ 1339078 w 9288370"/>
              <a:gd name="connsiteY5" fmla="*/ 1494730 h 1785306"/>
              <a:gd name="connsiteX6" fmla="*/ 1492452 w 9288370"/>
              <a:gd name="connsiteY6" fmla="*/ 1519061 h 1785306"/>
              <a:gd name="connsiteX7" fmla="*/ 1604999 w 9288370"/>
              <a:gd name="connsiteY7" fmla="*/ 1513599 h 1785306"/>
              <a:gd name="connsiteX8" fmla="*/ 1717911 w 9288370"/>
              <a:gd name="connsiteY8" fmla="*/ 1497764 h 1785306"/>
              <a:gd name="connsiteX9" fmla="*/ 1794234 w 9288370"/>
              <a:gd name="connsiteY9" fmla="*/ 1464331 h 1785306"/>
              <a:gd name="connsiteX10" fmla="*/ 2101780 w 9288370"/>
              <a:gd name="connsiteY10" fmla="*/ 1409907 h 1785306"/>
              <a:gd name="connsiteX11" fmla="*/ 2244830 w 9288370"/>
              <a:gd name="connsiteY11" fmla="*/ 1388540 h 1785306"/>
              <a:gd name="connsiteX12" fmla="*/ 2428648 w 9288370"/>
              <a:gd name="connsiteY12" fmla="*/ 1372736 h 1785306"/>
              <a:gd name="connsiteX13" fmla="*/ 2645882 w 9288370"/>
              <a:gd name="connsiteY13" fmla="*/ 1341971 h 1785306"/>
              <a:gd name="connsiteX14" fmla="*/ 2707413 w 9288370"/>
              <a:gd name="connsiteY14" fmla="*/ 1347156 h 1785306"/>
              <a:gd name="connsiteX15" fmla="*/ 2843134 w 9288370"/>
              <a:gd name="connsiteY15" fmla="*/ 1323561 h 1785306"/>
              <a:gd name="connsiteX16" fmla="*/ 2923804 w 9288370"/>
              <a:gd name="connsiteY16" fmla="*/ 1314224 h 1785306"/>
              <a:gd name="connsiteX17" fmla="*/ 2953618 w 9288370"/>
              <a:gd name="connsiteY17" fmla="*/ 1318186 h 1785306"/>
              <a:gd name="connsiteX18" fmla="*/ 2995816 w 9288370"/>
              <a:gd name="connsiteY18" fmla="*/ 1318670 h 1785306"/>
              <a:gd name="connsiteX19" fmla="*/ 3352700 w 9288370"/>
              <a:gd name="connsiteY19" fmla="*/ 1264183 h 1785306"/>
              <a:gd name="connsiteX20" fmla="*/ 3444611 w 9288370"/>
              <a:gd name="connsiteY20" fmla="*/ 1236739 h 1785306"/>
              <a:gd name="connsiteX21" fmla="*/ 3650072 w 9288370"/>
              <a:gd name="connsiteY21" fmla="*/ 1217421 h 1785306"/>
              <a:gd name="connsiteX22" fmla="*/ 3707853 w 9288370"/>
              <a:gd name="connsiteY22" fmla="*/ 1241722 h 1785306"/>
              <a:gd name="connsiteX23" fmla="*/ 3925616 w 9288370"/>
              <a:gd name="connsiteY23" fmla="*/ 1253751 h 1785306"/>
              <a:gd name="connsiteX24" fmla="*/ 3954387 w 9288370"/>
              <a:gd name="connsiteY24" fmla="*/ 1263789 h 1785306"/>
              <a:gd name="connsiteX25" fmla="*/ 3995849 w 9288370"/>
              <a:gd name="connsiteY25" fmla="*/ 1272939 h 1785306"/>
              <a:gd name="connsiteX26" fmla="*/ 4067546 w 9288370"/>
              <a:gd name="connsiteY26" fmla="*/ 1294697 h 1785306"/>
              <a:gd name="connsiteX27" fmla="*/ 4190310 w 9288370"/>
              <a:gd name="connsiteY27" fmla="*/ 1307786 h 1785306"/>
              <a:gd name="connsiteX28" fmla="*/ 4230008 w 9288370"/>
              <a:gd name="connsiteY28" fmla="*/ 1303546 h 1785306"/>
              <a:gd name="connsiteX29" fmla="*/ 4575478 w 9288370"/>
              <a:gd name="connsiteY29" fmla="*/ 1261726 h 1785306"/>
              <a:gd name="connsiteX30" fmla="*/ 4650026 w 9288370"/>
              <a:gd name="connsiteY30" fmla="*/ 1265798 h 1785306"/>
              <a:gd name="connsiteX31" fmla="*/ 4792008 w 9288370"/>
              <a:gd name="connsiteY31" fmla="*/ 1243899 h 1785306"/>
              <a:gd name="connsiteX32" fmla="*/ 4954126 w 9288370"/>
              <a:gd name="connsiteY32" fmla="*/ 1204617 h 1785306"/>
              <a:gd name="connsiteX33" fmla="*/ 5309678 w 9288370"/>
              <a:gd name="connsiteY33" fmla="*/ 1128278 h 1785306"/>
              <a:gd name="connsiteX34" fmla="*/ 5474724 w 9288370"/>
              <a:gd name="connsiteY34" fmla="*/ 1091167 h 1785306"/>
              <a:gd name="connsiteX35" fmla="*/ 5612132 w 9288370"/>
              <a:gd name="connsiteY35" fmla="*/ 1051509 h 1785306"/>
              <a:gd name="connsiteX36" fmla="*/ 5776618 w 9288370"/>
              <a:gd name="connsiteY36" fmla="*/ 1053037 h 1785306"/>
              <a:gd name="connsiteX37" fmla="*/ 5785786 w 9288370"/>
              <a:gd name="connsiteY37" fmla="*/ 1051213 h 1785306"/>
              <a:gd name="connsiteX38" fmla="*/ 5829381 w 9288370"/>
              <a:gd name="connsiteY38" fmla="*/ 1046878 h 1785306"/>
              <a:gd name="connsiteX39" fmla="*/ 5943596 w 9288370"/>
              <a:gd name="connsiteY39" fmla="*/ 1043237 h 1785306"/>
              <a:gd name="connsiteX40" fmla="*/ 5985730 w 9288370"/>
              <a:gd name="connsiteY40" fmla="*/ 1035396 h 1785306"/>
              <a:gd name="connsiteX41" fmla="*/ 6103109 w 9288370"/>
              <a:gd name="connsiteY41" fmla="*/ 1019019 h 1785306"/>
              <a:gd name="connsiteX42" fmla="*/ 6222406 w 9288370"/>
              <a:gd name="connsiteY42" fmla="*/ 985341 h 1785306"/>
              <a:gd name="connsiteX43" fmla="*/ 6598672 w 9288370"/>
              <a:gd name="connsiteY43" fmla="*/ 902062 h 1785306"/>
              <a:gd name="connsiteX44" fmla="*/ 6766149 w 9288370"/>
              <a:gd name="connsiteY44" fmla="*/ 846132 h 1785306"/>
              <a:gd name="connsiteX45" fmla="*/ 6886312 w 9288370"/>
              <a:gd name="connsiteY45" fmla="*/ 781877 h 1785306"/>
              <a:gd name="connsiteX46" fmla="*/ 7006457 w 9288370"/>
              <a:gd name="connsiteY46" fmla="*/ 699758 h 1785306"/>
              <a:gd name="connsiteX47" fmla="*/ 7231643 w 9288370"/>
              <a:gd name="connsiteY47" fmla="*/ 640778 h 1785306"/>
              <a:gd name="connsiteX48" fmla="*/ 7363123 w 9288370"/>
              <a:gd name="connsiteY48" fmla="*/ 593682 h 1785306"/>
              <a:gd name="connsiteX49" fmla="*/ 7588368 w 9288370"/>
              <a:gd name="connsiteY49" fmla="*/ 531129 h 1785306"/>
              <a:gd name="connsiteX50" fmla="*/ 7782741 w 9288370"/>
              <a:gd name="connsiteY50" fmla="*/ 455936 h 1785306"/>
              <a:gd name="connsiteX51" fmla="*/ 7952094 w 9288370"/>
              <a:gd name="connsiteY51" fmla="*/ 409302 h 1785306"/>
              <a:gd name="connsiteX52" fmla="*/ 8231938 w 9288370"/>
              <a:gd name="connsiteY52" fmla="*/ 259259 h 1785306"/>
              <a:gd name="connsiteX53" fmla="*/ 8428864 w 9288370"/>
              <a:gd name="connsiteY53" fmla="*/ 208471 h 1785306"/>
              <a:gd name="connsiteX54" fmla="*/ 8616510 w 9288370"/>
              <a:gd name="connsiteY54" fmla="*/ 161973 h 1785306"/>
              <a:gd name="connsiteX55" fmla="*/ 8826766 w 9288370"/>
              <a:gd name="connsiteY55" fmla="*/ 152111 h 1785306"/>
              <a:gd name="connsiteX56" fmla="*/ 8917647 w 9288370"/>
              <a:gd name="connsiteY56" fmla="*/ 112232 h 1785306"/>
              <a:gd name="connsiteX57" fmla="*/ 9182272 w 9288370"/>
              <a:gd name="connsiteY57" fmla="*/ 37171 h 1785306"/>
              <a:gd name="connsiteX58" fmla="*/ 9232990 w 9288370"/>
              <a:gd name="connsiteY58" fmla="*/ 24074 h 1785306"/>
              <a:gd name="connsiteX59" fmla="*/ 9288370 w 9288370"/>
              <a:gd name="connsiteY59" fmla="*/ 0 h 1785306"/>
              <a:gd name="connsiteX60" fmla="*/ 0 w 9288370"/>
              <a:gd name="connsiteY60" fmla="*/ 0 h 1785306"/>
              <a:gd name="connsiteX61" fmla="*/ 8158 w 9288370"/>
              <a:gd name="connsiteY61" fmla="*/ 1671666 h 1785306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352700 w 9288370"/>
              <a:gd name="connsiteY19" fmla="*/ 1264183 h 1686480"/>
              <a:gd name="connsiteX20" fmla="*/ 3444611 w 9288370"/>
              <a:gd name="connsiteY20" fmla="*/ 1236739 h 1686480"/>
              <a:gd name="connsiteX21" fmla="*/ 3650072 w 9288370"/>
              <a:gd name="connsiteY21" fmla="*/ 1217421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7546 w 9288370"/>
              <a:gd name="connsiteY26" fmla="*/ 1294697 h 1686480"/>
              <a:gd name="connsiteX27" fmla="*/ 4190310 w 9288370"/>
              <a:gd name="connsiteY27" fmla="*/ 1307786 h 1686480"/>
              <a:gd name="connsiteX28" fmla="*/ 4230008 w 9288370"/>
              <a:gd name="connsiteY28" fmla="*/ 1303546 h 1686480"/>
              <a:gd name="connsiteX29" fmla="*/ 4575478 w 9288370"/>
              <a:gd name="connsiteY29" fmla="*/ 1261726 h 1686480"/>
              <a:gd name="connsiteX30" fmla="*/ 4650026 w 9288370"/>
              <a:gd name="connsiteY30" fmla="*/ 1265798 h 1686480"/>
              <a:gd name="connsiteX31" fmla="*/ 4792008 w 9288370"/>
              <a:gd name="connsiteY31" fmla="*/ 1243899 h 1686480"/>
              <a:gd name="connsiteX32" fmla="*/ 4954126 w 9288370"/>
              <a:gd name="connsiteY32" fmla="*/ 1204617 h 1686480"/>
              <a:gd name="connsiteX33" fmla="*/ 5309678 w 9288370"/>
              <a:gd name="connsiteY33" fmla="*/ 1128278 h 1686480"/>
              <a:gd name="connsiteX34" fmla="*/ 5474724 w 9288370"/>
              <a:gd name="connsiteY34" fmla="*/ 1091167 h 1686480"/>
              <a:gd name="connsiteX35" fmla="*/ 5612132 w 9288370"/>
              <a:gd name="connsiteY35" fmla="*/ 1051509 h 1686480"/>
              <a:gd name="connsiteX36" fmla="*/ 5776618 w 9288370"/>
              <a:gd name="connsiteY36" fmla="*/ 1053037 h 1686480"/>
              <a:gd name="connsiteX37" fmla="*/ 5785786 w 9288370"/>
              <a:gd name="connsiteY37" fmla="*/ 1051213 h 1686480"/>
              <a:gd name="connsiteX38" fmla="*/ 5829381 w 9288370"/>
              <a:gd name="connsiteY38" fmla="*/ 1046878 h 1686480"/>
              <a:gd name="connsiteX39" fmla="*/ 5943596 w 9288370"/>
              <a:gd name="connsiteY39" fmla="*/ 1043237 h 1686480"/>
              <a:gd name="connsiteX40" fmla="*/ 5985730 w 9288370"/>
              <a:gd name="connsiteY40" fmla="*/ 1035396 h 1686480"/>
              <a:gd name="connsiteX41" fmla="*/ 6103109 w 9288370"/>
              <a:gd name="connsiteY41" fmla="*/ 1019019 h 1686480"/>
              <a:gd name="connsiteX42" fmla="*/ 6222406 w 9288370"/>
              <a:gd name="connsiteY42" fmla="*/ 985341 h 1686480"/>
              <a:gd name="connsiteX43" fmla="*/ 6598672 w 9288370"/>
              <a:gd name="connsiteY43" fmla="*/ 902062 h 1686480"/>
              <a:gd name="connsiteX44" fmla="*/ 6766149 w 9288370"/>
              <a:gd name="connsiteY44" fmla="*/ 846132 h 1686480"/>
              <a:gd name="connsiteX45" fmla="*/ 6886312 w 9288370"/>
              <a:gd name="connsiteY45" fmla="*/ 781877 h 1686480"/>
              <a:gd name="connsiteX46" fmla="*/ 7006457 w 9288370"/>
              <a:gd name="connsiteY46" fmla="*/ 699758 h 1686480"/>
              <a:gd name="connsiteX47" fmla="*/ 7231643 w 9288370"/>
              <a:gd name="connsiteY47" fmla="*/ 640778 h 1686480"/>
              <a:gd name="connsiteX48" fmla="*/ 7363123 w 9288370"/>
              <a:gd name="connsiteY48" fmla="*/ 593682 h 1686480"/>
              <a:gd name="connsiteX49" fmla="*/ 7588368 w 9288370"/>
              <a:gd name="connsiteY49" fmla="*/ 531129 h 1686480"/>
              <a:gd name="connsiteX50" fmla="*/ 7782741 w 9288370"/>
              <a:gd name="connsiteY50" fmla="*/ 455936 h 1686480"/>
              <a:gd name="connsiteX51" fmla="*/ 7952094 w 9288370"/>
              <a:gd name="connsiteY51" fmla="*/ 409302 h 1686480"/>
              <a:gd name="connsiteX52" fmla="*/ 8231938 w 9288370"/>
              <a:gd name="connsiteY52" fmla="*/ 259259 h 1686480"/>
              <a:gd name="connsiteX53" fmla="*/ 8428864 w 9288370"/>
              <a:gd name="connsiteY53" fmla="*/ 208471 h 1686480"/>
              <a:gd name="connsiteX54" fmla="*/ 8616510 w 9288370"/>
              <a:gd name="connsiteY54" fmla="*/ 161973 h 1686480"/>
              <a:gd name="connsiteX55" fmla="*/ 8826766 w 9288370"/>
              <a:gd name="connsiteY55" fmla="*/ 152111 h 1686480"/>
              <a:gd name="connsiteX56" fmla="*/ 8917647 w 9288370"/>
              <a:gd name="connsiteY56" fmla="*/ 112232 h 1686480"/>
              <a:gd name="connsiteX57" fmla="*/ 9182272 w 9288370"/>
              <a:gd name="connsiteY57" fmla="*/ 37171 h 1686480"/>
              <a:gd name="connsiteX58" fmla="*/ 9232990 w 9288370"/>
              <a:gd name="connsiteY58" fmla="*/ 24074 h 1686480"/>
              <a:gd name="connsiteX59" fmla="*/ 9288370 w 9288370"/>
              <a:gd name="connsiteY59" fmla="*/ 0 h 1686480"/>
              <a:gd name="connsiteX60" fmla="*/ 0 w 9288370"/>
              <a:gd name="connsiteY60" fmla="*/ 0 h 1686480"/>
              <a:gd name="connsiteX61" fmla="*/ 8158 w 9288370"/>
              <a:gd name="connsiteY61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352700 w 9288370"/>
              <a:gd name="connsiteY19" fmla="*/ 1264183 h 1686480"/>
              <a:gd name="connsiteX20" fmla="*/ 3444611 w 9288370"/>
              <a:gd name="connsiteY20" fmla="*/ 1236739 h 1686480"/>
              <a:gd name="connsiteX21" fmla="*/ 3650072 w 9288370"/>
              <a:gd name="connsiteY21" fmla="*/ 1217421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7546 w 9288370"/>
              <a:gd name="connsiteY26" fmla="*/ 1294697 h 1686480"/>
              <a:gd name="connsiteX27" fmla="*/ 4230008 w 9288370"/>
              <a:gd name="connsiteY27" fmla="*/ 1303546 h 1686480"/>
              <a:gd name="connsiteX28" fmla="*/ 4575478 w 9288370"/>
              <a:gd name="connsiteY28" fmla="*/ 1261726 h 1686480"/>
              <a:gd name="connsiteX29" fmla="*/ 4650026 w 9288370"/>
              <a:gd name="connsiteY29" fmla="*/ 1265798 h 1686480"/>
              <a:gd name="connsiteX30" fmla="*/ 4792008 w 9288370"/>
              <a:gd name="connsiteY30" fmla="*/ 1243899 h 1686480"/>
              <a:gd name="connsiteX31" fmla="*/ 4954126 w 9288370"/>
              <a:gd name="connsiteY31" fmla="*/ 1204617 h 1686480"/>
              <a:gd name="connsiteX32" fmla="*/ 5309678 w 9288370"/>
              <a:gd name="connsiteY32" fmla="*/ 1128278 h 1686480"/>
              <a:gd name="connsiteX33" fmla="*/ 5474724 w 9288370"/>
              <a:gd name="connsiteY33" fmla="*/ 1091167 h 1686480"/>
              <a:gd name="connsiteX34" fmla="*/ 5612132 w 9288370"/>
              <a:gd name="connsiteY34" fmla="*/ 1051509 h 1686480"/>
              <a:gd name="connsiteX35" fmla="*/ 5776618 w 9288370"/>
              <a:gd name="connsiteY35" fmla="*/ 1053037 h 1686480"/>
              <a:gd name="connsiteX36" fmla="*/ 5785786 w 9288370"/>
              <a:gd name="connsiteY36" fmla="*/ 1051213 h 1686480"/>
              <a:gd name="connsiteX37" fmla="*/ 5829381 w 9288370"/>
              <a:gd name="connsiteY37" fmla="*/ 1046878 h 1686480"/>
              <a:gd name="connsiteX38" fmla="*/ 5943596 w 9288370"/>
              <a:gd name="connsiteY38" fmla="*/ 1043237 h 1686480"/>
              <a:gd name="connsiteX39" fmla="*/ 5985730 w 9288370"/>
              <a:gd name="connsiteY39" fmla="*/ 1035396 h 1686480"/>
              <a:gd name="connsiteX40" fmla="*/ 6103109 w 9288370"/>
              <a:gd name="connsiteY40" fmla="*/ 1019019 h 1686480"/>
              <a:gd name="connsiteX41" fmla="*/ 6222406 w 9288370"/>
              <a:gd name="connsiteY41" fmla="*/ 985341 h 1686480"/>
              <a:gd name="connsiteX42" fmla="*/ 6598672 w 9288370"/>
              <a:gd name="connsiteY42" fmla="*/ 902062 h 1686480"/>
              <a:gd name="connsiteX43" fmla="*/ 6766149 w 9288370"/>
              <a:gd name="connsiteY43" fmla="*/ 846132 h 1686480"/>
              <a:gd name="connsiteX44" fmla="*/ 6886312 w 9288370"/>
              <a:gd name="connsiteY44" fmla="*/ 781877 h 1686480"/>
              <a:gd name="connsiteX45" fmla="*/ 7006457 w 9288370"/>
              <a:gd name="connsiteY45" fmla="*/ 699758 h 1686480"/>
              <a:gd name="connsiteX46" fmla="*/ 7231643 w 9288370"/>
              <a:gd name="connsiteY46" fmla="*/ 640778 h 1686480"/>
              <a:gd name="connsiteX47" fmla="*/ 7363123 w 9288370"/>
              <a:gd name="connsiteY47" fmla="*/ 593682 h 1686480"/>
              <a:gd name="connsiteX48" fmla="*/ 7588368 w 9288370"/>
              <a:gd name="connsiteY48" fmla="*/ 531129 h 1686480"/>
              <a:gd name="connsiteX49" fmla="*/ 7782741 w 9288370"/>
              <a:gd name="connsiteY49" fmla="*/ 455936 h 1686480"/>
              <a:gd name="connsiteX50" fmla="*/ 7952094 w 9288370"/>
              <a:gd name="connsiteY50" fmla="*/ 409302 h 1686480"/>
              <a:gd name="connsiteX51" fmla="*/ 8231938 w 9288370"/>
              <a:gd name="connsiteY51" fmla="*/ 259259 h 1686480"/>
              <a:gd name="connsiteX52" fmla="*/ 8428864 w 9288370"/>
              <a:gd name="connsiteY52" fmla="*/ 208471 h 1686480"/>
              <a:gd name="connsiteX53" fmla="*/ 8616510 w 9288370"/>
              <a:gd name="connsiteY53" fmla="*/ 161973 h 1686480"/>
              <a:gd name="connsiteX54" fmla="*/ 8826766 w 9288370"/>
              <a:gd name="connsiteY54" fmla="*/ 152111 h 1686480"/>
              <a:gd name="connsiteX55" fmla="*/ 8917647 w 9288370"/>
              <a:gd name="connsiteY55" fmla="*/ 112232 h 1686480"/>
              <a:gd name="connsiteX56" fmla="*/ 9182272 w 9288370"/>
              <a:gd name="connsiteY56" fmla="*/ 37171 h 1686480"/>
              <a:gd name="connsiteX57" fmla="*/ 9232990 w 9288370"/>
              <a:gd name="connsiteY57" fmla="*/ 24074 h 1686480"/>
              <a:gd name="connsiteX58" fmla="*/ 9288370 w 9288370"/>
              <a:gd name="connsiteY58" fmla="*/ 0 h 1686480"/>
              <a:gd name="connsiteX59" fmla="*/ 0 w 9288370"/>
              <a:gd name="connsiteY59" fmla="*/ 0 h 1686480"/>
              <a:gd name="connsiteX60" fmla="*/ 8158 w 9288370"/>
              <a:gd name="connsiteY60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352700 w 9288370"/>
              <a:gd name="connsiteY19" fmla="*/ 1264183 h 1686480"/>
              <a:gd name="connsiteX20" fmla="*/ 3444611 w 9288370"/>
              <a:gd name="connsiteY20" fmla="*/ 1236739 h 1686480"/>
              <a:gd name="connsiteX21" fmla="*/ 3650072 w 9288370"/>
              <a:gd name="connsiteY21" fmla="*/ 1217421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7546 w 9288370"/>
              <a:gd name="connsiteY26" fmla="*/ 1294697 h 1686480"/>
              <a:gd name="connsiteX27" fmla="*/ 4230008 w 9288370"/>
              <a:gd name="connsiteY27" fmla="*/ 1303546 h 1686480"/>
              <a:gd name="connsiteX28" fmla="*/ 4575478 w 9288370"/>
              <a:gd name="connsiteY28" fmla="*/ 1261726 h 1686480"/>
              <a:gd name="connsiteX29" fmla="*/ 4650026 w 9288370"/>
              <a:gd name="connsiteY29" fmla="*/ 1265798 h 1686480"/>
              <a:gd name="connsiteX30" fmla="*/ 4792008 w 9288370"/>
              <a:gd name="connsiteY30" fmla="*/ 1243899 h 1686480"/>
              <a:gd name="connsiteX31" fmla="*/ 4954126 w 9288370"/>
              <a:gd name="connsiteY31" fmla="*/ 1204617 h 1686480"/>
              <a:gd name="connsiteX32" fmla="*/ 5309678 w 9288370"/>
              <a:gd name="connsiteY32" fmla="*/ 1128278 h 1686480"/>
              <a:gd name="connsiteX33" fmla="*/ 5474724 w 9288370"/>
              <a:gd name="connsiteY33" fmla="*/ 1091167 h 1686480"/>
              <a:gd name="connsiteX34" fmla="*/ 5612132 w 9288370"/>
              <a:gd name="connsiteY34" fmla="*/ 1051509 h 1686480"/>
              <a:gd name="connsiteX35" fmla="*/ 5776618 w 9288370"/>
              <a:gd name="connsiteY35" fmla="*/ 1053037 h 1686480"/>
              <a:gd name="connsiteX36" fmla="*/ 5785786 w 9288370"/>
              <a:gd name="connsiteY36" fmla="*/ 1051213 h 1686480"/>
              <a:gd name="connsiteX37" fmla="*/ 5829381 w 9288370"/>
              <a:gd name="connsiteY37" fmla="*/ 1046878 h 1686480"/>
              <a:gd name="connsiteX38" fmla="*/ 5943596 w 9288370"/>
              <a:gd name="connsiteY38" fmla="*/ 1043237 h 1686480"/>
              <a:gd name="connsiteX39" fmla="*/ 5985730 w 9288370"/>
              <a:gd name="connsiteY39" fmla="*/ 1035396 h 1686480"/>
              <a:gd name="connsiteX40" fmla="*/ 6103109 w 9288370"/>
              <a:gd name="connsiteY40" fmla="*/ 1019019 h 1686480"/>
              <a:gd name="connsiteX41" fmla="*/ 6222406 w 9288370"/>
              <a:gd name="connsiteY41" fmla="*/ 985341 h 1686480"/>
              <a:gd name="connsiteX42" fmla="*/ 6598672 w 9288370"/>
              <a:gd name="connsiteY42" fmla="*/ 902062 h 1686480"/>
              <a:gd name="connsiteX43" fmla="*/ 6766149 w 9288370"/>
              <a:gd name="connsiteY43" fmla="*/ 846132 h 1686480"/>
              <a:gd name="connsiteX44" fmla="*/ 6886312 w 9288370"/>
              <a:gd name="connsiteY44" fmla="*/ 781877 h 1686480"/>
              <a:gd name="connsiteX45" fmla="*/ 7006457 w 9288370"/>
              <a:gd name="connsiteY45" fmla="*/ 699758 h 1686480"/>
              <a:gd name="connsiteX46" fmla="*/ 7231643 w 9288370"/>
              <a:gd name="connsiteY46" fmla="*/ 640778 h 1686480"/>
              <a:gd name="connsiteX47" fmla="*/ 7363123 w 9288370"/>
              <a:gd name="connsiteY47" fmla="*/ 593682 h 1686480"/>
              <a:gd name="connsiteX48" fmla="*/ 7588368 w 9288370"/>
              <a:gd name="connsiteY48" fmla="*/ 531129 h 1686480"/>
              <a:gd name="connsiteX49" fmla="*/ 7782741 w 9288370"/>
              <a:gd name="connsiteY49" fmla="*/ 455936 h 1686480"/>
              <a:gd name="connsiteX50" fmla="*/ 7952094 w 9288370"/>
              <a:gd name="connsiteY50" fmla="*/ 409302 h 1686480"/>
              <a:gd name="connsiteX51" fmla="*/ 8231938 w 9288370"/>
              <a:gd name="connsiteY51" fmla="*/ 259259 h 1686480"/>
              <a:gd name="connsiteX52" fmla="*/ 8428864 w 9288370"/>
              <a:gd name="connsiteY52" fmla="*/ 208471 h 1686480"/>
              <a:gd name="connsiteX53" fmla="*/ 8616510 w 9288370"/>
              <a:gd name="connsiteY53" fmla="*/ 161973 h 1686480"/>
              <a:gd name="connsiteX54" fmla="*/ 8826766 w 9288370"/>
              <a:gd name="connsiteY54" fmla="*/ 152111 h 1686480"/>
              <a:gd name="connsiteX55" fmla="*/ 8917647 w 9288370"/>
              <a:gd name="connsiteY55" fmla="*/ 112232 h 1686480"/>
              <a:gd name="connsiteX56" fmla="*/ 9182272 w 9288370"/>
              <a:gd name="connsiteY56" fmla="*/ 37171 h 1686480"/>
              <a:gd name="connsiteX57" fmla="*/ 9232990 w 9288370"/>
              <a:gd name="connsiteY57" fmla="*/ 24074 h 1686480"/>
              <a:gd name="connsiteX58" fmla="*/ 9288370 w 9288370"/>
              <a:gd name="connsiteY58" fmla="*/ 0 h 1686480"/>
              <a:gd name="connsiteX59" fmla="*/ 0 w 9288370"/>
              <a:gd name="connsiteY59" fmla="*/ 0 h 1686480"/>
              <a:gd name="connsiteX60" fmla="*/ 8158 w 9288370"/>
              <a:gd name="connsiteY60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352700 w 9288370"/>
              <a:gd name="connsiteY19" fmla="*/ 1264183 h 1686480"/>
              <a:gd name="connsiteX20" fmla="*/ 3444611 w 9288370"/>
              <a:gd name="connsiteY20" fmla="*/ 1236739 h 1686480"/>
              <a:gd name="connsiteX21" fmla="*/ 3650072 w 9288370"/>
              <a:gd name="connsiteY21" fmla="*/ 1217421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7546 w 9288370"/>
              <a:gd name="connsiteY26" fmla="*/ 1294697 h 1686480"/>
              <a:gd name="connsiteX27" fmla="*/ 4230008 w 9288370"/>
              <a:gd name="connsiteY27" fmla="*/ 1303546 h 1686480"/>
              <a:gd name="connsiteX28" fmla="*/ 4575478 w 9288370"/>
              <a:gd name="connsiteY28" fmla="*/ 1261726 h 1686480"/>
              <a:gd name="connsiteX29" fmla="*/ 4650026 w 9288370"/>
              <a:gd name="connsiteY29" fmla="*/ 1265798 h 1686480"/>
              <a:gd name="connsiteX30" fmla="*/ 4792008 w 9288370"/>
              <a:gd name="connsiteY30" fmla="*/ 1243899 h 1686480"/>
              <a:gd name="connsiteX31" fmla="*/ 4954126 w 9288370"/>
              <a:gd name="connsiteY31" fmla="*/ 1204617 h 1686480"/>
              <a:gd name="connsiteX32" fmla="*/ 5309678 w 9288370"/>
              <a:gd name="connsiteY32" fmla="*/ 1128278 h 1686480"/>
              <a:gd name="connsiteX33" fmla="*/ 5474724 w 9288370"/>
              <a:gd name="connsiteY33" fmla="*/ 1091167 h 1686480"/>
              <a:gd name="connsiteX34" fmla="*/ 5612132 w 9288370"/>
              <a:gd name="connsiteY34" fmla="*/ 1051509 h 1686480"/>
              <a:gd name="connsiteX35" fmla="*/ 5776618 w 9288370"/>
              <a:gd name="connsiteY35" fmla="*/ 1053037 h 1686480"/>
              <a:gd name="connsiteX36" fmla="*/ 5785786 w 9288370"/>
              <a:gd name="connsiteY36" fmla="*/ 1051213 h 1686480"/>
              <a:gd name="connsiteX37" fmla="*/ 5829381 w 9288370"/>
              <a:gd name="connsiteY37" fmla="*/ 1046878 h 1686480"/>
              <a:gd name="connsiteX38" fmla="*/ 5943596 w 9288370"/>
              <a:gd name="connsiteY38" fmla="*/ 1043237 h 1686480"/>
              <a:gd name="connsiteX39" fmla="*/ 5985730 w 9288370"/>
              <a:gd name="connsiteY39" fmla="*/ 1035396 h 1686480"/>
              <a:gd name="connsiteX40" fmla="*/ 6103109 w 9288370"/>
              <a:gd name="connsiteY40" fmla="*/ 1019019 h 1686480"/>
              <a:gd name="connsiteX41" fmla="*/ 6222406 w 9288370"/>
              <a:gd name="connsiteY41" fmla="*/ 985341 h 1686480"/>
              <a:gd name="connsiteX42" fmla="*/ 6598672 w 9288370"/>
              <a:gd name="connsiteY42" fmla="*/ 902062 h 1686480"/>
              <a:gd name="connsiteX43" fmla="*/ 6766149 w 9288370"/>
              <a:gd name="connsiteY43" fmla="*/ 846132 h 1686480"/>
              <a:gd name="connsiteX44" fmla="*/ 6886312 w 9288370"/>
              <a:gd name="connsiteY44" fmla="*/ 781877 h 1686480"/>
              <a:gd name="connsiteX45" fmla="*/ 7006457 w 9288370"/>
              <a:gd name="connsiteY45" fmla="*/ 699758 h 1686480"/>
              <a:gd name="connsiteX46" fmla="*/ 7231643 w 9288370"/>
              <a:gd name="connsiteY46" fmla="*/ 640778 h 1686480"/>
              <a:gd name="connsiteX47" fmla="*/ 7363123 w 9288370"/>
              <a:gd name="connsiteY47" fmla="*/ 593682 h 1686480"/>
              <a:gd name="connsiteX48" fmla="*/ 7588368 w 9288370"/>
              <a:gd name="connsiteY48" fmla="*/ 531129 h 1686480"/>
              <a:gd name="connsiteX49" fmla="*/ 7782741 w 9288370"/>
              <a:gd name="connsiteY49" fmla="*/ 455936 h 1686480"/>
              <a:gd name="connsiteX50" fmla="*/ 7952094 w 9288370"/>
              <a:gd name="connsiteY50" fmla="*/ 409302 h 1686480"/>
              <a:gd name="connsiteX51" fmla="*/ 8231938 w 9288370"/>
              <a:gd name="connsiteY51" fmla="*/ 259259 h 1686480"/>
              <a:gd name="connsiteX52" fmla="*/ 8428864 w 9288370"/>
              <a:gd name="connsiteY52" fmla="*/ 208471 h 1686480"/>
              <a:gd name="connsiteX53" fmla="*/ 8616510 w 9288370"/>
              <a:gd name="connsiteY53" fmla="*/ 161973 h 1686480"/>
              <a:gd name="connsiteX54" fmla="*/ 8826766 w 9288370"/>
              <a:gd name="connsiteY54" fmla="*/ 152111 h 1686480"/>
              <a:gd name="connsiteX55" fmla="*/ 8917647 w 9288370"/>
              <a:gd name="connsiteY55" fmla="*/ 112232 h 1686480"/>
              <a:gd name="connsiteX56" fmla="*/ 9182272 w 9288370"/>
              <a:gd name="connsiteY56" fmla="*/ 37171 h 1686480"/>
              <a:gd name="connsiteX57" fmla="*/ 9232990 w 9288370"/>
              <a:gd name="connsiteY57" fmla="*/ 24074 h 1686480"/>
              <a:gd name="connsiteX58" fmla="*/ 9288370 w 9288370"/>
              <a:gd name="connsiteY58" fmla="*/ 0 h 1686480"/>
              <a:gd name="connsiteX59" fmla="*/ 0 w 9288370"/>
              <a:gd name="connsiteY59" fmla="*/ 0 h 1686480"/>
              <a:gd name="connsiteX60" fmla="*/ 8158 w 9288370"/>
              <a:gd name="connsiteY60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352700 w 9288370"/>
              <a:gd name="connsiteY19" fmla="*/ 1264183 h 1686480"/>
              <a:gd name="connsiteX20" fmla="*/ 3444611 w 9288370"/>
              <a:gd name="connsiteY20" fmla="*/ 1236739 h 1686480"/>
              <a:gd name="connsiteX21" fmla="*/ 3534382 w 9288370"/>
              <a:gd name="connsiteY21" fmla="*/ 1245916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7546 w 9288370"/>
              <a:gd name="connsiteY26" fmla="*/ 1294697 h 1686480"/>
              <a:gd name="connsiteX27" fmla="*/ 4230008 w 9288370"/>
              <a:gd name="connsiteY27" fmla="*/ 1303546 h 1686480"/>
              <a:gd name="connsiteX28" fmla="*/ 4575478 w 9288370"/>
              <a:gd name="connsiteY28" fmla="*/ 1261726 h 1686480"/>
              <a:gd name="connsiteX29" fmla="*/ 4650026 w 9288370"/>
              <a:gd name="connsiteY29" fmla="*/ 1265798 h 1686480"/>
              <a:gd name="connsiteX30" fmla="*/ 4792008 w 9288370"/>
              <a:gd name="connsiteY30" fmla="*/ 1243899 h 1686480"/>
              <a:gd name="connsiteX31" fmla="*/ 4954126 w 9288370"/>
              <a:gd name="connsiteY31" fmla="*/ 1204617 h 1686480"/>
              <a:gd name="connsiteX32" fmla="*/ 5309678 w 9288370"/>
              <a:gd name="connsiteY32" fmla="*/ 1128278 h 1686480"/>
              <a:gd name="connsiteX33" fmla="*/ 5474724 w 9288370"/>
              <a:gd name="connsiteY33" fmla="*/ 1091167 h 1686480"/>
              <a:gd name="connsiteX34" fmla="*/ 5612132 w 9288370"/>
              <a:gd name="connsiteY34" fmla="*/ 1051509 h 1686480"/>
              <a:gd name="connsiteX35" fmla="*/ 5776618 w 9288370"/>
              <a:gd name="connsiteY35" fmla="*/ 1053037 h 1686480"/>
              <a:gd name="connsiteX36" fmla="*/ 5785786 w 9288370"/>
              <a:gd name="connsiteY36" fmla="*/ 1051213 h 1686480"/>
              <a:gd name="connsiteX37" fmla="*/ 5829381 w 9288370"/>
              <a:gd name="connsiteY37" fmla="*/ 1046878 h 1686480"/>
              <a:gd name="connsiteX38" fmla="*/ 5943596 w 9288370"/>
              <a:gd name="connsiteY38" fmla="*/ 1043237 h 1686480"/>
              <a:gd name="connsiteX39" fmla="*/ 5985730 w 9288370"/>
              <a:gd name="connsiteY39" fmla="*/ 1035396 h 1686480"/>
              <a:gd name="connsiteX40" fmla="*/ 6103109 w 9288370"/>
              <a:gd name="connsiteY40" fmla="*/ 1019019 h 1686480"/>
              <a:gd name="connsiteX41" fmla="*/ 6222406 w 9288370"/>
              <a:gd name="connsiteY41" fmla="*/ 985341 h 1686480"/>
              <a:gd name="connsiteX42" fmla="*/ 6598672 w 9288370"/>
              <a:gd name="connsiteY42" fmla="*/ 902062 h 1686480"/>
              <a:gd name="connsiteX43" fmla="*/ 6766149 w 9288370"/>
              <a:gd name="connsiteY43" fmla="*/ 846132 h 1686480"/>
              <a:gd name="connsiteX44" fmla="*/ 6886312 w 9288370"/>
              <a:gd name="connsiteY44" fmla="*/ 781877 h 1686480"/>
              <a:gd name="connsiteX45" fmla="*/ 7006457 w 9288370"/>
              <a:gd name="connsiteY45" fmla="*/ 699758 h 1686480"/>
              <a:gd name="connsiteX46" fmla="*/ 7231643 w 9288370"/>
              <a:gd name="connsiteY46" fmla="*/ 640778 h 1686480"/>
              <a:gd name="connsiteX47" fmla="*/ 7363123 w 9288370"/>
              <a:gd name="connsiteY47" fmla="*/ 593682 h 1686480"/>
              <a:gd name="connsiteX48" fmla="*/ 7588368 w 9288370"/>
              <a:gd name="connsiteY48" fmla="*/ 531129 h 1686480"/>
              <a:gd name="connsiteX49" fmla="*/ 7782741 w 9288370"/>
              <a:gd name="connsiteY49" fmla="*/ 455936 h 1686480"/>
              <a:gd name="connsiteX50" fmla="*/ 7952094 w 9288370"/>
              <a:gd name="connsiteY50" fmla="*/ 409302 h 1686480"/>
              <a:gd name="connsiteX51" fmla="*/ 8231938 w 9288370"/>
              <a:gd name="connsiteY51" fmla="*/ 259259 h 1686480"/>
              <a:gd name="connsiteX52" fmla="*/ 8428864 w 9288370"/>
              <a:gd name="connsiteY52" fmla="*/ 208471 h 1686480"/>
              <a:gd name="connsiteX53" fmla="*/ 8616510 w 9288370"/>
              <a:gd name="connsiteY53" fmla="*/ 161973 h 1686480"/>
              <a:gd name="connsiteX54" fmla="*/ 8826766 w 9288370"/>
              <a:gd name="connsiteY54" fmla="*/ 152111 h 1686480"/>
              <a:gd name="connsiteX55" fmla="*/ 8917647 w 9288370"/>
              <a:gd name="connsiteY55" fmla="*/ 112232 h 1686480"/>
              <a:gd name="connsiteX56" fmla="*/ 9182272 w 9288370"/>
              <a:gd name="connsiteY56" fmla="*/ 37171 h 1686480"/>
              <a:gd name="connsiteX57" fmla="*/ 9232990 w 9288370"/>
              <a:gd name="connsiteY57" fmla="*/ 24074 h 1686480"/>
              <a:gd name="connsiteX58" fmla="*/ 9288370 w 9288370"/>
              <a:gd name="connsiteY58" fmla="*/ 0 h 1686480"/>
              <a:gd name="connsiteX59" fmla="*/ 0 w 9288370"/>
              <a:gd name="connsiteY59" fmla="*/ 0 h 1686480"/>
              <a:gd name="connsiteX60" fmla="*/ 8158 w 9288370"/>
              <a:gd name="connsiteY60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352700 w 9288370"/>
              <a:gd name="connsiteY19" fmla="*/ 1264183 h 1686480"/>
              <a:gd name="connsiteX20" fmla="*/ 3420071 w 9288370"/>
              <a:gd name="connsiteY20" fmla="*/ 1283042 h 1686480"/>
              <a:gd name="connsiteX21" fmla="*/ 3534382 w 9288370"/>
              <a:gd name="connsiteY21" fmla="*/ 1245916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7546 w 9288370"/>
              <a:gd name="connsiteY26" fmla="*/ 1294697 h 1686480"/>
              <a:gd name="connsiteX27" fmla="*/ 4230008 w 9288370"/>
              <a:gd name="connsiteY27" fmla="*/ 1303546 h 1686480"/>
              <a:gd name="connsiteX28" fmla="*/ 4575478 w 9288370"/>
              <a:gd name="connsiteY28" fmla="*/ 1261726 h 1686480"/>
              <a:gd name="connsiteX29" fmla="*/ 4650026 w 9288370"/>
              <a:gd name="connsiteY29" fmla="*/ 1265798 h 1686480"/>
              <a:gd name="connsiteX30" fmla="*/ 4792008 w 9288370"/>
              <a:gd name="connsiteY30" fmla="*/ 1243899 h 1686480"/>
              <a:gd name="connsiteX31" fmla="*/ 4954126 w 9288370"/>
              <a:gd name="connsiteY31" fmla="*/ 1204617 h 1686480"/>
              <a:gd name="connsiteX32" fmla="*/ 5309678 w 9288370"/>
              <a:gd name="connsiteY32" fmla="*/ 1128278 h 1686480"/>
              <a:gd name="connsiteX33" fmla="*/ 5474724 w 9288370"/>
              <a:gd name="connsiteY33" fmla="*/ 1091167 h 1686480"/>
              <a:gd name="connsiteX34" fmla="*/ 5612132 w 9288370"/>
              <a:gd name="connsiteY34" fmla="*/ 1051509 h 1686480"/>
              <a:gd name="connsiteX35" fmla="*/ 5776618 w 9288370"/>
              <a:gd name="connsiteY35" fmla="*/ 1053037 h 1686480"/>
              <a:gd name="connsiteX36" fmla="*/ 5785786 w 9288370"/>
              <a:gd name="connsiteY36" fmla="*/ 1051213 h 1686480"/>
              <a:gd name="connsiteX37" fmla="*/ 5829381 w 9288370"/>
              <a:gd name="connsiteY37" fmla="*/ 1046878 h 1686480"/>
              <a:gd name="connsiteX38" fmla="*/ 5943596 w 9288370"/>
              <a:gd name="connsiteY38" fmla="*/ 1043237 h 1686480"/>
              <a:gd name="connsiteX39" fmla="*/ 5985730 w 9288370"/>
              <a:gd name="connsiteY39" fmla="*/ 1035396 h 1686480"/>
              <a:gd name="connsiteX40" fmla="*/ 6103109 w 9288370"/>
              <a:gd name="connsiteY40" fmla="*/ 1019019 h 1686480"/>
              <a:gd name="connsiteX41" fmla="*/ 6222406 w 9288370"/>
              <a:gd name="connsiteY41" fmla="*/ 985341 h 1686480"/>
              <a:gd name="connsiteX42" fmla="*/ 6598672 w 9288370"/>
              <a:gd name="connsiteY42" fmla="*/ 902062 h 1686480"/>
              <a:gd name="connsiteX43" fmla="*/ 6766149 w 9288370"/>
              <a:gd name="connsiteY43" fmla="*/ 846132 h 1686480"/>
              <a:gd name="connsiteX44" fmla="*/ 6886312 w 9288370"/>
              <a:gd name="connsiteY44" fmla="*/ 781877 h 1686480"/>
              <a:gd name="connsiteX45" fmla="*/ 7006457 w 9288370"/>
              <a:gd name="connsiteY45" fmla="*/ 699758 h 1686480"/>
              <a:gd name="connsiteX46" fmla="*/ 7231643 w 9288370"/>
              <a:gd name="connsiteY46" fmla="*/ 640778 h 1686480"/>
              <a:gd name="connsiteX47" fmla="*/ 7363123 w 9288370"/>
              <a:gd name="connsiteY47" fmla="*/ 593682 h 1686480"/>
              <a:gd name="connsiteX48" fmla="*/ 7588368 w 9288370"/>
              <a:gd name="connsiteY48" fmla="*/ 531129 h 1686480"/>
              <a:gd name="connsiteX49" fmla="*/ 7782741 w 9288370"/>
              <a:gd name="connsiteY49" fmla="*/ 455936 h 1686480"/>
              <a:gd name="connsiteX50" fmla="*/ 7952094 w 9288370"/>
              <a:gd name="connsiteY50" fmla="*/ 409302 h 1686480"/>
              <a:gd name="connsiteX51" fmla="*/ 8231938 w 9288370"/>
              <a:gd name="connsiteY51" fmla="*/ 259259 h 1686480"/>
              <a:gd name="connsiteX52" fmla="*/ 8428864 w 9288370"/>
              <a:gd name="connsiteY52" fmla="*/ 208471 h 1686480"/>
              <a:gd name="connsiteX53" fmla="*/ 8616510 w 9288370"/>
              <a:gd name="connsiteY53" fmla="*/ 161973 h 1686480"/>
              <a:gd name="connsiteX54" fmla="*/ 8826766 w 9288370"/>
              <a:gd name="connsiteY54" fmla="*/ 152111 h 1686480"/>
              <a:gd name="connsiteX55" fmla="*/ 8917647 w 9288370"/>
              <a:gd name="connsiteY55" fmla="*/ 112232 h 1686480"/>
              <a:gd name="connsiteX56" fmla="*/ 9182272 w 9288370"/>
              <a:gd name="connsiteY56" fmla="*/ 37171 h 1686480"/>
              <a:gd name="connsiteX57" fmla="*/ 9232990 w 9288370"/>
              <a:gd name="connsiteY57" fmla="*/ 24074 h 1686480"/>
              <a:gd name="connsiteX58" fmla="*/ 9288370 w 9288370"/>
              <a:gd name="connsiteY58" fmla="*/ 0 h 1686480"/>
              <a:gd name="connsiteX59" fmla="*/ 0 w 9288370"/>
              <a:gd name="connsiteY59" fmla="*/ 0 h 1686480"/>
              <a:gd name="connsiteX60" fmla="*/ 8158 w 9288370"/>
              <a:gd name="connsiteY60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261550 w 9288370"/>
              <a:gd name="connsiteY19" fmla="*/ 1289117 h 1686480"/>
              <a:gd name="connsiteX20" fmla="*/ 3420071 w 9288370"/>
              <a:gd name="connsiteY20" fmla="*/ 1283042 h 1686480"/>
              <a:gd name="connsiteX21" fmla="*/ 3534382 w 9288370"/>
              <a:gd name="connsiteY21" fmla="*/ 1245916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7546 w 9288370"/>
              <a:gd name="connsiteY26" fmla="*/ 1294697 h 1686480"/>
              <a:gd name="connsiteX27" fmla="*/ 4230008 w 9288370"/>
              <a:gd name="connsiteY27" fmla="*/ 1303546 h 1686480"/>
              <a:gd name="connsiteX28" fmla="*/ 4575478 w 9288370"/>
              <a:gd name="connsiteY28" fmla="*/ 1261726 h 1686480"/>
              <a:gd name="connsiteX29" fmla="*/ 4650026 w 9288370"/>
              <a:gd name="connsiteY29" fmla="*/ 1265798 h 1686480"/>
              <a:gd name="connsiteX30" fmla="*/ 4792008 w 9288370"/>
              <a:gd name="connsiteY30" fmla="*/ 1243899 h 1686480"/>
              <a:gd name="connsiteX31" fmla="*/ 4954126 w 9288370"/>
              <a:gd name="connsiteY31" fmla="*/ 1204617 h 1686480"/>
              <a:gd name="connsiteX32" fmla="*/ 5309678 w 9288370"/>
              <a:gd name="connsiteY32" fmla="*/ 1128278 h 1686480"/>
              <a:gd name="connsiteX33" fmla="*/ 5474724 w 9288370"/>
              <a:gd name="connsiteY33" fmla="*/ 1091167 h 1686480"/>
              <a:gd name="connsiteX34" fmla="*/ 5612132 w 9288370"/>
              <a:gd name="connsiteY34" fmla="*/ 1051509 h 1686480"/>
              <a:gd name="connsiteX35" fmla="*/ 5776618 w 9288370"/>
              <a:gd name="connsiteY35" fmla="*/ 1053037 h 1686480"/>
              <a:gd name="connsiteX36" fmla="*/ 5785786 w 9288370"/>
              <a:gd name="connsiteY36" fmla="*/ 1051213 h 1686480"/>
              <a:gd name="connsiteX37" fmla="*/ 5829381 w 9288370"/>
              <a:gd name="connsiteY37" fmla="*/ 1046878 h 1686480"/>
              <a:gd name="connsiteX38" fmla="*/ 5943596 w 9288370"/>
              <a:gd name="connsiteY38" fmla="*/ 1043237 h 1686480"/>
              <a:gd name="connsiteX39" fmla="*/ 5985730 w 9288370"/>
              <a:gd name="connsiteY39" fmla="*/ 1035396 h 1686480"/>
              <a:gd name="connsiteX40" fmla="*/ 6103109 w 9288370"/>
              <a:gd name="connsiteY40" fmla="*/ 1019019 h 1686480"/>
              <a:gd name="connsiteX41" fmla="*/ 6222406 w 9288370"/>
              <a:gd name="connsiteY41" fmla="*/ 985341 h 1686480"/>
              <a:gd name="connsiteX42" fmla="*/ 6598672 w 9288370"/>
              <a:gd name="connsiteY42" fmla="*/ 902062 h 1686480"/>
              <a:gd name="connsiteX43" fmla="*/ 6766149 w 9288370"/>
              <a:gd name="connsiteY43" fmla="*/ 846132 h 1686480"/>
              <a:gd name="connsiteX44" fmla="*/ 6886312 w 9288370"/>
              <a:gd name="connsiteY44" fmla="*/ 781877 h 1686480"/>
              <a:gd name="connsiteX45" fmla="*/ 7006457 w 9288370"/>
              <a:gd name="connsiteY45" fmla="*/ 699758 h 1686480"/>
              <a:gd name="connsiteX46" fmla="*/ 7231643 w 9288370"/>
              <a:gd name="connsiteY46" fmla="*/ 640778 h 1686480"/>
              <a:gd name="connsiteX47" fmla="*/ 7363123 w 9288370"/>
              <a:gd name="connsiteY47" fmla="*/ 593682 h 1686480"/>
              <a:gd name="connsiteX48" fmla="*/ 7588368 w 9288370"/>
              <a:gd name="connsiteY48" fmla="*/ 531129 h 1686480"/>
              <a:gd name="connsiteX49" fmla="*/ 7782741 w 9288370"/>
              <a:gd name="connsiteY49" fmla="*/ 455936 h 1686480"/>
              <a:gd name="connsiteX50" fmla="*/ 7952094 w 9288370"/>
              <a:gd name="connsiteY50" fmla="*/ 409302 h 1686480"/>
              <a:gd name="connsiteX51" fmla="*/ 8231938 w 9288370"/>
              <a:gd name="connsiteY51" fmla="*/ 259259 h 1686480"/>
              <a:gd name="connsiteX52" fmla="*/ 8428864 w 9288370"/>
              <a:gd name="connsiteY52" fmla="*/ 208471 h 1686480"/>
              <a:gd name="connsiteX53" fmla="*/ 8616510 w 9288370"/>
              <a:gd name="connsiteY53" fmla="*/ 161973 h 1686480"/>
              <a:gd name="connsiteX54" fmla="*/ 8826766 w 9288370"/>
              <a:gd name="connsiteY54" fmla="*/ 152111 h 1686480"/>
              <a:gd name="connsiteX55" fmla="*/ 8917647 w 9288370"/>
              <a:gd name="connsiteY55" fmla="*/ 112232 h 1686480"/>
              <a:gd name="connsiteX56" fmla="*/ 9182272 w 9288370"/>
              <a:gd name="connsiteY56" fmla="*/ 37171 h 1686480"/>
              <a:gd name="connsiteX57" fmla="*/ 9232990 w 9288370"/>
              <a:gd name="connsiteY57" fmla="*/ 24074 h 1686480"/>
              <a:gd name="connsiteX58" fmla="*/ 9288370 w 9288370"/>
              <a:gd name="connsiteY58" fmla="*/ 0 h 1686480"/>
              <a:gd name="connsiteX59" fmla="*/ 0 w 9288370"/>
              <a:gd name="connsiteY59" fmla="*/ 0 h 1686480"/>
              <a:gd name="connsiteX60" fmla="*/ 8158 w 9288370"/>
              <a:gd name="connsiteY60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261550 w 9288370"/>
              <a:gd name="connsiteY19" fmla="*/ 1289117 h 1686480"/>
              <a:gd name="connsiteX20" fmla="*/ 3409554 w 9288370"/>
              <a:gd name="connsiteY20" fmla="*/ 1258110 h 1686480"/>
              <a:gd name="connsiteX21" fmla="*/ 3534382 w 9288370"/>
              <a:gd name="connsiteY21" fmla="*/ 1245916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7546 w 9288370"/>
              <a:gd name="connsiteY26" fmla="*/ 1294697 h 1686480"/>
              <a:gd name="connsiteX27" fmla="*/ 4230008 w 9288370"/>
              <a:gd name="connsiteY27" fmla="*/ 1303546 h 1686480"/>
              <a:gd name="connsiteX28" fmla="*/ 4575478 w 9288370"/>
              <a:gd name="connsiteY28" fmla="*/ 1261726 h 1686480"/>
              <a:gd name="connsiteX29" fmla="*/ 4650026 w 9288370"/>
              <a:gd name="connsiteY29" fmla="*/ 1265798 h 1686480"/>
              <a:gd name="connsiteX30" fmla="*/ 4792008 w 9288370"/>
              <a:gd name="connsiteY30" fmla="*/ 1243899 h 1686480"/>
              <a:gd name="connsiteX31" fmla="*/ 4954126 w 9288370"/>
              <a:gd name="connsiteY31" fmla="*/ 1204617 h 1686480"/>
              <a:gd name="connsiteX32" fmla="*/ 5309678 w 9288370"/>
              <a:gd name="connsiteY32" fmla="*/ 1128278 h 1686480"/>
              <a:gd name="connsiteX33" fmla="*/ 5474724 w 9288370"/>
              <a:gd name="connsiteY33" fmla="*/ 1091167 h 1686480"/>
              <a:gd name="connsiteX34" fmla="*/ 5612132 w 9288370"/>
              <a:gd name="connsiteY34" fmla="*/ 1051509 h 1686480"/>
              <a:gd name="connsiteX35" fmla="*/ 5776618 w 9288370"/>
              <a:gd name="connsiteY35" fmla="*/ 1053037 h 1686480"/>
              <a:gd name="connsiteX36" fmla="*/ 5785786 w 9288370"/>
              <a:gd name="connsiteY36" fmla="*/ 1051213 h 1686480"/>
              <a:gd name="connsiteX37" fmla="*/ 5829381 w 9288370"/>
              <a:gd name="connsiteY37" fmla="*/ 1046878 h 1686480"/>
              <a:gd name="connsiteX38" fmla="*/ 5943596 w 9288370"/>
              <a:gd name="connsiteY38" fmla="*/ 1043237 h 1686480"/>
              <a:gd name="connsiteX39" fmla="*/ 5985730 w 9288370"/>
              <a:gd name="connsiteY39" fmla="*/ 1035396 h 1686480"/>
              <a:gd name="connsiteX40" fmla="*/ 6103109 w 9288370"/>
              <a:gd name="connsiteY40" fmla="*/ 1019019 h 1686480"/>
              <a:gd name="connsiteX41" fmla="*/ 6222406 w 9288370"/>
              <a:gd name="connsiteY41" fmla="*/ 985341 h 1686480"/>
              <a:gd name="connsiteX42" fmla="*/ 6598672 w 9288370"/>
              <a:gd name="connsiteY42" fmla="*/ 902062 h 1686480"/>
              <a:gd name="connsiteX43" fmla="*/ 6766149 w 9288370"/>
              <a:gd name="connsiteY43" fmla="*/ 846132 h 1686480"/>
              <a:gd name="connsiteX44" fmla="*/ 6886312 w 9288370"/>
              <a:gd name="connsiteY44" fmla="*/ 781877 h 1686480"/>
              <a:gd name="connsiteX45" fmla="*/ 7006457 w 9288370"/>
              <a:gd name="connsiteY45" fmla="*/ 699758 h 1686480"/>
              <a:gd name="connsiteX46" fmla="*/ 7231643 w 9288370"/>
              <a:gd name="connsiteY46" fmla="*/ 640778 h 1686480"/>
              <a:gd name="connsiteX47" fmla="*/ 7363123 w 9288370"/>
              <a:gd name="connsiteY47" fmla="*/ 593682 h 1686480"/>
              <a:gd name="connsiteX48" fmla="*/ 7588368 w 9288370"/>
              <a:gd name="connsiteY48" fmla="*/ 531129 h 1686480"/>
              <a:gd name="connsiteX49" fmla="*/ 7782741 w 9288370"/>
              <a:gd name="connsiteY49" fmla="*/ 455936 h 1686480"/>
              <a:gd name="connsiteX50" fmla="*/ 7952094 w 9288370"/>
              <a:gd name="connsiteY50" fmla="*/ 409302 h 1686480"/>
              <a:gd name="connsiteX51" fmla="*/ 8231938 w 9288370"/>
              <a:gd name="connsiteY51" fmla="*/ 259259 h 1686480"/>
              <a:gd name="connsiteX52" fmla="*/ 8428864 w 9288370"/>
              <a:gd name="connsiteY52" fmla="*/ 208471 h 1686480"/>
              <a:gd name="connsiteX53" fmla="*/ 8616510 w 9288370"/>
              <a:gd name="connsiteY53" fmla="*/ 161973 h 1686480"/>
              <a:gd name="connsiteX54" fmla="*/ 8826766 w 9288370"/>
              <a:gd name="connsiteY54" fmla="*/ 152111 h 1686480"/>
              <a:gd name="connsiteX55" fmla="*/ 8917647 w 9288370"/>
              <a:gd name="connsiteY55" fmla="*/ 112232 h 1686480"/>
              <a:gd name="connsiteX56" fmla="*/ 9182272 w 9288370"/>
              <a:gd name="connsiteY56" fmla="*/ 37171 h 1686480"/>
              <a:gd name="connsiteX57" fmla="*/ 9232990 w 9288370"/>
              <a:gd name="connsiteY57" fmla="*/ 24074 h 1686480"/>
              <a:gd name="connsiteX58" fmla="*/ 9288370 w 9288370"/>
              <a:gd name="connsiteY58" fmla="*/ 0 h 1686480"/>
              <a:gd name="connsiteX59" fmla="*/ 0 w 9288370"/>
              <a:gd name="connsiteY59" fmla="*/ 0 h 1686480"/>
              <a:gd name="connsiteX60" fmla="*/ 8158 w 9288370"/>
              <a:gd name="connsiteY60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261550 w 9288370"/>
              <a:gd name="connsiteY19" fmla="*/ 1289117 h 1686480"/>
              <a:gd name="connsiteX20" fmla="*/ 3409554 w 9288370"/>
              <a:gd name="connsiteY20" fmla="*/ 1258110 h 1686480"/>
              <a:gd name="connsiteX21" fmla="*/ 3534382 w 9288370"/>
              <a:gd name="connsiteY21" fmla="*/ 1245916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7546 w 9288370"/>
              <a:gd name="connsiteY26" fmla="*/ 1294697 h 1686480"/>
              <a:gd name="connsiteX27" fmla="*/ 4575478 w 9288370"/>
              <a:gd name="connsiteY27" fmla="*/ 1261726 h 1686480"/>
              <a:gd name="connsiteX28" fmla="*/ 4650026 w 9288370"/>
              <a:gd name="connsiteY28" fmla="*/ 1265798 h 1686480"/>
              <a:gd name="connsiteX29" fmla="*/ 4792008 w 9288370"/>
              <a:gd name="connsiteY29" fmla="*/ 1243899 h 1686480"/>
              <a:gd name="connsiteX30" fmla="*/ 4954126 w 9288370"/>
              <a:gd name="connsiteY30" fmla="*/ 1204617 h 1686480"/>
              <a:gd name="connsiteX31" fmla="*/ 5309678 w 9288370"/>
              <a:gd name="connsiteY31" fmla="*/ 1128278 h 1686480"/>
              <a:gd name="connsiteX32" fmla="*/ 5474724 w 9288370"/>
              <a:gd name="connsiteY32" fmla="*/ 1091167 h 1686480"/>
              <a:gd name="connsiteX33" fmla="*/ 5612132 w 9288370"/>
              <a:gd name="connsiteY33" fmla="*/ 1051509 h 1686480"/>
              <a:gd name="connsiteX34" fmla="*/ 5776618 w 9288370"/>
              <a:gd name="connsiteY34" fmla="*/ 1053037 h 1686480"/>
              <a:gd name="connsiteX35" fmla="*/ 5785786 w 9288370"/>
              <a:gd name="connsiteY35" fmla="*/ 1051213 h 1686480"/>
              <a:gd name="connsiteX36" fmla="*/ 5829381 w 9288370"/>
              <a:gd name="connsiteY36" fmla="*/ 1046878 h 1686480"/>
              <a:gd name="connsiteX37" fmla="*/ 5943596 w 9288370"/>
              <a:gd name="connsiteY37" fmla="*/ 1043237 h 1686480"/>
              <a:gd name="connsiteX38" fmla="*/ 5985730 w 9288370"/>
              <a:gd name="connsiteY38" fmla="*/ 1035396 h 1686480"/>
              <a:gd name="connsiteX39" fmla="*/ 6103109 w 9288370"/>
              <a:gd name="connsiteY39" fmla="*/ 1019019 h 1686480"/>
              <a:gd name="connsiteX40" fmla="*/ 6222406 w 9288370"/>
              <a:gd name="connsiteY40" fmla="*/ 985341 h 1686480"/>
              <a:gd name="connsiteX41" fmla="*/ 6598672 w 9288370"/>
              <a:gd name="connsiteY41" fmla="*/ 902062 h 1686480"/>
              <a:gd name="connsiteX42" fmla="*/ 6766149 w 9288370"/>
              <a:gd name="connsiteY42" fmla="*/ 846132 h 1686480"/>
              <a:gd name="connsiteX43" fmla="*/ 6886312 w 9288370"/>
              <a:gd name="connsiteY43" fmla="*/ 781877 h 1686480"/>
              <a:gd name="connsiteX44" fmla="*/ 7006457 w 9288370"/>
              <a:gd name="connsiteY44" fmla="*/ 699758 h 1686480"/>
              <a:gd name="connsiteX45" fmla="*/ 7231643 w 9288370"/>
              <a:gd name="connsiteY45" fmla="*/ 640778 h 1686480"/>
              <a:gd name="connsiteX46" fmla="*/ 7363123 w 9288370"/>
              <a:gd name="connsiteY46" fmla="*/ 593682 h 1686480"/>
              <a:gd name="connsiteX47" fmla="*/ 7588368 w 9288370"/>
              <a:gd name="connsiteY47" fmla="*/ 531129 h 1686480"/>
              <a:gd name="connsiteX48" fmla="*/ 7782741 w 9288370"/>
              <a:gd name="connsiteY48" fmla="*/ 455936 h 1686480"/>
              <a:gd name="connsiteX49" fmla="*/ 7952094 w 9288370"/>
              <a:gd name="connsiteY49" fmla="*/ 409302 h 1686480"/>
              <a:gd name="connsiteX50" fmla="*/ 8231938 w 9288370"/>
              <a:gd name="connsiteY50" fmla="*/ 259259 h 1686480"/>
              <a:gd name="connsiteX51" fmla="*/ 8428864 w 9288370"/>
              <a:gd name="connsiteY51" fmla="*/ 208471 h 1686480"/>
              <a:gd name="connsiteX52" fmla="*/ 8616510 w 9288370"/>
              <a:gd name="connsiteY52" fmla="*/ 161973 h 1686480"/>
              <a:gd name="connsiteX53" fmla="*/ 8826766 w 9288370"/>
              <a:gd name="connsiteY53" fmla="*/ 152111 h 1686480"/>
              <a:gd name="connsiteX54" fmla="*/ 8917647 w 9288370"/>
              <a:gd name="connsiteY54" fmla="*/ 112232 h 1686480"/>
              <a:gd name="connsiteX55" fmla="*/ 9182272 w 9288370"/>
              <a:gd name="connsiteY55" fmla="*/ 37171 h 1686480"/>
              <a:gd name="connsiteX56" fmla="*/ 9232990 w 9288370"/>
              <a:gd name="connsiteY56" fmla="*/ 24074 h 1686480"/>
              <a:gd name="connsiteX57" fmla="*/ 9288370 w 9288370"/>
              <a:gd name="connsiteY57" fmla="*/ 0 h 1686480"/>
              <a:gd name="connsiteX58" fmla="*/ 0 w 9288370"/>
              <a:gd name="connsiteY58" fmla="*/ 0 h 1686480"/>
              <a:gd name="connsiteX59" fmla="*/ 8158 w 9288370"/>
              <a:gd name="connsiteY59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261550 w 9288370"/>
              <a:gd name="connsiteY19" fmla="*/ 1289117 h 1686480"/>
              <a:gd name="connsiteX20" fmla="*/ 3409554 w 9288370"/>
              <a:gd name="connsiteY20" fmla="*/ 1258110 h 1686480"/>
              <a:gd name="connsiteX21" fmla="*/ 3534382 w 9288370"/>
              <a:gd name="connsiteY21" fmla="*/ 1245916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7546 w 9288370"/>
              <a:gd name="connsiteY26" fmla="*/ 1294697 h 1686480"/>
              <a:gd name="connsiteX27" fmla="*/ 4575478 w 9288370"/>
              <a:gd name="connsiteY27" fmla="*/ 1261726 h 1686480"/>
              <a:gd name="connsiteX28" fmla="*/ 4650026 w 9288370"/>
              <a:gd name="connsiteY28" fmla="*/ 1265798 h 1686480"/>
              <a:gd name="connsiteX29" fmla="*/ 4792008 w 9288370"/>
              <a:gd name="connsiteY29" fmla="*/ 1243899 h 1686480"/>
              <a:gd name="connsiteX30" fmla="*/ 4954126 w 9288370"/>
              <a:gd name="connsiteY30" fmla="*/ 1204617 h 1686480"/>
              <a:gd name="connsiteX31" fmla="*/ 5309678 w 9288370"/>
              <a:gd name="connsiteY31" fmla="*/ 1128278 h 1686480"/>
              <a:gd name="connsiteX32" fmla="*/ 5474724 w 9288370"/>
              <a:gd name="connsiteY32" fmla="*/ 1091167 h 1686480"/>
              <a:gd name="connsiteX33" fmla="*/ 5612132 w 9288370"/>
              <a:gd name="connsiteY33" fmla="*/ 1051509 h 1686480"/>
              <a:gd name="connsiteX34" fmla="*/ 5776618 w 9288370"/>
              <a:gd name="connsiteY34" fmla="*/ 1053037 h 1686480"/>
              <a:gd name="connsiteX35" fmla="*/ 5785786 w 9288370"/>
              <a:gd name="connsiteY35" fmla="*/ 1051213 h 1686480"/>
              <a:gd name="connsiteX36" fmla="*/ 5829381 w 9288370"/>
              <a:gd name="connsiteY36" fmla="*/ 1046878 h 1686480"/>
              <a:gd name="connsiteX37" fmla="*/ 5943596 w 9288370"/>
              <a:gd name="connsiteY37" fmla="*/ 1043237 h 1686480"/>
              <a:gd name="connsiteX38" fmla="*/ 5985730 w 9288370"/>
              <a:gd name="connsiteY38" fmla="*/ 1035396 h 1686480"/>
              <a:gd name="connsiteX39" fmla="*/ 6103109 w 9288370"/>
              <a:gd name="connsiteY39" fmla="*/ 1019019 h 1686480"/>
              <a:gd name="connsiteX40" fmla="*/ 6222406 w 9288370"/>
              <a:gd name="connsiteY40" fmla="*/ 985341 h 1686480"/>
              <a:gd name="connsiteX41" fmla="*/ 6598672 w 9288370"/>
              <a:gd name="connsiteY41" fmla="*/ 902062 h 1686480"/>
              <a:gd name="connsiteX42" fmla="*/ 6766149 w 9288370"/>
              <a:gd name="connsiteY42" fmla="*/ 846132 h 1686480"/>
              <a:gd name="connsiteX43" fmla="*/ 6886312 w 9288370"/>
              <a:gd name="connsiteY43" fmla="*/ 781877 h 1686480"/>
              <a:gd name="connsiteX44" fmla="*/ 7006457 w 9288370"/>
              <a:gd name="connsiteY44" fmla="*/ 699758 h 1686480"/>
              <a:gd name="connsiteX45" fmla="*/ 7231643 w 9288370"/>
              <a:gd name="connsiteY45" fmla="*/ 640778 h 1686480"/>
              <a:gd name="connsiteX46" fmla="*/ 7363123 w 9288370"/>
              <a:gd name="connsiteY46" fmla="*/ 593682 h 1686480"/>
              <a:gd name="connsiteX47" fmla="*/ 7588368 w 9288370"/>
              <a:gd name="connsiteY47" fmla="*/ 531129 h 1686480"/>
              <a:gd name="connsiteX48" fmla="*/ 7782741 w 9288370"/>
              <a:gd name="connsiteY48" fmla="*/ 455936 h 1686480"/>
              <a:gd name="connsiteX49" fmla="*/ 7952094 w 9288370"/>
              <a:gd name="connsiteY49" fmla="*/ 409302 h 1686480"/>
              <a:gd name="connsiteX50" fmla="*/ 8231938 w 9288370"/>
              <a:gd name="connsiteY50" fmla="*/ 259259 h 1686480"/>
              <a:gd name="connsiteX51" fmla="*/ 8428864 w 9288370"/>
              <a:gd name="connsiteY51" fmla="*/ 208471 h 1686480"/>
              <a:gd name="connsiteX52" fmla="*/ 8616510 w 9288370"/>
              <a:gd name="connsiteY52" fmla="*/ 161973 h 1686480"/>
              <a:gd name="connsiteX53" fmla="*/ 8826766 w 9288370"/>
              <a:gd name="connsiteY53" fmla="*/ 152111 h 1686480"/>
              <a:gd name="connsiteX54" fmla="*/ 8917647 w 9288370"/>
              <a:gd name="connsiteY54" fmla="*/ 112232 h 1686480"/>
              <a:gd name="connsiteX55" fmla="*/ 9182272 w 9288370"/>
              <a:gd name="connsiteY55" fmla="*/ 37171 h 1686480"/>
              <a:gd name="connsiteX56" fmla="*/ 9232990 w 9288370"/>
              <a:gd name="connsiteY56" fmla="*/ 24074 h 1686480"/>
              <a:gd name="connsiteX57" fmla="*/ 9288370 w 9288370"/>
              <a:gd name="connsiteY57" fmla="*/ 0 h 1686480"/>
              <a:gd name="connsiteX58" fmla="*/ 0 w 9288370"/>
              <a:gd name="connsiteY58" fmla="*/ 0 h 1686480"/>
              <a:gd name="connsiteX59" fmla="*/ 8158 w 9288370"/>
              <a:gd name="connsiteY59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261550 w 9288370"/>
              <a:gd name="connsiteY19" fmla="*/ 1289117 h 1686480"/>
              <a:gd name="connsiteX20" fmla="*/ 3409554 w 9288370"/>
              <a:gd name="connsiteY20" fmla="*/ 1258110 h 1686480"/>
              <a:gd name="connsiteX21" fmla="*/ 3534382 w 9288370"/>
              <a:gd name="connsiteY21" fmla="*/ 1245916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0534 w 9288370"/>
              <a:gd name="connsiteY26" fmla="*/ 1273326 h 1686480"/>
              <a:gd name="connsiteX27" fmla="*/ 4575478 w 9288370"/>
              <a:gd name="connsiteY27" fmla="*/ 1261726 h 1686480"/>
              <a:gd name="connsiteX28" fmla="*/ 4650026 w 9288370"/>
              <a:gd name="connsiteY28" fmla="*/ 1265798 h 1686480"/>
              <a:gd name="connsiteX29" fmla="*/ 4792008 w 9288370"/>
              <a:gd name="connsiteY29" fmla="*/ 1243899 h 1686480"/>
              <a:gd name="connsiteX30" fmla="*/ 4954126 w 9288370"/>
              <a:gd name="connsiteY30" fmla="*/ 1204617 h 1686480"/>
              <a:gd name="connsiteX31" fmla="*/ 5309678 w 9288370"/>
              <a:gd name="connsiteY31" fmla="*/ 1128278 h 1686480"/>
              <a:gd name="connsiteX32" fmla="*/ 5474724 w 9288370"/>
              <a:gd name="connsiteY32" fmla="*/ 1091167 h 1686480"/>
              <a:gd name="connsiteX33" fmla="*/ 5612132 w 9288370"/>
              <a:gd name="connsiteY33" fmla="*/ 1051509 h 1686480"/>
              <a:gd name="connsiteX34" fmla="*/ 5776618 w 9288370"/>
              <a:gd name="connsiteY34" fmla="*/ 1053037 h 1686480"/>
              <a:gd name="connsiteX35" fmla="*/ 5785786 w 9288370"/>
              <a:gd name="connsiteY35" fmla="*/ 1051213 h 1686480"/>
              <a:gd name="connsiteX36" fmla="*/ 5829381 w 9288370"/>
              <a:gd name="connsiteY36" fmla="*/ 1046878 h 1686480"/>
              <a:gd name="connsiteX37" fmla="*/ 5943596 w 9288370"/>
              <a:gd name="connsiteY37" fmla="*/ 1043237 h 1686480"/>
              <a:gd name="connsiteX38" fmla="*/ 5985730 w 9288370"/>
              <a:gd name="connsiteY38" fmla="*/ 1035396 h 1686480"/>
              <a:gd name="connsiteX39" fmla="*/ 6103109 w 9288370"/>
              <a:gd name="connsiteY39" fmla="*/ 1019019 h 1686480"/>
              <a:gd name="connsiteX40" fmla="*/ 6222406 w 9288370"/>
              <a:gd name="connsiteY40" fmla="*/ 985341 h 1686480"/>
              <a:gd name="connsiteX41" fmla="*/ 6598672 w 9288370"/>
              <a:gd name="connsiteY41" fmla="*/ 902062 h 1686480"/>
              <a:gd name="connsiteX42" fmla="*/ 6766149 w 9288370"/>
              <a:gd name="connsiteY42" fmla="*/ 846132 h 1686480"/>
              <a:gd name="connsiteX43" fmla="*/ 6886312 w 9288370"/>
              <a:gd name="connsiteY43" fmla="*/ 781877 h 1686480"/>
              <a:gd name="connsiteX44" fmla="*/ 7006457 w 9288370"/>
              <a:gd name="connsiteY44" fmla="*/ 699758 h 1686480"/>
              <a:gd name="connsiteX45" fmla="*/ 7231643 w 9288370"/>
              <a:gd name="connsiteY45" fmla="*/ 640778 h 1686480"/>
              <a:gd name="connsiteX46" fmla="*/ 7363123 w 9288370"/>
              <a:gd name="connsiteY46" fmla="*/ 593682 h 1686480"/>
              <a:gd name="connsiteX47" fmla="*/ 7588368 w 9288370"/>
              <a:gd name="connsiteY47" fmla="*/ 531129 h 1686480"/>
              <a:gd name="connsiteX48" fmla="*/ 7782741 w 9288370"/>
              <a:gd name="connsiteY48" fmla="*/ 455936 h 1686480"/>
              <a:gd name="connsiteX49" fmla="*/ 7952094 w 9288370"/>
              <a:gd name="connsiteY49" fmla="*/ 409302 h 1686480"/>
              <a:gd name="connsiteX50" fmla="*/ 8231938 w 9288370"/>
              <a:gd name="connsiteY50" fmla="*/ 259259 h 1686480"/>
              <a:gd name="connsiteX51" fmla="*/ 8428864 w 9288370"/>
              <a:gd name="connsiteY51" fmla="*/ 208471 h 1686480"/>
              <a:gd name="connsiteX52" fmla="*/ 8616510 w 9288370"/>
              <a:gd name="connsiteY52" fmla="*/ 161973 h 1686480"/>
              <a:gd name="connsiteX53" fmla="*/ 8826766 w 9288370"/>
              <a:gd name="connsiteY53" fmla="*/ 152111 h 1686480"/>
              <a:gd name="connsiteX54" fmla="*/ 8917647 w 9288370"/>
              <a:gd name="connsiteY54" fmla="*/ 112232 h 1686480"/>
              <a:gd name="connsiteX55" fmla="*/ 9182272 w 9288370"/>
              <a:gd name="connsiteY55" fmla="*/ 37171 h 1686480"/>
              <a:gd name="connsiteX56" fmla="*/ 9232990 w 9288370"/>
              <a:gd name="connsiteY56" fmla="*/ 24074 h 1686480"/>
              <a:gd name="connsiteX57" fmla="*/ 9288370 w 9288370"/>
              <a:gd name="connsiteY57" fmla="*/ 0 h 1686480"/>
              <a:gd name="connsiteX58" fmla="*/ 0 w 9288370"/>
              <a:gd name="connsiteY58" fmla="*/ 0 h 1686480"/>
              <a:gd name="connsiteX59" fmla="*/ 8158 w 9288370"/>
              <a:gd name="connsiteY59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261550 w 9288370"/>
              <a:gd name="connsiteY19" fmla="*/ 1289117 h 1686480"/>
              <a:gd name="connsiteX20" fmla="*/ 3409554 w 9288370"/>
              <a:gd name="connsiteY20" fmla="*/ 1258110 h 1686480"/>
              <a:gd name="connsiteX21" fmla="*/ 3534382 w 9288370"/>
              <a:gd name="connsiteY21" fmla="*/ 1245916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0534 w 9288370"/>
              <a:gd name="connsiteY26" fmla="*/ 1273326 h 1686480"/>
              <a:gd name="connsiteX27" fmla="*/ 4575478 w 9288370"/>
              <a:gd name="connsiteY27" fmla="*/ 1261726 h 1686480"/>
              <a:gd name="connsiteX28" fmla="*/ 4650026 w 9288370"/>
              <a:gd name="connsiteY28" fmla="*/ 1265798 h 1686480"/>
              <a:gd name="connsiteX29" fmla="*/ 4792008 w 9288370"/>
              <a:gd name="connsiteY29" fmla="*/ 1243899 h 1686480"/>
              <a:gd name="connsiteX30" fmla="*/ 4954126 w 9288370"/>
              <a:gd name="connsiteY30" fmla="*/ 1204617 h 1686480"/>
              <a:gd name="connsiteX31" fmla="*/ 5309678 w 9288370"/>
              <a:gd name="connsiteY31" fmla="*/ 1128278 h 1686480"/>
              <a:gd name="connsiteX32" fmla="*/ 5474724 w 9288370"/>
              <a:gd name="connsiteY32" fmla="*/ 1091167 h 1686480"/>
              <a:gd name="connsiteX33" fmla="*/ 5612132 w 9288370"/>
              <a:gd name="connsiteY33" fmla="*/ 1051509 h 1686480"/>
              <a:gd name="connsiteX34" fmla="*/ 5776618 w 9288370"/>
              <a:gd name="connsiteY34" fmla="*/ 1053037 h 1686480"/>
              <a:gd name="connsiteX35" fmla="*/ 5785786 w 9288370"/>
              <a:gd name="connsiteY35" fmla="*/ 1051213 h 1686480"/>
              <a:gd name="connsiteX36" fmla="*/ 5829381 w 9288370"/>
              <a:gd name="connsiteY36" fmla="*/ 1046878 h 1686480"/>
              <a:gd name="connsiteX37" fmla="*/ 5943596 w 9288370"/>
              <a:gd name="connsiteY37" fmla="*/ 1043237 h 1686480"/>
              <a:gd name="connsiteX38" fmla="*/ 5985730 w 9288370"/>
              <a:gd name="connsiteY38" fmla="*/ 1035396 h 1686480"/>
              <a:gd name="connsiteX39" fmla="*/ 6103109 w 9288370"/>
              <a:gd name="connsiteY39" fmla="*/ 1019019 h 1686480"/>
              <a:gd name="connsiteX40" fmla="*/ 6222406 w 9288370"/>
              <a:gd name="connsiteY40" fmla="*/ 985341 h 1686480"/>
              <a:gd name="connsiteX41" fmla="*/ 6598672 w 9288370"/>
              <a:gd name="connsiteY41" fmla="*/ 902062 h 1686480"/>
              <a:gd name="connsiteX42" fmla="*/ 6766149 w 9288370"/>
              <a:gd name="connsiteY42" fmla="*/ 846132 h 1686480"/>
              <a:gd name="connsiteX43" fmla="*/ 6886312 w 9288370"/>
              <a:gd name="connsiteY43" fmla="*/ 781877 h 1686480"/>
              <a:gd name="connsiteX44" fmla="*/ 7006457 w 9288370"/>
              <a:gd name="connsiteY44" fmla="*/ 699758 h 1686480"/>
              <a:gd name="connsiteX45" fmla="*/ 7231643 w 9288370"/>
              <a:gd name="connsiteY45" fmla="*/ 640778 h 1686480"/>
              <a:gd name="connsiteX46" fmla="*/ 7363123 w 9288370"/>
              <a:gd name="connsiteY46" fmla="*/ 593682 h 1686480"/>
              <a:gd name="connsiteX47" fmla="*/ 7588368 w 9288370"/>
              <a:gd name="connsiteY47" fmla="*/ 531129 h 1686480"/>
              <a:gd name="connsiteX48" fmla="*/ 7782741 w 9288370"/>
              <a:gd name="connsiteY48" fmla="*/ 455936 h 1686480"/>
              <a:gd name="connsiteX49" fmla="*/ 7952094 w 9288370"/>
              <a:gd name="connsiteY49" fmla="*/ 409302 h 1686480"/>
              <a:gd name="connsiteX50" fmla="*/ 8231938 w 9288370"/>
              <a:gd name="connsiteY50" fmla="*/ 259259 h 1686480"/>
              <a:gd name="connsiteX51" fmla="*/ 8428864 w 9288370"/>
              <a:gd name="connsiteY51" fmla="*/ 208471 h 1686480"/>
              <a:gd name="connsiteX52" fmla="*/ 8616510 w 9288370"/>
              <a:gd name="connsiteY52" fmla="*/ 161973 h 1686480"/>
              <a:gd name="connsiteX53" fmla="*/ 8826766 w 9288370"/>
              <a:gd name="connsiteY53" fmla="*/ 152111 h 1686480"/>
              <a:gd name="connsiteX54" fmla="*/ 8917647 w 9288370"/>
              <a:gd name="connsiteY54" fmla="*/ 112232 h 1686480"/>
              <a:gd name="connsiteX55" fmla="*/ 9182272 w 9288370"/>
              <a:gd name="connsiteY55" fmla="*/ 37171 h 1686480"/>
              <a:gd name="connsiteX56" fmla="*/ 9232990 w 9288370"/>
              <a:gd name="connsiteY56" fmla="*/ 24074 h 1686480"/>
              <a:gd name="connsiteX57" fmla="*/ 9288370 w 9288370"/>
              <a:gd name="connsiteY57" fmla="*/ 0 h 1686480"/>
              <a:gd name="connsiteX58" fmla="*/ 0 w 9288370"/>
              <a:gd name="connsiteY58" fmla="*/ 0 h 1686480"/>
              <a:gd name="connsiteX59" fmla="*/ 8158 w 9288370"/>
              <a:gd name="connsiteY59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261550 w 9288370"/>
              <a:gd name="connsiteY19" fmla="*/ 1289117 h 1686480"/>
              <a:gd name="connsiteX20" fmla="*/ 3409554 w 9288370"/>
              <a:gd name="connsiteY20" fmla="*/ 1258110 h 1686480"/>
              <a:gd name="connsiteX21" fmla="*/ 3534382 w 9288370"/>
              <a:gd name="connsiteY21" fmla="*/ 1245916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0534 w 9288370"/>
              <a:gd name="connsiteY26" fmla="*/ 1273326 h 1686480"/>
              <a:gd name="connsiteX27" fmla="*/ 4575478 w 9288370"/>
              <a:gd name="connsiteY27" fmla="*/ 1261726 h 1686480"/>
              <a:gd name="connsiteX28" fmla="*/ 4650026 w 9288370"/>
              <a:gd name="connsiteY28" fmla="*/ 1265798 h 1686480"/>
              <a:gd name="connsiteX29" fmla="*/ 4792008 w 9288370"/>
              <a:gd name="connsiteY29" fmla="*/ 1243899 h 1686480"/>
              <a:gd name="connsiteX30" fmla="*/ 4954126 w 9288370"/>
              <a:gd name="connsiteY30" fmla="*/ 1204617 h 1686480"/>
              <a:gd name="connsiteX31" fmla="*/ 5309678 w 9288370"/>
              <a:gd name="connsiteY31" fmla="*/ 1128278 h 1686480"/>
              <a:gd name="connsiteX32" fmla="*/ 5474724 w 9288370"/>
              <a:gd name="connsiteY32" fmla="*/ 1091167 h 1686480"/>
              <a:gd name="connsiteX33" fmla="*/ 5612132 w 9288370"/>
              <a:gd name="connsiteY33" fmla="*/ 1051509 h 1686480"/>
              <a:gd name="connsiteX34" fmla="*/ 5776618 w 9288370"/>
              <a:gd name="connsiteY34" fmla="*/ 1053037 h 1686480"/>
              <a:gd name="connsiteX35" fmla="*/ 5785786 w 9288370"/>
              <a:gd name="connsiteY35" fmla="*/ 1051213 h 1686480"/>
              <a:gd name="connsiteX36" fmla="*/ 5829381 w 9288370"/>
              <a:gd name="connsiteY36" fmla="*/ 1046878 h 1686480"/>
              <a:gd name="connsiteX37" fmla="*/ 5943596 w 9288370"/>
              <a:gd name="connsiteY37" fmla="*/ 1043237 h 1686480"/>
              <a:gd name="connsiteX38" fmla="*/ 5985730 w 9288370"/>
              <a:gd name="connsiteY38" fmla="*/ 1035396 h 1686480"/>
              <a:gd name="connsiteX39" fmla="*/ 6103109 w 9288370"/>
              <a:gd name="connsiteY39" fmla="*/ 1019019 h 1686480"/>
              <a:gd name="connsiteX40" fmla="*/ 6222406 w 9288370"/>
              <a:gd name="connsiteY40" fmla="*/ 985341 h 1686480"/>
              <a:gd name="connsiteX41" fmla="*/ 6598672 w 9288370"/>
              <a:gd name="connsiteY41" fmla="*/ 902062 h 1686480"/>
              <a:gd name="connsiteX42" fmla="*/ 6766149 w 9288370"/>
              <a:gd name="connsiteY42" fmla="*/ 846132 h 1686480"/>
              <a:gd name="connsiteX43" fmla="*/ 6886312 w 9288370"/>
              <a:gd name="connsiteY43" fmla="*/ 781877 h 1686480"/>
              <a:gd name="connsiteX44" fmla="*/ 7006457 w 9288370"/>
              <a:gd name="connsiteY44" fmla="*/ 699758 h 1686480"/>
              <a:gd name="connsiteX45" fmla="*/ 7231643 w 9288370"/>
              <a:gd name="connsiteY45" fmla="*/ 640778 h 1686480"/>
              <a:gd name="connsiteX46" fmla="*/ 7363123 w 9288370"/>
              <a:gd name="connsiteY46" fmla="*/ 593682 h 1686480"/>
              <a:gd name="connsiteX47" fmla="*/ 7588368 w 9288370"/>
              <a:gd name="connsiteY47" fmla="*/ 531129 h 1686480"/>
              <a:gd name="connsiteX48" fmla="*/ 7782741 w 9288370"/>
              <a:gd name="connsiteY48" fmla="*/ 455936 h 1686480"/>
              <a:gd name="connsiteX49" fmla="*/ 7952094 w 9288370"/>
              <a:gd name="connsiteY49" fmla="*/ 409302 h 1686480"/>
              <a:gd name="connsiteX50" fmla="*/ 8231938 w 9288370"/>
              <a:gd name="connsiteY50" fmla="*/ 259259 h 1686480"/>
              <a:gd name="connsiteX51" fmla="*/ 8428864 w 9288370"/>
              <a:gd name="connsiteY51" fmla="*/ 208471 h 1686480"/>
              <a:gd name="connsiteX52" fmla="*/ 8616510 w 9288370"/>
              <a:gd name="connsiteY52" fmla="*/ 161973 h 1686480"/>
              <a:gd name="connsiteX53" fmla="*/ 8826766 w 9288370"/>
              <a:gd name="connsiteY53" fmla="*/ 152111 h 1686480"/>
              <a:gd name="connsiteX54" fmla="*/ 8917647 w 9288370"/>
              <a:gd name="connsiteY54" fmla="*/ 112232 h 1686480"/>
              <a:gd name="connsiteX55" fmla="*/ 9182272 w 9288370"/>
              <a:gd name="connsiteY55" fmla="*/ 37171 h 1686480"/>
              <a:gd name="connsiteX56" fmla="*/ 9232990 w 9288370"/>
              <a:gd name="connsiteY56" fmla="*/ 24074 h 1686480"/>
              <a:gd name="connsiteX57" fmla="*/ 9288370 w 9288370"/>
              <a:gd name="connsiteY57" fmla="*/ 0 h 1686480"/>
              <a:gd name="connsiteX58" fmla="*/ 0 w 9288370"/>
              <a:gd name="connsiteY58" fmla="*/ 0 h 1686480"/>
              <a:gd name="connsiteX59" fmla="*/ 8158 w 9288370"/>
              <a:gd name="connsiteY59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261550 w 9288370"/>
              <a:gd name="connsiteY19" fmla="*/ 1289117 h 1686480"/>
              <a:gd name="connsiteX20" fmla="*/ 3409554 w 9288370"/>
              <a:gd name="connsiteY20" fmla="*/ 1258110 h 1686480"/>
              <a:gd name="connsiteX21" fmla="*/ 3534382 w 9288370"/>
              <a:gd name="connsiteY21" fmla="*/ 1245916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0534 w 9288370"/>
              <a:gd name="connsiteY26" fmla="*/ 1273326 h 1686480"/>
              <a:gd name="connsiteX27" fmla="*/ 4575478 w 9288370"/>
              <a:gd name="connsiteY27" fmla="*/ 1261726 h 1686480"/>
              <a:gd name="connsiteX28" fmla="*/ 4650026 w 9288370"/>
              <a:gd name="connsiteY28" fmla="*/ 1265798 h 1686480"/>
              <a:gd name="connsiteX29" fmla="*/ 4792008 w 9288370"/>
              <a:gd name="connsiteY29" fmla="*/ 1243899 h 1686480"/>
              <a:gd name="connsiteX30" fmla="*/ 4954126 w 9288370"/>
              <a:gd name="connsiteY30" fmla="*/ 1204617 h 1686480"/>
              <a:gd name="connsiteX31" fmla="*/ 5309678 w 9288370"/>
              <a:gd name="connsiteY31" fmla="*/ 1128278 h 1686480"/>
              <a:gd name="connsiteX32" fmla="*/ 5474724 w 9288370"/>
              <a:gd name="connsiteY32" fmla="*/ 1091167 h 1686480"/>
              <a:gd name="connsiteX33" fmla="*/ 5612132 w 9288370"/>
              <a:gd name="connsiteY33" fmla="*/ 1051509 h 1686480"/>
              <a:gd name="connsiteX34" fmla="*/ 5776618 w 9288370"/>
              <a:gd name="connsiteY34" fmla="*/ 1053037 h 1686480"/>
              <a:gd name="connsiteX35" fmla="*/ 5785786 w 9288370"/>
              <a:gd name="connsiteY35" fmla="*/ 1051213 h 1686480"/>
              <a:gd name="connsiteX36" fmla="*/ 5829381 w 9288370"/>
              <a:gd name="connsiteY36" fmla="*/ 1046878 h 1686480"/>
              <a:gd name="connsiteX37" fmla="*/ 5943596 w 9288370"/>
              <a:gd name="connsiteY37" fmla="*/ 1043237 h 1686480"/>
              <a:gd name="connsiteX38" fmla="*/ 5985730 w 9288370"/>
              <a:gd name="connsiteY38" fmla="*/ 1035396 h 1686480"/>
              <a:gd name="connsiteX39" fmla="*/ 6103109 w 9288370"/>
              <a:gd name="connsiteY39" fmla="*/ 1019019 h 1686480"/>
              <a:gd name="connsiteX40" fmla="*/ 6222406 w 9288370"/>
              <a:gd name="connsiteY40" fmla="*/ 985341 h 1686480"/>
              <a:gd name="connsiteX41" fmla="*/ 6598672 w 9288370"/>
              <a:gd name="connsiteY41" fmla="*/ 902062 h 1686480"/>
              <a:gd name="connsiteX42" fmla="*/ 6766149 w 9288370"/>
              <a:gd name="connsiteY42" fmla="*/ 846132 h 1686480"/>
              <a:gd name="connsiteX43" fmla="*/ 6886312 w 9288370"/>
              <a:gd name="connsiteY43" fmla="*/ 781877 h 1686480"/>
              <a:gd name="connsiteX44" fmla="*/ 7006457 w 9288370"/>
              <a:gd name="connsiteY44" fmla="*/ 699758 h 1686480"/>
              <a:gd name="connsiteX45" fmla="*/ 7231643 w 9288370"/>
              <a:gd name="connsiteY45" fmla="*/ 640778 h 1686480"/>
              <a:gd name="connsiteX46" fmla="*/ 7363123 w 9288370"/>
              <a:gd name="connsiteY46" fmla="*/ 593682 h 1686480"/>
              <a:gd name="connsiteX47" fmla="*/ 7588368 w 9288370"/>
              <a:gd name="connsiteY47" fmla="*/ 531129 h 1686480"/>
              <a:gd name="connsiteX48" fmla="*/ 7782741 w 9288370"/>
              <a:gd name="connsiteY48" fmla="*/ 455936 h 1686480"/>
              <a:gd name="connsiteX49" fmla="*/ 7952094 w 9288370"/>
              <a:gd name="connsiteY49" fmla="*/ 409302 h 1686480"/>
              <a:gd name="connsiteX50" fmla="*/ 8231938 w 9288370"/>
              <a:gd name="connsiteY50" fmla="*/ 259259 h 1686480"/>
              <a:gd name="connsiteX51" fmla="*/ 8428864 w 9288370"/>
              <a:gd name="connsiteY51" fmla="*/ 208471 h 1686480"/>
              <a:gd name="connsiteX52" fmla="*/ 8616510 w 9288370"/>
              <a:gd name="connsiteY52" fmla="*/ 161973 h 1686480"/>
              <a:gd name="connsiteX53" fmla="*/ 8826766 w 9288370"/>
              <a:gd name="connsiteY53" fmla="*/ 152111 h 1686480"/>
              <a:gd name="connsiteX54" fmla="*/ 8917647 w 9288370"/>
              <a:gd name="connsiteY54" fmla="*/ 112232 h 1686480"/>
              <a:gd name="connsiteX55" fmla="*/ 9182272 w 9288370"/>
              <a:gd name="connsiteY55" fmla="*/ 37171 h 1686480"/>
              <a:gd name="connsiteX56" fmla="*/ 9232990 w 9288370"/>
              <a:gd name="connsiteY56" fmla="*/ 24074 h 1686480"/>
              <a:gd name="connsiteX57" fmla="*/ 9288370 w 9288370"/>
              <a:gd name="connsiteY57" fmla="*/ 0 h 1686480"/>
              <a:gd name="connsiteX58" fmla="*/ 0 w 9288370"/>
              <a:gd name="connsiteY58" fmla="*/ 0 h 1686480"/>
              <a:gd name="connsiteX59" fmla="*/ 8158 w 9288370"/>
              <a:gd name="connsiteY59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261550 w 9288370"/>
              <a:gd name="connsiteY19" fmla="*/ 1289117 h 1686480"/>
              <a:gd name="connsiteX20" fmla="*/ 3409554 w 9288370"/>
              <a:gd name="connsiteY20" fmla="*/ 1258110 h 1686480"/>
              <a:gd name="connsiteX21" fmla="*/ 3534382 w 9288370"/>
              <a:gd name="connsiteY21" fmla="*/ 1245916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0534 w 9288370"/>
              <a:gd name="connsiteY26" fmla="*/ 1273326 h 1686480"/>
              <a:gd name="connsiteX27" fmla="*/ 4575478 w 9288370"/>
              <a:gd name="connsiteY27" fmla="*/ 1261726 h 1686480"/>
              <a:gd name="connsiteX28" fmla="*/ 4650026 w 9288370"/>
              <a:gd name="connsiteY28" fmla="*/ 1265798 h 1686480"/>
              <a:gd name="connsiteX29" fmla="*/ 4792008 w 9288370"/>
              <a:gd name="connsiteY29" fmla="*/ 1243899 h 1686480"/>
              <a:gd name="connsiteX30" fmla="*/ 4954126 w 9288370"/>
              <a:gd name="connsiteY30" fmla="*/ 1204617 h 1686480"/>
              <a:gd name="connsiteX31" fmla="*/ 5309678 w 9288370"/>
              <a:gd name="connsiteY31" fmla="*/ 1128278 h 1686480"/>
              <a:gd name="connsiteX32" fmla="*/ 5474724 w 9288370"/>
              <a:gd name="connsiteY32" fmla="*/ 1091167 h 1686480"/>
              <a:gd name="connsiteX33" fmla="*/ 5612132 w 9288370"/>
              <a:gd name="connsiteY33" fmla="*/ 1051509 h 1686480"/>
              <a:gd name="connsiteX34" fmla="*/ 5776618 w 9288370"/>
              <a:gd name="connsiteY34" fmla="*/ 1053037 h 1686480"/>
              <a:gd name="connsiteX35" fmla="*/ 5785786 w 9288370"/>
              <a:gd name="connsiteY35" fmla="*/ 1051213 h 1686480"/>
              <a:gd name="connsiteX36" fmla="*/ 5829381 w 9288370"/>
              <a:gd name="connsiteY36" fmla="*/ 1046878 h 1686480"/>
              <a:gd name="connsiteX37" fmla="*/ 5943596 w 9288370"/>
              <a:gd name="connsiteY37" fmla="*/ 1043237 h 1686480"/>
              <a:gd name="connsiteX38" fmla="*/ 5985730 w 9288370"/>
              <a:gd name="connsiteY38" fmla="*/ 1035396 h 1686480"/>
              <a:gd name="connsiteX39" fmla="*/ 6103109 w 9288370"/>
              <a:gd name="connsiteY39" fmla="*/ 1019019 h 1686480"/>
              <a:gd name="connsiteX40" fmla="*/ 6222406 w 9288370"/>
              <a:gd name="connsiteY40" fmla="*/ 985341 h 1686480"/>
              <a:gd name="connsiteX41" fmla="*/ 6598672 w 9288370"/>
              <a:gd name="connsiteY41" fmla="*/ 902062 h 1686480"/>
              <a:gd name="connsiteX42" fmla="*/ 6766149 w 9288370"/>
              <a:gd name="connsiteY42" fmla="*/ 846132 h 1686480"/>
              <a:gd name="connsiteX43" fmla="*/ 6886312 w 9288370"/>
              <a:gd name="connsiteY43" fmla="*/ 781877 h 1686480"/>
              <a:gd name="connsiteX44" fmla="*/ 7006457 w 9288370"/>
              <a:gd name="connsiteY44" fmla="*/ 699758 h 1686480"/>
              <a:gd name="connsiteX45" fmla="*/ 7231643 w 9288370"/>
              <a:gd name="connsiteY45" fmla="*/ 640778 h 1686480"/>
              <a:gd name="connsiteX46" fmla="*/ 7363123 w 9288370"/>
              <a:gd name="connsiteY46" fmla="*/ 593682 h 1686480"/>
              <a:gd name="connsiteX47" fmla="*/ 7588368 w 9288370"/>
              <a:gd name="connsiteY47" fmla="*/ 531129 h 1686480"/>
              <a:gd name="connsiteX48" fmla="*/ 7782741 w 9288370"/>
              <a:gd name="connsiteY48" fmla="*/ 455936 h 1686480"/>
              <a:gd name="connsiteX49" fmla="*/ 7952094 w 9288370"/>
              <a:gd name="connsiteY49" fmla="*/ 409302 h 1686480"/>
              <a:gd name="connsiteX50" fmla="*/ 8231938 w 9288370"/>
              <a:gd name="connsiteY50" fmla="*/ 259259 h 1686480"/>
              <a:gd name="connsiteX51" fmla="*/ 8428864 w 9288370"/>
              <a:gd name="connsiteY51" fmla="*/ 208471 h 1686480"/>
              <a:gd name="connsiteX52" fmla="*/ 8616510 w 9288370"/>
              <a:gd name="connsiteY52" fmla="*/ 161973 h 1686480"/>
              <a:gd name="connsiteX53" fmla="*/ 8826766 w 9288370"/>
              <a:gd name="connsiteY53" fmla="*/ 152111 h 1686480"/>
              <a:gd name="connsiteX54" fmla="*/ 8917647 w 9288370"/>
              <a:gd name="connsiteY54" fmla="*/ 112232 h 1686480"/>
              <a:gd name="connsiteX55" fmla="*/ 9182272 w 9288370"/>
              <a:gd name="connsiteY55" fmla="*/ 37171 h 1686480"/>
              <a:gd name="connsiteX56" fmla="*/ 9232990 w 9288370"/>
              <a:gd name="connsiteY56" fmla="*/ 24074 h 1686480"/>
              <a:gd name="connsiteX57" fmla="*/ 9288370 w 9288370"/>
              <a:gd name="connsiteY57" fmla="*/ 0 h 1686480"/>
              <a:gd name="connsiteX58" fmla="*/ 0 w 9288370"/>
              <a:gd name="connsiteY58" fmla="*/ 0 h 1686480"/>
              <a:gd name="connsiteX59" fmla="*/ 8158 w 9288370"/>
              <a:gd name="connsiteY59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261550 w 9288370"/>
              <a:gd name="connsiteY19" fmla="*/ 1289117 h 1686480"/>
              <a:gd name="connsiteX20" fmla="*/ 3409554 w 9288370"/>
              <a:gd name="connsiteY20" fmla="*/ 1258110 h 1686480"/>
              <a:gd name="connsiteX21" fmla="*/ 3534382 w 9288370"/>
              <a:gd name="connsiteY21" fmla="*/ 1245916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0534 w 9288370"/>
              <a:gd name="connsiteY26" fmla="*/ 1273326 h 1686480"/>
              <a:gd name="connsiteX27" fmla="*/ 4575478 w 9288370"/>
              <a:gd name="connsiteY27" fmla="*/ 1261726 h 1686480"/>
              <a:gd name="connsiteX28" fmla="*/ 4650026 w 9288370"/>
              <a:gd name="connsiteY28" fmla="*/ 1265798 h 1686480"/>
              <a:gd name="connsiteX29" fmla="*/ 4792008 w 9288370"/>
              <a:gd name="connsiteY29" fmla="*/ 1243899 h 1686480"/>
              <a:gd name="connsiteX30" fmla="*/ 4954126 w 9288370"/>
              <a:gd name="connsiteY30" fmla="*/ 1204617 h 1686480"/>
              <a:gd name="connsiteX31" fmla="*/ 5309678 w 9288370"/>
              <a:gd name="connsiteY31" fmla="*/ 1128278 h 1686480"/>
              <a:gd name="connsiteX32" fmla="*/ 5474724 w 9288370"/>
              <a:gd name="connsiteY32" fmla="*/ 1091167 h 1686480"/>
              <a:gd name="connsiteX33" fmla="*/ 5612132 w 9288370"/>
              <a:gd name="connsiteY33" fmla="*/ 1051509 h 1686480"/>
              <a:gd name="connsiteX34" fmla="*/ 5776618 w 9288370"/>
              <a:gd name="connsiteY34" fmla="*/ 1053037 h 1686480"/>
              <a:gd name="connsiteX35" fmla="*/ 5785786 w 9288370"/>
              <a:gd name="connsiteY35" fmla="*/ 1051213 h 1686480"/>
              <a:gd name="connsiteX36" fmla="*/ 5829381 w 9288370"/>
              <a:gd name="connsiteY36" fmla="*/ 1046878 h 1686480"/>
              <a:gd name="connsiteX37" fmla="*/ 5943596 w 9288370"/>
              <a:gd name="connsiteY37" fmla="*/ 1043237 h 1686480"/>
              <a:gd name="connsiteX38" fmla="*/ 5985730 w 9288370"/>
              <a:gd name="connsiteY38" fmla="*/ 1035396 h 1686480"/>
              <a:gd name="connsiteX39" fmla="*/ 6103109 w 9288370"/>
              <a:gd name="connsiteY39" fmla="*/ 1019019 h 1686480"/>
              <a:gd name="connsiteX40" fmla="*/ 6222406 w 9288370"/>
              <a:gd name="connsiteY40" fmla="*/ 985341 h 1686480"/>
              <a:gd name="connsiteX41" fmla="*/ 6598672 w 9288370"/>
              <a:gd name="connsiteY41" fmla="*/ 902062 h 1686480"/>
              <a:gd name="connsiteX42" fmla="*/ 6766149 w 9288370"/>
              <a:gd name="connsiteY42" fmla="*/ 846132 h 1686480"/>
              <a:gd name="connsiteX43" fmla="*/ 6886312 w 9288370"/>
              <a:gd name="connsiteY43" fmla="*/ 781877 h 1686480"/>
              <a:gd name="connsiteX44" fmla="*/ 7006457 w 9288370"/>
              <a:gd name="connsiteY44" fmla="*/ 699758 h 1686480"/>
              <a:gd name="connsiteX45" fmla="*/ 7231643 w 9288370"/>
              <a:gd name="connsiteY45" fmla="*/ 640778 h 1686480"/>
              <a:gd name="connsiteX46" fmla="*/ 7363123 w 9288370"/>
              <a:gd name="connsiteY46" fmla="*/ 593682 h 1686480"/>
              <a:gd name="connsiteX47" fmla="*/ 7588368 w 9288370"/>
              <a:gd name="connsiteY47" fmla="*/ 531129 h 1686480"/>
              <a:gd name="connsiteX48" fmla="*/ 7782741 w 9288370"/>
              <a:gd name="connsiteY48" fmla="*/ 455936 h 1686480"/>
              <a:gd name="connsiteX49" fmla="*/ 7952094 w 9288370"/>
              <a:gd name="connsiteY49" fmla="*/ 409302 h 1686480"/>
              <a:gd name="connsiteX50" fmla="*/ 8231938 w 9288370"/>
              <a:gd name="connsiteY50" fmla="*/ 259259 h 1686480"/>
              <a:gd name="connsiteX51" fmla="*/ 8428864 w 9288370"/>
              <a:gd name="connsiteY51" fmla="*/ 208471 h 1686480"/>
              <a:gd name="connsiteX52" fmla="*/ 8616510 w 9288370"/>
              <a:gd name="connsiteY52" fmla="*/ 161973 h 1686480"/>
              <a:gd name="connsiteX53" fmla="*/ 8826766 w 9288370"/>
              <a:gd name="connsiteY53" fmla="*/ 152111 h 1686480"/>
              <a:gd name="connsiteX54" fmla="*/ 8917647 w 9288370"/>
              <a:gd name="connsiteY54" fmla="*/ 112232 h 1686480"/>
              <a:gd name="connsiteX55" fmla="*/ 9182272 w 9288370"/>
              <a:gd name="connsiteY55" fmla="*/ 37171 h 1686480"/>
              <a:gd name="connsiteX56" fmla="*/ 9232990 w 9288370"/>
              <a:gd name="connsiteY56" fmla="*/ 24074 h 1686480"/>
              <a:gd name="connsiteX57" fmla="*/ 9288370 w 9288370"/>
              <a:gd name="connsiteY57" fmla="*/ 0 h 1686480"/>
              <a:gd name="connsiteX58" fmla="*/ 0 w 9288370"/>
              <a:gd name="connsiteY58" fmla="*/ 0 h 1686480"/>
              <a:gd name="connsiteX59" fmla="*/ 8158 w 9288370"/>
              <a:gd name="connsiteY59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14737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261550 w 9288370"/>
              <a:gd name="connsiteY19" fmla="*/ 1289117 h 1686480"/>
              <a:gd name="connsiteX20" fmla="*/ 3409554 w 9288370"/>
              <a:gd name="connsiteY20" fmla="*/ 1258110 h 1686480"/>
              <a:gd name="connsiteX21" fmla="*/ 3534382 w 9288370"/>
              <a:gd name="connsiteY21" fmla="*/ 1245916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0534 w 9288370"/>
              <a:gd name="connsiteY26" fmla="*/ 1273326 h 1686480"/>
              <a:gd name="connsiteX27" fmla="*/ 4575478 w 9288370"/>
              <a:gd name="connsiteY27" fmla="*/ 1261726 h 1686480"/>
              <a:gd name="connsiteX28" fmla="*/ 4650026 w 9288370"/>
              <a:gd name="connsiteY28" fmla="*/ 1265798 h 1686480"/>
              <a:gd name="connsiteX29" fmla="*/ 4792008 w 9288370"/>
              <a:gd name="connsiteY29" fmla="*/ 1243899 h 1686480"/>
              <a:gd name="connsiteX30" fmla="*/ 4954126 w 9288370"/>
              <a:gd name="connsiteY30" fmla="*/ 1204617 h 1686480"/>
              <a:gd name="connsiteX31" fmla="*/ 5309678 w 9288370"/>
              <a:gd name="connsiteY31" fmla="*/ 1128278 h 1686480"/>
              <a:gd name="connsiteX32" fmla="*/ 5474724 w 9288370"/>
              <a:gd name="connsiteY32" fmla="*/ 1091167 h 1686480"/>
              <a:gd name="connsiteX33" fmla="*/ 5612132 w 9288370"/>
              <a:gd name="connsiteY33" fmla="*/ 1051509 h 1686480"/>
              <a:gd name="connsiteX34" fmla="*/ 5776618 w 9288370"/>
              <a:gd name="connsiteY34" fmla="*/ 1053037 h 1686480"/>
              <a:gd name="connsiteX35" fmla="*/ 5785786 w 9288370"/>
              <a:gd name="connsiteY35" fmla="*/ 1051213 h 1686480"/>
              <a:gd name="connsiteX36" fmla="*/ 5829381 w 9288370"/>
              <a:gd name="connsiteY36" fmla="*/ 1046878 h 1686480"/>
              <a:gd name="connsiteX37" fmla="*/ 5943596 w 9288370"/>
              <a:gd name="connsiteY37" fmla="*/ 1043237 h 1686480"/>
              <a:gd name="connsiteX38" fmla="*/ 5985730 w 9288370"/>
              <a:gd name="connsiteY38" fmla="*/ 1035396 h 1686480"/>
              <a:gd name="connsiteX39" fmla="*/ 6103109 w 9288370"/>
              <a:gd name="connsiteY39" fmla="*/ 1019019 h 1686480"/>
              <a:gd name="connsiteX40" fmla="*/ 6222406 w 9288370"/>
              <a:gd name="connsiteY40" fmla="*/ 985341 h 1686480"/>
              <a:gd name="connsiteX41" fmla="*/ 6598672 w 9288370"/>
              <a:gd name="connsiteY41" fmla="*/ 902062 h 1686480"/>
              <a:gd name="connsiteX42" fmla="*/ 6766149 w 9288370"/>
              <a:gd name="connsiteY42" fmla="*/ 846132 h 1686480"/>
              <a:gd name="connsiteX43" fmla="*/ 6886312 w 9288370"/>
              <a:gd name="connsiteY43" fmla="*/ 781877 h 1686480"/>
              <a:gd name="connsiteX44" fmla="*/ 7006457 w 9288370"/>
              <a:gd name="connsiteY44" fmla="*/ 699758 h 1686480"/>
              <a:gd name="connsiteX45" fmla="*/ 7231643 w 9288370"/>
              <a:gd name="connsiteY45" fmla="*/ 640778 h 1686480"/>
              <a:gd name="connsiteX46" fmla="*/ 7363123 w 9288370"/>
              <a:gd name="connsiteY46" fmla="*/ 593682 h 1686480"/>
              <a:gd name="connsiteX47" fmla="*/ 7588368 w 9288370"/>
              <a:gd name="connsiteY47" fmla="*/ 531129 h 1686480"/>
              <a:gd name="connsiteX48" fmla="*/ 7782741 w 9288370"/>
              <a:gd name="connsiteY48" fmla="*/ 455936 h 1686480"/>
              <a:gd name="connsiteX49" fmla="*/ 7952094 w 9288370"/>
              <a:gd name="connsiteY49" fmla="*/ 409302 h 1686480"/>
              <a:gd name="connsiteX50" fmla="*/ 8231938 w 9288370"/>
              <a:gd name="connsiteY50" fmla="*/ 259259 h 1686480"/>
              <a:gd name="connsiteX51" fmla="*/ 8428864 w 9288370"/>
              <a:gd name="connsiteY51" fmla="*/ 208471 h 1686480"/>
              <a:gd name="connsiteX52" fmla="*/ 8616510 w 9288370"/>
              <a:gd name="connsiteY52" fmla="*/ 161973 h 1686480"/>
              <a:gd name="connsiteX53" fmla="*/ 8826766 w 9288370"/>
              <a:gd name="connsiteY53" fmla="*/ 152111 h 1686480"/>
              <a:gd name="connsiteX54" fmla="*/ 8917647 w 9288370"/>
              <a:gd name="connsiteY54" fmla="*/ 112232 h 1686480"/>
              <a:gd name="connsiteX55" fmla="*/ 9182272 w 9288370"/>
              <a:gd name="connsiteY55" fmla="*/ 37171 h 1686480"/>
              <a:gd name="connsiteX56" fmla="*/ 9232990 w 9288370"/>
              <a:gd name="connsiteY56" fmla="*/ 24074 h 1686480"/>
              <a:gd name="connsiteX57" fmla="*/ 9288370 w 9288370"/>
              <a:gd name="connsiteY57" fmla="*/ 0 h 1686480"/>
              <a:gd name="connsiteX58" fmla="*/ 0 w 9288370"/>
              <a:gd name="connsiteY58" fmla="*/ 0 h 1686480"/>
              <a:gd name="connsiteX59" fmla="*/ 8158 w 9288370"/>
              <a:gd name="connsiteY59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14737 h 1686480"/>
              <a:gd name="connsiteX5" fmla="*/ 1339078 w 9288370"/>
              <a:gd name="connsiteY5" fmla="*/ 1494730 h 1686480"/>
              <a:gd name="connsiteX6" fmla="*/ 1488946 w 9288370"/>
              <a:gd name="connsiteY6" fmla="*/ 1508375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261550 w 9288370"/>
              <a:gd name="connsiteY19" fmla="*/ 1289117 h 1686480"/>
              <a:gd name="connsiteX20" fmla="*/ 3409554 w 9288370"/>
              <a:gd name="connsiteY20" fmla="*/ 1258110 h 1686480"/>
              <a:gd name="connsiteX21" fmla="*/ 3534382 w 9288370"/>
              <a:gd name="connsiteY21" fmla="*/ 1245916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0534 w 9288370"/>
              <a:gd name="connsiteY26" fmla="*/ 1273326 h 1686480"/>
              <a:gd name="connsiteX27" fmla="*/ 4575478 w 9288370"/>
              <a:gd name="connsiteY27" fmla="*/ 1261726 h 1686480"/>
              <a:gd name="connsiteX28" fmla="*/ 4650026 w 9288370"/>
              <a:gd name="connsiteY28" fmla="*/ 1265798 h 1686480"/>
              <a:gd name="connsiteX29" fmla="*/ 4792008 w 9288370"/>
              <a:gd name="connsiteY29" fmla="*/ 1243899 h 1686480"/>
              <a:gd name="connsiteX30" fmla="*/ 4954126 w 9288370"/>
              <a:gd name="connsiteY30" fmla="*/ 1204617 h 1686480"/>
              <a:gd name="connsiteX31" fmla="*/ 5309678 w 9288370"/>
              <a:gd name="connsiteY31" fmla="*/ 1128278 h 1686480"/>
              <a:gd name="connsiteX32" fmla="*/ 5474724 w 9288370"/>
              <a:gd name="connsiteY32" fmla="*/ 1091167 h 1686480"/>
              <a:gd name="connsiteX33" fmla="*/ 5612132 w 9288370"/>
              <a:gd name="connsiteY33" fmla="*/ 1051509 h 1686480"/>
              <a:gd name="connsiteX34" fmla="*/ 5776618 w 9288370"/>
              <a:gd name="connsiteY34" fmla="*/ 1053037 h 1686480"/>
              <a:gd name="connsiteX35" fmla="*/ 5785786 w 9288370"/>
              <a:gd name="connsiteY35" fmla="*/ 1051213 h 1686480"/>
              <a:gd name="connsiteX36" fmla="*/ 5829381 w 9288370"/>
              <a:gd name="connsiteY36" fmla="*/ 1046878 h 1686480"/>
              <a:gd name="connsiteX37" fmla="*/ 5943596 w 9288370"/>
              <a:gd name="connsiteY37" fmla="*/ 1043237 h 1686480"/>
              <a:gd name="connsiteX38" fmla="*/ 5985730 w 9288370"/>
              <a:gd name="connsiteY38" fmla="*/ 1035396 h 1686480"/>
              <a:gd name="connsiteX39" fmla="*/ 6103109 w 9288370"/>
              <a:gd name="connsiteY39" fmla="*/ 1019019 h 1686480"/>
              <a:gd name="connsiteX40" fmla="*/ 6222406 w 9288370"/>
              <a:gd name="connsiteY40" fmla="*/ 985341 h 1686480"/>
              <a:gd name="connsiteX41" fmla="*/ 6598672 w 9288370"/>
              <a:gd name="connsiteY41" fmla="*/ 902062 h 1686480"/>
              <a:gd name="connsiteX42" fmla="*/ 6766149 w 9288370"/>
              <a:gd name="connsiteY42" fmla="*/ 846132 h 1686480"/>
              <a:gd name="connsiteX43" fmla="*/ 6886312 w 9288370"/>
              <a:gd name="connsiteY43" fmla="*/ 781877 h 1686480"/>
              <a:gd name="connsiteX44" fmla="*/ 7006457 w 9288370"/>
              <a:gd name="connsiteY44" fmla="*/ 699758 h 1686480"/>
              <a:gd name="connsiteX45" fmla="*/ 7231643 w 9288370"/>
              <a:gd name="connsiteY45" fmla="*/ 640778 h 1686480"/>
              <a:gd name="connsiteX46" fmla="*/ 7363123 w 9288370"/>
              <a:gd name="connsiteY46" fmla="*/ 593682 h 1686480"/>
              <a:gd name="connsiteX47" fmla="*/ 7588368 w 9288370"/>
              <a:gd name="connsiteY47" fmla="*/ 531129 h 1686480"/>
              <a:gd name="connsiteX48" fmla="*/ 7782741 w 9288370"/>
              <a:gd name="connsiteY48" fmla="*/ 455936 h 1686480"/>
              <a:gd name="connsiteX49" fmla="*/ 7952094 w 9288370"/>
              <a:gd name="connsiteY49" fmla="*/ 409302 h 1686480"/>
              <a:gd name="connsiteX50" fmla="*/ 8231938 w 9288370"/>
              <a:gd name="connsiteY50" fmla="*/ 259259 h 1686480"/>
              <a:gd name="connsiteX51" fmla="*/ 8428864 w 9288370"/>
              <a:gd name="connsiteY51" fmla="*/ 208471 h 1686480"/>
              <a:gd name="connsiteX52" fmla="*/ 8616510 w 9288370"/>
              <a:gd name="connsiteY52" fmla="*/ 161973 h 1686480"/>
              <a:gd name="connsiteX53" fmla="*/ 8826766 w 9288370"/>
              <a:gd name="connsiteY53" fmla="*/ 152111 h 1686480"/>
              <a:gd name="connsiteX54" fmla="*/ 8917647 w 9288370"/>
              <a:gd name="connsiteY54" fmla="*/ 112232 h 1686480"/>
              <a:gd name="connsiteX55" fmla="*/ 9182272 w 9288370"/>
              <a:gd name="connsiteY55" fmla="*/ 37171 h 1686480"/>
              <a:gd name="connsiteX56" fmla="*/ 9232990 w 9288370"/>
              <a:gd name="connsiteY56" fmla="*/ 24074 h 1686480"/>
              <a:gd name="connsiteX57" fmla="*/ 9288370 w 9288370"/>
              <a:gd name="connsiteY57" fmla="*/ 0 h 1686480"/>
              <a:gd name="connsiteX58" fmla="*/ 0 w 9288370"/>
              <a:gd name="connsiteY58" fmla="*/ 0 h 1686480"/>
              <a:gd name="connsiteX59" fmla="*/ 8158 w 9288370"/>
              <a:gd name="connsiteY59" fmla="*/ 1671666 h 1686480"/>
              <a:gd name="connsiteX0" fmla="*/ 8158 w 9288370"/>
              <a:gd name="connsiteY0" fmla="*/ 1657420 h 1674498"/>
              <a:gd name="connsiteX1" fmla="*/ 411216 w 9288370"/>
              <a:gd name="connsiteY1" fmla="*/ 1628370 h 1674498"/>
              <a:gd name="connsiteX2" fmla="*/ 766051 w 9288370"/>
              <a:gd name="connsiteY2" fmla="*/ 1569826 h 1674498"/>
              <a:gd name="connsiteX3" fmla="*/ 971617 w 9288370"/>
              <a:gd name="connsiteY3" fmla="*/ 1522494 h 1674498"/>
              <a:gd name="connsiteX4" fmla="*/ 1186668 w 9288370"/>
              <a:gd name="connsiteY4" fmla="*/ 1514737 h 1674498"/>
              <a:gd name="connsiteX5" fmla="*/ 1339078 w 9288370"/>
              <a:gd name="connsiteY5" fmla="*/ 1494730 h 1674498"/>
              <a:gd name="connsiteX6" fmla="*/ 1488946 w 9288370"/>
              <a:gd name="connsiteY6" fmla="*/ 1508375 h 1674498"/>
              <a:gd name="connsiteX7" fmla="*/ 1604999 w 9288370"/>
              <a:gd name="connsiteY7" fmla="*/ 1513599 h 1674498"/>
              <a:gd name="connsiteX8" fmla="*/ 1717911 w 9288370"/>
              <a:gd name="connsiteY8" fmla="*/ 1497764 h 1674498"/>
              <a:gd name="connsiteX9" fmla="*/ 1794234 w 9288370"/>
              <a:gd name="connsiteY9" fmla="*/ 1464331 h 1674498"/>
              <a:gd name="connsiteX10" fmla="*/ 2101780 w 9288370"/>
              <a:gd name="connsiteY10" fmla="*/ 1409907 h 1674498"/>
              <a:gd name="connsiteX11" fmla="*/ 2244830 w 9288370"/>
              <a:gd name="connsiteY11" fmla="*/ 1388540 h 1674498"/>
              <a:gd name="connsiteX12" fmla="*/ 2428648 w 9288370"/>
              <a:gd name="connsiteY12" fmla="*/ 1372736 h 1674498"/>
              <a:gd name="connsiteX13" fmla="*/ 2645882 w 9288370"/>
              <a:gd name="connsiteY13" fmla="*/ 1341971 h 1674498"/>
              <a:gd name="connsiteX14" fmla="*/ 2707413 w 9288370"/>
              <a:gd name="connsiteY14" fmla="*/ 1347156 h 1674498"/>
              <a:gd name="connsiteX15" fmla="*/ 2843134 w 9288370"/>
              <a:gd name="connsiteY15" fmla="*/ 1323561 h 1674498"/>
              <a:gd name="connsiteX16" fmla="*/ 2923804 w 9288370"/>
              <a:gd name="connsiteY16" fmla="*/ 1314224 h 1674498"/>
              <a:gd name="connsiteX17" fmla="*/ 2953618 w 9288370"/>
              <a:gd name="connsiteY17" fmla="*/ 1318186 h 1674498"/>
              <a:gd name="connsiteX18" fmla="*/ 2995816 w 9288370"/>
              <a:gd name="connsiteY18" fmla="*/ 1318670 h 1674498"/>
              <a:gd name="connsiteX19" fmla="*/ 3261550 w 9288370"/>
              <a:gd name="connsiteY19" fmla="*/ 1289117 h 1674498"/>
              <a:gd name="connsiteX20" fmla="*/ 3409554 w 9288370"/>
              <a:gd name="connsiteY20" fmla="*/ 1258110 h 1674498"/>
              <a:gd name="connsiteX21" fmla="*/ 3534382 w 9288370"/>
              <a:gd name="connsiteY21" fmla="*/ 1245916 h 1674498"/>
              <a:gd name="connsiteX22" fmla="*/ 3707853 w 9288370"/>
              <a:gd name="connsiteY22" fmla="*/ 1241722 h 1674498"/>
              <a:gd name="connsiteX23" fmla="*/ 3925616 w 9288370"/>
              <a:gd name="connsiteY23" fmla="*/ 1253751 h 1674498"/>
              <a:gd name="connsiteX24" fmla="*/ 3954387 w 9288370"/>
              <a:gd name="connsiteY24" fmla="*/ 1263789 h 1674498"/>
              <a:gd name="connsiteX25" fmla="*/ 3995849 w 9288370"/>
              <a:gd name="connsiteY25" fmla="*/ 1272939 h 1674498"/>
              <a:gd name="connsiteX26" fmla="*/ 4060534 w 9288370"/>
              <a:gd name="connsiteY26" fmla="*/ 1273326 h 1674498"/>
              <a:gd name="connsiteX27" fmla="*/ 4575478 w 9288370"/>
              <a:gd name="connsiteY27" fmla="*/ 1261726 h 1674498"/>
              <a:gd name="connsiteX28" fmla="*/ 4650026 w 9288370"/>
              <a:gd name="connsiteY28" fmla="*/ 1265798 h 1674498"/>
              <a:gd name="connsiteX29" fmla="*/ 4792008 w 9288370"/>
              <a:gd name="connsiteY29" fmla="*/ 1243899 h 1674498"/>
              <a:gd name="connsiteX30" fmla="*/ 4954126 w 9288370"/>
              <a:gd name="connsiteY30" fmla="*/ 1204617 h 1674498"/>
              <a:gd name="connsiteX31" fmla="*/ 5309678 w 9288370"/>
              <a:gd name="connsiteY31" fmla="*/ 1128278 h 1674498"/>
              <a:gd name="connsiteX32" fmla="*/ 5474724 w 9288370"/>
              <a:gd name="connsiteY32" fmla="*/ 1091167 h 1674498"/>
              <a:gd name="connsiteX33" fmla="*/ 5612132 w 9288370"/>
              <a:gd name="connsiteY33" fmla="*/ 1051509 h 1674498"/>
              <a:gd name="connsiteX34" fmla="*/ 5776618 w 9288370"/>
              <a:gd name="connsiteY34" fmla="*/ 1053037 h 1674498"/>
              <a:gd name="connsiteX35" fmla="*/ 5785786 w 9288370"/>
              <a:gd name="connsiteY35" fmla="*/ 1051213 h 1674498"/>
              <a:gd name="connsiteX36" fmla="*/ 5829381 w 9288370"/>
              <a:gd name="connsiteY36" fmla="*/ 1046878 h 1674498"/>
              <a:gd name="connsiteX37" fmla="*/ 5943596 w 9288370"/>
              <a:gd name="connsiteY37" fmla="*/ 1043237 h 1674498"/>
              <a:gd name="connsiteX38" fmla="*/ 5985730 w 9288370"/>
              <a:gd name="connsiteY38" fmla="*/ 1035396 h 1674498"/>
              <a:gd name="connsiteX39" fmla="*/ 6103109 w 9288370"/>
              <a:gd name="connsiteY39" fmla="*/ 1019019 h 1674498"/>
              <a:gd name="connsiteX40" fmla="*/ 6222406 w 9288370"/>
              <a:gd name="connsiteY40" fmla="*/ 985341 h 1674498"/>
              <a:gd name="connsiteX41" fmla="*/ 6598672 w 9288370"/>
              <a:gd name="connsiteY41" fmla="*/ 902062 h 1674498"/>
              <a:gd name="connsiteX42" fmla="*/ 6766149 w 9288370"/>
              <a:gd name="connsiteY42" fmla="*/ 846132 h 1674498"/>
              <a:gd name="connsiteX43" fmla="*/ 6886312 w 9288370"/>
              <a:gd name="connsiteY43" fmla="*/ 781877 h 1674498"/>
              <a:gd name="connsiteX44" fmla="*/ 7006457 w 9288370"/>
              <a:gd name="connsiteY44" fmla="*/ 699758 h 1674498"/>
              <a:gd name="connsiteX45" fmla="*/ 7231643 w 9288370"/>
              <a:gd name="connsiteY45" fmla="*/ 640778 h 1674498"/>
              <a:gd name="connsiteX46" fmla="*/ 7363123 w 9288370"/>
              <a:gd name="connsiteY46" fmla="*/ 593682 h 1674498"/>
              <a:gd name="connsiteX47" fmla="*/ 7588368 w 9288370"/>
              <a:gd name="connsiteY47" fmla="*/ 531129 h 1674498"/>
              <a:gd name="connsiteX48" fmla="*/ 7782741 w 9288370"/>
              <a:gd name="connsiteY48" fmla="*/ 455936 h 1674498"/>
              <a:gd name="connsiteX49" fmla="*/ 7952094 w 9288370"/>
              <a:gd name="connsiteY49" fmla="*/ 409302 h 1674498"/>
              <a:gd name="connsiteX50" fmla="*/ 8231938 w 9288370"/>
              <a:gd name="connsiteY50" fmla="*/ 259259 h 1674498"/>
              <a:gd name="connsiteX51" fmla="*/ 8428864 w 9288370"/>
              <a:gd name="connsiteY51" fmla="*/ 208471 h 1674498"/>
              <a:gd name="connsiteX52" fmla="*/ 8616510 w 9288370"/>
              <a:gd name="connsiteY52" fmla="*/ 161973 h 1674498"/>
              <a:gd name="connsiteX53" fmla="*/ 8826766 w 9288370"/>
              <a:gd name="connsiteY53" fmla="*/ 152111 h 1674498"/>
              <a:gd name="connsiteX54" fmla="*/ 8917647 w 9288370"/>
              <a:gd name="connsiteY54" fmla="*/ 112232 h 1674498"/>
              <a:gd name="connsiteX55" fmla="*/ 9182272 w 9288370"/>
              <a:gd name="connsiteY55" fmla="*/ 37171 h 1674498"/>
              <a:gd name="connsiteX56" fmla="*/ 9232990 w 9288370"/>
              <a:gd name="connsiteY56" fmla="*/ 24074 h 1674498"/>
              <a:gd name="connsiteX57" fmla="*/ 9288370 w 9288370"/>
              <a:gd name="connsiteY57" fmla="*/ 0 h 1674498"/>
              <a:gd name="connsiteX58" fmla="*/ 0 w 9288370"/>
              <a:gd name="connsiteY58" fmla="*/ 0 h 1674498"/>
              <a:gd name="connsiteX59" fmla="*/ 8158 w 9288370"/>
              <a:gd name="connsiteY59" fmla="*/ 1657420 h 1674498"/>
              <a:gd name="connsiteX0" fmla="*/ 8158 w 9288370"/>
              <a:gd name="connsiteY0" fmla="*/ 1657420 h 1657420"/>
              <a:gd name="connsiteX1" fmla="*/ 411216 w 9288370"/>
              <a:gd name="connsiteY1" fmla="*/ 1628370 h 1657420"/>
              <a:gd name="connsiteX2" fmla="*/ 766051 w 9288370"/>
              <a:gd name="connsiteY2" fmla="*/ 1569826 h 1657420"/>
              <a:gd name="connsiteX3" fmla="*/ 971617 w 9288370"/>
              <a:gd name="connsiteY3" fmla="*/ 1522494 h 1657420"/>
              <a:gd name="connsiteX4" fmla="*/ 1186668 w 9288370"/>
              <a:gd name="connsiteY4" fmla="*/ 1514737 h 1657420"/>
              <a:gd name="connsiteX5" fmla="*/ 1339078 w 9288370"/>
              <a:gd name="connsiteY5" fmla="*/ 1494730 h 1657420"/>
              <a:gd name="connsiteX6" fmla="*/ 1488946 w 9288370"/>
              <a:gd name="connsiteY6" fmla="*/ 1508375 h 1657420"/>
              <a:gd name="connsiteX7" fmla="*/ 1604999 w 9288370"/>
              <a:gd name="connsiteY7" fmla="*/ 1513599 h 1657420"/>
              <a:gd name="connsiteX8" fmla="*/ 1717911 w 9288370"/>
              <a:gd name="connsiteY8" fmla="*/ 1497764 h 1657420"/>
              <a:gd name="connsiteX9" fmla="*/ 1794234 w 9288370"/>
              <a:gd name="connsiteY9" fmla="*/ 1464331 h 1657420"/>
              <a:gd name="connsiteX10" fmla="*/ 2101780 w 9288370"/>
              <a:gd name="connsiteY10" fmla="*/ 1409907 h 1657420"/>
              <a:gd name="connsiteX11" fmla="*/ 2244830 w 9288370"/>
              <a:gd name="connsiteY11" fmla="*/ 1388540 h 1657420"/>
              <a:gd name="connsiteX12" fmla="*/ 2428648 w 9288370"/>
              <a:gd name="connsiteY12" fmla="*/ 1372736 h 1657420"/>
              <a:gd name="connsiteX13" fmla="*/ 2645882 w 9288370"/>
              <a:gd name="connsiteY13" fmla="*/ 1341971 h 1657420"/>
              <a:gd name="connsiteX14" fmla="*/ 2707413 w 9288370"/>
              <a:gd name="connsiteY14" fmla="*/ 1347156 h 1657420"/>
              <a:gd name="connsiteX15" fmla="*/ 2843134 w 9288370"/>
              <a:gd name="connsiteY15" fmla="*/ 1323561 h 1657420"/>
              <a:gd name="connsiteX16" fmla="*/ 2923804 w 9288370"/>
              <a:gd name="connsiteY16" fmla="*/ 1314224 h 1657420"/>
              <a:gd name="connsiteX17" fmla="*/ 2953618 w 9288370"/>
              <a:gd name="connsiteY17" fmla="*/ 1318186 h 1657420"/>
              <a:gd name="connsiteX18" fmla="*/ 2995816 w 9288370"/>
              <a:gd name="connsiteY18" fmla="*/ 1318670 h 1657420"/>
              <a:gd name="connsiteX19" fmla="*/ 3261550 w 9288370"/>
              <a:gd name="connsiteY19" fmla="*/ 1289117 h 1657420"/>
              <a:gd name="connsiteX20" fmla="*/ 3409554 w 9288370"/>
              <a:gd name="connsiteY20" fmla="*/ 1258110 h 1657420"/>
              <a:gd name="connsiteX21" fmla="*/ 3534382 w 9288370"/>
              <a:gd name="connsiteY21" fmla="*/ 1245916 h 1657420"/>
              <a:gd name="connsiteX22" fmla="*/ 3707853 w 9288370"/>
              <a:gd name="connsiteY22" fmla="*/ 1241722 h 1657420"/>
              <a:gd name="connsiteX23" fmla="*/ 3925616 w 9288370"/>
              <a:gd name="connsiteY23" fmla="*/ 1253751 h 1657420"/>
              <a:gd name="connsiteX24" fmla="*/ 3954387 w 9288370"/>
              <a:gd name="connsiteY24" fmla="*/ 1263789 h 1657420"/>
              <a:gd name="connsiteX25" fmla="*/ 3995849 w 9288370"/>
              <a:gd name="connsiteY25" fmla="*/ 1272939 h 1657420"/>
              <a:gd name="connsiteX26" fmla="*/ 4060534 w 9288370"/>
              <a:gd name="connsiteY26" fmla="*/ 1273326 h 1657420"/>
              <a:gd name="connsiteX27" fmla="*/ 4575478 w 9288370"/>
              <a:gd name="connsiteY27" fmla="*/ 1261726 h 1657420"/>
              <a:gd name="connsiteX28" fmla="*/ 4650026 w 9288370"/>
              <a:gd name="connsiteY28" fmla="*/ 1265798 h 1657420"/>
              <a:gd name="connsiteX29" fmla="*/ 4792008 w 9288370"/>
              <a:gd name="connsiteY29" fmla="*/ 1243899 h 1657420"/>
              <a:gd name="connsiteX30" fmla="*/ 4954126 w 9288370"/>
              <a:gd name="connsiteY30" fmla="*/ 1204617 h 1657420"/>
              <a:gd name="connsiteX31" fmla="*/ 5309678 w 9288370"/>
              <a:gd name="connsiteY31" fmla="*/ 1128278 h 1657420"/>
              <a:gd name="connsiteX32" fmla="*/ 5474724 w 9288370"/>
              <a:gd name="connsiteY32" fmla="*/ 1091167 h 1657420"/>
              <a:gd name="connsiteX33" fmla="*/ 5612132 w 9288370"/>
              <a:gd name="connsiteY33" fmla="*/ 1051509 h 1657420"/>
              <a:gd name="connsiteX34" fmla="*/ 5776618 w 9288370"/>
              <a:gd name="connsiteY34" fmla="*/ 1053037 h 1657420"/>
              <a:gd name="connsiteX35" fmla="*/ 5785786 w 9288370"/>
              <a:gd name="connsiteY35" fmla="*/ 1051213 h 1657420"/>
              <a:gd name="connsiteX36" fmla="*/ 5829381 w 9288370"/>
              <a:gd name="connsiteY36" fmla="*/ 1046878 h 1657420"/>
              <a:gd name="connsiteX37" fmla="*/ 5943596 w 9288370"/>
              <a:gd name="connsiteY37" fmla="*/ 1043237 h 1657420"/>
              <a:gd name="connsiteX38" fmla="*/ 5985730 w 9288370"/>
              <a:gd name="connsiteY38" fmla="*/ 1035396 h 1657420"/>
              <a:gd name="connsiteX39" fmla="*/ 6103109 w 9288370"/>
              <a:gd name="connsiteY39" fmla="*/ 1019019 h 1657420"/>
              <a:gd name="connsiteX40" fmla="*/ 6222406 w 9288370"/>
              <a:gd name="connsiteY40" fmla="*/ 985341 h 1657420"/>
              <a:gd name="connsiteX41" fmla="*/ 6598672 w 9288370"/>
              <a:gd name="connsiteY41" fmla="*/ 902062 h 1657420"/>
              <a:gd name="connsiteX42" fmla="*/ 6766149 w 9288370"/>
              <a:gd name="connsiteY42" fmla="*/ 846132 h 1657420"/>
              <a:gd name="connsiteX43" fmla="*/ 6886312 w 9288370"/>
              <a:gd name="connsiteY43" fmla="*/ 781877 h 1657420"/>
              <a:gd name="connsiteX44" fmla="*/ 7006457 w 9288370"/>
              <a:gd name="connsiteY44" fmla="*/ 699758 h 1657420"/>
              <a:gd name="connsiteX45" fmla="*/ 7231643 w 9288370"/>
              <a:gd name="connsiteY45" fmla="*/ 640778 h 1657420"/>
              <a:gd name="connsiteX46" fmla="*/ 7363123 w 9288370"/>
              <a:gd name="connsiteY46" fmla="*/ 593682 h 1657420"/>
              <a:gd name="connsiteX47" fmla="*/ 7588368 w 9288370"/>
              <a:gd name="connsiteY47" fmla="*/ 531129 h 1657420"/>
              <a:gd name="connsiteX48" fmla="*/ 7782741 w 9288370"/>
              <a:gd name="connsiteY48" fmla="*/ 455936 h 1657420"/>
              <a:gd name="connsiteX49" fmla="*/ 7952094 w 9288370"/>
              <a:gd name="connsiteY49" fmla="*/ 409302 h 1657420"/>
              <a:gd name="connsiteX50" fmla="*/ 8231938 w 9288370"/>
              <a:gd name="connsiteY50" fmla="*/ 259259 h 1657420"/>
              <a:gd name="connsiteX51" fmla="*/ 8428864 w 9288370"/>
              <a:gd name="connsiteY51" fmla="*/ 208471 h 1657420"/>
              <a:gd name="connsiteX52" fmla="*/ 8616510 w 9288370"/>
              <a:gd name="connsiteY52" fmla="*/ 161973 h 1657420"/>
              <a:gd name="connsiteX53" fmla="*/ 8826766 w 9288370"/>
              <a:gd name="connsiteY53" fmla="*/ 152111 h 1657420"/>
              <a:gd name="connsiteX54" fmla="*/ 8917647 w 9288370"/>
              <a:gd name="connsiteY54" fmla="*/ 112232 h 1657420"/>
              <a:gd name="connsiteX55" fmla="*/ 9182272 w 9288370"/>
              <a:gd name="connsiteY55" fmla="*/ 37171 h 1657420"/>
              <a:gd name="connsiteX56" fmla="*/ 9232990 w 9288370"/>
              <a:gd name="connsiteY56" fmla="*/ 24074 h 1657420"/>
              <a:gd name="connsiteX57" fmla="*/ 9288370 w 9288370"/>
              <a:gd name="connsiteY57" fmla="*/ 0 h 1657420"/>
              <a:gd name="connsiteX58" fmla="*/ 0 w 9288370"/>
              <a:gd name="connsiteY58" fmla="*/ 0 h 1657420"/>
              <a:gd name="connsiteX59" fmla="*/ 8158 w 9288370"/>
              <a:gd name="connsiteY59" fmla="*/ 1657420 h 1657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9288370" h="1657420">
                <a:moveTo>
                  <a:pt x="8158" y="1657420"/>
                </a:moveTo>
                <a:cubicBezTo>
                  <a:pt x="61478" y="1649348"/>
                  <a:pt x="284901" y="1645343"/>
                  <a:pt x="411216" y="1628370"/>
                </a:cubicBezTo>
                <a:cubicBezTo>
                  <a:pt x="480417" y="1633188"/>
                  <a:pt x="558470" y="1603899"/>
                  <a:pt x="766051" y="1569826"/>
                </a:cubicBezTo>
                <a:cubicBezTo>
                  <a:pt x="812488" y="1564422"/>
                  <a:pt x="953443" y="1560007"/>
                  <a:pt x="971617" y="1522494"/>
                </a:cubicBezTo>
                <a:cubicBezTo>
                  <a:pt x="1020161" y="1501878"/>
                  <a:pt x="1097347" y="1533665"/>
                  <a:pt x="1186668" y="1514737"/>
                </a:cubicBezTo>
                <a:lnTo>
                  <a:pt x="1339078" y="1494730"/>
                </a:lnTo>
                <a:lnTo>
                  <a:pt x="1488946" y="1508375"/>
                </a:lnTo>
                <a:lnTo>
                  <a:pt x="1604999" y="1513599"/>
                </a:lnTo>
                <a:lnTo>
                  <a:pt x="1717911" y="1497764"/>
                </a:lnTo>
                <a:cubicBezTo>
                  <a:pt x="1743422" y="1488490"/>
                  <a:pt x="1730257" y="1478974"/>
                  <a:pt x="1794234" y="1464331"/>
                </a:cubicBezTo>
                <a:cubicBezTo>
                  <a:pt x="1842539" y="1428781"/>
                  <a:pt x="1920661" y="1445458"/>
                  <a:pt x="2101780" y="1409907"/>
                </a:cubicBezTo>
                <a:cubicBezTo>
                  <a:pt x="2138594" y="1385934"/>
                  <a:pt x="2193900" y="1407074"/>
                  <a:pt x="2244830" y="1388540"/>
                </a:cubicBezTo>
                <a:cubicBezTo>
                  <a:pt x="2310706" y="1379336"/>
                  <a:pt x="2366733" y="1379060"/>
                  <a:pt x="2428648" y="1372736"/>
                </a:cubicBezTo>
                <a:cubicBezTo>
                  <a:pt x="2495490" y="1364975"/>
                  <a:pt x="2599421" y="1346234"/>
                  <a:pt x="2645882" y="1341971"/>
                </a:cubicBezTo>
                <a:cubicBezTo>
                  <a:pt x="2670920" y="1340537"/>
                  <a:pt x="2669117" y="1348484"/>
                  <a:pt x="2707413" y="1347156"/>
                </a:cubicBezTo>
                <a:cubicBezTo>
                  <a:pt x="2743721" y="1324535"/>
                  <a:pt x="2798213" y="1353269"/>
                  <a:pt x="2843134" y="1323561"/>
                </a:cubicBezTo>
                <a:cubicBezTo>
                  <a:pt x="2859865" y="1315298"/>
                  <a:pt x="2912970" y="1306041"/>
                  <a:pt x="2923804" y="1314224"/>
                </a:cubicBezTo>
                <a:cubicBezTo>
                  <a:pt x="2935040" y="1314339"/>
                  <a:pt x="2947659" y="1308371"/>
                  <a:pt x="2953618" y="1318186"/>
                </a:cubicBezTo>
                <a:cubicBezTo>
                  <a:pt x="2963089" y="1329568"/>
                  <a:pt x="3000111" y="1302355"/>
                  <a:pt x="2995816" y="1318670"/>
                </a:cubicBezTo>
                <a:cubicBezTo>
                  <a:pt x="3062330" y="1309669"/>
                  <a:pt x="3152963" y="1319665"/>
                  <a:pt x="3261550" y="1289117"/>
                </a:cubicBezTo>
                <a:lnTo>
                  <a:pt x="3409554" y="1258110"/>
                </a:lnTo>
                <a:cubicBezTo>
                  <a:pt x="3478041" y="1234777"/>
                  <a:pt x="3465895" y="1252355"/>
                  <a:pt x="3534382" y="1245916"/>
                </a:cubicBezTo>
                <a:cubicBezTo>
                  <a:pt x="3568027" y="1248143"/>
                  <a:pt x="3669967" y="1235157"/>
                  <a:pt x="3707853" y="1241722"/>
                </a:cubicBezTo>
                <a:cubicBezTo>
                  <a:pt x="3753776" y="1247777"/>
                  <a:pt x="3884527" y="1250073"/>
                  <a:pt x="3925616" y="1253751"/>
                </a:cubicBezTo>
                <a:cubicBezTo>
                  <a:pt x="3936659" y="1256176"/>
                  <a:pt x="3949946" y="1252887"/>
                  <a:pt x="3954387" y="1263789"/>
                </a:cubicBezTo>
                <a:cubicBezTo>
                  <a:pt x="3962052" y="1276954"/>
                  <a:pt x="4002445" y="1257743"/>
                  <a:pt x="3995849" y="1272939"/>
                </a:cubicBezTo>
                <a:cubicBezTo>
                  <a:pt x="4024501" y="1259800"/>
                  <a:pt x="4037687" y="1266099"/>
                  <a:pt x="4060534" y="1273326"/>
                </a:cubicBezTo>
                <a:cubicBezTo>
                  <a:pt x="4222834" y="1244527"/>
                  <a:pt x="4406167" y="1272716"/>
                  <a:pt x="4575478" y="1261726"/>
                </a:cubicBezTo>
                <a:lnTo>
                  <a:pt x="4650026" y="1265798"/>
                </a:lnTo>
                <a:lnTo>
                  <a:pt x="4792008" y="1243899"/>
                </a:lnTo>
                <a:cubicBezTo>
                  <a:pt x="4864797" y="1217989"/>
                  <a:pt x="4892960" y="1244893"/>
                  <a:pt x="4954126" y="1204617"/>
                </a:cubicBezTo>
                <a:cubicBezTo>
                  <a:pt x="5072643" y="1179171"/>
                  <a:pt x="5136253" y="1145277"/>
                  <a:pt x="5309678" y="1128278"/>
                </a:cubicBezTo>
                <a:cubicBezTo>
                  <a:pt x="5365406" y="1122815"/>
                  <a:pt x="5419708" y="1103537"/>
                  <a:pt x="5474724" y="1091167"/>
                </a:cubicBezTo>
                <a:lnTo>
                  <a:pt x="5612132" y="1051509"/>
                </a:lnTo>
                <a:cubicBezTo>
                  <a:pt x="5662448" y="1045154"/>
                  <a:pt x="5747676" y="1053086"/>
                  <a:pt x="5776618" y="1053037"/>
                </a:cubicBezTo>
                <a:lnTo>
                  <a:pt x="5785786" y="1051213"/>
                </a:lnTo>
                <a:lnTo>
                  <a:pt x="5829381" y="1046878"/>
                </a:lnTo>
                <a:cubicBezTo>
                  <a:pt x="5855683" y="1045549"/>
                  <a:pt x="5917537" y="1045151"/>
                  <a:pt x="5943596" y="1043237"/>
                </a:cubicBezTo>
                <a:cubicBezTo>
                  <a:pt x="5955032" y="1029831"/>
                  <a:pt x="5969545" y="1030469"/>
                  <a:pt x="5985730" y="1035396"/>
                </a:cubicBezTo>
                <a:cubicBezTo>
                  <a:pt x="6020901" y="1022497"/>
                  <a:pt x="6059962" y="1025742"/>
                  <a:pt x="6103109" y="1019019"/>
                </a:cubicBezTo>
                <a:cubicBezTo>
                  <a:pt x="6142495" y="996126"/>
                  <a:pt x="6176341" y="992625"/>
                  <a:pt x="6222406" y="985341"/>
                </a:cubicBezTo>
                <a:cubicBezTo>
                  <a:pt x="6305000" y="965848"/>
                  <a:pt x="6389790" y="916113"/>
                  <a:pt x="6598672" y="902062"/>
                </a:cubicBezTo>
                <a:cubicBezTo>
                  <a:pt x="6696217" y="878308"/>
                  <a:pt x="6705019" y="864412"/>
                  <a:pt x="6766149" y="846132"/>
                </a:cubicBezTo>
                <a:cubicBezTo>
                  <a:pt x="6751303" y="824906"/>
                  <a:pt x="6844288" y="800250"/>
                  <a:pt x="6886312" y="781877"/>
                </a:cubicBezTo>
                <a:cubicBezTo>
                  <a:pt x="6904346" y="796722"/>
                  <a:pt x="6974811" y="693660"/>
                  <a:pt x="7006457" y="699758"/>
                </a:cubicBezTo>
                <a:cubicBezTo>
                  <a:pt x="7015878" y="688760"/>
                  <a:pt x="7169942" y="678731"/>
                  <a:pt x="7231643" y="640778"/>
                </a:cubicBezTo>
                <a:cubicBezTo>
                  <a:pt x="7291087" y="623099"/>
                  <a:pt x="7308597" y="611957"/>
                  <a:pt x="7363123" y="593682"/>
                </a:cubicBezTo>
                <a:cubicBezTo>
                  <a:pt x="7401879" y="595559"/>
                  <a:pt x="7546060" y="516035"/>
                  <a:pt x="7588368" y="531129"/>
                </a:cubicBezTo>
                <a:cubicBezTo>
                  <a:pt x="7589802" y="511039"/>
                  <a:pt x="7775022" y="480542"/>
                  <a:pt x="7782741" y="455936"/>
                </a:cubicBezTo>
                <a:cubicBezTo>
                  <a:pt x="7843362" y="435631"/>
                  <a:pt x="7898455" y="431261"/>
                  <a:pt x="7952094" y="409302"/>
                </a:cubicBezTo>
                <a:cubicBezTo>
                  <a:pt x="8005733" y="387343"/>
                  <a:pt x="8146910" y="289023"/>
                  <a:pt x="8231938" y="259259"/>
                </a:cubicBezTo>
                <a:cubicBezTo>
                  <a:pt x="8305929" y="256630"/>
                  <a:pt x="8363222" y="225400"/>
                  <a:pt x="8428864" y="208471"/>
                </a:cubicBezTo>
                <a:cubicBezTo>
                  <a:pt x="8491413" y="192972"/>
                  <a:pt x="8456819" y="173248"/>
                  <a:pt x="8616510" y="161973"/>
                </a:cubicBezTo>
                <a:cubicBezTo>
                  <a:pt x="8658196" y="158015"/>
                  <a:pt x="8776576" y="160401"/>
                  <a:pt x="8826766" y="152111"/>
                </a:cubicBezTo>
                <a:lnTo>
                  <a:pt x="8917647" y="112232"/>
                </a:lnTo>
                <a:cubicBezTo>
                  <a:pt x="8976899" y="93075"/>
                  <a:pt x="9069756" y="89380"/>
                  <a:pt x="9182272" y="37171"/>
                </a:cubicBezTo>
                <a:cubicBezTo>
                  <a:pt x="9197307" y="35724"/>
                  <a:pt x="9214647" y="30863"/>
                  <a:pt x="9232990" y="24074"/>
                </a:cubicBezTo>
                <a:lnTo>
                  <a:pt x="9288370" y="0"/>
                </a:lnTo>
                <a:lnTo>
                  <a:pt x="0" y="0"/>
                </a:lnTo>
                <a:cubicBezTo>
                  <a:pt x="2719" y="557222"/>
                  <a:pt x="5439" y="1100198"/>
                  <a:pt x="8158" y="1657420"/>
                </a:cubicBezTo>
                <a:close/>
              </a:path>
            </a:pathLst>
          </a:custGeom>
          <a:blipFill>
            <a:blip r:embed="rId2"/>
            <a:tile tx="0" ty="0" sx="70000" sy="70000" flip="none" algn="tl"/>
          </a:blipFill>
          <a:ln w="12700" cap="flat" cmpd="sng" algn="ctr">
            <a:noFill/>
            <a:prstDash val="solid"/>
            <a:miter lim="800000"/>
          </a:ln>
          <a:effectLst>
            <a:innerShdw blurRad="63500" dist="12700" dir="5400000">
              <a:prstClr val="black">
                <a:alpha val="56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95DAAD-8841-4DCF-0BE9-7EFC8F2B7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685800"/>
            <a:ext cx="4559301" cy="1811740"/>
          </a:xfrm>
        </p:spPr>
        <p:txBody>
          <a:bodyPr anchor="ctr">
            <a:normAutofit/>
          </a:bodyPr>
          <a:lstStyle/>
          <a:p>
            <a:r>
              <a:rPr lang="en-US"/>
              <a:t>Dataset Overview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BE8340D-02CB-6EB6-E567-1E72631EFA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2194560"/>
            <a:ext cx="5745480" cy="44043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Source: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data.gov.uk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— Food Incident Notifications (2023 and 2024).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Two datasets were merged into a single analytical file.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Final dataset: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3,588 incident records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Standardized fields include: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                        Incident ID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                        Received (date only)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                        Incident Type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                        Product Type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                        Notifier Type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                        Origin Country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                        Incident Source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10" name="Graphic 9" descr="Lightning">
            <a:extLst>
              <a:ext uri="{FF2B5EF4-FFF2-40B4-BE49-F238E27FC236}">
                <a16:creationId xmlns:a16="http://schemas.microsoft.com/office/drawing/2014/main" id="{8B490FB1-03D0-078B-3E9E-993BC65F0C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73240" y="706271"/>
            <a:ext cx="4588510" cy="548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671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833CE96-7CBC-47F1-AA9E-1C0149040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1D699A-DF55-40A0-808D-D091417F09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 flipV="1">
            <a:off x="0" y="829"/>
            <a:ext cx="9288370" cy="2276958"/>
          </a:xfrm>
          <a:custGeom>
            <a:avLst/>
            <a:gdLst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832307 w 9288370"/>
              <a:gd name="connsiteY3" fmla="*/ 1538702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456865 w 9288370"/>
              <a:gd name="connsiteY6" fmla="*/ 1510292 h 1858154"/>
              <a:gd name="connsiteX7" fmla="*/ 1463005 w 9288370"/>
              <a:gd name="connsiteY7" fmla="*/ 1511279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952094 w 9288370"/>
              <a:gd name="connsiteY51" fmla="*/ 409302 h 1858154"/>
              <a:gd name="connsiteX52" fmla="*/ 8231938 w 9288370"/>
              <a:gd name="connsiteY52" fmla="*/ 259259 h 1858154"/>
              <a:gd name="connsiteX53" fmla="*/ 8428864 w 9288370"/>
              <a:gd name="connsiteY53" fmla="*/ 208471 h 1858154"/>
              <a:gd name="connsiteX54" fmla="*/ 8616510 w 9288370"/>
              <a:gd name="connsiteY54" fmla="*/ 161973 h 1858154"/>
              <a:gd name="connsiteX55" fmla="*/ 8826766 w 9288370"/>
              <a:gd name="connsiteY55" fmla="*/ 152111 h 1858154"/>
              <a:gd name="connsiteX56" fmla="*/ 8917647 w 9288370"/>
              <a:gd name="connsiteY56" fmla="*/ 112232 h 1858154"/>
              <a:gd name="connsiteX57" fmla="*/ 9182272 w 9288370"/>
              <a:gd name="connsiteY57" fmla="*/ 37171 h 1858154"/>
              <a:gd name="connsiteX58" fmla="*/ 9232990 w 9288370"/>
              <a:gd name="connsiteY58" fmla="*/ 24074 h 1858154"/>
              <a:gd name="connsiteX59" fmla="*/ 9288370 w 9288370"/>
              <a:gd name="connsiteY59" fmla="*/ 0 h 1858154"/>
              <a:gd name="connsiteX60" fmla="*/ 0 w 9288370"/>
              <a:gd name="connsiteY60" fmla="*/ 0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657092 w 9288370"/>
              <a:gd name="connsiteY3" fmla="*/ 158250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456865 w 9288370"/>
              <a:gd name="connsiteY6" fmla="*/ 1510292 h 1858154"/>
              <a:gd name="connsiteX7" fmla="*/ 1463005 w 9288370"/>
              <a:gd name="connsiteY7" fmla="*/ 1511279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952094 w 9288370"/>
              <a:gd name="connsiteY51" fmla="*/ 409302 h 1858154"/>
              <a:gd name="connsiteX52" fmla="*/ 8231938 w 9288370"/>
              <a:gd name="connsiteY52" fmla="*/ 259259 h 1858154"/>
              <a:gd name="connsiteX53" fmla="*/ 8428864 w 9288370"/>
              <a:gd name="connsiteY53" fmla="*/ 208471 h 1858154"/>
              <a:gd name="connsiteX54" fmla="*/ 8616510 w 9288370"/>
              <a:gd name="connsiteY54" fmla="*/ 161973 h 1858154"/>
              <a:gd name="connsiteX55" fmla="*/ 8826766 w 9288370"/>
              <a:gd name="connsiteY55" fmla="*/ 152111 h 1858154"/>
              <a:gd name="connsiteX56" fmla="*/ 8917647 w 9288370"/>
              <a:gd name="connsiteY56" fmla="*/ 112232 h 1858154"/>
              <a:gd name="connsiteX57" fmla="*/ 9182272 w 9288370"/>
              <a:gd name="connsiteY57" fmla="*/ 37171 h 1858154"/>
              <a:gd name="connsiteX58" fmla="*/ 9232990 w 9288370"/>
              <a:gd name="connsiteY58" fmla="*/ 24074 h 1858154"/>
              <a:gd name="connsiteX59" fmla="*/ 9288370 w 9288370"/>
              <a:gd name="connsiteY59" fmla="*/ 0 h 1858154"/>
              <a:gd name="connsiteX60" fmla="*/ 0 w 9288370"/>
              <a:gd name="connsiteY60" fmla="*/ 0 h 1858154"/>
              <a:gd name="connsiteX61" fmla="*/ 0 w 9288370"/>
              <a:gd name="connsiteY61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249966 w 9288370"/>
              <a:gd name="connsiteY2" fmla="*/ 1724867 h 1858154"/>
              <a:gd name="connsiteX3" fmla="*/ 657092 w 9288370"/>
              <a:gd name="connsiteY3" fmla="*/ 158250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456865 w 9288370"/>
              <a:gd name="connsiteY6" fmla="*/ 1510292 h 1858154"/>
              <a:gd name="connsiteX7" fmla="*/ 1463005 w 9288370"/>
              <a:gd name="connsiteY7" fmla="*/ 1511279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952094 w 9288370"/>
              <a:gd name="connsiteY51" fmla="*/ 409302 h 1858154"/>
              <a:gd name="connsiteX52" fmla="*/ 8231938 w 9288370"/>
              <a:gd name="connsiteY52" fmla="*/ 259259 h 1858154"/>
              <a:gd name="connsiteX53" fmla="*/ 8428864 w 9288370"/>
              <a:gd name="connsiteY53" fmla="*/ 208471 h 1858154"/>
              <a:gd name="connsiteX54" fmla="*/ 8616510 w 9288370"/>
              <a:gd name="connsiteY54" fmla="*/ 161973 h 1858154"/>
              <a:gd name="connsiteX55" fmla="*/ 8826766 w 9288370"/>
              <a:gd name="connsiteY55" fmla="*/ 152111 h 1858154"/>
              <a:gd name="connsiteX56" fmla="*/ 8917647 w 9288370"/>
              <a:gd name="connsiteY56" fmla="*/ 112232 h 1858154"/>
              <a:gd name="connsiteX57" fmla="*/ 9182272 w 9288370"/>
              <a:gd name="connsiteY57" fmla="*/ 37171 h 1858154"/>
              <a:gd name="connsiteX58" fmla="*/ 9232990 w 9288370"/>
              <a:gd name="connsiteY58" fmla="*/ 24074 h 1858154"/>
              <a:gd name="connsiteX59" fmla="*/ 9288370 w 9288370"/>
              <a:gd name="connsiteY59" fmla="*/ 0 h 1858154"/>
              <a:gd name="connsiteX60" fmla="*/ 0 w 9288370"/>
              <a:gd name="connsiteY60" fmla="*/ 0 h 1858154"/>
              <a:gd name="connsiteX61" fmla="*/ 0 w 9288370"/>
              <a:gd name="connsiteY61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249966 w 9288370"/>
              <a:gd name="connsiteY2" fmla="*/ 1724867 h 1858154"/>
              <a:gd name="connsiteX3" fmla="*/ 558534 w 9288370"/>
              <a:gd name="connsiteY3" fmla="*/ 1637261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456865 w 9288370"/>
              <a:gd name="connsiteY6" fmla="*/ 1510292 h 1858154"/>
              <a:gd name="connsiteX7" fmla="*/ 1463005 w 9288370"/>
              <a:gd name="connsiteY7" fmla="*/ 1511279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952094 w 9288370"/>
              <a:gd name="connsiteY51" fmla="*/ 409302 h 1858154"/>
              <a:gd name="connsiteX52" fmla="*/ 8231938 w 9288370"/>
              <a:gd name="connsiteY52" fmla="*/ 259259 h 1858154"/>
              <a:gd name="connsiteX53" fmla="*/ 8428864 w 9288370"/>
              <a:gd name="connsiteY53" fmla="*/ 208471 h 1858154"/>
              <a:gd name="connsiteX54" fmla="*/ 8616510 w 9288370"/>
              <a:gd name="connsiteY54" fmla="*/ 161973 h 1858154"/>
              <a:gd name="connsiteX55" fmla="*/ 8826766 w 9288370"/>
              <a:gd name="connsiteY55" fmla="*/ 152111 h 1858154"/>
              <a:gd name="connsiteX56" fmla="*/ 8917647 w 9288370"/>
              <a:gd name="connsiteY56" fmla="*/ 112232 h 1858154"/>
              <a:gd name="connsiteX57" fmla="*/ 9182272 w 9288370"/>
              <a:gd name="connsiteY57" fmla="*/ 37171 h 1858154"/>
              <a:gd name="connsiteX58" fmla="*/ 9232990 w 9288370"/>
              <a:gd name="connsiteY58" fmla="*/ 24074 h 1858154"/>
              <a:gd name="connsiteX59" fmla="*/ 9288370 w 9288370"/>
              <a:gd name="connsiteY59" fmla="*/ 0 h 1858154"/>
              <a:gd name="connsiteX60" fmla="*/ 0 w 9288370"/>
              <a:gd name="connsiteY60" fmla="*/ 0 h 1858154"/>
              <a:gd name="connsiteX61" fmla="*/ 0 w 9288370"/>
              <a:gd name="connsiteY61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249966 w 9288370"/>
              <a:gd name="connsiteY2" fmla="*/ 1724867 h 1858154"/>
              <a:gd name="connsiteX3" fmla="*/ 558534 w 9288370"/>
              <a:gd name="connsiteY3" fmla="*/ 1637261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456865 w 9288370"/>
              <a:gd name="connsiteY6" fmla="*/ 1510292 h 1858154"/>
              <a:gd name="connsiteX7" fmla="*/ 1463005 w 9288370"/>
              <a:gd name="connsiteY7" fmla="*/ 1511279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952094 w 9288370"/>
              <a:gd name="connsiteY51" fmla="*/ 409302 h 1858154"/>
              <a:gd name="connsiteX52" fmla="*/ 8231938 w 9288370"/>
              <a:gd name="connsiteY52" fmla="*/ 259259 h 1858154"/>
              <a:gd name="connsiteX53" fmla="*/ 8428864 w 9288370"/>
              <a:gd name="connsiteY53" fmla="*/ 208471 h 1858154"/>
              <a:gd name="connsiteX54" fmla="*/ 8616510 w 9288370"/>
              <a:gd name="connsiteY54" fmla="*/ 161973 h 1858154"/>
              <a:gd name="connsiteX55" fmla="*/ 8826766 w 9288370"/>
              <a:gd name="connsiteY55" fmla="*/ 152111 h 1858154"/>
              <a:gd name="connsiteX56" fmla="*/ 8917647 w 9288370"/>
              <a:gd name="connsiteY56" fmla="*/ 112232 h 1858154"/>
              <a:gd name="connsiteX57" fmla="*/ 9182272 w 9288370"/>
              <a:gd name="connsiteY57" fmla="*/ 37171 h 1858154"/>
              <a:gd name="connsiteX58" fmla="*/ 9232990 w 9288370"/>
              <a:gd name="connsiteY58" fmla="*/ 24074 h 1858154"/>
              <a:gd name="connsiteX59" fmla="*/ 9288370 w 9288370"/>
              <a:gd name="connsiteY59" fmla="*/ 0 h 1858154"/>
              <a:gd name="connsiteX60" fmla="*/ 0 w 9288370"/>
              <a:gd name="connsiteY60" fmla="*/ 0 h 1858154"/>
              <a:gd name="connsiteX61" fmla="*/ 0 w 9288370"/>
              <a:gd name="connsiteY61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249966 w 9288370"/>
              <a:gd name="connsiteY2" fmla="*/ 1724867 h 1858154"/>
              <a:gd name="connsiteX3" fmla="*/ 558534 w 9288370"/>
              <a:gd name="connsiteY3" fmla="*/ 1637261 h 1858154"/>
              <a:gd name="connsiteX4" fmla="*/ 763550 w 9288370"/>
              <a:gd name="connsiteY4" fmla="*/ 1533445 h 1858154"/>
              <a:gd name="connsiteX5" fmla="*/ 1186668 w 9288370"/>
              <a:gd name="connsiteY5" fmla="*/ 1521861 h 1858154"/>
              <a:gd name="connsiteX6" fmla="*/ 1456865 w 9288370"/>
              <a:gd name="connsiteY6" fmla="*/ 1510292 h 1858154"/>
              <a:gd name="connsiteX7" fmla="*/ 1463005 w 9288370"/>
              <a:gd name="connsiteY7" fmla="*/ 1511279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952094 w 9288370"/>
              <a:gd name="connsiteY51" fmla="*/ 409302 h 1858154"/>
              <a:gd name="connsiteX52" fmla="*/ 8231938 w 9288370"/>
              <a:gd name="connsiteY52" fmla="*/ 259259 h 1858154"/>
              <a:gd name="connsiteX53" fmla="*/ 8428864 w 9288370"/>
              <a:gd name="connsiteY53" fmla="*/ 208471 h 1858154"/>
              <a:gd name="connsiteX54" fmla="*/ 8616510 w 9288370"/>
              <a:gd name="connsiteY54" fmla="*/ 161973 h 1858154"/>
              <a:gd name="connsiteX55" fmla="*/ 8826766 w 9288370"/>
              <a:gd name="connsiteY55" fmla="*/ 152111 h 1858154"/>
              <a:gd name="connsiteX56" fmla="*/ 8917647 w 9288370"/>
              <a:gd name="connsiteY56" fmla="*/ 112232 h 1858154"/>
              <a:gd name="connsiteX57" fmla="*/ 9182272 w 9288370"/>
              <a:gd name="connsiteY57" fmla="*/ 37171 h 1858154"/>
              <a:gd name="connsiteX58" fmla="*/ 9232990 w 9288370"/>
              <a:gd name="connsiteY58" fmla="*/ 24074 h 1858154"/>
              <a:gd name="connsiteX59" fmla="*/ 9288370 w 9288370"/>
              <a:gd name="connsiteY59" fmla="*/ 0 h 1858154"/>
              <a:gd name="connsiteX60" fmla="*/ 0 w 9288370"/>
              <a:gd name="connsiteY60" fmla="*/ 0 h 1858154"/>
              <a:gd name="connsiteX61" fmla="*/ 0 w 9288370"/>
              <a:gd name="connsiteY61" fmla="*/ 1858154 h 1858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9288370" h="1858154">
                <a:moveTo>
                  <a:pt x="0" y="1858154"/>
                </a:moveTo>
                <a:lnTo>
                  <a:pt x="1049" y="1857909"/>
                </a:lnTo>
                <a:cubicBezTo>
                  <a:pt x="74675" y="1831386"/>
                  <a:pt x="98074" y="1825724"/>
                  <a:pt x="249966" y="1724867"/>
                </a:cubicBezTo>
                <a:cubicBezTo>
                  <a:pt x="388509" y="1671667"/>
                  <a:pt x="451632" y="1707071"/>
                  <a:pt x="558534" y="1637261"/>
                </a:cubicBezTo>
                <a:cubicBezTo>
                  <a:pt x="604971" y="1631857"/>
                  <a:pt x="689284" y="1553149"/>
                  <a:pt x="763550" y="1533445"/>
                </a:cubicBezTo>
                <a:cubicBezTo>
                  <a:pt x="822611" y="1530638"/>
                  <a:pt x="1097347" y="1540789"/>
                  <a:pt x="1186668" y="1521861"/>
                </a:cubicBezTo>
                <a:lnTo>
                  <a:pt x="1456865" y="1510292"/>
                </a:lnTo>
                <a:lnTo>
                  <a:pt x="1463005" y="1511279"/>
                </a:lnTo>
                <a:lnTo>
                  <a:pt x="1604999" y="1513599"/>
                </a:lnTo>
                <a:lnTo>
                  <a:pt x="1717911" y="1497764"/>
                </a:lnTo>
                <a:cubicBezTo>
                  <a:pt x="1743422" y="1488490"/>
                  <a:pt x="1730257" y="1478974"/>
                  <a:pt x="1794234" y="1464331"/>
                </a:cubicBezTo>
                <a:cubicBezTo>
                  <a:pt x="1842539" y="1428781"/>
                  <a:pt x="1920661" y="1445458"/>
                  <a:pt x="2101780" y="1409907"/>
                </a:cubicBezTo>
                <a:cubicBezTo>
                  <a:pt x="2138594" y="1385934"/>
                  <a:pt x="2193900" y="1407074"/>
                  <a:pt x="2244830" y="1388540"/>
                </a:cubicBezTo>
                <a:cubicBezTo>
                  <a:pt x="2310706" y="1379336"/>
                  <a:pt x="2366733" y="1379060"/>
                  <a:pt x="2428648" y="1372736"/>
                </a:cubicBezTo>
                <a:cubicBezTo>
                  <a:pt x="2495490" y="1364975"/>
                  <a:pt x="2599421" y="1346234"/>
                  <a:pt x="2645882" y="1341971"/>
                </a:cubicBezTo>
                <a:cubicBezTo>
                  <a:pt x="2670920" y="1340537"/>
                  <a:pt x="2669117" y="1348484"/>
                  <a:pt x="2707413" y="1347156"/>
                </a:cubicBezTo>
                <a:cubicBezTo>
                  <a:pt x="2743721" y="1324535"/>
                  <a:pt x="2798213" y="1353269"/>
                  <a:pt x="2843134" y="1323561"/>
                </a:cubicBezTo>
                <a:cubicBezTo>
                  <a:pt x="2859865" y="1315298"/>
                  <a:pt x="2912970" y="1306041"/>
                  <a:pt x="2923804" y="1314224"/>
                </a:cubicBezTo>
                <a:cubicBezTo>
                  <a:pt x="2935040" y="1314339"/>
                  <a:pt x="2947659" y="1308371"/>
                  <a:pt x="2953618" y="1318186"/>
                </a:cubicBezTo>
                <a:cubicBezTo>
                  <a:pt x="2963089" y="1329568"/>
                  <a:pt x="3000111" y="1302355"/>
                  <a:pt x="2995816" y="1318670"/>
                </a:cubicBezTo>
                <a:cubicBezTo>
                  <a:pt x="3062330" y="1309669"/>
                  <a:pt x="3244113" y="1294731"/>
                  <a:pt x="3352700" y="1264183"/>
                </a:cubicBezTo>
                <a:lnTo>
                  <a:pt x="3444611" y="1236739"/>
                </a:lnTo>
                <a:cubicBezTo>
                  <a:pt x="3513098" y="1213406"/>
                  <a:pt x="3581585" y="1223860"/>
                  <a:pt x="3650072" y="1217421"/>
                </a:cubicBezTo>
                <a:cubicBezTo>
                  <a:pt x="3683717" y="1219648"/>
                  <a:pt x="3669967" y="1235157"/>
                  <a:pt x="3707853" y="1241722"/>
                </a:cubicBezTo>
                <a:cubicBezTo>
                  <a:pt x="3753776" y="1247777"/>
                  <a:pt x="3884527" y="1250073"/>
                  <a:pt x="3925616" y="1253751"/>
                </a:cubicBezTo>
                <a:cubicBezTo>
                  <a:pt x="3936659" y="1256176"/>
                  <a:pt x="3949946" y="1252887"/>
                  <a:pt x="3954387" y="1263789"/>
                </a:cubicBezTo>
                <a:cubicBezTo>
                  <a:pt x="3962052" y="1276954"/>
                  <a:pt x="4002445" y="1257743"/>
                  <a:pt x="3995849" y="1272939"/>
                </a:cubicBezTo>
                <a:cubicBezTo>
                  <a:pt x="4024501" y="1259800"/>
                  <a:pt x="4044699" y="1287470"/>
                  <a:pt x="4067546" y="1294697"/>
                </a:cubicBezTo>
                <a:lnTo>
                  <a:pt x="4190310" y="1307786"/>
                </a:lnTo>
                <a:cubicBezTo>
                  <a:pt x="4201670" y="1307054"/>
                  <a:pt x="4216873" y="1303173"/>
                  <a:pt x="4230008" y="1303546"/>
                </a:cubicBezTo>
                <a:cubicBezTo>
                  <a:pt x="4327992" y="1270528"/>
                  <a:pt x="4508090" y="1267792"/>
                  <a:pt x="4575478" y="1261726"/>
                </a:cubicBezTo>
                <a:lnTo>
                  <a:pt x="4650026" y="1265798"/>
                </a:lnTo>
                <a:lnTo>
                  <a:pt x="4792008" y="1243899"/>
                </a:lnTo>
                <a:cubicBezTo>
                  <a:pt x="4864797" y="1217989"/>
                  <a:pt x="4892960" y="1244893"/>
                  <a:pt x="4954126" y="1204617"/>
                </a:cubicBezTo>
                <a:cubicBezTo>
                  <a:pt x="5072643" y="1179171"/>
                  <a:pt x="5136253" y="1145277"/>
                  <a:pt x="5309678" y="1128278"/>
                </a:cubicBezTo>
                <a:cubicBezTo>
                  <a:pt x="5365406" y="1122815"/>
                  <a:pt x="5419708" y="1103537"/>
                  <a:pt x="5474724" y="1091167"/>
                </a:cubicBezTo>
                <a:lnTo>
                  <a:pt x="5612132" y="1051509"/>
                </a:lnTo>
                <a:cubicBezTo>
                  <a:pt x="5662448" y="1045154"/>
                  <a:pt x="5747676" y="1053086"/>
                  <a:pt x="5776618" y="1053037"/>
                </a:cubicBezTo>
                <a:lnTo>
                  <a:pt x="5785786" y="1051213"/>
                </a:lnTo>
                <a:lnTo>
                  <a:pt x="5829381" y="1046878"/>
                </a:lnTo>
                <a:cubicBezTo>
                  <a:pt x="5855683" y="1045549"/>
                  <a:pt x="5917537" y="1045151"/>
                  <a:pt x="5943596" y="1043237"/>
                </a:cubicBezTo>
                <a:cubicBezTo>
                  <a:pt x="5955032" y="1029831"/>
                  <a:pt x="5969545" y="1030469"/>
                  <a:pt x="5985730" y="1035396"/>
                </a:cubicBezTo>
                <a:cubicBezTo>
                  <a:pt x="6020901" y="1022497"/>
                  <a:pt x="6059962" y="1025742"/>
                  <a:pt x="6103109" y="1019019"/>
                </a:cubicBezTo>
                <a:cubicBezTo>
                  <a:pt x="6142495" y="996126"/>
                  <a:pt x="6176341" y="992625"/>
                  <a:pt x="6222406" y="985341"/>
                </a:cubicBezTo>
                <a:cubicBezTo>
                  <a:pt x="6305000" y="965848"/>
                  <a:pt x="6389790" y="916113"/>
                  <a:pt x="6598672" y="902062"/>
                </a:cubicBezTo>
                <a:cubicBezTo>
                  <a:pt x="6696217" y="878308"/>
                  <a:pt x="6705019" y="864412"/>
                  <a:pt x="6766149" y="846132"/>
                </a:cubicBezTo>
                <a:cubicBezTo>
                  <a:pt x="6828622" y="816303"/>
                  <a:pt x="6844288" y="800250"/>
                  <a:pt x="6886312" y="781877"/>
                </a:cubicBezTo>
                <a:cubicBezTo>
                  <a:pt x="6904346" y="770915"/>
                  <a:pt x="6974811" y="693660"/>
                  <a:pt x="7006457" y="699758"/>
                </a:cubicBezTo>
                <a:cubicBezTo>
                  <a:pt x="7015878" y="688760"/>
                  <a:pt x="7169942" y="678731"/>
                  <a:pt x="7231643" y="640778"/>
                </a:cubicBezTo>
                <a:cubicBezTo>
                  <a:pt x="7291087" y="623099"/>
                  <a:pt x="7308597" y="611957"/>
                  <a:pt x="7363123" y="593682"/>
                </a:cubicBezTo>
                <a:cubicBezTo>
                  <a:pt x="7401879" y="595559"/>
                  <a:pt x="7517574" y="550445"/>
                  <a:pt x="7588368" y="531129"/>
                </a:cubicBezTo>
                <a:cubicBezTo>
                  <a:pt x="7669636" y="521516"/>
                  <a:pt x="7844833" y="454614"/>
                  <a:pt x="7952094" y="409302"/>
                </a:cubicBezTo>
                <a:cubicBezTo>
                  <a:pt x="8059356" y="363990"/>
                  <a:pt x="8146910" y="253405"/>
                  <a:pt x="8231938" y="259259"/>
                </a:cubicBezTo>
                <a:cubicBezTo>
                  <a:pt x="8305929" y="256630"/>
                  <a:pt x="8363222" y="225400"/>
                  <a:pt x="8428864" y="208471"/>
                </a:cubicBezTo>
                <a:cubicBezTo>
                  <a:pt x="8491413" y="192972"/>
                  <a:pt x="8456819" y="173248"/>
                  <a:pt x="8616510" y="161973"/>
                </a:cubicBezTo>
                <a:cubicBezTo>
                  <a:pt x="8658196" y="158015"/>
                  <a:pt x="8776576" y="160401"/>
                  <a:pt x="8826766" y="152111"/>
                </a:cubicBezTo>
                <a:lnTo>
                  <a:pt x="8917647" y="112232"/>
                </a:lnTo>
                <a:cubicBezTo>
                  <a:pt x="8976899" y="93075"/>
                  <a:pt x="9069756" y="89380"/>
                  <a:pt x="9182272" y="37171"/>
                </a:cubicBezTo>
                <a:cubicBezTo>
                  <a:pt x="9197307" y="35724"/>
                  <a:pt x="9214647" y="30863"/>
                  <a:pt x="9232990" y="24074"/>
                </a:cubicBezTo>
                <a:lnTo>
                  <a:pt x="9288370" y="0"/>
                </a:lnTo>
                <a:lnTo>
                  <a:pt x="0" y="0"/>
                </a:lnTo>
                <a:lnTo>
                  <a:pt x="0" y="1858154"/>
                </a:lnTo>
                <a:close/>
              </a:path>
            </a:pathLst>
          </a:custGeom>
          <a:blipFill>
            <a:blip r:embed="rId2"/>
            <a:tile tx="0" ty="0" sx="70000" sy="70000" flip="none" algn="tl"/>
          </a:blipFill>
          <a:ln w="12700" cap="flat" cmpd="sng" algn="ctr">
            <a:noFill/>
            <a:prstDash val="solid"/>
            <a:miter lim="800000"/>
          </a:ln>
          <a:effectLst>
            <a:innerShdw blurRad="63500" dist="12700" dir="5400000">
              <a:prstClr val="black">
                <a:alpha val="56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784E32B-BE49-459D-8E4C-E0678A8800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6869" y="0"/>
            <a:ext cx="4645131" cy="6362564"/>
          </a:xfrm>
          <a:custGeom>
            <a:avLst/>
            <a:gdLst>
              <a:gd name="connsiteX0" fmla="*/ 216571 w 4604550"/>
              <a:gd name="connsiteY0" fmla="*/ 0 h 6362564"/>
              <a:gd name="connsiteX1" fmla="*/ 4604550 w 4604550"/>
              <a:gd name="connsiteY1" fmla="*/ 0 h 6362564"/>
              <a:gd name="connsiteX2" fmla="*/ 4604550 w 4604550"/>
              <a:gd name="connsiteY2" fmla="*/ 6362564 h 6362564"/>
              <a:gd name="connsiteX3" fmla="*/ 0 w 4604550"/>
              <a:gd name="connsiteY3" fmla="*/ 6201770 h 6362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04550" h="6362564">
                <a:moveTo>
                  <a:pt x="216571" y="0"/>
                </a:moveTo>
                <a:lnTo>
                  <a:pt x="4604550" y="0"/>
                </a:lnTo>
                <a:lnTo>
                  <a:pt x="4604550" y="6362564"/>
                </a:lnTo>
                <a:lnTo>
                  <a:pt x="0" y="6201770"/>
                </a:lnTo>
                <a:close/>
              </a:path>
            </a:pathLst>
          </a:custGeom>
          <a:solidFill>
            <a:srgbClr val="EFEEE9"/>
          </a:solidFill>
          <a:ln w="12700" cap="flat" cmpd="sng" algn="ctr">
            <a:noFill/>
            <a:prstDash val="solid"/>
            <a:miter lim="800000"/>
          </a:ln>
          <a:effectLst>
            <a:outerShdw blurRad="635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0546D3-EABF-A372-29AF-725E81635E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119" r="44513" b="1"/>
          <a:stretch>
            <a:fillRect/>
          </a:stretch>
        </p:blipFill>
        <p:spPr>
          <a:xfrm>
            <a:off x="7696200" y="10"/>
            <a:ext cx="4495800" cy="6202075"/>
          </a:xfrm>
          <a:custGeom>
            <a:avLst/>
            <a:gdLst/>
            <a:ahLst/>
            <a:cxnLst/>
            <a:rect l="l" t="t" r="r" b="b"/>
            <a:pathLst>
              <a:path w="4494157" h="6202085">
                <a:moveTo>
                  <a:pt x="212306" y="0"/>
                </a:moveTo>
                <a:lnTo>
                  <a:pt x="4494157" y="0"/>
                </a:lnTo>
                <a:lnTo>
                  <a:pt x="4494157" y="6202085"/>
                </a:lnTo>
                <a:lnTo>
                  <a:pt x="4001818" y="6184950"/>
                </a:lnTo>
                <a:cubicBezTo>
                  <a:pt x="2350856" y="6127297"/>
                  <a:pt x="699950" y="6068088"/>
                  <a:pt x="35951" y="6041785"/>
                </a:cubicBezTo>
                <a:cubicBezTo>
                  <a:pt x="15395" y="6040950"/>
                  <a:pt x="-645" y="6023705"/>
                  <a:pt x="20" y="6003145"/>
                </a:cubicBez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24DD87-7AD6-84B3-1C14-AA054B1FE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1" y="725469"/>
            <a:ext cx="8012110" cy="1706583"/>
          </a:xfrm>
        </p:spPr>
        <p:txBody>
          <a:bodyPr anchor="ctr">
            <a:normAutofit/>
          </a:bodyPr>
          <a:lstStyle/>
          <a:p>
            <a:r>
              <a:rPr lang="en-US"/>
              <a:t>Data Preparation Using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E19E3-8EF8-09E9-52AD-56FFFD254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164081"/>
            <a:ext cx="7071360" cy="4511040"/>
          </a:xfrm>
        </p:spPr>
        <p:txBody>
          <a:bodyPr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en-US"/>
              <a:t>I performed data preparation using Python (pandas) in Visual Studio Code:</a:t>
            </a:r>
          </a:p>
          <a:p>
            <a:pPr>
              <a:lnSpc>
                <a:spcPct val="110000"/>
              </a:lnSpc>
            </a:pPr>
            <a:r>
              <a:rPr lang="en-US"/>
              <a:t>Loaded both Excel datasets (2023 &amp; 2024).</a:t>
            </a:r>
          </a:p>
          <a:p>
            <a:pPr>
              <a:lnSpc>
                <a:spcPct val="110000"/>
              </a:lnSpc>
            </a:pPr>
            <a:r>
              <a:rPr lang="en-US"/>
              <a:t>Standardized column names.</a:t>
            </a:r>
          </a:p>
          <a:p>
            <a:pPr>
              <a:lnSpc>
                <a:spcPct val="110000"/>
              </a:lnSpc>
            </a:pPr>
            <a:r>
              <a:rPr lang="en-US"/>
              <a:t>Cleaned and converted mixed date formats.</a:t>
            </a:r>
          </a:p>
          <a:p>
            <a:pPr>
              <a:lnSpc>
                <a:spcPct val="110000"/>
              </a:lnSpc>
            </a:pPr>
            <a:r>
              <a:rPr lang="en-US"/>
              <a:t>Removed time component (kept date only).</a:t>
            </a:r>
          </a:p>
          <a:p>
            <a:pPr>
              <a:lnSpc>
                <a:spcPct val="110000"/>
              </a:lnSpc>
            </a:pPr>
            <a:r>
              <a:rPr lang="en-US"/>
              <a:t>Removed nulls and placeholder strings.</a:t>
            </a:r>
          </a:p>
          <a:p>
            <a:pPr>
              <a:lnSpc>
                <a:spcPct val="110000"/>
              </a:lnSpc>
            </a:pPr>
            <a:r>
              <a:rPr lang="en-US"/>
              <a:t>Deduplicated using </a:t>
            </a:r>
            <a:r>
              <a:rPr lang="en-US" i="1"/>
              <a:t>Incident ID</a:t>
            </a:r>
            <a:r>
              <a:rPr lang="en-US"/>
              <a:t>.</a:t>
            </a:r>
          </a:p>
          <a:p>
            <a:pPr>
              <a:lnSpc>
                <a:spcPct val="110000"/>
              </a:lnSpc>
            </a:pPr>
            <a:r>
              <a:rPr lang="en-US"/>
              <a:t>Sorted dataset chronologically.</a:t>
            </a:r>
          </a:p>
          <a:p>
            <a:pPr>
              <a:lnSpc>
                <a:spcPct val="110000"/>
              </a:lnSpc>
            </a:pPr>
            <a:r>
              <a:rPr lang="en-US"/>
              <a:t>Exported final clean file: merged_incidents_final_clean.csv.</a:t>
            </a:r>
          </a:p>
        </p:txBody>
      </p:sp>
    </p:spTree>
    <p:extLst>
      <p:ext uri="{BB962C8B-B14F-4D97-AF65-F5344CB8AC3E}">
        <p14:creationId xmlns:p14="http://schemas.microsoft.com/office/powerpoint/2010/main" val="3695126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E957F-D9D9-94A2-600B-CF5FF93DC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1" y="365125"/>
            <a:ext cx="9235440" cy="1463675"/>
          </a:xfrm>
        </p:spPr>
        <p:txBody>
          <a:bodyPr/>
          <a:lstStyle/>
          <a:p>
            <a:r>
              <a:rPr lang="en-US"/>
              <a:t>Tools and Platforms Used</a:t>
            </a:r>
          </a:p>
        </p:txBody>
      </p:sp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745B2A76-536D-B2C4-71AB-EF9A726180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9630410"/>
              </p:ext>
            </p:extLst>
          </p:nvPr>
        </p:nvGraphicFramePr>
        <p:xfrm>
          <a:off x="243840" y="1752600"/>
          <a:ext cx="11643360" cy="4861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64911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D1542-F73D-04BA-16C7-952418DF1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Overall Trends in Food Incident Notifications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2FF62A4-F7C0-C5B0-5EDF-DE2E7FCB77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56360" y="2280971"/>
            <a:ext cx="853313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incidents across 2023–2024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Year-to-year comparison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Monthly trend patterns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common product categories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F877AFC-9DDC-8181-737C-BED747283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2992" y="1515949"/>
            <a:ext cx="4584192" cy="467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511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F158A51-4BBA-04A1-4AFD-ADD0B2524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0"/>
            <a:ext cx="77724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477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D2BAE-4DFE-92DC-163D-13627C0CE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585959" cy="1250315"/>
          </a:xfrm>
        </p:spPr>
        <p:txBody>
          <a:bodyPr/>
          <a:lstStyle/>
          <a:p>
            <a:r>
              <a:rPr lang="en-US"/>
              <a:t>Monthly Incident Trends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834EBE2C-C51D-81AD-95F3-4E647215B90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704801" y="1905000"/>
            <a:ext cx="6487199" cy="46482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4E9AB-83EA-A2A0-1BD7-B25AECD99B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4440" y="1920240"/>
            <a:ext cx="4782699" cy="4465320"/>
          </a:xfrm>
        </p:spPr>
        <p:txBody>
          <a:bodyPr/>
          <a:lstStyle/>
          <a:p>
            <a:r>
              <a:rPr lang="en-US"/>
              <a:t>Incidents fluctuate seasonally across both years. </a:t>
            </a:r>
          </a:p>
          <a:p>
            <a:r>
              <a:rPr lang="en-US"/>
              <a:t>Peaks could be caused by supply chain pressure, production cycles, or seasonal imports. </a:t>
            </a:r>
          </a:p>
          <a:p>
            <a:r>
              <a:rPr lang="en-US"/>
              <a:t>Certain months' incident volumes indicate times of higher risk.</a:t>
            </a:r>
          </a:p>
        </p:txBody>
      </p:sp>
    </p:spTree>
    <p:extLst>
      <p:ext uri="{BB962C8B-B14F-4D97-AF65-F5344CB8AC3E}">
        <p14:creationId xmlns:p14="http://schemas.microsoft.com/office/powerpoint/2010/main" val="1621819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833CE96-7CBC-47F1-AA9E-1C0149040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1D699A-DF55-40A0-808D-D091417F09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 flipV="1">
            <a:off x="0" y="829"/>
            <a:ext cx="9288370" cy="2276958"/>
          </a:xfrm>
          <a:custGeom>
            <a:avLst/>
            <a:gdLst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832307 w 9288370"/>
              <a:gd name="connsiteY3" fmla="*/ 1538702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456865 w 9288370"/>
              <a:gd name="connsiteY6" fmla="*/ 1510292 h 1858154"/>
              <a:gd name="connsiteX7" fmla="*/ 1463005 w 9288370"/>
              <a:gd name="connsiteY7" fmla="*/ 1511279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952094 w 9288370"/>
              <a:gd name="connsiteY51" fmla="*/ 409302 h 1858154"/>
              <a:gd name="connsiteX52" fmla="*/ 8231938 w 9288370"/>
              <a:gd name="connsiteY52" fmla="*/ 259259 h 1858154"/>
              <a:gd name="connsiteX53" fmla="*/ 8428864 w 9288370"/>
              <a:gd name="connsiteY53" fmla="*/ 208471 h 1858154"/>
              <a:gd name="connsiteX54" fmla="*/ 8616510 w 9288370"/>
              <a:gd name="connsiteY54" fmla="*/ 161973 h 1858154"/>
              <a:gd name="connsiteX55" fmla="*/ 8826766 w 9288370"/>
              <a:gd name="connsiteY55" fmla="*/ 152111 h 1858154"/>
              <a:gd name="connsiteX56" fmla="*/ 8917647 w 9288370"/>
              <a:gd name="connsiteY56" fmla="*/ 112232 h 1858154"/>
              <a:gd name="connsiteX57" fmla="*/ 9182272 w 9288370"/>
              <a:gd name="connsiteY57" fmla="*/ 37171 h 1858154"/>
              <a:gd name="connsiteX58" fmla="*/ 9232990 w 9288370"/>
              <a:gd name="connsiteY58" fmla="*/ 24074 h 1858154"/>
              <a:gd name="connsiteX59" fmla="*/ 9288370 w 9288370"/>
              <a:gd name="connsiteY59" fmla="*/ 0 h 1858154"/>
              <a:gd name="connsiteX60" fmla="*/ 0 w 9288370"/>
              <a:gd name="connsiteY60" fmla="*/ 0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657092 w 9288370"/>
              <a:gd name="connsiteY3" fmla="*/ 158250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456865 w 9288370"/>
              <a:gd name="connsiteY6" fmla="*/ 1510292 h 1858154"/>
              <a:gd name="connsiteX7" fmla="*/ 1463005 w 9288370"/>
              <a:gd name="connsiteY7" fmla="*/ 1511279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952094 w 9288370"/>
              <a:gd name="connsiteY51" fmla="*/ 409302 h 1858154"/>
              <a:gd name="connsiteX52" fmla="*/ 8231938 w 9288370"/>
              <a:gd name="connsiteY52" fmla="*/ 259259 h 1858154"/>
              <a:gd name="connsiteX53" fmla="*/ 8428864 w 9288370"/>
              <a:gd name="connsiteY53" fmla="*/ 208471 h 1858154"/>
              <a:gd name="connsiteX54" fmla="*/ 8616510 w 9288370"/>
              <a:gd name="connsiteY54" fmla="*/ 161973 h 1858154"/>
              <a:gd name="connsiteX55" fmla="*/ 8826766 w 9288370"/>
              <a:gd name="connsiteY55" fmla="*/ 152111 h 1858154"/>
              <a:gd name="connsiteX56" fmla="*/ 8917647 w 9288370"/>
              <a:gd name="connsiteY56" fmla="*/ 112232 h 1858154"/>
              <a:gd name="connsiteX57" fmla="*/ 9182272 w 9288370"/>
              <a:gd name="connsiteY57" fmla="*/ 37171 h 1858154"/>
              <a:gd name="connsiteX58" fmla="*/ 9232990 w 9288370"/>
              <a:gd name="connsiteY58" fmla="*/ 24074 h 1858154"/>
              <a:gd name="connsiteX59" fmla="*/ 9288370 w 9288370"/>
              <a:gd name="connsiteY59" fmla="*/ 0 h 1858154"/>
              <a:gd name="connsiteX60" fmla="*/ 0 w 9288370"/>
              <a:gd name="connsiteY60" fmla="*/ 0 h 1858154"/>
              <a:gd name="connsiteX61" fmla="*/ 0 w 9288370"/>
              <a:gd name="connsiteY61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249966 w 9288370"/>
              <a:gd name="connsiteY2" fmla="*/ 1724867 h 1858154"/>
              <a:gd name="connsiteX3" fmla="*/ 657092 w 9288370"/>
              <a:gd name="connsiteY3" fmla="*/ 158250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456865 w 9288370"/>
              <a:gd name="connsiteY6" fmla="*/ 1510292 h 1858154"/>
              <a:gd name="connsiteX7" fmla="*/ 1463005 w 9288370"/>
              <a:gd name="connsiteY7" fmla="*/ 1511279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952094 w 9288370"/>
              <a:gd name="connsiteY51" fmla="*/ 409302 h 1858154"/>
              <a:gd name="connsiteX52" fmla="*/ 8231938 w 9288370"/>
              <a:gd name="connsiteY52" fmla="*/ 259259 h 1858154"/>
              <a:gd name="connsiteX53" fmla="*/ 8428864 w 9288370"/>
              <a:gd name="connsiteY53" fmla="*/ 208471 h 1858154"/>
              <a:gd name="connsiteX54" fmla="*/ 8616510 w 9288370"/>
              <a:gd name="connsiteY54" fmla="*/ 161973 h 1858154"/>
              <a:gd name="connsiteX55" fmla="*/ 8826766 w 9288370"/>
              <a:gd name="connsiteY55" fmla="*/ 152111 h 1858154"/>
              <a:gd name="connsiteX56" fmla="*/ 8917647 w 9288370"/>
              <a:gd name="connsiteY56" fmla="*/ 112232 h 1858154"/>
              <a:gd name="connsiteX57" fmla="*/ 9182272 w 9288370"/>
              <a:gd name="connsiteY57" fmla="*/ 37171 h 1858154"/>
              <a:gd name="connsiteX58" fmla="*/ 9232990 w 9288370"/>
              <a:gd name="connsiteY58" fmla="*/ 24074 h 1858154"/>
              <a:gd name="connsiteX59" fmla="*/ 9288370 w 9288370"/>
              <a:gd name="connsiteY59" fmla="*/ 0 h 1858154"/>
              <a:gd name="connsiteX60" fmla="*/ 0 w 9288370"/>
              <a:gd name="connsiteY60" fmla="*/ 0 h 1858154"/>
              <a:gd name="connsiteX61" fmla="*/ 0 w 9288370"/>
              <a:gd name="connsiteY61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249966 w 9288370"/>
              <a:gd name="connsiteY2" fmla="*/ 1724867 h 1858154"/>
              <a:gd name="connsiteX3" fmla="*/ 558534 w 9288370"/>
              <a:gd name="connsiteY3" fmla="*/ 1637261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456865 w 9288370"/>
              <a:gd name="connsiteY6" fmla="*/ 1510292 h 1858154"/>
              <a:gd name="connsiteX7" fmla="*/ 1463005 w 9288370"/>
              <a:gd name="connsiteY7" fmla="*/ 1511279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952094 w 9288370"/>
              <a:gd name="connsiteY51" fmla="*/ 409302 h 1858154"/>
              <a:gd name="connsiteX52" fmla="*/ 8231938 w 9288370"/>
              <a:gd name="connsiteY52" fmla="*/ 259259 h 1858154"/>
              <a:gd name="connsiteX53" fmla="*/ 8428864 w 9288370"/>
              <a:gd name="connsiteY53" fmla="*/ 208471 h 1858154"/>
              <a:gd name="connsiteX54" fmla="*/ 8616510 w 9288370"/>
              <a:gd name="connsiteY54" fmla="*/ 161973 h 1858154"/>
              <a:gd name="connsiteX55" fmla="*/ 8826766 w 9288370"/>
              <a:gd name="connsiteY55" fmla="*/ 152111 h 1858154"/>
              <a:gd name="connsiteX56" fmla="*/ 8917647 w 9288370"/>
              <a:gd name="connsiteY56" fmla="*/ 112232 h 1858154"/>
              <a:gd name="connsiteX57" fmla="*/ 9182272 w 9288370"/>
              <a:gd name="connsiteY57" fmla="*/ 37171 h 1858154"/>
              <a:gd name="connsiteX58" fmla="*/ 9232990 w 9288370"/>
              <a:gd name="connsiteY58" fmla="*/ 24074 h 1858154"/>
              <a:gd name="connsiteX59" fmla="*/ 9288370 w 9288370"/>
              <a:gd name="connsiteY59" fmla="*/ 0 h 1858154"/>
              <a:gd name="connsiteX60" fmla="*/ 0 w 9288370"/>
              <a:gd name="connsiteY60" fmla="*/ 0 h 1858154"/>
              <a:gd name="connsiteX61" fmla="*/ 0 w 9288370"/>
              <a:gd name="connsiteY61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249966 w 9288370"/>
              <a:gd name="connsiteY2" fmla="*/ 1724867 h 1858154"/>
              <a:gd name="connsiteX3" fmla="*/ 558534 w 9288370"/>
              <a:gd name="connsiteY3" fmla="*/ 1637261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456865 w 9288370"/>
              <a:gd name="connsiteY6" fmla="*/ 1510292 h 1858154"/>
              <a:gd name="connsiteX7" fmla="*/ 1463005 w 9288370"/>
              <a:gd name="connsiteY7" fmla="*/ 1511279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952094 w 9288370"/>
              <a:gd name="connsiteY51" fmla="*/ 409302 h 1858154"/>
              <a:gd name="connsiteX52" fmla="*/ 8231938 w 9288370"/>
              <a:gd name="connsiteY52" fmla="*/ 259259 h 1858154"/>
              <a:gd name="connsiteX53" fmla="*/ 8428864 w 9288370"/>
              <a:gd name="connsiteY53" fmla="*/ 208471 h 1858154"/>
              <a:gd name="connsiteX54" fmla="*/ 8616510 w 9288370"/>
              <a:gd name="connsiteY54" fmla="*/ 161973 h 1858154"/>
              <a:gd name="connsiteX55" fmla="*/ 8826766 w 9288370"/>
              <a:gd name="connsiteY55" fmla="*/ 152111 h 1858154"/>
              <a:gd name="connsiteX56" fmla="*/ 8917647 w 9288370"/>
              <a:gd name="connsiteY56" fmla="*/ 112232 h 1858154"/>
              <a:gd name="connsiteX57" fmla="*/ 9182272 w 9288370"/>
              <a:gd name="connsiteY57" fmla="*/ 37171 h 1858154"/>
              <a:gd name="connsiteX58" fmla="*/ 9232990 w 9288370"/>
              <a:gd name="connsiteY58" fmla="*/ 24074 h 1858154"/>
              <a:gd name="connsiteX59" fmla="*/ 9288370 w 9288370"/>
              <a:gd name="connsiteY59" fmla="*/ 0 h 1858154"/>
              <a:gd name="connsiteX60" fmla="*/ 0 w 9288370"/>
              <a:gd name="connsiteY60" fmla="*/ 0 h 1858154"/>
              <a:gd name="connsiteX61" fmla="*/ 0 w 9288370"/>
              <a:gd name="connsiteY61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249966 w 9288370"/>
              <a:gd name="connsiteY2" fmla="*/ 1724867 h 1858154"/>
              <a:gd name="connsiteX3" fmla="*/ 558534 w 9288370"/>
              <a:gd name="connsiteY3" fmla="*/ 1637261 h 1858154"/>
              <a:gd name="connsiteX4" fmla="*/ 763550 w 9288370"/>
              <a:gd name="connsiteY4" fmla="*/ 1533445 h 1858154"/>
              <a:gd name="connsiteX5" fmla="*/ 1186668 w 9288370"/>
              <a:gd name="connsiteY5" fmla="*/ 1521861 h 1858154"/>
              <a:gd name="connsiteX6" fmla="*/ 1456865 w 9288370"/>
              <a:gd name="connsiteY6" fmla="*/ 1510292 h 1858154"/>
              <a:gd name="connsiteX7" fmla="*/ 1463005 w 9288370"/>
              <a:gd name="connsiteY7" fmla="*/ 1511279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952094 w 9288370"/>
              <a:gd name="connsiteY51" fmla="*/ 409302 h 1858154"/>
              <a:gd name="connsiteX52" fmla="*/ 8231938 w 9288370"/>
              <a:gd name="connsiteY52" fmla="*/ 259259 h 1858154"/>
              <a:gd name="connsiteX53" fmla="*/ 8428864 w 9288370"/>
              <a:gd name="connsiteY53" fmla="*/ 208471 h 1858154"/>
              <a:gd name="connsiteX54" fmla="*/ 8616510 w 9288370"/>
              <a:gd name="connsiteY54" fmla="*/ 161973 h 1858154"/>
              <a:gd name="connsiteX55" fmla="*/ 8826766 w 9288370"/>
              <a:gd name="connsiteY55" fmla="*/ 152111 h 1858154"/>
              <a:gd name="connsiteX56" fmla="*/ 8917647 w 9288370"/>
              <a:gd name="connsiteY56" fmla="*/ 112232 h 1858154"/>
              <a:gd name="connsiteX57" fmla="*/ 9182272 w 9288370"/>
              <a:gd name="connsiteY57" fmla="*/ 37171 h 1858154"/>
              <a:gd name="connsiteX58" fmla="*/ 9232990 w 9288370"/>
              <a:gd name="connsiteY58" fmla="*/ 24074 h 1858154"/>
              <a:gd name="connsiteX59" fmla="*/ 9288370 w 9288370"/>
              <a:gd name="connsiteY59" fmla="*/ 0 h 1858154"/>
              <a:gd name="connsiteX60" fmla="*/ 0 w 9288370"/>
              <a:gd name="connsiteY60" fmla="*/ 0 h 1858154"/>
              <a:gd name="connsiteX61" fmla="*/ 0 w 9288370"/>
              <a:gd name="connsiteY61" fmla="*/ 1858154 h 1858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9288370" h="1858154">
                <a:moveTo>
                  <a:pt x="0" y="1858154"/>
                </a:moveTo>
                <a:lnTo>
                  <a:pt x="1049" y="1857909"/>
                </a:lnTo>
                <a:cubicBezTo>
                  <a:pt x="74675" y="1831386"/>
                  <a:pt x="98074" y="1825724"/>
                  <a:pt x="249966" y="1724867"/>
                </a:cubicBezTo>
                <a:cubicBezTo>
                  <a:pt x="388509" y="1671667"/>
                  <a:pt x="451632" y="1707071"/>
                  <a:pt x="558534" y="1637261"/>
                </a:cubicBezTo>
                <a:cubicBezTo>
                  <a:pt x="604971" y="1631857"/>
                  <a:pt x="689284" y="1553149"/>
                  <a:pt x="763550" y="1533445"/>
                </a:cubicBezTo>
                <a:cubicBezTo>
                  <a:pt x="822611" y="1530638"/>
                  <a:pt x="1097347" y="1540789"/>
                  <a:pt x="1186668" y="1521861"/>
                </a:cubicBezTo>
                <a:lnTo>
                  <a:pt x="1456865" y="1510292"/>
                </a:lnTo>
                <a:lnTo>
                  <a:pt x="1463005" y="1511279"/>
                </a:lnTo>
                <a:lnTo>
                  <a:pt x="1604999" y="1513599"/>
                </a:lnTo>
                <a:lnTo>
                  <a:pt x="1717911" y="1497764"/>
                </a:lnTo>
                <a:cubicBezTo>
                  <a:pt x="1743422" y="1488490"/>
                  <a:pt x="1730257" y="1478974"/>
                  <a:pt x="1794234" y="1464331"/>
                </a:cubicBezTo>
                <a:cubicBezTo>
                  <a:pt x="1842539" y="1428781"/>
                  <a:pt x="1920661" y="1445458"/>
                  <a:pt x="2101780" y="1409907"/>
                </a:cubicBezTo>
                <a:cubicBezTo>
                  <a:pt x="2138594" y="1385934"/>
                  <a:pt x="2193900" y="1407074"/>
                  <a:pt x="2244830" y="1388540"/>
                </a:cubicBezTo>
                <a:cubicBezTo>
                  <a:pt x="2310706" y="1379336"/>
                  <a:pt x="2366733" y="1379060"/>
                  <a:pt x="2428648" y="1372736"/>
                </a:cubicBezTo>
                <a:cubicBezTo>
                  <a:pt x="2495490" y="1364975"/>
                  <a:pt x="2599421" y="1346234"/>
                  <a:pt x="2645882" y="1341971"/>
                </a:cubicBezTo>
                <a:cubicBezTo>
                  <a:pt x="2670920" y="1340537"/>
                  <a:pt x="2669117" y="1348484"/>
                  <a:pt x="2707413" y="1347156"/>
                </a:cubicBezTo>
                <a:cubicBezTo>
                  <a:pt x="2743721" y="1324535"/>
                  <a:pt x="2798213" y="1353269"/>
                  <a:pt x="2843134" y="1323561"/>
                </a:cubicBezTo>
                <a:cubicBezTo>
                  <a:pt x="2859865" y="1315298"/>
                  <a:pt x="2912970" y="1306041"/>
                  <a:pt x="2923804" y="1314224"/>
                </a:cubicBezTo>
                <a:cubicBezTo>
                  <a:pt x="2935040" y="1314339"/>
                  <a:pt x="2947659" y="1308371"/>
                  <a:pt x="2953618" y="1318186"/>
                </a:cubicBezTo>
                <a:cubicBezTo>
                  <a:pt x="2963089" y="1329568"/>
                  <a:pt x="3000111" y="1302355"/>
                  <a:pt x="2995816" y="1318670"/>
                </a:cubicBezTo>
                <a:cubicBezTo>
                  <a:pt x="3062330" y="1309669"/>
                  <a:pt x="3244113" y="1294731"/>
                  <a:pt x="3352700" y="1264183"/>
                </a:cubicBezTo>
                <a:lnTo>
                  <a:pt x="3444611" y="1236739"/>
                </a:lnTo>
                <a:cubicBezTo>
                  <a:pt x="3513098" y="1213406"/>
                  <a:pt x="3581585" y="1223860"/>
                  <a:pt x="3650072" y="1217421"/>
                </a:cubicBezTo>
                <a:cubicBezTo>
                  <a:pt x="3683717" y="1219648"/>
                  <a:pt x="3669967" y="1235157"/>
                  <a:pt x="3707853" y="1241722"/>
                </a:cubicBezTo>
                <a:cubicBezTo>
                  <a:pt x="3753776" y="1247777"/>
                  <a:pt x="3884527" y="1250073"/>
                  <a:pt x="3925616" y="1253751"/>
                </a:cubicBezTo>
                <a:cubicBezTo>
                  <a:pt x="3936659" y="1256176"/>
                  <a:pt x="3949946" y="1252887"/>
                  <a:pt x="3954387" y="1263789"/>
                </a:cubicBezTo>
                <a:cubicBezTo>
                  <a:pt x="3962052" y="1276954"/>
                  <a:pt x="4002445" y="1257743"/>
                  <a:pt x="3995849" y="1272939"/>
                </a:cubicBezTo>
                <a:cubicBezTo>
                  <a:pt x="4024501" y="1259800"/>
                  <a:pt x="4044699" y="1287470"/>
                  <a:pt x="4067546" y="1294697"/>
                </a:cubicBezTo>
                <a:lnTo>
                  <a:pt x="4190310" y="1307786"/>
                </a:lnTo>
                <a:cubicBezTo>
                  <a:pt x="4201670" y="1307054"/>
                  <a:pt x="4216873" y="1303173"/>
                  <a:pt x="4230008" y="1303546"/>
                </a:cubicBezTo>
                <a:cubicBezTo>
                  <a:pt x="4327992" y="1270528"/>
                  <a:pt x="4508090" y="1267792"/>
                  <a:pt x="4575478" y="1261726"/>
                </a:cubicBezTo>
                <a:lnTo>
                  <a:pt x="4650026" y="1265798"/>
                </a:lnTo>
                <a:lnTo>
                  <a:pt x="4792008" y="1243899"/>
                </a:lnTo>
                <a:cubicBezTo>
                  <a:pt x="4864797" y="1217989"/>
                  <a:pt x="4892960" y="1244893"/>
                  <a:pt x="4954126" y="1204617"/>
                </a:cubicBezTo>
                <a:cubicBezTo>
                  <a:pt x="5072643" y="1179171"/>
                  <a:pt x="5136253" y="1145277"/>
                  <a:pt x="5309678" y="1128278"/>
                </a:cubicBezTo>
                <a:cubicBezTo>
                  <a:pt x="5365406" y="1122815"/>
                  <a:pt x="5419708" y="1103537"/>
                  <a:pt x="5474724" y="1091167"/>
                </a:cubicBezTo>
                <a:lnTo>
                  <a:pt x="5612132" y="1051509"/>
                </a:lnTo>
                <a:cubicBezTo>
                  <a:pt x="5662448" y="1045154"/>
                  <a:pt x="5747676" y="1053086"/>
                  <a:pt x="5776618" y="1053037"/>
                </a:cubicBezTo>
                <a:lnTo>
                  <a:pt x="5785786" y="1051213"/>
                </a:lnTo>
                <a:lnTo>
                  <a:pt x="5829381" y="1046878"/>
                </a:lnTo>
                <a:cubicBezTo>
                  <a:pt x="5855683" y="1045549"/>
                  <a:pt x="5917537" y="1045151"/>
                  <a:pt x="5943596" y="1043237"/>
                </a:cubicBezTo>
                <a:cubicBezTo>
                  <a:pt x="5955032" y="1029831"/>
                  <a:pt x="5969545" y="1030469"/>
                  <a:pt x="5985730" y="1035396"/>
                </a:cubicBezTo>
                <a:cubicBezTo>
                  <a:pt x="6020901" y="1022497"/>
                  <a:pt x="6059962" y="1025742"/>
                  <a:pt x="6103109" y="1019019"/>
                </a:cubicBezTo>
                <a:cubicBezTo>
                  <a:pt x="6142495" y="996126"/>
                  <a:pt x="6176341" y="992625"/>
                  <a:pt x="6222406" y="985341"/>
                </a:cubicBezTo>
                <a:cubicBezTo>
                  <a:pt x="6305000" y="965848"/>
                  <a:pt x="6389790" y="916113"/>
                  <a:pt x="6598672" y="902062"/>
                </a:cubicBezTo>
                <a:cubicBezTo>
                  <a:pt x="6696217" y="878308"/>
                  <a:pt x="6705019" y="864412"/>
                  <a:pt x="6766149" y="846132"/>
                </a:cubicBezTo>
                <a:cubicBezTo>
                  <a:pt x="6828622" y="816303"/>
                  <a:pt x="6844288" y="800250"/>
                  <a:pt x="6886312" y="781877"/>
                </a:cubicBezTo>
                <a:cubicBezTo>
                  <a:pt x="6904346" y="770915"/>
                  <a:pt x="6974811" y="693660"/>
                  <a:pt x="7006457" y="699758"/>
                </a:cubicBezTo>
                <a:cubicBezTo>
                  <a:pt x="7015878" y="688760"/>
                  <a:pt x="7169942" y="678731"/>
                  <a:pt x="7231643" y="640778"/>
                </a:cubicBezTo>
                <a:cubicBezTo>
                  <a:pt x="7291087" y="623099"/>
                  <a:pt x="7308597" y="611957"/>
                  <a:pt x="7363123" y="593682"/>
                </a:cubicBezTo>
                <a:cubicBezTo>
                  <a:pt x="7401879" y="595559"/>
                  <a:pt x="7517574" y="550445"/>
                  <a:pt x="7588368" y="531129"/>
                </a:cubicBezTo>
                <a:cubicBezTo>
                  <a:pt x="7669636" y="521516"/>
                  <a:pt x="7844833" y="454614"/>
                  <a:pt x="7952094" y="409302"/>
                </a:cubicBezTo>
                <a:cubicBezTo>
                  <a:pt x="8059356" y="363990"/>
                  <a:pt x="8146910" y="253405"/>
                  <a:pt x="8231938" y="259259"/>
                </a:cubicBezTo>
                <a:cubicBezTo>
                  <a:pt x="8305929" y="256630"/>
                  <a:pt x="8363222" y="225400"/>
                  <a:pt x="8428864" y="208471"/>
                </a:cubicBezTo>
                <a:cubicBezTo>
                  <a:pt x="8491413" y="192972"/>
                  <a:pt x="8456819" y="173248"/>
                  <a:pt x="8616510" y="161973"/>
                </a:cubicBezTo>
                <a:cubicBezTo>
                  <a:pt x="8658196" y="158015"/>
                  <a:pt x="8776576" y="160401"/>
                  <a:pt x="8826766" y="152111"/>
                </a:cubicBezTo>
                <a:lnTo>
                  <a:pt x="8917647" y="112232"/>
                </a:lnTo>
                <a:cubicBezTo>
                  <a:pt x="8976899" y="93075"/>
                  <a:pt x="9069756" y="89380"/>
                  <a:pt x="9182272" y="37171"/>
                </a:cubicBezTo>
                <a:cubicBezTo>
                  <a:pt x="9197307" y="35724"/>
                  <a:pt x="9214647" y="30863"/>
                  <a:pt x="9232990" y="24074"/>
                </a:cubicBezTo>
                <a:lnTo>
                  <a:pt x="9288370" y="0"/>
                </a:lnTo>
                <a:lnTo>
                  <a:pt x="0" y="0"/>
                </a:lnTo>
                <a:lnTo>
                  <a:pt x="0" y="1858154"/>
                </a:lnTo>
                <a:close/>
              </a:path>
            </a:pathLst>
          </a:custGeom>
          <a:blipFill>
            <a:blip r:embed="rId2"/>
            <a:tile tx="0" ty="0" sx="70000" sy="70000" flip="none" algn="tl"/>
          </a:blipFill>
          <a:ln w="12700" cap="flat" cmpd="sng" algn="ctr">
            <a:noFill/>
            <a:prstDash val="solid"/>
            <a:miter lim="800000"/>
          </a:ln>
          <a:effectLst>
            <a:innerShdw blurRad="63500" dist="12700" dir="5400000">
              <a:prstClr val="black">
                <a:alpha val="56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784E32B-BE49-459D-8E4C-E0678A8800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6869" y="0"/>
            <a:ext cx="4645131" cy="6362564"/>
          </a:xfrm>
          <a:custGeom>
            <a:avLst/>
            <a:gdLst>
              <a:gd name="connsiteX0" fmla="*/ 216571 w 4604550"/>
              <a:gd name="connsiteY0" fmla="*/ 0 h 6362564"/>
              <a:gd name="connsiteX1" fmla="*/ 4604550 w 4604550"/>
              <a:gd name="connsiteY1" fmla="*/ 0 h 6362564"/>
              <a:gd name="connsiteX2" fmla="*/ 4604550 w 4604550"/>
              <a:gd name="connsiteY2" fmla="*/ 6362564 h 6362564"/>
              <a:gd name="connsiteX3" fmla="*/ 0 w 4604550"/>
              <a:gd name="connsiteY3" fmla="*/ 6201770 h 6362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04550" h="6362564">
                <a:moveTo>
                  <a:pt x="216571" y="0"/>
                </a:moveTo>
                <a:lnTo>
                  <a:pt x="4604550" y="0"/>
                </a:lnTo>
                <a:lnTo>
                  <a:pt x="4604550" y="6362564"/>
                </a:lnTo>
                <a:lnTo>
                  <a:pt x="0" y="6201770"/>
                </a:lnTo>
                <a:close/>
              </a:path>
            </a:pathLst>
          </a:custGeom>
          <a:solidFill>
            <a:srgbClr val="EFEEE9"/>
          </a:solidFill>
          <a:ln w="12700" cap="flat" cmpd="sng" algn="ctr">
            <a:noFill/>
            <a:prstDash val="solid"/>
            <a:miter lim="800000"/>
          </a:ln>
          <a:effectLst>
            <a:outerShdw blurRad="635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Colorful spices on a row">
            <a:extLst>
              <a:ext uri="{FF2B5EF4-FFF2-40B4-BE49-F238E27FC236}">
                <a16:creationId xmlns:a16="http://schemas.microsoft.com/office/drawing/2014/main" id="{4B8BADA8-0F09-7034-53B1-23216B7BF9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802" r="27076"/>
          <a:stretch>
            <a:fillRect/>
          </a:stretch>
        </p:blipFill>
        <p:spPr>
          <a:xfrm>
            <a:off x="7697843" y="10"/>
            <a:ext cx="4494157" cy="6202075"/>
          </a:xfrm>
          <a:custGeom>
            <a:avLst/>
            <a:gdLst/>
            <a:ahLst/>
            <a:cxnLst/>
            <a:rect l="l" t="t" r="r" b="b"/>
            <a:pathLst>
              <a:path w="4494157" h="6202085">
                <a:moveTo>
                  <a:pt x="212306" y="0"/>
                </a:moveTo>
                <a:lnTo>
                  <a:pt x="4494157" y="0"/>
                </a:lnTo>
                <a:lnTo>
                  <a:pt x="4494157" y="6202085"/>
                </a:lnTo>
                <a:lnTo>
                  <a:pt x="4001818" y="6184950"/>
                </a:lnTo>
                <a:cubicBezTo>
                  <a:pt x="2350856" y="6127297"/>
                  <a:pt x="699950" y="6068088"/>
                  <a:pt x="35951" y="6041785"/>
                </a:cubicBezTo>
                <a:cubicBezTo>
                  <a:pt x="15395" y="6040950"/>
                  <a:pt x="-645" y="6023705"/>
                  <a:pt x="20" y="6003145"/>
                </a:cubicBez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87B59F-63D3-D8F0-0DE5-A252FEF0A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1" y="725469"/>
            <a:ext cx="7143429" cy="1706583"/>
          </a:xfrm>
        </p:spPr>
        <p:txBody>
          <a:bodyPr anchor="ctr">
            <a:normAutofit/>
          </a:bodyPr>
          <a:lstStyle/>
          <a:p>
            <a:r>
              <a:rPr lang="en-US" sz="3700"/>
              <a:t>Product Category Distribution of Food Incidents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90C47-FA14-CB70-615F-1DDDBAB0E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2810013"/>
            <a:ext cx="5666935" cy="3514587"/>
          </a:xfrm>
        </p:spPr>
        <p:txBody>
          <a:bodyPr anchor="ctr"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lang="en-US" sz="1400"/>
              <a:t>The distribution of incidents varies depending on the type of product.</a:t>
            </a:r>
          </a:p>
          <a:p>
            <a:pPr>
              <a:lnSpc>
                <a:spcPct val="110000"/>
              </a:lnSpc>
            </a:pPr>
            <a:r>
              <a:rPr lang="en-US" sz="1400"/>
              <a:t> Meat &amp; Meat Products have the highest incident counts, indicating a consistently high-risk area.</a:t>
            </a:r>
          </a:p>
          <a:p>
            <a:pPr>
              <a:lnSpc>
                <a:spcPct val="110000"/>
              </a:lnSpc>
            </a:pPr>
            <a:r>
              <a:rPr lang="en-US" sz="1400"/>
              <a:t> The next main contributors are Fruits &amp; Vegetables, Poultry Meat, and Prepared Dishes &amp; Snacks.</a:t>
            </a:r>
          </a:p>
          <a:p>
            <a:pPr>
              <a:lnSpc>
                <a:spcPct val="110000"/>
              </a:lnSpc>
            </a:pPr>
            <a:r>
              <a:rPr lang="en-US" sz="1400"/>
              <a:t> Several categories exhibit moderate but noteworthy incident volumes, such as Herbs &amp; Spices, Cereals &amp; Bakery, Dietetics, and Milk Products.</a:t>
            </a:r>
          </a:p>
          <a:p>
            <a:pPr>
              <a:lnSpc>
                <a:spcPct val="110000"/>
              </a:lnSpc>
            </a:pPr>
            <a:r>
              <a:rPr lang="en-US" sz="1400"/>
              <a:t> Although they make up smaller percentages, smaller categories nevertheless suggest possible niche risks.</a:t>
            </a:r>
          </a:p>
        </p:txBody>
      </p:sp>
    </p:spTree>
    <p:extLst>
      <p:ext uri="{BB962C8B-B14F-4D97-AF65-F5344CB8AC3E}">
        <p14:creationId xmlns:p14="http://schemas.microsoft.com/office/powerpoint/2010/main" val="3095044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CBADD14-AC65-CBA6-480D-4738C55F15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2040" y="457200"/>
            <a:ext cx="9966960" cy="636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433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008198D-FCF3-41E4-A622-7191D7174A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2C8843C-72DC-42A5-B2CB-5E791309286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l="889" r="-1" b="-1"/>
          <a:stretch>
            <a:fillRect/>
          </a:stretch>
        </p:blipFill>
        <p:spPr>
          <a:xfrm>
            <a:off x="20" y="1"/>
            <a:ext cx="121919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237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008198D-FCF3-41E4-A622-7191D7174A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F0D5BF-57B7-DF82-4ACE-2CD90C0AD77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l="889" r="-1" b="-1"/>
          <a:stretch>
            <a:fillRect/>
          </a:stretch>
        </p:blipFill>
        <p:spPr>
          <a:xfrm>
            <a:off x="20" y="1"/>
            <a:ext cx="121919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721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46AD51EB-971C-4722-9A98-42EB5ABCAD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894A7A4-3F4E-414B-97FB-E4C862AD1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663" y="0"/>
            <a:ext cx="8606754" cy="1542197"/>
          </a:xfrm>
          <a:custGeom>
            <a:avLst/>
            <a:gdLst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832307 w 9288370"/>
              <a:gd name="connsiteY3" fmla="*/ 1538702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456865 w 9288370"/>
              <a:gd name="connsiteY6" fmla="*/ 1510292 h 1858154"/>
              <a:gd name="connsiteX7" fmla="*/ 1463005 w 9288370"/>
              <a:gd name="connsiteY7" fmla="*/ 1511279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952094 w 9288370"/>
              <a:gd name="connsiteY51" fmla="*/ 409302 h 1858154"/>
              <a:gd name="connsiteX52" fmla="*/ 8231938 w 9288370"/>
              <a:gd name="connsiteY52" fmla="*/ 259259 h 1858154"/>
              <a:gd name="connsiteX53" fmla="*/ 8428864 w 9288370"/>
              <a:gd name="connsiteY53" fmla="*/ 208471 h 1858154"/>
              <a:gd name="connsiteX54" fmla="*/ 8616510 w 9288370"/>
              <a:gd name="connsiteY54" fmla="*/ 161973 h 1858154"/>
              <a:gd name="connsiteX55" fmla="*/ 8826766 w 9288370"/>
              <a:gd name="connsiteY55" fmla="*/ 152111 h 1858154"/>
              <a:gd name="connsiteX56" fmla="*/ 8917647 w 9288370"/>
              <a:gd name="connsiteY56" fmla="*/ 112232 h 1858154"/>
              <a:gd name="connsiteX57" fmla="*/ 9182272 w 9288370"/>
              <a:gd name="connsiteY57" fmla="*/ 37171 h 1858154"/>
              <a:gd name="connsiteX58" fmla="*/ 9232990 w 9288370"/>
              <a:gd name="connsiteY58" fmla="*/ 24074 h 1858154"/>
              <a:gd name="connsiteX59" fmla="*/ 9288370 w 9288370"/>
              <a:gd name="connsiteY59" fmla="*/ 0 h 1858154"/>
              <a:gd name="connsiteX60" fmla="*/ 0 w 9288370"/>
              <a:gd name="connsiteY60" fmla="*/ 0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766051 w 9288370"/>
              <a:gd name="connsiteY3" fmla="*/ 156982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456865 w 9288370"/>
              <a:gd name="connsiteY6" fmla="*/ 1510292 h 1858154"/>
              <a:gd name="connsiteX7" fmla="*/ 1463005 w 9288370"/>
              <a:gd name="connsiteY7" fmla="*/ 1511279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952094 w 9288370"/>
              <a:gd name="connsiteY51" fmla="*/ 409302 h 1858154"/>
              <a:gd name="connsiteX52" fmla="*/ 8231938 w 9288370"/>
              <a:gd name="connsiteY52" fmla="*/ 259259 h 1858154"/>
              <a:gd name="connsiteX53" fmla="*/ 8428864 w 9288370"/>
              <a:gd name="connsiteY53" fmla="*/ 208471 h 1858154"/>
              <a:gd name="connsiteX54" fmla="*/ 8616510 w 9288370"/>
              <a:gd name="connsiteY54" fmla="*/ 161973 h 1858154"/>
              <a:gd name="connsiteX55" fmla="*/ 8826766 w 9288370"/>
              <a:gd name="connsiteY55" fmla="*/ 152111 h 1858154"/>
              <a:gd name="connsiteX56" fmla="*/ 8917647 w 9288370"/>
              <a:gd name="connsiteY56" fmla="*/ 112232 h 1858154"/>
              <a:gd name="connsiteX57" fmla="*/ 9182272 w 9288370"/>
              <a:gd name="connsiteY57" fmla="*/ 37171 h 1858154"/>
              <a:gd name="connsiteX58" fmla="*/ 9232990 w 9288370"/>
              <a:gd name="connsiteY58" fmla="*/ 24074 h 1858154"/>
              <a:gd name="connsiteX59" fmla="*/ 9288370 w 9288370"/>
              <a:gd name="connsiteY59" fmla="*/ 0 h 1858154"/>
              <a:gd name="connsiteX60" fmla="*/ 0 w 9288370"/>
              <a:gd name="connsiteY60" fmla="*/ 0 h 1858154"/>
              <a:gd name="connsiteX61" fmla="*/ 0 w 9288370"/>
              <a:gd name="connsiteY61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766051 w 9288370"/>
              <a:gd name="connsiteY3" fmla="*/ 156982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456865 w 9288370"/>
              <a:gd name="connsiteY6" fmla="*/ 1510292 h 1858154"/>
              <a:gd name="connsiteX7" fmla="*/ 1463005 w 9288370"/>
              <a:gd name="connsiteY7" fmla="*/ 1511279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952094 w 9288370"/>
              <a:gd name="connsiteY51" fmla="*/ 409302 h 1858154"/>
              <a:gd name="connsiteX52" fmla="*/ 8231938 w 9288370"/>
              <a:gd name="connsiteY52" fmla="*/ 259259 h 1858154"/>
              <a:gd name="connsiteX53" fmla="*/ 8428864 w 9288370"/>
              <a:gd name="connsiteY53" fmla="*/ 208471 h 1858154"/>
              <a:gd name="connsiteX54" fmla="*/ 8616510 w 9288370"/>
              <a:gd name="connsiteY54" fmla="*/ 161973 h 1858154"/>
              <a:gd name="connsiteX55" fmla="*/ 8826766 w 9288370"/>
              <a:gd name="connsiteY55" fmla="*/ 152111 h 1858154"/>
              <a:gd name="connsiteX56" fmla="*/ 8917647 w 9288370"/>
              <a:gd name="connsiteY56" fmla="*/ 112232 h 1858154"/>
              <a:gd name="connsiteX57" fmla="*/ 9182272 w 9288370"/>
              <a:gd name="connsiteY57" fmla="*/ 37171 h 1858154"/>
              <a:gd name="connsiteX58" fmla="*/ 9232990 w 9288370"/>
              <a:gd name="connsiteY58" fmla="*/ 24074 h 1858154"/>
              <a:gd name="connsiteX59" fmla="*/ 9288370 w 9288370"/>
              <a:gd name="connsiteY59" fmla="*/ 0 h 1858154"/>
              <a:gd name="connsiteX60" fmla="*/ 0 w 9288370"/>
              <a:gd name="connsiteY60" fmla="*/ 0 h 1858154"/>
              <a:gd name="connsiteX61" fmla="*/ 0 w 9288370"/>
              <a:gd name="connsiteY61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766051 w 9288370"/>
              <a:gd name="connsiteY3" fmla="*/ 156982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456865 w 9288370"/>
              <a:gd name="connsiteY6" fmla="*/ 1510292 h 1858154"/>
              <a:gd name="connsiteX7" fmla="*/ 1463005 w 9288370"/>
              <a:gd name="connsiteY7" fmla="*/ 1511279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952094 w 9288370"/>
              <a:gd name="connsiteY51" fmla="*/ 409302 h 1858154"/>
              <a:gd name="connsiteX52" fmla="*/ 8231938 w 9288370"/>
              <a:gd name="connsiteY52" fmla="*/ 259259 h 1858154"/>
              <a:gd name="connsiteX53" fmla="*/ 8428864 w 9288370"/>
              <a:gd name="connsiteY53" fmla="*/ 208471 h 1858154"/>
              <a:gd name="connsiteX54" fmla="*/ 8616510 w 9288370"/>
              <a:gd name="connsiteY54" fmla="*/ 161973 h 1858154"/>
              <a:gd name="connsiteX55" fmla="*/ 8826766 w 9288370"/>
              <a:gd name="connsiteY55" fmla="*/ 152111 h 1858154"/>
              <a:gd name="connsiteX56" fmla="*/ 8917647 w 9288370"/>
              <a:gd name="connsiteY56" fmla="*/ 112232 h 1858154"/>
              <a:gd name="connsiteX57" fmla="*/ 9182272 w 9288370"/>
              <a:gd name="connsiteY57" fmla="*/ 37171 h 1858154"/>
              <a:gd name="connsiteX58" fmla="*/ 9232990 w 9288370"/>
              <a:gd name="connsiteY58" fmla="*/ 24074 h 1858154"/>
              <a:gd name="connsiteX59" fmla="*/ 9288370 w 9288370"/>
              <a:gd name="connsiteY59" fmla="*/ 0 h 1858154"/>
              <a:gd name="connsiteX60" fmla="*/ 0 w 9288370"/>
              <a:gd name="connsiteY60" fmla="*/ 0 h 1858154"/>
              <a:gd name="connsiteX61" fmla="*/ 0 w 9288370"/>
              <a:gd name="connsiteY61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766051 w 9288370"/>
              <a:gd name="connsiteY3" fmla="*/ 156982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456865 w 9288370"/>
              <a:gd name="connsiteY6" fmla="*/ 1510292 h 1858154"/>
              <a:gd name="connsiteX7" fmla="*/ 1463005 w 9288370"/>
              <a:gd name="connsiteY7" fmla="*/ 1511279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952094 w 9288370"/>
              <a:gd name="connsiteY51" fmla="*/ 409302 h 1858154"/>
              <a:gd name="connsiteX52" fmla="*/ 8231938 w 9288370"/>
              <a:gd name="connsiteY52" fmla="*/ 259259 h 1858154"/>
              <a:gd name="connsiteX53" fmla="*/ 8428864 w 9288370"/>
              <a:gd name="connsiteY53" fmla="*/ 208471 h 1858154"/>
              <a:gd name="connsiteX54" fmla="*/ 8616510 w 9288370"/>
              <a:gd name="connsiteY54" fmla="*/ 161973 h 1858154"/>
              <a:gd name="connsiteX55" fmla="*/ 8826766 w 9288370"/>
              <a:gd name="connsiteY55" fmla="*/ 152111 h 1858154"/>
              <a:gd name="connsiteX56" fmla="*/ 8917647 w 9288370"/>
              <a:gd name="connsiteY56" fmla="*/ 112232 h 1858154"/>
              <a:gd name="connsiteX57" fmla="*/ 9182272 w 9288370"/>
              <a:gd name="connsiteY57" fmla="*/ 37171 h 1858154"/>
              <a:gd name="connsiteX58" fmla="*/ 9232990 w 9288370"/>
              <a:gd name="connsiteY58" fmla="*/ 24074 h 1858154"/>
              <a:gd name="connsiteX59" fmla="*/ 9288370 w 9288370"/>
              <a:gd name="connsiteY59" fmla="*/ 0 h 1858154"/>
              <a:gd name="connsiteX60" fmla="*/ 0 w 9288370"/>
              <a:gd name="connsiteY60" fmla="*/ 0 h 1858154"/>
              <a:gd name="connsiteX61" fmla="*/ 0 w 9288370"/>
              <a:gd name="connsiteY61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766051 w 9288370"/>
              <a:gd name="connsiteY3" fmla="*/ 156982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456865 w 9288370"/>
              <a:gd name="connsiteY6" fmla="*/ 1510292 h 1858154"/>
              <a:gd name="connsiteX7" fmla="*/ 1492452 w 9288370"/>
              <a:gd name="connsiteY7" fmla="*/ 1519061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952094 w 9288370"/>
              <a:gd name="connsiteY51" fmla="*/ 409302 h 1858154"/>
              <a:gd name="connsiteX52" fmla="*/ 8231938 w 9288370"/>
              <a:gd name="connsiteY52" fmla="*/ 259259 h 1858154"/>
              <a:gd name="connsiteX53" fmla="*/ 8428864 w 9288370"/>
              <a:gd name="connsiteY53" fmla="*/ 208471 h 1858154"/>
              <a:gd name="connsiteX54" fmla="*/ 8616510 w 9288370"/>
              <a:gd name="connsiteY54" fmla="*/ 161973 h 1858154"/>
              <a:gd name="connsiteX55" fmla="*/ 8826766 w 9288370"/>
              <a:gd name="connsiteY55" fmla="*/ 152111 h 1858154"/>
              <a:gd name="connsiteX56" fmla="*/ 8917647 w 9288370"/>
              <a:gd name="connsiteY56" fmla="*/ 112232 h 1858154"/>
              <a:gd name="connsiteX57" fmla="*/ 9182272 w 9288370"/>
              <a:gd name="connsiteY57" fmla="*/ 37171 h 1858154"/>
              <a:gd name="connsiteX58" fmla="*/ 9232990 w 9288370"/>
              <a:gd name="connsiteY58" fmla="*/ 24074 h 1858154"/>
              <a:gd name="connsiteX59" fmla="*/ 9288370 w 9288370"/>
              <a:gd name="connsiteY59" fmla="*/ 0 h 1858154"/>
              <a:gd name="connsiteX60" fmla="*/ 0 w 9288370"/>
              <a:gd name="connsiteY60" fmla="*/ 0 h 1858154"/>
              <a:gd name="connsiteX61" fmla="*/ 0 w 9288370"/>
              <a:gd name="connsiteY61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766051 w 9288370"/>
              <a:gd name="connsiteY3" fmla="*/ 156982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346439 w 9288370"/>
              <a:gd name="connsiteY6" fmla="*/ 1440261 h 1858154"/>
              <a:gd name="connsiteX7" fmla="*/ 1492452 w 9288370"/>
              <a:gd name="connsiteY7" fmla="*/ 1519061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952094 w 9288370"/>
              <a:gd name="connsiteY51" fmla="*/ 409302 h 1858154"/>
              <a:gd name="connsiteX52" fmla="*/ 8231938 w 9288370"/>
              <a:gd name="connsiteY52" fmla="*/ 259259 h 1858154"/>
              <a:gd name="connsiteX53" fmla="*/ 8428864 w 9288370"/>
              <a:gd name="connsiteY53" fmla="*/ 208471 h 1858154"/>
              <a:gd name="connsiteX54" fmla="*/ 8616510 w 9288370"/>
              <a:gd name="connsiteY54" fmla="*/ 161973 h 1858154"/>
              <a:gd name="connsiteX55" fmla="*/ 8826766 w 9288370"/>
              <a:gd name="connsiteY55" fmla="*/ 152111 h 1858154"/>
              <a:gd name="connsiteX56" fmla="*/ 8917647 w 9288370"/>
              <a:gd name="connsiteY56" fmla="*/ 112232 h 1858154"/>
              <a:gd name="connsiteX57" fmla="*/ 9182272 w 9288370"/>
              <a:gd name="connsiteY57" fmla="*/ 37171 h 1858154"/>
              <a:gd name="connsiteX58" fmla="*/ 9232990 w 9288370"/>
              <a:gd name="connsiteY58" fmla="*/ 24074 h 1858154"/>
              <a:gd name="connsiteX59" fmla="*/ 9288370 w 9288370"/>
              <a:gd name="connsiteY59" fmla="*/ 0 h 1858154"/>
              <a:gd name="connsiteX60" fmla="*/ 0 w 9288370"/>
              <a:gd name="connsiteY60" fmla="*/ 0 h 1858154"/>
              <a:gd name="connsiteX61" fmla="*/ 0 w 9288370"/>
              <a:gd name="connsiteY61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766051 w 9288370"/>
              <a:gd name="connsiteY3" fmla="*/ 156982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339078 w 9288370"/>
              <a:gd name="connsiteY6" fmla="*/ 1494730 h 1858154"/>
              <a:gd name="connsiteX7" fmla="*/ 1492452 w 9288370"/>
              <a:gd name="connsiteY7" fmla="*/ 1519061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952094 w 9288370"/>
              <a:gd name="connsiteY51" fmla="*/ 409302 h 1858154"/>
              <a:gd name="connsiteX52" fmla="*/ 8231938 w 9288370"/>
              <a:gd name="connsiteY52" fmla="*/ 259259 h 1858154"/>
              <a:gd name="connsiteX53" fmla="*/ 8428864 w 9288370"/>
              <a:gd name="connsiteY53" fmla="*/ 208471 h 1858154"/>
              <a:gd name="connsiteX54" fmla="*/ 8616510 w 9288370"/>
              <a:gd name="connsiteY54" fmla="*/ 161973 h 1858154"/>
              <a:gd name="connsiteX55" fmla="*/ 8826766 w 9288370"/>
              <a:gd name="connsiteY55" fmla="*/ 152111 h 1858154"/>
              <a:gd name="connsiteX56" fmla="*/ 8917647 w 9288370"/>
              <a:gd name="connsiteY56" fmla="*/ 112232 h 1858154"/>
              <a:gd name="connsiteX57" fmla="*/ 9182272 w 9288370"/>
              <a:gd name="connsiteY57" fmla="*/ 37171 h 1858154"/>
              <a:gd name="connsiteX58" fmla="*/ 9232990 w 9288370"/>
              <a:gd name="connsiteY58" fmla="*/ 24074 h 1858154"/>
              <a:gd name="connsiteX59" fmla="*/ 9288370 w 9288370"/>
              <a:gd name="connsiteY59" fmla="*/ 0 h 1858154"/>
              <a:gd name="connsiteX60" fmla="*/ 0 w 9288370"/>
              <a:gd name="connsiteY60" fmla="*/ 0 h 1858154"/>
              <a:gd name="connsiteX61" fmla="*/ 0 w 9288370"/>
              <a:gd name="connsiteY61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766051 w 9288370"/>
              <a:gd name="connsiteY3" fmla="*/ 156982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339078 w 9288370"/>
              <a:gd name="connsiteY6" fmla="*/ 1494730 h 1858154"/>
              <a:gd name="connsiteX7" fmla="*/ 1492452 w 9288370"/>
              <a:gd name="connsiteY7" fmla="*/ 1519061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782741 w 9288370"/>
              <a:gd name="connsiteY51" fmla="*/ 455936 h 1858154"/>
              <a:gd name="connsiteX52" fmla="*/ 7952094 w 9288370"/>
              <a:gd name="connsiteY52" fmla="*/ 409302 h 1858154"/>
              <a:gd name="connsiteX53" fmla="*/ 8231938 w 9288370"/>
              <a:gd name="connsiteY53" fmla="*/ 259259 h 1858154"/>
              <a:gd name="connsiteX54" fmla="*/ 8428864 w 9288370"/>
              <a:gd name="connsiteY54" fmla="*/ 208471 h 1858154"/>
              <a:gd name="connsiteX55" fmla="*/ 8616510 w 9288370"/>
              <a:gd name="connsiteY55" fmla="*/ 161973 h 1858154"/>
              <a:gd name="connsiteX56" fmla="*/ 8826766 w 9288370"/>
              <a:gd name="connsiteY56" fmla="*/ 152111 h 1858154"/>
              <a:gd name="connsiteX57" fmla="*/ 8917647 w 9288370"/>
              <a:gd name="connsiteY57" fmla="*/ 112232 h 1858154"/>
              <a:gd name="connsiteX58" fmla="*/ 9182272 w 9288370"/>
              <a:gd name="connsiteY58" fmla="*/ 37171 h 1858154"/>
              <a:gd name="connsiteX59" fmla="*/ 9232990 w 9288370"/>
              <a:gd name="connsiteY59" fmla="*/ 24074 h 1858154"/>
              <a:gd name="connsiteX60" fmla="*/ 9288370 w 9288370"/>
              <a:gd name="connsiteY60" fmla="*/ 0 h 1858154"/>
              <a:gd name="connsiteX61" fmla="*/ 0 w 9288370"/>
              <a:gd name="connsiteY61" fmla="*/ 0 h 1858154"/>
              <a:gd name="connsiteX62" fmla="*/ 0 w 9288370"/>
              <a:gd name="connsiteY62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766051 w 9288370"/>
              <a:gd name="connsiteY3" fmla="*/ 156982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339078 w 9288370"/>
              <a:gd name="connsiteY6" fmla="*/ 1494730 h 1858154"/>
              <a:gd name="connsiteX7" fmla="*/ 1492452 w 9288370"/>
              <a:gd name="connsiteY7" fmla="*/ 1519061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782741 w 9288370"/>
              <a:gd name="connsiteY51" fmla="*/ 455936 h 1858154"/>
              <a:gd name="connsiteX52" fmla="*/ 7952094 w 9288370"/>
              <a:gd name="connsiteY52" fmla="*/ 409302 h 1858154"/>
              <a:gd name="connsiteX53" fmla="*/ 8231938 w 9288370"/>
              <a:gd name="connsiteY53" fmla="*/ 259259 h 1858154"/>
              <a:gd name="connsiteX54" fmla="*/ 8428864 w 9288370"/>
              <a:gd name="connsiteY54" fmla="*/ 208471 h 1858154"/>
              <a:gd name="connsiteX55" fmla="*/ 8616510 w 9288370"/>
              <a:gd name="connsiteY55" fmla="*/ 161973 h 1858154"/>
              <a:gd name="connsiteX56" fmla="*/ 8826766 w 9288370"/>
              <a:gd name="connsiteY56" fmla="*/ 152111 h 1858154"/>
              <a:gd name="connsiteX57" fmla="*/ 8917647 w 9288370"/>
              <a:gd name="connsiteY57" fmla="*/ 112232 h 1858154"/>
              <a:gd name="connsiteX58" fmla="*/ 9182272 w 9288370"/>
              <a:gd name="connsiteY58" fmla="*/ 37171 h 1858154"/>
              <a:gd name="connsiteX59" fmla="*/ 9232990 w 9288370"/>
              <a:gd name="connsiteY59" fmla="*/ 24074 h 1858154"/>
              <a:gd name="connsiteX60" fmla="*/ 9288370 w 9288370"/>
              <a:gd name="connsiteY60" fmla="*/ 0 h 1858154"/>
              <a:gd name="connsiteX61" fmla="*/ 0 w 9288370"/>
              <a:gd name="connsiteY61" fmla="*/ 0 h 1858154"/>
              <a:gd name="connsiteX62" fmla="*/ 0 w 9288370"/>
              <a:gd name="connsiteY62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766051 w 9288370"/>
              <a:gd name="connsiteY3" fmla="*/ 156982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339078 w 9288370"/>
              <a:gd name="connsiteY6" fmla="*/ 1494730 h 1858154"/>
              <a:gd name="connsiteX7" fmla="*/ 1492452 w 9288370"/>
              <a:gd name="connsiteY7" fmla="*/ 1519061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782741 w 9288370"/>
              <a:gd name="connsiteY51" fmla="*/ 455936 h 1858154"/>
              <a:gd name="connsiteX52" fmla="*/ 7952094 w 9288370"/>
              <a:gd name="connsiteY52" fmla="*/ 409302 h 1858154"/>
              <a:gd name="connsiteX53" fmla="*/ 8231938 w 9288370"/>
              <a:gd name="connsiteY53" fmla="*/ 259259 h 1858154"/>
              <a:gd name="connsiteX54" fmla="*/ 8428864 w 9288370"/>
              <a:gd name="connsiteY54" fmla="*/ 208471 h 1858154"/>
              <a:gd name="connsiteX55" fmla="*/ 8616510 w 9288370"/>
              <a:gd name="connsiteY55" fmla="*/ 161973 h 1858154"/>
              <a:gd name="connsiteX56" fmla="*/ 8826766 w 9288370"/>
              <a:gd name="connsiteY56" fmla="*/ 152111 h 1858154"/>
              <a:gd name="connsiteX57" fmla="*/ 8917647 w 9288370"/>
              <a:gd name="connsiteY57" fmla="*/ 112232 h 1858154"/>
              <a:gd name="connsiteX58" fmla="*/ 9182272 w 9288370"/>
              <a:gd name="connsiteY58" fmla="*/ 37171 h 1858154"/>
              <a:gd name="connsiteX59" fmla="*/ 9232990 w 9288370"/>
              <a:gd name="connsiteY59" fmla="*/ 24074 h 1858154"/>
              <a:gd name="connsiteX60" fmla="*/ 9288370 w 9288370"/>
              <a:gd name="connsiteY60" fmla="*/ 0 h 1858154"/>
              <a:gd name="connsiteX61" fmla="*/ 0 w 9288370"/>
              <a:gd name="connsiteY61" fmla="*/ 0 h 1858154"/>
              <a:gd name="connsiteX62" fmla="*/ 0 w 9288370"/>
              <a:gd name="connsiteY62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766051 w 9288370"/>
              <a:gd name="connsiteY3" fmla="*/ 156982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339078 w 9288370"/>
              <a:gd name="connsiteY6" fmla="*/ 1494730 h 1858154"/>
              <a:gd name="connsiteX7" fmla="*/ 1492452 w 9288370"/>
              <a:gd name="connsiteY7" fmla="*/ 1519061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782741 w 9288370"/>
              <a:gd name="connsiteY51" fmla="*/ 455936 h 1858154"/>
              <a:gd name="connsiteX52" fmla="*/ 7952094 w 9288370"/>
              <a:gd name="connsiteY52" fmla="*/ 409302 h 1858154"/>
              <a:gd name="connsiteX53" fmla="*/ 8231938 w 9288370"/>
              <a:gd name="connsiteY53" fmla="*/ 259259 h 1858154"/>
              <a:gd name="connsiteX54" fmla="*/ 8428864 w 9288370"/>
              <a:gd name="connsiteY54" fmla="*/ 208471 h 1858154"/>
              <a:gd name="connsiteX55" fmla="*/ 8616510 w 9288370"/>
              <a:gd name="connsiteY55" fmla="*/ 161973 h 1858154"/>
              <a:gd name="connsiteX56" fmla="*/ 8826766 w 9288370"/>
              <a:gd name="connsiteY56" fmla="*/ 152111 h 1858154"/>
              <a:gd name="connsiteX57" fmla="*/ 8917647 w 9288370"/>
              <a:gd name="connsiteY57" fmla="*/ 112232 h 1858154"/>
              <a:gd name="connsiteX58" fmla="*/ 9182272 w 9288370"/>
              <a:gd name="connsiteY58" fmla="*/ 37171 h 1858154"/>
              <a:gd name="connsiteX59" fmla="*/ 9232990 w 9288370"/>
              <a:gd name="connsiteY59" fmla="*/ 24074 h 1858154"/>
              <a:gd name="connsiteX60" fmla="*/ 9288370 w 9288370"/>
              <a:gd name="connsiteY60" fmla="*/ 0 h 1858154"/>
              <a:gd name="connsiteX61" fmla="*/ 0 w 9288370"/>
              <a:gd name="connsiteY61" fmla="*/ 0 h 1858154"/>
              <a:gd name="connsiteX62" fmla="*/ 0 w 9288370"/>
              <a:gd name="connsiteY62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766051 w 9288370"/>
              <a:gd name="connsiteY3" fmla="*/ 156982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339078 w 9288370"/>
              <a:gd name="connsiteY6" fmla="*/ 1494730 h 1858154"/>
              <a:gd name="connsiteX7" fmla="*/ 1492452 w 9288370"/>
              <a:gd name="connsiteY7" fmla="*/ 1519061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782741 w 9288370"/>
              <a:gd name="connsiteY51" fmla="*/ 455936 h 1858154"/>
              <a:gd name="connsiteX52" fmla="*/ 7952094 w 9288370"/>
              <a:gd name="connsiteY52" fmla="*/ 409302 h 1858154"/>
              <a:gd name="connsiteX53" fmla="*/ 8231938 w 9288370"/>
              <a:gd name="connsiteY53" fmla="*/ 259259 h 1858154"/>
              <a:gd name="connsiteX54" fmla="*/ 8428864 w 9288370"/>
              <a:gd name="connsiteY54" fmla="*/ 208471 h 1858154"/>
              <a:gd name="connsiteX55" fmla="*/ 8616510 w 9288370"/>
              <a:gd name="connsiteY55" fmla="*/ 161973 h 1858154"/>
              <a:gd name="connsiteX56" fmla="*/ 8826766 w 9288370"/>
              <a:gd name="connsiteY56" fmla="*/ 152111 h 1858154"/>
              <a:gd name="connsiteX57" fmla="*/ 8917647 w 9288370"/>
              <a:gd name="connsiteY57" fmla="*/ 112232 h 1858154"/>
              <a:gd name="connsiteX58" fmla="*/ 9182272 w 9288370"/>
              <a:gd name="connsiteY58" fmla="*/ 37171 h 1858154"/>
              <a:gd name="connsiteX59" fmla="*/ 9232990 w 9288370"/>
              <a:gd name="connsiteY59" fmla="*/ 24074 h 1858154"/>
              <a:gd name="connsiteX60" fmla="*/ 9288370 w 9288370"/>
              <a:gd name="connsiteY60" fmla="*/ 0 h 1858154"/>
              <a:gd name="connsiteX61" fmla="*/ 0 w 9288370"/>
              <a:gd name="connsiteY61" fmla="*/ 0 h 1858154"/>
              <a:gd name="connsiteX62" fmla="*/ 0 w 9288370"/>
              <a:gd name="connsiteY62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766051 w 9288370"/>
              <a:gd name="connsiteY3" fmla="*/ 156982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339078 w 9288370"/>
              <a:gd name="connsiteY6" fmla="*/ 1494730 h 1858154"/>
              <a:gd name="connsiteX7" fmla="*/ 1492452 w 9288370"/>
              <a:gd name="connsiteY7" fmla="*/ 1519061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782741 w 9288370"/>
              <a:gd name="connsiteY51" fmla="*/ 455936 h 1858154"/>
              <a:gd name="connsiteX52" fmla="*/ 7952094 w 9288370"/>
              <a:gd name="connsiteY52" fmla="*/ 409302 h 1858154"/>
              <a:gd name="connsiteX53" fmla="*/ 8231938 w 9288370"/>
              <a:gd name="connsiteY53" fmla="*/ 259259 h 1858154"/>
              <a:gd name="connsiteX54" fmla="*/ 8428864 w 9288370"/>
              <a:gd name="connsiteY54" fmla="*/ 208471 h 1858154"/>
              <a:gd name="connsiteX55" fmla="*/ 8616510 w 9288370"/>
              <a:gd name="connsiteY55" fmla="*/ 161973 h 1858154"/>
              <a:gd name="connsiteX56" fmla="*/ 8826766 w 9288370"/>
              <a:gd name="connsiteY56" fmla="*/ 152111 h 1858154"/>
              <a:gd name="connsiteX57" fmla="*/ 8917647 w 9288370"/>
              <a:gd name="connsiteY57" fmla="*/ 112232 h 1858154"/>
              <a:gd name="connsiteX58" fmla="*/ 9182272 w 9288370"/>
              <a:gd name="connsiteY58" fmla="*/ 37171 h 1858154"/>
              <a:gd name="connsiteX59" fmla="*/ 9232990 w 9288370"/>
              <a:gd name="connsiteY59" fmla="*/ 24074 h 1858154"/>
              <a:gd name="connsiteX60" fmla="*/ 9288370 w 9288370"/>
              <a:gd name="connsiteY60" fmla="*/ 0 h 1858154"/>
              <a:gd name="connsiteX61" fmla="*/ 0 w 9288370"/>
              <a:gd name="connsiteY61" fmla="*/ 0 h 1858154"/>
              <a:gd name="connsiteX62" fmla="*/ 0 w 9288370"/>
              <a:gd name="connsiteY62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766051 w 9288370"/>
              <a:gd name="connsiteY3" fmla="*/ 156982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339078 w 9288370"/>
              <a:gd name="connsiteY6" fmla="*/ 1494730 h 1858154"/>
              <a:gd name="connsiteX7" fmla="*/ 1492452 w 9288370"/>
              <a:gd name="connsiteY7" fmla="*/ 1519061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782741 w 9288370"/>
              <a:gd name="connsiteY51" fmla="*/ 455936 h 1858154"/>
              <a:gd name="connsiteX52" fmla="*/ 7952094 w 9288370"/>
              <a:gd name="connsiteY52" fmla="*/ 409302 h 1858154"/>
              <a:gd name="connsiteX53" fmla="*/ 8231938 w 9288370"/>
              <a:gd name="connsiteY53" fmla="*/ 259259 h 1858154"/>
              <a:gd name="connsiteX54" fmla="*/ 8428864 w 9288370"/>
              <a:gd name="connsiteY54" fmla="*/ 208471 h 1858154"/>
              <a:gd name="connsiteX55" fmla="*/ 8616510 w 9288370"/>
              <a:gd name="connsiteY55" fmla="*/ 161973 h 1858154"/>
              <a:gd name="connsiteX56" fmla="*/ 8826766 w 9288370"/>
              <a:gd name="connsiteY56" fmla="*/ 152111 h 1858154"/>
              <a:gd name="connsiteX57" fmla="*/ 8917647 w 9288370"/>
              <a:gd name="connsiteY57" fmla="*/ 112232 h 1858154"/>
              <a:gd name="connsiteX58" fmla="*/ 9182272 w 9288370"/>
              <a:gd name="connsiteY58" fmla="*/ 37171 h 1858154"/>
              <a:gd name="connsiteX59" fmla="*/ 9232990 w 9288370"/>
              <a:gd name="connsiteY59" fmla="*/ 24074 h 1858154"/>
              <a:gd name="connsiteX60" fmla="*/ 9288370 w 9288370"/>
              <a:gd name="connsiteY60" fmla="*/ 0 h 1858154"/>
              <a:gd name="connsiteX61" fmla="*/ 0 w 9288370"/>
              <a:gd name="connsiteY61" fmla="*/ 0 h 1858154"/>
              <a:gd name="connsiteX62" fmla="*/ 0 w 9288370"/>
              <a:gd name="connsiteY62" fmla="*/ 1858154 h 1858154"/>
              <a:gd name="connsiteX0" fmla="*/ 44869 w 9288370"/>
              <a:gd name="connsiteY0" fmla="*/ 1742117 h 1857909"/>
              <a:gd name="connsiteX1" fmla="*/ 1049 w 9288370"/>
              <a:gd name="connsiteY1" fmla="*/ 1857909 h 1857909"/>
              <a:gd name="connsiteX2" fmla="*/ 370426 w 9288370"/>
              <a:gd name="connsiteY2" fmla="*/ 1702965 h 1857909"/>
              <a:gd name="connsiteX3" fmla="*/ 766051 w 9288370"/>
              <a:gd name="connsiteY3" fmla="*/ 1569826 h 1857909"/>
              <a:gd name="connsiteX4" fmla="*/ 971617 w 9288370"/>
              <a:gd name="connsiteY4" fmla="*/ 1522494 h 1857909"/>
              <a:gd name="connsiteX5" fmla="*/ 1186668 w 9288370"/>
              <a:gd name="connsiteY5" fmla="*/ 1521861 h 1857909"/>
              <a:gd name="connsiteX6" fmla="*/ 1339078 w 9288370"/>
              <a:gd name="connsiteY6" fmla="*/ 1494730 h 1857909"/>
              <a:gd name="connsiteX7" fmla="*/ 1492452 w 9288370"/>
              <a:gd name="connsiteY7" fmla="*/ 1519061 h 1857909"/>
              <a:gd name="connsiteX8" fmla="*/ 1604999 w 9288370"/>
              <a:gd name="connsiteY8" fmla="*/ 1513599 h 1857909"/>
              <a:gd name="connsiteX9" fmla="*/ 1717911 w 9288370"/>
              <a:gd name="connsiteY9" fmla="*/ 1497764 h 1857909"/>
              <a:gd name="connsiteX10" fmla="*/ 1794234 w 9288370"/>
              <a:gd name="connsiteY10" fmla="*/ 1464331 h 1857909"/>
              <a:gd name="connsiteX11" fmla="*/ 2101780 w 9288370"/>
              <a:gd name="connsiteY11" fmla="*/ 1409907 h 1857909"/>
              <a:gd name="connsiteX12" fmla="*/ 2244830 w 9288370"/>
              <a:gd name="connsiteY12" fmla="*/ 1388540 h 1857909"/>
              <a:gd name="connsiteX13" fmla="*/ 2428648 w 9288370"/>
              <a:gd name="connsiteY13" fmla="*/ 1372736 h 1857909"/>
              <a:gd name="connsiteX14" fmla="*/ 2645882 w 9288370"/>
              <a:gd name="connsiteY14" fmla="*/ 1341971 h 1857909"/>
              <a:gd name="connsiteX15" fmla="*/ 2707413 w 9288370"/>
              <a:gd name="connsiteY15" fmla="*/ 1347156 h 1857909"/>
              <a:gd name="connsiteX16" fmla="*/ 2843134 w 9288370"/>
              <a:gd name="connsiteY16" fmla="*/ 1323561 h 1857909"/>
              <a:gd name="connsiteX17" fmla="*/ 2923804 w 9288370"/>
              <a:gd name="connsiteY17" fmla="*/ 1314224 h 1857909"/>
              <a:gd name="connsiteX18" fmla="*/ 2953618 w 9288370"/>
              <a:gd name="connsiteY18" fmla="*/ 1318186 h 1857909"/>
              <a:gd name="connsiteX19" fmla="*/ 2995816 w 9288370"/>
              <a:gd name="connsiteY19" fmla="*/ 1318670 h 1857909"/>
              <a:gd name="connsiteX20" fmla="*/ 3352700 w 9288370"/>
              <a:gd name="connsiteY20" fmla="*/ 1264183 h 1857909"/>
              <a:gd name="connsiteX21" fmla="*/ 3444611 w 9288370"/>
              <a:gd name="connsiteY21" fmla="*/ 1236739 h 1857909"/>
              <a:gd name="connsiteX22" fmla="*/ 3650072 w 9288370"/>
              <a:gd name="connsiteY22" fmla="*/ 1217421 h 1857909"/>
              <a:gd name="connsiteX23" fmla="*/ 3707853 w 9288370"/>
              <a:gd name="connsiteY23" fmla="*/ 1241722 h 1857909"/>
              <a:gd name="connsiteX24" fmla="*/ 3925616 w 9288370"/>
              <a:gd name="connsiteY24" fmla="*/ 1253751 h 1857909"/>
              <a:gd name="connsiteX25" fmla="*/ 3954387 w 9288370"/>
              <a:gd name="connsiteY25" fmla="*/ 1263789 h 1857909"/>
              <a:gd name="connsiteX26" fmla="*/ 3995849 w 9288370"/>
              <a:gd name="connsiteY26" fmla="*/ 1272939 h 1857909"/>
              <a:gd name="connsiteX27" fmla="*/ 4067546 w 9288370"/>
              <a:gd name="connsiteY27" fmla="*/ 1294697 h 1857909"/>
              <a:gd name="connsiteX28" fmla="*/ 4190310 w 9288370"/>
              <a:gd name="connsiteY28" fmla="*/ 1307786 h 1857909"/>
              <a:gd name="connsiteX29" fmla="*/ 4230008 w 9288370"/>
              <a:gd name="connsiteY29" fmla="*/ 1303546 h 1857909"/>
              <a:gd name="connsiteX30" fmla="*/ 4575478 w 9288370"/>
              <a:gd name="connsiteY30" fmla="*/ 1261726 h 1857909"/>
              <a:gd name="connsiteX31" fmla="*/ 4650026 w 9288370"/>
              <a:gd name="connsiteY31" fmla="*/ 1265798 h 1857909"/>
              <a:gd name="connsiteX32" fmla="*/ 4792008 w 9288370"/>
              <a:gd name="connsiteY32" fmla="*/ 1243899 h 1857909"/>
              <a:gd name="connsiteX33" fmla="*/ 4954126 w 9288370"/>
              <a:gd name="connsiteY33" fmla="*/ 1204617 h 1857909"/>
              <a:gd name="connsiteX34" fmla="*/ 5309678 w 9288370"/>
              <a:gd name="connsiteY34" fmla="*/ 1128278 h 1857909"/>
              <a:gd name="connsiteX35" fmla="*/ 5474724 w 9288370"/>
              <a:gd name="connsiteY35" fmla="*/ 1091167 h 1857909"/>
              <a:gd name="connsiteX36" fmla="*/ 5612132 w 9288370"/>
              <a:gd name="connsiteY36" fmla="*/ 1051509 h 1857909"/>
              <a:gd name="connsiteX37" fmla="*/ 5776618 w 9288370"/>
              <a:gd name="connsiteY37" fmla="*/ 1053037 h 1857909"/>
              <a:gd name="connsiteX38" fmla="*/ 5785786 w 9288370"/>
              <a:gd name="connsiteY38" fmla="*/ 1051213 h 1857909"/>
              <a:gd name="connsiteX39" fmla="*/ 5829381 w 9288370"/>
              <a:gd name="connsiteY39" fmla="*/ 1046878 h 1857909"/>
              <a:gd name="connsiteX40" fmla="*/ 5943596 w 9288370"/>
              <a:gd name="connsiteY40" fmla="*/ 1043237 h 1857909"/>
              <a:gd name="connsiteX41" fmla="*/ 5985730 w 9288370"/>
              <a:gd name="connsiteY41" fmla="*/ 1035396 h 1857909"/>
              <a:gd name="connsiteX42" fmla="*/ 6103109 w 9288370"/>
              <a:gd name="connsiteY42" fmla="*/ 1019019 h 1857909"/>
              <a:gd name="connsiteX43" fmla="*/ 6222406 w 9288370"/>
              <a:gd name="connsiteY43" fmla="*/ 985341 h 1857909"/>
              <a:gd name="connsiteX44" fmla="*/ 6598672 w 9288370"/>
              <a:gd name="connsiteY44" fmla="*/ 902062 h 1857909"/>
              <a:gd name="connsiteX45" fmla="*/ 6766149 w 9288370"/>
              <a:gd name="connsiteY45" fmla="*/ 846132 h 1857909"/>
              <a:gd name="connsiteX46" fmla="*/ 6886312 w 9288370"/>
              <a:gd name="connsiteY46" fmla="*/ 781877 h 1857909"/>
              <a:gd name="connsiteX47" fmla="*/ 7006457 w 9288370"/>
              <a:gd name="connsiteY47" fmla="*/ 699758 h 1857909"/>
              <a:gd name="connsiteX48" fmla="*/ 7231643 w 9288370"/>
              <a:gd name="connsiteY48" fmla="*/ 640778 h 1857909"/>
              <a:gd name="connsiteX49" fmla="*/ 7363123 w 9288370"/>
              <a:gd name="connsiteY49" fmla="*/ 593682 h 1857909"/>
              <a:gd name="connsiteX50" fmla="*/ 7588368 w 9288370"/>
              <a:gd name="connsiteY50" fmla="*/ 531129 h 1857909"/>
              <a:gd name="connsiteX51" fmla="*/ 7782741 w 9288370"/>
              <a:gd name="connsiteY51" fmla="*/ 455936 h 1857909"/>
              <a:gd name="connsiteX52" fmla="*/ 7952094 w 9288370"/>
              <a:gd name="connsiteY52" fmla="*/ 409302 h 1857909"/>
              <a:gd name="connsiteX53" fmla="*/ 8231938 w 9288370"/>
              <a:gd name="connsiteY53" fmla="*/ 259259 h 1857909"/>
              <a:gd name="connsiteX54" fmla="*/ 8428864 w 9288370"/>
              <a:gd name="connsiteY54" fmla="*/ 208471 h 1857909"/>
              <a:gd name="connsiteX55" fmla="*/ 8616510 w 9288370"/>
              <a:gd name="connsiteY55" fmla="*/ 161973 h 1857909"/>
              <a:gd name="connsiteX56" fmla="*/ 8826766 w 9288370"/>
              <a:gd name="connsiteY56" fmla="*/ 152111 h 1857909"/>
              <a:gd name="connsiteX57" fmla="*/ 8917647 w 9288370"/>
              <a:gd name="connsiteY57" fmla="*/ 112232 h 1857909"/>
              <a:gd name="connsiteX58" fmla="*/ 9182272 w 9288370"/>
              <a:gd name="connsiteY58" fmla="*/ 37171 h 1857909"/>
              <a:gd name="connsiteX59" fmla="*/ 9232990 w 9288370"/>
              <a:gd name="connsiteY59" fmla="*/ 24074 h 1857909"/>
              <a:gd name="connsiteX60" fmla="*/ 9288370 w 9288370"/>
              <a:gd name="connsiteY60" fmla="*/ 0 h 1857909"/>
              <a:gd name="connsiteX61" fmla="*/ 0 w 9288370"/>
              <a:gd name="connsiteY61" fmla="*/ 0 h 1857909"/>
              <a:gd name="connsiteX62" fmla="*/ 44869 w 9288370"/>
              <a:gd name="connsiteY62" fmla="*/ 1742117 h 1857909"/>
              <a:gd name="connsiteX0" fmla="*/ 8158 w 9288370"/>
              <a:gd name="connsiteY0" fmla="*/ 1671666 h 1857909"/>
              <a:gd name="connsiteX1" fmla="*/ 1049 w 9288370"/>
              <a:gd name="connsiteY1" fmla="*/ 1857909 h 1857909"/>
              <a:gd name="connsiteX2" fmla="*/ 370426 w 9288370"/>
              <a:gd name="connsiteY2" fmla="*/ 1702965 h 1857909"/>
              <a:gd name="connsiteX3" fmla="*/ 766051 w 9288370"/>
              <a:gd name="connsiteY3" fmla="*/ 1569826 h 1857909"/>
              <a:gd name="connsiteX4" fmla="*/ 971617 w 9288370"/>
              <a:gd name="connsiteY4" fmla="*/ 1522494 h 1857909"/>
              <a:gd name="connsiteX5" fmla="*/ 1186668 w 9288370"/>
              <a:gd name="connsiteY5" fmla="*/ 1521861 h 1857909"/>
              <a:gd name="connsiteX6" fmla="*/ 1339078 w 9288370"/>
              <a:gd name="connsiteY6" fmla="*/ 1494730 h 1857909"/>
              <a:gd name="connsiteX7" fmla="*/ 1492452 w 9288370"/>
              <a:gd name="connsiteY7" fmla="*/ 1519061 h 1857909"/>
              <a:gd name="connsiteX8" fmla="*/ 1604999 w 9288370"/>
              <a:gd name="connsiteY8" fmla="*/ 1513599 h 1857909"/>
              <a:gd name="connsiteX9" fmla="*/ 1717911 w 9288370"/>
              <a:gd name="connsiteY9" fmla="*/ 1497764 h 1857909"/>
              <a:gd name="connsiteX10" fmla="*/ 1794234 w 9288370"/>
              <a:gd name="connsiteY10" fmla="*/ 1464331 h 1857909"/>
              <a:gd name="connsiteX11" fmla="*/ 2101780 w 9288370"/>
              <a:gd name="connsiteY11" fmla="*/ 1409907 h 1857909"/>
              <a:gd name="connsiteX12" fmla="*/ 2244830 w 9288370"/>
              <a:gd name="connsiteY12" fmla="*/ 1388540 h 1857909"/>
              <a:gd name="connsiteX13" fmla="*/ 2428648 w 9288370"/>
              <a:gd name="connsiteY13" fmla="*/ 1372736 h 1857909"/>
              <a:gd name="connsiteX14" fmla="*/ 2645882 w 9288370"/>
              <a:gd name="connsiteY14" fmla="*/ 1341971 h 1857909"/>
              <a:gd name="connsiteX15" fmla="*/ 2707413 w 9288370"/>
              <a:gd name="connsiteY15" fmla="*/ 1347156 h 1857909"/>
              <a:gd name="connsiteX16" fmla="*/ 2843134 w 9288370"/>
              <a:gd name="connsiteY16" fmla="*/ 1323561 h 1857909"/>
              <a:gd name="connsiteX17" fmla="*/ 2923804 w 9288370"/>
              <a:gd name="connsiteY17" fmla="*/ 1314224 h 1857909"/>
              <a:gd name="connsiteX18" fmla="*/ 2953618 w 9288370"/>
              <a:gd name="connsiteY18" fmla="*/ 1318186 h 1857909"/>
              <a:gd name="connsiteX19" fmla="*/ 2995816 w 9288370"/>
              <a:gd name="connsiteY19" fmla="*/ 1318670 h 1857909"/>
              <a:gd name="connsiteX20" fmla="*/ 3352700 w 9288370"/>
              <a:gd name="connsiteY20" fmla="*/ 1264183 h 1857909"/>
              <a:gd name="connsiteX21" fmla="*/ 3444611 w 9288370"/>
              <a:gd name="connsiteY21" fmla="*/ 1236739 h 1857909"/>
              <a:gd name="connsiteX22" fmla="*/ 3650072 w 9288370"/>
              <a:gd name="connsiteY22" fmla="*/ 1217421 h 1857909"/>
              <a:gd name="connsiteX23" fmla="*/ 3707853 w 9288370"/>
              <a:gd name="connsiteY23" fmla="*/ 1241722 h 1857909"/>
              <a:gd name="connsiteX24" fmla="*/ 3925616 w 9288370"/>
              <a:gd name="connsiteY24" fmla="*/ 1253751 h 1857909"/>
              <a:gd name="connsiteX25" fmla="*/ 3954387 w 9288370"/>
              <a:gd name="connsiteY25" fmla="*/ 1263789 h 1857909"/>
              <a:gd name="connsiteX26" fmla="*/ 3995849 w 9288370"/>
              <a:gd name="connsiteY26" fmla="*/ 1272939 h 1857909"/>
              <a:gd name="connsiteX27" fmla="*/ 4067546 w 9288370"/>
              <a:gd name="connsiteY27" fmla="*/ 1294697 h 1857909"/>
              <a:gd name="connsiteX28" fmla="*/ 4190310 w 9288370"/>
              <a:gd name="connsiteY28" fmla="*/ 1307786 h 1857909"/>
              <a:gd name="connsiteX29" fmla="*/ 4230008 w 9288370"/>
              <a:gd name="connsiteY29" fmla="*/ 1303546 h 1857909"/>
              <a:gd name="connsiteX30" fmla="*/ 4575478 w 9288370"/>
              <a:gd name="connsiteY30" fmla="*/ 1261726 h 1857909"/>
              <a:gd name="connsiteX31" fmla="*/ 4650026 w 9288370"/>
              <a:gd name="connsiteY31" fmla="*/ 1265798 h 1857909"/>
              <a:gd name="connsiteX32" fmla="*/ 4792008 w 9288370"/>
              <a:gd name="connsiteY32" fmla="*/ 1243899 h 1857909"/>
              <a:gd name="connsiteX33" fmla="*/ 4954126 w 9288370"/>
              <a:gd name="connsiteY33" fmla="*/ 1204617 h 1857909"/>
              <a:gd name="connsiteX34" fmla="*/ 5309678 w 9288370"/>
              <a:gd name="connsiteY34" fmla="*/ 1128278 h 1857909"/>
              <a:gd name="connsiteX35" fmla="*/ 5474724 w 9288370"/>
              <a:gd name="connsiteY35" fmla="*/ 1091167 h 1857909"/>
              <a:gd name="connsiteX36" fmla="*/ 5612132 w 9288370"/>
              <a:gd name="connsiteY36" fmla="*/ 1051509 h 1857909"/>
              <a:gd name="connsiteX37" fmla="*/ 5776618 w 9288370"/>
              <a:gd name="connsiteY37" fmla="*/ 1053037 h 1857909"/>
              <a:gd name="connsiteX38" fmla="*/ 5785786 w 9288370"/>
              <a:gd name="connsiteY38" fmla="*/ 1051213 h 1857909"/>
              <a:gd name="connsiteX39" fmla="*/ 5829381 w 9288370"/>
              <a:gd name="connsiteY39" fmla="*/ 1046878 h 1857909"/>
              <a:gd name="connsiteX40" fmla="*/ 5943596 w 9288370"/>
              <a:gd name="connsiteY40" fmla="*/ 1043237 h 1857909"/>
              <a:gd name="connsiteX41" fmla="*/ 5985730 w 9288370"/>
              <a:gd name="connsiteY41" fmla="*/ 1035396 h 1857909"/>
              <a:gd name="connsiteX42" fmla="*/ 6103109 w 9288370"/>
              <a:gd name="connsiteY42" fmla="*/ 1019019 h 1857909"/>
              <a:gd name="connsiteX43" fmla="*/ 6222406 w 9288370"/>
              <a:gd name="connsiteY43" fmla="*/ 985341 h 1857909"/>
              <a:gd name="connsiteX44" fmla="*/ 6598672 w 9288370"/>
              <a:gd name="connsiteY44" fmla="*/ 902062 h 1857909"/>
              <a:gd name="connsiteX45" fmla="*/ 6766149 w 9288370"/>
              <a:gd name="connsiteY45" fmla="*/ 846132 h 1857909"/>
              <a:gd name="connsiteX46" fmla="*/ 6886312 w 9288370"/>
              <a:gd name="connsiteY46" fmla="*/ 781877 h 1857909"/>
              <a:gd name="connsiteX47" fmla="*/ 7006457 w 9288370"/>
              <a:gd name="connsiteY47" fmla="*/ 699758 h 1857909"/>
              <a:gd name="connsiteX48" fmla="*/ 7231643 w 9288370"/>
              <a:gd name="connsiteY48" fmla="*/ 640778 h 1857909"/>
              <a:gd name="connsiteX49" fmla="*/ 7363123 w 9288370"/>
              <a:gd name="connsiteY49" fmla="*/ 593682 h 1857909"/>
              <a:gd name="connsiteX50" fmla="*/ 7588368 w 9288370"/>
              <a:gd name="connsiteY50" fmla="*/ 531129 h 1857909"/>
              <a:gd name="connsiteX51" fmla="*/ 7782741 w 9288370"/>
              <a:gd name="connsiteY51" fmla="*/ 455936 h 1857909"/>
              <a:gd name="connsiteX52" fmla="*/ 7952094 w 9288370"/>
              <a:gd name="connsiteY52" fmla="*/ 409302 h 1857909"/>
              <a:gd name="connsiteX53" fmla="*/ 8231938 w 9288370"/>
              <a:gd name="connsiteY53" fmla="*/ 259259 h 1857909"/>
              <a:gd name="connsiteX54" fmla="*/ 8428864 w 9288370"/>
              <a:gd name="connsiteY54" fmla="*/ 208471 h 1857909"/>
              <a:gd name="connsiteX55" fmla="*/ 8616510 w 9288370"/>
              <a:gd name="connsiteY55" fmla="*/ 161973 h 1857909"/>
              <a:gd name="connsiteX56" fmla="*/ 8826766 w 9288370"/>
              <a:gd name="connsiteY56" fmla="*/ 152111 h 1857909"/>
              <a:gd name="connsiteX57" fmla="*/ 8917647 w 9288370"/>
              <a:gd name="connsiteY57" fmla="*/ 112232 h 1857909"/>
              <a:gd name="connsiteX58" fmla="*/ 9182272 w 9288370"/>
              <a:gd name="connsiteY58" fmla="*/ 37171 h 1857909"/>
              <a:gd name="connsiteX59" fmla="*/ 9232990 w 9288370"/>
              <a:gd name="connsiteY59" fmla="*/ 24074 h 1857909"/>
              <a:gd name="connsiteX60" fmla="*/ 9288370 w 9288370"/>
              <a:gd name="connsiteY60" fmla="*/ 0 h 1857909"/>
              <a:gd name="connsiteX61" fmla="*/ 0 w 9288370"/>
              <a:gd name="connsiteY61" fmla="*/ 0 h 1857909"/>
              <a:gd name="connsiteX62" fmla="*/ 8158 w 9288370"/>
              <a:gd name="connsiteY62" fmla="*/ 1671666 h 1857909"/>
              <a:gd name="connsiteX0" fmla="*/ 8158 w 9288370"/>
              <a:gd name="connsiteY0" fmla="*/ 1671666 h 1721151"/>
              <a:gd name="connsiteX1" fmla="*/ 66313 w 9288370"/>
              <a:gd name="connsiteY1" fmla="*/ 1721151 h 1721151"/>
              <a:gd name="connsiteX2" fmla="*/ 370426 w 9288370"/>
              <a:gd name="connsiteY2" fmla="*/ 1702965 h 1721151"/>
              <a:gd name="connsiteX3" fmla="*/ 766051 w 9288370"/>
              <a:gd name="connsiteY3" fmla="*/ 1569826 h 1721151"/>
              <a:gd name="connsiteX4" fmla="*/ 971617 w 9288370"/>
              <a:gd name="connsiteY4" fmla="*/ 1522494 h 1721151"/>
              <a:gd name="connsiteX5" fmla="*/ 1186668 w 9288370"/>
              <a:gd name="connsiteY5" fmla="*/ 1521861 h 1721151"/>
              <a:gd name="connsiteX6" fmla="*/ 1339078 w 9288370"/>
              <a:gd name="connsiteY6" fmla="*/ 1494730 h 1721151"/>
              <a:gd name="connsiteX7" fmla="*/ 1492452 w 9288370"/>
              <a:gd name="connsiteY7" fmla="*/ 1519061 h 1721151"/>
              <a:gd name="connsiteX8" fmla="*/ 1604999 w 9288370"/>
              <a:gd name="connsiteY8" fmla="*/ 1513599 h 1721151"/>
              <a:gd name="connsiteX9" fmla="*/ 1717911 w 9288370"/>
              <a:gd name="connsiteY9" fmla="*/ 1497764 h 1721151"/>
              <a:gd name="connsiteX10" fmla="*/ 1794234 w 9288370"/>
              <a:gd name="connsiteY10" fmla="*/ 1464331 h 1721151"/>
              <a:gd name="connsiteX11" fmla="*/ 2101780 w 9288370"/>
              <a:gd name="connsiteY11" fmla="*/ 1409907 h 1721151"/>
              <a:gd name="connsiteX12" fmla="*/ 2244830 w 9288370"/>
              <a:gd name="connsiteY12" fmla="*/ 1388540 h 1721151"/>
              <a:gd name="connsiteX13" fmla="*/ 2428648 w 9288370"/>
              <a:gd name="connsiteY13" fmla="*/ 1372736 h 1721151"/>
              <a:gd name="connsiteX14" fmla="*/ 2645882 w 9288370"/>
              <a:gd name="connsiteY14" fmla="*/ 1341971 h 1721151"/>
              <a:gd name="connsiteX15" fmla="*/ 2707413 w 9288370"/>
              <a:gd name="connsiteY15" fmla="*/ 1347156 h 1721151"/>
              <a:gd name="connsiteX16" fmla="*/ 2843134 w 9288370"/>
              <a:gd name="connsiteY16" fmla="*/ 1323561 h 1721151"/>
              <a:gd name="connsiteX17" fmla="*/ 2923804 w 9288370"/>
              <a:gd name="connsiteY17" fmla="*/ 1314224 h 1721151"/>
              <a:gd name="connsiteX18" fmla="*/ 2953618 w 9288370"/>
              <a:gd name="connsiteY18" fmla="*/ 1318186 h 1721151"/>
              <a:gd name="connsiteX19" fmla="*/ 2995816 w 9288370"/>
              <a:gd name="connsiteY19" fmla="*/ 1318670 h 1721151"/>
              <a:gd name="connsiteX20" fmla="*/ 3352700 w 9288370"/>
              <a:gd name="connsiteY20" fmla="*/ 1264183 h 1721151"/>
              <a:gd name="connsiteX21" fmla="*/ 3444611 w 9288370"/>
              <a:gd name="connsiteY21" fmla="*/ 1236739 h 1721151"/>
              <a:gd name="connsiteX22" fmla="*/ 3650072 w 9288370"/>
              <a:gd name="connsiteY22" fmla="*/ 1217421 h 1721151"/>
              <a:gd name="connsiteX23" fmla="*/ 3707853 w 9288370"/>
              <a:gd name="connsiteY23" fmla="*/ 1241722 h 1721151"/>
              <a:gd name="connsiteX24" fmla="*/ 3925616 w 9288370"/>
              <a:gd name="connsiteY24" fmla="*/ 1253751 h 1721151"/>
              <a:gd name="connsiteX25" fmla="*/ 3954387 w 9288370"/>
              <a:gd name="connsiteY25" fmla="*/ 1263789 h 1721151"/>
              <a:gd name="connsiteX26" fmla="*/ 3995849 w 9288370"/>
              <a:gd name="connsiteY26" fmla="*/ 1272939 h 1721151"/>
              <a:gd name="connsiteX27" fmla="*/ 4067546 w 9288370"/>
              <a:gd name="connsiteY27" fmla="*/ 1294697 h 1721151"/>
              <a:gd name="connsiteX28" fmla="*/ 4190310 w 9288370"/>
              <a:gd name="connsiteY28" fmla="*/ 1307786 h 1721151"/>
              <a:gd name="connsiteX29" fmla="*/ 4230008 w 9288370"/>
              <a:gd name="connsiteY29" fmla="*/ 1303546 h 1721151"/>
              <a:gd name="connsiteX30" fmla="*/ 4575478 w 9288370"/>
              <a:gd name="connsiteY30" fmla="*/ 1261726 h 1721151"/>
              <a:gd name="connsiteX31" fmla="*/ 4650026 w 9288370"/>
              <a:gd name="connsiteY31" fmla="*/ 1265798 h 1721151"/>
              <a:gd name="connsiteX32" fmla="*/ 4792008 w 9288370"/>
              <a:gd name="connsiteY32" fmla="*/ 1243899 h 1721151"/>
              <a:gd name="connsiteX33" fmla="*/ 4954126 w 9288370"/>
              <a:gd name="connsiteY33" fmla="*/ 1204617 h 1721151"/>
              <a:gd name="connsiteX34" fmla="*/ 5309678 w 9288370"/>
              <a:gd name="connsiteY34" fmla="*/ 1128278 h 1721151"/>
              <a:gd name="connsiteX35" fmla="*/ 5474724 w 9288370"/>
              <a:gd name="connsiteY35" fmla="*/ 1091167 h 1721151"/>
              <a:gd name="connsiteX36" fmla="*/ 5612132 w 9288370"/>
              <a:gd name="connsiteY36" fmla="*/ 1051509 h 1721151"/>
              <a:gd name="connsiteX37" fmla="*/ 5776618 w 9288370"/>
              <a:gd name="connsiteY37" fmla="*/ 1053037 h 1721151"/>
              <a:gd name="connsiteX38" fmla="*/ 5785786 w 9288370"/>
              <a:gd name="connsiteY38" fmla="*/ 1051213 h 1721151"/>
              <a:gd name="connsiteX39" fmla="*/ 5829381 w 9288370"/>
              <a:gd name="connsiteY39" fmla="*/ 1046878 h 1721151"/>
              <a:gd name="connsiteX40" fmla="*/ 5943596 w 9288370"/>
              <a:gd name="connsiteY40" fmla="*/ 1043237 h 1721151"/>
              <a:gd name="connsiteX41" fmla="*/ 5985730 w 9288370"/>
              <a:gd name="connsiteY41" fmla="*/ 1035396 h 1721151"/>
              <a:gd name="connsiteX42" fmla="*/ 6103109 w 9288370"/>
              <a:gd name="connsiteY42" fmla="*/ 1019019 h 1721151"/>
              <a:gd name="connsiteX43" fmla="*/ 6222406 w 9288370"/>
              <a:gd name="connsiteY43" fmla="*/ 985341 h 1721151"/>
              <a:gd name="connsiteX44" fmla="*/ 6598672 w 9288370"/>
              <a:gd name="connsiteY44" fmla="*/ 902062 h 1721151"/>
              <a:gd name="connsiteX45" fmla="*/ 6766149 w 9288370"/>
              <a:gd name="connsiteY45" fmla="*/ 846132 h 1721151"/>
              <a:gd name="connsiteX46" fmla="*/ 6886312 w 9288370"/>
              <a:gd name="connsiteY46" fmla="*/ 781877 h 1721151"/>
              <a:gd name="connsiteX47" fmla="*/ 7006457 w 9288370"/>
              <a:gd name="connsiteY47" fmla="*/ 699758 h 1721151"/>
              <a:gd name="connsiteX48" fmla="*/ 7231643 w 9288370"/>
              <a:gd name="connsiteY48" fmla="*/ 640778 h 1721151"/>
              <a:gd name="connsiteX49" fmla="*/ 7363123 w 9288370"/>
              <a:gd name="connsiteY49" fmla="*/ 593682 h 1721151"/>
              <a:gd name="connsiteX50" fmla="*/ 7588368 w 9288370"/>
              <a:gd name="connsiteY50" fmla="*/ 531129 h 1721151"/>
              <a:gd name="connsiteX51" fmla="*/ 7782741 w 9288370"/>
              <a:gd name="connsiteY51" fmla="*/ 455936 h 1721151"/>
              <a:gd name="connsiteX52" fmla="*/ 7952094 w 9288370"/>
              <a:gd name="connsiteY52" fmla="*/ 409302 h 1721151"/>
              <a:gd name="connsiteX53" fmla="*/ 8231938 w 9288370"/>
              <a:gd name="connsiteY53" fmla="*/ 259259 h 1721151"/>
              <a:gd name="connsiteX54" fmla="*/ 8428864 w 9288370"/>
              <a:gd name="connsiteY54" fmla="*/ 208471 h 1721151"/>
              <a:gd name="connsiteX55" fmla="*/ 8616510 w 9288370"/>
              <a:gd name="connsiteY55" fmla="*/ 161973 h 1721151"/>
              <a:gd name="connsiteX56" fmla="*/ 8826766 w 9288370"/>
              <a:gd name="connsiteY56" fmla="*/ 152111 h 1721151"/>
              <a:gd name="connsiteX57" fmla="*/ 8917647 w 9288370"/>
              <a:gd name="connsiteY57" fmla="*/ 112232 h 1721151"/>
              <a:gd name="connsiteX58" fmla="*/ 9182272 w 9288370"/>
              <a:gd name="connsiteY58" fmla="*/ 37171 h 1721151"/>
              <a:gd name="connsiteX59" fmla="*/ 9232990 w 9288370"/>
              <a:gd name="connsiteY59" fmla="*/ 24074 h 1721151"/>
              <a:gd name="connsiteX60" fmla="*/ 9288370 w 9288370"/>
              <a:gd name="connsiteY60" fmla="*/ 0 h 1721151"/>
              <a:gd name="connsiteX61" fmla="*/ 0 w 9288370"/>
              <a:gd name="connsiteY61" fmla="*/ 0 h 1721151"/>
              <a:gd name="connsiteX62" fmla="*/ 8158 w 9288370"/>
              <a:gd name="connsiteY62" fmla="*/ 1671666 h 1721151"/>
              <a:gd name="connsiteX0" fmla="*/ 8158 w 9288370"/>
              <a:gd name="connsiteY0" fmla="*/ 1671666 h 1721151"/>
              <a:gd name="connsiteX1" fmla="*/ 66313 w 9288370"/>
              <a:gd name="connsiteY1" fmla="*/ 1721151 h 1721151"/>
              <a:gd name="connsiteX2" fmla="*/ 313320 w 9288370"/>
              <a:gd name="connsiteY2" fmla="*/ 1690533 h 1721151"/>
              <a:gd name="connsiteX3" fmla="*/ 766051 w 9288370"/>
              <a:gd name="connsiteY3" fmla="*/ 1569826 h 1721151"/>
              <a:gd name="connsiteX4" fmla="*/ 971617 w 9288370"/>
              <a:gd name="connsiteY4" fmla="*/ 1522494 h 1721151"/>
              <a:gd name="connsiteX5" fmla="*/ 1186668 w 9288370"/>
              <a:gd name="connsiteY5" fmla="*/ 1521861 h 1721151"/>
              <a:gd name="connsiteX6" fmla="*/ 1339078 w 9288370"/>
              <a:gd name="connsiteY6" fmla="*/ 1494730 h 1721151"/>
              <a:gd name="connsiteX7" fmla="*/ 1492452 w 9288370"/>
              <a:gd name="connsiteY7" fmla="*/ 1519061 h 1721151"/>
              <a:gd name="connsiteX8" fmla="*/ 1604999 w 9288370"/>
              <a:gd name="connsiteY8" fmla="*/ 1513599 h 1721151"/>
              <a:gd name="connsiteX9" fmla="*/ 1717911 w 9288370"/>
              <a:gd name="connsiteY9" fmla="*/ 1497764 h 1721151"/>
              <a:gd name="connsiteX10" fmla="*/ 1794234 w 9288370"/>
              <a:gd name="connsiteY10" fmla="*/ 1464331 h 1721151"/>
              <a:gd name="connsiteX11" fmla="*/ 2101780 w 9288370"/>
              <a:gd name="connsiteY11" fmla="*/ 1409907 h 1721151"/>
              <a:gd name="connsiteX12" fmla="*/ 2244830 w 9288370"/>
              <a:gd name="connsiteY12" fmla="*/ 1388540 h 1721151"/>
              <a:gd name="connsiteX13" fmla="*/ 2428648 w 9288370"/>
              <a:gd name="connsiteY13" fmla="*/ 1372736 h 1721151"/>
              <a:gd name="connsiteX14" fmla="*/ 2645882 w 9288370"/>
              <a:gd name="connsiteY14" fmla="*/ 1341971 h 1721151"/>
              <a:gd name="connsiteX15" fmla="*/ 2707413 w 9288370"/>
              <a:gd name="connsiteY15" fmla="*/ 1347156 h 1721151"/>
              <a:gd name="connsiteX16" fmla="*/ 2843134 w 9288370"/>
              <a:gd name="connsiteY16" fmla="*/ 1323561 h 1721151"/>
              <a:gd name="connsiteX17" fmla="*/ 2923804 w 9288370"/>
              <a:gd name="connsiteY17" fmla="*/ 1314224 h 1721151"/>
              <a:gd name="connsiteX18" fmla="*/ 2953618 w 9288370"/>
              <a:gd name="connsiteY18" fmla="*/ 1318186 h 1721151"/>
              <a:gd name="connsiteX19" fmla="*/ 2995816 w 9288370"/>
              <a:gd name="connsiteY19" fmla="*/ 1318670 h 1721151"/>
              <a:gd name="connsiteX20" fmla="*/ 3352700 w 9288370"/>
              <a:gd name="connsiteY20" fmla="*/ 1264183 h 1721151"/>
              <a:gd name="connsiteX21" fmla="*/ 3444611 w 9288370"/>
              <a:gd name="connsiteY21" fmla="*/ 1236739 h 1721151"/>
              <a:gd name="connsiteX22" fmla="*/ 3650072 w 9288370"/>
              <a:gd name="connsiteY22" fmla="*/ 1217421 h 1721151"/>
              <a:gd name="connsiteX23" fmla="*/ 3707853 w 9288370"/>
              <a:gd name="connsiteY23" fmla="*/ 1241722 h 1721151"/>
              <a:gd name="connsiteX24" fmla="*/ 3925616 w 9288370"/>
              <a:gd name="connsiteY24" fmla="*/ 1253751 h 1721151"/>
              <a:gd name="connsiteX25" fmla="*/ 3954387 w 9288370"/>
              <a:gd name="connsiteY25" fmla="*/ 1263789 h 1721151"/>
              <a:gd name="connsiteX26" fmla="*/ 3995849 w 9288370"/>
              <a:gd name="connsiteY26" fmla="*/ 1272939 h 1721151"/>
              <a:gd name="connsiteX27" fmla="*/ 4067546 w 9288370"/>
              <a:gd name="connsiteY27" fmla="*/ 1294697 h 1721151"/>
              <a:gd name="connsiteX28" fmla="*/ 4190310 w 9288370"/>
              <a:gd name="connsiteY28" fmla="*/ 1307786 h 1721151"/>
              <a:gd name="connsiteX29" fmla="*/ 4230008 w 9288370"/>
              <a:gd name="connsiteY29" fmla="*/ 1303546 h 1721151"/>
              <a:gd name="connsiteX30" fmla="*/ 4575478 w 9288370"/>
              <a:gd name="connsiteY30" fmla="*/ 1261726 h 1721151"/>
              <a:gd name="connsiteX31" fmla="*/ 4650026 w 9288370"/>
              <a:gd name="connsiteY31" fmla="*/ 1265798 h 1721151"/>
              <a:gd name="connsiteX32" fmla="*/ 4792008 w 9288370"/>
              <a:gd name="connsiteY32" fmla="*/ 1243899 h 1721151"/>
              <a:gd name="connsiteX33" fmla="*/ 4954126 w 9288370"/>
              <a:gd name="connsiteY33" fmla="*/ 1204617 h 1721151"/>
              <a:gd name="connsiteX34" fmla="*/ 5309678 w 9288370"/>
              <a:gd name="connsiteY34" fmla="*/ 1128278 h 1721151"/>
              <a:gd name="connsiteX35" fmla="*/ 5474724 w 9288370"/>
              <a:gd name="connsiteY35" fmla="*/ 1091167 h 1721151"/>
              <a:gd name="connsiteX36" fmla="*/ 5612132 w 9288370"/>
              <a:gd name="connsiteY36" fmla="*/ 1051509 h 1721151"/>
              <a:gd name="connsiteX37" fmla="*/ 5776618 w 9288370"/>
              <a:gd name="connsiteY37" fmla="*/ 1053037 h 1721151"/>
              <a:gd name="connsiteX38" fmla="*/ 5785786 w 9288370"/>
              <a:gd name="connsiteY38" fmla="*/ 1051213 h 1721151"/>
              <a:gd name="connsiteX39" fmla="*/ 5829381 w 9288370"/>
              <a:gd name="connsiteY39" fmla="*/ 1046878 h 1721151"/>
              <a:gd name="connsiteX40" fmla="*/ 5943596 w 9288370"/>
              <a:gd name="connsiteY40" fmla="*/ 1043237 h 1721151"/>
              <a:gd name="connsiteX41" fmla="*/ 5985730 w 9288370"/>
              <a:gd name="connsiteY41" fmla="*/ 1035396 h 1721151"/>
              <a:gd name="connsiteX42" fmla="*/ 6103109 w 9288370"/>
              <a:gd name="connsiteY42" fmla="*/ 1019019 h 1721151"/>
              <a:gd name="connsiteX43" fmla="*/ 6222406 w 9288370"/>
              <a:gd name="connsiteY43" fmla="*/ 985341 h 1721151"/>
              <a:gd name="connsiteX44" fmla="*/ 6598672 w 9288370"/>
              <a:gd name="connsiteY44" fmla="*/ 902062 h 1721151"/>
              <a:gd name="connsiteX45" fmla="*/ 6766149 w 9288370"/>
              <a:gd name="connsiteY45" fmla="*/ 846132 h 1721151"/>
              <a:gd name="connsiteX46" fmla="*/ 6886312 w 9288370"/>
              <a:gd name="connsiteY46" fmla="*/ 781877 h 1721151"/>
              <a:gd name="connsiteX47" fmla="*/ 7006457 w 9288370"/>
              <a:gd name="connsiteY47" fmla="*/ 699758 h 1721151"/>
              <a:gd name="connsiteX48" fmla="*/ 7231643 w 9288370"/>
              <a:gd name="connsiteY48" fmla="*/ 640778 h 1721151"/>
              <a:gd name="connsiteX49" fmla="*/ 7363123 w 9288370"/>
              <a:gd name="connsiteY49" fmla="*/ 593682 h 1721151"/>
              <a:gd name="connsiteX50" fmla="*/ 7588368 w 9288370"/>
              <a:gd name="connsiteY50" fmla="*/ 531129 h 1721151"/>
              <a:gd name="connsiteX51" fmla="*/ 7782741 w 9288370"/>
              <a:gd name="connsiteY51" fmla="*/ 455936 h 1721151"/>
              <a:gd name="connsiteX52" fmla="*/ 7952094 w 9288370"/>
              <a:gd name="connsiteY52" fmla="*/ 409302 h 1721151"/>
              <a:gd name="connsiteX53" fmla="*/ 8231938 w 9288370"/>
              <a:gd name="connsiteY53" fmla="*/ 259259 h 1721151"/>
              <a:gd name="connsiteX54" fmla="*/ 8428864 w 9288370"/>
              <a:gd name="connsiteY54" fmla="*/ 208471 h 1721151"/>
              <a:gd name="connsiteX55" fmla="*/ 8616510 w 9288370"/>
              <a:gd name="connsiteY55" fmla="*/ 161973 h 1721151"/>
              <a:gd name="connsiteX56" fmla="*/ 8826766 w 9288370"/>
              <a:gd name="connsiteY56" fmla="*/ 152111 h 1721151"/>
              <a:gd name="connsiteX57" fmla="*/ 8917647 w 9288370"/>
              <a:gd name="connsiteY57" fmla="*/ 112232 h 1721151"/>
              <a:gd name="connsiteX58" fmla="*/ 9182272 w 9288370"/>
              <a:gd name="connsiteY58" fmla="*/ 37171 h 1721151"/>
              <a:gd name="connsiteX59" fmla="*/ 9232990 w 9288370"/>
              <a:gd name="connsiteY59" fmla="*/ 24074 h 1721151"/>
              <a:gd name="connsiteX60" fmla="*/ 9288370 w 9288370"/>
              <a:gd name="connsiteY60" fmla="*/ 0 h 1721151"/>
              <a:gd name="connsiteX61" fmla="*/ 0 w 9288370"/>
              <a:gd name="connsiteY61" fmla="*/ 0 h 1721151"/>
              <a:gd name="connsiteX62" fmla="*/ 8158 w 9288370"/>
              <a:gd name="connsiteY62" fmla="*/ 1671666 h 1721151"/>
              <a:gd name="connsiteX0" fmla="*/ 8158 w 9288370"/>
              <a:gd name="connsiteY0" fmla="*/ 1671666 h 1721151"/>
              <a:gd name="connsiteX1" fmla="*/ 66313 w 9288370"/>
              <a:gd name="connsiteY1" fmla="*/ 1721151 h 1721151"/>
              <a:gd name="connsiteX2" fmla="*/ 313320 w 9288370"/>
              <a:gd name="connsiteY2" fmla="*/ 1690533 h 1721151"/>
              <a:gd name="connsiteX3" fmla="*/ 766051 w 9288370"/>
              <a:gd name="connsiteY3" fmla="*/ 1569826 h 1721151"/>
              <a:gd name="connsiteX4" fmla="*/ 971617 w 9288370"/>
              <a:gd name="connsiteY4" fmla="*/ 1522494 h 1721151"/>
              <a:gd name="connsiteX5" fmla="*/ 1186668 w 9288370"/>
              <a:gd name="connsiteY5" fmla="*/ 1521861 h 1721151"/>
              <a:gd name="connsiteX6" fmla="*/ 1339078 w 9288370"/>
              <a:gd name="connsiteY6" fmla="*/ 1494730 h 1721151"/>
              <a:gd name="connsiteX7" fmla="*/ 1492452 w 9288370"/>
              <a:gd name="connsiteY7" fmla="*/ 1519061 h 1721151"/>
              <a:gd name="connsiteX8" fmla="*/ 1604999 w 9288370"/>
              <a:gd name="connsiteY8" fmla="*/ 1513599 h 1721151"/>
              <a:gd name="connsiteX9" fmla="*/ 1717911 w 9288370"/>
              <a:gd name="connsiteY9" fmla="*/ 1497764 h 1721151"/>
              <a:gd name="connsiteX10" fmla="*/ 1794234 w 9288370"/>
              <a:gd name="connsiteY10" fmla="*/ 1464331 h 1721151"/>
              <a:gd name="connsiteX11" fmla="*/ 2101780 w 9288370"/>
              <a:gd name="connsiteY11" fmla="*/ 1409907 h 1721151"/>
              <a:gd name="connsiteX12" fmla="*/ 2244830 w 9288370"/>
              <a:gd name="connsiteY12" fmla="*/ 1388540 h 1721151"/>
              <a:gd name="connsiteX13" fmla="*/ 2428648 w 9288370"/>
              <a:gd name="connsiteY13" fmla="*/ 1372736 h 1721151"/>
              <a:gd name="connsiteX14" fmla="*/ 2645882 w 9288370"/>
              <a:gd name="connsiteY14" fmla="*/ 1341971 h 1721151"/>
              <a:gd name="connsiteX15" fmla="*/ 2707413 w 9288370"/>
              <a:gd name="connsiteY15" fmla="*/ 1347156 h 1721151"/>
              <a:gd name="connsiteX16" fmla="*/ 2843134 w 9288370"/>
              <a:gd name="connsiteY16" fmla="*/ 1323561 h 1721151"/>
              <a:gd name="connsiteX17" fmla="*/ 2923804 w 9288370"/>
              <a:gd name="connsiteY17" fmla="*/ 1314224 h 1721151"/>
              <a:gd name="connsiteX18" fmla="*/ 2953618 w 9288370"/>
              <a:gd name="connsiteY18" fmla="*/ 1318186 h 1721151"/>
              <a:gd name="connsiteX19" fmla="*/ 2995816 w 9288370"/>
              <a:gd name="connsiteY19" fmla="*/ 1318670 h 1721151"/>
              <a:gd name="connsiteX20" fmla="*/ 3352700 w 9288370"/>
              <a:gd name="connsiteY20" fmla="*/ 1264183 h 1721151"/>
              <a:gd name="connsiteX21" fmla="*/ 3444611 w 9288370"/>
              <a:gd name="connsiteY21" fmla="*/ 1236739 h 1721151"/>
              <a:gd name="connsiteX22" fmla="*/ 3650072 w 9288370"/>
              <a:gd name="connsiteY22" fmla="*/ 1217421 h 1721151"/>
              <a:gd name="connsiteX23" fmla="*/ 3707853 w 9288370"/>
              <a:gd name="connsiteY23" fmla="*/ 1241722 h 1721151"/>
              <a:gd name="connsiteX24" fmla="*/ 3925616 w 9288370"/>
              <a:gd name="connsiteY24" fmla="*/ 1253751 h 1721151"/>
              <a:gd name="connsiteX25" fmla="*/ 3954387 w 9288370"/>
              <a:gd name="connsiteY25" fmla="*/ 1263789 h 1721151"/>
              <a:gd name="connsiteX26" fmla="*/ 3995849 w 9288370"/>
              <a:gd name="connsiteY26" fmla="*/ 1272939 h 1721151"/>
              <a:gd name="connsiteX27" fmla="*/ 4067546 w 9288370"/>
              <a:gd name="connsiteY27" fmla="*/ 1294697 h 1721151"/>
              <a:gd name="connsiteX28" fmla="*/ 4190310 w 9288370"/>
              <a:gd name="connsiteY28" fmla="*/ 1307786 h 1721151"/>
              <a:gd name="connsiteX29" fmla="*/ 4230008 w 9288370"/>
              <a:gd name="connsiteY29" fmla="*/ 1303546 h 1721151"/>
              <a:gd name="connsiteX30" fmla="*/ 4575478 w 9288370"/>
              <a:gd name="connsiteY30" fmla="*/ 1261726 h 1721151"/>
              <a:gd name="connsiteX31" fmla="*/ 4650026 w 9288370"/>
              <a:gd name="connsiteY31" fmla="*/ 1265798 h 1721151"/>
              <a:gd name="connsiteX32" fmla="*/ 4792008 w 9288370"/>
              <a:gd name="connsiteY32" fmla="*/ 1243899 h 1721151"/>
              <a:gd name="connsiteX33" fmla="*/ 4954126 w 9288370"/>
              <a:gd name="connsiteY33" fmla="*/ 1204617 h 1721151"/>
              <a:gd name="connsiteX34" fmla="*/ 5309678 w 9288370"/>
              <a:gd name="connsiteY34" fmla="*/ 1128278 h 1721151"/>
              <a:gd name="connsiteX35" fmla="*/ 5474724 w 9288370"/>
              <a:gd name="connsiteY35" fmla="*/ 1091167 h 1721151"/>
              <a:gd name="connsiteX36" fmla="*/ 5612132 w 9288370"/>
              <a:gd name="connsiteY36" fmla="*/ 1051509 h 1721151"/>
              <a:gd name="connsiteX37" fmla="*/ 5776618 w 9288370"/>
              <a:gd name="connsiteY37" fmla="*/ 1053037 h 1721151"/>
              <a:gd name="connsiteX38" fmla="*/ 5785786 w 9288370"/>
              <a:gd name="connsiteY38" fmla="*/ 1051213 h 1721151"/>
              <a:gd name="connsiteX39" fmla="*/ 5829381 w 9288370"/>
              <a:gd name="connsiteY39" fmla="*/ 1046878 h 1721151"/>
              <a:gd name="connsiteX40" fmla="*/ 5943596 w 9288370"/>
              <a:gd name="connsiteY40" fmla="*/ 1043237 h 1721151"/>
              <a:gd name="connsiteX41" fmla="*/ 5985730 w 9288370"/>
              <a:gd name="connsiteY41" fmla="*/ 1035396 h 1721151"/>
              <a:gd name="connsiteX42" fmla="*/ 6103109 w 9288370"/>
              <a:gd name="connsiteY42" fmla="*/ 1019019 h 1721151"/>
              <a:gd name="connsiteX43" fmla="*/ 6222406 w 9288370"/>
              <a:gd name="connsiteY43" fmla="*/ 985341 h 1721151"/>
              <a:gd name="connsiteX44" fmla="*/ 6598672 w 9288370"/>
              <a:gd name="connsiteY44" fmla="*/ 902062 h 1721151"/>
              <a:gd name="connsiteX45" fmla="*/ 6766149 w 9288370"/>
              <a:gd name="connsiteY45" fmla="*/ 846132 h 1721151"/>
              <a:gd name="connsiteX46" fmla="*/ 6886312 w 9288370"/>
              <a:gd name="connsiteY46" fmla="*/ 781877 h 1721151"/>
              <a:gd name="connsiteX47" fmla="*/ 7006457 w 9288370"/>
              <a:gd name="connsiteY47" fmla="*/ 699758 h 1721151"/>
              <a:gd name="connsiteX48" fmla="*/ 7231643 w 9288370"/>
              <a:gd name="connsiteY48" fmla="*/ 640778 h 1721151"/>
              <a:gd name="connsiteX49" fmla="*/ 7363123 w 9288370"/>
              <a:gd name="connsiteY49" fmla="*/ 593682 h 1721151"/>
              <a:gd name="connsiteX50" fmla="*/ 7588368 w 9288370"/>
              <a:gd name="connsiteY50" fmla="*/ 531129 h 1721151"/>
              <a:gd name="connsiteX51" fmla="*/ 7782741 w 9288370"/>
              <a:gd name="connsiteY51" fmla="*/ 455936 h 1721151"/>
              <a:gd name="connsiteX52" fmla="*/ 7952094 w 9288370"/>
              <a:gd name="connsiteY52" fmla="*/ 409302 h 1721151"/>
              <a:gd name="connsiteX53" fmla="*/ 8231938 w 9288370"/>
              <a:gd name="connsiteY53" fmla="*/ 259259 h 1721151"/>
              <a:gd name="connsiteX54" fmla="*/ 8428864 w 9288370"/>
              <a:gd name="connsiteY54" fmla="*/ 208471 h 1721151"/>
              <a:gd name="connsiteX55" fmla="*/ 8616510 w 9288370"/>
              <a:gd name="connsiteY55" fmla="*/ 161973 h 1721151"/>
              <a:gd name="connsiteX56" fmla="*/ 8826766 w 9288370"/>
              <a:gd name="connsiteY56" fmla="*/ 152111 h 1721151"/>
              <a:gd name="connsiteX57" fmla="*/ 8917647 w 9288370"/>
              <a:gd name="connsiteY57" fmla="*/ 112232 h 1721151"/>
              <a:gd name="connsiteX58" fmla="*/ 9182272 w 9288370"/>
              <a:gd name="connsiteY58" fmla="*/ 37171 h 1721151"/>
              <a:gd name="connsiteX59" fmla="*/ 9232990 w 9288370"/>
              <a:gd name="connsiteY59" fmla="*/ 24074 h 1721151"/>
              <a:gd name="connsiteX60" fmla="*/ 9288370 w 9288370"/>
              <a:gd name="connsiteY60" fmla="*/ 0 h 1721151"/>
              <a:gd name="connsiteX61" fmla="*/ 0 w 9288370"/>
              <a:gd name="connsiteY61" fmla="*/ 0 h 1721151"/>
              <a:gd name="connsiteX62" fmla="*/ 8158 w 9288370"/>
              <a:gd name="connsiteY62" fmla="*/ 1671666 h 1721151"/>
              <a:gd name="connsiteX0" fmla="*/ 8158 w 9288370"/>
              <a:gd name="connsiteY0" fmla="*/ 1671666 h 1721151"/>
              <a:gd name="connsiteX1" fmla="*/ 66313 w 9288370"/>
              <a:gd name="connsiteY1" fmla="*/ 1721151 h 1721151"/>
              <a:gd name="connsiteX2" fmla="*/ 411216 w 9288370"/>
              <a:gd name="connsiteY2" fmla="*/ 1628370 h 1721151"/>
              <a:gd name="connsiteX3" fmla="*/ 766051 w 9288370"/>
              <a:gd name="connsiteY3" fmla="*/ 1569826 h 1721151"/>
              <a:gd name="connsiteX4" fmla="*/ 971617 w 9288370"/>
              <a:gd name="connsiteY4" fmla="*/ 1522494 h 1721151"/>
              <a:gd name="connsiteX5" fmla="*/ 1186668 w 9288370"/>
              <a:gd name="connsiteY5" fmla="*/ 1521861 h 1721151"/>
              <a:gd name="connsiteX6" fmla="*/ 1339078 w 9288370"/>
              <a:gd name="connsiteY6" fmla="*/ 1494730 h 1721151"/>
              <a:gd name="connsiteX7" fmla="*/ 1492452 w 9288370"/>
              <a:gd name="connsiteY7" fmla="*/ 1519061 h 1721151"/>
              <a:gd name="connsiteX8" fmla="*/ 1604999 w 9288370"/>
              <a:gd name="connsiteY8" fmla="*/ 1513599 h 1721151"/>
              <a:gd name="connsiteX9" fmla="*/ 1717911 w 9288370"/>
              <a:gd name="connsiteY9" fmla="*/ 1497764 h 1721151"/>
              <a:gd name="connsiteX10" fmla="*/ 1794234 w 9288370"/>
              <a:gd name="connsiteY10" fmla="*/ 1464331 h 1721151"/>
              <a:gd name="connsiteX11" fmla="*/ 2101780 w 9288370"/>
              <a:gd name="connsiteY11" fmla="*/ 1409907 h 1721151"/>
              <a:gd name="connsiteX12" fmla="*/ 2244830 w 9288370"/>
              <a:gd name="connsiteY12" fmla="*/ 1388540 h 1721151"/>
              <a:gd name="connsiteX13" fmla="*/ 2428648 w 9288370"/>
              <a:gd name="connsiteY13" fmla="*/ 1372736 h 1721151"/>
              <a:gd name="connsiteX14" fmla="*/ 2645882 w 9288370"/>
              <a:gd name="connsiteY14" fmla="*/ 1341971 h 1721151"/>
              <a:gd name="connsiteX15" fmla="*/ 2707413 w 9288370"/>
              <a:gd name="connsiteY15" fmla="*/ 1347156 h 1721151"/>
              <a:gd name="connsiteX16" fmla="*/ 2843134 w 9288370"/>
              <a:gd name="connsiteY16" fmla="*/ 1323561 h 1721151"/>
              <a:gd name="connsiteX17" fmla="*/ 2923804 w 9288370"/>
              <a:gd name="connsiteY17" fmla="*/ 1314224 h 1721151"/>
              <a:gd name="connsiteX18" fmla="*/ 2953618 w 9288370"/>
              <a:gd name="connsiteY18" fmla="*/ 1318186 h 1721151"/>
              <a:gd name="connsiteX19" fmla="*/ 2995816 w 9288370"/>
              <a:gd name="connsiteY19" fmla="*/ 1318670 h 1721151"/>
              <a:gd name="connsiteX20" fmla="*/ 3352700 w 9288370"/>
              <a:gd name="connsiteY20" fmla="*/ 1264183 h 1721151"/>
              <a:gd name="connsiteX21" fmla="*/ 3444611 w 9288370"/>
              <a:gd name="connsiteY21" fmla="*/ 1236739 h 1721151"/>
              <a:gd name="connsiteX22" fmla="*/ 3650072 w 9288370"/>
              <a:gd name="connsiteY22" fmla="*/ 1217421 h 1721151"/>
              <a:gd name="connsiteX23" fmla="*/ 3707853 w 9288370"/>
              <a:gd name="connsiteY23" fmla="*/ 1241722 h 1721151"/>
              <a:gd name="connsiteX24" fmla="*/ 3925616 w 9288370"/>
              <a:gd name="connsiteY24" fmla="*/ 1253751 h 1721151"/>
              <a:gd name="connsiteX25" fmla="*/ 3954387 w 9288370"/>
              <a:gd name="connsiteY25" fmla="*/ 1263789 h 1721151"/>
              <a:gd name="connsiteX26" fmla="*/ 3995849 w 9288370"/>
              <a:gd name="connsiteY26" fmla="*/ 1272939 h 1721151"/>
              <a:gd name="connsiteX27" fmla="*/ 4067546 w 9288370"/>
              <a:gd name="connsiteY27" fmla="*/ 1294697 h 1721151"/>
              <a:gd name="connsiteX28" fmla="*/ 4190310 w 9288370"/>
              <a:gd name="connsiteY28" fmla="*/ 1307786 h 1721151"/>
              <a:gd name="connsiteX29" fmla="*/ 4230008 w 9288370"/>
              <a:gd name="connsiteY29" fmla="*/ 1303546 h 1721151"/>
              <a:gd name="connsiteX30" fmla="*/ 4575478 w 9288370"/>
              <a:gd name="connsiteY30" fmla="*/ 1261726 h 1721151"/>
              <a:gd name="connsiteX31" fmla="*/ 4650026 w 9288370"/>
              <a:gd name="connsiteY31" fmla="*/ 1265798 h 1721151"/>
              <a:gd name="connsiteX32" fmla="*/ 4792008 w 9288370"/>
              <a:gd name="connsiteY32" fmla="*/ 1243899 h 1721151"/>
              <a:gd name="connsiteX33" fmla="*/ 4954126 w 9288370"/>
              <a:gd name="connsiteY33" fmla="*/ 1204617 h 1721151"/>
              <a:gd name="connsiteX34" fmla="*/ 5309678 w 9288370"/>
              <a:gd name="connsiteY34" fmla="*/ 1128278 h 1721151"/>
              <a:gd name="connsiteX35" fmla="*/ 5474724 w 9288370"/>
              <a:gd name="connsiteY35" fmla="*/ 1091167 h 1721151"/>
              <a:gd name="connsiteX36" fmla="*/ 5612132 w 9288370"/>
              <a:gd name="connsiteY36" fmla="*/ 1051509 h 1721151"/>
              <a:gd name="connsiteX37" fmla="*/ 5776618 w 9288370"/>
              <a:gd name="connsiteY37" fmla="*/ 1053037 h 1721151"/>
              <a:gd name="connsiteX38" fmla="*/ 5785786 w 9288370"/>
              <a:gd name="connsiteY38" fmla="*/ 1051213 h 1721151"/>
              <a:gd name="connsiteX39" fmla="*/ 5829381 w 9288370"/>
              <a:gd name="connsiteY39" fmla="*/ 1046878 h 1721151"/>
              <a:gd name="connsiteX40" fmla="*/ 5943596 w 9288370"/>
              <a:gd name="connsiteY40" fmla="*/ 1043237 h 1721151"/>
              <a:gd name="connsiteX41" fmla="*/ 5985730 w 9288370"/>
              <a:gd name="connsiteY41" fmla="*/ 1035396 h 1721151"/>
              <a:gd name="connsiteX42" fmla="*/ 6103109 w 9288370"/>
              <a:gd name="connsiteY42" fmla="*/ 1019019 h 1721151"/>
              <a:gd name="connsiteX43" fmla="*/ 6222406 w 9288370"/>
              <a:gd name="connsiteY43" fmla="*/ 985341 h 1721151"/>
              <a:gd name="connsiteX44" fmla="*/ 6598672 w 9288370"/>
              <a:gd name="connsiteY44" fmla="*/ 902062 h 1721151"/>
              <a:gd name="connsiteX45" fmla="*/ 6766149 w 9288370"/>
              <a:gd name="connsiteY45" fmla="*/ 846132 h 1721151"/>
              <a:gd name="connsiteX46" fmla="*/ 6886312 w 9288370"/>
              <a:gd name="connsiteY46" fmla="*/ 781877 h 1721151"/>
              <a:gd name="connsiteX47" fmla="*/ 7006457 w 9288370"/>
              <a:gd name="connsiteY47" fmla="*/ 699758 h 1721151"/>
              <a:gd name="connsiteX48" fmla="*/ 7231643 w 9288370"/>
              <a:gd name="connsiteY48" fmla="*/ 640778 h 1721151"/>
              <a:gd name="connsiteX49" fmla="*/ 7363123 w 9288370"/>
              <a:gd name="connsiteY49" fmla="*/ 593682 h 1721151"/>
              <a:gd name="connsiteX50" fmla="*/ 7588368 w 9288370"/>
              <a:gd name="connsiteY50" fmla="*/ 531129 h 1721151"/>
              <a:gd name="connsiteX51" fmla="*/ 7782741 w 9288370"/>
              <a:gd name="connsiteY51" fmla="*/ 455936 h 1721151"/>
              <a:gd name="connsiteX52" fmla="*/ 7952094 w 9288370"/>
              <a:gd name="connsiteY52" fmla="*/ 409302 h 1721151"/>
              <a:gd name="connsiteX53" fmla="*/ 8231938 w 9288370"/>
              <a:gd name="connsiteY53" fmla="*/ 259259 h 1721151"/>
              <a:gd name="connsiteX54" fmla="*/ 8428864 w 9288370"/>
              <a:gd name="connsiteY54" fmla="*/ 208471 h 1721151"/>
              <a:gd name="connsiteX55" fmla="*/ 8616510 w 9288370"/>
              <a:gd name="connsiteY55" fmla="*/ 161973 h 1721151"/>
              <a:gd name="connsiteX56" fmla="*/ 8826766 w 9288370"/>
              <a:gd name="connsiteY56" fmla="*/ 152111 h 1721151"/>
              <a:gd name="connsiteX57" fmla="*/ 8917647 w 9288370"/>
              <a:gd name="connsiteY57" fmla="*/ 112232 h 1721151"/>
              <a:gd name="connsiteX58" fmla="*/ 9182272 w 9288370"/>
              <a:gd name="connsiteY58" fmla="*/ 37171 h 1721151"/>
              <a:gd name="connsiteX59" fmla="*/ 9232990 w 9288370"/>
              <a:gd name="connsiteY59" fmla="*/ 24074 h 1721151"/>
              <a:gd name="connsiteX60" fmla="*/ 9288370 w 9288370"/>
              <a:gd name="connsiteY60" fmla="*/ 0 h 1721151"/>
              <a:gd name="connsiteX61" fmla="*/ 0 w 9288370"/>
              <a:gd name="connsiteY61" fmla="*/ 0 h 1721151"/>
              <a:gd name="connsiteX62" fmla="*/ 8158 w 9288370"/>
              <a:gd name="connsiteY62" fmla="*/ 1671666 h 1721151"/>
              <a:gd name="connsiteX0" fmla="*/ 8158 w 9288370"/>
              <a:gd name="connsiteY0" fmla="*/ 1671666 h 1704575"/>
              <a:gd name="connsiteX1" fmla="*/ 66313 w 9288370"/>
              <a:gd name="connsiteY1" fmla="*/ 1704575 h 1704575"/>
              <a:gd name="connsiteX2" fmla="*/ 411216 w 9288370"/>
              <a:gd name="connsiteY2" fmla="*/ 1628370 h 1704575"/>
              <a:gd name="connsiteX3" fmla="*/ 766051 w 9288370"/>
              <a:gd name="connsiteY3" fmla="*/ 1569826 h 1704575"/>
              <a:gd name="connsiteX4" fmla="*/ 971617 w 9288370"/>
              <a:gd name="connsiteY4" fmla="*/ 1522494 h 1704575"/>
              <a:gd name="connsiteX5" fmla="*/ 1186668 w 9288370"/>
              <a:gd name="connsiteY5" fmla="*/ 1521861 h 1704575"/>
              <a:gd name="connsiteX6" fmla="*/ 1339078 w 9288370"/>
              <a:gd name="connsiteY6" fmla="*/ 1494730 h 1704575"/>
              <a:gd name="connsiteX7" fmla="*/ 1492452 w 9288370"/>
              <a:gd name="connsiteY7" fmla="*/ 1519061 h 1704575"/>
              <a:gd name="connsiteX8" fmla="*/ 1604999 w 9288370"/>
              <a:gd name="connsiteY8" fmla="*/ 1513599 h 1704575"/>
              <a:gd name="connsiteX9" fmla="*/ 1717911 w 9288370"/>
              <a:gd name="connsiteY9" fmla="*/ 1497764 h 1704575"/>
              <a:gd name="connsiteX10" fmla="*/ 1794234 w 9288370"/>
              <a:gd name="connsiteY10" fmla="*/ 1464331 h 1704575"/>
              <a:gd name="connsiteX11" fmla="*/ 2101780 w 9288370"/>
              <a:gd name="connsiteY11" fmla="*/ 1409907 h 1704575"/>
              <a:gd name="connsiteX12" fmla="*/ 2244830 w 9288370"/>
              <a:gd name="connsiteY12" fmla="*/ 1388540 h 1704575"/>
              <a:gd name="connsiteX13" fmla="*/ 2428648 w 9288370"/>
              <a:gd name="connsiteY13" fmla="*/ 1372736 h 1704575"/>
              <a:gd name="connsiteX14" fmla="*/ 2645882 w 9288370"/>
              <a:gd name="connsiteY14" fmla="*/ 1341971 h 1704575"/>
              <a:gd name="connsiteX15" fmla="*/ 2707413 w 9288370"/>
              <a:gd name="connsiteY15" fmla="*/ 1347156 h 1704575"/>
              <a:gd name="connsiteX16" fmla="*/ 2843134 w 9288370"/>
              <a:gd name="connsiteY16" fmla="*/ 1323561 h 1704575"/>
              <a:gd name="connsiteX17" fmla="*/ 2923804 w 9288370"/>
              <a:gd name="connsiteY17" fmla="*/ 1314224 h 1704575"/>
              <a:gd name="connsiteX18" fmla="*/ 2953618 w 9288370"/>
              <a:gd name="connsiteY18" fmla="*/ 1318186 h 1704575"/>
              <a:gd name="connsiteX19" fmla="*/ 2995816 w 9288370"/>
              <a:gd name="connsiteY19" fmla="*/ 1318670 h 1704575"/>
              <a:gd name="connsiteX20" fmla="*/ 3352700 w 9288370"/>
              <a:gd name="connsiteY20" fmla="*/ 1264183 h 1704575"/>
              <a:gd name="connsiteX21" fmla="*/ 3444611 w 9288370"/>
              <a:gd name="connsiteY21" fmla="*/ 1236739 h 1704575"/>
              <a:gd name="connsiteX22" fmla="*/ 3650072 w 9288370"/>
              <a:gd name="connsiteY22" fmla="*/ 1217421 h 1704575"/>
              <a:gd name="connsiteX23" fmla="*/ 3707853 w 9288370"/>
              <a:gd name="connsiteY23" fmla="*/ 1241722 h 1704575"/>
              <a:gd name="connsiteX24" fmla="*/ 3925616 w 9288370"/>
              <a:gd name="connsiteY24" fmla="*/ 1253751 h 1704575"/>
              <a:gd name="connsiteX25" fmla="*/ 3954387 w 9288370"/>
              <a:gd name="connsiteY25" fmla="*/ 1263789 h 1704575"/>
              <a:gd name="connsiteX26" fmla="*/ 3995849 w 9288370"/>
              <a:gd name="connsiteY26" fmla="*/ 1272939 h 1704575"/>
              <a:gd name="connsiteX27" fmla="*/ 4067546 w 9288370"/>
              <a:gd name="connsiteY27" fmla="*/ 1294697 h 1704575"/>
              <a:gd name="connsiteX28" fmla="*/ 4190310 w 9288370"/>
              <a:gd name="connsiteY28" fmla="*/ 1307786 h 1704575"/>
              <a:gd name="connsiteX29" fmla="*/ 4230008 w 9288370"/>
              <a:gd name="connsiteY29" fmla="*/ 1303546 h 1704575"/>
              <a:gd name="connsiteX30" fmla="*/ 4575478 w 9288370"/>
              <a:gd name="connsiteY30" fmla="*/ 1261726 h 1704575"/>
              <a:gd name="connsiteX31" fmla="*/ 4650026 w 9288370"/>
              <a:gd name="connsiteY31" fmla="*/ 1265798 h 1704575"/>
              <a:gd name="connsiteX32" fmla="*/ 4792008 w 9288370"/>
              <a:gd name="connsiteY32" fmla="*/ 1243899 h 1704575"/>
              <a:gd name="connsiteX33" fmla="*/ 4954126 w 9288370"/>
              <a:gd name="connsiteY33" fmla="*/ 1204617 h 1704575"/>
              <a:gd name="connsiteX34" fmla="*/ 5309678 w 9288370"/>
              <a:gd name="connsiteY34" fmla="*/ 1128278 h 1704575"/>
              <a:gd name="connsiteX35" fmla="*/ 5474724 w 9288370"/>
              <a:gd name="connsiteY35" fmla="*/ 1091167 h 1704575"/>
              <a:gd name="connsiteX36" fmla="*/ 5612132 w 9288370"/>
              <a:gd name="connsiteY36" fmla="*/ 1051509 h 1704575"/>
              <a:gd name="connsiteX37" fmla="*/ 5776618 w 9288370"/>
              <a:gd name="connsiteY37" fmla="*/ 1053037 h 1704575"/>
              <a:gd name="connsiteX38" fmla="*/ 5785786 w 9288370"/>
              <a:gd name="connsiteY38" fmla="*/ 1051213 h 1704575"/>
              <a:gd name="connsiteX39" fmla="*/ 5829381 w 9288370"/>
              <a:gd name="connsiteY39" fmla="*/ 1046878 h 1704575"/>
              <a:gd name="connsiteX40" fmla="*/ 5943596 w 9288370"/>
              <a:gd name="connsiteY40" fmla="*/ 1043237 h 1704575"/>
              <a:gd name="connsiteX41" fmla="*/ 5985730 w 9288370"/>
              <a:gd name="connsiteY41" fmla="*/ 1035396 h 1704575"/>
              <a:gd name="connsiteX42" fmla="*/ 6103109 w 9288370"/>
              <a:gd name="connsiteY42" fmla="*/ 1019019 h 1704575"/>
              <a:gd name="connsiteX43" fmla="*/ 6222406 w 9288370"/>
              <a:gd name="connsiteY43" fmla="*/ 985341 h 1704575"/>
              <a:gd name="connsiteX44" fmla="*/ 6598672 w 9288370"/>
              <a:gd name="connsiteY44" fmla="*/ 902062 h 1704575"/>
              <a:gd name="connsiteX45" fmla="*/ 6766149 w 9288370"/>
              <a:gd name="connsiteY45" fmla="*/ 846132 h 1704575"/>
              <a:gd name="connsiteX46" fmla="*/ 6886312 w 9288370"/>
              <a:gd name="connsiteY46" fmla="*/ 781877 h 1704575"/>
              <a:gd name="connsiteX47" fmla="*/ 7006457 w 9288370"/>
              <a:gd name="connsiteY47" fmla="*/ 699758 h 1704575"/>
              <a:gd name="connsiteX48" fmla="*/ 7231643 w 9288370"/>
              <a:gd name="connsiteY48" fmla="*/ 640778 h 1704575"/>
              <a:gd name="connsiteX49" fmla="*/ 7363123 w 9288370"/>
              <a:gd name="connsiteY49" fmla="*/ 593682 h 1704575"/>
              <a:gd name="connsiteX50" fmla="*/ 7588368 w 9288370"/>
              <a:gd name="connsiteY50" fmla="*/ 531129 h 1704575"/>
              <a:gd name="connsiteX51" fmla="*/ 7782741 w 9288370"/>
              <a:gd name="connsiteY51" fmla="*/ 455936 h 1704575"/>
              <a:gd name="connsiteX52" fmla="*/ 7952094 w 9288370"/>
              <a:gd name="connsiteY52" fmla="*/ 409302 h 1704575"/>
              <a:gd name="connsiteX53" fmla="*/ 8231938 w 9288370"/>
              <a:gd name="connsiteY53" fmla="*/ 259259 h 1704575"/>
              <a:gd name="connsiteX54" fmla="*/ 8428864 w 9288370"/>
              <a:gd name="connsiteY54" fmla="*/ 208471 h 1704575"/>
              <a:gd name="connsiteX55" fmla="*/ 8616510 w 9288370"/>
              <a:gd name="connsiteY55" fmla="*/ 161973 h 1704575"/>
              <a:gd name="connsiteX56" fmla="*/ 8826766 w 9288370"/>
              <a:gd name="connsiteY56" fmla="*/ 152111 h 1704575"/>
              <a:gd name="connsiteX57" fmla="*/ 8917647 w 9288370"/>
              <a:gd name="connsiteY57" fmla="*/ 112232 h 1704575"/>
              <a:gd name="connsiteX58" fmla="*/ 9182272 w 9288370"/>
              <a:gd name="connsiteY58" fmla="*/ 37171 h 1704575"/>
              <a:gd name="connsiteX59" fmla="*/ 9232990 w 9288370"/>
              <a:gd name="connsiteY59" fmla="*/ 24074 h 1704575"/>
              <a:gd name="connsiteX60" fmla="*/ 9288370 w 9288370"/>
              <a:gd name="connsiteY60" fmla="*/ 0 h 1704575"/>
              <a:gd name="connsiteX61" fmla="*/ 0 w 9288370"/>
              <a:gd name="connsiteY61" fmla="*/ 0 h 1704575"/>
              <a:gd name="connsiteX62" fmla="*/ 8158 w 9288370"/>
              <a:gd name="connsiteY62" fmla="*/ 1671666 h 1704575"/>
              <a:gd name="connsiteX0" fmla="*/ 8158 w 9288370"/>
              <a:gd name="connsiteY0" fmla="*/ 1671666 h 1785306"/>
              <a:gd name="connsiteX1" fmla="*/ 411216 w 9288370"/>
              <a:gd name="connsiteY1" fmla="*/ 1628370 h 1785306"/>
              <a:gd name="connsiteX2" fmla="*/ 766051 w 9288370"/>
              <a:gd name="connsiteY2" fmla="*/ 1569826 h 1785306"/>
              <a:gd name="connsiteX3" fmla="*/ 971617 w 9288370"/>
              <a:gd name="connsiteY3" fmla="*/ 1522494 h 1785306"/>
              <a:gd name="connsiteX4" fmla="*/ 1186668 w 9288370"/>
              <a:gd name="connsiteY4" fmla="*/ 1521861 h 1785306"/>
              <a:gd name="connsiteX5" fmla="*/ 1339078 w 9288370"/>
              <a:gd name="connsiteY5" fmla="*/ 1494730 h 1785306"/>
              <a:gd name="connsiteX6" fmla="*/ 1492452 w 9288370"/>
              <a:gd name="connsiteY6" fmla="*/ 1519061 h 1785306"/>
              <a:gd name="connsiteX7" fmla="*/ 1604999 w 9288370"/>
              <a:gd name="connsiteY7" fmla="*/ 1513599 h 1785306"/>
              <a:gd name="connsiteX8" fmla="*/ 1717911 w 9288370"/>
              <a:gd name="connsiteY8" fmla="*/ 1497764 h 1785306"/>
              <a:gd name="connsiteX9" fmla="*/ 1794234 w 9288370"/>
              <a:gd name="connsiteY9" fmla="*/ 1464331 h 1785306"/>
              <a:gd name="connsiteX10" fmla="*/ 2101780 w 9288370"/>
              <a:gd name="connsiteY10" fmla="*/ 1409907 h 1785306"/>
              <a:gd name="connsiteX11" fmla="*/ 2244830 w 9288370"/>
              <a:gd name="connsiteY11" fmla="*/ 1388540 h 1785306"/>
              <a:gd name="connsiteX12" fmla="*/ 2428648 w 9288370"/>
              <a:gd name="connsiteY12" fmla="*/ 1372736 h 1785306"/>
              <a:gd name="connsiteX13" fmla="*/ 2645882 w 9288370"/>
              <a:gd name="connsiteY13" fmla="*/ 1341971 h 1785306"/>
              <a:gd name="connsiteX14" fmla="*/ 2707413 w 9288370"/>
              <a:gd name="connsiteY14" fmla="*/ 1347156 h 1785306"/>
              <a:gd name="connsiteX15" fmla="*/ 2843134 w 9288370"/>
              <a:gd name="connsiteY15" fmla="*/ 1323561 h 1785306"/>
              <a:gd name="connsiteX16" fmla="*/ 2923804 w 9288370"/>
              <a:gd name="connsiteY16" fmla="*/ 1314224 h 1785306"/>
              <a:gd name="connsiteX17" fmla="*/ 2953618 w 9288370"/>
              <a:gd name="connsiteY17" fmla="*/ 1318186 h 1785306"/>
              <a:gd name="connsiteX18" fmla="*/ 2995816 w 9288370"/>
              <a:gd name="connsiteY18" fmla="*/ 1318670 h 1785306"/>
              <a:gd name="connsiteX19" fmla="*/ 3352700 w 9288370"/>
              <a:gd name="connsiteY19" fmla="*/ 1264183 h 1785306"/>
              <a:gd name="connsiteX20" fmla="*/ 3444611 w 9288370"/>
              <a:gd name="connsiteY20" fmla="*/ 1236739 h 1785306"/>
              <a:gd name="connsiteX21" fmla="*/ 3650072 w 9288370"/>
              <a:gd name="connsiteY21" fmla="*/ 1217421 h 1785306"/>
              <a:gd name="connsiteX22" fmla="*/ 3707853 w 9288370"/>
              <a:gd name="connsiteY22" fmla="*/ 1241722 h 1785306"/>
              <a:gd name="connsiteX23" fmla="*/ 3925616 w 9288370"/>
              <a:gd name="connsiteY23" fmla="*/ 1253751 h 1785306"/>
              <a:gd name="connsiteX24" fmla="*/ 3954387 w 9288370"/>
              <a:gd name="connsiteY24" fmla="*/ 1263789 h 1785306"/>
              <a:gd name="connsiteX25" fmla="*/ 3995849 w 9288370"/>
              <a:gd name="connsiteY25" fmla="*/ 1272939 h 1785306"/>
              <a:gd name="connsiteX26" fmla="*/ 4067546 w 9288370"/>
              <a:gd name="connsiteY26" fmla="*/ 1294697 h 1785306"/>
              <a:gd name="connsiteX27" fmla="*/ 4190310 w 9288370"/>
              <a:gd name="connsiteY27" fmla="*/ 1307786 h 1785306"/>
              <a:gd name="connsiteX28" fmla="*/ 4230008 w 9288370"/>
              <a:gd name="connsiteY28" fmla="*/ 1303546 h 1785306"/>
              <a:gd name="connsiteX29" fmla="*/ 4575478 w 9288370"/>
              <a:gd name="connsiteY29" fmla="*/ 1261726 h 1785306"/>
              <a:gd name="connsiteX30" fmla="*/ 4650026 w 9288370"/>
              <a:gd name="connsiteY30" fmla="*/ 1265798 h 1785306"/>
              <a:gd name="connsiteX31" fmla="*/ 4792008 w 9288370"/>
              <a:gd name="connsiteY31" fmla="*/ 1243899 h 1785306"/>
              <a:gd name="connsiteX32" fmla="*/ 4954126 w 9288370"/>
              <a:gd name="connsiteY32" fmla="*/ 1204617 h 1785306"/>
              <a:gd name="connsiteX33" fmla="*/ 5309678 w 9288370"/>
              <a:gd name="connsiteY33" fmla="*/ 1128278 h 1785306"/>
              <a:gd name="connsiteX34" fmla="*/ 5474724 w 9288370"/>
              <a:gd name="connsiteY34" fmla="*/ 1091167 h 1785306"/>
              <a:gd name="connsiteX35" fmla="*/ 5612132 w 9288370"/>
              <a:gd name="connsiteY35" fmla="*/ 1051509 h 1785306"/>
              <a:gd name="connsiteX36" fmla="*/ 5776618 w 9288370"/>
              <a:gd name="connsiteY36" fmla="*/ 1053037 h 1785306"/>
              <a:gd name="connsiteX37" fmla="*/ 5785786 w 9288370"/>
              <a:gd name="connsiteY37" fmla="*/ 1051213 h 1785306"/>
              <a:gd name="connsiteX38" fmla="*/ 5829381 w 9288370"/>
              <a:gd name="connsiteY38" fmla="*/ 1046878 h 1785306"/>
              <a:gd name="connsiteX39" fmla="*/ 5943596 w 9288370"/>
              <a:gd name="connsiteY39" fmla="*/ 1043237 h 1785306"/>
              <a:gd name="connsiteX40" fmla="*/ 5985730 w 9288370"/>
              <a:gd name="connsiteY40" fmla="*/ 1035396 h 1785306"/>
              <a:gd name="connsiteX41" fmla="*/ 6103109 w 9288370"/>
              <a:gd name="connsiteY41" fmla="*/ 1019019 h 1785306"/>
              <a:gd name="connsiteX42" fmla="*/ 6222406 w 9288370"/>
              <a:gd name="connsiteY42" fmla="*/ 985341 h 1785306"/>
              <a:gd name="connsiteX43" fmla="*/ 6598672 w 9288370"/>
              <a:gd name="connsiteY43" fmla="*/ 902062 h 1785306"/>
              <a:gd name="connsiteX44" fmla="*/ 6766149 w 9288370"/>
              <a:gd name="connsiteY44" fmla="*/ 846132 h 1785306"/>
              <a:gd name="connsiteX45" fmla="*/ 6886312 w 9288370"/>
              <a:gd name="connsiteY45" fmla="*/ 781877 h 1785306"/>
              <a:gd name="connsiteX46" fmla="*/ 7006457 w 9288370"/>
              <a:gd name="connsiteY46" fmla="*/ 699758 h 1785306"/>
              <a:gd name="connsiteX47" fmla="*/ 7231643 w 9288370"/>
              <a:gd name="connsiteY47" fmla="*/ 640778 h 1785306"/>
              <a:gd name="connsiteX48" fmla="*/ 7363123 w 9288370"/>
              <a:gd name="connsiteY48" fmla="*/ 593682 h 1785306"/>
              <a:gd name="connsiteX49" fmla="*/ 7588368 w 9288370"/>
              <a:gd name="connsiteY49" fmla="*/ 531129 h 1785306"/>
              <a:gd name="connsiteX50" fmla="*/ 7782741 w 9288370"/>
              <a:gd name="connsiteY50" fmla="*/ 455936 h 1785306"/>
              <a:gd name="connsiteX51" fmla="*/ 7952094 w 9288370"/>
              <a:gd name="connsiteY51" fmla="*/ 409302 h 1785306"/>
              <a:gd name="connsiteX52" fmla="*/ 8231938 w 9288370"/>
              <a:gd name="connsiteY52" fmla="*/ 259259 h 1785306"/>
              <a:gd name="connsiteX53" fmla="*/ 8428864 w 9288370"/>
              <a:gd name="connsiteY53" fmla="*/ 208471 h 1785306"/>
              <a:gd name="connsiteX54" fmla="*/ 8616510 w 9288370"/>
              <a:gd name="connsiteY54" fmla="*/ 161973 h 1785306"/>
              <a:gd name="connsiteX55" fmla="*/ 8826766 w 9288370"/>
              <a:gd name="connsiteY55" fmla="*/ 152111 h 1785306"/>
              <a:gd name="connsiteX56" fmla="*/ 8917647 w 9288370"/>
              <a:gd name="connsiteY56" fmla="*/ 112232 h 1785306"/>
              <a:gd name="connsiteX57" fmla="*/ 9182272 w 9288370"/>
              <a:gd name="connsiteY57" fmla="*/ 37171 h 1785306"/>
              <a:gd name="connsiteX58" fmla="*/ 9232990 w 9288370"/>
              <a:gd name="connsiteY58" fmla="*/ 24074 h 1785306"/>
              <a:gd name="connsiteX59" fmla="*/ 9288370 w 9288370"/>
              <a:gd name="connsiteY59" fmla="*/ 0 h 1785306"/>
              <a:gd name="connsiteX60" fmla="*/ 0 w 9288370"/>
              <a:gd name="connsiteY60" fmla="*/ 0 h 1785306"/>
              <a:gd name="connsiteX61" fmla="*/ 8158 w 9288370"/>
              <a:gd name="connsiteY61" fmla="*/ 1671666 h 1785306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352700 w 9288370"/>
              <a:gd name="connsiteY19" fmla="*/ 1264183 h 1686480"/>
              <a:gd name="connsiteX20" fmla="*/ 3444611 w 9288370"/>
              <a:gd name="connsiteY20" fmla="*/ 1236739 h 1686480"/>
              <a:gd name="connsiteX21" fmla="*/ 3650072 w 9288370"/>
              <a:gd name="connsiteY21" fmla="*/ 1217421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7546 w 9288370"/>
              <a:gd name="connsiteY26" fmla="*/ 1294697 h 1686480"/>
              <a:gd name="connsiteX27" fmla="*/ 4190310 w 9288370"/>
              <a:gd name="connsiteY27" fmla="*/ 1307786 h 1686480"/>
              <a:gd name="connsiteX28" fmla="*/ 4230008 w 9288370"/>
              <a:gd name="connsiteY28" fmla="*/ 1303546 h 1686480"/>
              <a:gd name="connsiteX29" fmla="*/ 4575478 w 9288370"/>
              <a:gd name="connsiteY29" fmla="*/ 1261726 h 1686480"/>
              <a:gd name="connsiteX30" fmla="*/ 4650026 w 9288370"/>
              <a:gd name="connsiteY30" fmla="*/ 1265798 h 1686480"/>
              <a:gd name="connsiteX31" fmla="*/ 4792008 w 9288370"/>
              <a:gd name="connsiteY31" fmla="*/ 1243899 h 1686480"/>
              <a:gd name="connsiteX32" fmla="*/ 4954126 w 9288370"/>
              <a:gd name="connsiteY32" fmla="*/ 1204617 h 1686480"/>
              <a:gd name="connsiteX33" fmla="*/ 5309678 w 9288370"/>
              <a:gd name="connsiteY33" fmla="*/ 1128278 h 1686480"/>
              <a:gd name="connsiteX34" fmla="*/ 5474724 w 9288370"/>
              <a:gd name="connsiteY34" fmla="*/ 1091167 h 1686480"/>
              <a:gd name="connsiteX35" fmla="*/ 5612132 w 9288370"/>
              <a:gd name="connsiteY35" fmla="*/ 1051509 h 1686480"/>
              <a:gd name="connsiteX36" fmla="*/ 5776618 w 9288370"/>
              <a:gd name="connsiteY36" fmla="*/ 1053037 h 1686480"/>
              <a:gd name="connsiteX37" fmla="*/ 5785786 w 9288370"/>
              <a:gd name="connsiteY37" fmla="*/ 1051213 h 1686480"/>
              <a:gd name="connsiteX38" fmla="*/ 5829381 w 9288370"/>
              <a:gd name="connsiteY38" fmla="*/ 1046878 h 1686480"/>
              <a:gd name="connsiteX39" fmla="*/ 5943596 w 9288370"/>
              <a:gd name="connsiteY39" fmla="*/ 1043237 h 1686480"/>
              <a:gd name="connsiteX40" fmla="*/ 5985730 w 9288370"/>
              <a:gd name="connsiteY40" fmla="*/ 1035396 h 1686480"/>
              <a:gd name="connsiteX41" fmla="*/ 6103109 w 9288370"/>
              <a:gd name="connsiteY41" fmla="*/ 1019019 h 1686480"/>
              <a:gd name="connsiteX42" fmla="*/ 6222406 w 9288370"/>
              <a:gd name="connsiteY42" fmla="*/ 985341 h 1686480"/>
              <a:gd name="connsiteX43" fmla="*/ 6598672 w 9288370"/>
              <a:gd name="connsiteY43" fmla="*/ 902062 h 1686480"/>
              <a:gd name="connsiteX44" fmla="*/ 6766149 w 9288370"/>
              <a:gd name="connsiteY44" fmla="*/ 846132 h 1686480"/>
              <a:gd name="connsiteX45" fmla="*/ 6886312 w 9288370"/>
              <a:gd name="connsiteY45" fmla="*/ 781877 h 1686480"/>
              <a:gd name="connsiteX46" fmla="*/ 7006457 w 9288370"/>
              <a:gd name="connsiteY46" fmla="*/ 699758 h 1686480"/>
              <a:gd name="connsiteX47" fmla="*/ 7231643 w 9288370"/>
              <a:gd name="connsiteY47" fmla="*/ 640778 h 1686480"/>
              <a:gd name="connsiteX48" fmla="*/ 7363123 w 9288370"/>
              <a:gd name="connsiteY48" fmla="*/ 593682 h 1686480"/>
              <a:gd name="connsiteX49" fmla="*/ 7588368 w 9288370"/>
              <a:gd name="connsiteY49" fmla="*/ 531129 h 1686480"/>
              <a:gd name="connsiteX50" fmla="*/ 7782741 w 9288370"/>
              <a:gd name="connsiteY50" fmla="*/ 455936 h 1686480"/>
              <a:gd name="connsiteX51" fmla="*/ 7952094 w 9288370"/>
              <a:gd name="connsiteY51" fmla="*/ 409302 h 1686480"/>
              <a:gd name="connsiteX52" fmla="*/ 8231938 w 9288370"/>
              <a:gd name="connsiteY52" fmla="*/ 259259 h 1686480"/>
              <a:gd name="connsiteX53" fmla="*/ 8428864 w 9288370"/>
              <a:gd name="connsiteY53" fmla="*/ 208471 h 1686480"/>
              <a:gd name="connsiteX54" fmla="*/ 8616510 w 9288370"/>
              <a:gd name="connsiteY54" fmla="*/ 161973 h 1686480"/>
              <a:gd name="connsiteX55" fmla="*/ 8826766 w 9288370"/>
              <a:gd name="connsiteY55" fmla="*/ 152111 h 1686480"/>
              <a:gd name="connsiteX56" fmla="*/ 8917647 w 9288370"/>
              <a:gd name="connsiteY56" fmla="*/ 112232 h 1686480"/>
              <a:gd name="connsiteX57" fmla="*/ 9182272 w 9288370"/>
              <a:gd name="connsiteY57" fmla="*/ 37171 h 1686480"/>
              <a:gd name="connsiteX58" fmla="*/ 9232990 w 9288370"/>
              <a:gd name="connsiteY58" fmla="*/ 24074 h 1686480"/>
              <a:gd name="connsiteX59" fmla="*/ 9288370 w 9288370"/>
              <a:gd name="connsiteY59" fmla="*/ 0 h 1686480"/>
              <a:gd name="connsiteX60" fmla="*/ 0 w 9288370"/>
              <a:gd name="connsiteY60" fmla="*/ 0 h 1686480"/>
              <a:gd name="connsiteX61" fmla="*/ 8158 w 9288370"/>
              <a:gd name="connsiteY61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352700 w 9288370"/>
              <a:gd name="connsiteY19" fmla="*/ 1264183 h 1686480"/>
              <a:gd name="connsiteX20" fmla="*/ 3444611 w 9288370"/>
              <a:gd name="connsiteY20" fmla="*/ 1236739 h 1686480"/>
              <a:gd name="connsiteX21" fmla="*/ 3650072 w 9288370"/>
              <a:gd name="connsiteY21" fmla="*/ 1217421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7546 w 9288370"/>
              <a:gd name="connsiteY26" fmla="*/ 1294697 h 1686480"/>
              <a:gd name="connsiteX27" fmla="*/ 4230008 w 9288370"/>
              <a:gd name="connsiteY27" fmla="*/ 1303546 h 1686480"/>
              <a:gd name="connsiteX28" fmla="*/ 4575478 w 9288370"/>
              <a:gd name="connsiteY28" fmla="*/ 1261726 h 1686480"/>
              <a:gd name="connsiteX29" fmla="*/ 4650026 w 9288370"/>
              <a:gd name="connsiteY29" fmla="*/ 1265798 h 1686480"/>
              <a:gd name="connsiteX30" fmla="*/ 4792008 w 9288370"/>
              <a:gd name="connsiteY30" fmla="*/ 1243899 h 1686480"/>
              <a:gd name="connsiteX31" fmla="*/ 4954126 w 9288370"/>
              <a:gd name="connsiteY31" fmla="*/ 1204617 h 1686480"/>
              <a:gd name="connsiteX32" fmla="*/ 5309678 w 9288370"/>
              <a:gd name="connsiteY32" fmla="*/ 1128278 h 1686480"/>
              <a:gd name="connsiteX33" fmla="*/ 5474724 w 9288370"/>
              <a:gd name="connsiteY33" fmla="*/ 1091167 h 1686480"/>
              <a:gd name="connsiteX34" fmla="*/ 5612132 w 9288370"/>
              <a:gd name="connsiteY34" fmla="*/ 1051509 h 1686480"/>
              <a:gd name="connsiteX35" fmla="*/ 5776618 w 9288370"/>
              <a:gd name="connsiteY35" fmla="*/ 1053037 h 1686480"/>
              <a:gd name="connsiteX36" fmla="*/ 5785786 w 9288370"/>
              <a:gd name="connsiteY36" fmla="*/ 1051213 h 1686480"/>
              <a:gd name="connsiteX37" fmla="*/ 5829381 w 9288370"/>
              <a:gd name="connsiteY37" fmla="*/ 1046878 h 1686480"/>
              <a:gd name="connsiteX38" fmla="*/ 5943596 w 9288370"/>
              <a:gd name="connsiteY38" fmla="*/ 1043237 h 1686480"/>
              <a:gd name="connsiteX39" fmla="*/ 5985730 w 9288370"/>
              <a:gd name="connsiteY39" fmla="*/ 1035396 h 1686480"/>
              <a:gd name="connsiteX40" fmla="*/ 6103109 w 9288370"/>
              <a:gd name="connsiteY40" fmla="*/ 1019019 h 1686480"/>
              <a:gd name="connsiteX41" fmla="*/ 6222406 w 9288370"/>
              <a:gd name="connsiteY41" fmla="*/ 985341 h 1686480"/>
              <a:gd name="connsiteX42" fmla="*/ 6598672 w 9288370"/>
              <a:gd name="connsiteY42" fmla="*/ 902062 h 1686480"/>
              <a:gd name="connsiteX43" fmla="*/ 6766149 w 9288370"/>
              <a:gd name="connsiteY43" fmla="*/ 846132 h 1686480"/>
              <a:gd name="connsiteX44" fmla="*/ 6886312 w 9288370"/>
              <a:gd name="connsiteY44" fmla="*/ 781877 h 1686480"/>
              <a:gd name="connsiteX45" fmla="*/ 7006457 w 9288370"/>
              <a:gd name="connsiteY45" fmla="*/ 699758 h 1686480"/>
              <a:gd name="connsiteX46" fmla="*/ 7231643 w 9288370"/>
              <a:gd name="connsiteY46" fmla="*/ 640778 h 1686480"/>
              <a:gd name="connsiteX47" fmla="*/ 7363123 w 9288370"/>
              <a:gd name="connsiteY47" fmla="*/ 593682 h 1686480"/>
              <a:gd name="connsiteX48" fmla="*/ 7588368 w 9288370"/>
              <a:gd name="connsiteY48" fmla="*/ 531129 h 1686480"/>
              <a:gd name="connsiteX49" fmla="*/ 7782741 w 9288370"/>
              <a:gd name="connsiteY49" fmla="*/ 455936 h 1686480"/>
              <a:gd name="connsiteX50" fmla="*/ 7952094 w 9288370"/>
              <a:gd name="connsiteY50" fmla="*/ 409302 h 1686480"/>
              <a:gd name="connsiteX51" fmla="*/ 8231938 w 9288370"/>
              <a:gd name="connsiteY51" fmla="*/ 259259 h 1686480"/>
              <a:gd name="connsiteX52" fmla="*/ 8428864 w 9288370"/>
              <a:gd name="connsiteY52" fmla="*/ 208471 h 1686480"/>
              <a:gd name="connsiteX53" fmla="*/ 8616510 w 9288370"/>
              <a:gd name="connsiteY53" fmla="*/ 161973 h 1686480"/>
              <a:gd name="connsiteX54" fmla="*/ 8826766 w 9288370"/>
              <a:gd name="connsiteY54" fmla="*/ 152111 h 1686480"/>
              <a:gd name="connsiteX55" fmla="*/ 8917647 w 9288370"/>
              <a:gd name="connsiteY55" fmla="*/ 112232 h 1686480"/>
              <a:gd name="connsiteX56" fmla="*/ 9182272 w 9288370"/>
              <a:gd name="connsiteY56" fmla="*/ 37171 h 1686480"/>
              <a:gd name="connsiteX57" fmla="*/ 9232990 w 9288370"/>
              <a:gd name="connsiteY57" fmla="*/ 24074 h 1686480"/>
              <a:gd name="connsiteX58" fmla="*/ 9288370 w 9288370"/>
              <a:gd name="connsiteY58" fmla="*/ 0 h 1686480"/>
              <a:gd name="connsiteX59" fmla="*/ 0 w 9288370"/>
              <a:gd name="connsiteY59" fmla="*/ 0 h 1686480"/>
              <a:gd name="connsiteX60" fmla="*/ 8158 w 9288370"/>
              <a:gd name="connsiteY60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352700 w 9288370"/>
              <a:gd name="connsiteY19" fmla="*/ 1264183 h 1686480"/>
              <a:gd name="connsiteX20" fmla="*/ 3444611 w 9288370"/>
              <a:gd name="connsiteY20" fmla="*/ 1236739 h 1686480"/>
              <a:gd name="connsiteX21" fmla="*/ 3650072 w 9288370"/>
              <a:gd name="connsiteY21" fmla="*/ 1217421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7546 w 9288370"/>
              <a:gd name="connsiteY26" fmla="*/ 1294697 h 1686480"/>
              <a:gd name="connsiteX27" fmla="*/ 4230008 w 9288370"/>
              <a:gd name="connsiteY27" fmla="*/ 1303546 h 1686480"/>
              <a:gd name="connsiteX28" fmla="*/ 4575478 w 9288370"/>
              <a:gd name="connsiteY28" fmla="*/ 1261726 h 1686480"/>
              <a:gd name="connsiteX29" fmla="*/ 4650026 w 9288370"/>
              <a:gd name="connsiteY29" fmla="*/ 1265798 h 1686480"/>
              <a:gd name="connsiteX30" fmla="*/ 4792008 w 9288370"/>
              <a:gd name="connsiteY30" fmla="*/ 1243899 h 1686480"/>
              <a:gd name="connsiteX31" fmla="*/ 4954126 w 9288370"/>
              <a:gd name="connsiteY31" fmla="*/ 1204617 h 1686480"/>
              <a:gd name="connsiteX32" fmla="*/ 5309678 w 9288370"/>
              <a:gd name="connsiteY32" fmla="*/ 1128278 h 1686480"/>
              <a:gd name="connsiteX33" fmla="*/ 5474724 w 9288370"/>
              <a:gd name="connsiteY33" fmla="*/ 1091167 h 1686480"/>
              <a:gd name="connsiteX34" fmla="*/ 5612132 w 9288370"/>
              <a:gd name="connsiteY34" fmla="*/ 1051509 h 1686480"/>
              <a:gd name="connsiteX35" fmla="*/ 5776618 w 9288370"/>
              <a:gd name="connsiteY35" fmla="*/ 1053037 h 1686480"/>
              <a:gd name="connsiteX36" fmla="*/ 5785786 w 9288370"/>
              <a:gd name="connsiteY36" fmla="*/ 1051213 h 1686480"/>
              <a:gd name="connsiteX37" fmla="*/ 5829381 w 9288370"/>
              <a:gd name="connsiteY37" fmla="*/ 1046878 h 1686480"/>
              <a:gd name="connsiteX38" fmla="*/ 5943596 w 9288370"/>
              <a:gd name="connsiteY38" fmla="*/ 1043237 h 1686480"/>
              <a:gd name="connsiteX39" fmla="*/ 5985730 w 9288370"/>
              <a:gd name="connsiteY39" fmla="*/ 1035396 h 1686480"/>
              <a:gd name="connsiteX40" fmla="*/ 6103109 w 9288370"/>
              <a:gd name="connsiteY40" fmla="*/ 1019019 h 1686480"/>
              <a:gd name="connsiteX41" fmla="*/ 6222406 w 9288370"/>
              <a:gd name="connsiteY41" fmla="*/ 985341 h 1686480"/>
              <a:gd name="connsiteX42" fmla="*/ 6598672 w 9288370"/>
              <a:gd name="connsiteY42" fmla="*/ 902062 h 1686480"/>
              <a:gd name="connsiteX43" fmla="*/ 6766149 w 9288370"/>
              <a:gd name="connsiteY43" fmla="*/ 846132 h 1686480"/>
              <a:gd name="connsiteX44" fmla="*/ 6886312 w 9288370"/>
              <a:gd name="connsiteY44" fmla="*/ 781877 h 1686480"/>
              <a:gd name="connsiteX45" fmla="*/ 7006457 w 9288370"/>
              <a:gd name="connsiteY45" fmla="*/ 699758 h 1686480"/>
              <a:gd name="connsiteX46" fmla="*/ 7231643 w 9288370"/>
              <a:gd name="connsiteY46" fmla="*/ 640778 h 1686480"/>
              <a:gd name="connsiteX47" fmla="*/ 7363123 w 9288370"/>
              <a:gd name="connsiteY47" fmla="*/ 593682 h 1686480"/>
              <a:gd name="connsiteX48" fmla="*/ 7588368 w 9288370"/>
              <a:gd name="connsiteY48" fmla="*/ 531129 h 1686480"/>
              <a:gd name="connsiteX49" fmla="*/ 7782741 w 9288370"/>
              <a:gd name="connsiteY49" fmla="*/ 455936 h 1686480"/>
              <a:gd name="connsiteX50" fmla="*/ 7952094 w 9288370"/>
              <a:gd name="connsiteY50" fmla="*/ 409302 h 1686480"/>
              <a:gd name="connsiteX51" fmla="*/ 8231938 w 9288370"/>
              <a:gd name="connsiteY51" fmla="*/ 259259 h 1686480"/>
              <a:gd name="connsiteX52" fmla="*/ 8428864 w 9288370"/>
              <a:gd name="connsiteY52" fmla="*/ 208471 h 1686480"/>
              <a:gd name="connsiteX53" fmla="*/ 8616510 w 9288370"/>
              <a:gd name="connsiteY53" fmla="*/ 161973 h 1686480"/>
              <a:gd name="connsiteX54" fmla="*/ 8826766 w 9288370"/>
              <a:gd name="connsiteY54" fmla="*/ 152111 h 1686480"/>
              <a:gd name="connsiteX55" fmla="*/ 8917647 w 9288370"/>
              <a:gd name="connsiteY55" fmla="*/ 112232 h 1686480"/>
              <a:gd name="connsiteX56" fmla="*/ 9182272 w 9288370"/>
              <a:gd name="connsiteY56" fmla="*/ 37171 h 1686480"/>
              <a:gd name="connsiteX57" fmla="*/ 9232990 w 9288370"/>
              <a:gd name="connsiteY57" fmla="*/ 24074 h 1686480"/>
              <a:gd name="connsiteX58" fmla="*/ 9288370 w 9288370"/>
              <a:gd name="connsiteY58" fmla="*/ 0 h 1686480"/>
              <a:gd name="connsiteX59" fmla="*/ 0 w 9288370"/>
              <a:gd name="connsiteY59" fmla="*/ 0 h 1686480"/>
              <a:gd name="connsiteX60" fmla="*/ 8158 w 9288370"/>
              <a:gd name="connsiteY60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352700 w 9288370"/>
              <a:gd name="connsiteY19" fmla="*/ 1264183 h 1686480"/>
              <a:gd name="connsiteX20" fmla="*/ 3444611 w 9288370"/>
              <a:gd name="connsiteY20" fmla="*/ 1236739 h 1686480"/>
              <a:gd name="connsiteX21" fmla="*/ 3650072 w 9288370"/>
              <a:gd name="connsiteY21" fmla="*/ 1217421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7546 w 9288370"/>
              <a:gd name="connsiteY26" fmla="*/ 1294697 h 1686480"/>
              <a:gd name="connsiteX27" fmla="*/ 4230008 w 9288370"/>
              <a:gd name="connsiteY27" fmla="*/ 1303546 h 1686480"/>
              <a:gd name="connsiteX28" fmla="*/ 4575478 w 9288370"/>
              <a:gd name="connsiteY28" fmla="*/ 1261726 h 1686480"/>
              <a:gd name="connsiteX29" fmla="*/ 4650026 w 9288370"/>
              <a:gd name="connsiteY29" fmla="*/ 1265798 h 1686480"/>
              <a:gd name="connsiteX30" fmla="*/ 4792008 w 9288370"/>
              <a:gd name="connsiteY30" fmla="*/ 1243899 h 1686480"/>
              <a:gd name="connsiteX31" fmla="*/ 4954126 w 9288370"/>
              <a:gd name="connsiteY31" fmla="*/ 1204617 h 1686480"/>
              <a:gd name="connsiteX32" fmla="*/ 5309678 w 9288370"/>
              <a:gd name="connsiteY32" fmla="*/ 1128278 h 1686480"/>
              <a:gd name="connsiteX33" fmla="*/ 5474724 w 9288370"/>
              <a:gd name="connsiteY33" fmla="*/ 1091167 h 1686480"/>
              <a:gd name="connsiteX34" fmla="*/ 5612132 w 9288370"/>
              <a:gd name="connsiteY34" fmla="*/ 1051509 h 1686480"/>
              <a:gd name="connsiteX35" fmla="*/ 5776618 w 9288370"/>
              <a:gd name="connsiteY35" fmla="*/ 1053037 h 1686480"/>
              <a:gd name="connsiteX36" fmla="*/ 5785786 w 9288370"/>
              <a:gd name="connsiteY36" fmla="*/ 1051213 h 1686480"/>
              <a:gd name="connsiteX37" fmla="*/ 5829381 w 9288370"/>
              <a:gd name="connsiteY37" fmla="*/ 1046878 h 1686480"/>
              <a:gd name="connsiteX38" fmla="*/ 5943596 w 9288370"/>
              <a:gd name="connsiteY38" fmla="*/ 1043237 h 1686480"/>
              <a:gd name="connsiteX39" fmla="*/ 5985730 w 9288370"/>
              <a:gd name="connsiteY39" fmla="*/ 1035396 h 1686480"/>
              <a:gd name="connsiteX40" fmla="*/ 6103109 w 9288370"/>
              <a:gd name="connsiteY40" fmla="*/ 1019019 h 1686480"/>
              <a:gd name="connsiteX41" fmla="*/ 6222406 w 9288370"/>
              <a:gd name="connsiteY41" fmla="*/ 985341 h 1686480"/>
              <a:gd name="connsiteX42" fmla="*/ 6598672 w 9288370"/>
              <a:gd name="connsiteY42" fmla="*/ 902062 h 1686480"/>
              <a:gd name="connsiteX43" fmla="*/ 6766149 w 9288370"/>
              <a:gd name="connsiteY43" fmla="*/ 846132 h 1686480"/>
              <a:gd name="connsiteX44" fmla="*/ 6886312 w 9288370"/>
              <a:gd name="connsiteY44" fmla="*/ 781877 h 1686480"/>
              <a:gd name="connsiteX45" fmla="*/ 7006457 w 9288370"/>
              <a:gd name="connsiteY45" fmla="*/ 699758 h 1686480"/>
              <a:gd name="connsiteX46" fmla="*/ 7231643 w 9288370"/>
              <a:gd name="connsiteY46" fmla="*/ 640778 h 1686480"/>
              <a:gd name="connsiteX47" fmla="*/ 7363123 w 9288370"/>
              <a:gd name="connsiteY47" fmla="*/ 593682 h 1686480"/>
              <a:gd name="connsiteX48" fmla="*/ 7588368 w 9288370"/>
              <a:gd name="connsiteY48" fmla="*/ 531129 h 1686480"/>
              <a:gd name="connsiteX49" fmla="*/ 7782741 w 9288370"/>
              <a:gd name="connsiteY49" fmla="*/ 455936 h 1686480"/>
              <a:gd name="connsiteX50" fmla="*/ 7952094 w 9288370"/>
              <a:gd name="connsiteY50" fmla="*/ 409302 h 1686480"/>
              <a:gd name="connsiteX51" fmla="*/ 8231938 w 9288370"/>
              <a:gd name="connsiteY51" fmla="*/ 259259 h 1686480"/>
              <a:gd name="connsiteX52" fmla="*/ 8428864 w 9288370"/>
              <a:gd name="connsiteY52" fmla="*/ 208471 h 1686480"/>
              <a:gd name="connsiteX53" fmla="*/ 8616510 w 9288370"/>
              <a:gd name="connsiteY53" fmla="*/ 161973 h 1686480"/>
              <a:gd name="connsiteX54" fmla="*/ 8826766 w 9288370"/>
              <a:gd name="connsiteY54" fmla="*/ 152111 h 1686480"/>
              <a:gd name="connsiteX55" fmla="*/ 8917647 w 9288370"/>
              <a:gd name="connsiteY55" fmla="*/ 112232 h 1686480"/>
              <a:gd name="connsiteX56" fmla="*/ 9182272 w 9288370"/>
              <a:gd name="connsiteY56" fmla="*/ 37171 h 1686480"/>
              <a:gd name="connsiteX57" fmla="*/ 9232990 w 9288370"/>
              <a:gd name="connsiteY57" fmla="*/ 24074 h 1686480"/>
              <a:gd name="connsiteX58" fmla="*/ 9288370 w 9288370"/>
              <a:gd name="connsiteY58" fmla="*/ 0 h 1686480"/>
              <a:gd name="connsiteX59" fmla="*/ 0 w 9288370"/>
              <a:gd name="connsiteY59" fmla="*/ 0 h 1686480"/>
              <a:gd name="connsiteX60" fmla="*/ 8158 w 9288370"/>
              <a:gd name="connsiteY60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352700 w 9288370"/>
              <a:gd name="connsiteY19" fmla="*/ 1264183 h 1686480"/>
              <a:gd name="connsiteX20" fmla="*/ 3444611 w 9288370"/>
              <a:gd name="connsiteY20" fmla="*/ 1236739 h 1686480"/>
              <a:gd name="connsiteX21" fmla="*/ 3534382 w 9288370"/>
              <a:gd name="connsiteY21" fmla="*/ 1245916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7546 w 9288370"/>
              <a:gd name="connsiteY26" fmla="*/ 1294697 h 1686480"/>
              <a:gd name="connsiteX27" fmla="*/ 4230008 w 9288370"/>
              <a:gd name="connsiteY27" fmla="*/ 1303546 h 1686480"/>
              <a:gd name="connsiteX28" fmla="*/ 4575478 w 9288370"/>
              <a:gd name="connsiteY28" fmla="*/ 1261726 h 1686480"/>
              <a:gd name="connsiteX29" fmla="*/ 4650026 w 9288370"/>
              <a:gd name="connsiteY29" fmla="*/ 1265798 h 1686480"/>
              <a:gd name="connsiteX30" fmla="*/ 4792008 w 9288370"/>
              <a:gd name="connsiteY30" fmla="*/ 1243899 h 1686480"/>
              <a:gd name="connsiteX31" fmla="*/ 4954126 w 9288370"/>
              <a:gd name="connsiteY31" fmla="*/ 1204617 h 1686480"/>
              <a:gd name="connsiteX32" fmla="*/ 5309678 w 9288370"/>
              <a:gd name="connsiteY32" fmla="*/ 1128278 h 1686480"/>
              <a:gd name="connsiteX33" fmla="*/ 5474724 w 9288370"/>
              <a:gd name="connsiteY33" fmla="*/ 1091167 h 1686480"/>
              <a:gd name="connsiteX34" fmla="*/ 5612132 w 9288370"/>
              <a:gd name="connsiteY34" fmla="*/ 1051509 h 1686480"/>
              <a:gd name="connsiteX35" fmla="*/ 5776618 w 9288370"/>
              <a:gd name="connsiteY35" fmla="*/ 1053037 h 1686480"/>
              <a:gd name="connsiteX36" fmla="*/ 5785786 w 9288370"/>
              <a:gd name="connsiteY36" fmla="*/ 1051213 h 1686480"/>
              <a:gd name="connsiteX37" fmla="*/ 5829381 w 9288370"/>
              <a:gd name="connsiteY37" fmla="*/ 1046878 h 1686480"/>
              <a:gd name="connsiteX38" fmla="*/ 5943596 w 9288370"/>
              <a:gd name="connsiteY38" fmla="*/ 1043237 h 1686480"/>
              <a:gd name="connsiteX39" fmla="*/ 5985730 w 9288370"/>
              <a:gd name="connsiteY39" fmla="*/ 1035396 h 1686480"/>
              <a:gd name="connsiteX40" fmla="*/ 6103109 w 9288370"/>
              <a:gd name="connsiteY40" fmla="*/ 1019019 h 1686480"/>
              <a:gd name="connsiteX41" fmla="*/ 6222406 w 9288370"/>
              <a:gd name="connsiteY41" fmla="*/ 985341 h 1686480"/>
              <a:gd name="connsiteX42" fmla="*/ 6598672 w 9288370"/>
              <a:gd name="connsiteY42" fmla="*/ 902062 h 1686480"/>
              <a:gd name="connsiteX43" fmla="*/ 6766149 w 9288370"/>
              <a:gd name="connsiteY43" fmla="*/ 846132 h 1686480"/>
              <a:gd name="connsiteX44" fmla="*/ 6886312 w 9288370"/>
              <a:gd name="connsiteY44" fmla="*/ 781877 h 1686480"/>
              <a:gd name="connsiteX45" fmla="*/ 7006457 w 9288370"/>
              <a:gd name="connsiteY45" fmla="*/ 699758 h 1686480"/>
              <a:gd name="connsiteX46" fmla="*/ 7231643 w 9288370"/>
              <a:gd name="connsiteY46" fmla="*/ 640778 h 1686480"/>
              <a:gd name="connsiteX47" fmla="*/ 7363123 w 9288370"/>
              <a:gd name="connsiteY47" fmla="*/ 593682 h 1686480"/>
              <a:gd name="connsiteX48" fmla="*/ 7588368 w 9288370"/>
              <a:gd name="connsiteY48" fmla="*/ 531129 h 1686480"/>
              <a:gd name="connsiteX49" fmla="*/ 7782741 w 9288370"/>
              <a:gd name="connsiteY49" fmla="*/ 455936 h 1686480"/>
              <a:gd name="connsiteX50" fmla="*/ 7952094 w 9288370"/>
              <a:gd name="connsiteY50" fmla="*/ 409302 h 1686480"/>
              <a:gd name="connsiteX51" fmla="*/ 8231938 w 9288370"/>
              <a:gd name="connsiteY51" fmla="*/ 259259 h 1686480"/>
              <a:gd name="connsiteX52" fmla="*/ 8428864 w 9288370"/>
              <a:gd name="connsiteY52" fmla="*/ 208471 h 1686480"/>
              <a:gd name="connsiteX53" fmla="*/ 8616510 w 9288370"/>
              <a:gd name="connsiteY53" fmla="*/ 161973 h 1686480"/>
              <a:gd name="connsiteX54" fmla="*/ 8826766 w 9288370"/>
              <a:gd name="connsiteY54" fmla="*/ 152111 h 1686480"/>
              <a:gd name="connsiteX55" fmla="*/ 8917647 w 9288370"/>
              <a:gd name="connsiteY55" fmla="*/ 112232 h 1686480"/>
              <a:gd name="connsiteX56" fmla="*/ 9182272 w 9288370"/>
              <a:gd name="connsiteY56" fmla="*/ 37171 h 1686480"/>
              <a:gd name="connsiteX57" fmla="*/ 9232990 w 9288370"/>
              <a:gd name="connsiteY57" fmla="*/ 24074 h 1686480"/>
              <a:gd name="connsiteX58" fmla="*/ 9288370 w 9288370"/>
              <a:gd name="connsiteY58" fmla="*/ 0 h 1686480"/>
              <a:gd name="connsiteX59" fmla="*/ 0 w 9288370"/>
              <a:gd name="connsiteY59" fmla="*/ 0 h 1686480"/>
              <a:gd name="connsiteX60" fmla="*/ 8158 w 9288370"/>
              <a:gd name="connsiteY60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352700 w 9288370"/>
              <a:gd name="connsiteY19" fmla="*/ 1264183 h 1686480"/>
              <a:gd name="connsiteX20" fmla="*/ 3420071 w 9288370"/>
              <a:gd name="connsiteY20" fmla="*/ 1283042 h 1686480"/>
              <a:gd name="connsiteX21" fmla="*/ 3534382 w 9288370"/>
              <a:gd name="connsiteY21" fmla="*/ 1245916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7546 w 9288370"/>
              <a:gd name="connsiteY26" fmla="*/ 1294697 h 1686480"/>
              <a:gd name="connsiteX27" fmla="*/ 4230008 w 9288370"/>
              <a:gd name="connsiteY27" fmla="*/ 1303546 h 1686480"/>
              <a:gd name="connsiteX28" fmla="*/ 4575478 w 9288370"/>
              <a:gd name="connsiteY28" fmla="*/ 1261726 h 1686480"/>
              <a:gd name="connsiteX29" fmla="*/ 4650026 w 9288370"/>
              <a:gd name="connsiteY29" fmla="*/ 1265798 h 1686480"/>
              <a:gd name="connsiteX30" fmla="*/ 4792008 w 9288370"/>
              <a:gd name="connsiteY30" fmla="*/ 1243899 h 1686480"/>
              <a:gd name="connsiteX31" fmla="*/ 4954126 w 9288370"/>
              <a:gd name="connsiteY31" fmla="*/ 1204617 h 1686480"/>
              <a:gd name="connsiteX32" fmla="*/ 5309678 w 9288370"/>
              <a:gd name="connsiteY32" fmla="*/ 1128278 h 1686480"/>
              <a:gd name="connsiteX33" fmla="*/ 5474724 w 9288370"/>
              <a:gd name="connsiteY33" fmla="*/ 1091167 h 1686480"/>
              <a:gd name="connsiteX34" fmla="*/ 5612132 w 9288370"/>
              <a:gd name="connsiteY34" fmla="*/ 1051509 h 1686480"/>
              <a:gd name="connsiteX35" fmla="*/ 5776618 w 9288370"/>
              <a:gd name="connsiteY35" fmla="*/ 1053037 h 1686480"/>
              <a:gd name="connsiteX36" fmla="*/ 5785786 w 9288370"/>
              <a:gd name="connsiteY36" fmla="*/ 1051213 h 1686480"/>
              <a:gd name="connsiteX37" fmla="*/ 5829381 w 9288370"/>
              <a:gd name="connsiteY37" fmla="*/ 1046878 h 1686480"/>
              <a:gd name="connsiteX38" fmla="*/ 5943596 w 9288370"/>
              <a:gd name="connsiteY38" fmla="*/ 1043237 h 1686480"/>
              <a:gd name="connsiteX39" fmla="*/ 5985730 w 9288370"/>
              <a:gd name="connsiteY39" fmla="*/ 1035396 h 1686480"/>
              <a:gd name="connsiteX40" fmla="*/ 6103109 w 9288370"/>
              <a:gd name="connsiteY40" fmla="*/ 1019019 h 1686480"/>
              <a:gd name="connsiteX41" fmla="*/ 6222406 w 9288370"/>
              <a:gd name="connsiteY41" fmla="*/ 985341 h 1686480"/>
              <a:gd name="connsiteX42" fmla="*/ 6598672 w 9288370"/>
              <a:gd name="connsiteY42" fmla="*/ 902062 h 1686480"/>
              <a:gd name="connsiteX43" fmla="*/ 6766149 w 9288370"/>
              <a:gd name="connsiteY43" fmla="*/ 846132 h 1686480"/>
              <a:gd name="connsiteX44" fmla="*/ 6886312 w 9288370"/>
              <a:gd name="connsiteY44" fmla="*/ 781877 h 1686480"/>
              <a:gd name="connsiteX45" fmla="*/ 7006457 w 9288370"/>
              <a:gd name="connsiteY45" fmla="*/ 699758 h 1686480"/>
              <a:gd name="connsiteX46" fmla="*/ 7231643 w 9288370"/>
              <a:gd name="connsiteY46" fmla="*/ 640778 h 1686480"/>
              <a:gd name="connsiteX47" fmla="*/ 7363123 w 9288370"/>
              <a:gd name="connsiteY47" fmla="*/ 593682 h 1686480"/>
              <a:gd name="connsiteX48" fmla="*/ 7588368 w 9288370"/>
              <a:gd name="connsiteY48" fmla="*/ 531129 h 1686480"/>
              <a:gd name="connsiteX49" fmla="*/ 7782741 w 9288370"/>
              <a:gd name="connsiteY49" fmla="*/ 455936 h 1686480"/>
              <a:gd name="connsiteX50" fmla="*/ 7952094 w 9288370"/>
              <a:gd name="connsiteY50" fmla="*/ 409302 h 1686480"/>
              <a:gd name="connsiteX51" fmla="*/ 8231938 w 9288370"/>
              <a:gd name="connsiteY51" fmla="*/ 259259 h 1686480"/>
              <a:gd name="connsiteX52" fmla="*/ 8428864 w 9288370"/>
              <a:gd name="connsiteY52" fmla="*/ 208471 h 1686480"/>
              <a:gd name="connsiteX53" fmla="*/ 8616510 w 9288370"/>
              <a:gd name="connsiteY53" fmla="*/ 161973 h 1686480"/>
              <a:gd name="connsiteX54" fmla="*/ 8826766 w 9288370"/>
              <a:gd name="connsiteY54" fmla="*/ 152111 h 1686480"/>
              <a:gd name="connsiteX55" fmla="*/ 8917647 w 9288370"/>
              <a:gd name="connsiteY55" fmla="*/ 112232 h 1686480"/>
              <a:gd name="connsiteX56" fmla="*/ 9182272 w 9288370"/>
              <a:gd name="connsiteY56" fmla="*/ 37171 h 1686480"/>
              <a:gd name="connsiteX57" fmla="*/ 9232990 w 9288370"/>
              <a:gd name="connsiteY57" fmla="*/ 24074 h 1686480"/>
              <a:gd name="connsiteX58" fmla="*/ 9288370 w 9288370"/>
              <a:gd name="connsiteY58" fmla="*/ 0 h 1686480"/>
              <a:gd name="connsiteX59" fmla="*/ 0 w 9288370"/>
              <a:gd name="connsiteY59" fmla="*/ 0 h 1686480"/>
              <a:gd name="connsiteX60" fmla="*/ 8158 w 9288370"/>
              <a:gd name="connsiteY60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261550 w 9288370"/>
              <a:gd name="connsiteY19" fmla="*/ 1289117 h 1686480"/>
              <a:gd name="connsiteX20" fmla="*/ 3420071 w 9288370"/>
              <a:gd name="connsiteY20" fmla="*/ 1283042 h 1686480"/>
              <a:gd name="connsiteX21" fmla="*/ 3534382 w 9288370"/>
              <a:gd name="connsiteY21" fmla="*/ 1245916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7546 w 9288370"/>
              <a:gd name="connsiteY26" fmla="*/ 1294697 h 1686480"/>
              <a:gd name="connsiteX27" fmla="*/ 4230008 w 9288370"/>
              <a:gd name="connsiteY27" fmla="*/ 1303546 h 1686480"/>
              <a:gd name="connsiteX28" fmla="*/ 4575478 w 9288370"/>
              <a:gd name="connsiteY28" fmla="*/ 1261726 h 1686480"/>
              <a:gd name="connsiteX29" fmla="*/ 4650026 w 9288370"/>
              <a:gd name="connsiteY29" fmla="*/ 1265798 h 1686480"/>
              <a:gd name="connsiteX30" fmla="*/ 4792008 w 9288370"/>
              <a:gd name="connsiteY30" fmla="*/ 1243899 h 1686480"/>
              <a:gd name="connsiteX31" fmla="*/ 4954126 w 9288370"/>
              <a:gd name="connsiteY31" fmla="*/ 1204617 h 1686480"/>
              <a:gd name="connsiteX32" fmla="*/ 5309678 w 9288370"/>
              <a:gd name="connsiteY32" fmla="*/ 1128278 h 1686480"/>
              <a:gd name="connsiteX33" fmla="*/ 5474724 w 9288370"/>
              <a:gd name="connsiteY33" fmla="*/ 1091167 h 1686480"/>
              <a:gd name="connsiteX34" fmla="*/ 5612132 w 9288370"/>
              <a:gd name="connsiteY34" fmla="*/ 1051509 h 1686480"/>
              <a:gd name="connsiteX35" fmla="*/ 5776618 w 9288370"/>
              <a:gd name="connsiteY35" fmla="*/ 1053037 h 1686480"/>
              <a:gd name="connsiteX36" fmla="*/ 5785786 w 9288370"/>
              <a:gd name="connsiteY36" fmla="*/ 1051213 h 1686480"/>
              <a:gd name="connsiteX37" fmla="*/ 5829381 w 9288370"/>
              <a:gd name="connsiteY37" fmla="*/ 1046878 h 1686480"/>
              <a:gd name="connsiteX38" fmla="*/ 5943596 w 9288370"/>
              <a:gd name="connsiteY38" fmla="*/ 1043237 h 1686480"/>
              <a:gd name="connsiteX39" fmla="*/ 5985730 w 9288370"/>
              <a:gd name="connsiteY39" fmla="*/ 1035396 h 1686480"/>
              <a:gd name="connsiteX40" fmla="*/ 6103109 w 9288370"/>
              <a:gd name="connsiteY40" fmla="*/ 1019019 h 1686480"/>
              <a:gd name="connsiteX41" fmla="*/ 6222406 w 9288370"/>
              <a:gd name="connsiteY41" fmla="*/ 985341 h 1686480"/>
              <a:gd name="connsiteX42" fmla="*/ 6598672 w 9288370"/>
              <a:gd name="connsiteY42" fmla="*/ 902062 h 1686480"/>
              <a:gd name="connsiteX43" fmla="*/ 6766149 w 9288370"/>
              <a:gd name="connsiteY43" fmla="*/ 846132 h 1686480"/>
              <a:gd name="connsiteX44" fmla="*/ 6886312 w 9288370"/>
              <a:gd name="connsiteY44" fmla="*/ 781877 h 1686480"/>
              <a:gd name="connsiteX45" fmla="*/ 7006457 w 9288370"/>
              <a:gd name="connsiteY45" fmla="*/ 699758 h 1686480"/>
              <a:gd name="connsiteX46" fmla="*/ 7231643 w 9288370"/>
              <a:gd name="connsiteY46" fmla="*/ 640778 h 1686480"/>
              <a:gd name="connsiteX47" fmla="*/ 7363123 w 9288370"/>
              <a:gd name="connsiteY47" fmla="*/ 593682 h 1686480"/>
              <a:gd name="connsiteX48" fmla="*/ 7588368 w 9288370"/>
              <a:gd name="connsiteY48" fmla="*/ 531129 h 1686480"/>
              <a:gd name="connsiteX49" fmla="*/ 7782741 w 9288370"/>
              <a:gd name="connsiteY49" fmla="*/ 455936 h 1686480"/>
              <a:gd name="connsiteX50" fmla="*/ 7952094 w 9288370"/>
              <a:gd name="connsiteY50" fmla="*/ 409302 h 1686480"/>
              <a:gd name="connsiteX51" fmla="*/ 8231938 w 9288370"/>
              <a:gd name="connsiteY51" fmla="*/ 259259 h 1686480"/>
              <a:gd name="connsiteX52" fmla="*/ 8428864 w 9288370"/>
              <a:gd name="connsiteY52" fmla="*/ 208471 h 1686480"/>
              <a:gd name="connsiteX53" fmla="*/ 8616510 w 9288370"/>
              <a:gd name="connsiteY53" fmla="*/ 161973 h 1686480"/>
              <a:gd name="connsiteX54" fmla="*/ 8826766 w 9288370"/>
              <a:gd name="connsiteY54" fmla="*/ 152111 h 1686480"/>
              <a:gd name="connsiteX55" fmla="*/ 8917647 w 9288370"/>
              <a:gd name="connsiteY55" fmla="*/ 112232 h 1686480"/>
              <a:gd name="connsiteX56" fmla="*/ 9182272 w 9288370"/>
              <a:gd name="connsiteY56" fmla="*/ 37171 h 1686480"/>
              <a:gd name="connsiteX57" fmla="*/ 9232990 w 9288370"/>
              <a:gd name="connsiteY57" fmla="*/ 24074 h 1686480"/>
              <a:gd name="connsiteX58" fmla="*/ 9288370 w 9288370"/>
              <a:gd name="connsiteY58" fmla="*/ 0 h 1686480"/>
              <a:gd name="connsiteX59" fmla="*/ 0 w 9288370"/>
              <a:gd name="connsiteY59" fmla="*/ 0 h 1686480"/>
              <a:gd name="connsiteX60" fmla="*/ 8158 w 9288370"/>
              <a:gd name="connsiteY60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261550 w 9288370"/>
              <a:gd name="connsiteY19" fmla="*/ 1289117 h 1686480"/>
              <a:gd name="connsiteX20" fmla="*/ 3409554 w 9288370"/>
              <a:gd name="connsiteY20" fmla="*/ 1258110 h 1686480"/>
              <a:gd name="connsiteX21" fmla="*/ 3534382 w 9288370"/>
              <a:gd name="connsiteY21" fmla="*/ 1245916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7546 w 9288370"/>
              <a:gd name="connsiteY26" fmla="*/ 1294697 h 1686480"/>
              <a:gd name="connsiteX27" fmla="*/ 4230008 w 9288370"/>
              <a:gd name="connsiteY27" fmla="*/ 1303546 h 1686480"/>
              <a:gd name="connsiteX28" fmla="*/ 4575478 w 9288370"/>
              <a:gd name="connsiteY28" fmla="*/ 1261726 h 1686480"/>
              <a:gd name="connsiteX29" fmla="*/ 4650026 w 9288370"/>
              <a:gd name="connsiteY29" fmla="*/ 1265798 h 1686480"/>
              <a:gd name="connsiteX30" fmla="*/ 4792008 w 9288370"/>
              <a:gd name="connsiteY30" fmla="*/ 1243899 h 1686480"/>
              <a:gd name="connsiteX31" fmla="*/ 4954126 w 9288370"/>
              <a:gd name="connsiteY31" fmla="*/ 1204617 h 1686480"/>
              <a:gd name="connsiteX32" fmla="*/ 5309678 w 9288370"/>
              <a:gd name="connsiteY32" fmla="*/ 1128278 h 1686480"/>
              <a:gd name="connsiteX33" fmla="*/ 5474724 w 9288370"/>
              <a:gd name="connsiteY33" fmla="*/ 1091167 h 1686480"/>
              <a:gd name="connsiteX34" fmla="*/ 5612132 w 9288370"/>
              <a:gd name="connsiteY34" fmla="*/ 1051509 h 1686480"/>
              <a:gd name="connsiteX35" fmla="*/ 5776618 w 9288370"/>
              <a:gd name="connsiteY35" fmla="*/ 1053037 h 1686480"/>
              <a:gd name="connsiteX36" fmla="*/ 5785786 w 9288370"/>
              <a:gd name="connsiteY36" fmla="*/ 1051213 h 1686480"/>
              <a:gd name="connsiteX37" fmla="*/ 5829381 w 9288370"/>
              <a:gd name="connsiteY37" fmla="*/ 1046878 h 1686480"/>
              <a:gd name="connsiteX38" fmla="*/ 5943596 w 9288370"/>
              <a:gd name="connsiteY38" fmla="*/ 1043237 h 1686480"/>
              <a:gd name="connsiteX39" fmla="*/ 5985730 w 9288370"/>
              <a:gd name="connsiteY39" fmla="*/ 1035396 h 1686480"/>
              <a:gd name="connsiteX40" fmla="*/ 6103109 w 9288370"/>
              <a:gd name="connsiteY40" fmla="*/ 1019019 h 1686480"/>
              <a:gd name="connsiteX41" fmla="*/ 6222406 w 9288370"/>
              <a:gd name="connsiteY41" fmla="*/ 985341 h 1686480"/>
              <a:gd name="connsiteX42" fmla="*/ 6598672 w 9288370"/>
              <a:gd name="connsiteY42" fmla="*/ 902062 h 1686480"/>
              <a:gd name="connsiteX43" fmla="*/ 6766149 w 9288370"/>
              <a:gd name="connsiteY43" fmla="*/ 846132 h 1686480"/>
              <a:gd name="connsiteX44" fmla="*/ 6886312 w 9288370"/>
              <a:gd name="connsiteY44" fmla="*/ 781877 h 1686480"/>
              <a:gd name="connsiteX45" fmla="*/ 7006457 w 9288370"/>
              <a:gd name="connsiteY45" fmla="*/ 699758 h 1686480"/>
              <a:gd name="connsiteX46" fmla="*/ 7231643 w 9288370"/>
              <a:gd name="connsiteY46" fmla="*/ 640778 h 1686480"/>
              <a:gd name="connsiteX47" fmla="*/ 7363123 w 9288370"/>
              <a:gd name="connsiteY47" fmla="*/ 593682 h 1686480"/>
              <a:gd name="connsiteX48" fmla="*/ 7588368 w 9288370"/>
              <a:gd name="connsiteY48" fmla="*/ 531129 h 1686480"/>
              <a:gd name="connsiteX49" fmla="*/ 7782741 w 9288370"/>
              <a:gd name="connsiteY49" fmla="*/ 455936 h 1686480"/>
              <a:gd name="connsiteX50" fmla="*/ 7952094 w 9288370"/>
              <a:gd name="connsiteY50" fmla="*/ 409302 h 1686480"/>
              <a:gd name="connsiteX51" fmla="*/ 8231938 w 9288370"/>
              <a:gd name="connsiteY51" fmla="*/ 259259 h 1686480"/>
              <a:gd name="connsiteX52" fmla="*/ 8428864 w 9288370"/>
              <a:gd name="connsiteY52" fmla="*/ 208471 h 1686480"/>
              <a:gd name="connsiteX53" fmla="*/ 8616510 w 9288370"/>
              <a:gd name="connsiteY53" fmla="*/ 161973 h 1686480"/>
              <a:gd name="connsiteX54" fmla="*/ 8826766 w 9288370"/>
              <a:gd name="connsiteY54" fmla="*/ 152111 h 1686480"/>
              <a:gd name="connsiteX55" fmla="*/ 8917647 w 9288370"/>
              <a:gd name="connsiteY55" fmla="*/ 112232 h 1686480"/>
              <a:gd name="connsiteX56" fmla="*/ 9182272 w 9288370"/>
              <a:gd name="connsiteY56" fmla="*/ 37171 h 1686480"/>
              <a:gd name="connsiteX57" fmla="*/ 9232990 w 9288370"/>
              <a:gd name="connsiteY57" fmla="*/ 24074 h 1686480"/>
              <a:gd name="connsiteX58" fmla="*/ 9288370 w 9288370"/>
              <a:gd name="connsiteY58" fmla="*/ 0 h 1686480"/>
              <a:gd name="connsiteX59" fmla="*/ 0 w 9288370"/>
              <a:gd name="connsiteY59" fmla="*/ 0 h 1686480"/>
              <a:gd name="connsiteX60" fmla="*/ 8158 w 9288370"/>
              <a:gd name="connsiteY60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261550 w 9288370"/>
              <a:gd name="connsiteY19" fmla="*/ 1289117 h 1686480"/>
              <a:gd name="connsiteX20" fmla="*/ 3409554 w 9288370"/>
              <a:gd name="connsiteY20" fmla="*/ 1258110 h 1686480"/>
              <a:gd name="connsiteX21" fmla="*/ 3534382 w 9288370"/>
              <a:gd name="connsiteY21" fmla="*/ 1245916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7546 w 9288370"/>
              <a:gd name="connsiteY26" fmla="*/ 1294697 h 1686480"/>
              <a:gd name="connsiteX27" fmla="*/ 4575478 w 9288370"/>
              <a:gd name="connsiteY27" fmla="*/ 1261726 h 1686480"/>
              <a:gd name="connsiteX28" fmla="*/ 4650026 w 9288370"/>
              <a:gd name="connsiteY28" fmla="*/ 1265798 h 1686480"/>
              <a:gd name="connsiteX29" fmla="*/ 4792008 w 9288370"/>
              <a:gd name="connsiteY29" fmla="*/ 1243899 h 1686480"/>
              <a:gd name="connsiteX30" fmla="*/ 4954126 w 9288370"/>
              <a:gd name="connsiteY30" fmla="*/ 1204617 h 1686480"/>
              <a:gd name="connsiteX31" fmla="*/ 5309678 w 9288370"/>
              <a:gd name="connsiteY31" fmla="*/ 1128278 h 1686480"/>
              <a:gd name="connsiteX32" fmla="*/ 5474724 w 9288370"/>
              <a:gd name="connsiteY32" fmla="*/ 1091167 h 1686480"/>
              <a:gd name="connsiteX33" fmla="*/ 5612132 w 9288370"/>
              <a:gd name="connsiteY33" fmla="*/ 1051509 h 1686480"/>
              <a:gd name="connsiteX34" fmla="*/ 5776618 w 9288370"/>
              <a:gd name="connsiteY34" fmla="*/ 1053037 h 1686480"/>
              <a:gd name="connsiteX35" fmla="*/ 5785786 w 9288370"/>
              <a:gd name="connsiteY35" fmla="*/ 1051213 h 1686480"/>
              <a:gd name="connsiteX36" fmla="*/ 5829381 w 9288370"/>
              <a:gd name="connsiteY36" fmla="*/ 1046878 h 1686480"/>
              <a:gd name="connsiteX37" fmla="*/ 5943596 w 9288370"/>
              <a:gd name="connsiteY37" fmla="*/ 1043237 h 1686480"/>
              <a:gd name="connsiteX38" fmla="*/ 5985730 w 9288370"/>
              <a:gd name="connsiteY38" fmla="*/ 1035396 h 1686480"/>
              <a:gd name="connsiteX39" fmla="*/ 6103109 w 9288370"/>
              <a:gd name="connsiteY39" fmla="*/ 1019019 h 1686480"/>
              <a:gd name="connsiteX40" fmla="*/ 6222406 w 9288370"/>
              <a:gd name="connsiteY40" fmla="*/ 985341 h 1686480"/>
              <a:gd name="connsiteX41" fmla="*/ 6598672 w 9288370"/>
              <a:gd name="connsiteY41" fmla="*/ 902062 h 1686480"/>
              <a:gd name="connsiteX42" fmla="*/ 6766149 w 9288370"/>
              <a:gd name="connsiteY42" fmla="*/ 846132 h 1686480"/>
              <a:gd name="connsiteX43" fmla="*/ 6886312 w 9288370"/>
              <a:gd name="connsiteY43" fmla="*/ 781877 h 1686480"/>
              <a:gd name="connsiteX44" fmla="*/ 7006457 w 9288370"/>
              <a:gd name="connsiteY44" fmla="*/ 699758 h 1686480"/>
              <a:gd name="connsiteX45" fmla="*/ 7231643 w 9288370"/>
              <a:gd name="connsiteY45" fmla="*/ 640778 h 1686480"/>
              <a:gd name="connsiteX46" fmla="*/ 7363123 w 9288370"/>
              <a:gd name="connsiteY46" fmla="*/ 593682 h 1686480"/>
              <a:gd name="connsiteX47" fmla="*/ 7588368 w 9288370"/>
              <a:gd name="connsiteY47" fmla="*/ 531129 h 1686480"/>
              <a:gd name="connsiteX48" fmla="*/ 7782741 w 9288370"/>
              <a:gd name="connsiteY48" fmla="*/ 455936 h 1686480"/>
              <a:gd name="connsiteX49" fmla="*/ 7952094 w 9288370"/>
              <a:gd name="connsiteY49" fmla="*/ 409302 h 1686480"/>
              <a:gd name="connsiteX50" fmla="*/ 8231938 w 9288370"/>
              <a:gd name="connsiteY50" fmla="*/ 259259 h 1686480"/>
              <a:gd name="connsiteX51" fmla="*/ 8428864 w 9288370"/>
              <a:gd name="connsiteY51" fmla="*/ 208471 h 1686480"/>
              <a:gd name="connsiteX52" fmla="*/ 8616510 w 9288370"/>
              <a:gd name="connsiteY52" fmla="*/ 161973 h 1686480"/>
              <a:gd name="connsiteX53" fmla="*/ 8826766 w 9288370"/>
              <a:gd name="connsiteY53" fmla="*/ 152111 h 1686480"/>
              <a:gd name="connsiteX54" fmla="*/ 8917647 w 9288370"/>
              <a:gd name="connsiteY54" fmla="*/ 112232 h 1686480"/>
              <a:gd name="connsiteX55" fmla="*/ 9182272 w 9288370"/>
              <a:gd name="connsiteY55" fmla="*/ 37171 h 1686480"/>
              <a:gd name="connsiteX56" fmla="*/ 9232990 w 9288370"/>
              <a:gd name="connsiteY56" fmla="*/ 24074 h 1686480"/>
              <a:gd name="connsiteX57" fmla="*/ 9288370 w 9288370"/>
              <a:gd name="connsiteY57" fmla="*/ 0 h 1686480"/>
              <a:gd name="connsiteX58" fmla="*/ 0 w 9288370"/>
              <a:gd name="connsiteY58" fmla="*/ 0 h 1686480"/>
              <a:gd name="connsiteX59" fmla="*/ 8158 w 9288370"/>
              <a:gd name="connsiteY59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261550 w 9288370"/>
              <a:gd name="connsiteY19" fmla="*/ 1289117 h 1686480"/>
              <a:gd name="connsiteX20" fmla="*/ 3409554 w 9288370"/>
              <a:gd name="connsiteY20" fmla="*/ 1258110 h 1686480"/>
              <a:gd name="connsiteX21" fmla="*/ 3534382 w 9288370"/>
              <a:gd name="connsiteY21" fmla="*/ 1245916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7546 w 9288370"/>
              <a:gd name="connsiteY26" fmla="*/ 1294697 h 1686480"/>
              <a:gd name="connsiteX27" fmla="*/ 4575478 w 9288370"/>
              <a:gd name="connsiteY27" fmla="*/ 1261726 h 1686480"/>
              <a:gd name="connsiteX28" fmla="*/ 4650026 w 9288370"/>
              <a:gd name="connsiteY28" fmla="*/ 1265798 h 1686480"/>
              <a:gd name="connsiteX29" fmla="*/ 4792008 w 9288370"/>
              <a:gd name="connsiteY29" fmla="*/ 1243899 h 1686480"/>
              <a:gd name="connsiteX30" fmla="*/ 4954126 w 9288370"/>
              <a:gd name="connsiteY30" fmla="*/ 1204617 h 1686480"/>
              <a:gd name="connsiteX31" fmla="*/ 5309678 w 9288370"/>
              <a:gd name="connsiteY31" fmla="*/ 1128278 h 1686480"/>
              <a:gd name="connsiteX32" fmla="*/ 5474724 w 9288370"/>
              <a:gd name="connsiteY32" fmla="*/ 1091167 h 1686480"/>
              <a:gd name="connsiteX33" fmla="*/ 5612132 w 9288370"/>
              <a:gd name="connsiteY33" fmla="*/ 1051509 h 1686480"/>
              <a:gd name="connsiteX34" fmla="*/ 5776618 w 9288370"/>
              <a:gd name="connsiteY34" fmla="*/ 1053037 h 1686480"/>
              <a:gd name="connsiteX35" fmla="*/ 5785786 w 9288370"/>
              <a:gd name="connsiteY35" fmla="*/ 1051213 h 1686480"/>
              <a:gd name="connsiteX36" fmla="*/ 5829381 w 9288370"/>
              <a:gd name="connsiteY36" fmla="*/ 1046878 h 1686480"/>
              <a:gd name="connsiteX37" fmla="*/ 5943596 w 9288370"/>
              <a:gd name="connsiteY37" fmla="*/ 1043237 h 1686480"/>
              <a:gd name="connsiteX38" fmla="*/ 5985730 w 9288370"/>
              <a:gd name="connsiteY38" fmla="*/ 1035396 h 1686480"/>
              <a:gd name="connsiteX39" fmla="*/ 6103109 w 9288370"/>
              <a:gd name="connsiteY39" fmla="*/ 1019019 h 1686480"/>
              <a:gd name="connsiteX40" fmla="*/ 6222406 w 9288370"/>
              <a:gd name="connsiteY40" fmla="*/ 985341 h 1686480"/>
              <a:gd name="connsiteX41" fmla="*/ 6598672 w 9288370"/>
              <a:gd name="connsiteY41" fmla="*/ 902062 h 1686480"/>
              <a:gd name="connsiteX42" fmla="*/ 6766149 w 9288370"/>
              <a:gd name="connsiteY42" fmla="*/ 846132 h 1686480"/>
              <a:gd name="connsiteX43" fmla="*/ 6886312 w 9288370"/>
              <a:gd name="connsiteY43" fmla="*/ 781877 h 1686480"/>
              <a:gd name="connsiteX44" fmla="*/ 7006457 w 9288370"/>
              <a:gd name="connsiteY44" fmla="*/ 699758 h 1686480"/>
              <a:gd name="connsiteX45" fmla="*/ 7231643 w 9288370"/>
              <a:gd name="connsiteY45" fmla="*/ 640778 h 1686480"/>
              <a:gd name="connsiteX46" fmla="*/ 7363123 w 9288370"/>
              <a:gd name="connsiteY46" fmla="*/ 593682 h 1686480"/>
              <a:gd name="connsiteX47" fmla="*/ 7588368 w 9288370"/>
              <a:gd name="connsiteY47" fmla="*/ 531129 h 1686480"/>
              <a:gd name="connsiteX48" fmla="*/ 7782741 w 9288370"/>
              <a:gd name="connsiteY48" fmla="*/ 455936 h 1686480"/>
              <a:gd name="connsiteX49" fmla="*/ 7952094 w 9288370"/>
              <a:gd name="connsiteY49" fmla="*/ 409302 h 1686480"/>
              <a:gd name="connsiteX50" fmla="*/ 8231938 w 9288370"/>
              <a:gd name="connsiteY50" fmla="*/ 259259 h 1686480"/>
              <a:gd name="connsiteX51" fmla="*/ 8428864 w 9288370"/>
              <a:gd name="connsiteY51" fmla="*/ 208471 h 1686480"/>
              <a:gd name="connsiteX52" fmla="*/ 8616510 w 9288370"/>
              <a:gd name="connsiteY52" fmla="*/ 161973 h 1686480"/>
              <a:gd name="connsiteX53" fmla="*/ 8826766 w 9288370"/>
              <a:gd name="connsiteY53" fmla="*/ 152111 h 1686480"/>
              <a:gd name="connsiteX54" fmla="*/ 8917647 w 9288370"/>
              <a:gd name="connsiteY54" fmla="*/ 112232 h 1686480"/>
              <a:gd name="connsiteX55" fmla="*/ 9182272 w 9288370"/>
              <a:gd name="connsiteY55" fmla="*/ 37171 h 1686480"/>
              <a:gd name="connsiteX56" fmla="*/ 9232990 w 9288370"/>
              <a:gd name="connsiteY56" fmla="*/ 24074 h 1686480"/>
              <a:gd name="connsiteX57" fmla="*/ 9288370 w 9288370"/>
              <a:gd name="connsiteY57" fmla="*/ 0 h 1686480"/>
              <a:gd name="connsiteX58" fmla="*/ 0 w 9288370"/>
              <a:gd name="connsiteY58" fmla="*/ 0 h 1686480"/>
              <a:gd name="connsiteX59" fmla="*/ 8158 w 9288370"/>
              <a:gd name="connsiteY59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261550 w 9288370"/>
              <a:gd name="connsiteY19" fmla="*/ 1289117 h 1686480"/>
              <a:gd name="connsiteX20" fmla="*/ 3409554 w 9288370"/>
              <a:gd name="connsiteY20" fmla="*/ 1258110 h 1686480"/>
              <a:gd name="connsiteX21" fmla="*/ 3534382 w 9288370"/>
              <a:gd name="connsiteY21" fmla="*/ 1245916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0534 w 9288370"/>
              <a:gd name="connsiteY26" fmla="*/ 1273326 h 1686480"/>
              <a:gd name="connsiteX27" fmla="*/ 4575478 w 9288370"/>
              <a:gd name="connsiteY27" fmla="*/ 1261726 h 1686480"/>
              <a:gd name="connsiteX28" fmla="*/ 4650026 w 9288370"/>
              <a:gd name="connsiteY28" fmla="*/ 1265798 h 1686480"/>
              <a:gd name="connsiteX29" fmla="*/ 4792008 w 9288370"/>
              <a:gd name="connsiteY29" fmla="*/ 1243899 h 1686480"/>
              <a:gd name="connsiteX30" fmla="*/ 4954126 w 9288370"/>
              <a:gd name="connsiteY30" fmla="*/ 1204617 h 1686480"/>
              <a:gd name="connsiteX31" fmla="*/ 5309678 w 9288370"/>
              <a:gd name="connsiteY31" fmla="*/ 1128278 h 1686480"/>
              <a:gd name="connsiteX32" fmla="*/ 5474724 w 9288370"/>
              <a:gd name="connsiteY32" fmla="*/ 1091167 h 1686480"/>
              <a:gd name="connsiteX33" fmla="*/ 5612132 w 9288370"/>
              <a:gd name="connsiteY33" fmla="*/ 1051509 h 1686480"/>
              <a:gd name="connsiteX34" fmla="*/ 5776618 w 9288370"/>
              <a:gd name="connsiteY34" fmla="*/ 1053037 h 1686480"/>
              <a:gd name="connsiteX35" fmla="*/ 5785786 w 9288370"/>
              <a:gd name="connsiteY35" fmla="*/ 1051213 h 1686480"/>
              <a:gd name="connsiteX36" fmla="*/ 5829381 w 9288370"/>
              <a:gd name="connsiteY36" fmla="*/ 1046878 h 1686480"/>
              <a:gd name="connsiteX37" fmla="*/ 5943596 w 9288370"/>
              <a:gd name="connsiteY37" fmla="*/ 1043237 h 1686480"/>
              <a:gd name="connsiteX38" fmla="*/ 5985730 w 9288370"/>
              <a:gd name="connsiteY38" fmla="*/ 1035396 h 1686480"/>
              <a:gd name="connsiteX39" fmla="*/ 6103109 w 9288370"/>
              <a:gd name="connsiteY39" fmla="*/ 1019019 h 1686480"/>
              <a:gd name="connsiteX40" fmla="*/ 6222406 w 9288370"/>
              <a:gd name="connsiteY40" fmla="*/ 985341 h 1686480"/>
              <a:gd name="connsiteX41" fmla="*/ 6598672 w 9288370"/>
              <a:gd name="connsiteY41" fmla="*/ 902062 h 1686480"/>
              <a:gd name="connsiteX42" fmla="*/ 6766149 w 9288370"/>
              <a:gd name="connsiteY42" fmla="*/ 846132 h 1686480"/>
              <a:gd name="connsiteX43" fmla="*/ 6886312 w 9288370"/>
              <a:gd name="connsiteY43" fmla="*/ 781877 h 1686480"/>
              <a:gd name="connsiteX44" fmla="*/ 7006457 w 9288370"/>
              <a:gd name="connsiteY44" fmla="*/ 699758 h 1686480"/>
              <a:gd name="connsiteX45" fmla="*/ 7231643 w 9288370"/>
              <a:gd name="connsiteY45" fmla="*/ 640778 h 1686480"/>
              <a:gd name="connsiteX46" fmla="*/ 7363123 w 9288370"/>
              <a:gd name="connsiteY46" fmla="*/ 593682 h 1686480"/>
              <a:gd name="connsiteX47" fmla="*/ 7588368 w 9288370"/>
              <a:gd name="connsiteY47" fmla="*/ 531129 h 1686480"/>
              <a:gd name="connsiteX48" fmla="*/ 7782741 w 9288370"/>
              <a:gd name="connsiteY48" fmla="*/ 455936 h 1686480"/>
              <a:gd name="connsiteX49" fmla="*/ 7952094 w 9288370"/>
              <a:gd name="connsiteY49" fmla="*/ 409302 h 1686480"/>
              <a:gd name="connsiteX50" fmla="*/ 8231938 w 9288370"/>
              <a:gd name="connsiteY50" fmla="*/ 259259 h 1686480"/>
              <a:gd name="connsiteX51" fmla="*/ 8428864 w 9288370"/>
              <a:gd name="connsiteY51" fmla="*/ 208471 h 1686480"/>
              <a:gd name="connsiteX52" fmla="*/ 8616510 w 9288370"/>
              <a:gd name="connsiteY52" fmla="*/ 161973 h 1686480"/>
              <a:gd name="connsiteX53" fmla="*/ 8826766 w 9288370"/>
              <a:gd name="connsiteY53" fmla="*/ 152111 h 1686480"/>
              <a:gd name="connsiteX54" fmla="*/ 8917647 w 9288370"/>
              <a:gd name="connsiteY54" fmla="*/ 112232 h 1686480"/>
              <a:gd name="connsiteX55" fmla="*/ 9182272 w 9288370"/>
              <a:gd name="connsiteY55" fmla="*/ 37171 h 1686480"/>
              <a:gd name="connsiteX56" fmla="*/ 9232990 w 9288370"/>
              <a:gd name="connsiteY56" fmla="*/ 24074 h 1686480"/>
              <a:gd name="connsiteX57" fmla="*/ 9288370 w 9288370"/>
              <a:gd name="connsiteY57" fmla="*/ 0 h 1686480"/>
              <a:gd name="connsiteX58" fmla="*/ 0 w 9288370"/>
              <a:gd name="connsiteY58" fmla="*/ 0 h 1686480"/>
              <a:gd name="connsiteX59" fmla="*/ 8158 w 9288370"/>
              <a:gd name="connsiteY59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261550 w 9288370"/>
              <a:gd name="connsiteY19" fmla="*/ 1289117 h 1686480"/>
              <a:gd name="connsiteX20" fmla="*/ 3409554 w 9288370"/>
              <a:gd name="connsiteY20" fmla="*/ 1258110 h 1686480"/>
              <a:gd name="connsiteX21" fmla="*/ 3534382 w 9288370"/>
              <a:gd name="connsiteY21" fmla="*/ 1245916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0534 w 9288370"/>
              <a:gd name="connsiteY26" fmla="*/ 1273326 h 1686480"/>
              <a:gd name="connsiteX27" fmla="*/ 4575478 w 9288370"/>
              <a:gd name="connsiteY27" fmla="*/ 1261726 h 1686480"/>
              <a:gd name="connsiteX28" fmla="*/ 4650026 w 9288370"/>
              <a:gd name="connsiteY28" fmla="*/ 1265798 h 1686480"/>
              <a:gd name="connsiteX29" fmla="*/ 4792008 w 9288370"/>
              <a:gd name="connsiteY29" fmla="*/ 1243899 h 1686480"/>
              <a:gd name="connsiteX30" fmla="*/ 4954126 w 9288370"/>
              <a:gd name="connsiteY30" fmla="*/ 1204617 h 1686480"/>
              <a:gd name="connsiteX31" fmla="*/ 5309678 w 9288370"/>
              <a:gd name="connsiteY31" fmla="*/ 1128278 h 1686480"/>
              <a:gd name="connsiteX32" fmla="*/ 5474724 w 9288370"/>
              <a:gd name="connsiteY32" fmla="*/ 1091167 h 1686480"/>
              <a:gd name="connsiteX33" fmla="*/ 5612132 w 9288370"/>
              <a:gd name="connsiteY33" fmla="*/ 1051509 h 1686480"/>
              <a:gd name="connsiteX34" fmla="*/ 5776618 w 9288370"/>
              <a:gd name="connsiteY34" fmla="*/ 1053037 h 1686480"/>
              <a:gd name="connsiteX35" fmla="*/ 5785786 w 9288370"/>
              <a:gd name="connsiteY35" fmla="*/ 1051213 h 1686480"/>
              <a:gd name="connsiteX36" fmla="*/ 5829381 w 9288370"/>
              <a:gd name="connsiteY36" fmla="*/ 1046878 h 1686480"/>
              <a:gd name="connsiteX37" fmla="*/ 5943596 w 9288370"/>
              <a:gd name="connsiteY37" fmla="*/ 1043237 h 1686480"/>
              <a:gd name="connsiteX38" fmla="*/ 5985730 w 9288370"/>
              <a:gd name="connsiteY38" fmla="*/ 1035396 h 1686480"/>
              <a:gd name="connsiteX39" fmla="*/ 6103109 w 9288370"/>
              <a:gd name="connsiteY39" fmla="*/ 1019019 h 1686480"/>
              <a:gd name="connsiteX40" fmla="*/ 6222406 w 9288370"/>
              <a:gd name="connsiteY40" fmla="*/ 985341 h 1686480"/>
              <a:gd name="connsiteX41" fmla="*/ 6598672 w 9288370"/>
              <a:gd name="connsiteY41" fmla="*/ 902062 h 1686480"/>
              <a:gd name="connsiteX42" fmla="*/ 6766149 w 9288370"/>
              <a:gd name="connsiteY42" fmla="*/ 846132 h 1686480"/>
              <a:gd name="connsiteX43" fmla="*/ 6886312 w 9288370"/>
              <a:gd name="connsiteY43" fmla="*/ 781877 h 1686480"/>
              <a:gd name="connsiteX44" fmla="*/ 7006457 w 9288370"/>
              <a:gd name="connsiteY44" fmla="*/ 699758 h 1686480"/>
              <a:gd name="connsiteX45" fmla="*/ 7231643 w 9288370"/>
              <a:gd name="connsiteY45" fmla="*/ 640778 h 1686480"/>
              <a:gd name="connsiteX46" fmla="*/ 7363123 w 9288370"/>
              <a:gd name="connsiteY46" fmla="*/ 593682 h 1686480"/>
              <a:gd name="connsiteX47" fmla="*/ 7588368 w 9288370"/>
              <a:gd name="connsiteY47" fmla="*/ 531129 h 1686480"/>
              <a:gd name="connsiteX48" fmla="*/ 7782741 w 9288370"/>
              <a:gd name="connsiteY48" fmla="*/ 455936 h 1686480"/>
              <a:gd name="connsiteX49" fmla="*/ 7952094 w 9288370"/>
              <a:gd name="connsiteY49" fmla="*/ 409302 h 1686480"/>
              <a:gd name="connsiteX50" fmla="*/ 8231938 w 9288370"/>
              <a:gd name="connsiteY50" fmla="*/ 259259 h 1686480"/>
              <a:gd name="connsiteX51" fmla="*/ 8428864 w 9288370"/>
              <a:gd name="connsiteY51" fmla="*/ 208471 h 1686480"/>
              <a:gd name="connsiteX52" fmla="*/ 8616510 w 9288370"/>
              <a:gd name="connsiteY52" fmla="*/ 161973 h 1686480"/>
              <a:gd name="connsiteX53" fmla="*/ 8826766 w 9288370"/>
              <a:gd name="connsiteY53" fmla="*/ 152111 h 1686480"/>
              <a:gd name="connsiteX54" fmla="*/ 8917647 w 9288370"/>
              <a:gd name="connsiteY54" fmla="*/ 112232 h 1686480"/>
              <a:gd name="connsiteX55" fmla="*/ 9182272 w 9288370"/>
              <a:gd name="connsiteY55" fmla="*/ 37171 h 1686480"/>
              <a:gd name="connsiteX56" fmla="*/ 9232990 w 9288370"/>
              <a:gd name="connsiteY56" fmla="*/ 24074 h 1686480"/>
              <a:gd name="connsiteX57" fmla="*/ 9288370 w 9288370"/>
              <a:gd name="connsiteY57" fmla="*/ 0 h 1686480"/>
              <a:gd name="connsiteX58" fmla="*/ 0 w 9288370"/>
              <a:gd name="connsiteY58" fmla="*/ 0 h 1686480"/>
              <a:gd name="connsiteX59" fmla="*/ 8158 w 9288370"/>
              <a:gd name="connsiteY59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261550 w 9288370"/>
              <a:gd name="connsiteY19" fmla="*/ 1289117 h 1686480"/>
              <a:gd name="connsiteX20" fmla="*/ 3409554 w 9288370"/>
              <a:gd name="connsiteY20" fmla="*/ 1258110 h 1686480"/>
              <a:gd name="connsiteX21" fmla="*/ 3534382 w 9288370"/>
              <a:gd name="connsiteY21" fmla="*/ 1245916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0534 w 9288370"/>
              <a:gd name="connsiteY26" fmla="*/ 1273326 h 1686480"/>
              <a:gd name="connsiteX27" fmla="*/ 4575478 w 9288370"/>
              <a:gd name="connsiteY27" fmla="*/ 1261726 h 1686480"/>
              <a:gd name="connsiteX28" fmla="*/ 4650026 w 9288370"/>
              <a:gd name="connsiteY28" fmla="*/ 1265798 h 1686480"/>
              <a:gd name="connsiteX29" fmla="*/ 4792008 w 9288370"/>
              <a:gd name="connsiteY29" fmla="*/ 1243899 h 1686480"/>
              <a:gd name="connsiteX30" fmla="*/ 4954126 w 9288370"/>
              <a:gd name="connsiteY30" fmla="*/ 1204617 h 1686480"/>
              <a:gd name="connsiteX31" fmla="*/ 5309678 w 9288370"/>
              <a:gd name="connsiteY31" fmla="*/ 1128278 h 1686480"/>
              <a:gd name="connsiteX32" fmla="*/ 5474724 w 9288370"/>
              <a:gd name="connsiteY32" fmla="*/ 1091167 h 1686480"/>
              <a:gd name="connsiteX33" fmla="*/ 5612132 w 9288370"/>
              <a:gd name="connsiteY33" fmla="*/ 1051509 h 1686480"/>
              <a:gd name="connsiteX34" fmla="*/ 5776618 w 9288370"/>
              <a:gd name="connsiteY34" fmla="*/ 1053037 h 1686480"/>
              <a:gd name="connsiteX35" fmla="*/ 5785786 w 9288370"/>
              <a:gd name="connsiteY35" fmla="*/ 1051213 h 1686480"/>
              <a:gd name="connsiteX36" fmla="*/ 5829381 w 9288370"/>
              <a:gd name="connsiteY36" fmla="*/ 1046878 h 1686480"/>
              <a:gd name="connsiteX37" fmla="*/ 5943596 w 9288370"/>
              <a:gd name="connsiteY37" fmla="*/ 1043237 h 1686480"/>
              <a:gd name="connsiteX38" fmla="*/ 5985730 w 9288370"/>
              <a:gd name="connsiteY38" fmla="*/ 1035396 h 1686480"/>
              <a:gd name="connsiteX39" fmla="*/ 6103109 w 9288370"/>
              <a:gd name="connsiteY39" fmla="*/ 1019019 h 1686480"/>
              <a:gd name="connsiteX40" fmla="*/ 6222406 w 9288370"/>
              <a:gd name="connsiteY40" fmla="*/ 985341 h 1686480"/>
              <a:gd name="connsiteX41" fmla="*/ 6598672 w 9288370"/>
              <a:gd name="connsiteY41" fmla="*/ 902062 h 1686480"/>
              <a:gd name="connsiteX42" fmla="*/ 6766149 w 9288370"/>
              <a:gd name="connsiteY42" fmla="*/ 846132 h 1686480"/>
              <a:gd name="connsiteX43" fmla="*/ 6886312 w 9288370"/>
              <a:gd name="connsiteY43" fmla="*/ 781877 h 1686480"/>
              <a:gd name="connsiteX44" fmla="*/ 7006457 w 9288370"/>
              <a:gd name="connsiteY44" fmla="*/ 699758 h 1686480"/>
              <a:gd name="connsiteX45" fmla="*/ 7231643 w 9288370"/>
              <a:gd name="connsiteY45" fmla="*/ 640778 h 1686480"/>
              <a:gd name="connsiteX46" fmla="*/ 7363123 w 9288370"/>
              <a:gd name="connsiteY46" fmla="*/ 593682 h 1686480"/>
              <a:gd name="connsiteX47" fmla="*/ 7588368 w 9288370"/>
              <a:gd name="connsiteY47" fmla="*/ 531129 h 1686480"/>
              <a:gd name="connsiteX48" fmla="*/ 7782741 w 9288370"/>
              <a:gd name="connsiteY48" fmla="*/ 455936 h 1686480"/>
              <a:gd name="connsiteX49" fmla="*/ 7952094 w 9288370"/>
              <a:gd name="connsiteY49" fmla="*/ 409302 h 1686480"/>
              <a:gd name="connsiteX50" fmla="*/ 8231938 w 9288370"/>
              <a:gd name="connsiteY50" fmla="*/ 259259 h 1686480"/>
              <a:gd name="connsiteX51" fmla="*/ 8428864 w 9288370"/>
              <a:gd name="connsiteY51" fmla="*/ 208471 h 1686480"/>
              <a:gd name="connsiteX52" fmla="*/ 8616510 w 9288370"/>
              <a:gd name="connsiteY52" fmla="*/ 161973 h 1686480"/>
              <a:gd name="connsiteX53" fmla="*/ 8826766 w 9288370"/>
              <a:gd name="connsiteY53" fmla="*/ 152111 h 1686480"/>
              <a:gd name="connsiteX54" fmla="*/ 8917647 w 9288370"/>
              <a:gd name="connsiteY54" fmla="*/ 112232 h 1686480"/>
              <a:gd name="connsiteX55" fmla="*/ 9182272 w 9288370"/>
              <a:gd name="connsiteY55" fmla="*/ 37171 h 1686480"/>
              <a:gd name="connsiteX56" fmla="*/ 9232990 w 9288370"/>
              <a:gd name="connsiteY56" fmla="*/ 24074 h 1686480"/>
              <a:gd name="connsiteX57" fmla="*/ 9288370 w 9288370"/>
              <a:gd name="connsiteY57" fmla="*/ 0 h 1686480"/>
              <a:gd name="connsiteX58" fmla="*/ 0 w 9288370"/>
              <a:gd name="connsiteY58" fmla="*/ 0 h 1686480"/>
              <a:gd name="connsiteX59" fmla="*/ 8158 w 9288370"/>
              <a:gd name="connsiteY59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261550 w 9288370"/>
              <a:gd name="connsiteY19" fmla="*/ 1289117 h 1686480"/>
              <a:gd name="connsiteX20" fmla="*/ 3409554 w 9288370"/>
              <a:gd name="connsiteY20" fmla="*/ 1258110 h 1686480"/>
              <a:gd name="connsiteX21" fmla="*/ 3534382 w 9288370"/>
              <a:gd name="connsiteY21" fmla="*/ 1245916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0534 w 9288370"/>
              <a:gd name="connsiteY26" fmla="*/ 1273326 h 1686480"/>
              <a:gd name="connsiteX27" fmla="*/ 4575478 w 9288370"/>
              <a:gd name="connsiteY27" fmla="*/ 1261726 h 1686480"/>
              <a:gd name="connsiteX28" fmla="*/ 4650026 w 9288370"/>
              <a:gd name="connsiteY28" fmla="*/ 1265798 h 1686480"/>
              <a:gd name="connsiteX29" fmla="*/ 4792008 w 9288370"/>
              <a:gd name="connsiteY29" fmla="*/ 1243899 h 1686480"/>
              <a:gd name="connsiteX30" fmla="*/ 4954126 w 9288370"/>
              <a:gd name="connsiteY30" fmla="*/ 1204617 h 1686480"/>
              <a:gd name="connsiteX31" fmla="*/ 5309678 w 9288370"/>
              <a:gd name="connsiteY31" fmla="*/ 1128278 h 1686480"/>
              <a:gd name="connsiteX32" fmla="*/ 5474724 w 9288370"/>
              <a:gd name="connsiteY32" fmla="*/ 1091167 h 1686480"/>
              <a:gd name="connsiteX33" fmla="*/ 5612132 w 9288370"/>
              <a:gd name="connsiteY33" fmla="*/ 1051509 h 1686480"/>
              <a:gd name="connsiteX34" fmla="*/ 5776618 w 9288370"/>
              <a:gd name="connsiteY34" fmla="*/ 1053037 h 1686480"/>
              <a:gd name="connsiteX35" fmla="*/ 5785786 w 9288370"/>
              <a:gd name="connsiteY35" fmla="*/ 1051213 h 1686480"/>
              <a:gd name="connsiteX36" fmla="*/ 5829381 w 9288370"/>
              <a:gd name="connsiteY36" fmla="*/ 1046878 h 1686480"/>
              <a:gd name="connsiteX37" fmla="*/ 5943596 w 9288370"/>
              <a:gd name="connsiteY37" fmla="*/ 1043237 h 1686480"/>
              <a:gd name="connsiteX38" fmla="*/ 5985730 w 9288370"/>
              <a:gd name="connsiteY38" fmla="*/ 1035396 h 1686480"/>
              <a:gd name="connsiteX39" fmla="*/ 6103109 w 9288370"/>
              <a:gd name="connsiteY39" fmla="*/ 1019019 h 1686480"/>
              <a:gd name="connsiteX40" fmla="*/ 6222406 w 9288370"/>
              <a:gd name="connsiteY40" fmla="*/ 985341 h 1686480"/>
              <a:gd name="connsiteX41" fmla="*/ 6598672 w 9288370"/>
              <a:gd name="connsiteY41" fmla="*/ 902062 h 1686480"/>
              <a:gd name="connsiteX42" fmla="*/ 6766149 w 9288370"/>
              <a:gd name="connsiteY42" fmla="*/ 846132 h 1686480"/>
              <a:gd name="connsiteX43" fmla="*/ 6886312 w 9288370"/>
              <a:gd name="connsiteY43" fmla="*/ 781877 h 1686480"/>
              <a:gd name="connsiteX44" fmla="*/ 7006457 w 9288370"/>
              <a:gd name="connsiteY44" fmla="*/ 699758 h 1686480"/>
              <a:gd name="connsiteX45" fmla="*/ 7231643 w 9288370"/>
              <a:gd name="connsiteY45" fmla="*/ 640778 h 1686480"/>
              <a:gd name="connsiteX46" fmla="*/ 7363123 w 9288370"/>
              <a:gd name="connsiteY46" fmla="*/ 593682 h 1686480"/>
              <a:gd name="connsiteX47" fmla="*/ 7588368 w 9288370"/>
              <a:gd name="connsiteY47" fmla="*/ 531129 h 1686480"/>
              <a:gd name="connsiteX48" fmla="*/ 7782741 w 9288370"/>
              <a:gd name="connsiteY48" fmla="*/ 455936 h 1686480"/>
              <a:gd name="connsiteX49" fmla="*/ 7952094 w 9288370"/>
              <a:gd name="connsiteY49" fmla="*/ 409302 h 1686480"/>
              <a:gd name="connsiteX50" fmla="*/ 8231938 w 9288370"/>
              <a:gd name="connsiteY50" fmla="*/ 259259 h 1686480"/>
              <a:gd name="connsiteX51" fmla="*/ 8428864 w 9288370"/>
              <a:gd name="connsiteY51" fmla="*/ 208471 h 1686480"/>
              <a:gd name="connsiteX52" fmla="*/ 8616510 w 9288370"/>
              <a:gd name="connsiteY52" fmla="*/ 161973 h 1686480"/>
              <a:gd name="connsiteX53" fmla="*/ 8826766 w 9288370"/>
              <a:gd name="connsiteY53" fmla="*/ 152111 h 1686480"/>
              <a:gd name="connsiteX54" fmla="*/ 8917647 w 9288370"/>
              <a:gd name="connsiteY54" fmla="*/ 112232 h 1686480"/>
              <a:gd name="connsiteX55" fmla="*/ 9182272 w 9288370"/>
              <a:gd name="connsiteY55" fmla="*/ 37171 h 1686480"/>
              <a:gd name="connsiteX56" fmla="*/ 9232990 w 9288370"/>
              <a:gd name="connsiteY56" fmla="*/ 24074 h 1686480"/>
              <a:gd name="connsiteX57" fmla="*/ 9288370 w 9288370"/>
              <a:gd name="connsiteY57" fmla="*/ 0 h 1686480"/>
              <a:gd name="connsiteX58" fmla="*/ 0 w 9288370"/>
              <a:gd name="connsiteY58" fmla="*/ 0 h 1686480"/>
              <a:gd name="connsiteX59" fmla="*/ 8158 w 9288370"/>
              <a:gd name="connsiteY59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261550 w 9288370"/>
              <a:gd name="connsiteY19" fmla="*/ 1289117 h 1686480"/>
              <a:gd name="connsiteX20" fmla="*/ 3409554 w 9288370"/>
              <a:gd name="connsiteY20" fmla="*/ 1258110 h 1686480"/>
              <a:gd name="connsiteX21" fmla="*/ 3534382 w 9288370"/>
              <a:gd name="connsiteY21" fmla="*/ 1245916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0534 w 9288370"/>
              <a:gd name="connsiteY26" fmla="*/ 1273326 h 1686480"/>
              <a:gd name="connsiteX27" fmla="*/ 4575478 w 9288370"/>
              <a:gd name="connsiteY27" fmla="*/ 1261726 h 1686480"/>
              <a:gd name="connsiteX28" fmla="*/ 4650026 w 9288370"/>
              <a:gd name="connsiteY28" fmla="*/ 1265798 h 1686480"/>
              <a:gd name="connsiteX29" fmla="*/ 4792008 w 9288370"/>
              <a:gd name="connsiteY29" fmla="*/ 1243899 h 1686480"/>
              <a:gd name="connsiteX30" fmla="*/ 4954126 w 9288370"/>
              <a:gd name="connsiteY30" fmla="*/ 1204617 h 1686480"/>
              <a:gd name="connsiteX31" fmla="*/ 5309678 w 9288370"/>
              <a:gd name="connsiteY31" fmla="*/ 1128278 h 1686480"/>
              <a:gd name="connsiteX32" fmla="*/ 5474724 w 9288370"/>
              <a:gd name="connsiteY32" fmla="*/ 1091167 h 1686480"/>
              <a:gd name="connsiteX33" fmla="*/ 5612132 w 9288370"/>
              <a:gd name="connsiteY33" fmla="*/ 1051509 h 1686480"/>
              <a:gd name="connsiteX34" fmla="*/ 5776618 w 9288370"/>
              <a:gd name="connsiteY34" fmla="*/ 1053037 h 1686480"/>
              <a:gd name="connsiteX35" fmla="*/ 5785786 w 9288370"/>
              <a:gd name="connsiteY35" fmla="*/ 1051213 h 1686480"/>
              <a:gd name="connsiteX36" fmla="*/ 5829381 w 9288370"/>
              <a:gd name="connsiteY36" fmla="*/ 1046878 h 1686480"/>
              <a:gd name="connsiteX37" fmla="*/ 5943596 w 9288370"/>
              <a:gd name="connsiteY37" fmla="*/ 1043237 h 1686480"/>
              <a:gd name="connsiteX38" fmla="*/ 5985730 w 9288370"/>
              <a:gd name="connsiteY38" fmla="*/ 1035396 h 1686480"/>
              <a:gd name="connsiteX39" fmla="*/ 6103109 w 9288370"/>
              <a:gd name="connsiteY39" fmla="*/ 1019019 h 1686480"/>
              <a:gd name="connsiteX40" fmla="*/ 6222406 w 9288370"/>
              <a:gd name="connsiteY40" fmla="*/ 985341 h 1686480"/>
              <a:gd name="connsiteX41" fmla="*/ 6598672 w 9288370"/>
              <a:gd name="connsiteY41" fmla="*/ 902062 h 1686480"/>
              <a:gd name="connsiteX42" fmla="*/ 6766149 w 9288370"/>
              <a:gd name="connsiteY42" fmla="*/ 846132 h 1686480"/>
              <a:gd name="connsiteX43" fmla="*/ 6886312 w 9288370"/>
              <a:gd name="connsiteY43" fmla="*/ 781877 h 1686480"/>
              <a:gd name="connsiteX44" fmla="*/ 7006457 w 9288370"/>
              <a:gd name="connsiteY44" fmla="*/ 699758 h 1686480"/>
              <a:gd name="connsiteX45" fmla="*/ 7231643 w 9288370"/>
              <a:gd name="connsiteY45" fmla="*/ 640778 h 1686480"/>
              <a:gd name="connsiteX46" fmla="*/ 7363123 w 9288370"/>
              <a:gd name="connsiteY46" fmla="*/ 593682 h 1686480"/>
              <a:gd name="connsiteX47" fmla="*/ 7588368 w 9288370"/>
              <a:gd name="connsiteY47" fmla="*/ 531129 h 1686480"/>
              <a:gd name="connsiteX48" fmla="*/ 7782741 w 9288370"/>
              <a:gd name="connsiteY48" fmla="*/ 455936 h 1686480"/>
              <a:gd name="connsiteX49" fmla="*/ 7952094 w 9288370"/>
              <a:gd name="connsiteY49" fmla="*/ 409302 h 1686480"/>
              <a:gd name="connsiteX50" fmla="*/ 8231938 w 9288370"/>
              <a:gd name="connsiteY50" fmla="*/ 259259 h 1686480"/>
              <a:gd name="connsiteX51" fmla="*/ 8428864 w 9288370"/>
              <a:gd name="connsiteY51" fmla="*/ 208471 h 1686480"/>
              <a:gd name="connsiteX52" fmla="*/ 8616510 w 9288370"/>
              <a:gd name="connsiteY52" fmla="*/ 161973 h 1686480"/>
              <a:gd name="connsiteX53" fmla="*/ 8826766 w 9288370"/>
              <a:gd name="connsiteY53" fmla="*/ 152111 h 1686480"/>
              <a:gd name="connsiteX54" fmla="*/ 8917647 w 9288370"/>
              <a:gd name="connsiteY54" fmla="*/ 112232 h 1686480"/>
              <a:gd name="connsiteX55" fmla="*/ 9182272 w 9288370"/>
              <a:gd name="connsiteY55" fmla="*/ 37171 h 1686480"/>
              <a:gd name="connsiteX56" fmla="*/ 9232990 w 9288370"/>
              <a:gd name="connsiteY56" fmla="*/ 24074 h 1686480"/>
              <a:gd name="connsiteX57" fmla="*/ 9288370 w 9288370"/>
              <a:gd name="connsiteY57" fmla="*/ 0 h 1686480"/>
              <a:gd name="connsiteX58" fmla="*/ 0 w 9288370"/>
              <a:gd name="connsiteY58" fmla="*/ 0 h 1686480"/>
              <a:gd name="connsiteX59" fmla="*/ 8158 w 9288370"/>
              <a:gd name="connsiteY59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261550 w 9288370"/>
              <a:gd name="connsiteY19" fmla="*/ 1289117 h 1686480"/>
              <a:gd name="connsiteX20" fmla="*/ 3409554 w 9288370"/>
              <a:gd name="connsiteY20" fmla="*/ 1258110 h 1686480"/>
              <a:gd name="connsiteX21" fmla="*/ 3534382 w 9288370"/>
              <a:gd name="connsiteY21" fmla="*/ 1245916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0534 w 9288370"/>
              <a:gd name="connsiteY26" fmla="*/ 1273326 h 1686480"/>
              <a:gd name="connsiteX27" fmla="*/ 4575478 w 9288370"/>
              <a:gd name="connsiteY27" fmla="*/ 1261726 h 1686480"/>
              <a:gd name="connsiteX28" fmla="*/ 4650026 w 9288370"/>
              <a:gd name="connsiteY28" fmla="*/ 1265798 h 1686480"/>
              <a:gd name="connsiteX29" fmla="*/ 4792008 w 9288370"/>
              <a:gd name="connsiteY29" fmla="*/ 1243899 h 1686480"/>
              <a:gd name="connsiteX30" fmla="*/ 4954126 w 9288370"/>
              <a:gd name="connsiteY30" fmla="*/ 1204617 h 1686480"/>
              <a:gd name="connsiteX31" fmla="*/ 5309678 w 9288370"/>
              <a:gd name="connsiteY31" fmla="*/ 1128278 h 1686480"/>
              <a:gd name="connsiteX32" fmla="*/ 5474724 w 9288370"/>
              <a:gd name="connsiteY32" fmla="*/ 1091167 h 1686480"/>
              <a:gd name="connsiteX33" fmla="*/ 5612132 w 9288370"/>
              <a:gd name="connsiteY33" fmla="*/ 1051509 h 1686480"/>
              <a:gd name="connsiteX34" fmla="*/ 5776618 w 9288370"/>
              <a:gd name="connsiteY34" fmla="*/ 1053037 h 1686480"/>
              <a:gd name="connsiteX35" fmla="*/ 5785786 w 9288370"/>
              <a:gd name="connsiteY35" fmla="*/ 1051213 h 1686480"/>
              <a:gd name="connsiteX36" fmla="*/ 5829381 w 9288370"/>
              <a:gd name="connsiteY36" fmla="*/ 1046878 h 1686480"/>
              <a:gd name="connsiteX37" fmla="*/ 5943596 w 9288370"/>
              <a:gd name="connsiteY37" fmla="*/ 1043237 h 1686480"/>
              <a:gd name="connsiteX38" fmla="*/ 5985730 w 9288370"/>
              <a:gd name="connsiteY38" fmla="*/ 1035396 h 1686480"/>
              <a:gd name="connsiteX39" fmla="*/ 6103109 w 9288370"/>
              <a:gd name="connsiteY39" fmla="*/ 1019019 h 1686480"/>
              <a:gd name="connsiteX40" fmla="*/ 6222406 w 9288370"/>
              <a:gd name="connsiteY40" fmla="*/ 985341 h 1686480"/>
              <a:gd name="connsiteX41" fmla="*/ 6598672 w 9288370"/>
              <a:gd name="connsiteY41" fmla="*/ 902062 h 1686480"/>
              <a:gd name="connsiteX42" fmla="*/ 6766149 w 9288370"/>
              <a:gd name="connsiteY42" fmla="*/ 846132 h 1686480"/>
              <a:gd name="connsiteX43" fmla="*/ 6886312 w 9288370"/>
              <a:gd name="connsiteY43" fmla="*/ 781877 h 1686480"/>
              <a:gd name="connsiteX44" fmla="*/ 7006457 w 9288370"/>
              <a:gd name="connsiteY44" fmla="*/ 699758 h 1686480"/>
              <a:gd name="connsiteX45" fmla="*/ 7231643 w 9288370"/>
              <a:gd name="connsiteY45" fmla="*/ 640778 h 1686480"/>
              <a:gd name="connsiteX46" fmla="*/ 7363123 w 9288370"/>
              <a:gd name="connsiteY46" fmla="*/ 593682 h 1686480"/>
              <a:gd name="connsiteX47" fmla="*/ 7588368 w 9288370"/>
              <a:gd name="connsiteY47" fmla="*/ 531129 h 1686480"/>
              <a:gd name="connsiteX48" fmla="*/ 7782741 w 9288370"/>
              <a:gd name="connsiteY48" fmla="*/ 455936 h 1686480"/>
              <a:gd name="connsiteX49" fmla="*/ 7952094 w 9288370"/>
              <a:gd name="connsiteY49" fmla="*/ 409302 h 1686480"/>
              <a:gd name="connsiteX50" fmla="*/ 8231938 w 9288370"/>
              <a:gd name="connsiteY50" fmla="*/ 259259 h 1686480"/>
              <a:gd name="connsiteX51" fmla="*/ 8428864 w 9288370"/>
              <a:gd name="connsiteY51" fmla="*/ 208471 h 1686480"/>
              <a:gd name="connsiteX52" fmla="*/ 8616510 w 9288370"/>
              <a:gd name="connsiteY52" fmla="*/ 161973 h 1686480"/>
              <a:gd name="connsiteX53" fmla="*/ 8826766 w 9288370"/>
              <a:gd name="connsiteY53" fmla="*/ 152111 h 1686480"/>
              <a:gd name="connsiteX54" fmla="*/ 8917647 w 9288370"/>
              <a:gd name="connsiteY54" fmla="*/ 112232 h 1686480"/>
              <a:gd name="connsiteX55" fmla="*/ 9182272 w 9288370"/>
              <a:gd name="connsiteY55" fmla="*/ 37171 h 1686480"/>
              <a:gd name="connsiteX56" fmla="*/ 9232990 w 9288370"/>
              <a:gd name="connsiteY56" fmla="*/ 24074 h 1686480"/>
              <a:gd name="connsiteX57" fmla="*/ 9288370 w 9288370"/>
              <a:gd name="connsiteY57" fmla="*/ 0 h 1686480"/>
              <a:gd name="connsiteX58" fmla="*/ 0 w 9288370"/>
              <a:gd name="connsiteY58" fmla="*/ 0 h 1686480"/>
              <a:gd name="connsiteX59" fmla="*/ 8158 w 9288370"/>
              <a:gd name="connsiteY59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14737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261550 w 9288370"/>
              <a:gd name="connsiteY19" fmla="*/ 1289117 h 1686480"/>
              <a:gd name="connsiteX20" fmla="*/ 3409554 w 9288370"/>
              <a:gd name="connsiteY20" fmla="*/ 1258110 h 1686480"/>
              <a:gd name="connsiteX21" fmla="*/ 3534382 w 9288370"/>
              <a:gd name="connsiteY21" fmla="*/ 1245916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0534 w 9288370"/>
              <a:gd name="connsiteY26" fmla="*/ 1273326 h 1686480"/>
              <a:gd name="connsiteX27" fmla="*/ 4575478 w 9288370"/>
              <a:gd name="connsiteY27" fmla="*/ 1261726 h 1686480"/>
              <a:gd name="connsiteX28" fmla="*/ 4650026 w 9288370"/>
              <a:gd name="connsiteY28" fmla="*/ 1265798 h 1686480"/>
              <a:gd name="connsiteX29" fmla="*/ 4792008 w 9288370"/>
              <a:gd name="connsiteY29" fmla="*/ 1243899 h 1686480"/>
              <a:gd name="connsiteX30" fmla="*/ 4954126 w 9288370"/>
              <a:gd name="connsiteY30" fmla="*/ 1204617 h 1686480"/>
              <a:gd name="connsiteX31" fmla="*/ 5309678 w 9288370"/>
              <a:gd name="connsiteY31" fmla="*/ 1128278 h 1686480"/>
              <a:gd name="connsiteX32" fmla="*/ 5474724 w 9288370"/>
              <a:gd name="connsiteY32" fmla="*/ 1091167 h 1686480"/>
              <a:gd name="connsiteX33" fmla="*/ 5612132 w 9288370"/>
              <a:gd name="connsiteY33" fmla="*/ 1051509 h 1686480"/>
              <a:gd name="connsiteX34" fmla="*/ 5776618 w 9288370"/>
              <a:gd name="connsiteY34" fmla="*/ 1053037 h 1686480"/>
              <a:gd name="connsiteX35" fmla="*/ 5785786 w 9288370"/>
              <a:gd name="connsiteY35" fmla="*/ 1051213 h 1686480"/>
              <a:gd name="connsiteX36" fmla="*/ 5829381 w 9288370"/>
              <a:gd name="connsiteY36" fmla="*/ 1046878 h 1686480"/>
              <a:gd name="connsiteX37" fmla="*/ 5943596 w 9288370"/>
              <a:gd name="connsiteY37" fmla="*/ 1043237 h 1686480"/>
              <a:gd name="connsiteX38" fmla="*/ 5985730 w 9288370"/>
              <a:gd name="connsiteY38" fmla="*/ 1035396 h 1686480"/>
              <a:gd name="connsiteX39" fmla="*/ 6103109 w 9288370"/>
              <a:gd name="connsiteY39" fmla="*/ 1019019 h 1686480"/>
              <a:gd name="connsiteX40" fmla="*/ 6222406 w 9288370"/>
              <a:gd name="connsiteY40" fmla="*/ 985341 h 1686480"/>
              <a:gd name="connsiteX41" fmla="*/ 6598672 w 9288370"/>
              <a:gd name="connsiteY41" fmla="*/ 902062 h 1686480"/>
              <a:gd name="connsiteX42" fmla="*/ 6766149 w 9288370"/>
              <a:gd name="connsiteY42" fmla="*/ 846132 h 1686480"/>
              <a:gd name="connsiteX43" fmla="*/ 6886312 w 9288370"/>
              <a:gd name="connsiteY43" fmla="*/ 781877 h 1686480"/>
              <a:gd name="connsiteX44" fmla="*/ 7006457 w 9288370"/>
              <a:gd name="connsiteY44" fmla="*/ 699758 h 1686480"/>
              <a:gd name="connsiteX45" fmla="*/ 7231643 w 9288370"/>
              <a:gd name="connsiteY45" fmla="*/ 640778 h 1686480"/>
              <a:gd name="connsiteX46" fmla="*/ 7363123 w 9288370"/>
              <a:gd name="connsiteY46" fmla="*/ 593682 h 1686480"/>
              <a:gd name="connsiteX47" fmla="*/ 7588368 w 9288370"/>
              <a:gd name="connsiteY47" fmla="*/ 531129 h 1686480"/>
              <a:gd name="connsiteX48" fmla="*/ 7782741 w 9288370"/>
              <a:gd name="connsiteY48" fmla="*/ 455936 h 1686480"/>
              <a:gd name="connsiteX49" fmla="*/ 7952094 w 9288370"/>
              <a:gd name="connsiteY49" fmla="*/ 409302 h 1686480"/>
              <a:gd name="connsiteX50" fmla="*/ 8231938 w 9288370"/>
              <a:gd name="connsiteY50" fmla="*/ 259259 h 1686480"/>
              <a:gd name="connsiteX51" fmla="*/ 8428864 w 9288370"/>
              <a:gd name="connsiteY51" fmla="*/ 208471 h 1686480"/>
              <a:gd name="connsiteX52" fmla="*/ 8616510 w 9288370"/>
              <a:gd name="connsiteY52" fmla="*/ 161973 h 1686480"/>
              <a:gd name="connsiteX53" fmla="*/ 8826766 w 9288370"/>
              <a:gd name="connsiteY53" fmla="*/ 152111 h 1686480"/>
              <a:gd name="connsiteX54" fmla="*/ 8917647 w 9288370"/>
              <a:gd name="connsiteY54" fmla="*/ 112232 h 1686480"/>
              <a:gd name="connsiteX55" fmla="*/ 9182272 w 9288370"/>
              <a:gd name="connsiteY55" fmla="*/ 37171 h 1686480"/>
              <a:gd name="connsiteX56" fmla="*/ 9232990 w 9288370"/>
              <a:gd name="connsiteY56" fmla="*/ 24074 h 1686480"/>
              <a:gd name="connsiteX57" fmla="*/ 9288370 w 9288370"/>
              <a:gd name="connsiteY57" fmla="*/ 0 h 1686480"/>
              <a:gd name="connsiteX58" fmla="*/ 0 w 9288370"/>
              <a:gd name="connsiteY58" fmla="*/ 0 h 1686480"/>
              <a:gd name="connsiteX59" fmla="*/ 8158 w 9288370"/>
              <a:gd name="connsiteY59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14737 h 1686480"/>
              <a:gd name="connsiteX5" fmla="*/ 1339078 w 9288370"/>
              <a:gd name="connsiteY5" fmla="*/ 1494730 h 1686480"/>
              <a:gd name="connsiteX6" fmla="*/ 1488946 w 9288370"/>
              <a:gd name="connsiteY6" fmla="*/ 1508375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261550 w 9288370"/>
              <a:gd name="connsiteY19" fmla="*/ 1289117 h 1686480"/>
              <a:gd name="connsiteX20" fmla="*/ 3409554 w 9288370"/>
              <a:gd name="connsiteY20" fmla="*/ 1258110 h 1686480"/>
              <a:gd name="connsiteX21" fmla="*/ 3534382 w 9288370"/>
              <a:gd name="connsiteY21" fmla="*/ 1245916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0534 w 9288370"/>
              <a:gd name="connsiteY26" fmla="*/ 1273326 h 1686480"/>
              <a:gd name="connsiteX27" fmla="*/ 4575478 w 9288370"/>
              <a:gd name="connsiteY27" fmla="*/ 1261726 h 1686480"/>
              <a:gd name="connsiteX28" fmla="*/ 4650026 w 9288370"/>
              <a:gd name="connsiteY28" fmla="*/ 1265798 h 1686480"/>
              <a:gd name="connsiteX29" fmla="*/ 4792008 w 9288370"/>
              <a:gd name="connsiteY29" fmla="*/ 1243899 h 1686480"/>
              <a:gd name="connsiteX30" fmla="*/ 4954126 w 9288370"/>
              <a:gd name="connsiteY30" fmla="*/ 1204617 h 1686480"/>
              <a:gd name="connsiteX31" fmla="*/ 5309678 w 9288370"/>
              <a:gd name="connsiteY31" fmla="*/ 1128278 h 1686480"/>
              <a:gd name="connsiteX32" fmla="*/ 5474724 w 9288370"/>
              <a:gd name="connsiteY32" fmla="*/ 1091167 h 1686480"/>
              <a:gd name="connsiteX33" fmla="*/ 5612132 w 9288370"/>
              <a:gd name="connsiteY33" fmla="*/ 1051509 h 1686480"/>
              <a:gd name="connsiteX34" fmla="*/ 5776618 w 9288370"/>
              <a:gd name="connsiteY34" fmla="*/ 1053037 h 1686480"/>
              <a:gd name="connsiteX35" fmla="*/ 5785786 w 9288370"/>
              <a:gd name="connsiteY35" fmla="*/ 1051213 h 1686480"/>
              <a:gd name="connsiteX36" fmla="*/ 5829381 w 9288370"/>
              <a:gd name="connsiteY36" fmla="*/ 1046878 h 1686480"/>
              <a:gd name="connsiteX37" fmla="*/ 5943596 w 9288370"/>
              <a:gd name="connsiteY37" fmla="*/ 1043237 h 1686480"/>
              <a:gd name="connsiteX38" fmla="*/ 5985730 w 9288370"/>
              <a:gd name="connsiteY38" fmla="*/ 1035396 h 1686480"/>
              <a:gd name="connsiteX39" fmla="*/ 6103109 w 9288370"/>
              <a:gd name="connsiteY39" fmla="*/ 1019019 h 1686480"/>
              <a:gd name="connsiteX40" fmla="*/ 6222406 w 9288370"/>
              <a:gd name="connsiteY40" fmla="*/ 985341 h 1686480"/>
              <a:gd name="connsiteX41" fmla="*/ 6598672 w 9288370"/>
              <a:gd name="connsiteY41" fmla="*/ 902062 h 1686480"/>
              <a:gd name="connsiteX42" fmla="*/ 6766149 w 9288370"/>
              <a:gd name="connsiteY42" fmla="*/ 846132 h 1686480"/>
              <a:gd name="connsiteX43" fmla="*/ 6886312 w 9288370"/>
              <a:gd name="connsiteY43" fmla="*/ 781877 h 1686480"/>
              <a:gd name="connsiteX44" fmla="*/ 7006457 w 9288370"/>
              <a:gd name="connsiteY44" fmla="*/ 699758 h 1686480"/>
              <a:gd name="connsiteX45" fmla="*/ 7231643 w 9288370"/>
              <a:gd name="connsiteY45" fmla="*/ 640778 h 1686480"/>
              <a:gd name="connsiteX46" fmla="*/ 7363123 w 9288370"/>
              <a:gd name="connsiteY46" fmla="*/ 593682 h 1686480"/>
              <a:gd name="connsiteX47" fmla="*/ 7588368 w 9288370"/>
              <a:gd name="connsiteY47" fmla="*/ 531129 h 1686480"/>
              <a:gd name="connsiteX48" fmla="*/ 7782741 w 9288370"/>
              <a:gd name="connsiteY48" fmla="*/ 455936 h 1686480"/>
              <a:gd name="connsiteX49" fmla="*/ 7952094 w 9288370"/>
              <a:gd name="connsiteY49" fmla="*/ 409302 h 1686480"/>
              <a:gd name="connsiteX50" fmla="*/ 8231938 w 9288370"/>
              <a:gd name="connsiteY50" fmla="*/ 259259 h 1686480"/>
              <a:gd name="connsiteX51" fmla="*/ 8428864 w 9288370"/>
              <a:gd name="connsiteY51" fmla="*/ 208471 h 1686480"/>
              <a:gd name="connsiteX52" fmla="*/ 8616510 w 9288370"/>
              <a:gd name="connsiteY52" fmla="*/ 161973 h 1686480"/>
              <a:gd name="connsiteX53" fmla="*/ 8826766 w 9288370"/>
              <a:gd name="connsiteY53" fmla="*/ 152111 h 1686480"/>
              <a:gd name="connsiteX54" fmla="*/ 8917647 w 9288370"/>
              <a:gd name="connsiteY54" fmla="*/ 112232 h 1686480"/>
              <a:gd name="connsiteX55" fmla="*/ 9182272 w 9288370"/>
              <a:gd name="connsiteY55" fmla="*/ 37171 h 1686480"/>
              <a:gd name="connsiteX56" fmla="*/ 9232990 w 9288370"/>
              <a:gd name="connsiteY56" fmla="*/ 24074 h 1686480"/>
              <a:gd name="connsiteX57" fmla="*/ 9288370 w 9288370"/>
              <a:gd name="connsiteY57" fmla="*/ 0 h 1686480"/>
              <a:gd name="connsiteX58" fmla="*/ 0 w 9288370"/>
              <a:gd name="connsiteY58" fmla="*/ 0 h 1686480"/>
              <a:gd name="connsiteX59" fmla="*/ 8158 w 9288370"/>
              <a:gd name="connsiteY59" fmla="*/ 1671666 h 1686480"/>
              <a:gd name="connsiteX0" fmla="*/ 8158 w 9288370"/>
              <a:gd name="connsiteY0" fmla="*/ 1657420 h 1674498"/>
              <a:gd name="connsiteX1" fmla="*/ 411216 w 9288370"/>
              <a:gd name="connsiteY1" fmla="*/ 1628370 h 1674498"/>
              <a:gd name="connsiteX2" fmla="*/ 766051 w 9288370"/>
              <a:gd name="connsiteY2" fmla="*/ 1569826 h 1674498"/>
              <a:gd name="connsiteX3" fmla="*/ 971617 w 9288370"/>
              <a:gd name="connsiteY3" fmla="*/ 1522494 h 1674498"/>
              <a:gd name="connsiteX4" fmla="*/ 1186668 w 9288370"/>
              <a:gd name="connsiteY4" fmla="*/ 1514737 h 1674498"/>
              <a:gd name="connsiteX5" fmla="*/ 1339078 w 9288370"/>
              <a:gd name="connsiteY5" fmla="*/ 1494730 h 1674498"/>
              <a:gd name="connsiteX6" fmla="*/ 1488946 w 9288370"/>
              <a:gd name="connsiteY6" fmla="*/ 1508375 h 1674498"/>
              <a:gd name="connsiteX7" fmla="*/ 1604999 w 9288370"/>
              <a:gd name="connsiteY7" fmla="*/ 1513599 h 1674498"/>
              <a:gd name="connsiteX8" fmla="*/ 1717911 w 9288370"/>
              <a:gd name="connsiteY8" fmla="*/ 1497764 h 1674498"/>
              <a:gd name="connsiteX9" fmla="*/ 1794234 w 9288370"/>
              <a:gd name="connsiteY9" fmla="*/ 1464331 h 1674498"/>
              <a:gd name="connsiteX10" fmla="*/ 2101780 w 9288370"/>
              <a:gd name="connsiteY10" fmla="*/ 1409907 h 1674498"/>
              <a:gd name="connsiteX11" fmla="*/ 2244830 w 9288370"/>
              <a:gd name="connsiteY11" fmla="*/ 1388540 h 1674498"/>
              <a:gd name="connsiteX12" fmla="*/ 2428648 w 9288370"/>
              <a:gd name="connsiteY12" fmla="*/ 1372736 h 1674498"/>
              <a:gd name="connsiteX13" fmla="*/ 2645882 w 9288370"/>
              <a:gd name="connsiteY13" fmla="*/ 1341971 h 1674498"/>
              <a:gd name="connsiteX14" fmla="*/ 2707413 w 9288370"/>
              <a:gd name="connsiteY14" fmla="*/ 1347156 h 1674498"/>
              <a:gd name="connsiteX15" fmla="*/ 2843134 w 9288370"/>
              <a:gd name="connsiteY15" fmla="*/ 1323561 h 1674498"/>
              <a:gd name="connsiteX16" fmla="*/ 2923804 w 9288370"/>
              <a:gd name="connsiteY16" fmla="*/ 1314224 h 1674498"/>
              <a:gd name="connsiteX17" fmla="*/ 2953618 w 9288370"/>
              <a:gd name="connsiteY17" fmla="*/ 1318186 h 1674498"/>
              <a:gd name="connsiteX18" fmla="*/ 2995816 w 9288370"/>
              <a:gd name="connsiteY18" fmla="*/ 1318670 h 1674498"/>
              <a:gd name="connsiteX19" fmla="*/ 3261550 w 9288370"/>
              <a:gd name="connsiteY19" fmla="*/ 1289117 h 1674498"/>
              <a:gd name="connsiteX20" fmla="*/ 3409554 w 9288370"/>
              <a:gd name="connsiteY20" fmla="*/ 1258110 h 1674498"/>
              <a:gd name="connsiteX21" fmla="*/ 3534382 w 9288370"/>
              <a:gd name="connsiteY21" fmla="*/ 1245916 h 1674498"/>
              <a:gd name="connsiteX22" fmla="*/ 3707853 w 9288370"/>
              <a:gd name="connsiteY22" fmla="*/ 1241722 h 1674498"/>
              <a:gd name="connsiteX23" fmla="*/ 3925616 w 9288370"/>
              <a:gd name="connsiteY23" fmla="*/ 1253751 h 1674498"/>
              <a:gd name="connsiteX24" fmla="*/ 3954387 w 9288370"/>
              <a:gd name="connsiteY24" fmla="*/ 1263789 h 1674498"/>
              <a:gd name="connsiteX25" fmla="*/ 3995849 w 9288370"/>
              <a:gd name="connsiteY25" fmla="*/ 1272939 h 1674498"/>
              <a:gd name="connsiteX26" fmla="*/ 4060534 w 9288370"/>
              <a:gd name="connsiteY26" fmla="*/ 1273326 h 1674498"/>
              <a:gd name="connsiteX27" fmla="*/ 4575478 w 9288370"/>
              <a:gd name="connsiteY27" fmla="*/ 1261726 h 1674498"/>
              <a:gd name="connsiteX28" fmla="*/ 4650026 w 9288370"/>
              <a:gd name="connsiteY28" fmla="*/ 1265798 h 1674498"/>
              <a:gd name="connsiteX29" fmla="*/ 4792008 w 9288370"/>
              <a:gd name="connsiteY29" fmla="*/ 1243899 h 1674498"/>
              <a:gd name="connsiteX30" fmla="*/ 4954126 w 9288370"/>
              <a:gd name="connsiteY30" fmla="*/ 1204617 h 1674498"/>
              <a:gd name="connsiteX31" fmla="*/ 5309678 w 9288370"/>
              <a:gd name="connsiteY31" fmla="*/ 1128278 h 1674498"/>
              <a:gd name="connsiteX32" fmla="*/ 5474724 w 9288370"/>
              <a:gd name="connsiteY32" fmla="*/ 1091167 h 1674498"/>
              <a:gd name="connsiteX33" fmla="*/ 5612132 w 9288370"/>
              <a:gd name="connsiteY33" fmla="*/ 1051509 h 1674498"/>
              <a:gd name="connsiteX34" fmla="*/ 5776618 w 9288370"/>
              <a:gd name="connsiteY34" fmla="*/ 1053037 h 1674498"/>
              <a:gd name="connsiteX35" fmla="*/ 5785786 w 9288370"/>
              <a:gd name="connsiteY35" fmla="*/ 1051213 h 1674498"/>
              <a:gd name="connsiteX36" fmla="*/ 5829381 w 9288370"/>
              <a:gd name="connsiteY36" fmla="*/ 1046878 h 1674498"/>
              <a:gd name="connsiteX37" fmla="*/ 5943596 w 9288370"/>
              <a:gd name="connsiteY37" fmla="*/ 1043237 h 1674498"/>
              <a:gd name="connsiteX38" fmla="*/ 5985730 w 9288370"/>
              <a:gd name="connsiteY38" fmla="*/ 1035396 h 1674498"/>
              <a:gd name="connsiteX39" fmla="*/ 6103109 w 9288370"/>
              <a:gd name="connsiteY39" fmla="*/ 1019019 h 1674498"/>
              <a:gd name="connsiteX40" fmla="*/ 6222406 w 9288370"/>
              <a:gd name="connsiteY40" fmla="*/ 985341 h 1674498"/>
              <a:gd name="connsiteX41" fmla="*/ 6598672 w 9288370"/>
              <a:gd name="connsiteY41" fmla="*/ 902062 h 1674498"/>
              <a:gd name="connsiteX42" fmla="*/ 6766149 w 9288370"/>
              <a:gd name="connsiteY42" fmla="*/ 846132 h 1674498"/>
              <a:gd name="connsiteX43" fmla="*/ 6886312 w 9288370"/>
              <a:gd name="connsiteY43" fmla="*/ 781877 h 1674498"/>
              <a:gd name="connsiteX44" fmla="*/ 7006457 w 9288370"/>
              <a:gd name="connsiteY44" fmla="*/ 699758 h 1674498"/>
              <a:gd name="connsiteX45" fmla="*/ 7231643 w 9288370"/>
              <a:gd name="connsiteY45" fmla="*/ 640778 h 1674498"/>
              <a:gd name="connsiteX46" fmla="*/ 7363123 w 9288370"/>
              <a:gd name="connsiteY46" fmla="*/ 593682 h 1674498"/>
              <a:gd name="connsiteX47" fmla="*/ 7588368 w 9288370"/>
              <a:gd name="connsiteY47" fmla="*/ 531129 h 1674498"/>
              <a:gd name="connsiteX48" fmla="*/ 7782741 w 9288370"/>
              <a:gd name="connsiteY48" fmla="*/ 455936 h 1674498"/>
              <a:gd name="connsiteX49" fmla="*/ 7952094 w 9288370"/>
              <a:gd name="connsiteY49" fmla="*/ 409302 h 1674498"/>
              <a:gd name="connsiteX50" fmla="*/ 8231938 w 9288370"/>
              <a:gd name="connsiteY50" fmla="*/ 259259 h 1674498"/>
              <a:gd name="connsiteX51" fmla="*/ 8428864 w 9288370"/>
              <a:gd name="connsiteY51" fmla="*/ 208471 h 1674498"/>
              <a:gd name="connsiteX52" fmla="*/ 8616510 w 9288370"/>
              <a:gd name="connsiteY52" fmla="*/ 161973 h 1674498"/>
              <a:gd name="connsiteX53" fmla="*/ 8826766 w 9288370"/>
              <a:gd name="connsiteY53" fmla="*/ 152111 h 1674498"/>
              <a:gd name="connsiteX54" fmla="*/ 8917647 w 9288370"/>
              <a:gd name="connsiteY54" fmla="*/ 112232 h 1674498"/>
              <a:gd name="connsiteX55" fmla="*/ 9182272 w 9288370"/>
              <a:gd name="connsiteY55" fmla="*/ 37171 h 1674498"/>
              <a:gd name="connsiteX56" fmla="*/ 9232990 w 9288370"/>
              <a:gd name="connsiteY56" fmla="*/ 24074 h 1674498"/>
              <a:gd name="connsiteX57" fmla="*/ 9288370 w 9288370"/>
              <a:gd name="connsiteY57" fmla="*/ 0 h 1674498"/>
              <a:gd name="connsiteX58" fmla="*/ 0 w 9288370"/>
              <a:gd name="connsiteY58" fmla="*/ 0 h 1674498"/>
              <a:gd name="connsiteX59" fmla="*/ 8158 w 9288370"/>
              <a:gd name="connsiteY59" fmla="*/ 1657420 h 1674498"/>
              <a:gd name="connsiteX0" fmla="*/ 8158 w 9288370"/>
              <a:gd name="connsiteY0" fmla="*/ 1657420 h 1657420"/>
              <a:gd name="connsiteX1" fmla="*/ 411216 w 9288370"/>
              <a:gd name="connsiteY1" fmla="*/ 1628370 h 1657420"/>
              <a:gd name="connsiteX2" fmla="*/ 766051 w 9288370"/>
              <a:gd name="connsiteY2" fmla="*/ 1569826 h 1657420"/>
              <a:gd name="connsiteX3" fmla="*/ 971617 w 9288370"/>
              <a:gd name="connsiteY3" fmla="*/ 1522494 h 1657420"/>
              <a:gd name="connsiteX4" fmla="*/ 1186668 w 9288370"/>
              <a:gd name="connsiteY4" fmla="*/ 1514737 h 1657420"/>
              <a:gd name="connsiteX5" fmla="*/ 1339078 w 9288370"/>
              <a:gd name="connsiteY5" fmla="*/ 1494730 h 1657420"/>
              <a:gd name="connsiteX6" fmla="*/ 1488946 w 9288370"/>
              <a:gd name="connsiteY6" fmla="*/ 1508375 h 1657420"/>
              <a:gd name="connsiteX7" fmla="*/ 1604999 w 9288370"/>
              <a:gd name="connsiteY7" fmla="*/ 1513599 h 1657420"/>
              <a:gd name="connsiteX8" fmla="*/ 1717911 w 9288370"/>
              <a:gd name="connsiteY8" fmla="*/ 1497764 h 1657420"/>
              <a:gd name="connsiteX9" fmla="*/ 1794234 w 9288370"/>
              <a:gd name="connsiteY9" fmla="*/ 1464331 h 1657420"/>
              <a:gd name="connsiteX10" fmla="*/ 2101780 w 9288370"/>
              <a:gd name="connsiteY10" fmla="*/ 1409907 h 1657420"/>
              <a:gd name="connsiteX11" fmla="*/ 2244830 w 9288370"/>
              <a:gd name="connsiteY11" fmla="*/ 1388540 h 1657420"/>
              <a:gd name="connsiteX12" fmla="*/ 2428648 w 9288370"/>
              <a:gd name="connsiteY12" fmla="*/ 1372736 h 1657420"/>
              <a:gd name="connsiteX13" fmla="*/ 2645882 w 9288370"/>
              <a:gd name="connsiteY13" fmla="*/ 1341971 h 1657420"/>
              <a:gd name="connsiteX14" fmla="*/ 2707413 w 9288370"/>
              <a:gd name="connsiteY14" fmla="*/ 1347156 h 1657420"/>
              <a:gd name="connsiteX15" fmla="*/ 2843134 w 9288370"/>
              <a:gd name="connsiteY15" fmla="*/ 1323561 h 1657420"/>
              <a:gd name="connsiteX16" fmla="*/ 2923804 w 9288370"/>
              <a:gd name="connsiteY16" fmla="*/ 1314224 h 1657420"/>
              <a:gd name="connsiteX17" fmla="*/ 2953618 w 9288370"/>
              <a:gd name="connsiteY17" fmla="*/ 1318186 h 1657420"/>
              <a:gd name="connsiteX18" fmla="*/ 2995816 w 9288370"/>
              <a:gd name="connsiteY18" fmla="*/ 1318670 h 1657420"/>
              <a:gd name="connsiteX19" fmla="*/ 3261550 w 9288370"/>
              <a:gd name="connsiteY19" fmla="*/ 1289117 h 1657420"/>
              <a:gd name="connsiteX20" fmla="*/ 3409554 w 9288370"/>
              <a:gd name="connsiteY20" fmla="*/ 1258110 h 1657420"/>
              <a:gd name="connsiteX21" fmla="*/ 3534382 w 9288370"/>
              <a:gd name="connsiteY21" fmla="*/ 1245916 h 1657420"/>
              <a:gd name="connsiteX22" fmla="*/ 3707853 w 9288370"/>
              <a:gd name="connsiteY22" fmla="*/ 1241722 h 1657420"/>
              <a:gd name="connsiteX23" fmla="*/ 3925616 w 9288370"/>
              <a:gd name="connsiteY23" fmla="*/ 1253751 h 1657420"/>
              <a:gd name="connsiteX24" fmla="*/ 3954387 w 9288370"/>
              <a:gd name="connsiteY24" fmla="*/ 1263789 h 1657420"/>
              <a:gd name="connsiteX25" fmla="*/ 3995849 w 9288370"/>
              <a:gd name="connsiteY25" fmla="*/ 1272939 h 1657420"/>
              <a:gd name="connsiteX26" fmla="*/ 4060534 w 9288370"/>
              <a:gd name="connsiteY26" fmla="*/ 1273326 h 1657420"/>
              <a:gd name="connsiteX27" fmla="*/ 4575478 w 9288370"/>
              <a:gd name="connsiteY27" fmla="*/ 1261726 h 1657420"/>
              <a:gd name="connsiteX28" fmla="*/ 4650026 w 9288370"/>
              <a:gd name="connsiteY28" fmla="*/ 1265798 h 1657420"/>
              <a:gd name="connsiteX29" fmla="*/ 4792008 w 9288370"/>
              <a:gd name="connsiteY29" fmla="*/ 1243899 h 1657420"/>
              <a:gd name="connsiteX30" fmla="*/ 4954126 w 9288370"/>
              <a:gd name="connsiteY30" fmla="*/ 1204617 h 1657420"/>
              <a:gd name="connsiteX31" fmla="*/ 5309678 w 9288370"/>
              <a:gd name="connsiteY31" fmla="*/ 1128278 h 1657420"/>
              <a:gd name="connsiteX32" fmla="*/ 5474724 w 9288370"/>
              <a:gd name="connsiteY32" fmla="*/ 1091167 h 1657420"/>
              <a:gd name="connsiteX33" fmla="*/ 5612132 w 9288370"/>
              <a:gd name="connsiteY33" fmla="*/ 1051509 h 1657420"/>
              <a:gd name="connsiteX34" fmla="*/ 5776618 w 9288370"/>
              <a:gd name="connsiteY34" fmla="*/ 1053037 h 1657420"/>
              <a:gd name="connsiteX35" fmla="*/ 5785786 w 9288370"/>
              <a:gd name="connsiteY35" fmla="*/ 1051213 h 1657420"/>
              <a:gd name="connsiteX36" fmla="*/ 5829381 w 9288370"/>
              <a:gd name="connsiteY36" fmla="*/ 1046878 h 1657420"/>
              <a:gd name="connsiteX37" fmla="*/ 5943596 w 9288370"/>
              <a:gd name="connsiteY37" fmla="*/ 1043237 h 1657420"/>
              <a:gd name="connsiteX38" fmla="*/ 5985730 w 9288370"/>
              <a:gd name="connsiteY38" fmla="*/ 1035396 h 1657420"/>
              <a:gd name="connsiteX39" fmla="*/ 6103109 w 9288370"/>
              <a:gd name="connsiteY39" fmla="*/ 1019019 h 1657420"/>
              <a:gd name="connsiteX40" fmla="*/ 6222406 w 9288370"/>
              <a:gd name="connsiteY40" fmla="*/ 985341 h 1657420"/>
              <a:gd name="connsiteX41" fmla="*/ 6598672 w 9288370"/>
              <a:gd name="connsiteY41" fmla="*/ 902062 h 1657420"/>
              <a:gd name="connsiteX42" fmla="*/ 6766149 w 9288370"/>
              <a:gd name="connsiteY42" fmla="*/ 846132 h 1657420"/>
              <a:gd name="connsiteX43" fmla="*/ 6886312 w 9288370"/>
              <a:gd name="connsiteY43" fmla="*/ 781877 h 1657420"/>
              <a:gd name="connsiteX44" fmla="*/ 7006457 w 9288370"/>
              <a:gd name="connsiteY44" fmla="*/ 699758 h 1657420"/>
              <a:gd name="connsiteX45" fmla="*/ 7231643 w 9288370"/>
              <a:gd name="connsiteY45" fmla="*/ 640778 h 1657420"/>
              <a:gd name="connsiteX46" fmla="*/ 7363123 w 9288370"/>
              <a:gd name="connsiteY46" fmla="*/ 593682 h 1657420"/>
              <a:gd name="connsiteX47" fmla="*/ 7588368 w 9288370"/>
              <a:gd name="connsiteY47" fmla="*/ 531129 h 1657420"/>
              <a:gd name="connsiteX48" fmla="*/ 7782741 w 9288370"/>
              <a:gd name="connsiteY48" fmla="*/ 455936 h 1657420"/>
              <a:gd name="connsiteX49" fmla="*/ 7952094 w 9288370"/>
              <a:gd name="connsiteY49" fmla="*/ 409302 h 1657420"/>
              <a:gd name="connsiteX50" fmla="*/ 8231938 w 9288370"/>
              <a:gd name="connsiteY50" fmla="*/ 259259 h 1657420"/>
              <a:gd name="connsiteX51" fmla="*/ 8428864 w 9288370"/>
              <a:gd name="connsiteY51" fmla="*/ 208471 h 1657420"/>
              <a:gd name="connsiteX52" fmla="*/ 8616510 w 9288370"/>
              <a:gd name="connsiteY52" fmla="*/ 161973 h 1657420"/>
              <a:gd name="connsiteX53" fmla="*/ 8826766 w 9288370"/>
              <a:gd name="connsiteY53" fmla="*/ 152111 h 1657420"/>
              <a:gd name="connsiteX54" fmla="*/ 8917647 w 9288370"/>
              <a:gd name="connsiteY54" fmla="*/ 112232 h 1657420"/>
              <a:gd name="connsiteX55" fmla="*/ 9182272 w 9288370"/>
              <a:gd name="connsiteY55" fmla="*/ 37171 h 1657420"/>
              <a:gd name="connsiteX56" fmla="*/ 9232990 w 9288370"/>
              <a:gd name="connsiteY56" fmla="*/ 24074 h 1657420"/>
              <a:gd name="connsiteX57" fmla="*/ 9288370 w 9288370"/>
              <a:gd name="connsiteY57" fmla="*/ 0 h 1657420"/>
              <a:gd name="connsiteX58" fmla="*/ 0 w 9288370"/>
              <a:gd name="connsiteY58" fmla="*/ 0 h 1657420"/>
              <a:gd name="connsiteX59" fmla="*/ 8158 w 9288370"/>
              <a:gd name="connsiteY59" fmla="*/ 1657420 h 1657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9288370" h="1657420">
                <a:moveTo>
                  <a:pt x="8158" y="1657420"/>
                </a:moveTo>
                <a:cubicBezTo>
                  <a:pt x="61478" y="1649348"/>
                  <a:pt x="284901" y="1645343"/>
                  <a:pt x="411216" y="1628370"/>
                </a:cubicBezTo>
                <a:cubicBezTo>
                  <a:pt x="480417" y="1633188"/>
                  <a:pt x="558470" y="1603899"/>
                  <a:pt x="766051" y="1569826"/>
                </a:cubicBezTo>
                <a:cubicBezTo>
                  <a:pt x="812488" y="1564422"/>
                  <a:pt x="953443" y="1560007"/>
                  <a:pt x="971617" y="1522494"/>
                </a:cubicBezTo>
                <a:cubicBezTo>
                  <a:pt x="1020161" y="1501878"/>
                  <a:pt x="1097347" y="1533665"/>
                  <a:pt x="1186668" y="1514737"/>
                </a:cubicBezTo>
                <a:lnTo>
                  <a:pt x="1339078" y="1494730"/>
                </a:lnTo>
                <a:lnTo>
                  <a:pt x="1488946" y="1508375"/>
                </a:lnTo>
                <a:lnTo>
                  <a:pt x="1604999" y="1513599"/>
                </a:lnTo>
                <a:lnTo>
                  <a:pt x="1717911" y="1497764"/>
                </a:lnTo>
                <a:cubicBezTo>
                  <a:pt x="1743422" y="1488490"/>
                  <a:pt x="1730257" y="1478974"/>
                  <a:pt x="1794234" y="1464331"/>
                </a:cubicBezTo>
                <a:cubicBezTo>
                  <a:pt x="1842539" y="1428781"/>
                  <a:pt x="1920661" y="1445458"/>
                  <a:pt x="2101780" y="1409907"/>
                </a:cubicBezTo>
                <a:cubicBezTo>
                  <a:pt x="2138594" y="1385934"/>
                  <a:pt x="2193900" y="1407074"/>
                  <a:pt x="2244830" y="1388540"/>
                </a:cubicBezTo>
                <a:cubicBezTo>
                  <a:pt x="2310706" y="1379336"/>
                  <a:pt x="2366733" y="1379060"/>
                  <a:pt x="2428648" y="1372736"/>
                </a:cubicBezTo>
                <a:cubicBezTo>
                  <a:pt x="2495490" y="1364975"/>
                  <a:pt x="2599421" y="1346234"/>
                  <a:pt x="2645882" y="1341971"/>
                </a:cubicBezTo>
                <a:cubicBezTo>
                  <a:pt x="2670920" y="1340537"/>
                  <a:pt x="2669117" y="1348484"/>
                  <a:pt x="2707413" y="1347156"/>
                </a:cubicBezTo>
                <a:cubicBezTo>
                  <a:pt x="2743721" y="1324535"/>
                  <a:pt x="2798213" y="1353269"/>
                  <a:pt x="2843134" y="1323561"/>
                </a:cubicBezTo>
                <a:cubicBezTo>
                  <a:pt x="2859865" y="1315298"/>
                  <a:pt x="2912970" y="1306041"/>
                  <a:pt x="2923804" y="1314224"/>
                </a:cubicBezTo>
                <a:cubicBezTo>
                  <a:pt x="2935040" y="1314339"/>
                  <a:pt x="2947659" y="1308371"/>
                  <a:pt x="2953618" y="1318186"/>
                </a:cubicBezTo>
                <a:cubicBezTo>
                  <a:pt x="2963089" y="1329568"/>
                  <a:pt x="3000111" y="1302355"/>
                  <a:pt x="2995816" y="1318670"/>
                </a:cubicBezTo>
                <a:cubicBezTo>
                  <a:pt x="3062330" y="1309669"/>
                  <a:pt x="3152963" y="1319665"/>
                  <a:pt x="3261550" y="1289117"/>
                </a:cubicBezTo>
                <a:lnTo>
                  <a:pt x="3409554" y="1258110"/>
                </a:lnTo>
                <a:cubicBezTo>
                  <a:pt x="3478041" y="1234777"/>
                  <a:pt x="3465895" y="1252355"/>
                  <a:pt x="3534382" y="1245916"/>
                </a:cubicBezTo>
                <a:cubicBezTo>
                  <a:pt x="3568027" y="1248143"/>
                  <a:pt x="3669967" y="1235157"/>
                  <a:pt x="3707853" y="1241722"/>
                </a:cubicBezTo>
                <a:cubicBezTo>
                  <a:pt x="3753776" y="1247777"/>
                  <a:pt x="3884527" y="1250073"/>
                  <a:pt x="3925616" y="1253751"/>
                </a:cubicBezTo>
                <a:cubicBezTo>
                  <a:pt x="3936659" y="1256176"/>
                  <a:pt x="3949946" y="1252887"/>
                  <a:pt x="3954387" y="1263789"/>
                </a:cubicBezTo>
                <a:cubicBezTo>
                  <a:pt x="3962052" y="1276954"/>
                  <a:pt x="4002445" y="1257743"/>
                  <a:pt x="3995849" y="1272939"/>
                </a:cubicBezTo>
                <a:cubicBezTo>
                  <a:pt x="4024501" y="1259800"/>
                  <a:pt x="4037687" y="1266099"/>
                  <a:pt x="4060534" y="1273326"/>
                </a:cubicBezTo>
                <a:cubicBezTo>
                  <a:pt x="4222834" y="1244527"/>
                  <a:pt x="4406167" y="1272716"/>
                  <a:pt x="4575478" y="1261726"/>
                </a:cubicBezTo>
                <a:lnTo>
                  <a:pt x="4650026" y="1265798"/>
                </a:lnTo>
                <a:lnTo>
                  <a:pt x="4792008" y="1243899"/>
                </a:lnTo>
                <a:cubicBezTo>
                  <a:pt x="4864797" y="1217989"/>
                  <a:pt x="4892960" y="1244893"/>
                  <a:pt x="4954126" y="1204617"/>
                </a:cubicBezTo>
                <a:cubicBezTo>
                  <a:pt x="5072643" y="1179171"/>
                  <a:pt x="5136253" y="1145277"/>
                  <a:pt x="5309678" y="1128278"/>
                </a:cubicBezTo>
                <a:cubicBezTo>
                  <a:pt x="5365406" y="1122815"/>
                  <a:pt x="5419708" y="1103537"/>
                  <a:pt x="5474724" y="1091167"/>
                </a:cubicBezTo>
                <a:lnTo>
                  <a:pt x="5612132" y="1051509"/>
                </a:lnTo>
                <a:cubicBezTo>
                  <a:pt x="5662448" y="1045154"/>
                  <a:pt x="5747676" y="1053086"/>
                  <a:pt x="5776618" y="1053037"/>
                </a:cubicBezTo>
                <a:lnTo>
                  <a:pt x="5785786" y="1051213"/>
                </a:lnTo>
                <a:lnTo>
                  <a:pt x="5829381" y="1046878"/>
                </a:lnTo>
                <a:cubicBezTo>
                  <a:pt x="5855683" y="1045549"/>
                  <a:pt x="5917537" y="1045151"/>
                  <a:pt x="5943596" y="1043237"/>
                </a:cubicBezTo>
                <a:cubicBezTo>
                  <a:pt x="5955032" y="1029831"/>
                  <a:pt x="5969545" y="1030469"/>
                  <a:pt x="5985730" y="1035396"/>
                </a:cubicBezTo>
                <a:cubicBezTo>
                  <a:pt x="6020901" y="1022497"/>
                  <a:pt x="6059962" y="1025742"/>
                  <a:pt x="6103109" y="1019019"/>
                </a:cubicBezTo>
                <a:cubicBezTo>
                  <a:pt x="6142495" y="996126"/>
                  <a:pt x="6176341" y="992625"/>
                  <a:pt x="6222406" y="985341"/>
                </a:cubicBezTo>
                <a:cubicBezTo>
                  <a:pt x="6305000" y="965848"/>
                  <a:pt x="6389790" y="916113"/>
                  <a:pt x="6598672" y="902062"/>
                </a:cubicBezTo>
                <a:cubicBezTo>
                  <a:pt x="6696217" y="878308"/>
                  <a:pt x="6705019" y="864412"/>
                  <a:pt x="6766149" y="846132"/>
                </a:cubicBezTo>
                <a:cubicBezTo>
                  <a:pt x="6751303" y="824906"/>
                  <a:pt x="6844288" y="800250"/>
                  <a:pt x="6886312" y="781877"/>
                </a:cubicBezTo>
                <a:cubicBezTo>
                  <a:pt x="6904346" y="796722"/>
                  <a:pt x="6974811" y="693660"/>
                  <a:pt x="7006457" y="699758"/>
                </a:cubicBezTo>
                <a:cubicBezTo>
                  <a:pt x="7015878" y="688760"/>
                  <a:pt x="7169942" y="678731"/>
                  <a:pt x="7231643" y="640778"/>
                </a:cubicBezTo>
                <a:cubicBezTo>
                  <a:pt x="7291087" y="623099"/>
                  <a:pt x="7308597" y="611957"/>
                  <a:pt x="7363123" y="593682"/>
                </a:cubicBezTo>
                <a:cubicBezTo>
                  <a:pt x="7401879" y="595559"/>
                  <a:pt x="7546060" y="516035"/>
                  <a:pt x="7588368" y="531129"/>
                </a:cubicBezTo>
                <a:cubicBezTo>
                  <a:pt x="7589802" y="511039"/>
                  <a:pt x="7775022" y="480542"/>
                  <a:pt x="7782741" y="455936"/>
                </a:cubicBezTo>
                <a:cubicBezTo>
                  <a:pt x="7843362" y="435631"/>
                  <a:pt x="7898455" y="431261"/>
                  <a:pt x="7952094" y="409302"/>
                </a:cubicBezTo>
                <a:cubicBezTo>
                  <a:pt x="8005733" y="387343"/>
                  <a:pt x="8146910" y="289023"/>
                  <a:pt x="8231938" y="259259"/>
                </a:cubicBezTo>
                <a:cubicBezTo>
                  <a:pt x="8305929" y="256630"/>
                  <a:pt x="8363222" y="225400"/>
                  <a:pt x="8428864" y="208471"/>
                </a:cubicBezTo>
                <a:cubicBezTo>
                  <a:pt x="8491413" y="192972"/>
                  <a:pt x="8456819" y="173248"/>
                  <a:pt x="8616510" y="161973"/>
                </a:cubicBezTo>
                <a:cubicBezTo>
                  <a:pt x="8658196" y="158015"/>
                  <a:pt x="8776576" y="160401"/>
                  <a:pt x="8826766" y="152111"/>
                </a:cubicBezTo>
                <a:lnTo>
                  <a:pt x="8917647" y="112232"/>
                </a:lnTo>
                <a:cubicBezTo>
                  <a:pt x="8976899" y="93075"/>
                  <a:pt x="9069756" y="89380"/>
                  <a:pt x="9182272" y="37171"/>
                </a:cubicBezTo>
                <a:cubicBezTo>
                  <a:pt x="9197307" y="35724"/>
                  <a:pt x="9214647" y="30863"/>
                  <a:pt x="9232990" y="24074"/>
                </a:cubicBezTo>
                <a:lnTo>
                  <a:pt x="9288370" y="0"/>
                </a:lnTo>
                <a:lnTo>
                  <a:pt x="0" y="0"/>
                </a:lnTo>
                <a:cubicBezTo>
                  <a:pt x="2719" y="557222"/>
                  <a:pt x="5439" y="1100198"/>
                  <a:pt x="8158" y="1657420"/>
                </a:cubicBezTo>
                <a:close/>
              </a:path>
            </a:pathLst>
          </a:custGeom>
          <a:blipFill>
            <a:blip r:embed="rId2"/>
            <a:tile tx="0" ty="0" sx="70000" sy="70000" flip="none" algn="tl"/>
          </a:blipFill>
          <a:ln w="12700" cap="flat" cmpd="sng" algn="ctr">
            <a:noFill/>
            <a:prstDash val="solid"/>
            <a:miter lim="800000"/>
          </a:ln>
          <a:effectLst>
            <a:innerShdw blurRad="63500" dist="12700" dir="5400000">
              <a:prstClr val="black">
                <a:alpha val="56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AA2DC2-D16E-CC89-9EE7-422FEFF88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685800"/>
            <a:ext cx="4559301" cy="1811740"/>
          </a:xfrm>
        </p:spPr>
        <p:txBody>
          <a:bodyPr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3400"/>
              <a:t>Geographical Distribution of Incidents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C5EB1-2FFF-1421-A2DA-062012564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590801"/>
            <a:ext cx="4559301" cy="3722670"/>
          </a:xfrm>
        </p:spPr>
        <p:txBody>
          <a:bodyPr anchor="ctr">
            <a:normAutofit/>
          </a:bodyPr>
          <a:lstStyle/>
          <a:p>
            <a:r>
              <a:rPr lang="en-US"/>
              <a:t>Several incidents originate from UK supply chains.</a:t>
            </a:r>
          </a:p>
          <a:p>
            <a:r>
              <a:rPr lang="en-US"/>
              <a:t> Imported incidents are linked to countries including France, Romania, Tanzania, and Paraguay.</a:t>
            </a:r>
          </a:p>
          <a:p>
            <a:r>
              <a:rPr lang="en-US"/>
              <a:t> Maps reveal spatial clusters.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121FD63-699B-9C85-7D32-4EB28C585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4041" y="883920"/>
            <a:ext cx="6339840" cy="5684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026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008198D-FCF3-41E4-A622-7191D7174A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A79B99-2770-CD54-F13F-1DDE8628B09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r="6221" b="-1"/>
          <a:stretch>
            <a:fillRect/>
          </a:stretch>
        </p:blipFill>
        <p:spPr>
          <a:xfrm>
            <a:off x="20" y="1"/>
            <a:ext cx="121919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4794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5D27EB0-8BE0-48A7-8570-9A138605F2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7A55D5B-D482-4672-82D9-7C01DF001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0" y="0"/>
            <a:ext cx="12192000" cy="2179475"/>
          </a:xfrm>
          <a:custGeom>
            <a:avLst/>
            <a:gdLst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93343 w 12192000"/>
              <a:gd name="connsiteY106" fmla="*/ 1664672 h 2237474"/>
              <a:gd name="connsiteX107" fmla="*/ 6380457 w 12192000"/>
              <a:gd name="connsiteY107" fmla="*/ 1662376 h 2237474"/>
              <a:gd name="connsiteX108" fmla="*/ 6280959 w 12192000"/>
              <a:gd name="connsiteY108" fmla="*/ 1689329 h 2237474"/>
              <a:gd name="connsiteX109" fmla="*/ 6266765 w 12192000"/>
              <a:gd name="connsiteY109" fmla="*/ 1695560 h 2237474"/>
              <a:gd name="connsiteX110" fmla="*/ 6255823 w 12192000"/>
              <a:gd name="connsiteY110" fmla="*/ 1704850 h 2237474"/>
              <a:gd name="connsiteX111" fmla="*/ 6098321 w 12192000"/>
              <a:gd name="connsiteY111" fmla="*/ 1721646 h 2237474"/>
              <a:gd name="connsiteX112" fmla="*/ 5880652 w 12192000"/>
              <a:gd name="connsiteY112" fmla="*/ 1779643 h 2237474"/>
              <a:gd name="connsiteX113" fmla="*/ 5785959 w 12192000"/>
              <a:gd name="connsiteY113" fmla="*/ 1775307 h 2237474"/>
              <a:gd name="connsiteX114" fmla="*/ 5643534 w 12192000"/>
              <a:gd name="connsiteY114" fmla="*/ 1802919 h 2237474"/>
              <a:gd name="connsiteX115" fmla="*/ 5518799 w 12192000"/>
              <a:gd name="connsiteY115" fmla="*/ 1818312 h 2237474"/>
              <a:gd name="connsiteX116" fmla="*/ 5505014 w 12192000"/>
              <a:gd name="connsiteY116" fmla="*/ 1819259 h 2237474"/>
              <a:gd name="connsiteX117" fmla="*/ 5499949 w 12192000"/>
              <a:gd name="connsiteY117" fmla="*/ 1814490 h 2237474"/>
              <a:gd name="connsiteX118" fmla="*/ 5453307 w 12192000"/>
              <a:gd name="connsiteY118" fmla="*/ 1815450 h 2237474"/>
              <a:gd name="connsiteX119" fmla="*/ 5364192 w 12192000"/>
              <a:gd name="connsiteY119" fmla="*/ 1826074 h 2237474"/>
              <a:gd name="connsiteX120" fmla="*/ 5350380 w 12192000"/>
              <a:gd name="connsiteY120" fmla="*/ 1830891 h 2237474"/>
              <a:gd name="connsiteX121" fmla="*/ 5259633 w 12192000"/>
              <a:gd name="connsiteY121" fmla="*/ 1837160 h 2237474"/>
              <a:gd name="connsiteX122" fmla="*/ 5197513 w 12192000"/>
              <a:gd name="connsiteY122" fmla="*/ 1844718 h 2237474"/>
              <a:gd name="connsiteX123" fmla="*/ 5184170 w 12192000"/>
              <a:gd name="connsiteY123" fmla="*/ 1849402 h 2237474"/>
              <a:gd name="connsiteX124" fmla="*/ 5168852 w 12192000"/>
              <a:gd name="connsiteY124" fmla="*/ 1844846 h 2237474"/>
              <a:gd name="connsiteX125" fmla="*/ 5164370 w 12192000"/>
              <a:gd name="connsiteY125" fmla="*/ 1840597 h 2237474"/>
              <a:gd name="connsiteX126" fmla="*/ 5114927 w 12192000"/>
              <a:gd name="connsiteY126" fmla="*/ 1847827 h 2237474"/>
              <a:gd name="connsiteX127" fmla="*/ 5108970 w 12192000"/>
              <a:gd name="connsiteY127" fmla="*/ 1847935 h 2237474"/>
              <a:gd name="connsiteX128" fmla="*/ 5067961 w 12192000"/>
              <a:gd name="connsiteY128" fmla="*/ 1845917 h 2237474"/>
              <a:gd name="connsiteX129" fmla="*/ 5007075 w 12192000"/>
              <a:gd name="connsiteY129" fmla="*/ 1838626 h 2237474"/>
              <a:gd name="connsiteX130" fmla="*/ 4944087 w 12192000"/>
              <a:gd name="connsiteY130" fmla="*/ 1823332 h 2237474"/>
              <a:gd name="connsiteX131" fmla="*/ 4907662 w 12192000"/>
              <a:gd name="connsiteY131" fmla="*/ 1816900 h 2237474"/>
              <a:gd name="connsiteX132" fmla="*/ 4882386 w 12192000"/>
              <a:gd name="connsiteY132" fmla="*/ 1809844 h 2237474"/>
              <a:gd name="connsiteX133" fmla="*/ 4811440 w 12192000"/>
              <a:gd name="connsiteY133" fmla="*/ 1804655 h 2237474"/>
              <a:gd name="connsiteX134" fmla="*/ 4691075 w 12192000"/>
              <a:gd name="connsiteY134" fmla="*/ 1801389 h 2237474"/>
              <a:gd name="connsiteX135" fmla="*/ 4647449 w 12192000"/>
              <a:gd name="connsiteY135" fmla="*/ 1793181 h 2237474"/>
              <a:gd name="connsiteX136" fmla="*/ 4645504 w 12192000"/>
              <a:gd name="connsiteY136" fmla="*/ 1787606 h 2237474"/>
              <a:gd name="connsiteX137" fmla="*/ 4632229 w 12192000"/>
              <a:gd name="connsiteY137" fmla="*/ 1785815 h 2237474"/>
              <a:gd name="connsiteX138" fmla="*/ 4629273 w 12192000"/>
              <a:gd name="connsiteY138" fmla="*/ 1784355 h 2237474"/>
              <a:gd name="connsiteX139" fmla="*/ 4611738 w 12192000"/>
              <a:gd name="connsiteY139" fmla="*/ 1776964 h 2237474"/>
              <a:gd name="connsiteX140" fmla="*/ 4560070 w 12192000"/>
              <a:gd name="connsiteY140" fmla="*/ 1785640 h 2237474"/>
              <a:gd name="connsiteX141" fmla="*/ 4536503 w 12192000"/>
              <a:gd name="connsiteY141" fmla="*/ 1785334 h 2237474"/>
              <a:gd name="connsiteX142" fmla="*/ 4513724 w 12192000"/>
              <a:gd name="connsiteY142" fmla="*/ 1791996 h 2237474"/>
              <a:gd name="connsiteX143" fmla="*/ 4501513 w 12192000"/>
              <a:gd name="connsiteY143" fmla="*/ 1799835 h 2237474"/>
              <a:gd name="connsiteX144" fmla="*/ 4459076 w 12192000"/>
              <a:gd name="connsiteY144" fmla="*/ 1813003 h 2237474"/>
              <a:gd name="connsiteX145" fmla="*/ 4459810 w 12192000"/>
              <a:gd name="connsiteY145" fmla="*/ 1797886 h 2237474"/>
              <a:gd name="connsiteX146" fmla="*/ 4379064 w 12192000"/>
              <a:gd name="connsiteY146" fmla="*/ 1817177 h 2237474"/>
              <a:gd name="connsiteX147" fmla="*/ 4319209 w 12192000"/>
              <a:gd name="connsiteY147" fmla="*/ 1834833 h 2237474"/>
              <a:gd name="connsiteX148" fmla="*/ 4306907 w 12192000"/>
              <a:gd name="connsiteY148" fmla="*/ 1841641 h 2237474"/>
              <a:gd name="connsiteX149" fmla="*/ 4290981 w 12192000"/>
              <a:gd name="connsiteY149" fmla="*/ 1839677 h 2237474"/>
              <a:gd name="connsiteX150" fmla="*/ 4285792 w 12192000"/>
              <a:gd name="connsiteY150" fmla="*/ 1836231 h 2237474"/>
              <a:gd name="connsiteX151" fmla="*/ 4238372 w 12192000"/>
              <a:gd name="connsiteY151" fmla="*/ 1851480 h 2237474"/>
              <a:gd name="connsiteX152" fmla="*/ 4232517 w 12192000"/>
              <a:gd name="connsiteY152" fmla="*/ 1852567 h 2237474"/>
              <a:gd name="connsiteX153" fmla="*/ 4191732 w 12192000"/>
              <a:gd name="connsiteY153" fmla="*/ 1857328 h 2237474"/>
              <a:gd name="connsiteX154" fmla="*/ 4065532 w 12192000"/>
              <a:gd name="connsiteY154" fmla="*/ 1855477 h 2237474"/>
              <a:gd name="connsiteX155" fmla="*/ 4028460 w 12192000"/>
              <a:gd name="connsiteY155" fmla="*/ 1855137 h 2237474"/>
              <a:gd name="connsiteX156" fmla="*/ 4002267 w 12192000"/>
              <a:gd name="connsiteY156" fmla="*/ 1852352 h 2237474"/>
              <a:gd name="connsiteX157" fmla="*/ 3931396 w 12192000"/>
              <a:gd name="connsiteY157" fmla="*/ 1858915 h 2237474"/>
              <a:gd name="connsiteX158" fmla="*/ 3812162 w 12192000"/>
              <a:gd name="connsiteY158" fmla="*/ 1875501 h 2237474"/>
              <a:gd name="connsiteX159" fmla="*/ 3767672 w 12192000"/>
              <a:gd name="connsiteY159" fmla="*/ 1874600 h 2237474"/>
              <a:gd name="connsiteX160" fmla="*/ 3764741 w 12192000"/>
              <a:gd name="connsiteY160" fmla="*/ 1869433 h 2237474"/>
              <a:gd name="connsiteX161" fmla="*/ 3751332 w 12192000"/>
              <a:gd name="connsiteY161" fmla="*/ 1869854 h 2237474"/>
              <a:gd name="connsiteX162" fmla="*/ 3748155 w 12192000"/>
              <a:gd name="connsiteY162" fmla="*/ 1868903 h 2237474"/>
              <a:gd name="connsiteX163" fmla="*/ 3729530 w 12192000"/>
              <a:gd name="connsiteY163" fmla="*/ 1864513 h 2237474"/>
              <a:gd name="connsiteX164" fmla="*/ 3680177 w 12192000"/>
              <a:gd name="connsiteY164" fmla="*/ 1881552 h 2237474"/>
              <a:gd name="connsiteX165" fmla="*/ 3567259 w 12192000"/>
              <a:gd name="connsiteY165" fmla="*/ 1893482 h 2237474"/>
              <a:gd name="connsiteX166" fmla="*/ 3405770 w 12192000"/>
              <a:gd name="connsiteY166" fmla="*/ 1904591 h 2237474"/>
              <a:gd name="connsiteX167" fmla="*/ 3280097 w 12192000"/>
              <a:gd name="connsiteY167" fmla="*/ 1919610 h 2237474"/>
              <a:gd name="connsiteX168" fmla="*/ 3123424 w 12192000"/>
              <a:gd name="connsiteY168" fmla="*/ 1952930 h 2237474"/>
              <a:gd name="connsiteX169" fmla="*/ 3009910 w 12192000"/>
              <a:gd name="connsiteY169" fmla="*/ 1957866 h 2237474"/>
              <a:gd name="connsiteX170" fmla="*/ 2995934 w 12192000"/>
              <a:gd name="connsiteY170" fmla="*/ 1967085 h 2237474"/>
              <a:gd name="connsiteX171" fmla="*/ 2980071 w 12192000"/>
              <a:gd name="connsiteY171" fmla="*/ 1972988 h 2237474"/>
              <a:gd name="connsiteX172" fmla="*/ 2978094 w 12192000"/>
              <a:gd name="connsiteY172" fmla="*/ 1972369 h 2237474"/>
              <a:gd name="connsiteX173" fmla="*/ 2942858 w 12192000"/>
              <a:gd name="connsiteY173" fmla="*/ 1981367 h 2237474"/>
              <a:gd name="connsiteX174" fmla="*/ 2875436 w 12192000"/>
              <a:gd name="connsiteY174" fmla="*/ 1996977 h 2237474"/>
              <a:gd name="connsiteX175" fmla="*/ 2874892 w 12192000"/>
              <a:gd name="connsiteY175" fmla="*/ 1996085 h 2237474"/>
              <a:gd name="connsiteX176" fmla="*/ 2864145 w 12192000"/>
              <a:gd name="connsiteY176" fmla="*/ 1994061 h 2237474"/>
              <a:gd name="connsiteX177" fmla="*/ 2843662 w 12192000"/>
              <a:gd name="connsiteY177" fmla="*/ 1992498 h 2237474"/>
              <a:gd name="connsiteX178" fmla="*/ 2796128 w 12192000"/>
              <a:gd name="connsiteY178" fmla="*/ 1976403 h 2237474"/>
              <a:gd name="connsiteX179" fmla="*/ 2756784 w 12192000"/>
              <a:gd name="connsiteY179" fmla="*/ 1985116 h 2237474"/>
              <a:gd name="connsiteX180" fmla="*/ 2748833 w 12192000"/>
              <a:gd name="connsiteY180" fmla="*/ 1986323 h 2237474"/>
              <a:gd name="connsiteX181" fmla="*/ 2748661 w 12192000"/>
              <a:gd name="connsiteY181" fmla="*/ 1986122 h 2237474"/>
              <a:gd name="connsiteX182" fmla="*/ 2740251 w 12192000"/>
              <a:gd name="connsiteY182" fmla="*/ 1986946 h 2237474"/>
              <a:gd name="connsiteX183" fmla="*/ 2718916 w 12192000"/>
              <a:gd name="connsiteY183" fmla="*/ 1990867 h 2237474"/>
              <a:gd name="connsiteX184" fmla="*/ 2713522 w 12192000"/>
              <a:gd name="connsiteY184" fmla="*/ 1990173 h 2237474"/>
              <a:gd name="connsiteX185" fmla="*/ 2680597 w 12192000"/>
              <a:gd name="connsiteY185" fmla="*/ 1984996 h 2237474"/>
              <a:gd name="connsiteX186" fmla="*/ 2578178 w 12192000"/>
              <a:gd name="connsiteY186" fmla="*/ 1990531 h 2237474"/>
              <a:gd name="connsiteX187" fmla="*/ 2476147 w 12192000"/>
              <a:gd name="connsiteY187" fmla="*/ 1998305 h 2237474"/>
              <a:gd name="connsiteX188" fmla="*/ 2373568 w 12192000"/>
              <a:gd name="connsiteY188" fmla="*/ 2003219 h 2237474"/>
              <a:gd name="connsiteX189" fmla="*/ 2321399 w 12192000"/>
              <a:gd name="connsiteY189" fmla="*/ 1989467 h 2237474"/>
              <a:gd name="connsiteX190" fmla="*/ 2315525 w 12192000"/>
              <a:gd name="connsiteY190" fmla="*/ 1989708 h 2237474"/>
              <a:gd name="connsiteX191" fmla="*/ 2300792 w 12192000"/>
              <a:gd name="connsiteY191" fmla="*/ 1994290 h 2237474"/>
              <a:gd name="connsiteX192" fmla="*/ 2295469 w 12192000"/>
              <a:gd name="connsiteY192" fmla="*/ 1996659 h 2237474"/>
              <a:gd name="connsiteX193" fmla="*/ 2287219 w 12192000"/>
              <a:gd name="connsiteY193" fmla="*/ 1998750 h 2237474"/>
              <a:gd name="connsiteX194" fmla="*/ 2286948 w 12192000"/>
              <a:gd name="connsiteY194" fmla="*/ 1998596 h 2237474"/>
              <a:gd name="connsiteX195" fmla="*/ 2243069 w 12192000"/>
              <a:gd name="connsiteY195" fmla="*/ 2015111 h 2237474"/>
              <a:gd name="connsiteX196" fmla="*/ 2186609 w 12192000"/>
              <a:gd name="connsiteY196" fmla="*/ 2008263 h 2237474"/>
              <a:gd name="connsiteX197" fmla="*/ 2164831 w 12192000"/>
              <a:gd name="connsiteY197" fmla="*/ 2010143 h 2237474"/>
              <a:gd name="connsiteX198" fmla="*/ 2152836 w 12192000"/>
              <a:gd name="connsiteY198" fmla="*/ 2010048 h 2237474"/>
              <a:gd name="connsiteX199" fmla="*/ 2117102 w 12192000"/>
              <a:gd name="connsiteY199" fmla="*/ 2023004 h 2237474"/>
              <a:gd name="connsiteX200" fmla="*/ 2111935 w 12192000"/>
              <a:gd name="connsiteY200" fmla="*/ 2023163 h 2237474"/>
              <a:gd name="connsiteX201" fmla="*/ 2089991 w 12192000"/>
              <a:gd name="connsiteY201" fmla="*/ 2034193 h 2237474"/>
              <a:gd name="connsiteX202" fmla="*/ 2058061 w 12192000"/>
              <a:gd name="connsiteY202" fmla="*/ 2047942 h 2237474"/>
              <a:gd name="connsiteX203" fmla="*/ 2055737 w 12192000"/>
              <a:gd name="connsiteY203" fmla="*/ 2047704 h 2237474"/>
              <a:gd name="connsiteX204" fmla="*/ 2042244 w 12192000"/>
              <a:gd name="connsiteY204" fmla="*/ 2055560 h 2237474"/>
              <a:gd name="connsiteX205" fmla="*/ 1976224 w 12192000"/>
              <a:gd name="connsiteY205" fmla="*/ 2074257 h 2237474"/>
              <a:gd name="connsiteX206" fmla="*/ 1877728 w 12192000"/>
              <a:gd name="connsiteY206" fmla="*/ 2101004 h 2237474"/>
              <a:gd name="connsiteX207" fmla="*/ 1759056 w 12192000"/>
              <a:gd name="connsiteY207" fmla="*/ 2125608 h 2237474"/>
              <a:gd name="connsiteX208" fmla="*/ 1637948 w 12192000"/>
              <a:gd name="connsiteY208" fmla="*/ 2172597 h 2237474"/>
              <a:gd name="connsiteX209" fmla="*/ 1434549 w 12192000"/>
              <a:gd name="connsiteY209" fmla="*/ 2234522 h 2237474"/>
              <a:gd name="connsiteX210" fmla="*/ 1398481 w 12192000"/>
              <a:gd name="connsiteY210" fmla="*/ 2237074 h 2237474"/>
              <a:gd name="connsiteX211" fmla="*/ 1398407 w 12192000"/>
              <a:gd name="connsiteY211" fmla="*/ 2237095 h 2237474"/>
              <a:gd name="connsiteX212" fmla="*/ 1370962 w 12192000"/>
              <a:gd name="connsiteY212" fmla="*/ 2237474 h 2237474"/>
              <a:gd name="connsiteX213" fmla="*/ 1356367 w 12192000"/>
              <a:gd name="connsiteY213" fmla="*/ 2235089 h 2237474"/>
              <a:gd name="connsiteX214" fmla="*/ 1324828 w 12192000"/>
              <a:gd name="connsiteY214" fmla="*/ 2231968 h 2237474"/>
              <a:gd name="connsiteX215" fmla="*/ 1297744 w 12192000"/>
              <a:gd name="connsiteY215" fmla="*/ 2235849 h 2237474"/>
              <a:gd name="connsiteX216" fmla="*/ 1286236 w 12192000"/>
              <a:gd name="connsiteY216" fmla="*/ 2233135 h 2237474"/>
              <a:gd name="connsiteX217" fmla="*/ 1283504 w 12192000"/>
              <a:gd name="connsiteY217" fmla="*/ 2233797 h 2237474"/>
              <a:gd name="connsiteX218" fmla="*/ 1279765 w 12192000"/>
              <a:gd name="connsiteY218" fmla="*/ 2229639 h 2237474"/>
              <a:gd name="connsiteX219" fmla="*/ 1195347 w 12192000"/>
              <a:gd name="connsiteY219" fmla="*/ 2212354 h 2237474"/>
              <a:gd name="connsiteX220" fmla="*/ 970251 w 12192000"/>
              <a:gd name="connsiteY220" fmla="*/ 2221029 h 2237474"/>
              <a:gd name="connsiteX221" fmla="*/ 812914 w 12192000"/>
              <a:gd name="connsiteY221" fmla="*/ 2202752 h 2237474"/>
              <a:gd name="connsiteX222" fmla="*/ 800195 w 12192000"/>
              <a:gd name="connsiteY222" fmla="*/ 2209407 h 2237474"/>
              <a:gd name="connsiteX223" fmla="*/ 784978 w 12192000"/>
              <a:gd name="connsiteY223" fmla="*/ 2212360 h 2237474"/>
              <a:gd name="connsiteX224" fmla="*/ 681987 w 12192000"/>
              <a:gd name="connsiteY224" fmla="*/ 2216757 h 2237474"/>
              <a:gd name="connsiteX225" fmla="*/ 669923 w 12192000"/>
              <a:gd name="connsiteY225" fmla="*/ 2211682 h 2237474"/>
              <a:gd name="connsiteX226" fmla="*/ 648680 w 12192000"/>
              <a:gd name="connsiteY226" fmla="*/ 2206229 h 2237474"/>
              <a:gd name="connsiteX227" fmla="*/ 597225 w 12192000"/>
              <a:gd name="connsiteY227" fmla="*/ 2180999 h 2237474"/>
              <a:gd name="connsiteX228" fmla="*/ 558449 w 12192000"/>
              <a:gd name="connsiteY228" fmla="*/ 2182346 h 2237474"/>
              <a:gd name="connsiteX229" fmla="*/ 550517 w 12192000"/>
              <a:gd name="connsiteY229" fmla="*/ 2182060 h 2237474"/>
              <a:gd name="connsiteX230" fmla="*/ 550309 w 12192000"/>
              <a:gd name="connsiteY230" fmla="*/ 2181825 h 2237474"/>
              <a:gd name="connsiteX231" fmla="*/ 541836 w 12192000"/>
              <a:gd name="connsiteY231" fmla="*/ 2181063 h 2237474"/>
              <a:gd name="connsiteX232" fmla="*/ 536057 w 12192000"/>
              <a:gd name="connsiteY232" fmla="*/ 2181537 h 2237474"/>
              <a:gd name="connsiteX233" fmla="*/ 520671 w 12192000"/>
              <a:gd name="connsiteY233" fmla="*/ 2180980 h 2237474"/>
              <a:gd name="connsiteX234" fmla="*/ 515024 w 12192000"/>
              <a:gd name="connsiteY234" fmla="*/ 2179258 h 2237474"/>
              <a:gd name="connsiteX235" fmla="*/ 512278 w 12192000"/>
              <a:gd name="connsiteY235" fmla="*/ 2176369 h 2237474"/>
              <a:gd name="connsiteX236" fmla="*/ 480419 w 12192000"/>
              <a:gd name="connsiteY236" fmla="*/ 2167807 h 2237474"/>
              <a:gd name="connsiteX237" fmla="*/ 413835 w 12192000"/>
              <a:gd name="connsiteY237" fmla="*/ 2156783 h 2237474"/>
              <a:gd name="connsiteX238" fmla="*/ 376513 w 12192000"/>
              <a:gd name="connsiteY238" fmla="*/ 2154014 h 2237474"/>
              <a:gd name="connsiteX239" fmla="*/ 273386 w 12192000"/>
              <a:gd name="connsiteY239" fmla="*/ 2142551 h 2237474"/>
              <a:gd name="connsiteX240" fmla="*/ 169207 w 12192000"/>
              <a:gd name="connsiteY240" fmla="*/ 2128100 h 2237474"/>
              <a:gd name="connsiteX241" fmla="*/ 93149 w 12192000"/>
              <a:gd name="connsiteY241" fmla="*/ 2105324 h 2237474"/>
              <a:gd name="connsiteX242" fmla="*/ 88109 w 12192000"/>
              <a:gd name="connsiteY242" fmla="*/ 2106704 h 2237474"/>
              <a:gd name="connsiteX243" fmla="*/ 80022 w 12192000"/>
              <a:gd name="connsiteY243" fmla="*/ 2107254 h 2237474"/>
              <a:gd name="connsiteX244" fmla="*/ 79717 w 12192000"/>
              <a:gd name="connsiteY244" fmla="*/ 2107046 h 2237474"/>
              <a:gd name="connsiteX245" fmla="*/ 72352 w 12192000"/>
              <a:gd name="connsiteY245" fmla="*/ 2107991 h 2237474"/>
              <a:gd name="connsiteX246" fmla="*/ 37645 w 12192000"/>
              <a:gd name="connsiteY246" fmla="*/ 2115401 h 2237474"/>
              <a:gd name="connsiteX247" fmla="*/ 4572 w 12192000"/>
              <a:gd name="connsiteY247" fmla="*/ 2111091 h 2237474"/>
              <a:gd name="connsiteX248" fmla="*/ 0 w 12192000"/>
              <a:gd name="connsiteY248" fmla="*/ 2110468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93343 w 12192000"/>
              <a:gd name="connsiteY106" fmla="*/ 1664672 h 2237474"/>
              <a:gd name="connsiteX107" fmla="*/ 6380457 w 12192000"/>
              <a:gd name="connsiteY107" fmla="*/ 1662376 h 2237474"/>
              <a:gd name="connsiteX108" fmla="*/ 6280959 w 12192000"/>
              <a:gd name="connsiteY108" fmla="*/ 1689329 h 2237474"/>
              <a:gd name="connsiteX109" fmla="*/ 6266765 w 12192000"/>
              <a:gd name="connsiteY109" fmla="*/ 1695560 h 2237474"/>
              <a:gd name="connsiteX110" fmla="*/ 6255823 w 12192000"/>
              <a:gd name="connsiteY110" fmla="*/ 1704850 h 2237474"/>
              <a:gd name="connsiteX111" fmla="*/ 6098321 w 12192000"/>
              <a:gd name="connsiteY111" fmla="*/ 1721646 h 2237474"/>
              <a:gd name="connsiteX112" fmla="*/ 5880652 w 12192000"/>
              <a:gd name="connsiteY112" fmla="*/ 1779643 h 2237474"/>
              <a:gd name="connsiteX113" fmla="*/ 5785959 w 12192000"/>
              <a:gd name="connsiteY113" fmla="*/ 1775307 h 2237474"/>
              <a:gd name="connsiteX114" fmla="*/ 5643534 w 12192000"/>
              <a:gd name="connsiteY114" fmla="*/ 1802919 h 2237474"/>
              <a:gd name="connsiteX115" fmla="*/ 5518799 w 12192000"/>
              <a:gd name="connsiteY115" fmla="*/ 1818312 h 2237474"/>
              <a:gd name="connsiteX116" fmla="*/ 5505014 w 12192000"/>
              <a:gd name="connsiteY116" fmla="*/ 1819259 h 2237474"/>
              <a:gd name="connsiteX117" fmla="*/ 5499949 w 12192000"/>
              <a:gd name="connsiteY117" fmla="*/ 1814490 h 2237474"/>
              <a:gd name="connsiteX118" fmla="*/ 5453307 w 12192000"/>
              <a:gd name="connsiteY118" fmla="*/ 1815450 h 2237474"/>
              <a:gd name="connsiteX119" fmla="*/ 5364192 w 12192000"/>
              <a:gd name="connsiteY119" fmla="*/ 1826074 h 2237474"/>
              <a:gd name="connsiteX120" fmla="*/ 5350380 w 12192000"/>
              <a:gd name="connsiteY120" fmla="*/ 1830891 h 2237474"/>
              <a:gd name="connsiteX121" fmla="*/ 5259633 w 12192000"/>
              <a:gd name="connsiteY121" fmla="*/ 1837160 h 2237474"/>
              <a:gd name="connsiteX122" fmla="*/ 5197513 w 12192000"/>
              <a:gd name="connsiteY122" fmla="*/ 1844718 h 2237474"/>
              <a:gd name="connsiteX123" fmla="*/ 5184170 w 12192000"/>
              <a:gd name="connsiteY123" fmla="*/ 1849402 h 2237474"/>
              <a:gd name="connsiteX124" fmla="*/ 5168852 w 12192000"/>
              <a:gd name="connsiteY124" fmla="*/ 1844846 h 2237474"/>
              <a:gd name="connsiteX125" fmla="*/ 5164370 w 12192000"/>
              <a:gd name="connsiteY125" fmla="*/ 1840597 h 2237474"/>
              <a:gd name="connsiteX126" fmla="*/ 5114927 w 12192000"/>
              <a:gd name="connsiteY126" fmla="*/ 1847827 h 2237474"/>
              <a:gd name="connsiteX127" fmla="*/ 5108970 w 12192000"/>
              <a:gd name="connsiteY127" fmla="*/ 1847935 h 2237474"/>
              <a:gd name="connsiteX128" fmla="*/ 5067961 w 12192000"/>
              <a:gd name="connsiteY128" fmla="*/ 1845917 h 2237474"/>
              <a:gd name="connsiteX129" fmla="*/ 5007075 w 12192000"/>
              <a:gd name="connsiteY129" fmla="*/ 1838626 h 2237474"/>
              <a:gd name="connsiteX130" fmla="*/ 4944087 w 12192000"/>
              <a:gd name="connsiteY130" fmla="*/ 1823332 h 2237474"/>
              <a:gd name="connsiteX131" fmla="*/ 4907662 w 12192000"/>
              <a:gd name="connsiteY131" fmla="*/ 1816900 h 2237474"/>
              <a:gd name="connsiteX132" fmla="*/ 4882386 w 12192000"/>
              <a:gd name="connsiteY132" fmla="*/ 1809844 h 2237474"/>
              <a:gd name="connsiteX133" fmla="*/ 4811440 w 12192000"/>
              <a:gd name="connsiteY133" fmla="*/ 1804655 h 2237474"/>
              <a:gd name="connsiteX134" fmla="*/ 4691075 w 12192000"/>
              <a:gd name="connsiteY134" fmla="*/ 1801389 h 2237474"/>
              <a:gd name="connsiteX135" fmla="*/ 4647449 w 12192000"/>
              <a:gd name="connsiteY135" fmla="*/ 1793181 h 2237474"/>
              <a:gd name="connsiteX136" fmla="*/ 4645504 w 12192000"/>
              <a:gd name="connsiteY136" fmla="*/ 1787606 h 2237474"/>
              <a:gd name="connsiteX137" fmla="*/ 4632229 w 12192000"/>
              <a:gd name="connsiteY137" fmla="*/ 1785815 h 2237474"/>
              <a:gd name="connsiteX138" fmla="*/ 4629273 w 12192000"/>
              <a:gd name="connsiteY138" fmla="*/ 1784355 h 2237474"/>
              <a:gd name="connsiteX139" fmla="*/ 4611738 w 12192000"/>
              <a:gd name="connsiteY139" fmla="*/ 1776964 h 2237474"/>
              <a:gd name="connsiteX140" fmla="*/ 4560070 w 12192000"/>
              <a:gd name="connsiteY140" fmla="*/ 1785640 h 2237474"/>
              <a:gd name="connsiteX141" fmla="*/ 4536503 w 12192000"/>
              <a:gd name="connsiteY141" fmla="*/ 1785334 h 2237474"/>
              <a:gd name="connsiteX142" fmla="*/ 4513724 w 12192000"/>
              <a:gd name="connsiteY142" fmla="*/ 1791996 h 2237474"/>
              <a:gd name="connsiteX143" fmla="*/ 4501513 w 12192000"/>
              <a:gd name="connsiteY143" fmla="*/ 1799835 h 2237474"/>
              <a:gd name="connsiteX144" fmla="*/ 4459810 w 12192000"/>
              <a:gd name="connsiteY144" fmla="*/ 1797886 h 2237474"/>
              <a:gd name="connsiteX145" fmla="*/ 4379064 w 12192000"/>
              <a:gd name="connsiteY145" fmla="*/ 1817177 h 2237474"/>
              <a:gd name="connsiteX146" fmla="*/ 4319209 w 12192000"/>
              <a:gd name="connsiteY146" fmla="*/ 1834833 h 2237474"/>
              <a:gd name="connsiteX147" fmla="*/ 4306907 w 12192000"/>
              <a:gd name="connsiteY147" fmla="*/ 1841641 h 2237474"/>
              <a:gd name="connsiteX148" fmla="*/ 4290981 w 12192000"/>
              <a:gd name="connsiteY148" fmla="*/ 1839677 h 2237474"/>
              <a:gd name="connsiteX149" fmla="*/ 4285792 w 12192000"/>
              <a:gd name="connsiteY149" fmla="*/ 1836231 h 2237474"/>
              <a:gd name="connsiteX150" fmla="*/ 4238372 w 12192000"/>
              <a:gd name="connsiteY150" fmla="*/ 1851480 h 2237474"/>
              <a:gd name="connsiteX151" fmla="*/ 4232517 w 12192000"/>
              <a:gd name="connsiteY151" fmla="*/ 1852567 h 2237474"/>
              <a:gd name="connsiteX152" fmla="*/ 4191732 w 12192000"/>
              <a:gd name="connsiteY152" fmla="*/ 1857328 h 2237474"/>
              <a:gd name="connsiteX153" fmla="*/ 4065532 w 12192000"/>
              <a:gd name="connsiteY153" fmla="*/ 1855477 h 2237474"/>
              <a:gd name="connsiteX154" fmla="*/ 4028460 w 12192000"/>
              <a:gd name="connsiteY154" fmla="*/ 1855137 h 2237474"/>
              <a:gd name="connsiteX155" fmla="*/ 4002267 w 12192000"/>
              <a:gd name="connsiteY155" fmla="*/ 1852352 h 2237474"/>
              <a:gd name="connsiteX156" fmla="*/ 3931396 w 12192000"/>
              <a:gd name="connsiteY156" fmla="*/ 1858915 h 2237474"/>
              <a:gd name="connsiteX157" fmla="*/ 3812162 w 12192000"/>
              <a:gd name="connsiteY157" fmla="*/ 1875501 h 2237474"/>
              <a:gd name="connsiteX158" fmla="*/ 3767672 w 12192000"/>
              <a:gd name="connsiteY158" fmla="*/ 1874600 h 2237474"/>
              <a:gd name="connsiteX159" fmla="*/ 3764741 w 12192000"/>
              <a:gd name="connsiteY159" fmla="*/ 1869433 h 2237474"/>
              <a:gd name="connsiteX160" fmla="*/ 3751332 w 12192000"/>
              <a:gd name="connsiteY160" fmla="*/ 1869854 h 2237474"/>
              <a:gd name="connsiteX161" fmla="*/ 3748155 w 12192000"/>
              <a:gd name="connsiteY161" fmla="*/ 1868903 h 2237474"/>
              <a:gd name="connsiteX162" fmla="*/ 3729530 w 12192000"/>
              <a:gd name="connsiteY162" fmla="*/ 1864513 h 2237474"/>
              <a:gd name="connsiteX163" fmla="*/ 3680177 w 12192000"/>
              <a:gd name="connsiteY163" fmla="*/ 1881552 h 2237474"/>
              <a:gd name="connsiteX164" fmla="*/ 3567259 w 12192000"/>
              <a:gd name="connsiteY164" fmla="*/ 1893482 h 2237474"/>
              <a:gd name="connsiteX165" fmla="*/ 3405770 w 12192000"/>
              <a:gd name="connsiteY165" fmla="*/ 1904591 h 2237474"/>
              <a:gd name="connsiteX166" fmla="*/ 3280097 w 12192000"/>
              <a:gd name="connsiteY166" fmla="*/ 1919610 h 2237474"/>
              <a:gd name="connsiteX167" fmla="*/ 3123424 w 12192000"/>
              <a:gd name="connsiteY167" fmla="*/ 1952930 h 2237474"/>
              <a:gd name="connsiteX168" fmla="*/ 3009910 w 12192000"/>
              <a:gd name="connsiteY168" fmla="*/ 1957866 h 2237474"/>
              <a:gd name="connsiteX169" fmla="*/ 2995934 w 12192000"/>
              <a:gd name="connsiteY169" fmla="*/ 1967085 h 2237474"/>
              <a:gd name="connsiteX170" fmla="*/ 2980071 w 12192000"/>
              <a:gd name="connsiteY170" fmla="*/ 1972988 h 2237474"/>
              <a:gd name="connsiteX171" fmla="*/ 2978094 w 12192000"/>
              <a:gd name="connsiteY171" fmla="*/ 1972369 h 2237474"/>
              <a:gd name="connsiteX172" fmla="*/ 2942858 w 12192000"/>
              <a:gd name="connsiteY172" fmla="*/ 1981367 h 2237474"/>
              <a:gd name="connsiteX173" fmla="*/ 2875436 w 12192000"/>
              <a:gd name="connsiteY173" fmla="*/ 1996977 h 2237474"/>
              <a:gd name="connsiteX174" fmla="*/ 2874892 w 12192000"/>
              <a:gd name="connsiteY174" fmla="*/ 1996085 h 2237474"/>
              <a:gd name="connsiteX175" fmla="*/ 2864145 w 12192000"/>
              <a:gd name="connsiteY175" fmla="*/ 1994061 h 2237474"/>
              <a:gd name="connsiteX176" fmla="*/ 2843662 w 12192000"/>
              <a:gd name="connsiteY176" fmla="*/ 1992498 h 2237474"/>
              <a:gd name="connsiteX177" fmla="*/ 2796128 w 12192000"/>
              <a:gd name="connsiteY177" fmla="*/ 1976403 h 2237474"/>
              <a:gd name="connsiteX178" fmla="*/ 2756784 w 12192000"/>
              <a:gd name="connsiteY178" fmla="*/ 1985116 h 2237474"/>
              <a:gd name="connsiteX179" fmla="*/ 2748833 w 12192000"/>
              <a:gd name="connsiteY179" fmla="*/ 1986323 h 2237474"/>
              <a:gd name="connsiteX180" fmla="*/ 2748661 w 12192000"/>
              <a:gd name="connsiteY180" fmla="*/ 1986122 h 2237474"/>
              <a:gd name="connsiteX181" fmla="*/ 2740251 w 12192000"/>
              <a:gd name="connsiteY181" fmla="*/ 1986946 h 2237474"/>
              <a:gd name="connsiteX182" fmla="*/ 2718916 w 12192000"/>
              <a:gd name="connsiteY182" fmla="*/ 1990867 h 2237474"/>
              <a:gd name="connsiteX183" fmla="*/ 2713522 w 12192000"/>
              <a:gd name="connsiteY183" fmla="*/ 1990173 h 2237474"/>
              <a:gd name="connsiteX184" fmla="*/ 2680597 w 12192000"/>
              <a:gd name="connsiteY184" fmla="*/ 1984996 h 2237474"/>
              <a:gd name="connsiteX185" fmla="*/ 2578178 w 12192000"/>
              <a:gd name="connsiteY185" fmla="*/ 1990531 h 2237474"/>
              <a:gd name="connsiteX186" fmla="*/ 2476147 w 12192000"/>
              <a:gd name="connsiteY186" fmla="*/ 1998305 h 2237474"/>
              <a:gd name="connsiteX187" fmla="*/ 2373568 w 12192000"/>
              <a:gd name="connsiteY187" fmla="*/ 2003219 h 2237474"/>
              <a:gd name="connsiteX188" fmla="*/ 2321399 w 12192000"/>
              <a:gd name="connsiteY188" fmla="*/ 1989467 h 2237474"/>
              <a:gd name="connsiteX189" fmla="*/ 2315525 w 12192000"/>
              <a:gd name="connsiteY189" fmla="*/ 1989708 h 2237474"/>
              <a:gd name="connsiteX190" fmla="*/ 2300792 w 12192000"/>
              <a:gd name="connsiteY190" fmla="*/ 1994290 h 2237474"/>
              <a:gd name="connsiteX191" fmla="*/ 2295469 w 12192000"/>
              <a:gd name="connsiteY191" fmla="*/ 1996659 h 2237474"/>
              <a:gd name="connsiteX192" fmla="*/ 2287219 w 12192000"/>
              <a:gd name="connsiteY192" fmla="*/ 1998750 h 2237474"/>
              <a:gd name="connsiteX193" fmla="*/ 2286948 w 12192000"/>
              <a:gd name="connsiteY193" fmla="*/ 1998596 h 2237474"/>
              <a:gd name="connsiteX194" fmla="*/ 2243069 w 12192000"/>
              <a:gd name="connsiteY194" fmla="*/ 2015111 h 2237474"/>
              <a:gd name="connsiteX195" fmla="*/ 2186609 w 12192000"/>
              <a:gd name="connsiteY195" fmla="*/ 2008263 h 2237474"/>
              <a:gd name="connsiteX196" fmla="*/ 2164831 w 12192000"/>
              <a:gd name="connsiteY196" fmla="*/ 2010143 h 2237474"/>
              <a:gd name="connsiteX197" fmla="*/ 2152836 w 12192000"/>
              <a:gd name="connsiteY197" fmla="*/ 2010048 h 2237474"/>
              <a:gd name="connsiteX198" fmla="*/ 2117102 w 12192000"/>
              <a:gd name="connsiteY198" fmla="*/ 2023004 h 2237474"/>
              <a:gd name="connsiteX199" fmla="*/ 2111935 w 12192000"/>
              <a:gd name="connsiteY199" fmla="*/ 2023163 h 2237474"/>
              <a:gd name="connsiteX200" fmla="*/ 2089991 w 12192000"/>
              <a:gd name="connsiteY200" fmla="*/ 2034193 h 2237474"/>
              <a:gd name="connsiteX201" fmla="*/ 2058061 w 12192000"/>
              <a:gd name="connsiteY201" fmla="*/ 2047942 h 2237474"/>
              <a:gd name="connsiteX202" fmla="*/ 2055737 w 12192000"/>
              <a:gd name="connsiteY202" fmla="*/ 2047704 h 2237474"/>
              <a:gd name="connsiteX203" fmla="*/ 2042244 w 12192000"/>
              <a:gd name="connsiteY203" fmla="*/ 2055560 h 2237474"/>
              <a:gd name="connsiteX204" fmla="*/ 1976224 w 12192000"/>
              <a:gd name="connsiteY204" fmla="*/ 2074257 h 2237474"/>
              <a:gd name="connsiteX205" fmla="*/ 1877728 w 12192000"/>
              <a:gd name="connsiteY205" fmla="*/ 2101004 h 2237474"/>
              <a:gd name="connsiteX206" fmla="*/ 1759056 w 12192000"/>
              <a:gd name="connsiteY206" fmla="*/ 2125608 h 2237474"/>
              <a:gd name="connsiteX207" fmla="*/ 1637948 w 12192000"/>
              <a:gd name="connsiteY207" fmla="*/ 2172597 h 2237474"/>
              <a:gd name="connsiteX208" fmla="*/ 1434549 w 12192000"/>
              <a:gd name="connsiteY208" fmla="*/ 2234522 h 2237474"/>
              <a:gd name="connsiteX209" fmla="*/ 1398481 w 12192000"/>
              <a:gd name="connsiteY209" fmla="*/ 2237074 h 2237474"/>
              <a:gd name="connsiteX210" fmla="*/ 1398407 w 12192000"/>
              <a:gd name="connsiteY210" fmla="*/ 2237095 h 2237474"/>
              <a:gd name="connsiteX211" fmla="*/ 1370962 w 12192000"/>
              <a:gd name="connsiteY211" fmla="*/ 2237474 h 2237474"/>
              <a:gd name="connsiteX212" fmla="*/ 1356367 w 12192000"/>
              <a:gd name="connsiteY212" fmla="*/ 2235089 h 2237474"/>
              <a:gd name="connsiteX213" fmla="*/ 1324828 w 12192000"/>
              <a:gd name="connsiteY213" fmla="*/ 2231968 h 2237474"/>
              <a:gd name="connsiteX214" fmla="*/ 1297744 w 12192000"/>
              <a:gd name="connsiteY214" fmla="*/ 2235849 h 2237474"/>
              <a:gd name="connsiteX215" fmla="*/ 1286236 w 12192000"/>
              <a:gd name="connsiteY215" fmla="*/ 2233135 h 2237474"/>
              <a:gd name="connsiteX216" fmla="*/ 1283504 w 12192000"/>
              <a:gd name="connsiteY216" fmla="*/ 2233797 h 2237474"/>
              <a:gd name="connsiteX217" fmla="*/ 1279765 w 12192000"/>
              <a:gd name="connsiteY217" fmla="*/ 2229639 h 2237474"/>
              <a:gd name="connsiteX218" fmla="*/ 1195347 w 12192000"/>
              <a:gd name="connsiteY218" fmla="*/ 2212354 h 2237474"/>
              <a:gd name="connsiteX219" fmla="*/ 970251 w 12192000"/>
              <a:gd name="connsiteY219" fmla="*/ 2221029 h 2237474"/>
              <a:gd name="connsiteX220" fmla="*/ 812914 w 12192000"/>
              <a:gd name="connsiteY220" fmla="*/ 2202752 h 2237474"/>
              <a:gd name="connsiteX221" fmla="*/ 800195 w 12192000"/>
              <a:gd name="connsiteY221" fmla="*/ 2209407 h 2237474"/>
              <a:gd name="connsiteX222" fmla="*/ 784978 w 12192000"/>
              <a:gd name="connsiteY222" fmla="*/ 2212360 h 2237474"/>
              <a:gd name="connsiteX223" fmla="*/ 681987 w 12192000"/>
              <a:gd name="connsiteY223" fmla="*/ 2216757 h 2237474"/>
              <a:gd name="connsiteX224" fmla="*/ 669923 w 12192000"/>
              <a:gd name="connsiteY224" fmla="*/ 2211682 h 2237474"/>
              <a:gd name="connsiteX225" fmla="*/ 648680 w 12192000"/>
              <a:gd name="connsiteY225" fmla="*/ 2206229 h 2237474"/>
              <a:gd name="connsiteX226" fmla="*/ 597225 w 12192000"/>
              <a:gd name="connsiteY226" fmla="*/ 2180999 h 2237474"/>
              <a:gd name="connsiteX227" fmla="*/ 558449 w 12192000"/>
              <a:gd name="connsiteY227" fmla="*/ 2182346 h 2237474"/>
              <a:gd name="connsiteX228" fmla="*/ 550517 w 12192000"/>
              <a:gd name="connsiteY228" fmla="*/ 2182060 h 2237474"/>
              <a:gd name="connsiteX229" fmla="*/ 550309 w 12192000"/>
              <a:gd name="connsiteY229" fmla="*/ 2181825 h 2237474"/>
              <a:gd name="connsiteX230" fmla="*/ 541836 w 12192000"/>
              <a:gd name="connsiteY230" fmla="*/ 2181063 h 2237474"/>
              <a:gd name="connsiteX231" fmla="*/ 536057 w 12192000"/>
              <a:gd name="connsiteY231" fmla="*/ 2181537 h 2237474"/>
              <a:gd name="connsiteX232" fmla="*/ 520671 w 12192000"/>
              <a:gd name="connsiteY232" fmla="*/ 2180980 h 2237474"/>
              <a:gd name="connsiteX233" fmla="*/ 515024 w 12192000"/>
              <a:gd name="connsiteY233" fmla="*/ 2179258 h 2237474"/>
              <a:gd name="connsiteX234" fmla="*/ 512278 w 12192000"/>
              <a:gd name="connsiteY234" fmla="*/ 2176369 h 2237474"/>
              <a:gd name="connsiteX235" fmla="*/ 480419 w 12192000"/>
              <a:gd name="connsiteY235" fmla="*/ 2167807 h 2237474"/>
              <a:gd name="connsiteX236" fmla="*/ 413835 w 12192000"/>
              <a:gd name="connsiteY236" fmla="*/ 2156783 h 2237474"/>
              <a:gd name="connsiteX237" fmla="*/ 376513 w 12192000"/>
              <a:gd name="connsiteY237" fmla="*/ 2154014 h 2237474"/>
              <a:gd name="connsiteX238" fmla="*/ 273386 w 12192000"/>
              <a:gd name="connsiteY238" fmla="*/ 2142551 h 2237474"/>
              <a:gd name="connsiteX239" fmla="*/ 169207 w 12192000"/>
              <a:gd name="connsiteY239" fmla="*/ 2128100 h 2237474"/>
              <a:gd name="connsiteX240" fmla="*/ 93149 w 12192000"/>
              <a:gd name="connsiteY240" fmla="*/ 2105324 h 2237474"/>
              <a:gd name="connsiteX241" fmla="*/ 88109 w 12192000"/>
              <a:gd name="connsiteY241" fmla="*/ 2106704 h 2237474"/>
              <a:gd name="connsiteX242" fmla="*/ 80022 w 12192000"/>
              <a:gd name="connsiteY242" fmla="*/ 2107254 h 2237474"/>
              <a:gd name="connsiteX243" fmla="*/ 79717 w 12192000"/>
              <a:gd name="connsiteY243" fmla="*/ 2107046 h 2237474"/>
              <a:gd name="connsiteX244" fmla="*/ 72352 w 12192000"/>
              <a:gd name="connsiteY244" fmla="*/ 2107991 h 2237474"/>
              <a:gd name="connsiteX245" fmla="*/ 37645 w 12192000"/>
              <a:gd name="connsiteY245" fmla="*/ 2115401 h 2237474"/>
              <a:gd name="connsiteX246" fmla="*/ 4572 w 12192000"/>
              <a:gd name="connsiteY246" fmla="*/ 2111091 h 2237474"/>
              <a:gd name="connsiteX247" fmla="*/ 0 w 12192000"/>
              <a:gd name="connsiteY247" fmla="*/ 2110468 h 2237474"/>
              <a:gd name="connsiteX248" fmla="*/ 0 w 12192000"/>
              <a:gd name="connsiteY248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93343 w 12192000"/>
              <a:gd name="connsiteY106" fmla="*/ 1664672 h 2237474"/>
              <a:gd name="connsiteX107" fmla="*/ 6380457 w 12192000"/>
              <a:gd name="connsiteY107" fmla="*/ 1662376 h 2237474"/>
              <a:gd name="connsiteX108" fmla="*/ 6280959 w 12192000"/>
              <a:gd name="connsiteY108" fmla="*/ 1689329 h 2237474"/>
              <a:gd name="connsiteX109" fmla="*/ 6266765 w 12192000"/>
              <a:gd name="connsiteY109" fmla="*/ 1695560 h 2237474"/>
              <a:gd name="connsiteX110" fmla="*/ 6255823 w 12192000"/>
              <a:gd name="connsiteY110" fmla="*/ 1704850 h 2237474"/>
              <a:gd name="connsiteX111" fmla="*/ 6098321 w 12192000"/>
              <a:gd name="connsiteY111" fmla="*/ 1721646 h 2237474"/>
              <a:gd name="connsiteX112" fmla="*/ 5880652 w 12192000"/>
              <a:gd name="connsiteY112" fmla="*/ 1779643 h 2237474"/>
              <a:gd name="connsiteX113" fmla="*/ 5785959 w 12192000"/>
              <a:gd name="connsiteY113" fmla="*/ 1775307 h 2237474"/>
              <a:gd name="connsiteX114" fmla="*/ 5643534 w 12192000"/>
              <a:gd name="connsiteY114" fmla="*/ 1802919 h 2237474"/>
              <a:gd name="connsiteX115" fmla="*/ 5518799 w 12192000"/>
              <a:gd name="connsiteY115" fmla="*/ 1818312 h 2237474"/>
              <a:gd name="connsiteX116" fmla="*/ 5505014 w 12192000"/>
              <a:gd name="connsiteY116" fmla="*/ 1819259 h 2237474"/>
              <a:gd name="connsiteX117" fmla="*/ 5499949 w 12192000"/>
              <a:gd name="connsiteY117" fmla="*/ 1814490 h 2237474"/>
              <a:gd name="connsiteX118" fmla="*/ 5453307 w 12192000"/>
              <a:gd name="connsiteY118" fmla="*/ 1815450 h 2237474"/>
              <a:gd name="connsiteX119" fmla="*/ 5364192 w 12192000"/>
              <a:gd name="connsiteY119" fmla="*/ 1826074 h 2237474"/>
              <a:gd name="connsiteX120" fmla="*/ 5350380 w 12192000"/>
              <a:gd name="connsiteY120" fmla="*/ 1830891 h 2237474"/>
              <a:gd name="connsiteX121" fmla="*/ 5259633 w 12192000"/>
              <a:gd name="connsiteY121" fmla="*/ 1837160 h 2237474"/>
              <a:gd name="connsiteX122" fmla="*/ 5197513 w 12192000"/>
              <a:gd name="connsiteY122" fmla="*/ 1844718 h 2237474"/>
              <a:gd name="connsiteX123" fmla="*/ 5184170 w 12192000"/>
              <a:gd name="connsiteY123" fmla="*/ 1849402 h 2237474"/>
              <a:gd name="connsiteX124" fmla="*/ 5168852 w 12192000"/>
              <a:gd name="connsiteY124" fmla="*/ 1844846 h 2237474"/>
              <a:gd name="connsiteX125" fmla="*/ 5164370 w 12192000"/>
              <a:gd name="connsiteY125" fmla="*/ 1840597 h 2237474"/>
              <a:gd name="connsiteX126" fmla="*/ 5114927 w 12192000"/>
              <a:gd name="connsiteY126" fmla="*/ 1847827 h 2237474"/>
              <a:gd name="connsiteX127" fmla="*/ 5108970 w 12192000"/>
              <a:gd name="connsiteY127" fmla="*/ 1847935 h 2237474"/>
              <a:gd name="connsiteX128" fmla="*/ 5067961 w 12192000"/>
              <a:gd name="connsiteY128" fmla="*/ 1845917 h 2237474"/>
              <a:gd name="connsiteX129" fmla="*/ 5007075 w 12192000"/>
              <a:gd name="connsiteY129" fmla="*/ 1838626 h 2237474"/>
              <a:gd name="connsiteX130" fmla="*/ 4944087 w 12192000"/>
              <a:gd name="connsiteY130" fmla="*/ 1823332 h 2237474"/>
              <a:gd name="connsiteX131" fmla="*/ 4907662 w 12192000"/>
              <a:gd name="connsiteY131" fmla="*/ 1816900 h 2237474"/>
              <a:gd name="connsiteX132" fmla="*/ 4882386 w 12192000"/>
              <a:gd name="connsiteY132" fmla="*/ 1809844 h 2237474"/>
              <a:gd name="connsiteX133" fmla="*/ 4811440 w 12192000"/>
              <a:gd name="connsiteY133" fmla="*/ 1804655 h 2237474"/>
              <a:gd name="connsiteX134" fmla="*/ 4691075 w 12192000"/>
              <a:gd name="connsiteY134" fmla="*/ 1801389 h 2237474"/>
              <a:gd name="connsiteX135" fmla="*/ 4647449 w 12192000"/>
              <a:gd name="connsiteY135" fmla="*/ 1793181 h 2237474"/>
              <a:gd name="connsiteX136" fmla="*/ 4645504 w 12192000"/>
              <a:gd name="connsiteY136" fmla="*/ 1787606 h 2237474"/>
              <a:gd name="connsiteX137" fmla="*/ 4632229 w 12192000"/>
              <a:gd name="connsiteY137" fmla="*/ 1785815 h 2237474"/>
              <a:gd name="connsiteX138" fmla="*/ 4629273 w 12192000"/>
              <a:gd name="connsiteY138" fmla="*/ 1784355 h 2237474"/>
              <a:gd name="connsiteX139" fmla="*/ 4611738 w 12192000"/>
              <a:gd name="connsiteY139" fmla="*/ 1776964 h 2237474"/>
              <a:gd name="connsiteX140" fmla="*/ 4560070 w 12192000"/>
              <a:gd name="connsiteY140" fmla="*/ 1785640 h 2237474"/>
              <a:gd name="connsiteX141" fmla="*/ 4536503 w 12192000"/>
              <a:gd name="connsiteY141" fmla="*/ 1785334 h 2237474"/>
              <a:gd name="connsiteX142" fmla="*/ 4513724 w 12192000"/>
              <a:gd name="connsiteY142" fmla="*/ 1791996 h 2237474"/>
              <a:gd name="connsiteX143" fmla="*/ 4459810 w 12192000"/>
              <a:gd name="connsiteY143" fmla="*/ 1797886 h 2237474"/>
              <a:gd name="connsiteX144" fmla="*/ 4379064 w 12192000"/>
              <a:gd name="connsiteY144" fmla="*/ 1817177 h 2237474"/>
              <a:gd name="connsiteX145" fmla="*/ 4319209 w 12192000"/>
              <a:gd name="connsiteY145" fmla="*/ 1834833 h 2237474"/>
              <a:gd name="connsiteX146" fmla="*/ 4306907 w 12192000"/>
              <a:gd name="connsiteY146" fmla="*/ 1841641 h 2237474"/>
              <a:gd name="connsiteX147" fmla="*/ 4290981 w 12192000"/>
              <a:gd name="connsiteY147" fmla="*/ 1839677 h 2237474"/>
              <a:gd name="connsiteX148" fmla="*/ 4285792 w 12192000"/>
              <a:gd name="connsiteY148" fmla="*/ 1836231 h 2237474"/>
              <a:gd name="connsiteX149" fmla="*/ 4238372 w 12192000"/>
              <a:gd name="connsiteY149" fmla="*/ 1851480 h 2237474"/>
              <a:gd name="connsiteX150" fmla="*/ 4232517 w 12192000"/>
              <a:gd name="connsiteY150" fmla="*/ 1852567 h 2237474"/>
              <a:gd name="connsiteX151" fmla="*/ 4191732 w 12192000"/>
              <a:gd name="connsiteY151" fmla="*/ 1857328 h 2237474"/>
              <a:gd name="connsiteX152" fmla="*/ 4065532 w 12192000"/>
              <a:gd name="connsiteY152" fmla="*/ 1855477 h 2237474"/>
              <a:gd name="connsiteX153" fmla="*/ 4028460 w 12192000"/>
              <a:gd name="connsiteY153" fmla="*/ 1855137 h 2237474"/>
              <a:gd name="connsiteX154" fmla="*/ 4002267 w 12192000"/>
              <a:gd name="connsiteY154" fmla="*/ 1852352 h 2237474"/>
              <a:gd name="connsiteX155" fmla="*/ 3931396 w 12192000"/>
              <a:gd name="connsiteY155" fmla="*/ 1858915 h 2237474"/>
              <a:gd name="connsiteX156" fmla="*/ 3812162 w 12192000"/>
              <a:gd name="connsiteY156" fmla="*/ 1875501 h 2237474"/>
              <a:gd name="connsiteX157" fmla="*/ 3767672 w 12192000"/>
              <a:gd name="connsiteY157" fmla="*/ 1874600 h 2237474"/>
              <a:gd name="connsiteX158" fmla="*/ 3764741 w 12192000"/>
              <a:gd name="connsiteY158" fmla="*/ 1869433 h 2237474"/>
              <a:gd name="connsiteX159" fmla="*/ 3751332 w 12192000"/>
              <a:gd name="connsiteY159" fmla="*/ 1869854 h 2237474"/>
              <a:gd name="connsiteX160" fmla="*/ 3748155 w 12192000"/>
              <a:gd name="connsiteY160" fmla="*/ 1868903 h 2237474"/>
              <a:gd name="connsiteX161" fmla="*/ 3729530 w 12192000"/>
              <a:gd name="connsiteY161" fmla="*/ 1864513 h 2237474"/>
              <a:gd name="connsiteX162" fmla="*/ 3680177 w 12192000"/>
              <a:gd name="connsiteY162" fmla="*/ 1881552 h 2237474"/>
              <a:gd name="connsiteX163" fmla="*/ 3567259 w 12192000"/>
              <a:gd name="connsiteY163" fmla="*/ 1893482 h 2237474"/>
              <a:gd name="connsiteX164" fmla="*/ 3405770 w 12192000"/>
              <a:gd name="connsiteY164" fmla="*/ 1904591 h 2237474"/>
              <a:gd name="connsiteX165" fmla="*/ 3280097 w 12192000"/>
              <a:gd name="connsiteY165" fmla="*/ 1919610 h 2237474"/>
              <a:gd name="connsiteX166" fmla="*/ 3123424 w 12192000"/>
              <a:gd name="connsiteY166" fmla="*/ 1952930 h 2237474"/>
              <a:gd name="connsiteX167" fmla="*/ 3009910 w 12192000"/>
              <a:gd name="connsiteY167" fmla="*/ 1957866 h 2237474"/>
              <a:gd name="connsiteX168" fmla="*/ 2995934 w 12192000"/>
              <a:gd name="connsiteY168" fmla="*/ 1967085 h 2237474"/>
              <a:gd name="connsiteX169" fmla="*/ 2980071 w 12192000"/>
              <a:gd name="connsiteY169" fmla="*/ 1972988 h 2237474"/>
              <a:gd name="connsiteX170" fmla="*/ 2978094 w 12192000"/>
              <a:gd name="connsiteY170" fmla="*/ 1972369 h 2237474"/>
              <a:gd name="connsiteX171" fmla="*/ 2942858 w 12192000"/>
              <a:gd name="connsiteY171" fmla="*/ 1981367 h 2237474"/>
              <a:gd name="connsiteX172" fmla="*/ 2875436 w 12192000"/>
              <a:gd name="connsiteY172" fmla="*/ 1996977 h 2237474"/>
              <a:gd name="connsiteX173" fmla="*/ 2874892 w 12192000"/>
              <a:gd name="connsiteY173" fmla="*/ 1996085 h 2237474"/>
              <a:gd name="connsiteX174" fmla="*/ 2864145 w 12192000"/>
              <a:gd name="connsiteY174" fmla="*/ 1994061 h 2237474"/>
              <a:gd name="connsiteX175" fmla="*/ 2843662 w 12192000"/>
              <a:gd name="connsiteY175" fmla="*/ 1992498 h 2237474"/>
              <a:gd name="connsiteX176" fmla="*/ 2796128 w 12192000"/>
              <a:gd name="connsiteY176" fmla="*/ 1976403 h 2237474"/>
              <a:gd name="connsiteX177" fmla="*/ 2756784 w 12192000"/>
              <a:gd name="connsiteY177" fmla="*/ 1985116 h 2237474"/>
              <a:gd name="connsiteX178" fmla="*/ 2748833 w 12192000"/>
              <a:gd name="connsiteY178" fmla="*/ 1986323 h 2237474"/>
              <a:gd name="connsiteX179" fmla="*/ 2748661 w 12192000"/>
              <a:gd name="connsiteY179" fmla="*/ 1986122 h 2237474"/>
              <a:gd name="connsiteX180" fmla="*/ 2740251 w 12192000"/>
              <a:gd name="connsiteY180" fmla="*/ 1986946 h 2237474"/>
              <a:gd name="connsiteX181" fmla="*/ 2718916 w 12192000"/>
              <a:gd name="connsiteY181" fmla="*/ 1990867 h 2237474"/>
              <a:gd name="connsiteX182" fmla="*/ 2713522 w 12192000"/>
              <a:gd name="connsiteY182" fmla="*/ 1990173 h 2237474"/>
              <a:gd name="connsiteX183" fmla="*/ 2680597 w 12192000"/>
              <a:gd name="connsiteY183" fmla="*/ 1984996 h 2237474"/>
              <a:gd name="connsiteX184" fmla="*/ 2578178 w 12192000"/>
              <a:gd name="connsiteY184" fmla="*/ 1990531 h 2237474"/>
              <a:gd name="connsiteX185" fmla="*/ 2476147 w 12192000"/>
              <a:gd name="connsiteY185" fmla="*/ 1998305 h 2237474"/>
              <a:gd name="connsiteX186" fmla="*/ 2373568 w 12192000"/>
              <a:gd name="connsiteY186" fmla="*/ 2003219 h 2237474"/>
              <a:gd name="connsiteX187" fmla="*/ 2321399 w 12192000"/>
              <a:gd name="connsiteY187" fmla="*/ 1989467 h 2237474"/>
              <a:gd name="connsiteX188" fmla="*/ 2315525 w 12192000"/>
              <a:gd name="connsiteY188" fmla="*/ 1989708 h 2237474"/>
              <a:gd name="connsiteX189" fmla="*/ 2300792 w 12192000"/>
              <a:gd name="connsiteY189" fmla="*/ 1994290 h 2237474"/>
              <a:gd name="connsiteX190" fmla="*/ 2295469 w 12192000"/>
              <a:gd name="connsiteY190" fmla="*/ 1996659 h 2237474"/>
              <a:gd name="connsiteX191" fmla="*/ 2287219 w 12192000"/>
              <a:gd name="connsiteY191" fmla="*/ 1998750 h 2237474"/>
              <a:gd name="connsiteX192" fmla="*/ 2286948 w 12192000"/>
              <a:gd name="connsiteY192" fmla="*/ 1998596 h 2237474"/>
              <a:gd name="connsiteX193" fmla="*/ 2243069 w 12192000"/>
              <a:gd name="connsiteY193" fmla="*/ 2015111 h 2237474"/>
              <a:gd name="connsiteX194" fmla="*/ 2186609 w 12192000"/>
              <a:gd name="connsiteY194" fmla="*/ 2008263 h 2237474"/>
              <a:gd name="connsiteX195" fmla="*/ 2164831 w 12192000"/>
              <a:gd name="connsiteY195" fmla="*/ 2010143 h 2237474"/>
              <a:gd name="connsiteX196" fmla="*/ 2152836 w 12192000"/>
              <a:gd name="connsiteY196" fmla="*/ 2010048 h 2237474"/>
              <a:gd name="connsiteX197" fmla="*/ 2117102 w 12192000"/>
              <a:gd name="connsiteY197" fmla="*/ 2023004 h 2237474"/>
              <a:gd name="connsiteX198" fmla="*/ 2111935 w 12192000"/>
              <a:gd name="connsiteY198" fmla="*/ 2023163 h 2237474"/>
              <a:gd name="connsiteX199" fmla="*/ 2089991 w 12192000"/>
              <a:gd name="connsiteY199" fmla="*/ 2034193 h 2237474"/>
              <a:gd name="connsiteX200" fmla="*/ 2058061 w 12192000"/>
              <a:gd name="connsiteY200" fmla="*/ 2047942 h 2237474"/>
              <a:gd name="connsiteX201" fmla="*/ 2055737 w 12192000"/>
              <a:gd name="connsiteY201" fmla="*/ 2047704 h 2237474"/>
              <a:gd name="connsiteX202" fmla="*/ 2042244 w 12192000"/>
              <a:gd name="connsiteY202" fmla="*/ 2055560 h 2237474"/>
              <a:gd name="connsiteX203" fmla="*/ 1976224 w 12192000"/>
              <a:gd name="connsiteY203" fmla="*/ 2074257 h 2237474"/>
              <a:gd name="connsiteX204" fmla="*/ 1877728 w 12192000"/>
              <a:gd name="connsiteY204" fmla="*/ 2101004 h 2237474"/>
              <a:gd name="connsiteX205" fmla="*/ 1759056 w 12192000"/>
              <a:gd name="connsiteY205" fmla="*/ 2125608 h 2237474"/>
              <a:gd name="connsiteX206" fmla="*/ 1637948 w 12192000"/>
              <a:gd name="connsiteY206" fmla="*/ 2172597 h 2237474"/>
              <a:gd name="connsiteX207" fmla="*/ 1434549 w 12192000"/>
              <a:gd name="connsiteY207" fmla="*/ 2234522 h 2237474"/>
              <a:gd name="connsiteX208" fmla="*/ 1398481 w 12192000"/>
              <a:gd name="connsiteY208" fmla="*/ 2237074 h 2237474"/>
              <a:gd name="connsiteX209" fmla="*/ 1398407 w 12192000"/>
              <a:gd name="connsiteY209" fmla="*/ 2237095 h 2237474"/>
              <a:gd name="connsiteX210" fmla="*/ 1370962 w 12192000"/>
              <a:gd name="connsiteY210" fmla="*/ 2237474 h 2237474"/>
              <a:gd name="connsiteX211" fmla="*/ 1356367 w 12192000"/>
              <a:gd name="connsiteY211" fmla="*/ 2235089 h 2237474"/>
              <a:gd name="connsiteX212" fmla="*/ 1324828 w 12192000"/>
              <a:gd name="connsiteY212" fmla="*/ 2231968 h 2237474"/>
              <a:gd name="connsiteX213" fmla="*/ 1297744 w 12192000"/>
              <a:gd name="connsiteY213" fmla="*/ 2235849 h 2237474"/>
              <a:gd name="connsiteX214" fmla="*/ 1286236 w 12192000"/>
              <a:gd name="connsiteY214" fmla="*/ 2233135 h 2237474"/>
              <a:gd name="connsiteX215" fmla="*/ 1283504 w 12192000"/>
              <a:gd name="connsiteY215" fmla="*/ 2233797 h 2237474"/>
              <a:gd name="connsiteX216" fmla="*/ 1279765 w 12192000"/>
              <a:gd name="connsiteY216" fmla="*/ 2229639 h 2237474"/>
              <a:gd name="connsiteX217" fmla="*/ 1195347 w 12192000"/>
              <a:gd name="connsiteY217" fmla="*/ 2212354 h 2237474"/>
              <a:gd name="connsiteX218" fmla="*/ 970251 w 12192000"/>
              <a:gd name="connsiteY218" fmla="*/ 2221029 h 2237474"/>
              <a:gd name="connsiteX219" fmla="*/ 812914 w 12192000"/>
              <a:gd name="connsiteY219" fmla="*/ 2202752 h 2237474"/>
              <a:gd name="connsiteX220" fmla="*/ 800195 w 12192000"/>
              <a:gd name="connsiteY220" fmla="*/ 2209407 h 2237474"/>
              <a:gd name="connsiteX221" fmla="*/ 784978 w 12192000"/>
              <a:gd name="connsiteY221" fmla="*/ 2212360 h 2237474"/>
              <a:gd name="connsiteX222" fmla="*/ 681987 w 12192000"/>
              <a:gd name="connsiteY222" fmla="*/ 2216757 h 2237474"/>
              <a:gd name="connsiteX223" fmla="*/ 669923 w 12192000"/>
              <a:gd name="connsiteY223" fmla="*/ 2211682 h 2237474"/>
              <a:gd name="connsiteX224" fmla="*/ 648680 w 12192000"/>
              <a:gd name="connsiteY224" fmla="*/ 2206229 h 2237474"/>
              <a:gd name="connsiteX225" fmla="*/ 597225 w 12192000"/>
              <a:gd name="connsiteY225" fmla="*/ 2180999 h 2237474"/>
              <a:gd name="connsiteX226" fmla="*/ 558449 w 12192000"/>
              <a:gd name="connsiteY226" fmla="*/ 2182346 h 2237474"/>
              <a:gd name="connsiteX227" fmla="*/ 550517 w 12192000"/>
              <a:gd name="connsiteY227" fmla="*/ 2182060 h 2237474"/>
              <a:gd name="connsiteX228" fmla="*/ 550309 w 12192000"/>
              <a:gd name="connsiteY228" fmla="*/ 2181825 h 2237474"/>
              <a:gd name="connsiteX229" fmla="*/ 541836 w 12192000"/>
              <a:gd name="connsiteY229" fmla="*/ 2181063 h 2237474"/>
              <a:gd name="connsiteX230" fmla="*/ 536057 w 12192000"/>
              <a:gd name="connsiteY230" fmla="*/ 2181537 h 2237474"/>
              <a:gd name="connsiteX231" fmla="*/ 520671 w 12192000"/>
              <a:gd name="connsiteY231" fmla="*/ 2180980 h 2237474"/>
              <a:gd name="connsiteX232" fmla="*/ 515024 w 12192000"/>
              <a:gd name="connsiteY232" fmla="*/ 2179258 h 2237474"/>
              <a:gd name="connsiteX233" fmla="*/ 512278 w 12192000"/>
              <a:gd name="connsiteY233" fmla="*/ 2176369 h 2237474"/>
              <a:gd name="connsiteX234" fmla="*/ 480419 w 12192000"/>
              <a:gd name="connsiteY234" fmla="*/ 2167807 h 2237474"/>
              <a:gd name="connsiteX235" fmla="*/ 413835 w 12192000"/>
              <a:gd name="connsiteY235" fmla="*/ 2156783 h 2237474"/>
              <a:gd name="connsiteX236" fmla="*/ 376513 w 12192000"/>
              <a:gd name="connsiteY236" fmla="*/ 2154014 h 2237474"/>
              <a:gd name="connsiteX237" fmla="*/ 273386 w 12192000"/>
              <a:gd name="connsiteY237" fmla="*/ 2142551 h 2237474"/>
              <a:gd name="connsiteX238" fmla="*/ 169207 w 12192000"/>
              <a:gd name="connsiteY238" fmla="*/ 2128100 h 2237474"/>
              <a:gd name="connsiteX239" fmla="*/ 93149 w 12192000"/>
              <a:gd name="connsiteY239" fmla="*/ 2105324 h 2237474"/>
              <a:gd name="connsiteX240" fmla="*/ 88109 w 12192000"/>
              <a:gd name="connsiteY240" fmla="*/ 2106704 h 2237474"/>
              <a:gd name="connsiteX241" fmla="*/ 80022 w 12192000"/>
              <a:gd name="connsiteY241" fmla="*/ 2107254 h 2237474"/>
              <a:gd name="connsiteX242" fmla="*/ 79717 w 12192000"/>
              <a:gd name="connsiteY242" fmla="*/ 2107046 h 2237474"/>
              <a:gd name="connsiteX243" fmla="*/ 72352 w 12192000"/>
              <a:gd name="connsiteY243" fmla="*/ 2107991 h 2237474"/>
              <a:gd name="connsiteX244" fmla="*/ 37645 w 12192000"/>
              <a:gd name="connsiteY244" fmla="*/ 2115401 h 2237474"/>
              <a:gd name="connsiteX245" fmla="*/ 4572 w 12192000"/>
              <a:gd name="connsiteY245" fmla="*/ 2111091 h 2237474"/>
              <a:gd name="connsiteX246" fmla="*/ 0 w 12192000"/>
              <a:gd name="connsiteY246" fmla="*/ 2110468 h 2237474"/>
              <a:gd name="connsiteX247" fmla="*/ 0 w 12192000"/>
              <a:gd name="connsiteY247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93343 w 12192000"/>
              <a:gd name="connsiteY106" fmla="*/ 1664672 h 2237474"/>
              <a:gd name="connsiteX107" fmla="*/ 6380457 w 12192000"/>
              <a:gd name="connsiteY107" fmla="*/ 1662376 h 2237474"/>
              <a:gd name="connsiteX108" fmla="*/ 6280959 w 12192000"/>
              <a:gd name="connsiteY108" fmla="*/ 1689329 h 2237474"/>
              <a:gd name="connsiteX109" fmla="*/ 6266765 w 12192000"/>
              <a:gd name="connsiteY109" fmla="*/ 1695560 h 2237474"/>
              <a:gd name="connsiteX110" fmla="*/ 6255823 w 12192000"/>
              <a:gd name="connsiteY110" fmla="*/ 1704850 h 2237474"/>
              <a:gd name="connsiteX111" fmla="*/ 6098321 w 12192000"/>
              <a:gd name="connsiteY111" fmla="*/ 1721646 h 2237474"/>
              <a:gd name="connsiteX112" fmla="*/ 5880652 w 12192000"/>
              <a:gd name="connsiteY112" fmla="*/ 1779643 h 2237474"/>
              <a:gd name="connsiteX113" fmla="*/ 5785959 w 12192000"/>
              <a:gd name="connsiteY113" fmla="*/ 1775307 h 2237474"/>
              <a:gd name="connsiteX114" fmla="*/ 5643534 w 12192000"/>
              <a:gd name="connsiteY114" fmla="*/ 1802919 h 2237474"/>
              <a:gd name="connsiteX115" fmla="*/ 5518799 w 12192000"/>
              <a:gd name="connsiteY115" fmla="*/ 1818312 h 2237474"/>
              <a:gd name="connsiteX116" fmla="*/ 5505014 w 12192000"/>
              <a:gd name="connsiteY116" fmla="*/ 1819259 h 2237474"/>
              <a:gd name="connsiteX117" fmla="*/ 5453307 w 12192000"/>
              <a:gd name="connsiteY117" fmla="*/ 1815450 h 2237474"/>
              <a:gd name="connsiteX118" fmla="*/ 5364192 w 12192000"/>
              <a:gd name="connsiteY118" fmla="*/ 1826074 h 2237474"/>
              <a:gd name="connsiteX119" fmla="*/ 5350380 w 12192000"/>
              <a:gd name="connsiteY119" fmla="*/ 1830891 h 2237474"/>
              <a:gd name="connsiteX120" fmla="*/ 5259633 w 12192000"/>
              <a:gd name="connsiteY120" fmla="*/ 1837160 h 2237474"/>
              <a:gd name="connsiteX121" fmla="*/ 5197513 w 12192000"/>
              <a:gd name="connsiteY121" fmla="*/ 1844718 h 2237474"/>
              <a:gd name="connsiteX122" fmla="*/ 5184170 w 12192000"/>
              <a:gd name="connsiteY122" fmla="*/ 1849402 h 2237474"/>
              <a:gd name="connsiteX123" fmla="*/ 5168852 w 12192000"/>
              <a:gd name="connsiteY123" fmla="*/ 1844846 h 2237474"/>
              <a:gd name="connsiteX124" fmla="*/ 5164370 w 12192000"/>
              <a:gd name="connsiteY124" fmla="*/ 1840597 h 2237474"/>
              <a:gd name="connsiteX125" fmla="*/ 5114927 w 12192000"/>
              <a:gd name="connsiteY125" fmla="*/ 1847827 h 2237474"/>
              <a:gd name="connsiteX126" fmla="*/ 5108970 w 12192000"/>
              <a:gd name="connsiteY126" fmla="*/ 1847935 h 2237474"/>
              <a:gd name="connsiteX127" fmla="*/ 5067961 w 12192000"/>
              <a:gd name="connsiteY127" fmla="*/ 1845917 h 2237474"/>
              <a:gd name="connsiteX128" fmla="*/ 5007075 w 12192000"/>
              <a:gd name="connsiteY128" fmla="*/ 1838626 h 2237474"/>
              <a:gd name="connsiteX129" fmla="*/ 4944087 w 12192000"/>
              <a:gd name="connsiteY129" fmla="*/ 1823332 h 2237474"/>
              <a:gd name="connsiteX130" fmla="*/ 4907662 w 12192000"/>
              <a:gd name="connsiteY130" fmla="*/ 1816900 h 2237474"/>
              <a:gd name="connsiteX131" fmla="*/ 4882386 w 12192000"/>
              <a:gd name="connsiteY131" fmla="*/ 1809844 h 2237474"/>
              <a:gd name="connsiteX132" fmla="*/ 4811440 w 12192000"/>
              <a:gd name="connsiteY132" fmla="*/ 1804655 h 2237474"/>
              <a:gd name="connsiteX133" fmla="*/ 4691075 w 12192000"/>
              <a:gd name="connsiteY133" fmla="*/ 1801389 h 2237474"/>
              <a:gd name="connsiteX134" fmla="*/ 4647449 w 12192000"/>
              <a:gd name="connsiteY134" fmla="*/ 1793181 h 2237474"/>
              <a:gd name="connsiteX135" fmla="*/ 4645504 w 12192000"/>
              <a:gd name="connsiteY135" fmla="*/ 1787606 h 2237474"/>
              <a:gd name="connsiteX136" fmla="*/ 4632229 w 12192000"/>
              <a:gd name="connsiteY136" fmla="*/ 1785815 h 2237474"/>
              <a:gd name="connsiteX137" fmla="*/ 4629273 w 12192000"/>
              <a:gd name="connsiteY137" fmla="*/ 1784355 h 2237474"/>
              <a:gd name="connsiteX138" fmla="*/ 4611738 w 12192000"/>
              <a:gd name="connsiteY138" fmla="*/ 1776964 h 2237474"/>
              <a:gd name="connsiteX139" fmla="*/ 4560070 w 12192000"/>
              <a:gd name="connsiteY139" fmla="*/ 1785640 h 2237474"/>
              <a:gd name="connsiteX140" fmla="*/ 4536503 w 12192000"/>
              <a:gd name="connsiteY140" fmla="*/ 1785334 h 2237474"/>
              <a:gd name="connsiteX141" fmla="*/ 4513724 w 12192000"/>
              <a:gd name="connsiteY141" fmla="*/ 1791996 h 2237474"/>
              <a:gd name="connsiteX142" fmla="*/ 4459810 w 12192000"/>
              <a:gd name="connsiteY142" fmla="*/ 1797886 h 2237474"/>
              <a:gd name="connsiteX143" fmla="*/ 4379064 w 12192000"/>
              <a:gd name="connsiteY143" fmla="*/ 1817177 h 2237474"/>
              <a:gd name="connsiteX144" fmla="*/ 4319209 w 12192000"/>
              <a:gd name="connsiteY144" fmla="*/ 1834833 h 2237474"/>
              <a:gd name="connsiteX145" fmla="*/ 4306907 w 12192000"/>
              <a:gd name="connsiteY145" fmla="*/ 1841641 h 2237474"/>
              <a:gd name="connsiteX146" fmla="*/ 4290981 w 12192000"/>
              <a:gd name="connsiteY146" fmla="*/ 1839677 h 2237474"/>
              <a:gd name="connsiteX147" fmla="*/ 4285792 w 12192000"/>
              <a:gd name="connsiteY147" fmla="*/ 1836231 h 2237474"/>
              <a:gd name="connsiteX148" fmla="*/ 4238372 w 12192000"/>
              <a:gd name="connsiteY148" fmla="*/ 1851480 h 2237474"/>
              <a:gd name="connsiteX149" fmla="*/ 4232517 w 12192000"/>
              <a:gd name="connsiteY149" fmla="*/ 1852567 h 2237474"/>
              <a:gd name="connsiteX150" fmla="*/ 4191732 w 12192000"/>
              <a:gd name="connsiteY150" fmla="*/ 1857328 h 2237474"/>
              <a:gd name="connsiteX151" fmla="*/ 4065532 w 12192000"/>
              <a:gd name="connsiteY151" fmla="*/ 1855477 h 2237474"/>
              <a:gd name="connsiteX152" fmla="*/ 4028460 w 12192000"/>
              <a:gd name="connsiteY152" fmla="*/ 1855137 h 2237474"/>
              <a:gd name="connsiteX153" fmla="*/ 4002267 w 12192000"/>
              <a:gd name="connsiteY153" fmla="*/ 1852352 h 2237474"/>
              <a:gd name="connsiteX154" fmla="*/ 3931396 w 12192000"/>
              <a:gd name="connsiteY154" fmla="*/ 1858915 h 2237474"/>
              <a:gd name="connsiteX155" fmla="*/ 3812162 w 12192000"/>
              <a:gd name="connsiteY155" fmla="*/ 1875501 h 2237474"/>
              <a:gd name="connsiteX156" fmla="*/ 3767672 w 12192000"/>
              <a:gd name="connsiteY156" fmla="*/ 1874600 h 2237474"/>
              <a:gd name="connsiteX157" fmla="*/ 3764741 w 12192000"/>
              <a:gd name="connsiteY157" fmla="*/ 1869433 h 2237474"/>
              <a:gd name="connsiteX158" fmla="*/ 3751332 w 12192000"/>
              <a:gd name="connsiteY158" fmla="*/ 1869854 h 2237474"/>
              <a:gd name="connsiteX159" fmla="*/ 3748155 w 12192000"/>
              <a:gd name="connsiteY159" fmla="*/ 1868903 h 2237474"/>
              <a:gd name="connsiteX160" fmla="*/ 3729530 w 12192000"/>
              <a:gd name="connsiteY160" fmla="*/ 1864513 h 2237474"/>
              <a:gd name="connsiteX161" fmla="*/ 3680177 w 12192000"/>
              <a:gd name="connsiteY161" fmla="*/ 1881552 h 2237474"/>
              <a:gd name="connsiteX162" fmla="*/ 3567259 w 12192000"/>
              <a:gd name="connsiteY162" fmla="*/ 1893482 h 2237474"/>
              <a:gd name="connsiteX163" fmla="*/ 3405770 w 12192000"/>
              <a:gd name="connsiteY163" fmla="*/ 1904591 h 2237474"/>
              <a:gd name="connsiteX164" fmla="*/ 3280097 w 12192000"/>
              <a:gd name="connsiteY164" fmla="*/ 1919610 h 2237474"/>
              <a:gd name="connsiteX165" fmla="*/ 3123424 w 12192000"/>
              <a:gd name="connsiteY165" fmla="*/ 1952930 h 2237474"/>
              <a:gd name="connsiteX166" fmla="*/ 3009910 w 12192000"/>
              <a:gd name="connsiteY166" fmla="*/ 1957866 h 2237474"/>
              <a:gd name="connsiteX167" fmla="*/ 2995934 w 12192000"/>
              <a:gd name="connsiteY167" fmla="*/ 1967085 h 2237474"/>
              <a:gd name="connsiteX168" fmla="*/ 2980071 w 12192000"/>
              <a:gd name="connsiteY168" fmla="*/ 1972988 h 2237474"/>
              <a:gd name="connsiteX169" fmla="*/ 2978094 w 12192000"/>
              <a:gd name="connsiteY169" fmla="*/ 1972369 h 2237474"/>
              <a:gd name="connsiteX170" fmla="*/ 2942858 w 12192000"/>
              <a:gd name="connsiteY170" fmla="*/ 1981367 h 2237474"/>
              <a:gd name="connsiteX171" fmla="*/ 2875436 w 12192000"/>
              <a:gd name="connsiteY171" fmla="*/ 1996977 h 2237474"/>
              <a:gd name="connsiteX172" fmla="*/ 2874892 w 12192000"/>
              <a:gd name="connsiteY172" fmla="*/ 1996085 h 2237474"/>
              <a:gd name="connsiteX173" fmla="*/ 2864145 w 12192000"/>
              <a:gd name="connsiteY173" fmla="*/ 1994061 h 2237474"/>
              <a:gd name="connsiteX174" fmla="*/ 2843662 w 12192000"/>
              <a:gd name="connsiteY174" fmla="*/ 1992498 h 2237474"/>
              <a:gd name="connsiteX175" fmla="*/ 2796128 w 12192000"/>
              <a:gd name="connsiteY175" fmla="*/ 1976403 h 2237474"/>
              <a:gd name="connsiteX176" fmla="*/ 2756784 w 12192000"/>
              <a:gd name="connsiteY176" fmla="*/ 1985116 h 2237474"/>
              <a:gd name="connsiteX177" fmla="*/ 2748833 w 12192000"/>
              <a:gd name="connsiteY177" fmla="*/ 1986323 h 2237474"/>
              <a:gd name="connsiteX178" fmla="*/ 2748661 w 12192000"/>
              <a:gd name="connsiteY178" fmla="*/ 1986122 h 2237474"/>
              <a:gd name="connsiteX179" fmla="*/ 2740251 w 12192000"/>
              <a:gd name="connsiteY179" fmla="*/ 1986946 h 2237474"/>
              <a:gd name="connsiteX180" fmla="*/ 2718916 w 12192000"/>
              <a:gd name="connsiteY180" fmla="*/ 1990867 h 2237474"/>
              <a:gd name="connsiteX181" fmla="*/ 2713522 w 12192000"/>
              <a:gd name="connsiteY181" fmla="*/ 1990173 h 2237474"/>
              <a:gd name="connsiteX182" fmla="*/ 2680597 w 12192000"/>
              <a:gd name="connsiteY182" fmla="*/ 1984996 h 2237474"/>
              <a:gd name="connsiteX183" fmla="*/ 2578178 w 12192000"/>
              <a:gd name="connsiteY183" fmla="*/ 1990531 h 2237474"/>
              <a:gd name="connsiteX184" fmla="*/ 2476147 w 12192000"/>
              <a:gd name="connsiteY184" fmla="*/ 1998305 h 2237474"/>
              <a:gd name="connsiteX185" fmla="*/ 2373568 w 12192000"/>
              <a:gd name="connsiteY185" fmla="*/ 2003219 h 2237474"/>
              <a:gd name="connsiteX186" fmla="*/ 2321399 w 12192000"/>
              <a:gd name="connsiteY186" fmla="*/ 1989467 h 2237474"/>
              <a:gd name="connsiteX187" fmla="*/ 2315525 w 12192000"/>
              <a:gd name="connsiteY187" fmla="*/ 1989708 h 2237474"/>
              <a:gd name="connsiteX188" fmla="*/ 2300792 w 12192000"/>
              <a:gd name="connsiteY188" fmla="*/ 1994290 h 2237474"/>
              <a:gd name="connsiteX189" fmla="*/ 2295469 w 12192000"/>
              <a:gd name="connsiteY189" fmla="*/ 1996659 h 2237474"/>
              <a:gd name="connsiteX190" fmla="*/ 2287219 w 12192000"/>
              <a:gd name="connsiteY190" fmla="*/ 1998750 h 2237474"/>
              <a:gd name="connsiteX191" fmla="*/ 2286948 w 12192000"/>
              <a:gd name="connsiteY191" fmla="*/ 1998596 h 2237474"/>
              <a:gd name="connsiteX192" fmla="*/ 2243069 w 12192000"/>
              <a:gd name="connsiteY192" fmla="*/ 2015111 h 2237474"/>
              <a:gd name="connsiteX193" fmla="*/ 2186609 w 12192000"/>
              <a:gd name="connsiteY193" fmla="*/ 2008263 h 2237474"/>
              <a:gd name="connsiteX194" fmla="*/ 2164831 w 12192000"/>
              <a:gd name="connsiteY194" fmla="*/ 2010143 h 2237474"/>
              <a:gd name="connsiteX195" fmla="*/ 2152836 w 12192000"/>
              <a:gd name="connsiteY195" fmla="*/ 2010048 h 2237474"/>
              <a:gd name="connsiteX196" fmla="*/ 2117102 w 12192000"/>
              <a:gd name="connsiteY196" fmla="*/ 2023004 h 2237474"/>
              <a:gd name="connsiteX197" fmla="*/ 2111935 w 12192000"/>
              <a:gd name="connsiteY197" fmla="*/ 2023163 h 2237474"/>
              <a:gd name="connsiteX198" fmla="*/ 2089991 w 12192000"/>
              <a:gd name="connsiteY198" fmla="*/ 2034193 h 2237474"/>
              <a:gd name="connsiteX199" fmla="*/ 2058061 w 12192000"/>
              <a:gd name="connsiteY199" fmla="*/ 2047942 h 2237474"/>
              <a:gd name="connsiteX200" fmla="*/ 2055737 w 12192000"/>
              <a:gd name="connsiteY200" fmla="*/ 2047704 h 2237474"/>
              <a:gd name="connsiteX201" fmla="*/ 2042244 w 12192000"/>
              <a:gd name="connsiteY201" fmla="*/ 2055560 h 2237474"/>
              <a:gd name="connsiteX202" fmla="*/ 1976224 w 12192000"/>
              <a:gd name="connsiteY202" fmla="*/ 2074257 h 2237474"/>
              <a:gd name="connsiteX203" fmla="*/ 1877728 w 12192000"/>
              <a:gd name="connsiteY203" fmla="*/ 2101004 h 2237474"/>
              <a:gd name="connsiteX204" fmla="*/ 1759056 w 12192000"/>
              <a:gd name="connsiteY204" fmla="*/ 2125608 h 2237474"/>
              <a:gd name="connsiteX205" fmla="*/ 1637948 w 12192000"/>
              <a:gd name="connsiteY205" fmla="*/ 2172597 h 2237474"/>
              <a:gd name="connsiteX206" fmla="*/ 1434549 w 12192000"/>
              <a:gd name="connsiteY206" fmla="*/ 2234522 h 2237474"/>
              <a:gd name="connsiteX207" fmla="*/ 1398481 w 12192000"/>
              <a:gd name="connsiteY207" fmla="*/ 2237074 h 2237474"/>
              <a:gd name="connsiteX208" fmla="*/ 1398407 w 12192000"/>
              <a:gd name="connsiteY208" fmla="*/ 2237095 h 2237474"/>
              <a:gd name="connsiteX209" fmla="*/ 1370962 w 12192000"/>
              <a:gd name="connsiteY209" fmla="*/ 2237474 h 2237474"/>
              <a:gd name="connsiteX210" fmla="*/ 1356367 w 12192000"/>
              <a:gd name="connsiteY210" fmla="*/ 2235089 h 2237474"/>
              <a:gd name="connsiteX211" fmla="*/ 1324828 w 12192000"/>
              <a:gd name="connsiteY211" fmla="*/ 2231968 h 2237474"/>
              <a:gd name="connsiteX212" fmla="*/ 1297744 w 12192000"/>
              <a:gd name="connsiteY212" fmla="*/ 2235849 h 2237474"/>
              <a:gd name="connsiteX213" fmla="*/ 1286236 w 12192000"/>
              <a:gd name="connsiteY213" fmla="*/ 2233135 h 2237474"/>
              <a:gd name="connsiteX214" fmla="*/ 1283504 w 12192000"/>
              <a:gd name="connsiteY214" fmla="*/ 2233797 h 2237474"/>
              <a:gd name="connsiteX215" fmla="*/ 1279765 w 12192000"/>
              <a:gd name="connsiteY215" fmla="*/ 2229639 h 2237474"/>
              <a:gd name="connsiteX216" fmla="*/ 1195347 w 12192000"/>
              <a:gd name="connsiteY216" fmla="*/ 2212354 h 2237474"/>
              <a:gd name="connsiteX217" fmla="*/ 970251 w 12192000"/>
              <a:gd name="connsiteY217" fmla="*/ 2221029 h 2237474"/>
              <a:gd name="connsiteX218" fmla="*/ 812914 w 12192000"/>
              <a:gd name="connsiteY218" fmla="*/ 2202752 h 2237474"/>
              <a:gd name="connsiteX219" fmla="*/ 800195 w 12192000"/>
              <a:gd name="connsiteY219" fmla="*/ 2209407 h 2237474"/>
              <a:gd name="connsiteX220" fmla="*/ 784978 w 12192000"/>
              <a:gd name="connsiteY220" fmla="*/ 2212360 h 2237474"/>
              <a:gd name="connsiteX221" fmla="*/ 681987 w 12192000"/>
              <a:gd name="connsiteY221" fmla="*/ 2216757 h 2237474"/>
              <a:gd name="connsiteX222" fmla="*/ 669923 w 12192000"/>
              <a:gd name="connsiteY222" fmla="*/ 2211682 h 2237474"/>
              <a:gd name="connsiteX223" fmla="*/ 648680 w 12192000"/>
              <a:gd name="connsiteY223" fmla="*/ 2206229 h 2237474"/>
              <a:gd name="connsiteX224" fmla="*/ 597225 w 12192000"/>
              <a:gd name="connsiteY224" fmla="*/ 2180999 h 2237474"/>
              <a:gd name="connsiteX225" fmla="*/ 558449 w 12192000"/>
              <a:gd name="connsiteY225" fmla="*/ 2182346 h 2237474"/>
              <a:gd name="connsiteX226" fmla="*/ 550517 w 12192000"/>
              <a:gd name="connsiteY226" fmla="*/ 2182060 h 2237474"/>
              <a:gd name="connsiteX227" fmla="*/ 550309 w 12192000"/>
              <a:gd name="connsiteY227" fmla="*/ 2181825 h 2237474"/>
              <a:gd name="connsiteX228" fmla="*/ 541836 w 12192000"/>
              <a:gd name="connsiteY228" fmla="*/ 2181063 h 2237474"/>
              <a:gd name="connsiteX229" fmla="*/ 536057 w 12192000"/>
              <a:gd name="connsiteY229" fmla="*/ 2181537 h 2237474"/>
              <a:gd name="connsiteX230" fmla="*/ 520671 w 12192000"/>
              <a:gd name="connsiteY230" fmla="*/ 2180980 h 2237474"/>
              <a:gd name="connsiteX231" fmla="*/ 515024 w 12192000"/>
              <a:gd name="connsiteY231" fmla="*/ 2179258 h 2237474"/>
              <a:gd name="connsiteX232" fmla="*/ 512278 w 12192000"/>
              <a:gd name="connsiteY232" fmla="*/ 2176369 h 2237474"/>
              <a:gd name="connsiteX233" fmla="*/ 480419 w 12192000"/>
              <a:gd name="connsiteY233" fmla="*/ 2167807 h 2237474"/>
              <a:gd name="connsiteX234" fmla="*/ 413835 w 12192000"/>
              <a:gd name="connsiteY234" fmla="*/ 2156783 h 2237474"/>
              <a:gd name="connsiteX235" fmla="*/ 376513 w 12192000"/>
              <a:gd name="connsiteY235" fmla="*/ 2154014 h 2237474"/>
              <a:gd name="connsiteX236" fmla="*/ 273386 w 12192000"/>
              <a:gd name="connsiteY236" fmla="*/ 2142551 h 2237474"/>
              <a:gd name="connsiteX237" fmla="*/ 169207 w 12192000"/>
              <a:gd name="connsiteY237" fmla="*/ 2128100 h 2237474"/>
              <a:gd name="connsiteX238" fmla="*/ 93149 w 12192000"/>
              <a:gd name="connsiteY238" fmla="*/ 2105324 h 2237474"/>
              <a:gd name="connsiteX239" fmla="*/ 88109 w 12192000"/>
              <a:gd name="connsiteY239" fmla="*/ 2106704 h 2237474"/>
              <a:gd name="connsiteX240" fmla="*/ 80022 w 12192000"/>
              <a:gd name="connsiteY240" fmla="*/ 2107254 h 2237474"/>
              <a:gd name="connsiteX241" fmla="*/ 79717 w 12192000"/>
              <a:gd name="connsiteY241" fmla="*/ 2107046 h 2237474"/>
              <a:gd name="connsiteX242" fmla="*/ 72352 w 12192000"/>
              <a:gd name="connsiteY242" fmla="*/ 2107991 h 2237474"/>
              <a:gd name="connsiteX243" fmla="*/ 37645 w 12192000"/>
              <a:gd name="connsiteY243" fmla="*/ 2115401 h 2237474"/>
              <a:gd name="connsiteX244" fmla="*/ 4572 w 12192000"/>
              <a:gd name="connsiteY244" fmla="*/ 2111091 h 2237474"/>
              <a:gd name="connsiteX245" fmla="*/ 0 w 12192000"/>
              <a:gd name="connsiteY245" fmla="*/ 2110468 h 2237474"/>
              <a:gd name="connsiteX246" fmla="*/ 0 w 12192000"/>
              <a:gd name="connsiteY246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93343 w 12192000"/>
              <a:gd name="connsiteY106" fmla="*/ 1664672 h 2237474"/>
              <a:gd name="connsiteX107" fmla="*/ 6380457 w 12192000"/>
              <a:gd name="connsiteY107" fmla="*/ 1662376 h 2237474"/>
              <a:gd name="connsiteX108" fmla="*/ 6280959 w 12192000"/>
              <a:gd name="connsiteY108" fmla="*/ 1689329 h 2237474"/>
              <a:gd name="connsiteX109" fmla="*/ 6266765 w 12192000"/>
              <a:gd name="connsiteY109" fmla="*/ 1695560 h 2237474"/>
              <a:gd name="connsiteX110" fmla="*/ 6098321 w 12192000"/>
              <a:gd name="connsiteY110" fmla="*/ 1721646 h 2237474"/>
              <a:gd name="connsiteX111" fmla="*/ 5880652 w 12192000"/>
              <a:gd name="connsiteY111" fmla="*/ 1779643 h 2237474"/>
              <a:gd name="connsiteX112" fmla="*/ 5785959 w 12192000"/>
              <a:gd name="connsiteY112" fmla="*/ 1775307 h 2237474"/>
              <a:gd name="connsiteX113" fmla="*/ 5643534 w 12192000"/>
              <a:gd name="connsiteY113" fmla="*/ 1802919 h 2237474"/>
              <a:gd name="connsiteX114" fmla="*/ 5518799 w 12192000"/>
              <a:gd name="connsiteY114" fmla="*/ 1818312 h 2237474"/>
              <a:gd name="connsiteX115" fmla="*/ 5505014 w 12192000"/>
              <a:gd name="connsiteY115" fmla="*/ 1819259 h 2237474"/>
              <a:gd name="connsiteX116" fmla="*/ 5453307 w 12192000"/>
              <a:gd name="connsiteY116" fmla="*/ 1815450 h 2237474"/>
              <a:gd name="connsiteX117" fmla="*/ 5364192 w 12192000"/>
              <a:gd name="connsiteY117" fmla="*/ 1826074 h 2237474"/>
              <a:gd name="connsiteX118" fmla="*/ 5350380 w 12192000"/>
              <a:gd name="connsiteY118" fmla="*/ 1830891 h 2237474"/>
              <a:gd name="connsiteX119" fmla="*/ 5259633 w 12192000"/>
              <a:gd name="connsiteY119" fmla="*/ 1837160 h 2237474"/>
              <a:gd name="connsiteX120" fmla="*/ 5197513 w 12192000"/>
              <a:gd name="connsiteY120" fmla="*/ 1844718 h 2237474"/>
              <a:gd name="connsiteX121" fmla="*/ 5184170 w 12192000"/>
              <a:gd name="connsiteY121" fmla="*/ 1849402 h 2237474"/>
              <a:gd name="connsiteX122" fmla="*/ 5168852 w 12192000"/>
              <a:gd name="connsiteY122" fmla="*/ 1844846 h 2237474"/>
              <a:gd name="connsiteX123" fmla="*/ 5164370 w 12192000"/>
              <a:gd name="connsiteY123" fmla="*/ 1840597 h 2237474"/>
              <a:gd name="connsiteX124" fmla="*/ 5114927 w 12192000"/>
              <a:gd name="connsiteY124" fmla="*/ 1847827 h 2237474"/>
              <a:gd name="connsiteX125" fmla="*/ 5108970 w 12192000"/>
              <a:gd name="connsiteY125" fmla="*/ 1847935 h 2237474"/>
              <a:gd name="connsiteX126" fmla="*/ 5067961 w 12192000"/>
              <a:gd name="connsiteY126" fmla="*/ 1845917 h 2237474"/>
              <a:gd name="connsiteX127" fmla="*/ 5007075 w 12192000"/>
              <a:gd name="connsiteY127" fmla="*/ 1838626 h 2237474"/>
              <a:gd name="connsiteX128" fmla="*/ 4944087 w 12192000"/>
              <a:gd name="connsiteY128" fmla="*/ 1823332 h 2237474"/>
              <a:gd name="connsiteX129" fmla="*/ 4907662 w 12192000"/>
              <a:gd name="connsiteY129" fmla="*/ 1816900 h 2237474"/>
              <a:gd name="connsiteX130" fmla="*/ 4882386 w 12192000"/>
              <a:gd name="connsiteY130" fmla="*/ 1809844 h 2237474"/>
              <a:gd name="connsiteX131" fmla="*/ 4811440 w 12192000"/>
              <a:gd name="connsiteY131" fmla="*/ 1804655 h 2237474"/>
              <a:gd name="connsiteX132" fmla="*/ 4691075 w 12192000"/>
              <a:gd name="connsiteY132" fmla="*/ 1801389 h 2237474"/>
              <a:gd name="connsiteX133" fmla="*/ 4647449 w 12192000"/>
              <a:gd name="connsiteY133" fmla="*/ 1793181 h 2237474"/>
              <a:gd name="connsiteX134" fmla="*/ 4645504 w 12192000"/>
              <a:gd name="connsiteY134" fmla="*/ 1787606 h 2237474"/>
              <a:gd name="connsiteX135" fmla="*/ 4632229 w 12192000"/>
              <a:gd name="connsiteY135" fmla="*/ 1785815 h 2237474"/>
              <a:gd name="connsiteX136" fmla="*/ 4629273 w 12192000"/>
              <a:gd name="connsiteY136" fmla="*/ 1784355 h 2237474"/>
              <a:gd name="connsiteX137" fmla="*/ 4611738 w 12192000"/>
              <a:gd name="connsiteY137" fmla="*/ 1776964 h 2237474"/>
              <a:gd name="connsiteX138" fmla="*/ 4560070 w 12192000"/>
              <a:gd name="connsiteY138" fmla="*/ 1785640 h 2237474"/>
              <a:gd name="connsiteX139" fmla="*/ 4536503 w 12192000"/>
              <a:gd name="connsiteY139" fmla="*/ 1785334 h 2237474"/>
              <a:gd name="connsiteX140" fmla="*/ 4513724 w 12192000"/>
              <a:gd name="connsiteY140" fmla="*/ 1791996 h 2237474"/>
              <a:gd name="connsiteX141" fmla="*/ 4459810 w 12192000"/>
              <a:gd name="connsiteY141" fmla="*/ 1797886 h 2237474"/>
              <a:gd name="connsiteX142" fmla="*/ 4379064 w 12192000"/>
              <a:gd name="connsiteY142" fmla="*/ 1817177 h 2237474"/>
              <a:gd name="connsiteX143" fmla="*/ 4319209 w 12192000"/>
              <a:gd name="connsiteY143" fmla="*/ 1834833 h 2237474"/>
              <a:gd name="connsiteX144" fmla="*/ 4306907 w 12192000"/>
              <a:gd name="connsiteY144" fmla="*/ 1841641 h 2237474"/>
              <a:gd name="connsiteX145" fmla="*/ 4290981 w 12192000"/>
              <a:gd name="connsiteY145" fmla="*/ 1839677 h 2237474"/>
              <a:gd name="connsiteX146" fmla="*/ 4285792 w 12192000"/>
              <a:gd name="connsiteY146" fmla="*/ 1836231 h 2237474"/>
              <a:gd name="connsiteX147" fmla="*/ 4238372 w 12192000"/>
              <a:gd name="connsiteY147" fmla="*/ 1851480 h 2237474"/>
              <a:gd name="connsiteX148" fmla="*/ 4232517 w 12192000"/>
              <a:gd name="connsiteY148" fmla="*/ 1852567 h 2237474"/>
              <a:gd name="connsiteX149" fmla="*/ 4191732 w 12192000"/>
              <a:gd name="connsiteY149" fmla="*/ 1857328 h 2237474"/>
              <a:gd name="connsiteX150" fmla="*/ 4065532 w 12192000"/>
              <a:gd name="connsiteY150" fmla="*/ 1855477 h 2237474"/>
              <a:gd name="connsiteX151" fmla="*/ 4028460 w 12192000"/>
              <a:gd name="connsiteY151" fmla="*/ 1855137 h 2237474"/>
              <a:gd name="connsiteX152" fmla="*/ 4002267 w 12192000"/>
              <a:gd name="connsiteY152" fmla="*/ 1852352 h 2237474"/>
              <a:gd name="connsiteX153" fmla="*/ 3931396 w 12192000"/>
              <a:gd name="connsiteY153" fmla="*/ 1858915 h 2237474"/>
              <a:gd name="connsiteX154" fmla="*/ 3812162 w 12192000"/>
              <a:gd name="connsiteY154" fmla="*/ 1875501 h 2237474"/>
              <a:gd name="connsiteX155" fmla="*/ 3767672 w 12192000"/>
              <a:gd name="connsiteY155" fmla="*/ 1874600 h 2237474"/>
              <a:gd name="connsiteX156" fmla="*/ 3764741 w 12192000"/>
              <a:gd name="connsiteY156" fmla="*/ 1869433 h 2237474"/>
              <a:gd name="connsiteX157" fmla="*/ 3751332 w 12192000"/>
              <a:gd name="connsiteY157" fmla="*/ 1869854 h 2237474"/>
              <a:gd name="connsiteX158" fmla="*/ 3748155 w 12192000"/>
              <a:gd name="connsiteY158" fmla="*/ 1868903 h 2237474"/>
              <a:gd name="connsiteX159" fmla="*/ 3729530 w 12192000"/>
              <a:gd name="connsiteY159" fmla="*/ 1864513 h 2237474"/>
              <a:gd name="connsiteX160" fmla="*/ 3680177 w 12192000"/>
              <a:gd name="connsiteY160" fmla="*/ 1881552 h 2237474"/>
              <a:gd name="connsiteX161" fmla="*/ 3567259 w 12192000"/>
              <a:gd name="connsiteY161" fmla="*/ 1893482 h 2237474"/>
              <a:gd name="connsiteX162" fmla="*/ 3405770 w 12192000"/>
              <a:gd name="connsiteY162" fmla="*/ 1904591 h 2237474"/>
              <a:gd name="connsiteX163" fmla="*/ 3280097 w 12192000"/>
              <a:gd name="connsiteY163" fmla="*/ 1919610 h 2237474"/>
              <a:gd name="connsiteX164" fmla="*/ 3123424 w 12192000"/>
              <a:gd name="connsiteY164" fmla="*/ 1952930 h 2237474"/>
              <a:gd name="connsiteX165" fmla="*/ 3009910 w 12192000"/>
              <a:gd name="connsiteY165" fmla="*/ 1957866 h 2237474"/>
              <a:gd name="connsiteX166" fmla="*/ 2995934 w 12192000"/>
              <a:gd name="connsiteY166" fmla="*/ 1967085 h 2237474"/>
              <a:gd name="connsiteX167" fmla="*/ 2980071 w 12192000"/>
              <a:gd name="connsiteY167" fmla="*/ 1972988 h 2237474"/>
              <a:gd name="connsiteX168" fmla="*/ 2978094 w 12192000"/>
              <a:gd name="connsiteY168" fmla="*/ 1972369 h 2237474"/>
              <a:gd name="connsiteX169" fmla="*/ 2942858 w 12192000"/>
              <a:gd name="connsiteY169" fmla="*/ 1981367 h 2237474"/>
              <a:gd name="connsiteX170" fmla="*/ 2875436 w 12192000"/>
              <a:gd name="connsiteY170" fmla="*/ 1996977 h 2237474"/>
              <a:gd name="connsiteX171" fmla="*/ 2874892 w 12192000"/>
              <a:gd name="connsiteY171" fmla="*/ 1996085 h 2237474"/>
              <a:gd name="connsiteX172" fmla="*/ 2864145 w 12192000"/>
              <a:gd name="connsiteY172" fmla="*/ 1994061 h 2237474"/>
              <a:gd name="connsiteX173" fmla="*/ 2843662 w 12192000"/>
              <a:gd name="connsiteY173" fmla="*/ 1992498 h 2237474"/>
              <a:gd name="connsiteX174" fmla="*/ 2796128 w 12192000"/>
              <a:gd name="connsiteY174" fmla="*/ 1976403 h 2237474"/>
              <a:gd name="connsiteX175" fmla="*/ 2756784 w 12192000"/>
              <a:gd name="connsiteY175" fmla="*/ 1985116 h 2237474"/>
              <a:gd name="connsiteX176" fmla="*/ 2748833 w 12192000"/>
              <a:gd name="connsiteY176" fmla="*/ 1986323 h 2237474"/>
              <a:gd name="connsiteX177" fmla="*/ 2748661 w 12192000"/>
              <a:gd name="connsiteY177" fmla="*/ 1986122 h 2237474"/>
              <a:gd name="connsiteX178" fmla="*/ 2740251 w 12192000"/>
              <a:gd name="connsiteY178" fmla="*/ 1986946 h 2237474"/>
              <a:gd name="connsiteX179" fmla="*/ 2718916 w 12192000"/>
              <a:gd name="connsiteY179" fmla="*/ 1990867 h 2237474"/>
              <a:gd name="connsiteX180" fmla="*/ 2713522 w 12192000"/>
              <a:gd name="connsiteY180" fmla="*/ 1990173 h 2237474"/>
              <a:gd name="connsiteX181" fmla="*/ 2680597 w 12192000"/>
              <a:gd name="connsiteY181" fmla="*/ 1984996 h 2237474"/>
              <a:gd name="connsiteX182" fmla="*/ 2578178 w 12192000"/>
              <a:gd name="connsiteY182" fmla="*/ 1990531 h 2237474"/>
              <a:gd name="connsiteX183" fmla="*/ 2476147 w 12192000"/>
              <a:gd name="connsiteY183" fmla="*/ 1998305 h 2237474"/>
              <a:gd name="connsiteX184" fmla="*/ 2373568 w 12192000"/>
              <a:gd name="connsiteY184" fmla="*/ 2003219 h 2237474"/>
              <a:gd name="connsiteX185" fmla="*/ 2321399 w 12192000"/>
              <a:gd name="connsiteY185" fmla="*/ 1989467 h 2237474"/>
              <a:gd name="connsiteX186" fmla="*/ 2315525 w 12192000"/>
              <a:gd name="connsiteY186" fmla="*/ 1989708 h 2237474"/>
              <a:gd name="connsiteX187" fmla="*/ 2300792 w 12192000"/>
              <a:gd name="connsiteY187" fmla="*/ 1994290 h 2237474"/>
              <a:gd name="connsiteX188" fmla="*/ 2295469 w 12192000"/>
              <a:gd name="connsiteY188" fmla="*/ 1996659 h 2237474"/>
              <a:gd name="connsiteX189" fmla="*/ 2287219 w 12192000"/>
              <a:gd name="connsiteY189" fmla="*/ 1998750 h 2237474"/>
              <a:gd name="connsiteX190" fmla="*/ 2286948 w 12192000"/>
              <a:gd name="connsiteY190" fmla="*/ 1998596 h 2237474"/>
              <a:gd name="connsiteX191" fmla="*/ 2243069 w 12192000"/>
              <a:gd name="connsiteY191" fmla="*/ 2015111 h 2237474"/>
              <a:gd name="connsiteX192" fmla="*/ 2186609 w 12192000"/>
              <a:gd name="connsiteY192" fmla="*/ 2008263 h 2237474"/>
              <a:gd name="connsiteX193" fmla="*/ 2164831 w 12192000"/>
              <a:gd name="connsiteY193" fmla="*/ 2010143 h 2237474"/>
              <a:gd name="connsiteX194" fmla="*/ 2152836 w 12192000"/>
              <a:gd name="connsiteY194" fmla="*/ 2010048 h 2237474"/>
              <a:gd name="connsiteX195" fmla="*/ 2117102 w 12192000"/>
              <a:gd name="connsiteY195" fmla="*/ 2023004 h 2237474"/>
              <a:gd name="connsiteX196" fmla="*/ 2111935 w 12192000"/>
              <a:gd name="connsiteY196" fmla="*/ 2023163 h 2237474"/>
              <a:gd name="connsiteX197" fmla="*/ 2089991 w 12192000"/>
              <a:gd name="connsiteY197" fmla="*/ 2034193 h 2237474"/>
              <a:gd name="connsiteX198" fmla="*/ 2058061 w 12192000"/>
              <a:gd name="connsiteY198" fmla="*/ 2047942 h 2237474"/>
              <a:gd name="connsiteX199" fmla="*/ 2055737 w 12192000"/>
              <a:gd name="connsiteY199" fmla="*/ 2047704 h 2237474"/>
              <a:gd name="connsiteX200" fmla="*/ 2042244 w 12192000"/>
              <a:gd name="connsiteY200" fmla="*/ 2055560 h 2237474"/>
              <a:gd name="connsiteX201" fmla="*/ 1976224 w 12192000"/>
              <a:gd name="connsiteY201" fmla="*/ 2074257 h 2237474"/>
              <a:gd name="connsiteX202" fmla="*/ 1877728 w 12192000"/>
              <a:gd name="connsiteY202" fmla="*/ 2101004 h 2237474"/>
              <a:gd name="connsiteX203" fmla="*/ 1759056 w 12192000"/>
              <a:gd name="connsiteY203" fmla="*/ 2125608 h 2237474"/>
              <a:gd name="connsiteX204" fmla="*/ 1637948 w 12192000"/>
              <a:gd name="connsiteY204" fmla="*/ 2172597 h 2237474"/>
              <a:gd name="connsiteX205" fmla="*/ 1434549 w 12192000"/>
              <a:gd name="connsiteY205" fmla="*/ 2234522 h 2237474"/>
              <a:gd name="connsiteX206" fmla="*/ 1398481 w 12192000"/>
              <a:gd name="connsiteY206" fmla="*/ 2237074 h 2237474"/>
              <a:gd name="connsiteX207" fmla="*/ 1398407 w 12192000"/>
              <a:gd name="connsiteY207" fmla="*/ 2237095 h 2237474"/>
              <a:gd name="connsiteX208" fmla="*/ 1370962 w 12192000"/>
              <a:gd name="connsiteY208" fmla="*/ 2237474 h 2237474"/>
              <a:gd name="connsiteX209" fmla="*/ 1356367 w 12192000"/>
              <a:gd name="connsiteY209" fmla="*/ 2235089 h 2237474"/>
              <a:gd name="connsiteX210" fmla="*/ 1324828 w 12192000"/>
              <a:gd name="connsiteY210" fmla="*/ 2231968 h 2237474"/>
              <a:gd name="connsiteX211" fmla="*/ 1297744 w 12192000"/>
              <a:gd name="connsiteY211" fmla="*/ 2235849 h 2237474"/>
              <a:gd name="connsiteX212" fmla="*/ 1286236 w 12192000"/>
              <a:gd name="connsiteY212" fmla="*/ 2233135 h 2237474"/>
              <a:gd name="connsiteX213" fmla="*/ 1283504 w 12192000"/>
              <a:gd name="connsiteY213" fmla="*/ 2233797 h 2237474"/>
              <a:gd name="connsiteX214" fmla="*/ 1279765 w 12192000"/>
              <a:gd name="connsiteY214" fmla="*/ 2229639 h 2237474"/>
              <a:gd name="connsiteX215" fmla="*/ 1195347 w 12192000"/>
              <a:gd name="connsiteY215" fmla="*/ 2212354 h 2237474"/>
              <a:gd name="connsiteX216" fmla="*/ 970251 w 12192000"/>
              <a:gd name="connsiteY216" fmla="*/ 2221029 h 2237474"/>
              <a:gd name="connsiteX217" fmla="*/ 812914 w 12192000"/>
              <a:gd name="connsiteY217" fmla="*/ 2202752 h 2237474"/>
              <a:gd name="connsiteX218" fmla="*/ 800195 w 12192000"/>
              <a:gd name="connsiteY218" fmla="*/ 2209407 h 2237474"/>
              <a:gd name="connsiteX219" fmla="*/ 784978 w 12192000"/>
              <a:gd name="connsiteY219" fmla="*/ 2212360 h 2237474"/>
              <a:gd name="connsiteX220" fmla="*/ 681987 w 12192000"/>
              <a:gd name="connsiteY220" fmla="*/ 2216757 h 2237474"/>
              <a:gd name="connsiteX221" fmla="*/ 669923 w 12192000"/>
              <a:gd name="connsiteY221" fmla="*/ 2211682 h 2237474"/>
              <a:gd name="connsiteX222" fmla="*/ 648680 w 12192000"/>
              <a:gd name="connsiteY222" fmla="*/ 2206229 h 2237474"/>
              <a:gd name="connsiteX223" fmla="*/ 597225 w 12192000"/>
              <a:gd name="connsiteY223" fmla="*/ 2180999 h 2237474"/>
              <a:gd name="connsiteX224" fmla="*/ 558449 w 12192000"/>
              <a:gd name="connsiteY224" fmla="*/ 2182346 h 2237474"/>
              <a:gd name="connsiteX225" fmla="*/ 550517 w 12192000"/>
              <a:gd name="connsiteY225" fmla="*/ 2182060 h 2237474"/>
              <a:gd name="connsiteX226" fmla="*/ 550309 w 12192000"/>
              <a:gd name="connsiteY226" fmla="*/ 2181825 h 2237474"/>
              <a:gd name="connsiteX227" fmla="*/ 541836 w 12192000"/>
              <a:gd name="connsiteY227" fmla="*/ 2181063 h 2237474"/>
              <a:gd name="connsiteX228" fmla="*/ 536057 w 12192000"/>
              <a:gd name="connsiteY228" fmla="*/ 2181537 h 2237474"/>
              <a:gd name="connsiteX229" fmla="*/ 520671 w 12192000"/>
              <a:gd name="connsiteY229" fmla="*/ 2180980 h 2237474"/>
              <a:gd name="connsiteX230" fmla="*/ 515024 w 12192000"/>
              <a:gd name="connsiteY230" fmla="*/ 2179258 h 2237474"/>
              <a:gd name="connsiteX231" fmla="*/ 512278 w 12192000"/>
              <a:gd name="connsiteY231" fmla="*/ 2176369 h 2237474"/>
              <a:gd name="connsiteX232" fmla="*/ 480419 w 12192000"/>
              <a:gd name="connsiteY232" fmla="*/ 2167807 h 2237474"/>
              <a:gd name="connsiteX233" fmla="*/ 413835 w 12192000"/>
              <a:gd name="connsiteY233" fmla="*/ 2156783 h 2237474"/>
              <a:gd name="connsiteX234" fmla="*/ 376513 w 12192000"/>
              <a:gd name="connsiteY234" fmla="*/ 2154014 h 2237474"/>
              <a:gd name="connsiteX235" fmla="*/ 273386 w 12192000"/>
              <a:gd name="connsiteY235" fmla="*/ 2142551 h 2237474"/>
              <a:gd name="connsiteX236" fmla="*/ 169207 w 12192000"/>
              <a:gd name="connsiteY236" fmla="*/ 2128100 h 2237474"/>
              <a:gd name="connsiteX237" fmla="*/ 93149 w 12192000"/>
              <a:gd name="connsiteY237" fmla="*/ 2105324 h 2237474"/>
              <a:gd name="connsiteX238" fmla="*/ 88109 w 12192000"/>
              <a:gd name="connsiteY238" fmla="*/ 2106704 h 2237474"/>
              <a:gd name="connsiteX239" fmla="*/ 80022 w 12192000"/>
              <a:gd name="connsiteY239" fmla="*/ 2107254 h 2237474"/>
              <a:gd name="connsiteX240" fmla="*/ 79717 w 12192000"/>
              <a:gd name="connsiteY240" fmla="*/ 2107046 h 2237474"/>
              <a:gd name="connsiteX241" fmla="*/ 72352 w 12192000"/>
              <a:gd name="connsiteY241" fmla="*/ 2107991 h 2237474"/>
              <a:gd name="connsiteX242" fmla="*/ 37645 w 12192000"/>
              <a:gd name="connsiteY242" fmla="*/ 2115401 h 2237474"/>
              <a:gd name="connsiteX243" fmla="*/ 4572 w 12192000"/>
              <a:gd name="connsiteY243" fmla="*/ 2111091 h 2237474"/>
              <a:gd name="connsiteX244" fmla="*/ 0 w 12192000"/>
              <a:gd name="connsiteY244" fmla="*/ 2110468 h 2237474"/>
              <a:gd name="connsiteX245" fmla="*/ 0 w 12192000"/>
              <a:gd name="connsiteY24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93343 w 12192000"/>
              <a:gd name="connsiteY106" fmla="*/ 1664672 h 2237474"/>
              <a:gd name="connsiteX107" fmla="*/ 6380457 w 12192000"/>
              <a:gd name="connsiteY107" fmla="*/ 1662376 h 2237474"/>
              <a:gd name="connsiteX108" fmla="*/ 6280959 w 12192000"/>
              <a:gd name="connsiteY108" fmla="*/ 1689329 h 2237474"/>
              <a:gd name="connsiteX109" fmla="*/ 6266765 w 12192000"/>
              <a:gd name="connsiteY109" fmla="*/ 1695560 h 2237474"/>
              <a:gd name="connsiteX110" fmla="*/ 6098321 w 12192000"/>
              <a:gd name="connsiteY110" fmla="*/ 1721646 h 2237474"/>
              <a:gd name="connsiteX111" fmla="*/ 5880652 w 12192000"/>
              <a:gd name="connsiteY111" fmla="*/ 1779643 h 2237474"/>
              <a:gd name="connsiteX112" fmla="*/ 5785959 w 12192000"/>
              <a:gd name="connsiteY112" fmla="*/ 1775307 h 2237474"/>
              <a:gd name="connsiteX113" fmla="*/ 5643534 w 12192000"/>
              <a:gd name="connsiteY113" fmla="*/ 1802919 h 2237474"/>
              <a:gd name="connsiteX114" fmla="*/ 5518799 w 12192000"/>
              <a:gd name="connsiteY114" fmla="*/ 1818312 h 2237474"/>
              <a:gd name="connsiteX115" fmla="*/ 5505014 w 12192000"/>
              <a:gd name="connsiteY115" fmla="*/ 1819259 h 2237474"/>
              <a:gd name="connsiteX116" fmla="*/ 5453307 w 12192000"/>
              <a:gd name="connsiteY116" fmla="*/ 1815450 h 2237474"/>
              <a:gd name="connsiteX117" fmla="*/ 5364192 w 12192000"/>
              <a:gd name="connsiteY117" fmla="*/ 1826074 h 2237474"/>
              <a:gd name="connsiteX118" fmla="*/ 5350380 w 12192000"/>
              <a:gd name="connsiteY118" fmla="*/ 1830891 h 2237474"/>
              <a:gd name="connsiteX119" fmla="*/ 5259633 w 12192000"/>
              <a:gd name="connsiteY119" fmla="*/ 1837160 h 2237474"/>
              <a:gd name="connsiteX120" fmla="*/ 5197513 w 12192000"/>
              <a:gd name="connsiteY120" fmla="*/ 1844718 h 2237474"/>
              <a:gd name="connsiteX121" fmla="*/ 5184170 w 12192000"/>
              <a:gd name="connsiteY121" fmla="*/ 1849402 h 2237474"/>
              <a:gd name="connsiteX122" fmla="*/ 5168852 w 12192000"/>
              <a:gd name="connsiteY122" fmla="*/ 1844846 h 2237474"/>
              <a:gd name="connsiteX123" fmla="*/ 5164370 w 12192000"/>
              <a:gd name="connsiteY123" fmla="*/ 1840597 h 2237474"/>
              <a:gd name="connsiteX124" fmla="*/ 5114927 w 12192000"/>
              <a:gd name="connsiteY124" fmla="*/ 1847827 h 2237474"/>
              <a:gd name="connsiteX125" fmla="*/ 5108970 w 12192000"/>
              <a:gd name="connsiteY125" fmla="*/ 1847935 h 2237474"/>
              <a:gd name="connsiteX126" fmla="*/ 5067961 w 12192000"/>
              <a:gd name="connsiteY126" fmla="*/ 1845917 h 2237474"/>
              <a:gd name="connsiteX127" fmla="*/ 5007075 w 12192000"/>
              <a:gd name="connsiteY127" fmla="*/ 1838626 h 2237474"/>
              <a:gd name="connsiteX128" fmla="*/ 4944087 w 12192000"/>
              <a:gd name="connsiteY128" fmla="*/ 1823332 h 2237474"/>
              <a:gd name="connsiteX129" fmla="*/ 4907662 w 12192000"/>
              <a:gd name="connsiteY129" fmla="*/ 1816900 h 2237474"/>
              <a:gd name="connsiteX130" fmla="*/ 4882386 w 12192000"/>
              <a:gd name="connsiteY130" fmla="*/ 1809844 h 2237474"/>
              <a:gd name="connsiteX131" fmla="*/ 4811440 w 12192000"/>
              <a:gd name="connsiteY131" fmla="*/ 1804655 h 2237474"/>
              <a:gd name="connsiteX132" fmla="*/ 4691075 w 12192000"/>
              <a:gd name="connsiteY132" fmla="*/ 1801389 h 2237474"/>
              <a:gd name="connsiteX133" fmla="*/ 4647449 w 12192000"/>
              <a:gd name="connsiteY133" fmla="*/ 1793181 h 2237474"/>
              <a:gd name="connsiteX134" fmla="*/ 4645504 w 12192000"/>
              <a:gd name="connsiteY134" fmla="*/ 1787606 h 2237474"/>
              <a:gd name="connsiteX135" fmla="*/ 4632229 w 12192000"/>
              <a:gd name="connsiteY135" fmla="*/ 1785815 h 2237474"/>
              <a:gd name="connsiteX136" fmla="*/ 4611738 w 12192000"/>
              <a:gd name="connsiteY136" fmla="*/ 1776964 h 2237474"/>
              <a:gd name="connsiteX137" fmla="*/ 4560070 w 12192000"/>
              <a:gd name="connsiteY137" fmla="*/ 1785640 h 2237474"/>
              <a:gd name="connsiteX138" fmla="*/ 4536503 w 12192000"/>
              <a:gd name="connsiteY138" fmla="*/ 1785334 h 2237474"/>
              <a:gd name="connsiteX139" fmla="*/ 4513724 w 12192000"/>
              <a:gd name="connsiteY139" fmla="*/ 1791996 h 2237474"/>
              <a:gd name="connsiteX140" fmla="*/ 4459810 w 12192000"/>
              <a:gd name="connsiteY140" fmla="*/ 1797886 h 2237474"/>
              <a:gd name="connsiteX141" fmla="*/ 4379064 w 12192000"/>
              <a:gd name="connsiteY141" fmla="*/ 1817177 h 2237474"/>
              <a:gd name="connsiteX142" fmla="*/ 4319209 w 12192000"/>
              <a:gd name="connsiteY142" fmla="*/ 1834833 h 2237474"/>
              <a:gd name="connsiteX143" fmla="*/ 4306907 w 12192000"/>
              <a:gd name="connsiteY143" fmla="*/ 1841641 h 2237474"/>
              <a:gd name="connsiteX144" fmla="*/ 4290981 w 12192000"/>
              <a:gd name="connsiteY144" fmla="*/ 1839677 h 2237474"/>
              <a:gd name="connsiteX145" fmla="*/ 4285792 w 12192000"/>
              <a:gd name="connsiteY145" fmla="*/ 1836231 h 2237474"/>
              <a:gd name="connsiteX146" fmla="*/ 4238372 w 12192000"/>
              <a:gd name="connsiteY146" fmla="*/ 1851480 h 2237474"/>
              <a:gd name="connsiteX147" fmla="*/ 4232517 w 12192000"/>
              <a:gd name="connsiteY147" fmla="*/ 1852567 h 2237474"/>
              <a:gd name="connsiteX148" fmla="*/ 4191732 w 12192000"/>
              <a:gd name="connsiteY148" fmla="*/ 1857328 h 2237474"/>
              <a:gd name="connsiteX149" fmla="*/ 4065532 w 12192000"/>
              <a:gd name="connsiteY149" fmla="*/ 1855477 h 2237474"/>
              <a:gd name="connsiteX150" fmla="*/ 4028460 w 12192000"/>
              <a:gd name="connsiteY150" fmla="*/ 1855137 h 2237474"/>
              <a:gd name="connsiteX151" fmla="*/ 4002267 w 12192000"/>
              <a:gd name="connsiteY151" fmla="*/ 1852352 h 2237474"/>
              <a:gd name="connsiteX152" fmla="*/ 3931396 w 12192000"/>
              <a:gd name="connsiteY152" fmla="*/ 1858915 h 2237474"/>
              <a:gd name="connsiteX153" fmla="*/ 3812162 w 12192000"/>
              <a:gd name="connsiteY153" fmla="*/ 1875501 h 2237474"/>
              <a:gd name="connsiteX154" fmla="*/ 3767672 w 12192000"/>
              <a:gd name="connsiteY154" fmla="*/ 1874600 h 2237474"/>
              <a:gd name="connsiteX155" fmla="*/ 3764741 w 12192000"/>
              <a:gd name="connsiteY155" fmla="*/ 1869433 h 2237474"/>
              <a:gd name="connsiteX156" fmla="*/ 3751332 w 12192000"/>
              <a:gd name="connsiteY156" fmla="*/ 1869854 h 2237474"/>
              <a:gd name="connsiteX157" fmla="*/ 3748155 w 12192000"/>
              <a:gd name="connsiteY157" fmla="*/ 1868903 h 2237474"/>
              <a:gd name="connsiteX158" fmla="*/ 3729530 w 12192000"/>
              <a:gd name="connsiteY158" fmla="*/ 1864513 h 2237474"/>
              <a:gd name="connsiteX159" fmla="*/ 3680177 w 12192000"/>
              <a:gd name="connsiteY159" fmla="*/ 1881552 h 2237474"/>
              <a:gd name="connsiteX160" fmla="*/ 3567259 w 12192000"/>
              <a:gd name="connsiteY160" fmla="*/ 1893482 h 2237474"/>
              <a:gd name="connsiteX161" fmla="*/ 3405770 w 12192000"/>
              <a:gd name="connsiteY161" fmla="*/ 1904591 h 2237474"/>
              <a:gd name="connsiteX162" fmla="*/ 3280097 w 12192000"/>
              <a:gd name="connsiteY162" fmla="*/ 1919610 h 2237474"/>
              <a:gd name="connsiteX163" fmla="*/ 3123424 w 12192000"/>
              <a:gd name="connsiteY163" fmla="*/ 1952930 h 2237474"/>
              <a:gd name="connsiteX164" fmla="*/ 3009910 w 12192000"/>
              <a:gd name="connsiteY164" fmla="*/ 1957866 h 2237474"/>
              <a:gd name="connsiteX165" fmla="*/ 2995934 w 12192000"/>
              <a:gd name="connsiteY165" fmla="*/ 1967085 h 2237474"/>
              <a:gd name="connsiteX166" fmla="*/ 2980071 w 12192000"/>
              <a:gd name="connsiteY166" fmla="*/ 1972988 h 2237474"/>
              <a:gd name="connsiteX167" fmla="*/ 2978094 w 12192000"/>
              <a:gd name="connsiteY167" fmla="*/ 1972369 h 2237474"/>
              <a:gd name="connsiteX168" fmla="*/ 2942858 w 12192000"/>
              <a:gd name="connsiteY168" fmla="*/ 1981367 h 2237474"/>
              <a:gd name="connsiteX169" fmla="*/ 2875436 w 12192000"/>
              <a:gd name="connsiteY169" fmla="*/ 1996977 h 2237474"/>
              <a:gd name="connsiteX170" fmla="*/ 2874892 w 12192000"/>
              <a:gd name="connsiteY170" fmla="*/ 1996085 h 2237474"/>
              <a:gd name="connsiteX171" fmla="*/ 2864145 w 12192000"/>
              <a:gd name="connsiteY171" fmla="*/ 1994061 h 2237474"/>
              <a:gd name="connsiteX172" fmla="*/ 2843662 w 12192000"/>
              <a:gd name="connsiteY172" fmla="*/ 1992498 h 2237474"/>
              <a:gd name="connsiteX173" fmla="*/ 2796128 w 12192000"/>
              <a:gd name="connsiteY173" fmla="*/ 1976403 h 2237474"/>
              <a:gd name="connsiteX174" fmla="*/ 2756784 w 12192000"/>
              <a:gd name="connsiteY174" fmla="*/ 1985116 h 2237474"/>
              <a:gd name="connsiteX175" fmla="*/ 2748833 w 12192000"/>
              <a:gd name="connsiteY175" fmla="*/ 1986323 h 2237474"/>
              <a:gd name="connsiteX176" fmla="*/ 2748661 w 12192000"/>
              <a:gd name="connsiteY176" fmla="*/ 1986122 h 2237474"/>
              <a:gd name="connsiteX177" fmla="*/ 2740251 w 12192000"/>
              <a:gd name="connsiteY177" fmla="*/ 1986946 h 2237474"/>
              <a:gd name="connsiteX178" fmla="*/ 2718916 w 12192000"/>
              <a:gd name="connsiteY178" fmla="*/ 1990867 h 2237474"/>
              <a:gd name="connsiteX179" fmla="*/ 2713522 w 12192000"/>
              <a:gd name="connsiteY179" fmla="*/ 1990173 h 2237474"/>
              <a:gd name="connsiteX180" fmla="*/ 2680597 w 12192000"/>
              <a:gd name="connsiteY180" fmla="*/ 1984996 h 2237474"/>
              <a:gd name="connsiteX181" fmla="*/ 2578178 w 12192000"/>
              <a:gd name="connsiteY181" fmla="*/ 1990531 h 2237474"/>
              <a:gd name="connsiteX182" fmla="*/ 2476147 w 12192000"/>
              <a:gd name="connsiteY182" fmla="*/ 1998305 h 2237474"/>
              <a:gd name="connsiteX183" fmla="*/ 2373568 w 12192000"/>
              <a:gd name="connsiteY183" fmla="*/ 2003219 h 2237474"/>
              <a:gd name="connsiteX184" fmla="*/ 2321399 w 12192000"/>
              <a:gd name="connsiteY184" fmla="*/ 1989467 h 2237474"/>
              <a:gd name="connsiteX185" fmla="*/ 2315525 w 12192000"/>
              <a:gd name="connsiteY185" fmla="*/ 1989708 h 2237474"/>
              <a:gd name="connsiteX186" fmla="*/ 2300792 w 12192000"/>
              <a:gd name="connsiteY186" fmla="*/ 1994290 h 2237474"/>
              <a:gd name="connsiteX187" fmla="*/ 2295469 w 12192000"/>
              <a:gd name="connsiteY187" fmla="*/ 1996659 h 2237474"/>
              <a:gd name="connsiteX188" fmla="*/ 2287219 w 12192000"/>
              <a:gd name="connsiteY188" fmla="*/ 1998750 h 2237474"/>
              <a:gd name="connsiteX189" fmla="*/ 2286948 w 12192000"/>
              <a:gd name="connsiteY189" fmla="*/ 1998596 h 2237474"/>
              <a:gd name="connsiteX190" fmla="*/ 2243069 w 12192000"/>
              <a:gd name="connsiteY190" fmla="*/ 2015111 h 2237474"/>
              <a:gd name="connsiteX191" fmla="*/ 2186609 w 12192000"/>
              <a:gd name="connsiteY191" fmla="*/ 2008263 h 2237474"/>
              <a:gd name="connsiteX192" fmla="*/ 2164831 w 12192000"/>
              <a:gd name="connsiteY192" fmla="*/ 2010143 h 2237474"/>
              <a:gd name="connsiteX193" fmla="*/ 2152836 w 12192000"/>
              <a:gd name="connsiteY193" fmla="*/ 2010048 h 2237474"/>
              <a:gd name="connsiteX194" fmla="*/ 2117102 w 12192000"/>
              <a:gd name="connsiteY194" fmla="*/ 2023004 h 2237474"/>
              <a:gd name="connsiteX195" fmla="*/ 2111935 w 12192000"/>
              <a:gd name="connsiteY195" fmla="*/ 2023163 h 2237474"/>
              <a:gd name="connsiteX196" fmla="*/ 2089991 w 12192000"/>
              <a:gd name="connsiteY196" fmla="*/ 2034193 h 2237474"/>
              <a:gd name="connsiteX197" fmla="*/ 2058061 w 12192000"/>
              <a:gd name="connsiteY197" fmla="*/ 2047942 h 2237474"/>
              <a:gd name="connsiteX198" fmla="*/ 2055737 w 12192000"/>
              <a:gd name="connsiteY198" fmla="*/ 2047704 h 2237474"/>
              <a:gd name="connsiteX199" fmla="*/ 2042244 w 12192000"/>
              <a:gd name="connsiteY199" fmla="*/ 2055560 h 2237474"/>
              <a:gd name="connsiteX200" fmla="*/ 1976224 w 12192000"/>
              <a:gd name="connsiteY200" fmla="*/ 2074257 h 2237474"/>
              <a:gd name="connsiteX201" fmla="*/ 1877728 w 12192000"/>
              <a:gd name="connsiteY201" fmla="*/ 2101004 h 2237474"/>
              <a:gd name="connsiteX202" fmla="*/ 1759056 w 12192000"/>
              <a:gd name="connsiteY202" fmla="*/ 2125608 h 2237474"/>
              <a:gd name="connsiteX203" fmla="*/ 1637948 w 12192000"/>
              <a:gd name="connsiteY203" fmla="*/ 2172597 h 2237474"/>
              <a:gd name="connsiteX204" fmla="*/ 1434549 w 12192000"/>
              <a:gd name="connsiteY204" fmla="*/ 2234522 h 2237474"/>
              <a:gd name="connsiteX205" fmla="*/ 1398481 w 12192000"/>
              <a:gd name="connsiteY205" fmla="*/ 2237074 h 2237474"/>
              <a:gd name="connsiteX206" fmla="*/ 1398407 w 12192000"/>
              <a:gd name="connsiteY206" fmla="*/ 2237095 h 2237474"/>
              <a:gd name="connsiteX207" fmla="*/ 1370962 w 12192000"/>
              <a:gd name="connsiteY207" fmla="*/ 2237474 h 2237474"/>
              <a:gd name="connsiteX208" fmla="*/ 1356367 w 12192000"/>
              <a:gd name="connsiteY208" fmla="*/ 2235089 h 2237474"/>
              <a:gd name="connsiteX209" fmla="*/ 1324828 w 12192000"/>
              <a:gd name="connsiteY209" fmla="*/ 2231968 h 2237474"/>
              <a:gd name="connsiteX210" fmla="*/ 1297744 w 12192000"/>
              <a:gd name="connsiteY210" fmla="*/ 2235849 h 2237474"/>
              <a:gd name="connsiteX211" fmla="*/ 1286236 w 12192000"/>
              <a:gd name="connsiteY211" fmla="*/ 2233135 h 2237474"/>
              <a:gd name="connsiteX212" fmla="*/ 1283504 w 12192000"/>
              <a:gd name="connsiteY212" fmla="*/ 2233797 h 2237474"/>
              <a:gd name="connsiteX213" fmla="*/ 1279765 w 12192000"/>
              <a:gd name="connsiteY213" fmla="*/ 2229639 h 2237474"/>
              <a:gd name="connsiteX214" fmla="*/ 1195347 w 12192000"/>
              <a:gd name="connsiteY214" fmla="*/ 2212354 h 2237474"/>
              <a:gd name="connsiteX215" fmla="*/ 970251 w 12192000"/>
              <a:gd name="connsiteY215" fmla="*/ 2221029 h 2237474"/>
              <a:gd name="connsiteX216" fmla="*/ 812914 w 12192000"/>
              <a:gd name="connsiteY216" fmla="*/ 2202752 h 2237474"/>
              <a:gd name="connsiteX217" fmla="*/ 800195 w 12192000"/>
              <a:gd name="connsiteY217" fmla="*/ 2209407 h 2237474"/>
              <a:gd name="connsiteX218" fmla="*/ 784978 w 12192000"/>
              <a:gd name="connsiteY218" fmla="*/ 2212360 h 2237474"/>
              <a:gd name="connsiteX219" fmla="*/ 681987 w 12192000"/>
              <a:gd name="connsiteY219" fmla="*/ 2216757 h 2237474"/>
              <a:gd name="connsiteX220" fmla="*/ 669923 w 12192000"/>
              <a:gd name="connsiteY220" fmla="*/ 2211682 h 2237474"/>
              <a:gd name="connsiteX221" fmla="*/ 648680 w 12192000"/>
              <a:gd name="connsiteY221" fmla="*/ 2206229 h 2237474"/>
              <a:gd name="connsiteX222" fmla="*/ 597225 w 12192000"/>
              <a:gd name="connsiteY222" fmla="*/ 2180999 h 2237474"/>
              <a:gd name="connsiteX223" fmla="*/ 558449 w 12192000"/>
              <a:gd name="connsiteY223" fmla="*/ 2182346 h 2237474"/>
              <a:gd name="connsiteX224" fmla="*/ 550517 w 12192000"/>
              <a:gd name="connsiteY224" fmla="*/ 2182060 h 2237474"/>
              <a:gd name="connsiteX225" fmla="*/ 550309 w 12192000"/>
              <a:gd name="connsiteY225" fmla="*/ 2181825 h 2237474"/>
              <a:gd name="connsiteX226" fmla="*/ 541836 w 12192000"/>
              <a:gd name="connsiteY226" fmla="*/ 2181063 h 2237474"/>
              <a:gd name="connsiteX227" fmla="*/ 536057 w 12192000"/>
              <a:gd name="connsiteY227" fmla="*/ 2181537 h 2237474"/>
              <a:gd name="connsiteX228" fmla="*/ 520671 w 12192000"/>
              <a:gd name="connsiteY228" fmla="*/ 2180980 h 2237474"/>
              <a:gd name="connsiteX229" fmla="*/ 515024 w 12192000"/>
              <a:gd name="connsiteY229" fmla="*/ 2179258 h 2237474"/>
              <a:gd name="connsiteX230" fmla="*/ 512278 w 12192000"/>
              <a:gd name="connsiteY230" fmla="*/ 2176369 h 2237474"/>
              <a:gd name="connsiteX231" fmla="*/ 480419 w 12192000"/>
              <a:gd name="connsiteY231" fmla="*/ 2167807 h 2237474"/>
              <a:gd name="connsiteX232" fmla="*/ 413835 w 12192000"/>
              <a:gd name="connsiteY232" fmla="*/ 2156783 h 2237474"/>
              <a:gd name="connsiteX233" fmla="*/ 376513 w 12192000"/>
              <a:gd name="connsiteY233" fmla="*/ 2154014 h 2237474"/>
              <a:gd name="connsiteX234" fmla="*/ 273386 w 12192000"/>
              <a:gd name="connsiteY234" fmla="*/ 2142551 h 2237474"/>
              <a:gd name="connsiteX235" fmla="*/ 169207 w 12192000"/>
              <a:gd name="connsiteY235" fmla="*/ 2128100 h 2237474"/>
              <a:gd name="connsiteX236" fmla="*/ 93149 w 12192000"/>
              <a:gd name="connsiteY236" fmla="*/ 2105324 h 2237474"/>
              <a:gd name="connsiteX237" fmla="*/ 88109 w 12192000"/>
              <a:gd name="connsiteY237" fmla="*/ 2106704 h 2237474"/>
              <a:gd name="connsiteX238" fmla="*/ 80022 w 12192000"/>
              <a:gd name="connsiteY238" fmla="*/ 2107254 h 2237474"/>
              <a:gd name="connsiteX239" fmla="*/ 79717 w 12192000"/>
              <a:gd name="connsiteY239" fmla="*/ 2107046 h 2237474"/>
              <a:gd name="connsiteX240" fmla="*/ 72352 w 12192000"/>
              <a:gd name="connsiteY240" fmla="*/ 2107991 h 2237474"/>
              <a:gd name="connsiteX241" fmla="*/ 37645 w 12192000"/>
              <a:gd name="connsiteY241" fmla="*/ 2115401 h 2237474"/>
              <a:gd name="connsiteX242" fmla="*/ 4572 w 12192000"/>
              <a:gd name="connsiteY242" fmla="*/ 2111091 h 2237474"/>
              <a:gd name="connsiteX243" fmla="*/ 0 w 12192000"/>
              <a:gd name="connsiteY243" fmla="*/ 2110468 h 2237474"/>
              <a:gd name="connsiteX244" fmla="*/ 0 w 12192000"/>
              <a:gd name="connsiteY244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93343 w 12192000"/>
              <a:gd name="connsiteY106" fmla="*/ 1664672 h 2237474"/>
              <a:gd name="connsiteX107" fmla="*/ 6380457 w 12192000"/>
              <a:gd name="connsiteY107" fmla="*/ 1662376 h 2237474"/>
              <a:gd name="connsiteX108" fmla="*/ 6280959 w 12192000"/>
              <a:gd name="connsiteY108" fmla="*/ 1689329 h 2237474"/>
              <a:gd name="connsiteX109" fmla="*/ 6266765 w 12192000"/>
              <a:gd name="connsiteY109" fmla="*/ 1695560 h 2237474"/>
              <a:gd name="connsiteX110" fmla="*/ 6098321 w 12192000"/>
              <a:gd name="connsiteY110" fmla="*/ 1721646 h 2237474"/>
              <a:gd name="connsiteX111" fmla="*/ 5880652 w 12192000"/>
              <a:gd name="connsiteY111" fmla="*/ 1779643 h 2237474"/>
              <a:gd name="connsiteX112" fmla="*/ 5785959 w 12192000"/>
              <a:gd name="connsiteY112" fmla="*/ 1775307 h 2237474"/>
              <a:gd name="connsiteX113" fmla="*/ 5643534 w 12192000"/>
              <a:gd name="connsiteY113" fmla="*/ 1802919 h 2237474"/>
              <a:gd name="connsiteX114" fmla="*/ 5518799 w 12192000"/>
              <a:gd name="connsiteY114" fmla="*/ 1818312 h 2237474"/>
              <a:gd name="connsiteX115" fmla="*/ 5505014 w 12192000"/>
              <a:gd name="connsiteY115" fmla="*/ 1819259 h 2237474"/>
              <a:gd name="connsiteX116" fmla="*/ 5453307 w 12192000"/>
              <a:gd name="connsiteY116" fmla="*/ 1815450 h 2237474"/>
              <a:gd name="connsiteX117" fmla="*/ 5364192 w 12192000"/>
              <a:gd name="connsiteY117" fmla="*/ 1826074 h 2237474"/>
              <a:gd name="connsiteX118" fmla="*/ 5350380 w 12192000"/>
              <a:gd name="connsiteY118" fmla="*/ 1830891 h 2237474"/>
              <a:gd name="connsiteX119" fmla="*/ 5259633 w 12192000"/>
              <a:gd name="connsiteY119" fmla="*/ 1837160 h 2237474"/>
              <a:gd name="connsiteX120" fmla="*/ 5197513 w 12192000"/>
              <a:gd name="connsiteY120" fmla="*/ 1844718 h 2237474"/>
              <a:gd name="connsiteX121" fmla="*/ 5184170 w 12192000"/>
              <a:gd name="connsiteY121" fmla="*/ 1849402 h 2237474"/>
              <a:gd name="connsiteX122" fmla="*/ 5168852 w 12192000"/>
              <a:gd name="connsiteY122" fmla="*/ 1844846 h 2237474"/>
              <a:gd name="connsiteX123" fmla="*/ 5164370 w 12192000"/>
              <a:gd name="connsiteY123" fmla="*/ 1840597 h 2237474"/>
              <a:gd name="connsiteX124" fmla="*/ 5114927 w 12192000"/>
              <a:gd name="connsiteY124" fmla="*/ 1847827 h 2237474"/>
              <a:gd name="connsiteX125" fmla="*/ 5108970 w 12192000"/>
              <a:gd name="connsiteY125" fmla="*/ 1847935 h 2237474"/>
              <a:gd name="connsiteX126" fmla="*/ 5067961 w 12192000"/>
              <a:gd name="connsiteY126" fmla="*/ 1845917 h 2237474"/>
              <a:gd name="connsiteX127" fmla="*/ 5007075 w 12192000"/>
              <a:gd name="connsiteY127" fmla="*/ 1838626 h 2237474"/>
              <a:gd name="connsiteX128" fmla="*/ 4944087 w 12192000"/>
              <a:gd name="connsiteY128" fmla="*/ 1823332 h 2237474"/>
              <a:gd name="connsiteX129" fmla="*/ 4907662 w 12192000"/>
              <a:gd name="connsiteY129" fmla="*/ 1816900 h 2237474"/>
              <a:gd name="connsiteX130" fmla="*/ 4882386 w 12192000"/>
              <a:gd name="connsiteY130" fmla="*/ 1809844 h 2237474"/>
              <a:gd name="connsiteX131" fmla="*/ 4811440 w 12192000"/>
              <a:gd name="connsiteY131" fmla="*/ 1804655 h 2237474"/>
              <a:gd name="connsiteX132" fmla="*/ 4691075 w 12192000"/>
              <a:gd name="connsiteY132" fmla="*/ 1801389 h 2237474"/>
              <a:gd name="connsiteX133" fmla="*/ 4647449 w 12192000"/>
              <a:gd name="connsiteY133" fmla="*/ 1793181 h 2237474"/>
              <a:gd name="connsiteX134" fmla="*/ 4645504 w 12192000"/>
              <a:gd name="connsiteY134" fmla="*/ 1787606 h 2237474"/>
              <a:gd name="connsiteX135" fmla="*/ 4611738 w 12192000"/>
              <a:gd name="connsiteY135" fmla="*/ 1776964 h 2237474"/>
              <a:gd name="connsiteX136" fmla="*/ 4560070 w 12192000"/>
              <a:gd name="connsiteY136" fmla="*/ 1785640 h 2237474"/>
              <a:gd name="connsiteX137" fmla="*/ 4536503 w 12192000"/>
              <a:gd name="connsiteY137" fmla="*/ 1785334 h 2237474"/>
              <a:gd name="connsiteX138" fmla="*/ 4513724 w 12192000"/>
              <a:gd name="connsiteY138" fmla="*/ 1791996 h 2237474"/>
              <a:gd name="connsiteX139" fmla="*/ 4459810 w 12192000"/>
              <a:gd name="connsiteY139" fmla="*/ 1797886 h 2237474"/>
              <a:gd name="connsiteX140" fmla="*/ 4379064 w 12192000"/>
              <a:gd name="connsiteY140" fmla="*/ 1817177 h 2237474"/>
              <a:gd name="connsiteX141" fmla="*/ 4319209 w 12192000"/>
              <a:gd name="connsiteY141" fmla="*/ 1834833 h 2237474"/>
              <a:gd name="connsiteX142" fmla="*/ 4306907 w 12192000"/>
              <a:gd name="connsiteY142" fmla="*/ 1841641 h 2237474"/>
              <a:gd name="connsiteX143" fmla="*/ 4290981 w 12192000"/>
              <a:gd name="connsiteY143" fmla="*/ 1839677 h 2237474"/>
              <a:gd name="connsiteX144" fmla="*/ 4285792 w 12192000"/>
              <a:gd name="connsiteY144" fmla="*/ 1836231 h 2237474"/>
              <a:gd name="connsiteX145" fmla="*/ 4238372 w 12192000"/>
              <a:gd name="connsiteY145" fmla="*/ 1851480 h 2237474"/>
              <a:gd name="connsiteX146" fmla="*/ 4232517 w 12192000"/>
              <a:gd name="connsiteY146" fmla="*/ 1852567 h 2237474"/>
              <a:gd name="connsiteX147" fmla="*/ 4191732 w 12192000"/>
              <a:gd name="connsiteY147" fmla="*/ 1857328 h 2237474"/>
              <a:gd name="connsiteX148" fmla="*/ 4065532 w 12192000"/>
              <a:gd name="connsiteY148" fmla="*/ 1855477 h 2237474"/>
              <a:gd name="connsiteX149" fmla="*/ 4028460 w 12192000"/>
              <a:gd name="connsiteY149" fmla="*/ 1855137 h 2237474"/>
              <a:gd name="connsiteX150" fmla="*/ 4002267 w 12192000"/>
              <a:gd name="connsiteY150" fmla="*/ 1852352 h 2237474"/>
              <a:gd name="connsiteX151" fmla="*/ 3931396 w 12192000"/>
              <a:gd name="connsiteY151" fmla="*/ 1858915 h 2237474"/>
              <a:gd name="connsiteX152" fmla="*/ 3812162 w 12192000"/>
              <a:gd name="connsiteY152" fmla="*/ 1875501 h 2237474"/>
              <a:gd name="connsiteX153" fmla="*/ 3767672 w 12192000"/>
              <a:gd name="connsiteY153" fmla="*/ 1874600 h 2237474"/>
              <a:gd name="connsiteX154" fmla="*/ 3764741 w 12192000"/>
              <a:gd name="connsiteY154" fmla="*/ 1869433 h 2237474"/>
              <a:gd name="connsiteX155" fmla="*/ 3751332 w 12192000"/>
              <a:gd name="connsiteY155" fmla="*/ 1869854 h 2237474"/>
              <a:gd name="connsiteX156" fmla="*/ 3748155 w 12192000"/>
              <a:gd name="connsiteY156" fmla="*/ 1868903 h 2237474"/>
              <a:gd name="connsiteX157" fmla="*/ 3729530 w 12192000"/>
              <a:gd name="connsiteY157" fmla="*/ 1864513 h 2237474"/>
              <a:gd name="connsiteX158" fmla="*/ 3680177 w 12192000"/>
              <a:gd name="connsiteY158" fmla="*/ 1881552 h 2237474"/>
              <a:gd name="connsiteX159" fmla="*/ 3567259 w 12192000"/>
              <a:gd name="connsiteY159" fmla="*/ 1893482 h 2237474"/>
              <a:gd name="connsiteX160" fmla="*/ 3405770 w 12192000"/>
              <a:gd name="connsiteY160" fmla="*/ 1904591 h 2237474"/>
              <a:gd name="connsiteX161" fmla="*/ 3280097 w 12192000"/>
              <a:gd name="connsiteY161" fmla="*/ 1919610 h 2237474"/>
              <a:gd name="connsiteX162" fmla="*/ 3123424 w 12192000"/>
              <a:gd name="connsiteY162" fmla="*/ 1952930 h 2237474"/>
              <a:gd name="connsiteX163" fmla="*/ 3009910 w 12192000"/>
              <a:gd name="connsiteY163" fmla="*/ 1957866 h 2237474"/>
              <a:gd name="connsiteX164" fmla="*/ 2995934 w 12192000"/>
              <a:gd name="connsiteY164" fmla="*/ 1967085 h 2237474"/>
              <a:gd name="connsiteX165" fmla="*/ 2980071 w 12192000"/>
              <a:gd name="connsiteY165" fmla="*/ 1972988 h 2237474"/>
              <a:gd name="connsiteX166" fmla="*/ 2978094 w 12192000"/>
              <a:gd name="connsiteY166" fmla="*/ 1972369 h 2237474"/>
              <a:gd name="connsiteX167" fmla="*/ 2942858 w 12192000"/>
              <a:gd name="connsiteY167" fmla="*/ 1981367 h 2237474"/>
              <a:gd name="connsiteX168" fmla="*/ 2875436 w 12192000"/>
              <a:gd name="connsiteY168" fmla="*/ 1996977 h 2237474"/>
              <a:gd name="connsiteX169" fmla="*/ 2874892 w 12192000"/>
              <a:gd name="connsiteY169" fmla="*/ 1996085 h 2237474"/>
              <a:gd name="connsiteX170" fmla="*/ 2864145 w 12192000"/>
              <a:gd name="connsiteY170" fmla="*/ 1994061 h 2237474"/>
              <a:gd name="connsiteX171" fmla="*/ 2843662 w 12192000"/>
              <a:gd name="connsiteY171" fmla="*/ 1992498 h 2237474"/>
              <a:gd name="connsiteX172" fmla="*/ 2796128 w 12192000"/>
              <a:gd name="connsiteY172" fmla="*/ 1976403 h 2237474"/>
              <a:gd name="connsiteX173" fmla="*/ 2756784 w 12192000"/>
              <a:gd name="connsiteY173" fmla="*/ 1985116 h 2237474"/>
              <a:gd name="connsiteX174" fmla="*/ 2748833 w 12192000"/>
              <a:gd name="connsiteY174" fmla="*/ 1986323 h 2237474"/>
              <a:gd name="connsiteX175" fmla="*/ 2748661 w 12192000"/>
              <a:gd name="connsiteY175" fmla="*/ 1986122 h 2237474"/>
              <a:gd name="connsiteX176" fmla="*/ 2740251 w 12192000"/>
              <a:gd name="connsiteY176" fmla="*/ 1986946 h 2237474"/>
              <a:gd name="connsiteX177" fmla="*/ 2718916 w 12192000"/>
              <a:gd name="connsiteY177" fmla="*/ 1990867 h 2237474"/>
              <a:gd name="connsiteX178" fmla="*/ 2713522 w 12192000"/>
              <a:gd name="connsiteY178" fmla="*/ 1990173 h 2237474"/>
              <a:gd name="connsiteX179" fmla="*/ 2680597 w 12192000"/>
              <a:gd name="connsiteY179" fmla="*/ 1984996 h 2237474"/>
              <a:gd name="connsiteX180" fmla="*/ 2578178 w 12192000"/>
              <a:gd name="connsiteY180" fmla="*/ 1990531 h 2237474"/>
              <a:gd name="connsiteX181" fmla="*/ 2476147 w 12192000"/>
              <a:gd name="connsiteY181" fmla="*/ 1998305 h 2237474"/>
              <a:gd name="connsiteX182" fmla="*/ 2373568 w 12192000"/>
              <a:gd name="connsiteY182" fmla="*/ 2003219 h 2237474"/>
              <a:gd name="connsiteX183" fmla="*/ 2321399 w 12192000"/>
              <a:gd name="connsiteY183" fmla="*/ 1989467 h 2237474"/>
              <a:gd name="connsiteX184" fmla="*/ 2315525 w 12192000"/>
              <a:gd name="connsiteY184" fmla="*/ 1989708 h 2237474"/>
              <a:gd name="connsiteX185" fmla="*/ 2300792 w 12192000"/>
              <a:gd name="connsiteY185" fmla="*/ 1994290 h 2237474"/>
              <a:gd name="connsiteX186" fmla="*/ 2295469 w 12192000"/>
              <a:gd name="connsiteY186" fmla="*/ 1996659 h 2237474"/>
              <a:gd name="connsiteX187" fmla="*/ 2287219 w 12192000"/>
              <a:gd name="connsiteY187" fmla="*/ 1998750 h 2237474"/>
              <a:gd name="connsiteX188" fmla="*/ 2286948 w 12192000"/>
              <a:gd name="connsiteY188" fmla="*/ 1998596 h 2237474"/>
              <a:gd name="connsiteX189" fmla="*/ 2243069 w 12192000"/>
              <a:gd name="connsiteY189" fmla="*/ 2015111 h 2237474"/>
              <a:gd name="connsiteX190" fmla="*/ 2186609 w 12192000"/>
              <a:gd name="connsiteY190" fmla="*/ 2008263 h 2237474"/>
              <a:gd name="connsiteX191" fmla="*/ 2164831 w 12192000"/>
              <a:gd name="connsiteY191" fmla="*/ 2010143 h 2237474"/>
              <a:gd name="connsiteX192" fmla="*/ 2152836 w 12192000"/>
              <a:gd name="connsiteY192" fmla="*/ 2010048 h 2237474"/>
              <a:gd name="connsiteX193" fmla="*/ 2117102 w 12192000"/>
              <a:gd name="connsiteY193" fmla="*/ 2023004 h 2237474"/>
              <a:gd name="connsiteX194" fmla="*/ 2111935 w 12192000"/>
              <a:gd name="connsiteY194" fmla="*/ 2023163 h 2237474"/>
              <a:gd name="connsiteX195" fmla="*/ 2089991 w 12192000"/>
              <a:gd name="connsiteY195" fmla="*/ 2034193 h 2237474"/>
              <a:gd name="connsiteX196" fmla="*/ 2058061 w 12192000"/>
              <a:gd name="connsiteY196" fmla="*/ 2047942 h 2237474"/>
              <a:gd name="connsiteX197" fmla="*/ 2055737 w 12192000"/>
              <a:gd name="connsiteY197" fmla="*/ 2047704 h 2237474"/>
              <a:gd name="connsiteX198" fmla="*/ 2042244 w 12192000"/>
              <a:gd name="connsiteY198" fmla="*/ 2055560 h 2237474"/>
              <a:gd name="connsiteX199" fmla="*/ 1976224 w 12192000"/>
              <a:gd name="connsiteY199" fmla="*/ 2074257 h 2237474"/>
              <a:gd name="connsiteX200" fmla="*/ 1877728 w 12192000"/>
              <a:gd name="connsiteY200" fmla="*/ 2101004 h 2237474"/>
              <a:gd name="connsiteX201" fmla="*/ 1759056 w 12192000"/>
              <a:gd name="connsiteY201" fmla="*/ 2125608 h 2237474"/>
              <a:gd name="connsiteX202" fmla="*/ 1637948 w 12192000"/>
              <a:gd name="connsiteY202" fmla="*/ 2172597 h 2237474"/>
              <a:gd name="connsiteX203" fmla="*/ 1434549 w 12192000"/>
              <a:gd name="connsiteY203" fmla="*/ 2234522 h 2237474"/>
              <a:gd name="connsiteX204" fmla="*/ 1398481 w 12192000"/>
              <a:gd name="connsiteY204" fmla="*/ 2237074 h 2237474"/>
              <a:gd name="connsiteX205" fmla="*/ 1398407 w 12192000"/>
              <a:gd name="connsiteY205" fmla="*/ 2237095 h 2237474"/>
              <a:gd name="connsiteX206" fmla="*/ 1370962 w 12192000"/>
              <a:gd name="connsiteY206" fmla="*/ 2237474 h 2237474"/>
              <a:gd name="connsiteX207" fmla="*/ 1356367 w 12192000"/>
              <a:gd name="connsiteY207" fmla="*/ 2235089 h 2237474"/>
              <a:gd name="connsiteX208" fmla="*/ 1324828 w 12192000"/>
              <a:gd name="connsiteY208" fmla="*/ 2231968 h 2237474"/>
              <a:gd name="connsiteX209" fmla="*/ 1297744 w 12192000"/>
              <a:gd name="connsiteY209" fmla="*/ 2235849 h 2237474"/>
              <a:gd name="connsiteX210" fmla="*/ 1286236 w 12192000"/>
              <a:gd name="connsiteY210" fmla="*/ 2233135 h 2237474"/>
              <a:gd name="connsiteX211" fmla="*/ 1283504 w 12192000"/>
              <a:gd name="connsiteY211" fmla="*/ 2233797 h 2237474"/>
              <a:gd name="connsiteX212" fmla="*/ 1279765 w 12192000"/>
              <a:gd name="connsiteY212" fmla="*/ 2229639 h 2237474"/>
              <a:gd name="connsiteX213" fmla="*/ 1195347 w 12192000"/>
              <a:gd name="connsiteY213" fmla="*/ 2212354 h 2237474"/>
              <a:gd name="connsiteX214" fmla="*/ 970251 w 12192000"/>
              <a:gd name="connsiteY214" fmla="*/ 2221029 h 2237474"/>
              <a:gd name="connsiteX215" fmla="*/ 812914 w 12192000"/>
              <a:gd name="connsiteY215" fmla="*/ 2202752 h 2237474"/>
              <a:gd name="connsiteX216" fmla="*/ 800195 w 12192000"/>
              <a:gd name="connsiteY216" fmla="*/ 2209407 h 2237474"/>
              <a:gd name="connsiteX217" fmla="*/ 784978 w 12192000"/>
              <a:gd name="connsiteY217" fmla="*/ 2212360 h 2237474"/>
              <a:gd name="connsiteX218" fmla="*/ 681987 w 12192000"/>
              <a:gd name="connsiteY218" fmla="*/ 2216757 h 2237474"/>
              <a:gd name="connsiteX219" fmla="*/ 669923 w 12192000"/>
              <a:gd name="connsiteY219" fmla="*/ 2211682 h 2237474"/>
              <a:gd name="connsiteX220" fmla="*/ 648680 w 12192000"/>
              <a:gd name="connsiteY220" fmla="*/ 2206229 h 2237474"/>
              <a:gd name="connsiteX221" fmla="*/ 597225 w 12192000"/>
              <a:gd name="connsiteY221" fmla="*/ 2180999 h 2237474"/>
              <a:gd name="connsiteX222" fmla="*/ 558449 w 12192000"/>
              <a:gd name="connsiteY222" fmla="*/ 2182346 h 2237474"/>
              <a:gd name="connsiteX223" fmla="*/ 550517 w 12192000"/>
              <a:gd name="connsiteY223" fmla="*/ 2182060 h 2237474"/>
              <a:gd name="connsiteX224" fmla="*/ 550309 w 12192000"/>
              <a:gd name="connsiteY224" fmla="*/ 2181825 h 2237474"/>
              <a:gd name="connsiteX225" fmla="*/ 541836 w 12192000"/>
              <a:gd name="connsiteY225" fmla="*/ 2181063 h 2237474"/>
              <a:gd name="connsiteX226" fmla="*/ 536057 w 12192000"/>
              <a:gd name="connsiteY226" fmla="*/ 2181537 h 2237474"/>
              <a:gd name="connsiteX227" fmla="*/ 520671 w 12192000"/>
              <a:gd name="connsiteY227" fmla="*/ 2180980 h 2237474"/>
              <a:gd name="connsiteX228" fmla="*/ 515024 w 12192000"/>
              <a:gd name="connsiteY228" fmla="*/ 2179258 h 2237474"/>
              <a:gd name="connsiteX229" fmla="*/ 512278 w 12192000"/>
              <a:gd name="connsiteY229" fmla="*/ 2176369 h 2237474"/>
              <a:gd name="connsiteX230" fmla="*/ 480419 w 12192000"/>
              <a:gd name="connsiteY230" fmla="*/ 2167807 h 2237474"/>
              <a:gd name="connsiteX231" fmla="*/ 413835 w 12192000"/>
              <a:gd name="connsiteY231" fmla="*/ 2156783 h 2237474"/>
              <a:gd name="connsiteX232" fmla="*/ 376513 w 12192000"/>
              <a:gd name="connsiteY232" fmla="*/ 2154014 h 2237474"/>
              <a:gd name="connsiteX233" fmla="*/ 273386 w 12192000"/>
              <a:gd name="connsiteY233" fmla="*/ 2142551 h 2237474"/>
              <a:gd name="connsiteX234" fmla="*/ 169207 w 12192000"/>
              <a:gd name="connsiteY234" fmla="*/ 2128100 h 2237474"/>
              <a:gd name="connsiteX235" fmla="*/ 93149 w 12192000"/>
              <a:gd name="connsiteY235" fmla="*/ 2105324 h 2237474"/>
              <a:gd name="connsiteX236" fmla="*/ 88109 w 12192000"/>
              <a:gd name="connsiteY236" fmla="*/ 2106704 h 2237474"/>
              <a:gd name="connsiteX237" fmla="*/ 80022 w 12192000"/>
              <a:gd name="connsiteY237" fmla="*/ 2107254 h 2237474"/>
              <a:gd name="connsiteX238" fmla="*/ 79717 w 12192000"/>
              <a:gd name="connsiteY238" fmla="*/ 2107046 h 2237474"/>
              <a:gd name="connsiteX239" fmla="*/ 72352 w 12192000"/>
              <a:gd name="connsiteY239" fmla="*/ 2107991 h 2237474"/>
              <a:gd name="connsiteX240" fmla="*/ 37645 w 12192000"/>
              <a:gd name="connsiteY240" fmla="*/ 2115401 h 2237474"/>
              <a:gd name="connsiteX241" fmla="*/ 4572 w 12192000"/>
              <a:gd name="connsiteY241" fmla="*/ 2111091 h 2237474"/>
              <a:gd name="connsiteX242" fmla="*/ 0 w 12192000"/>
              <a:gd name="connsiteY242" fmla="*/ 2110468 h 2237474"/>
              <a:gd name="connsiteX243" fmla="*/ 0 w 12192000"/>
              <a:gd name="connsiteY243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93343 w 12192000"/>
              <a:gd name="connsiteY106" fmla="*/ 1664672 h 2237474"/>
              <a:gd name="connsiteX107" fmla="*/ 6380457 w 12192000"/>
              <a:gd name="connsiteY107" fmla="*/ 1662376 h 2237474"/>
              <a:gd name="connsiteX108" fmla="*/ 6280959 w 12192000"/>
              <a:gd name="connsiteY108" fmla="*/ 1689329 h 2237474"/>
              <a:gd name="connsiteX109" fmla="*/ 6266765 w 12192000"/>
              <a:gd name="connsiteY109" fmla="*/ 1695560 h 2237474"/>
              <a:gd name="connsiteX110" fmla="*/ 6098321 w 12192000"/>
              <a:gd name="connsiteY110" fmla="*/ 1721646 h 2237474"/>
              <a:gd name="connsiteX111" fmla="*/ 5880652 w 12192000"/>
              <a:gd name="connsiteY111" fmla="*/ 1779643 h 2237474"/>
              <a:gd name="connsiteX112" fmla="*/ 5785959 w 12192000"/>
              <a:gd name="connsiteY112" fmla="*/ 1775307 h 2237474"/>
              <a:gd name="connsiteX113" fmla="*/ 5643534 w 12192000"/>
              <a:gd name="connsiteY113" fmla="*/ 1802919 h 2237474"/>
              <a:gd name="connsiteX114" fmla="*/ 5518799 w 12192000"/>
              <a:gd name="connsiteY114" fmla="*/ 1818312 h 2237474"/>
              <a:gd name="connsiteX115" fmla="*/ 5505014 w 12192000"/>
              <a:gd name="connsiteY115" fmla="*/ 1819259 h 2237474"/>
              <a:gd name="connsiteX116" fmla="*/ 5453307 w 12192000"/>
              <a:gd name="connsiteY116" fmla="*/ 1815450 h 2237474"/>
              <a:gd name="connsiteX117" fmla="*/ 5364192 w 12192000"/>
              <a:gd name="connsiteY117" fmla="*/ 1826074 h 2237474"/>
              <a:gd name="connsiteX118" fmla="*/ 5350380 w 12192000"/>
              <a:gd name="connsiteY118" fmla="*/ 1830891 h 2237474"/>
              <a:gd name="connsiteX119" fmla="*/ 5259633 w 12192000"/>
              <a:gd name="connsiteY119" fmla="*/ 1837160 h 2237474"/>
              <a:gd name="connsiteX120" fmla="*/ 5197513 w 12192000"/>
              <a:gd name="connsiteY120" fmla="*/ 1844718 h 2237474"/>
              <a:gd name="connsiteX121" fmla="*/ 5184170 w 12192000"/>
              <a:gd name="connsiteY121" fmla="*/ 1849402 h 2237474"/>
              <a:gd name="connsiteX122" fmla="*/ 5168852 w 12192000"/>
              <a:gd name="connsiteY122" fmla="*/ 1844846 h 2237474"/>
              <a:gd name="connsiteX123" fmla="*/ 5164370 w 12192000"/>
              <a:gd name="connsiteY123" fmla="*/ 1840597 h 2237474"/>
              <a:gd name="connsiteX124" fmla="*/ 5114927 w 12192000"/>
              <a:gd name="connsiteY124" fmla="*/ 1847827 h 2237474"/>
              <a:gd name="connsiteX125" fmla="*/ 5108970 w 12192000"/>
              <a:gd name="connsiteY125" fmla="*/ 1847935 h 2237474"/>
              <a:gd name="connsiteX126" fmla="*/ 5067961 w 12192000"/>
              <a:gd name="connsiteY126" fmla="*/ 1845917 h 2237474"/>
              <a:gd name="connsiteX127" fmla="*/ 5007075 w 12192000"/>
              <a:gd name="connsiteY127" fmla="*/ 1838626 h 2237474"/>
              <a:gd name="connsiteX128" fmla="*/ 4944087 w 12192000"/>
              <a:gd name="connsiteY128" fmla="*/ 1823332 h 2237474"/>
              <a:gd name="connsiteX129" fmla="*/ 4907662 w 12192000"/>
              <a:gd name="connsiteY129" fmla="*/ 1816900 h 2237474"/>
              <a:gd name="connsiteX130" fmla="*/ 4882386 w 12192000"/>
              <a:gd name="connsiteY130" fmla="*/ 1809844 h 2237474"/>
              <a:gd name="connsiteX131" fmla="*/ 4811440 w 12192000"/>
              <a:gd name="connsiteY131" fmla="*/ 1804655 h 2237474"/>
              <a:gd name="connsiteX132" fmla="*/ 4691075 w 12192000"/>
              <a:gd name="connsiteY132" fmla="*/ 1801389 h 2237474"/>
              <a:gd name="connsiteX133" fmla="*/ 4647449 w 12192000"/>
              <a:gd name="connsiteY133" fmla="*/ 1793181 h 2237474"/>
              <a:gd name="connsiteX134" fmla="*/ 4611738 w 12192000"/>
              <a:gd name="connsiteY134" fmla="*/ 1776964 h 2237474"/>
              <a:gd name="connsiteX135" fmla="*/ 4560070 w 12192000"/>
              <a:gd name="connsiteY135" fmla="*/ 1785640 h 2237474"/>
              <a:gd name="connsiteX136" fmla="*/ 4536503 w 12192000"/>
              <a:gd name="connsiteY136" fmla="*/ 1785334 h 2237474"/>
              <a:gd name="connsiteX137" fmla="*/ 4513724 w 12192000"/>
              <a:gd name="connsiteY137" fmla="*/ 1791996 h 2237474"/>
              <a:gd name="connsiteX138" fmla="*/ 4459810 w 12192000"/>
              <a:gd name="connsiteY138" fmla="*/ 1797886 h 2237474"/>
              <a:gd name="connsiteX139" fmla="*/ 4379064 w 12192000"/>
              <a:gd name="connsiteY139" fmla="*/ 1817177 h 2237474"/>
              <a:gd name="connsiteX140" fmla="*/ 4319209 w 12192000"/>
              <a:gd name="connsiteY140" fmla="*/ 1834833 h 2237474"/>
              <a:gd name="connsiteX141" fmla="*/ 4306907 w 12192000"/>
              <a:gd name="connsiteY141" fmla="*/ 1841641 h 2237474"/>
              <a:gd name="connsiteX142" fmla="*/ 4290981 w 12192000"/>
              <a:gd name="connsiteY142" fmla="*/ 1839677 h 2237474"/>
              <a:gd name="connsiteX143" fmla="*/ 4285792 w 12192000"/>
              <a:gd name="connsiteY143" fmla="*/ 1836231 h 2237474"/>
              <a:gd name="connsiteX144" fmla="*/ 4238372 w 12192000"/>
              <a:gd name="connsiteY144" fmla="*/ 1851480 h 2237474"/>
              <a:gd name="connsiteX145" fmla="*/ 4232517 w 12192000"/>
              <a:gd name="connsiteY145" fmla="*/ 1852567 h 2237474"/>
              <a:gd name="connsiteX146" fmla="*/ 4191732 w 12192000"/>
              <a:gd name="connsiteY146" fmla="*/ 1857328 h 2237474"/>
              <a:gd name="connsiteX147" fmla="*/ 4065532 w 12192000"/>
              <a:gd name="connsiteY147" fmla="*/ 1855477 h 2237474"/>
              <a:gd name="connsiteX148" fmla="*/ 4028460 w 12192000"/>
              <a:gd name="connsiteY148" fmla="*/ 1855137 h 2237474"/>
              <a:gd name="connsiteX149" fmla="*/ 4002267 w 12192000"/>
              <a:gd name="connsiteY149" fmla="*/ 1852352 h 2237474"/>
              <a:gd name="connsiteX150" fmla="*/ 3931396 w 12192000"/>
              <a:gd name="connsiteY150" fmla="*/ 1858915 h 2237474"/>
              <a:gd name="connsiteX151" fmla="*/ 3812162 w 12192000"/>
              <a:gd name="connsiteY151" fmla="*/ 1875501 h 2237474"/>
              <a:gd name="connsiteX152" fmla="*/ 3767672 w 12192000"/>
              <a:gd name="connsiteY152" fmla="*/ 1874600 h 2237474"/>
              <a:gd name="connsiteX153" fmla="*/ 3764741 w 12192000"/>
              <a:gd name="connsiteY153" fmla="*/ 1869433 h 2237474"/>
              <a:gd name="connsiteX154" fmla="*/ 3751332 w 12192000"/>
              <a:gd name="connsiteY154" fmla="*/ 1869854 h 2237474"/>
              <a:gd name="connsiteX155" fmla="*/ 3748155 w 12192000"/>
              <a:gd name="connsiteY155" fmla="*/ 1868903 h 2237474"/>
              <a:gd name="connsiteX156" fmla="*/ 3729530 w 12192000"/>
              <a:gd name="connsiteY156" fmla="*/ 1864513 h 2237474"/>
              <a:gd name="connsiteX157" fmla="*/ 3680177 w 12192000"/>
              <a:gd name="connsiteY157" fmla="*/ 1881552 h 2237474"/>
              <a:gd name="connsiteX158" fmla="*/ 3567259 w 12192000"/>
              <a:gd name="connsiteY158" fmla="*/ 1893482 h 2237474"/>
              <a:gd name="connsiteX159" fmla="*/ 3405770 w 12192000"/>
              <a:gd name="connsiteY159" fmla="*/ 1904591 h 2237474"/>
              <a:gd name="connsiteX160" fmla="*/ 3280097 w 12192000"/>
              <a:gd name="connsiteY160" fmla="*/ 1919610 h 2237474"/>
              <a:gd name="connsiteX161" fmla="*/ 3123424 w 12192000"/>
              <a:gd name="connsiteY161" fmla="*/ 1952930 h 2237474"/>
              <a:gd name="connsiteX162" fmla="*/ 3009910 w 12192000"/>
              <a:gd name="connsiteY162" fmla="*/ 1957866 h 2237474"/>
              <a:gd name="connsiteX163" fmla="*/ 2995934 w 12192000"/>
              <a:gd name="connsiteY163" fmla="*/ 1967085 h 2237474"/>
              <a:gd name="connsiteX164" fmla="*/ 2980071 w 12192000"/>
              <a:gd name="connsiteY164" fmla="*/ 1972988 h 2237474"/>
              <a:gd name="connsiteX165" fmla="*/ 2978094 w 12192000"/>
              <a:gd name="connsiteY165" fmla="*/ 1972369 h 2237474"/>
              <a:gd name="connsiteX166" fmla="*/ 2942858 w 12192000"/>
              <a:gd name="connsiteY166" fmla="*/ 1981367 h 2237474"/>
              <a:gd name="connsiteX167" fmla="*/ 2875436 w 12192000"/>
              <a:gd name="connsiteY167" fmla="*/ 1996977 h 2237474"/>
              <a:gd name="connsiteX168" fmla="*/ 2874892 w 12192000"/>
              <a:gd name="connsiteY168" fmla="*/ 1996085 h 2237474"/>
              <a:gd name="connsiteX169" fmla="*/ 2864145 w 12192000"/>
              <a:gd name="connsiteY169" fmla="*/ 1994061 h 2237474"/>
              <a:gd name="connsiteX170" fmla="*/ 2843662 w 12192000"/>
              <a:gd name="connsiteY170" fmla="*/ 1992498 h 2237474"/>
              <a:gd name="connsiteX171" fmla="*/ 2796128 w 12192000"/>
              <a:gd name="connsiteY171" fmla="*/ 1976403 h 2237474"/>
              <a:gd name="connsiteX172" fmla="*/ 2756784 w 12192000"/>
              <a:gd name="connsiteY172" fmla="*/ 1985116 h 2237474"/>
              <a:gd name="connsiteX173" fmla="*/ 2748833 w 12192000"/>
              <a:gd name="connsiteY173" fmla="*/ 1986323 h 2237474"/>
              <a:gd name="connsiteX174" fmla="*/ 2748661 w 12192000"/>
              <a:gd name="connsiteY174" fmla="*/ 1986122 h 2237474"/>
              <a:gd name="connsiteX175" fmla="*/ 2740251 w 12192000"/>
              <a:gd name="connsiteY175" fmla="*/ 1986946 h 2237474"/>
              <a:gd name="connsiteX176" fmla="*/ 2718916 w 12192000"/>
              <a:gd name="connsiteY176" fmla="*/ 1990867 h 2237474"/>
              <a:gd name="connsiteX177" fmla="*/ 2713522 w 12192000"/>
              <a:gd name="connsiteY177" fmla="*/ 1990173 h 2237474"/>
              <a:gd name="connsiteX178" fmla="*/ 2680597 w 12192000"/>
              <a:gd name="connsiteY178" fmla="*/ 1984996 h 2237474"/>
              <a:gd name="connsiteX179" fmla="*/ 2578178 w 12192000"/>
              <a:gd name="connsiteY179" fmla="*/ 1990531 h 2237474"/>
              <a:gd name="connsiteX180" fmla="*/ 2476147 w 12192000"/>
              <a:gd name="connsiteY180" fmla="*/ 1998305 h 2237474"/>
              <a:gd name="connsiteX181" fmla="*/ 2373568 w 12192000"/>
              <a:gd name="connsiteY181" fmla="*/ 2003219 h 2237474"/>
              <a:gd name="connsiteX182" fmla="*/ 2321399 w 12192000"/>
              <a:gd name="connsiteY182" fmla="*/ 1989467 h 2237474"/>
              <a:gd name="connsiteX183" fmla="*/ 2315525 w 12192000"/>
              <a:gd name="connsiteY183" fmla="*/ 1989708 h 2237474"/>
              <a:gd name="connsiteX184" fmla="*/ 2300792 w 12192000"/>
              <a:gd name="connsiteY184" fmla="*/ 1994290 h 2237474"/>
              <a:gd name="connsiteX185" fmla="*/ 2295469 w 12192000"/>
              <a:gd name="connsiteY185" fmla="*/ 1996659 h 2237474"/>
              <a:gd name="connsiteX186" fmla="*/ 2287219 w 12192000"/>
              <a:gd name="connsiteY186" fmla="*/ 1998750 h 2237474"/>
              <a:gd name="connsiteX187" fmla="*/ 2286948 w 12192000"/>
              <a:gd name="connsiteY187" fmla="*/ 1998596 h 2237474"/>
              <a:gd name="connsiteX188" fmla="*/ 2243069 w 12192000"/>
              <a:gd name="connsiteY188" fmla="*/ 2015111 h 2237474"/>
              <a:gd name="connsiteX189" fmla="*/ 2186609 w 12192000"/>
              <a:gd name="connsiteY189" fmla="*/ 2008263 h 2237474"/>
              <a:gd name="connsiteX190" fmla="*/ 2164831 w 12192000"/>
              <a:gd name="connsiteY190" fmla="*/ 2010143 h 2237474"/>
              <a:gd name="connsiteX191" fmla="*/ 2152836 w 12192000"/>
              <a:gd name="connsiteY191" fmla="*/ 2010048 h 2237474"/>
              <a:gd name="connsiteX192" fmla="*/ 2117102 w 12192000"/>
              <a:gd name="connsiteY192" fmla="*/ 2023004 h 2237474"/>
              <a:gd name="connsiteX193" fmla="*/ 2111935 w 12192000"/>
              <a:gd name="connsiteY193" fmla="*/ 2023163 h 2237474"/>
              <a:gd name="connsiteX194" fmla="*/ 2089991 w 12192000"/>
              <a:gd name="connsiteY194" fmla="*/ 2034193 h 2237474"/>
              <a:gd name="connsiteX195" fmla="*/ 2058061 w 12192000"/>
              <a:gd name="connsiteY195" fmla="*/ 2047942 h 2237474"/>
              <a:gd name="connsiteX196" fmla="*/ 2055737 w 12192000"/>
              <a:gd name="connsiteY196" fmla="*/ 2047704 h 2237474"/>
              <a:gd name="connsiteX197" fmla="*/ 2042244 w 12192000"/>
              <a:gd name="connsiteY197" fmla="*/ 2055560 h 2237474"/>
              <a:gd name="connsiteX198" fmla="*/ 1976224 w 12192000"/>
              <a:gd name="connsiteY198" fmla="*/ 2074257 h 2237474"/>
              <a:gd name="connsiteX199" fmla="*/ 1877728 w 12192000"/>
              <a:gd name="connsiteY199" fmla="*/ 2101004 h 2237474"/>
              <a:gd name="connsiteX200" fmla="*/ 1759056 w 12192000"/>
              <a:gd name="connsiteY200" fmla="*/ 2125608 h 2237474"/>
              <a:gd name="connsiteX201" fmla="*/ 1637948 w 12192000"/>
              <a:gd name="connsiteY201" fmla="*/ 2172597 h 2237474"/>
              <a:gd name="connsiteX202" fmla="*/ 1434549 w 12192000"/>
              <a:gd name="connsiteY202" fmla="*/ 2234522 h 2237474"/>
              <a:gd name="connsiteX203" fmla="*/ 1398481 w 12192000"/>
              <a:gd name="connsiteY203" fmla="*/ 2237074 h 2237474"/>
              <a:gd name="connsiteX204" fmla="*/ 1398407 w 12192000"/>
              <a:gd name="connsiteY204" fmla="*/ 2237095 h 2237474"/>
              <a:gd name="connsiteX205" fmla="*/ 1370962 w 12192000"/>
              <a:gd name="connsiteY205" fmla="*/ 2237474 h 2237474"/>
              <a:gd name="connsiteX206" fmla="*/ 1356367 w 12192000"/>
              <a:gd name="connsiteY206" fmla="*/ 2235089 h 2237474"/>
              <a:gd name="connsiteX207" fmla="*/ 1324828 w 12192000"/>
              <a:gd name="connsiteY207" fmla="*/ 2231968 h 2237474"/>
              <a:gd name="connsiteX208" fmla="*/ 1297744 w 12192000"/>
              <a:gd name="connsiteY208" fmla="*/ 2235849 h 2237474"/>
              <a:gd name="connsiteX209" fmla="*/ 1286236 w 12192000"/>
              <a:gd name="connsiteY209" fmla="*/ 2233135 h 2237474"/>
              <a:gd name="connsiteX210" fmla="*/ 1283504 w 12192000"/>
              <a:gd name="connsiteY210" fmla="*/ 2233797 h 2237474"/>
              <a:gd name="connsiteX211" fmla="*/ 1279765 w 12192000"/>
              <a:gd name="connsiteY211" fmla="*/ 2229639 h 2237474"/>
              <a:gd name="connsiteX212" fmla="*/ 1195347 w 12192000"/>
              <a:gd name="connsiteY212" fmla="*/ 2212354 h 2237474"/>
              <a:gd name="connsiteX213" fmla="*/ 970251 w 12192000"/>
              <a:gd name="connsiteY213" fmla="*/ 2221029 h 2237474"/>
              <a:gd name="connsiteX214" fmla="*/ 812914 w 12192000"/>
              <a:gd name="connsiteY214" fmla="*/ 2202752 h 2237474"/>
              <a:gd name="connsiteX215" fmla="*/ 800195 w 12192000"/>
              <a:gd name="connsiteY215" fmla="*/ 2209407 h 2237474"/>
              <a:gd name="connsiteX216" fmla="*/ 784978 w 12192000"/>
              <a:gd name="connsiteY216" fmla="*/ 2212360 h 2237474"/>
              <a:gd name="connsiteX217" fmla="*/ 681987 w 12192000"/>
              <a:gd name="connsiteY217" fmla="*/ 2216757 h 2237474"/>
              <a:gd name="connsiteX218" fmla="*/ 669923 w 12192000"/>
              <a:gd name="connsiteY218" fmla="*/ 2211682 h 2237474"/>
              <a:gd name="connsiteX219" fmla="*/ 648680 w 12192000"/>
              <a:gd name="connsiteY219" fmla="*/ 2206229 h 2237474"/>
              <a:gd name="connsiteX220" fmla="*/ 597225 w 12192000"/>
              <a:gd name="connsiteY220" fmla="*/ 2180999 h 2237474"/>
              <a:gd name="connsiteX221" fmla="*/ 558449 w 12192000"/>
              <a:gd name="connsiteY221" fmla="*/ 2182346 h 2237474"/>
              <a:gd name="connsiteX222" fmla="*/ 550517 w 12192000"/>
              <a:gd name="connsiteY222" fmla="*/ 2182060 h 2237474"/>
              <a:gd name="connsiteX223" fmla="*/ 550309 w 12192000"/>
              <a:gd name="connsiteY223" fmla="*/ 2181825 h 2237474"/>
              <a:gd name="connsiteX224" fmla="*/ 541836 w 12192000"/>
              <a:gd name="connsiteY224" fmla="*/ 2181063 h 2237474"/>
              <a:gd name="connsiteX225" fmla="*/ 536057 w 12192000"/>
              <a:gd name="connsiteY225" fmla="*/ 2181537 h 2237474"/>
              <a:gd name="connsiteX226" fmla="*/ 520671 w 12192000"/>
              <a:gd name="connsiteY226" fmla="*/ 2180980 h 2237474"/>
              <a:gd name="connsiteX227" fmla="*/ 515024 w 12192000"/>
              <a:gd name="connsiteY227" fmla="*/ 2179258 h 2237474"/>
              <a:gd name="connsiteX228" fmla="*/ 512278 w 12192000"/>
              <a:gd name="connsiteY228" fmla="*/ 2176369 h 2237474"/>
              <a:gd name="connsiteX229" fmla="*/ 480419 w 12192000"/>
              <a:gd name="connsiteY229" fmla="*/ 2167807 h 2237474"/>
              <a:gd name="connsiteX230" fmla="*/ 413835 w 12192000"/>
              <a:gd name="connsiteY230" fmla="*/ 2156783 h 2237474"/>
              <a:gd name="connsiteX231" fmla="*/ 376513 w 12192000"/>
              <a:gd name="connsiteY231" fmla="*/ 2154014 h 2237474"/>
              <a:gd name="connsiteX232" fmla="*/ 273386 w 12192000"/>
              <a:gd name="connsiteY232" fmla="*/ 2142551 h 2237474"/>
              <a:gd name="connsiteX233" fmla="*/ 169207 w 12192000"/>
              <a:gd name="connsiteY233" fmla="*/ 2128100 h 2237474"/>
              <a:gd name="connsiteX234" fmla="*/ 93149 w 12192000"/>
              <a:gd name="connsiteY234" fmla="*/ 2105324 h 2237474"/>
              <a:gd name="connsiteX235" fmla="*/ 88109 w 12192000"/>
              <a:gd name="connsiteY235" fmla="*/ 2106704 h 2237474"/>
              <a:gd name="connsiteX236" fmla="*/ 80022 w 12192000"/>
              <a:gd name="connsiteY236" fmla="*/ 2107254 h 2237474"/>
              <a:gd name="connsiteX237" fmla="*/ 79717 w 12192000"/>
              <a:gd name="connsiteY237" fmla="*/ 2107046 h 2237474"/>
              <a:gd name="connsiteX238" fmla="*/ 72352 w 12192000"/>
              <a:gd name="connsiteY238" fmla="*/ 2107991 h 2237474"/>
              <a:gd name="connsiteX239" fmla="*/ 37645 w 12192000"/>
              <a:gd name="connsiteY239" fmla="*/ 2115401 h 2237474"/>
              <a:gd name="connsiteX240" fmla="*/ 4572 w 12192000"/>
              <a:gd name="connsiteY240" fmla="*/ 2111091 h 2237474"/>
              <a:gd name="connsiteX241" fmla="*/ 0 w 12192000"/>
              <a:gd name="connsiteY241" fmla="*/ 2110468 h 2237474"/>
              <a:gd name="connsiteX242" fmla="*/ 0 w 12192000"/>
              <a:gd name="connsiteY24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93343 w 12192000"/>
              <a:gd name="connsiteY106" fmla="*/ 1664672 h 2237474"/>
              <a:gd name="connsiteX107" fmla="*/ 6380457 w 12192000"/>
              <a:gd name="connsiteY107" fmla="*/ 1662376 h 2237474"/>
              <a:gd name="connsiteX108" fmla="*/ 6280959 w 12192000"/>
              <a:gd name="connsiteY108" fmla="*/ 1689329 h 2237474"/>
              <a:gd name="connsiteX109" fmla="*/ 6266765 w 12192000"/>
              <a:gd name="connsiteY109" fmla="*/ 1695560 h 2237474"/>
              <a:gd name="connsiteX110" fmla="*/ 6098321 w 12192000"/>
              <a:gd name="connsiteY110" fmla="*/ 1721646 h 2237474"/>
              <a:gd name="connsiteX111" fmla="*/ 5880652 w 12192000"/>
              <a:gd name="connsiteY111" fmla="*/ 1779643 h 2237474"/>
              <a:gd name="connsiteX112" fmla="*/ 5785959 w 12192000"/>
              <a:gd name="connsiteY112" fmla="*/ 1775307 h 2237474"/>
              <a:gd name="connsiteX113" fmla="*/ 5643534 w 12192000"/>
              <a:gd name="connsiteY113" fmla="*/ 1802919 h 2237474"/>
              <a:gd name="connsiteX114" fmla="*/ 5518799 w 12192000"/>
              <a:gd name="connsiteY114" fmla="*/ 1818312 h 2237474"/>
              <a:gd name="connsiteX115" fmla="*/ 5505014 w 12192000"/>
              <a:gd name="connsiteY115" fmla="*/ 1819259 h 2237474"/>
              <a:gd name="connsiteX116" fmla="*/ 5453307 w 12192000"/>
              <a:gd name="connsiteY116" fmla="*/ 1815450 h 2237474"/>
              <a:gd name="connsiteX117" fmla="*/ 5364192 w 12192000"/>
              <a:gd name="connsiteY117" fmla="*/ 1826074 h 2237474"/>
              <a:gd name="connsiteX118" fmla="*/ 5350380 w 12192000"/>
              <a:gd name="connsiteY118" fmla="*/ 1830891 h 2237474"/>
              <a:gd name="connsiteX119" fmla="*/ 5259633 w 12192000"/>
              <a:gd name="connsiteY119" fmla="*/ 1837160 h 2237474"/>
              <a:gd name="connsiteX120" fmla="*/ 5197513 w 12192000"/>
              <a:gd name="connsiteY120" fmla="*/ 1844718 h 2237474"/>
              <a:gd name="connsiteX121" fmla="*/ 5184170 w 12192000"/>
              <a:gd name="connsiteY121" fmla="*/ 1849402 h 2237474"/>
              <a:gd name="connsiteX122" fmla="*/ 5168852 w 12192000"/>
              <a:gd name="connsiteY122" fmla="*/ 1844846 h 2237474"/>
              <a:gd name="connsiteX123" fmla="*/ 5164370 w 12192000"/>
              <a:gd name="connsiteY123" fmla="*/ 1840597 h 2237474"/>
              <a:gd name="connsiteX124" fmla="*/ 5114927 w 12192000"/>
              <a:gd name="connsiteY124" fmla="*/ 1847827 h 2237474"/>
              <a:gd name="connsiteX125" fmla="*/ 5108970 w 12192000"/>
              <a:gd name="connsiteY125" fmla="*/ 1847935 h 2237474"/>
              <a:gd name="connsiteX126" fmla="*/ 5067961 w 12192000"/>
              <a:gd name="connsiteY126" fmla="*/ 1845917 h 2237474"/>
              <a:gd name="connsiteX127" fmla="*/ 5007075 w 12192000"/>
              <a:gd name="connsiteY127" fmla="*/ 1838626 h 2237474"/>
              <a:gd name="connsiteX128" fmla="*/ 4944087 w 12192000"/>
              <a:gd name="connsiteY128" fmla="*/ 1823332 h 2237474"/>
              <a:gd name="connsiteX129" fmla="*/ 4907662 w 12192000"/>
              <a:gd name="connsiteY129" fmla="*/ 1816900 h 2237474"/>
              <a:gd name="connsiteX130" fmla="*/ 4882386 w 12192000"/>
              <a:gd name="connsiteY130" fmla="*/ 1809844 h 2237474"/>
              <a:gd name="connsiteX131" fmla="*/ 4811440 w 12192000"/>
              <a:gd name="connsiteY131" fmla="*/ 1804655 h 2237474"/>
              <a:gd name="connsiteX132" fmla="*/ 4691075 w 12192000"/>
              <a:gd name="connsiteY132" fmla="*/ 1801389 h 2237474"/>
              <a:gd name="connsiteX133" fmla="*/ 4611738 w 12192000"/>
              <a:gd name="connsiteY133" fmla="*/ 1776964 h 2237474"/>
              <a:gd name="connsiteX134" fmla="*/ 4560070 w 12192000"/>
              <a:gd name="connsiteY134" fmla="*/ 1785640 h 2237474"/>
              <a:gd name="connsiteX135" fmla="*/ 4536503 w 12192000"/>
              <a:gd name="connsiteY135" fmla="*/ 1785334 h 2237474"/>
              <a:gd name="connsiteX136" fmla="*/ 4513724 w 12192000"/>
              <a:gd name="connsiteY136" fmla="*/ 1791996 h 2237474"/>
              <a:gd name="connsiteX137" fmla="*/ 4459810 w 12192000"/>
              <a:gd name="connsiteY137" fmla="*/ 1797886 h 2237474"/>
              <a:gd name="connsiteX138" fmla="*/ 4379064 w 12192000"/>
              <a:gd name="connsiteY138" fmla="*/ 1817177 h 2237474"/>
              <a:gd name="connsiteX139" fmla="*/ 4319209 w 12192000"/>
              <a:gd name="connsiteY139" fmla="*/ 1834833 h 2237474"/>
              <a:gd name="connsiteX140" fmla="*/ 4306907 w 12192000"/>
              <a:gd name="connsiteY140" fmla="*/ 1841641 h 2237474"/>
              <a:gd name="connsiteX141" fmla="*/ 4290981 w 12192000"/>
              <a:gd name="connsiteY141" fmla="*/ 1839677 h 2237474"/>
              <a:gd name="connsiteX142" fmla="*/ 4285792 w 12192000"/>
              <a:gd name="connsiteY142" fmla="*/ 1836231 h 2237474"/>
              <a:gd name="connsiteX143" fmla="*/ 4238372 w 12192000"/>
              <a:gd name="connsiteY143" fmla="*/ 1851480 h 2237474"/>
              <a:gd name="connsiteX144" fmla="*/ 4232517 w 12192000"/>
              <a:gd name="connsiteY144" fmla="*/ 1852567 h 2237474"/>
              <a:gd name="connsiteX145" fmla="*/ 4191732 w 12192000"/>
              <a:gd name="connsiteY145" fmla="*/ 1857328 h 2237474"/>
              <a:gd name="connsiteX146" fmla="*/ 4065532 w 12192000"/>
              <a:gd name="connsiteY146" fmla="*/ 1855477 h 2237474"/>
              <a:gd name="connsiteX147" fmla="*/ 4028460 w 12192000"/>
              <a:gd name="connsiteY147" fmla="*/ 1855137 h 2237474"/>
              <a:gd name="connsiteX148" fmla="*/ 4002267 w 12192000"/>
              <a:gd name="connsiteY148" fmla="*/ 1852352 h 2237474"/>
              <a:gd name="connsiteX149" fmla="*/ 3931396 w 12192000"/>
              <a:gd name="connsiteY149" fmla="*/ 1858915 h 2237474"/>
              <a:gd name="connsiteX150" fmla="*/ 3812162 w 12192000"/>
              <a:gd name="connsiteY150" fmla="*/ 1875501 h 2237474"/>
              <a:gd name="connsiteX151" fmla="*/ 3767672 w 12192000"/>
              <a:gd name="connsiteY151" fmla="*/ 1874600 h 2237474"/>
              <a:gd name="connsiteX152" fmla="*/ 3764741 w 12192000"/>
              <a:gd name="connsiteY152" fmla="*/ 1869433 h 2237474"/>
              <a:gd name="connsiteX153" fmla="*/ 3751332 w 12192000"/>
              <a:gd name="connsiteY153" fmla="*/ 1869854 h 2237474"/>
              <a:gd name="connsiteX154" fmla="*/ 3748155 w 12192000"/>
              <a:gd name="connsiteY154" fmla="*/ 1868903 h 2237474"/>
              <a:gd name="connsiteX155" fmla="*/ 3729530 w 12192000"/>
              <a:gd name="connsiteY155" fmla="*/ 1864513 h 2237474"/>
              <a:gd name="connsiteX156" fmla="*/ 3680177 w 12192000"/>
              <a:gd name="connsiteY156" fmla="*/ 1881552 h 2237474"/>
              <a:gd name="connsiteX157" fmla="*/ 3567259 w 12192000"/>
              <a:gd name="connsiteY157" fmla="*/ 1893482 h 2237474"/>
              <a:gd name="connsiteX158" fmla="*/ 3405770 w 12192000"/>
              <a:gd name="connsiteY158" fmla="*/ 1904591 h 2237474"/>
              <a:gd name="connsiteX159" fmla="*/ 3280097 w 12192000"/>
              <a:gd name="connsiteY159" fmla="*/ 1919610 h 2237474"/>
              <a:gd name="connsiteX160" fmla="*/ 3123424 w 12192000"/>
              <a:gd name="connsiteY160" fmla="*/ 1952930 h 2237474"/>
              <a:gd name="connsiteX161" fmla="*/ 3009910 w 12192000"/>
              <a:gd name="connsiteY161" fmla="*/ 1957866 h 2237474"/>
              <a:gd name="connsiteX162" fmla="*/ 2995934 w 12192000"/>
              <a:gd name="connsiteY162" fmla="*/ 1967085 h 2237474"/>
              <a:gd name="connsiteX163" fmla="*/ 2980071 w 12192000"/>
              <a:gd name="connsiteY163" fmla="*/ 1972988 h 2237474"/>
              <a:gd name="connsiteX164" fmla="*/ 2978094 w 12192000"/>
              <a:gd name="connsiteY164" fmla="*/ 1972369 h 2237474"/>
              <a:gd name="connsiteX165" fmla="*/ 2942858 w 12192000"/>
              <a:gd name="connsiteY165" fmla="*/ 1981367 h 2237474"/>
              <a:gd name="connsiteX166" fmla="*/ 2875436 w 12192000"/>
              <a:gd name="connsiteY166" fmla="*/ 1996977 h 2237474"/>
              <a:gd name="connsiteX167" fmla="*/ 2874892 w 12192000"/>
              <a:gd name="connsiteY167" fmla="*/ 1996085 h 2237474"/>
              <a:gd name="connsiteX168" fmla="*/ 2864145 w 12192000"/>
              <a:gd name="connsiteY168" fmla="*/ 1994061 h 2237474"/>
              <a:gd name="connsiteX169" fmla="*/ 2843662 w 12192000"/>
              <a:gd name="connsiteY169" fmla="*/ 1992498 h 2237474"/>
              <a:gd name="connsiteX170" fmla="*/ 2796128 w 12192000"/>
              <a:gd name="connsiteY170" fmla="*/ 1976403 h 2237474"/>
              <a:gd name="connsiteX171" fmla="*/ 2756784 w 12192000"/>
              <a:gd name="connsiteY171" fmla="*/ 1985116 h 2237474"/>
              <a:gd name="connsiteX172" fmla="*/ 2748833 w 12192000"/>
              <a:gd name="connsiteY172" fmla="*/ 1986323 h 2237474"/>
              <a:gd name="connsiteX173" fmla="*/ 2748661 w 12192000"/>
              <a:gd name="connsiteY173" fmla="*/ 1986122 h 2237474"/>
              <a:gd name="connsiteX174" fmla="*/ 2740251 w 12192000"/>
              <a:gd name="connsiteY174" fmla="*/ 1986946 h 2237474"/>
              <a:gd name="connsiteX175" fmla="*/ 2718916 w 12192000"/>
              <a:gd name="connsiteY175" fmla="*/ 1990867 h 2237474"/>
              <a:gd name="connsiteX176" fmla="*/ 2713522 w 12192000"/>
              <a:gd name="connsiteY176" fmla="*/ 1990173 h 2237474"/>
              <a:gd name="connsiteX177" fmla="*/ 2680597 w 12192000"/>
              <a:gd name="connsiteY177" fmla="*/ 1984996 h 2237474"/>
              <a:gd name="connsiteX178" fmla="*/ 2578178 w 12192000"/>
              <a:gd name="connsiteY178" fmla="*/ 1990531 h 2237474"/>
              <a:gd name="connsiteX179" fmla="*/ 2476147 w 12192000"/>
              <a:gd name="connsiteY179" fmla="*/ 1998305 h 2237474"/>
              <a:gd name="connsiteX180" fmla="*/ 2373568 w 12192000"/>
              <a:gd name="connsiteY180" fmla="*/ 2003219 h 2237474"/>
              <a:gd name="connsiteX181" fmla="*/ 2321399 w 12192000"/>
              <a:gd name="connsiteY181" fmla="*/ 1989467 h 2237474"/>
              <a:gd name="connsiteX182" fmla="*/ 2315525 w 12192000"/>
              <a:gd name="connsiteY182" fmla="*/ 1989708 h 2237474"/>
              <a:gd name="connsiteX183" fmla="*/ 2300792 w 12192000"/>
              <a:gd name="connsiteY183" fmla="*/ 1994290 h 2237474"/>
              <a:gd name="connsiteX184" fmla="*/ 2295469 w 12192000"/>
              <a:gd name="connsiteY184" fmla="*/ 1996659 h 2237474"/>
              <a:gd name="connsiteX185" fmla="*/ 2287219 w 12192000"/>
              <a:gd name="connsiteY185" fmla="*/ 1998750 h 2237474"/>
              <a:gd name="connsiteX186" fmla="*/ 2286948 w 12192000"/>
              <a:gd name="connsiteY186" fmla="*/ 1998596 h 2237474"/>
              <a:gd name="connsiteX187" fmla="*/ 2243069 w 12192000"/>
              <a:gd name="connsiteY187" fmla="*/ 2015111 h 2237474"/>
              <a:gd name="connsiteX188" fmla="*/ 2186609 w 12192000"/>
              <a:gd name="connsiteY188" fmla="*/ 2008263 h 2237474"/>
              <a:gd name="connsiteX189" fmla="*/ 2164831 w 12192000"/>
              <a:gd name="connsiteY189" fmla="*/ 2010143 h 2237474"/>
              <a:gd name="connsiteX190" fmla="*/ 2152836 w 12192000"/>
              <a:gd name="connsiteY190" fmla="*/ 2010048 h 2237474"/>
              <a:gd name="connsiteX191" fmla="*/ 2117102 w 12192000"/>
              <a:gd name="connsiteY191" fmla="*/ 2023004 h 2237474"/>
              <a:gd name="connsiteX192" fmla="*/ 2111935 w 12192000"/>
              <a:gd name="connsiteY192" fmla="*/ 2023163 h 2237474"/>
              <a:gd name="connsiteX193" fmla="*/ 2089991 w 12192000"/>
              <a:gd name="connsiteY193" fmla="*/ 2034193 h 2237474"/>
              <a:gd name="connsiteX194" fmla="*/ 2058061 w 12192000"/>
              <a:gd name="connsiteY194" fmla="*/ 2047942 h 2237474"/>
              <a:gd name="connsiteX195" fmla="*/ 2055737 w 12192000"/>
              <a:gd name="connsiteY195" fmla="*/ 2047704 h 2237474"/>
              <a:gd name="connsiteX196" fmla="*/ 2042244 w 12192000"/>
              <a:gd name="connsiteY196" fmla="*/ 2055560 h 2237474"/>
              <a:gd name="connsiteX197" fmla="*/ 1976224 w 12192000"/>
              <a:gd name="connsiteY197" fmla="*/ 2074257 h 2237474"/>
              <a:gd name="connsiteX198" fmla="*/ 1877728 w 12192000"/>
              <a:gd name="connsiteY198" fmla="*/ 2101004 h 2237474"/>
              <a:gd name="connsiteX199" fmla="*/ 1759056 w 12192000"/>
              <a:gd name="connsiteY199" fmla="*/ 2125608 h 2237474"/>
              <a:gd name="connsiteX200" fmla="*/ 1637948 w 12192000"/>
              <a:gd name="connsiteY200" fmla="*/ 2172597 h 2237474"/>
              <a:gd name="connsiteX201" fmla="*/ 1434549 w 12192000"/>
              <a:gd name="connsiteY201" fmla="*/ 2234522 h 2237474"/>
              <a:gd name="connsiteX202" fmla="*/ 1398481 w 12192000"/>
              <a:gd name="connsiteY202" fmla="*/ 2237074 h 2237474"/>
              <a:gd name="connsiteX203" fmla="*/ 1398407 w 12192000"/>
              <a:gd name="connsiteY203" fmla="*/ 2237095 h 2237474"/>
              <a:gd name="connsiteX204" fmla="*/ 1370962 w 12192000"/>
              <a:gd name="connsiteY204" fmla="*/ 2237474 h 2237474"/>
              <a:gd name="connsiteX205" fmla="*/ 1356367 w 12192000"/>
              <a:gd name="connsiteY205" fmla="*/ 2235089 h 2237474"/>
              <a:gd name="connsiteX206" fmla="*/ 1324828 w 12192000"/>
              <a:gd name="connsiteY206" fmla="*/ 2231968 h 2237474"/>
              <a:gd name="connsiteX207" fmla="*/ 1297744 w 12192000"/>
              <a:gd name="connsiteY207" fmla="*/ 2235849 h 2237474"/>
              <a:gd name="connsiteX208" fmla="*/ 1286236 w 12192000"/>
              <a:gd name="connsiteY208" fmla="*/ 2233135 h 2237474"/>
              <a:gd name="connsiteX209" fmla="*/ 1283504 w 12192000"/>
              <a:gd name="connsiteY209" fmla="*/ 2233797 h 2237474"/>
              <a:gd name="connsiteX210" fmla="*/ 1279765 w 12192000"/>
              <a:gd name="connsiteY210" fmla="*/ 2229639 h 2237474"/>
              <a:gd name="connsiteX211" fmla="*/ 1195347 w 12192000"/>
              <a:gd name="connsiteY211" fmla="*/ 2212354 h 2237474"/>
              <a:gd name="connsiteX212" fmla="*/ 970251 w 12192000"/>
              <a:gd name="connsiteY212" fmla="*/ 2221029 h 2237474"/>
              <a:gd name="connsiteX213" fmla="*/ 812914 w 12192000"/>
              <a:gd name="connsiteY213" fmla="*/ 2202752 h 2237474"/>
              <a:gd name="connsiteX214" fmla="*/ 800195 w 12192000"/>
              <a:gd name="connsiteY214" fmla="*/ 2209407 h 2237474"/>
              <a:gd name="connsiteX215" fmla="*/ 784978 w 12192000"/>
              <a:gd name="connsiteY215" fmla="*/ 2212360 h 2237474"/>
              <a:gd name="connsiteX216" fmla="*/ 681987 w 12192000"/>
              <a:gd name="connsiteY216" fmla="*/ 2216757 h 2237474"/>
              <a:gd name="connsiteX217" fmla="*/ 669923 w 12192000"/>
              <a:gd name="connsiteY217" fmla="*/ 2211682 h 2237474"/>
              <a:gd name="connsiteX218" fmla="*/ 648680 w 12192000"/>
              <a:gd name="connsiteY218" fmla="*/ 2206229 h 2237474"/>
              <a:gd name="connsiteX219" fmla="*/ 597225 w 12192000"/>
              <a:gd name="connsiteY219" fmla="*/ 2180999 h 2237474"/>
              <a:gd name="connsiteX220" fmla="*/ 558449 w 12192000"/>
              <a:gd name="connsiteY220" fmla="*/ 2182346 h 2237474"/>
              <a:gd name="connsiteX221" fmla="*/ 550517 w 12192000"/>
              <a:gd name="connsiteY221" fmla="*/ 2182060 h 2237474"/>
              <a:gd name="connsiteX222" fmla="*/ 550309 w 12192000"/>
              <a:gd name="connsiteY222" fmla="*/ 2181825 h 2237474"/>
              <a:gd name="connsiteX223" fmla="*/ 541836 w 12192000"/>
              <a:gd name="connsiteY223" fmla="*/ 2181063 h 2237474"/>
              <a:gd name="connsiteX224" fmla="*/ 536057 w 12192000"/>
              <a:gd name="connsiteY224" fmla="*/ 2181537 h 2237474"/>
              <a:gd name="connsiteX225" fmla="*/ 520671 w 12192000"/>
              <a:gd name="connsiteY225" fmla="*/ 2180980 h 2237474"/>
              <a:gd name="connsiteX226" fmla="*/ 515024 w 12192000"/>
              <a:gd name="connsiteY226" fmla="*/ 2179258 h 2237474"/>
              <a:gd name="connsiteX227" fmla="*/ 512278 w 12192000"/>
              <a:gd name="connsiteY227" fmla="*/ 2176369 h 2237474"/>
              <a:gd name="connsiteX228" fmla="*/ 480419 w 12192000"/>
              <a:gd name="connsiteY228" fmla="*/ 2167807 h 2237474"/>
              <a:gd name="connsiteX229" fmla="*/ 413835 w 12192000"/>
              <a:gd name="connsiteY229" fmla="*/ 2156783 h 2237474"/>
              <a:gd name="connsiteX230" fmla="*/ 376513 w 12192000"/>
              <a:gd name="connsiteY230" fmla="*/ 2154014 h 2237474"/>
              <a:gd name="connsiteX231" fmla="*/ 273386 w 12192000"/>
              <a:gd name="connsiteY231" fmla="*/ 2142551 h 2237474"/>
              <a:gd name="connsiteX232" fmla="*/ 169207 w 12192000"/>
              <a:gd name="connsiteY232" fmla="*/ 2128100 h 2237474"/>
              <a:gd name="connsiteX233" fmla="*/ 93149 w 12192000"/>
              <a:gd name="connsiteY233" fmla="*/ 2105324 h 2237474"/>
              <a:gd name="connsiteX234" fmla="*/ 88109 w 12192000"/>
              <a:gd name="connsiteY234" fmla="*/ 2106704 h 2237474"/>
              <a:gd name="connsiteX235" fmla="*/ 80022 w 12192000"/>
              <a:gd name="connsiteY235" fmla="*/ 2107254 h 2237474"/>
              <a:gd name="connsiteX236" fmla="*/ 79717 w 12192000"/>
              <a:gd name="connsiteY236" fmla="*/ 2107046 h 2237474"/>
              <a:gd name="connsiteX237" fmla="*/ 72352 w 12192000"/>
              <a:gd name="connsiteY237" fmla="*/ 2107991 h 2237474"/>
              <a:gd name="connsiteX238" fmla="*/ 37645 w 12192000"/>
              <a:gd name="connsiteY238" fmla="*/ 2115401 h 2237474"/>
              <a:gd name="connsiteX239" fmla="*/ 4572 w 12192000"/>
              <a:gd name="connsiteY239" fmla="*/ 2111091 h 2237474"/>
              <a:gd name="connsiteX240" fmla="*/ 0 w 12192000"/>
              <a:gd name="connsiteY240" fmla="*/ 2110468 h 2237474"/>
              <a:gd name="connsiteX241" fmla="*/ 0 w 12192000"/>
              <a:gd name="connsiteY241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93343 w 12192000"/>
              <a:gd name="connsiteY106" fmla="*/ 1664672 h 2237474"/>
              <a:gd name="connsiteX107" fmla="*/ 6380457 w 12192000"/>
              <a:gd name="connsiteY107" fmla="*/ 1662376 h 2237474"/>
              <a:gd name="connsiteX108" fmla="*/ 6280959 w 12192000"/>
              <a:gd name="connsiteY108" fmla="*/ 1689329 h 2237474"/>
              <a:gd name="connsiteX109" fmla="*/ 6266765 w 12192000"/>
              <a:gd name="connsiteY109" fmla="*/ 1695560 h 2237474"/>
              <a:gd name="connsiteX110" fmla="*/ 6098321 w 12192000"/>
              <a:gd name="connsiteY110" fmla="*/ 1721646 h 2237474"/>
              <a:gd name="connsiteX111" fmla="*/ 5880652 w 12192000"/>
              <a:gd name="connsiteY111" fmla="*/ 1779643 h 2237474"/>
              <a:gd name="connsiteX112" fmla="*/ 5785959 w 12192000"/>
              <a:gd name="connsiteY112" fmla="*/ 1775307 h 2237474"/>
              <a:gd name="connsiteX113" fmla="*/ 5643534 w 12192000"/>
              <a:gd name="connsiteY113" fmla="*/ 1802919 h 2237474"/>
              <a:gd name="connsiteX114" fmla="*/ 5518799 w 12192000"/>
              <a:gd name="connsiteY114" fmla="*/ 1818312 h 2237474"/>
              <a:gd name="connsiteX115" fmla="*/ 5505014 w 12192000"/>
              <a:gd name="connsiteY115" fmla="*/ 1819259 h 2237474"/>
              <a:gd name="connsiteX116" fmla="*/ 5453307 w 12192000"/>
              <a:gd name="connsiteY116" fmla="*/ 1815450 h 2237474"/>
              <a:gd name="connsiteX117" fmla="*/ 5364192 w 12192000"/>
              <a:gd name="connsiteY117" fmla="*/ 1826074 h 2237474"/>
              <a:gd name="connsiteX118" fmla="*/ 5350380 w 12192000"/>
              <a:gd name="connsiteY118" fmla="*/ 1830891 h 2237474"/>
              <a:gd name="connsiteX119" fmla="*/ 5259633 w 12192000"/>
              <a:gd name="connsiteY119" fmla="*/ 1837160 h 2237474"/>
              <a:gd name="connsiteX120" fmla="*/ 5197513 w 12192000"/>
              <a:gd name="connsiteY120" fmla="*/ 1844718 h 2237474"/>
              <a:gd name="connsiteX121" fmla="*/ 5184170 w 12192000"/>
              <a:gd name="connsiteY121" fmla="*/ 1849402 h 2237474"/>
              <a:gd name="connsiteX122" fmla="*/ 5168852 w 12192000"/>
              <a:gd name="connsiteY122" fmla="*/ 1844846 h 2237474"/>
              <a:gd name="connsiteX123" fmla="*/ 5164370 w 12192000"/>
              <a:gd name="connsiteY123" fmla="*/ 1840597 h 2237474"/>
              <a:gd name="connsiteX124" fmla="*/ 5114927 w 12192000"/>
              <a:gd name="connsiteY124" fmla="*/ 1847827 h 2237474"/>
              <a:gd name="connsiteX125" fmla="*/ 5108970 w 12192000"/>
              <a:gd name="connsiteY125" fmla="*/ 1847935 h 2237474"/>
              <a:gd name="connsiteX126" fmla="*/ 5067961 w 12192000"/>
              <a:gd name="connsiteY126" fmla="*/ 1845917 h 2237474"/>
              <a:gd name="connsiteX127" fmla="*/ 5007075 w 12192000"/>
              <a:gd name="connsiteY127" fmla="*/ 1838626 h 2237474"/>
              <a:gd name="connsiteX128" fmla="*/ 4944087 w 12192000"/>
              <a:gd name="connsiteY128" fmla="*/ 1823332 h 2237474"/>
              <a:gd name="connsiteX129" fmla="*/ 4907662 w 12192000"/>
              <a:gd name="connsiteY129" fmla="*/ 1816900 h 2237474"/>
              <a:gd name="connsiteX130" fmla="*/ 4882386 w 12192000"/>
              <a:gd name="connsiteY130" fmla="*/ 1809844 h 2237474"/>
              <a:gd name="connsiteX131" fmla="*/ 4811440 w 12192000"/>
              <a:gd name="connsiteY131" fmla="*/ 1804655 h 2237474"/>
              <a:gd name="connsiteX132" fmla="*/ 4691075 w 12192000"/>
              <a:gd name="connsiteY132" fmla="*/ 1801389 h 2237474"/>
              <a:gd name="connsiteX133" fmla="*/ 4611738 w 12192000"/>
              <a:gd name="connsiteY133" fmla="*/ 1776964 h 2237474"/>
              <a:gd name="connsiteX134" fmla="*/ 4560070 w 12192000"/>
              <a:gd name="connsiteY134" fmla="*/ 1785640 h 2237474"/>
              <a:gd name="connsiteX135" fmla="*/ 4536503 w 12192000"/>
              <a:gd name="connsiteY135" fmla="*/ 1785334 h 2237474"/>
              <a:gd name="connsiteX136" fmla="*/ 4513724 w 12192000"/>
              <a:gd name="connsiteY136" fmla="*/ 1791996 h 2237474"/>
              <a:gd name="connsiteX137" fmla="*/ 4459810 w 12192000"/>
              <a:gd name="connsiteY137" fmla="*/ 1797886 h 2237474"/>
              <a:gd name="connsiteX138" fmla="*/ 4379064 w 12192000"/>
              <a:gd name="connsiteY138" fmla="*/ 1817177 h 2237474"/>
              <a:gd name="connsiteX139" fmla="*/ 4319209 w 12192000"/>
              <a:gd name="connsiteY139" fmla="*/ 1834833 h 2237474"/>
              <a:gd name="connsiteX140" fmla="*/ 4290981 w 12192000"/>
              <a:gd name="connsiteY140" fmla="*/ 1839677 h 2237474"/>
              <a:gd name="connsiteX141" fmla="*/ 4285792 w 12192000"/>
              <a:gd name="connsiteY141" fmla="*/ 1836231 h 2237474"/>
              <a:gd name="connsiteX142" fmla="*/ 4238372 w 12192000"/>
              <a:gd name="connsiteY142" fmla="*/ 1851480 h 2237474"/>
              <a:gd name="connsiteX143" fmla="*/ 4232517 w 12192000"/>
              <a:gd name="connsiteY143" fmla="*/ 1852567 h 2237474"/>
              <a:gd name="connsiteX144" fmla="*/ 4191732 w 12192000"/>
              <a:gd name="connsiteY144" fmla="*/ 1857328 h 2237474"/>
              <a:gd name="connsiteX145" fmla="*/ 4065532 w 12192000"/>
              <a:gd name="connsiteY145" fmla="*/ 1855477 h 2237474"/>
              <a:gd name="connsiteX146" fmla="*/ 4028460 w 12192000"/>
              <a:gd name="connsiteY146" fmla="*/ 1855137 h 2237474"/>
              <a:gd name="connsiteX147" fmla="*/ 4002267 w 12192000"/>
              <a:gd name="connsiteY147" fmla="*/ 1852352 h 2237474"/>
              <a:gd name="connsiteX148" fmla="*/ 3931396 w 12192000"/>
              <a:gd name="connsiteY148" fmla="*/ 1858915 h 2237474"/>
              <a:gd name="connsiteX149" fmla="*/ 3812162 w 12192000"/>
              <a:gd name="connsiteY149" fmla="*/ 1875501 h 2237474"/>
              <a:gd name="connsiteX150" fmla="*/ 3767672 w 12192000"/>
              <a:gd name="connsiteY150" fmla="*/ 1874600 h 2237474"/>
              <a:gd name="connsiteX151" fmla="*/ 3764741 w 12192000"/>
              <a:gd name="connsiteY151" fmla="*/ 1869433 h 2237474"/>
              <a:gd name="connsiteX152" fmla="*/ 3751332 w 12192000"/>
              <a:gd name="connsiteY152" fmla="*/ 1869854 h 2237474"/>
              <a:gd name="connsiteX153" fmla="*/ 3748155 w 12192000"/>
              <a:gd name="connsiteY153" fmla="*/ 1868903 h 2237474"/>
              <a:gd name="connsiteX154" fmla="*/ 3729530 w 12192000"/>
              <a:gd name="connsiteY154" fmla="*/ 1864513 h 2237474"/>
              <a:gd name="connsiteX155" fmla="*/ 3680177 w 12192000"/>
              <a:gd name="connsiteY155" fmla="*/ 1881552 h 2237474"/>
              <a:gd name="connsiteX156" fmla="*/ 3567259 w 12192000"/>
              <a:gd name="connsiteY156" fmla="*/ 1893482 h 2237474"/>
              <a:gd name="connsiteX157" fmla="*/ 3405770 w 12192000"/>
              <a:gd name="connsiteY157" fmla="*/ 1904591 h 2237474"/>
              <a:gd name="connsiteX158" fmla="*/ 3280097 w 12192000"/>
              <a:gd name="connsiteY158" fmla="*/ 1919610 h 2237474"/>
              <a:gd name="connsiteX159" fmla="*/ 3123424 w 12192000"/>
              <a:gd name="connsiteY159" fmla="*/ 1952930 h 2237474"/>
              <a:gd name="connsiteX160" fmla="*/ 3009910 w 12192000"/>
              <a:gd name="connsiteY160" fmla="*/ 1957866 h 2237474"/>
              <a:gd name="connsiteX161" fmla="*/ 2995934 w 12192000"/>
              <a:gd name="connsiteY161" fmla="*/ 1967085 h 2237474"/>
              <a:gd name="connsiteX162" fmla="*/ 2980071 w 12192000"/>
              <a:gd name="connsiteY162" fmla="*/ 1972988 h 2237474"/>
              <a:gd name="connsiteX163" fmla="*/ 2978094 w 12192000"/>
              <a:gd name="connsiteY163" fmla="*/ 1972369 h 2237474"/>
              <a:gd name="connsiteX164" fmla="*/ 2942858 w 12192000"/>
              <a:gd name="connsiteY164" fmla="*/ 1981367 h 2237474"/>
              <a:gd name="connsiteX165" fmla="*/ 2875436 w 12192000"/>
              <a:gd name="connsiteY165" fmla="*/ 1996977 h 2237474"/>
              <a:gd name="connsiteX166" fmla="*/ 2874892 w 12192000"/>
              <a:gd name="connsiteY166" fmla="*/ 1996085 h 2237474"/>
              <a:gd name="connsiteX167" fmla="*/ 2864145 w 12192000"/>
              <a:gd name="connsiteY167" fmla="*/ 1994061 h 2237474"/>
              <a:gd name="connsiteX168" fmla="*/ 2843662 w 12192000"/>
              <a:gd name="connsiteY168" fmla="*/ 1992498 h 2237474"/>
              <a:gd name="connsiteX169" fmla="*/ 2796128 w 12192000"/>
              <a:gd name="connsiteY169" fmla="*/ 1976403 h 2237474"/>
              <a:gd name="connsiteX170" fmla="*/ 2756784 w 12192000"/>
              <a:gd name="connsiteY170" fmla="*/ 1985116 h 2237474"/>
              <a:gd name="connsiteX171" fmla="*/ 2748833 w 12192000"/>
              <a:gd name="connsiteY171" fmla="*/ 1986323 h 2237474"/>
              <a:gd name="connsiteX172" fmla="*/ 2748661 w 12192000"/>
              <a:gd name="connsiteY172" fmla="*/ 1986122 h 2237474"/>
              <a:gd name="connsiteX173" fmla="*/ 2740251 w 12192000"/>
              <a:gd name="connsiteY173" fmla="*/ 1986946 h 2237474"/>
              <a:gd name="connsiteX174" fmla="*/ 2718916 w 12192000"/>
              <a:gd name="connsiteY174" fmla="*/ 1990867 h 2237474"/>
              <a:gd name="connsiteX175" fmla="*/ 2713522 w 12192000"/>
              <a:gd name="connsiteY175" fmla="*/ 1990173 h 2237474"/>
              <a:gd name="connsiteX176" fmla="*/ 2680597 w 12192000"/>
              <a:gd name="connsiteY176" fmla="*/ 1984996 h 2237474"/>
              <a:gd name="connsiteX177" fmla="*/ 2578178 w 12192000"/>
              <a:gd name="connsiteY177" fmla="*/ 1990531 h 2237474"/>
              <a:gd name="connsiteX178" fmla="*/ 2476147 w 12192000"/>
              <a:gd name="connsiteY178" fmla="*/ 1998305 h 2237474"/>
              <a:gd name="connsiteX179" fmla="*/ 2373568 w 12192000"/>
              <a:gd name="connsiteY179" fmla="*/ 2003219 h 2237474"/>
              <a:gd name="connsiteX180" fmla="*/ 2321399 w 12192000"/>
              <a:gd name="connsiteY180" fmla="*/ 1989467 h 2237474"/>
              <a:gd name="connsiteX181" fmla="*/ 2315525 w 12192000"/>
              <a:gd name="connsiteY181" fmla="*/ 1989708 h 2237474"/>
              <a:gd name="connsiteX182" fmla="*/ 2300792 w 12192000"/>
              <a:gd name="connsiteY182" fmla="*/ 1994290 h 2237474"/>
              <a:gd name="connsiteX183" fmla="*/ 2295469 w 12192000"/>
              <a:gd name="connsiteY183" fmla="*/ 1996659 h 2237474"/>
              <a:gd name="connsiteX184" fmla="*/ 2287219 w 12192000"/>
              <a:gd name="connsiteY184" fmla="*/ 1998750 h 2237474"/>
              <a:gd name="connsiteX185" fmla="*/ 2286948 w 12192000"/>
              <a:gd name="connsiteY185" fmla="*/ 1998596 h 2237474"/>
              <a:gd name="connsiteX186" fmla="*/ 2243069 w 12192000"/>
              <a:gd name="connsiteY186" fmla="*/ 2015111 h 2237474"/>
              <a:gd name="connsiteX187" fmla="*/ 2186609 w 12192000"/>
              <a:gd name="connsiteY187" fmla="*/ 2008263 h 2237474"/>
              <a:gd name="connsiteX188" fmla="*/ 2164831 w 12192000"/>
              <a:gd name="connsiteY188" fmla="*/ 2010143 h 2237474"/>
              <a:gd name="connsiteX189" fmla="*/ 2152836 w 12192000"/>
              <a:gd name="connsiteY189" fmla="*/ 2010048 h 2237474"/>
              <a:gd name="connsiteX190" fmla="*/ 2117102 w 12192000"/>
              <a:gd name="connsiteY190" fmla="*/ 2023004 h 2237474"/>
              <a:gd name="connsiteX191" fmla="*/ 2111935 w 12192000"/>
              <a:gd name="connsiteY191" fmla="*/ 2023163 h 2237474"/>
              <a:gd name="connsiteX192" fmla="*/ 2089991 w 12192000"/>
              <a:gd name="connsiteY192" fmla="*/ 2034193 h 2237474"/>
              <a:gd name="connsiteX193" fmla="*/ 2058061 w 12192000"/>
              <a:gd name="connsiteY193" fmla="*/ 2047942 h 2237474"/>
              <a:gd name="connsiteX194" fmla="*/ 2055737 w 12192000"/>
              <a:gd name="connsiteY194" fmla="*/ 2047704 h 2237474"/>
              <a:gd name="connsiteX195" fmla="*/ 2042244 w 12192000"/>
              <a:gd name="connsiteY195" fmla="*/ 2055560 h 2237474"/>
              <a:gd name="connsiteX196" fmla="*/ 1976224 w 12192000"/>
              <a:gd name="connsiteY196" fmla="*/ 2074257 h 2237474"/>
              <a:gd name="connsiteX197" fmla="*/ 1877728 w 12192000"/>
              <a:gd name="connsiteY197" fmla="*/ 2101004 h 2237474"/>
              <a:gd name="connsiteX198" fmla="*/ 1759056 w 12192000"/>
              <a:gd name="connsiteY198" fmla="*/ 2125608 h 2237474"/>
              <a:gd name="connsiteX199" fmla="*/ 1637948 w 12192000"/>
              <a:gd name="connsiteY199" fmla="*/ 2172597 h 2237474"/>
              <a:gd name="connsiteX200" fmla="*/ 1434549 w 12192000"/>
              <a:gd name="connsiteY200" fmla="*/ 2234522 h 2237474"/>
              <a:gd name="connsiteX201" fmla="*/ 1398481 w 12192000"/>
              <a:gd name="connsiteY201" fmla="*/ 2237074 h 2237474"/>
              <a:gd name="connsiteX202" fmla="*/ 1398407 w 12192000"/>
              <a:gd name="connsiteY202" fmla="*/ 2237095 h 2237474"/>
              <a:gd name="connsiteX203" fmla="*/ 1370962 w 12192000"/>
              <a:gd name="connsiteY203" fmla="*/ 2237474 h 2237474"/>
              <a:gd name="connsiteX204" fmla="*/ 1356367 w 12192000"/>
              <a:gd name="connsiteY204" fmla="*/ 2235089 h 2237474"/>
              <a:gd name="connsiteX205" fmla="*/ 1324828 w 12192000"/>
              <a:gd name="connsiteY205" fmla="*/ 2231968 h 2237474"/>
              <a:gd name="connsiteX206" fmla="*/ 1297744 w 12192000"/>
              <a:gd name="connsiteY206" fmla="*/ 2235849 h 2237474"/>
              <a:gd name="connsiteX207" fmla="*/ 1286236 w 12192000"/>
              <a:gd name="connsiteY207" fmla="*/ 2233135 h 2237474"/>
              <a:gd name="connsiteX208" fmla="*/ 1283504 w 12192000"/>
              <a:gd name="connsiteY208" fmla="*/ 2233797 h 2237474"/>
              <a:gd name="connsiteX209" fmla="*/ 1279765 w 12192000"/>
              <a:gd name="connsiteY209" fmla="*/ 2229639 h 2237474"/>
              <a:gd name="connsiteX210" fmla="*/ 1195347 w 12192000"/>
              <a:gd name="connsiteY210" fmla="*/ 2212354 h 2237474"/>
              <a:gd name="connsiteX211" fmla="*/ 970251 w 12192000"/>
              <a:gd name="connsiteY211" fmla="*/ 2221029 h 2237474"/>
              <a:gd name="connsiteX212" fmla="*/ 812914 w 12192000"/>
              <a:gd name="connsiteY212" fmla="*/ 2202752 h 2237474"/>
              <a:gd name="connsiteX213" fmla="*/ 800195 w 12192000"/>
              <a:gd name="connsiteY213" fmla="*/ 2209407 h 2237474"/>
              <a:gd name="connsiteX214" fmla="*/ 784978 w 12192000"/>
              <a:gd name="connsiteY214" fmla="*/ 2212360 h 2237474"/>
              <a:gd name="connsiteX215" fmla="*/ 681987 w 12192000"/>
              <a:gd name="connsiteY215" fmla="*/ 2216757 h 2237474"/>
              <a:gd name="connsiteX216" fmla="*/ 669923 w 12192000"/>
              <a:gd name="connsiteY216" fmla="*/ 2211682 h 2237474"/>
              <a:gd name="connsiteX217" fmla="*/ 648680 w 12192000"/>
              <a:gd name="connsiteY217" fmla="*/ 2206229 h 2237474"/>
              <a:gd name="connsiteX218" fmla="*/ 597225 w 12192000"/>
              <a:gd name="connsiteY218" fmla="*/ 2180999 h 2237474"/>
              <a:gd name="connsiteX219" fmla="*/ 558449 w 12192000"/>
              <a:gd name="connsiteY219" fmla="*/ 2182346 h 2237474"/>
              <a:gd name="connsiteX220" fmla="*/ 550517 w 12192000"/>
              <a:gd name="connsiteY220" fmla="*/ 2182060 h 2237474"/>
              <a:gd name="connsiteX221" fmla="*/ 550309 w 12192000"/>
              <a:gd name="connsiteY221" fmla="*/ 2181825 h 2237474"/>
              <a:gd name="connsiteX222" fmla="*/ 541836 w 12192000"/>
              <a:gd name="connsiteY222" fmla="*/ 2181063 h 2237474"/>
              <a:gd name="connsiteX223" fmla="*/ 536057 w 12192000"/>
              <a:gd name="connsiteY223" fmla="*/ 2181537 h 2237474"/>
              <a:gd name="connsiteX224" fmla="*/ 520671 w 12192000"/>
              <a:gd name="connsiteY224" fmla="*/ 2180980 h 2237474"/>
              <a:gd name="connsiteX225" fmla="*/ 515024 w 12192000"/>
              <a:gd name="connsiteY225" fmla="*/ 2179258 h 2237474"/>
              <a:gd name="connsiteX226" fmla="*/ 512278 w 12192000"/>
              <a:gd name="connsiteY226" fmla="*/ 2176369 h 2237474"/>
              <a:gd name="connsiteX227" fmla="*/ 480419 w 12192000"/>
              <a:gd name="connsiteY227" fmla="*/ 2167807 h 2237474"/>
              <a:gd name="connsiteX228" fmla="*/ 413835 w 12192000"/>
              <a:gd name="connsiteY228" fmla="*/ 2156783 h 2237474"/>
              <a:gd name="connsiteX229" fmla="*/ 376513 w 12192000"/>
              <a:gd name="connsiteY229" fmla="*/ 2154014 h 2237474"/>
              <a:gd name="connsiteX230" fmla="*/ 273386 w 12192000"/>
              <a:gd name="connsiteY230" fmla="*/ 2142551 h 2237474"/>
              <a:gd name="connsiteX231" fmla="*/ 169207 w 12192000"/>
              <a:gd name="connsiteY231" fmla="*/ 2128100 h 2237474"/>
              <a:gd name="connsiteX232" fmla="*/ 93149 w 12192000"/>
              <a:gd name="connsiteY232" fmla="*/ 2105324 h 2237474"/>
              <a:gd name="connsiteX233" fmla="*/ 88109 w 12192000"/>
              <a:gd name="connsiteY233" fmla="*/ 2106704 h 2237474"/>
              <a:gd name="connsiteX234" fmla="*/ 80022 w 12192000"/>
              <a:gd name="connsiteY234" fmla="*/ 2107254 h 2237474"/>
              <a:gd name="connsiteX235" fmla="*/ 79717 w 12192000"/>
              <a:gd name="connsiteY235" fmla="*/ 2107046 h 2237474"/>
              <a:gd name="connsiteX236" fmla="*/ 72352 w 12192000"/>
              <a:gd name="connsiteY236" fmla="*/ 2107991 h 2237474"/>
              <a:gd name="connsiteX237" fmla="*/ 37645 w 12192000"/>
              <a:gd name="connsiteY237" fmla="*/ 2115401 h 2237474"/>
              <a:gd name="connsiteX238" fmla="*/ 4572 w 12192000"/>
              <a:gd name="connsiteY238" fmla="*/ 2111091 h 2237474"/>
              <a:gd name="connsiteX239" fmla="*/ 0 w 12192000"/>
              <a:gd name="connsiteY239" fmla="*/ 2110468 h 2237474"/>
              <a:gd name="connsiteX240" fmla="*/ 0 w 12192000"/>
              <a:gd name="connsiteY240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93343 w 12192000"/>
              <a:gd name="connsiteY106" fmla="*/ 1664672 h 2237474"/>
              <a:gd name="connsiteX107" fmla="*/ 6380457 w 12192000"/>
              <a:gd name="connsiteY107" fmla="*/ 1662376 h 2237474"/>
              <a:gd name="connsiteX108" fmla="*/ 6280959 w 12192000"/>
              <a:gd name="connsiteY108" fmla="*/ 1689329 h 2237474"/>
              <a:gd name="connsiteX109" fmla="*/ 6266765 w 12192000"/>
              <a:gd name="connsiteY109" fmla="*/ 1695560 h 2237474"/>
              <a:gd name="connsiteX110" fmla="*/ 6098321 w 12192000"/>
              <a:gd name="connsiteY110" fmla="*/ 1721646 h 2237474"/>
              <a:gd name="connsiteX111" fmla="*/ 5880652 w 12192000"/>
              <a:gd name="connsiteY111" fmla="*/ 1779643 h 2237474"/>
              <a:gd name="connsiteX112" fmla="*/ 5785959 w 12192000"/>
              <a:gd name="connsiteY112" fmla="*/ 1775307 h 2237474"/>
              <a:gd name="connsiteX113" fmla="*/ 5643534 w 12192000"/>
              <a:gd name="connsiteY113" fmla="*/ 1802919 h 2237474"/>
              <a:gd name="connsiteX114" fmla="*/ 5518799 w 12192000"/>
              <a:gd name="connsiteY114" fmla="*/ 1818312 h 2237474"/>
              <a:gd name="connsiteX115" fmla="*/ 5505014 w 12192000"/>
              <a:gd name="connsiteY115" fmla="*/ 1819259 h 2237474"/>
              <a:gd name="connsiteX116" fmla="*/ 5453307 w 12192000"/>
              <a:gd name="connsiteY116" fmla="*/ 1815450 h 2237474"/>
              <a:gd name="connsiteX117" fmla="*/ 5364192 w 12192000"/>
              <a:gd name="connsiteY117" fmla="*/ 1826074 h 2237474"/>
              <a:gd name="connsiteX118" fmla="*/ 5350380 w 12192000"/>
              <a:gd name="connsiteY118" fmla="*/ 1830891 h 2237474"/>
              <a:gd name="connsiteX119" fmla="*/ 5259633 w 12192000"/>
              <a:gd name="connsiteY119" fmla="*/ 1837160 h 2237474"/>
              <a:gd name="connsiteX120" fmla="*/ 5197513 w 12192000"/>
              <a:gd name="connsiteY120" fmla="*/ 1844718 h 2237474"/>
              <a:gd name="connsiteX121" fmla="*/ 5184170 w 12192000"/>
              <a:gd name="connsiteY121" fmla="*/ 1849402 h 2237474"/>
              <a:gd name="connsiteX122" fmla="*/ 5168852 w 12192000"/>
              <a:gd name="connsiteY122" fmla="*/ 1844846 h 2237474"/>
              <a:gd name="connsiteX123" fmla="*/ 5164370 w 12192000"/>
              <a:gd name="connsiteY123" fmla="*/ 1840597 h 2237474"/>
              <a:gd name="connsiteX124" fmla="*/ 5114927 w 12192000"/>
              <a:gd name="connsiteY124" fmla="*/ 1847827 h 2237474"/>
              <a:gd name="connsiteX125" fmla="*/ 5108970 w 12192000"/>
              <a:gd name="connsiteY125" fmla="*/ 1847935 h 2237474"/>
              <a:gd name="connsiteX126" fmla="*/ 5067961 w 12192000"/>
              <a:gd name="connsiteY126" fmla="*/ 1845917 h 2237474"/>
              <a:gd name="connsiteX127" fmla="*/ 5007075 w 12192000"/>
              <a:gd name="connsiteY127" fmla="*/ 1838626 h 2237474"/>
              <a:gd name="connsiteX128" fmla="*/ 4944087 w 12192000"/>
              <a:gd name="connsiteY128" fmla="*/ 1823332 h 2237474"/>
              <a:gd name="connsiteX129" fmla="*/ 4907662 w 12192000"/>
              <a:gd name="connsiteY129" fmla="*/ 1816900 h 2237474"/>
              <a:gd name="connsiteX130" fmla="*/ 4882386 w 12192000"/>
              <a:gd name="connsiteY130" fmla="*/ 1809844 h 2237474"/>
              <a:gd name="connsiteX131" fmla="*/ 4811440 w 12192000"/>
              <a:gd name="connsiteY131" fmla="*/ 1804655 h 2237474"/>
              <a:gd name="connsiteX132" fmla="*/ 4691075 w 12192000"/>
              <a:gd name="connsiteY132" fmla="*/ 1801389 h 2237474"/>
              <a:gd name="connsiteX133" fmla="*/ 4611738 w 12192000"/>
              <a:gd name="connsiteY133" fmla="*/ 1776964 h 2237474"/>
              <a:gd name="connsiteX134" fmla="*/ 4560070 w 12192000"/>
              <a:gd name="connsiteY134" fmla="*/ 1785640 h 2237474"/>
              <a:gd name="connsiteX135" fmla="*/ 4536503 w 12192000"/>
              <a:gd name="connsiteY135" fmla="*/ 1785334 h 2237474"/>
              <a:gd name="connsiteX136" fmla="*/ 4513724 w 12192000"/>
              <a:gd name="connsiteY136" fmla="*/ 1791996 h 2237474"/>
              <a:gd name="connsiteX137" fmla="*/ 4459810 w 12192000"/>
              <a:gd name="connsiteY137" fmla="*/ 1797886 h 2237474"/>
              <a:gd name="connsiteX138" fmla="*/ 4379064 w 12192000"/>
              <a:gd name="connsiteY138" fmla="*/ 1817177 h 2237474"/>
              <a:gd name="connsiteX139" fmla="*/ 4319209 w 12192000"/>
              <a:gd name="connsiteY139" fmla="*/ 1834833 h 2237474"/>
              <a:gd name="connsiteX140" fmla="*/ 4290981 w 12192000"/>
              <a:gd name="connsiteY140" fmla="*/ 1839677 h 2237474"/>
              <a:gd name="connsiteX141" fmla="*/ 4285792 w 12192000"/>
              <a:gd name="connsiteY141" fmla="*/ 1836231 h 2237474"/>
              <a:gd name="connsiteX142" fmla="*/ 4238372 w 12192000"/>
              <a:gd name="connsiteY142" fmla="*/ 1851480 h 2237474"/>
              <a:gd name="connsiteX143" fmla="*/ 4232517 w 12192000"/>
              <a:gd name="connsiteY143" fmla="*/ 1852567 h 2237474"/>
              <a:gd name="connsiteX144" fmla="*/ 4191732 w 12192000"/>
              <a:gd name="connsiteY144" fmla="*/ 1857328 h 2237474"/>
              <a:gd name="connsiteX145" fmla="*/ 4065532 w 12192000"/>
              <a:gd name="connsiteY145" fmla="*/ 1855477 h 2237474"/>
              <a:gd name="connsiteX146" fmla="*/ 4028460 w 12192000"/>
              <a:gd name="connsiteY146" fmla="*/ 1855137 h 2237474"/>
              <a:gd name="connsiteX147" fmla="*/ 4002267 w 12192000"/>
              <a:gd name="connsiteY147" fmla="*/ 1852352 h 2237474"/>
              <a:gd name="connsiteX148" fmla="*/ 3931396 w 12192000"/>
              <a:gd name="connsiteY148" fmla="*/ 1858915 h 2237474"/>
              <a:gd name="connsiteX149" fmla="*/ 3812162 w 12192000"/>
              <a:gd name="connsiteY149" fmla="*/ 1875501 h 2237474"/>
              <a:gd name="connsiteX150" fmla="*/ 3767672 w 12192000"/>
              <a:gd name="connsiteY150" fmla="*/ 1874600 h 2237474"/>
              <a:gd name="connsiteX151" fmla="*/ 3751332 w 12192000"/>
              <a:gd name="connsiteY151" fmla="*/ 1869854 h 2237474"/>
              <a:gd name="connsiteX152" fmla="*/ 3748155 w 12192000"/>
              <a:gd name="connsiteY152" fmla="*/ 1868903 h 2237474"/>
              <a:gd name="connsiteX153" fmla="*/ 3729530 w 12192000"/>
              <a:gd name="connsiteY153" fmla="*/ 1864513 h 2237474"/>
              <a:gd name="connsiteX154" fmla="*/ 3680177 w 12192000"/>
              <a:gd name="connsiteY154" fmla="*/ 1881552 h 2237474"/>
              <a:gd name="connsiteX155" fmla="*/ 3567259 w 12192000"/>
              <a:gd name="connsiteY155" fmla="*/ 1893482 h 2237474"/>
              <a:gd name="connsiteX156" fmla="*/ 3405770 w 12192000"/>
              <a:gd name="connsiteY156" fmla="*/ 1904591 h 2237474"/>
              <a:gd name="connsiteX157" fmla="*/ 3280097 w 12192000"/>
              <a:gd name="connsiteY157" fmla="*/ 1919610 h 2237474"/>
              <a:gd name="connsiteX158" fmla="*/ 3123424 w 12192000"/>
              <a:gd name="connsiteY158" fmla="*/ 1952930 h 2237474"/>
              <a:gd name="connsiteX159" fmla="*/ 3009910 w 12192000"/>
              <a:gd name="connsiteY159" fmla="*/ 1957866 h 2237474"/>
              <a:gd name="connsiteX160" fmla="*/ 2995934 w 12192000"/>
              <a:gd name="connsiteY160" fmla="*/ 1967085 h 2237474"/>
              <a:gd name="connsiteX161" fmla="*/ 2980071 w 12192000"/>
              <a:gd name="connsiteY161" fmla="*/ 1972988 h 2237474"/>
              <a:gd name="connsiteX162" fmla="*/ 2978094 w 12192000"/>
              <a:gd name="connsiteY162" fmla="*/ 1972369 h 2237474"/>
              <a:gd name="connsiteX163" fmla="*/ 2942858 w 12192000"/>
              <a:gd name="connsiteY163" fmla="*/ 1981367 h 2237474"/>
              <a:gd name="connsiteX164" fmla="*/ 2875436 w 12192000"/>
              <a:gd name="connsiteY164" fmla="*/ 1996977 h 2237474"/>
              <a:gd name="connsiteX165" fmla="*/ 2874892 w 12192000"/>
              <a:gd name="connsiteY165" fmla="*/ 1996085 h 2237474"/>
              <a:gd name="connsiteX166" fmla="*/ 2864145 w 12192000"/>
              <a:gd name="connsiteY166" fmla="*/ 1994061 h 2237474"/>
              <a:gd name="connsiteX167" fmla="*/ 2843662 w 12192000"/>
              <a:gd name="connsiteY167" fmla="*/ 1992498 h 2237474"/>
              <a:gd name="connsiteX168" fmla="*/ 2796128 w 12192000"/>
              <a:gd name="connsiteY168" fmla="*/ 1976403 h 2237474"/>
              <a:gd name="connsiteX169" fmla="*/ 2756784 w 12192000"/>
              <a:gd name="connsiteY169" fmla="*/ 1985116 h 2237474"/>
              <a:gd name="connsiteX170" fmla="*/ 2748833 w 12192000"/>
              <a:gd name="connsiteY170" fmla="*/ 1986323 h 2237474"/>
              <a:gd name="connsiteX171" fmla="*/ 2748661 w 12192000"/>
              <a:gd name="connsiteY171" fmla="*/ 1986122 h 2237474"/>
              <a:gd name="connsiteX172" fmla="*/ 2740251 w 12192000"/>
              <a:gd name="connsiteY172" fmla="*/ 1986946 h 2237474"/>
              <a:gd name="connsiteX173" fmla="*/ 2718916 w 12192000"/>
              <a:gd name="connsiteY173" fmla="*/ 1990867 h 2237474"/>
              <a:gd name="connsiteX174" fmla="*/ 2713522 w 12192000"/>
              <a:gd name="connsiteY174" fmla="*/ 1990173 h 2237474"/>
              <a:gd name="connsiteX175" fmla="*/ 2680597 w 12192000"/>
              <a:gd name="connsiteY175" fmla="*/ 1984996 h 2237474"/>
              <a:gd name="connsiteX176" fmla="*/ 2578178 w 12192000"/>
              <a:gd name="connsiteY176" fmla="*/ 1990531 h 2237474"/>
              <a:gd name="connsiteX177" fmla="*/ 2476147 w 12192000"/>
              <a:gd name="connsiteY177" fmla="*/ 1998305 h 2237474"/>
              <a:gd name="connsiteX178" fmla="*/ 2373568 w 12192000"/>
              <a:gd name="connsiteY178" fmla="*/ 2003219 h 2237474"/>
              <a:gd name="connsiteX179" fmla="*/ 2321399 w 12192000"/>
              <a:gd name="connsiteY179" fmla="*/ 1989467 h 2237474"/>
              <a:gd name="connsiteX180" fmla="*/ 2315525 w 12192000"/>
              <a:gd name="connsiteY180" fmla="*/ 1989708 h 2237474"/>
              <a:gd name="connsiteX181" fmla="*/ 2300792 w 12192000"/>
              <a:gd name="connsiteY181" fmla="*/ 1994290 h 2237474"/>
              <a:gd name="connsiteX182" fmla="*/ 2295469 w 12192000"/>
              <a:gd name="connsiteY182" fmla="*/ 1996659 h 2237474"/>
              <a:gd name="connsiteX183" fmla="*/ 2287219 w 12192000"/>
              <a:gd name="connsiteY183" fmla="*/ 1998750 h 2237474"/>
              <a:gd name="connsiteX184" fmla="*/ 2286948 w 12192000"/>
              <a:gd name="connsiteY184" fmla="*/ 1998596 h 2237474"/>
              <a:gd name="connsiteX185" fmla="*/ 2243069 w 12192000"/>
              <a:gd name="connsiteY185" fmla="*/ 2015111 h 2237474"/>
              <a:gd name="connsiteX186" fmla="*/ 2186609 w 12192000"/>
              <a:gd name="connsiteY186" fmla="*/ 2008263 h 2237474"/>
              <a:gd name="connsiteX187" fmla="*/ 2164831 w 12192000"/>
              <a:gd name="connsiteY187" fmla="*/ 2010143 h 2237474"/>
              <a:gd name="connsiteX188" fmla="*/ 2152836 w 12192000"/>
              <a:gd name="connsiteY188" fmla="*/ 2010048 h 2237474"/>
              <a:gd name="connsiteX189" fmla="*/ 2117102 w 12192000"/>
              <a:gd name="connsiteY189" fmla="*/ 2023004 h 2237474"/>
              <a:gd name="connsiteX190" fmla="*/ 2111935 w 12192000"/>
              <a:gd name="connsiteY190" fmla="*/ 2023163 h 2237474"/>
              <a:gd name="connsiteX191" fmla="*/ 2089991 w 12192000"/>
              <a:gd name="connsiteY191" fmla="*/ 2034193 h 2237474"/>
              <a:gd name="connsiteX192" fmla="*/ 2058061 w 12192000"/>
              <a:gd name="connsiteY192" fmla="*/ 2047942 h 2237474"/>
              <a:gd name="connsiteX193" fmla="*/ 2055737 w 12192000"/>
              <a:gd name="connsiteY193" fmla="*/ 2047704 h 2237474"/>
              <a:gd name="connsiteX194" fmla="*/ 2042244 w 12192000"/>
              <a:gd name="connsiteY194" fmla="*/ 2055560 h 2237474"/>
              <a:gd name="connsiteX195" fmla="*/ 1976224 w 12192000"/>
              <a:gd name="connsiteY195" fmla="*/ 2074257 h 2237474"/>
              <a:gd name="connsiteX196" fmla="*/ 1877728 w 12192000"/>
              <a:gd name="connsiteY196" fmla="*/ 2101004 h 2237474"/>
              <a:gd name="connsiteX197" fmla="*/ 1759056 w 12192000"/>
              <a:gd name="connsiteY197" fmla="*/ 2125608 h 2237474"/>
              <a:gd name="connsiteX198" fmla="*/ 1637948 w 12192000"/>
              <a:gd name="connsiteY198" fmla="*/ 2172597 h 2237474"/>
              <a:gd name="connsiteX199" fmla="*/ 1434549 w 12192000"/>
              <a:gd name="connsiteY199" fmla="*/ 2234522 h 2237474"/>
              <a:gd name="connsiteX200" fmla="*/ 1398481 w 12192000"/>
              <a:gd name="connsiteY200" fmla="*/ 2237074 h 2237474"/>
              <a:gd name="connsiteX201" fmla="*/ 1398407 w 12192000"/>
              <a:gd name="connsiteY201" fmla="*/ 2237095 h 2237474"/>
              <a:gd name="connsiteX202" fmla="*/ 1370962 w 12192000"/>
              <a:gd name="connsiteY202" fmla="*/ 2237474 h 2237474"/>
              <a:gd name="connsiteX203" fmla="*/ 1356367 w 12192000"/>
              <a:gd name="connsiteY203" fmla="*/ 2235089 h 2237474"/>
              <a:gd name="connsiteX204" fmla="*/ 1324828 w 12192000"/>
              <a:gd name="connsiteY204" fmla="*/ 2231968 h 2237474"/>
              <a:gd name="connsiteX205" fmla="*/ 1297744 w 12192000"/>
              <a:gd name="connsiteY205" fmla="*/ 2235849 h 2237474"/>
              <a:gd name="connsiteX206" fmla="*/ 1286236 w 12192000"/>
              <a:gd name="connsiteY206" fmla="*/ 2233135 h 2237474"/>
              <a:gd name="connsiteX207" fmla="*/ 1283504 w 12192000"/>
              <a:gd name="connsiteY207" fmla="*/ 2233797 h 2237474"/>
              <a:gd name="connsiteX208" fmla="*/ 1279765 w 12192000"/>
              <a:gd name="connsiteY208" fmla="*/ 2229639 h 2237474"/>
              <a:gd name="connsiteX209" fmla="*/ 1195347 w 12192000"/>
              <a:gd name="connsiteY209" fmla="*/ 2212354 h 2237474"/>
              <a:gd name="connsiteX210" fmla="*/ 970251 w 12192000"/>
              <a:gd name="connsiteY210" fmla="*/ 2221029 h 2237474"/>
              <a:gd name="connsiteX211" fmla="*/ 812914 w 12192000"/>
              <a:gd name="connsiteY211" fmla="*/ 2202752 h 2237474"/>
              <a:gd name="connsiteX212" fmla="*/ 800195 w 12192000"/>
              <a:gd name="connsiteY212" fmla="*/ 2209407 h 2237474"/>
              <a:gd name="connsiteX213" fmla="*/ 784978 w 12192000"/>
              <a:gd name="connsiteY213" fmla="*/ 2212360 h 2237474"/>
              <a:gd name="connsiteX214" fmla="*/ 681987 w 12192000"/>
              <a:gd name="connsiteY214" fmla="*/ 2216757 h 2237474"/>
              <a:gd name="connsiteX215" fmla="*/ 669923 w 12192000"/>
              <a:gd name="connsiteY215" fmla="*/ 2211682 h 2237474"/>
              <a:gd name="connsiteX216" fmla="*/ 648680 w 12192000"/>
              <a:gd name="connsiteY216" fmla="*/ 2206229 h 2237474"/>
              <a:gd name="connsiteX217" fmla="*/ 597225 w 12192000"/>
              <a:gd name="connsiteY217" fmla="*/ 2180999 h 2237474"/>
              <a:gd name="connsiteX218" fmla="*/ 558449 w 12192000"/>
              <a:gd name="connsiteY218" fmla="*/ 2182346 h 2237474"/>
              <a:gd name="connsiteX219" fmla="*/ 550517 w 12192000"/>
              <a:gd name="connsiteY219" fmla="*/ 2182060 h 2237474"/>
              <a:gd name="connsiteX220" fmla="*/ 550309 w 12192000"/>
              <a:gd name="connsiteY220" fmla="*/ 2181825 h 2237474"/>
              <a:gd name="connsiteX221" fmla="*/ 541836 w 12192000"/>
              <a:gd name="connsiteY221" fmla="*/ 2181063 h 2237474"/>
              <a:gd name="connsiteX222" fmla="*/ 536057 w 12192000"/>
              <a:gd name="connsiteY222" fmla="*/ 2181537 h 2237474"/>
              <a:gd name="connsiteX223" fmla="*/ 520671 w 12192000"/>
              <a:gd name="connsiteY223" fmla="*/ 2180980 h 2237474"/>
              <a:gd name="connsiteX224" fmla="*/ 515024 w 12192000"/>
              <a:gd name="connsiteY224" fmla="*/ 2179258 h 2237474"/>
              <a:gd name="connsiteX225" fmla="*/ 512278 w 12192000"/>
              <a:gd name="connsiteY225" fmla="*/ 2176369 h 2237474"/>
              <a:gd name="connsiteX226" fmla="*/ 480419 w 12192000"/>
              <a:gd name="connsiteY226" fmla="*/ 2167807 h 2237474"/>
              <a:gd name="connsiteX227" fmla="*/ 413835 w 12192000"/>
              <a:gd name="connsiteY227" fmla="*/ 2156783 h 2237474"/>
              <a:gd name="connsiteX228" fmla="*/ 376513 w 12192000"/>
              <a:gd name="connsiteY228" fmla="*/ 2154014 h 2237474"/>
              <a:gd name="connsiteX229" fmla="*/ 273386 w 12192000"/>
              <a:gd name="connsiteY229" fmla="*/ 2142551 h 2237474"/>
              <a:gd name="connsiteX230" fmla="*/ 169207 w 12192000"/>
              <a:gd name="connsiteY230" fmla="*/ 2128100 h 2237474"/>
              <a:gd name="connsiteX231" fmla="*/ 93149 w 12192000"/>
              <a:gd name="connsiteY231" fmla="*/ 2105324 h 2237474"/>
              <a:gd name="connsiteX232" fmla="*/ 88109 w 12192000"/>
              <a:gd name="connsiteY232" fmla="*/ 2106704 h 2237474"/>
              <a:gd name="connsiteX233" fmla="*/ 80022 w 12192000"/>
              <a:gd name="connsiteY233" fmla="*/ 2107254 h 2237474"/>
              <a:gd name="connsiteX234" fmla="*/ 79717 w 12192000"/>
              <a:gd name="connsiteY234" fmla="*/ 2107046 h 2237474"/>
              <a:gd name="connsiteX235" fmla="*/ 72352 w 12192000"/>
              <a:gd name="connsiteY235" fmla="*/ 2107991 h 2237474"/>
              <a:gd name="connsiteX236" fmla="*/ 37645 w 12192000"/>
              <a:gd name="connsiteY236" fmla="*/ 2115401 h 2237474"/>
              <a:gd name="connsiteX237" fmla="*/ 4572 w 12192000"/>
              <a:gd name="connsiteY237" fmla="*/ 2111091 h 2237474"/>
              <a:gd name="connsiteX238" fmla="*/ 0 w 12192000"/>
              <a:gd name="connsiteY238" fmla="*/ 2110468 h 2237474"/>
              <a:gd name="connsiteX239" fmla="*/ 0 w 12192000"/>
              <a:gd name="connsiteY239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93343 w 12192000"/>
              <a:gd name="connsiteY106" fmla="*/ 1664672 h 2237474"/>
              <a:gd name="connsiteX107" fmla="*/ 6380457 w 12192000"/>
              <a:gd name="connsiteY107" fmla="*/ 1662376 h 2237474"/>
              <a:gd name="connsiteX108" fmla="*/ 6280959 w 12192000"/>
              <a:gd name="connsiteY108" fmla="*/ 1689329 h 2237474"/>
              <a:gd name="connsiteX109" fmla="*/ 6266765 w 12192000"/>
              <a:gd name="connsiteY109" fmla="*/ 1695560 h 2237474"/>
              <a:gd name="connsiteX110" fmla="*/ 6098321 w 12192000"/>
              <a:gd name="connsiteY110" fmla="*/ 1721646 h 2237474"/>
              <a:gd name="connsiteX111" fmla="*/ 5880652 w 12192000"/>
              <a:gd name="connsiteY111" fmla="*/ 1779643 h 2237474"/>
              <a:gd name="connsiteX112" fmla="*/ 5785959 w 12192000"/>
              <a:gd name="connsiteY112" fmla="*/ 1775307 h 2237474"/>
              <a:gd name="connsiteX113" fmla="*/ 5643534 w 12192000"/>
              <a:gd name="connsiteY113" fmla="*/ 1802919 h 2237474"/>
              <a:gd name="connsiteX114" fmla="*/ 5518799 w 12192000"/>
              <a:gd name="connsiteY114" fmla="*/ 1818312 h 2237474"/>
              <a:gd name="connsiteX115" fmla="*/ 5505014 w 12192000"/>
              <a:gd name="connsiteY115" fmla="*/ 1819259 h 2237474"/>
              <a:gd name="connsiteX116" fmla="*/ 5453307 w 12192000"/>
              <a:gd name="connsiteY116" fmla="*/ 1815450 h 2237474"/>
              <a:gd name="connsiteX117" fmla="*/ 5364192 w 12192000"/>
              <a:gd name="connsiteY117" fmla="*/ 1826074 h 2237474"/>
              <a:gd name="connsiteX118" fmla="*/ 5350380 w 12192000"/>
              <a:gd name="connsiteY118" fmla="*/ 1830891 h 2237474"/>
              <a:gd name="connsiteX119" fmla="*/ 5259633 w 12192000"/>
              <a:gd name="connsiteY119" fmla="*/ 1837160 h 2237474"/>
              <a:gd name="connsiteX120" fmla="*/ 5197513 w 12192000"/>
              <a:gd name="connsiteY120" fmla="*/ 1844718 h 2237474"/>
              <a:gd name="connsiteX121" fmla="*/ 5184170 w 12192000"/>
              <a:gd name="connsiteY121" fmla="*/ 1849402 h 2237474"/>
              <a:gd name="connsiteX122" fmla="*/ 5168852 w 12192000"/>
              <a:gd name="connsiteY122" fmla="*/ 1844846 h 2237474"/>
              <a:gd name="connsiteX123" fmla="*/ 5164370 w 12192000"/>
              <a:gd name="connsiteY123" fmla="*/ 1840597 h 2237474"/>
              <a:gd name="connsiteX124" fmla="*/ 5114927 w 12192000"/>
              <a:gd name="connsiteY124" fmla="*/ 1847827 h 2237474"/>
              <a:gd name="connsiteX125" fmla="*/ 5108970 w 12192000"/>
              <a:gd name="connsiteY125" fmla="*/ 1847935 h 2237474"/>
              <a:gd name="connsiteX126" fmla="*/ 5067961 w 12192000"/>
              <a:gd name="connsiteY126" fmla="*/ 1845917 h 2237474"/>
              <a:gd name="connsiteX127" fmla="*/ 5007075 w 12192000"/>
              <a:gd name="connsiteY127" fmla="*/ 1838626 h 2237474"/>
              <a:gd name="connsiteX128" fmla="*/ 4944087 w 12192000"/>
              <a:gd name="connsiteY128" fmla="*/ 1823332 h 2237474"/>
              <a:gd name="connsiteX129" fmla="*/ 4907662 w 12192000"/>
              <a:gd name="connsiteY129" fmla="*/ 1816900 h 2237474"/>
              <a:gd name="connsiteX130" fmla="*/ 4882386 w 12192000"/>
              <a:gd name="connsiteY130" fmla="*/ 1809844 h 2237474"/>
              <a:gd name="connsiteX131" fmla="*/ 4811440 w 12192000"/>
              <a:gd name="connsiteY131" fmla="*/ 1804655 h 2237474"/>
              <a:gd name="connsiteX132" fmla="*/ 4691075 w 12192000"/>
              <a:gd name="connsiteY132" fmla="*/ 1801389 h 2237474"/>
              <a:gd name="connsiteX133" fmla="*/ 4611738 w 12192000"/>
              <a:gd name="connsiteY133" fmla="*/ 1776964 h 2237474"/>
              <a:gd name="connsiteX134" fmla="*/ 4560070 w 12192000"/>
              <a:gd name="connsiteY134" fmla="*/ 1785640 h 2237474"/>
              <a:gd name="connsiteX135" fmla="*/ 4536503 w 12192000"/>
              <a:gd name="connsiteY135" fmla="*/ 1785334 h 2237474"/>
              <a:gd name="connsiteX136" fmla="*/ 4513724 w 12192000"/>
              <a:gd name="connsiteY136" fmla="*/ 1791996 h 2237474"/>
              <a:gd name="connsiteX137" fmla="*/ 4459810 w 12192000"/>
              <a:gd name="connsiteY137" fmla="*/ 1797886 h 2237474"/>
              <a:gd name="connsiteX138" fmla="*/ 4379064 w 12192000"/>
              <a:gd name="connsiteY138" fmla="*/ 1817177 h 2237474"/>
              <a:gd name="connsiteX139" fmla="*/ 4319209 w 12192000"/>
              <a:gd name="connsiteY139" fmla="*/ 1834833 h 2237474"/>
              <a:gd name="connsiteX140" fmla="*/ 4290981 w 12192000"/>
              <a:gd name="connsiteY140" fmla="*/ 1839677 h 2237474"/>
              <a:gd name="connsiteX141" fmla="*/ 4285792 w 12192000"/>
              <a:gd name="connsiteY141" fmla="*/ 1836231 h 2237474"/>
              <a:gd name="connsiteX142" fmla="*/ 4238372 w 12192000"/>
              <a:gd name="connsiteY142" fmla="*/ 1851480 h 2237474"/>
              <a:gd name="connsiteX143" fmla="*/ 4232517 w 12192000"/>
              <a:gd name="connsiteY143" fmla="*/ 1852567 h 2237474"/>
              <a:gd name="connsiteX144" fmla="*/ 4191732 w 12192000"/>
              <a:gd name="connsiteY144" fmla="*/ 1857328 h 2237474"/>
              <a:gd name="connsiteX145" fmla="*/ 4065532 w 12192000"/>
              <a:gd name="connsiteY145" fmla="*/ 1855477 h 2237474"/>
              <a:gd name="connsiteX146" fmla="*/ 4028460 w 12192000"/>
              <a:gd name="connsiteY146" fmla="*/ 1855137 h 2237474"/>
              <a:gd name="connsiteX147" fmla="*/ 4002267 w 12192000"/>
              <a:gd name="connsiteY147" fmla="*/ 1852352 h 2237474"/>
              <a:gd name="connsiteX148" fmla="*/ 3931396 w 12192000"/>
              <a:gd name="connsiteY148" fmla="*/ 1858915 h 2237474"/>
              <a:gd name="connsiteX149" fmla="*/ 3812162 w 12192000"/>
              <a:gd name="connsiteY149" fmla="*/ 1875501 h 2237474"/>
              <a:gd name="connsiteX150" fmla="*/ 3767672 w 12192000"/>
              <a:gd name="connsiteY150" fmla="*/ 1874600 h 2237474"/>
              <a:gd name="connsiteX151" fmla="*/ 3751332 w 12192000"/>
              <a:gd name="connsiteY151" fmla="*/ 1869854 h 2237474"/>
              <a:gd name="connsiteX152" fmla="*/ 3729530 w 12192000"/>
              <a:gd name="connsiteY152" fmla="*/ 1864513 h 2237474"/>
              <a:gd name="connsiteX153" fmla="*/ 3680177 w 12192000"/>
              <a:gd name="connsiteY153" fmla="*/ 1881552 h 2237474"/>
              <a:gd name="connsiteX154" fmla="*/ 3567259 w 12192000"/>
              <a:gd name="connsiteY154" fmla="*/ 1893482 h 2237474"/>
              <a:gd name="connsiteX155" fmla="*/ 3405770 w 12192000"/>
              <a:gd name="connsiteY155" fmla="*/ 1904591 h 2237474"/>
              <a:gd name="connsiteX156" fmla="*/ 3280097 w 12192000"/>
              <a:gd name="connsiteY156" fmla="*/ 1919610 h 2237474"/>
              <a:gd name="connsiteX157" fmla="*/ 3123424 w 12192000"/>
              <a:gd name="connsiteY157" fmla="*/ 1952930 h 2237474"/>
              <a:gd name="connsiteX158" fmla="*/ 3009910 w 12192000"/>
              <a:gd name="connsiteY158" fmla="*/ 1957866 h 2237474"/>
              <a:gd name="connsiteX159" fmla="*/ 2995934 w 12192000"/>
              <a:gd name="connsiteY159" fmla="*/ 1967085 h 2237474"/>
              <a:gd name="connsiteX160" fmla="*/ 2980071 w 12192000"/>
              <a:gd name="connsiteY160" fmla="*/ 1972988 h 2237474"/>
              <a:gd name="connsiteX161" fmla="*/ 2978094 w 12192000"/>
              <a:gd name="connsiteY161" fmla="*/ 1972369 h 2237474"/>
              <a:gd name="connsiteX162" fmla="*/ 2942858 w 12192000"/>
              <a:gd name="connsiteY162" fmla="*/ 1981367 h 2237474"/>
              <a:gd name="connsiteX163" fmla="*/ 2875436 w 12192000"/>
              <a:gd name="connsiteY163" fmla="*/ 1996977 h 2237474"/>
              <a:gd name="connsiteX164" fmla="*/ 2874892 w 12192000"/>
              <a:gd name="connsiteY164" fmla="*/ 1996085 h 2237474"/>
              <a:gd name="connsiteX165" fmla="*/ 2864145 w 12192000"/>
              <a:gd name="connsiteY165" fmla="*/ 1994061 h 2237474"/>
              <a:gd name="connsiteX166" fmla="*/ 2843662 w 12192000"/>
              <a:gd name="connsiteY166" fmla="*/ 1992498 h 2237474"/>
              <a:gd name="connsiteX167" fmla="*/ 2796128 w 12192000"/>
              <a:gd name="connsiteY167" fmla="*/ 1976403 h 2237474"/>
              <a:gd name="connsiteX168" fmla="*/ 2756784 w 12192000"/>
              <a:gd name="connsiteY168" fmla="*/ 1985116 h 2237474"/>
              <a:gd name="connsiteX169" fmla="*/ 2748833 w 12192000"/>
              <a:gd name="connsiteY169" fmla="*/ 1986323 h 2237474"/>
              <a:gd name="connsiteX170" fmla="*/ 2748661 w 12192000"/>
              <a:gd name="connsiteY170" fmla="*/ 1986122 h 2237474"/>
              <a:gd name="connsiteX171" fmla="*/ 2740251 w 12192000"/>
              <a:gd name="connsiteY171" fmla="*/ 1986946 h 2237474"/>
              <a:gd name="connsiteX172" fmla="*/ 2718916 w 12192000"/>
              <a:gd name="connsiteY172" fmla="*/ 1990867 h 2237474"/>
              <a:gd name="connsiteX173" fmla="*/ 2713522 w 12192000"/>
              <a:gd name="connsiteY173" fmla="*/ 1990173 h 2237474"/>
              <a:gd name="connsiteX174" fmla="*/ 2680597 w 12192000"/>
              <a:gd name="connsiteY174" fmla="*/ 1984996 h 2237474"/>
              <a:gd name="connsiteX175" fmla="*/ 2578178 w 12192000"/>
              <a:gd name="connsiteY175" fmla="*/ 1990531 h 2237474"/>
              <a:gd name="connsiteX176" fmla="*/ 2476147 w 12192000"/>
              <a:gd name="connsiteY176" fmla="*/ 1998305 h 2237474"/>
              <a:gd name="connsiteX177" fmla="*/ 2373568 w 12192000"/>
              <a:gd name="connsiteY177" fmla="*/ 2003219 h 2237474"/>
              <a:gd name="connsiteX178" fmla="*/ 2321399 w 12192000"/>
              <a:gd name="connsiteY178" fmla="*/ 1989467 h 2237474"/>
              <a:gd name="connsiteX179" fmla="*/ 2315525 w 12192000"/>
              <a:gd name="connsiteY179" fmla="*/ 1989708 h 2237474"/>
              <a:gd name="connsiteX180" fmla="*/ 2300792 w 12192000"/>
              <a:gd name="connsiteY180" fmla="*/ 1994290 h 2237474"/>
              <a:gd name="connsiteX181" fmla="*/ 2295469 w 12192000"/>
              <a:gd name="connsiteY181" fmla="*/ 1996659 h 2237474"/>
              <a:gd name="connsiteX182" fmla="*/ 2287219 w 12192000"/>
              <a:gd name="connsiteY182" fmla="*/ 1998750 h 2237474"/>
              <a:gd name="connsiteX183" fmla="*/ 2286948 w 12192000"/>
              <a:gd name="connsiteY183" fmla="*/ 1998596 h 2237474"/>
              <a:gd name="connsiteX184" fmla="*/ 2243069 w 12192000"/>
              <a:gd name="connsiteY184" fmla="*/ 2015111 h 2237474"/>
              <a:gd name="connsiteX185" fmla="*/ 2186609 w 12192000"/>
              <a:gd name="connsiteY185" fmla="*/ 2008263 h 2237474"/>
              <a:gd name="connsiteX186" fmla="*/ 2164831 w 12192000"/>
              <a:gd name="connsiteY186" fmla="*/ 2010143 h 2237474"/>
              <a:gd name="connsiteX187" fmla="*/ 2152836 w 12192000"/>
              <a:gd name="connsiteY187" fmla="*/ 2010048 h 2237474"/>
              <a:gd name="connsiteX188" fmla="*/ 2117102 w 12192000"/>
              <a:gd name="connsiteY188" fmla="*/ 2023004 h 2237474"/>
              <a:gd name="connsiteX189" fmla="*/ 2111935 w 12192000"/>
              <a:gd name="connsiteY189" fmla="*/ 2023163 h 2237474"/>
              <a:gd name="connsiteX190" fmla="*/ 2089991 w 12192000"/>
              <a:gd name="connsiteY190" fmla="*/ 2034193 h 2237474"/>
              <a:gd name="connsiteX191" fmla="*/ 2058061 w 12192000"/>
              <a:gd name="connsiteY191" fmla="*/ 2047942 h 2237474"/>
              <a:gd name="connsiteX192" fmla="*/ 2055737 w 12192000"/>
              <a:gd name="connsiteY192" fmla="*/ 2047704 h 2237474"/>
              <a:gd name="connsiteX193" fmla="*/ 2042244 w 12192000"/>
              <a:gd name="connsiteY193" fmla="*/ 2055560 h 2237474"/>
              <a:gd name="connsiteX194" fmla="*/ 1976224 w 12192000"/>
              <a:gd name="connsiteY194" fmla="*/ 2074257 h 2237474"/>
              <a:gd name="connsiteX195" fmla="*/ 1877728 w 12192000"/>
              <a:gd name="connsiteY195" fmla="*/ 2101004 h 2237474"/>
              <a:gd name="connsiteX196" fmla="*/ 1759056 w 12192000"/>
              <a:gd name="connsiteY196" fmla="*/ 2125608 h 2237474"/>
              <a:gd name="connsiteX197" fmla="*/ 1637948 w 12192000"/>
              <a:gd name="connsiteY197" fmla="*/ 2172597 h 2237474"/>
              <a:gd name="connsiteX198" fmla="*/ 1434549 w 12192000"/>
              <a:gd name="connsiteY198" fmla="*/ 2234522 h 2237474"/>
              <a:gd name="connsiteX199" fmla="*/ 1398481 w 12192000"/>
              <a:gd name="connsiteY199" fmla="*/ 2237074 h 2237474"/>
              <a:gd name="connsiteX200" fmla="*/ 1398407 w 12192000"/>
              <a:gd name="connsiteY200" fmla="*/ 2237095 h 2237474"/>
              <a:gd name="connsiteX201" fmla="*/ 1370962 w 12192000"/>
              <a:gd name="connsiteY201" fmla="*/ 2237474 h 2237474"/>
              <a:gd name="connsiteX202" fmla="*/ 1356367 w 12192000"/>
              <a:gd name="connsiteY202" fmla="*/ 2235089 h 2237474"/>
              <a:gd name="connsiteX203" fmla="*/ 1324828 w 12192000"/>
              <a:gd name="connsiteY203" fmla="*/ 2231968 h 2237474"/>
              <a:gd name="connsiteX204" fmla="*/ 1297744 w 12192000"/>
              <a:gd name="connsiteY204" fmla="*/ 2235849 h 2237474"/>
              <a:gd name="connsiteX205" fmla="*/ 1286236 w 12192000"/>
              <a:gd name="connsiteY205" fmla="*/ 2233135 h 2237474"/>
              <a:gd name="connsiteX206" fmla="*/ 1283504 w 12192000"/>
              <a:gd name="connsiteY206" fmla="*/ 2233797 h 2237474"/>
              <a:gd name="connsiteX207" fmla="*/ 1279765 w 12192000"/>
              <a:gd name="connsiteY207" fmla="*/ 2229639 h 2237474"/>
              <a:gd name="connsiteX208" fmla="*/ 1195347 w 12192000"/>
              <a:gd name="connsiteY208" fmla="*/ 2212354 h 2237474"/>
              <a:gd name="connsiteX209" fmla="*/ 970251 w 12192000"/>
              <a:gd name="connsiteY209" fmla="*/ 2221029 h 2237474"/>
              <a:gd name="connsiteX210" fmla="*/ 812914 w 12192000"/>
              <a:gd name="connsiteY210" fmla="*/ 2202752 h 2237474"/>
              <a:gd name="connsiteX211" fmla="*/ 800195 w 12192000"/>
              <a:gd name="connsiteY211" fmla="*/ 2209407 h 2237474"/>
              <a:gd name="connsiteX212" fmla="*/ 784978 w 12192000"/>
              <a:gd name="connsiteY212" fmla="*/ 2212360 h 2237474"/>
              <a:gd name="connsiteX213" fmla="*/ 681987 w 12192000"/>
              <a:gd name="connsiteY213" fmla="*/ 2216757 h 2237474"/>
              <a:gd name="connsiteX214" fmla="*/ 669923 w 12192000"/>
              <a:gd name="connsiteY214" fmla="*/ 2211682 h 2237474"/>
              <a:gd name="connsiteX215" fmla="*/ 648680 w 12192000"/>
              <a:gd name="connsiteY215" fmla="*/ 2206229 h 2237474"/>
              <a:gd name="connsiteX216" fmla="*/ 597225 w 12192000"/>
              <a:gd name="connsiteY216" fmla="*/ 2180999 h 2237474"/>
              <a:gd name="connsiteX217" fmla="*/ 558449 w 12192000"/>
              <a:gd name="connsiteY217" fmla="*/ 2182346 h 2237474"/>
              <a:gd name="connsiteX218" fmla="*/ 550517 w 12192000"/>
              <a:gd name="connsiteY218" fmla="*/ 2182060 h 2237474"/>
              <a:gd name="connsiteX219" fmla="*/ 550309 w 12192000"/>
              <a:gd name="connsiteY219" fmla="*/ 2181825 h 2237474"/>
              <a:gd name="connsiteX220" fmla="*/ 541836 w 12192000"/>
              <a:gd name="connsiteY220" fmla="*/ 2181063 h 2237474"/>
              <a:gd name="connsiteX221" fmla="*/ 536057 w 12192000"/>
              <a:gd name="connsiteY221" fmla="*/ 2181537 h 2237474"/>
              <a:gd name="connsiteX222" fmla="*/ 520671 w 12192000"/>
              <a:gd name="connsiteY222" fmla="*/ 2180980 h 2237474"/>
              <a:gd name="connsiteX223" fmla="*/ 515024 w 12192000"/>
              <a:gd name="connsiteY223" fmla="*/ 2179258 h 2237474"/>
              <a:gd name="connsiteX224" fmla="*/ 512278 w 12192000"/>
              <a:gd name="connsiteY224" fmla="*/ 2176369 h 2237474"/>
              <a:gd name="connsiteX225" fmla="*/ 480419 w 12192000"/>
              <a:gd name="connsiteY225" fmla="*/ 2167807 h 2237474"/>
              <a:gd name="connsiteX226" fmla="*/ 413835 w 12192000"/>
              <a:gd name="connsiteY226" fmla="*/ 2156783 h 2237474"/>
              <a:gd name="connsiteX227" fmla="*/ 376513 w 12192000"/>
              <a:gd name="connsiteY227" fmla="*/ 2154014 h 2237474"/>
              <a:gd name="connsiteX228" fmla="*/ 273386 w 12192000"/>
              <a:gd name="connsiteY228" fmla="*/ 2142551 h 2237474"/>
              <a:gd name="connsiteX229" fmla="*/ 169207 w 12192000"/>
              <a:gd name="connsiteY229" fmla="*/ 2128100 h 2237474"/>
              <a:gd name="connsiteX230" fmla="*/ 93149 w 12192000"/>
              <a:gd name="connsiteY230" fmla="*/ 2105324 h 2237474"/>
              <a:gd name="connsiteX231" fmla="*/ 88109 w 12192000"/>
              <a:gd name="connsiteY231" fmla="*/ 2106704 h 2237474"/>
              <a:gd name="connsiteX232" fmla="*/ 80022 w 12192000"/>
              <a:gd name="connsiteY232" fmla="*/ 2107254 h 2237474"/>
              <a:gd name="connsiteX233" fmla="*/ 79717 w 12192000"/>
              <a:gd name="connsiteY233" fmla="*/ 2107046 h 2237474"/>
              <a:gd name="connsiteX234" fmla="*/ 72352 w 12192000"/>
              <a:gd name="connsiteY234" fmla="*/ 2107991 h 2237474"/>
              <a:gd name="connsiteX235" fmla="*/ 37645 w 12192000"/>
              <a:gd name="connsiteY235" fmla="*/ 2115401 h 2237474"/>
              <a:gd name="connsiteX236" fmla="*/ 4572 w 12192000"/>
              <a:gd name="connsiteY236" fmla="*/ 2111091 h 2237474"/>
              <a:gd name="connsiteX237" fmla="*/ 0 w 12192000"/>
              <a:gd name="connsiteY237" fmla="*/ 2110468 h 2237474"/>
              <a:gd name="connsiteX238" fmla="*/ 0 w 12192000"/>
              <a:gd name="connsiteY238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93343 w 12192000"/>
              <a:gd name="connsiteY106" fmla="*/ 1664672 h 2237474"/>
              <a:gd name="connsiteX107" fmla="*/ 6380457 w 12192000"/>
              <a:gd name="connsiteY107" fmla="*/ 1662376 h 2237474"/>
              <a:gd name="connsiteX108" fmla="*/ 6280959 w 12192000"/>
              <a:gd name="connsiteY108" fmla="*/ 1689329 h 2237474"/>
              <a:gd name="connsiteX109" fmla="*/ 6266765 w 12192000"/>
              <a:gd name="connsiteY109" fmla="*/ 1695560 h 2237474"/>
              <a:gd name="connsiteX110" fmla="*/ 6098321 w 12192000"/>
              <a:gd name="connsiteY110" fmla="*/ 1721646 h 2237474"/>
              <a:gd name="connsiteX111" fmla="*/ 5880652 w 12192000"/>
              <a:gd name="connsiteY111" fmla="*/ 1779643 h 2237474"/>
              <a:gd name="connsiteX112" fmla="*/ 5785959 w 12192000"/>
              <a:gd name="connsiteY112" fmla="*/ 1775307 h 2237474"/>
              <a:gd name="connsiteX113" fmla="*/ 5643534 w 12192000"/>
              <a:gd name="connsiteY113" fmla="*/ 1802919 h 2237474"/>
              <a:gd name="connsiteX114" fmla="*/ 5518799 w 12192000"/>
              <a:gd name="connsiteY114" fmla="*/ 1818312 h 2237474"/>
              <a:gd name="connsiteX115" fmla="*/ 5505014 w 12192000"/>
              <a:gd name="connsiteY115" fmla="*/ 1819259 h 2237474"/>
              <a:gd name="connsiteX116" fmla="*/ 5453307 w 12192000"/>
              <a:gd name="connsiteY116" fmla="*/ 1815450 h 2237474"/>
              <a:gd name="connsiteX117" fmla="*/ 5364192 w 12192000"/>
              <a:gd name="connsiteY117" fmla="*/ 1826074 h 2237474"/>
              <a:gd name="connsiteX118" fmla="*/ 5350380 w 12192000"/>
              <a:gd name="connsiteY118" fmla="*/ 1830891 h 2237474"/>
              <a:gd name="connsiteX119" fmla="*/ 5259633 w 12192000"/>
              <a:gd name="connsiteY119" fmla="*/ 1837160 h 2237474"/>
              <a:gd name="connsiteX120" fmla="*/ 5197513 w 12192000"/>
              <a:gd name="connsiteY120" fmla="*/ 1844718 h 2237474"/>
              <a:gd name="connsiteX121" fmla="*/ 5184170 w 12192000"/>
              <a:gd name="connsiteY121" fmla="*/ 1849402 h 2237474"/>
              <a:gd name="connsiteX122" fmla="*/ 5168852 w 12192000"/>
              <a:gd name="connsiteY122" fmla="*/ 1844846 h 2237474"/>
              <a:gd name="connsiteX123" fmla="*/ 5164370 w 12192000"/>
              <a:gd name="connsiteY123" fmla="*/ 1840597 h 2237474"/>
              <a:gd name="connsiteX124" fmla="*/ 5114927 w 12192000"/>
              <a:gd name="connsiteY124" fmla="*/ 1847827 h 2237474"/>
              <a:gd name="connsiteX125" fmla="*/ 5108970 w 12192000"/>
              <a:gd name="connsiteY125" fmla="*/ 1847935 h 2237474"/>
              <a:gd name="connsiteX126" fmla="*/ 5067961 w 12192000"/>
              <a:gd name="connsiteY126" fmla="*/ 1845917 h 2237474"/>
              <a:gd name="connsiteX127" fmla="*/ 5007075 w 12192000"/>
              <a:gd name="connsiteY127" fmla="*/ 1838626 h 2237474"/>
              <a:gd name="connsiteX128" fmla="*/ 4944087 w 12192000"/>
              <a:gd name="connsiteY128" fmla="*/ 1823332 h 2237474"/>
              <a:gd name="connsiteX129" fmla="*/ 4907662 w 12192000"/>
              <a:gd name="connsiteY129" fmla="*/ 1816900 h 2237474"/>
              <a:gd name="connsiteX130" fmla="*/ 4882386 w 12192000"/>
              <a:gd name="connsiteY130" fmla="*/ 1809844 h 2237474"/>
              <a:gd name="connsiteX131" fmla="*/ 4811440 w 12192000"/>
              <a:gd name="connsiteY131" fmla="*/ 1804655 h 2237474"/>
              <a:gd name="connsiteX132" fmla="*/ 4691075 w 12192000"/>
              <a:gd name="connsiteY132" fmla="*/ 1801389 h 2237474"/>
              <a:gd name="connsiteX133" fmla="*/ 4611738 w 12192000"/>
              <a:gd name="connsiteY133" fmla="*/ 1776964 h 2237474"/>
              <a:gd name="connsiteX134" fmla="*/ 4560070 w 12192000"/>
              <a:gd name="connsiteY134" fmla="*/ 1785640 h 2237474"/>
              <a:gd name="connsiteX135" fmla="*/ 4536503 w 12192000"/>
              <a:gd name="connsiteY135" fmla="*/ 1785334 h 2237474"/>
              <a:gd name="connsiteX136" fmla="*/ 4513724 w 12192000"/>
              <a:gd name="connsiteY136" fmla="*/ 1791996 h 2237474"/>
              <a:gd name="connsiteX137" fmla="*/ 4459810 w 12192000"/>
              <a:gd name="connsiteY137" fmla="*/ 1797886 h 2237474"/>
              <a:gd name="connsiteX138" fmla="*/ 4379064 w 12192000"/>
              <a:gd name="connsiteY138" fmla="*/ 1817177 h 2237474"/>
              <a:gd name="connsiteX139" fmla="*/ 4319209 w 12192000"/>
              <a:gd name="connsiteY139" fmla="*/ 1834833 h 2237474"/>
              <a:gd name="connsiteX140" fmla="*/ 4290981 w 12192000"/>
              <a:gd name="connsiteY140" fmla="*/ 1839677 h 2237474"/>
              <a:gd name="connsiteX141" fmla="*/ 4285792 w 12192000"/>
              <a:gd name="connsiteY141" fmla="*/ 1836231 h 2237474"/>
              <a:gd name="connsiteX142" fmla="*/ 4238372 w 12192000"/>
              <a:gd name="connsiteY142" fmla="*/ 1851480 h 2237474"/>
              <a:gd name="connsiteX143" fmla="*/ 4232517 w 12192000"/>
              <a:gd name="connsiteY143" fmla="*/ 1852567 h 2237474"/>
              <a:gd name="connsiteX144" fmla="*/ 4191732 w 12192000"/>
              <a:gd name="connsiteY144" fmla="*/ 1857328 h 2237474"/>
              <a:gd name="connsiteX145" fmla="*/ 4065532 w 12192000"/>
              <a:gd name="connsiteY145" fmla="*/ 1855477 h 2237474"/>
              <a:gd name="connsiteX146" fmla="*/ 4028460 w 12192000"/>
              <a:gd name="connsiteY146" fmla="*/ 1855137 h 2237474"/>
              <a:gd name="connsiteX147" fmla="*/ 4002267 w 12192000"/>
              <a:gd name="connsiteY147" fmla="*/ 1852352 h 2237474"/>
              <a:gd name="connsiteX148" fmla="*/ 3931396 w 12192000"/>
              <a:gd name="connsiteY148" fmla="*/ 1858915 h 2237474"/>
              <a:gd name="connsiteX149" fmla="*/ 3812162 w 12192000"/>
              <a:gd name="connsiteY149" fmla="*/ 1875501 h 2237474"/>
              <a:gd name="connsiteX150" fmla="*/ 3767672 w 12192000"/>
              <a:gd name="connsiteY150" fmla="*/ 1874600 h 2237474"/>
              <a:gd name="connsiteX151" fmla="*/ 3729530 w 12192000"/>
              <a:gd name="connsiteY151" fmla="*/ 1864513 h 2237474"/>
              <a:gd name="connsiteX152" fmla="*/ 3680177 w 12192000"/>
              <a:gd name="connsiteY152" fmla="*/ 1881552 h 2237474"/>
              <a:gd name="connsiteX153" fmla="*/ 3567259 w 12192000"/>
              <a:gd name="connsiteY153" fmla="*/ 1893482 h 2237474"/>
              <a:gd name="connsiteX154" fmla="*/ 3405770 w 12192000"/>
              <a:gd name="connsiteY154" fmla="*/ 1904591 h 2237474"/>
              <a:gd name="connsiteX155" fmla="*/ 3280097 w 12192000"/>
              <a:gd name="connsiteY155" fmla="*/ 1919610 h 2237474"/>
              <a:gd name="connsiteX156" fmla="*/ 3123424 w 12192000"/>
              <a:gd name="connsiteY156" fmla="*/ 1952930 h 2237474"/>
              <a:gd name="connsiteX157" fmla="*/ 3009910 w 12192000"/>
              <a:gd name="connsiteY157" fmla="*/ 1957866 h 2237474"/>
              <a:gd name="connsiteX158" fmla="*/ 2995934 w 12192000"/>
              <a:gd name="connsiteY158" fmla="*/ 1967085 h 2237474"/>
              <a:gd name="connsiteX159" fmla="*/ 2980071 w 12192000"/>
              <a:gd name="connsiteY159" fmla="*/ 1972988 h 2237474"/>
              <a:gd name="connsiteX160" fmla="*/ 2978094 w 12192000"/>
              <a:gd name="connsiteY160" fmla="*/ 1972369 h 2237474"/>
              <a:gd name="connsiteX161" fmla="*/ 2942858 w 12192000"/>
              <a:gd name="connsiteY161" fmla="*/ 1981367 h 2237474"/>
              <a:gd name="connsiteX162" fmla="*/ 2875436 w 12192000"/>
              <a:gd name="connsiteY162" fmla="*/ 1996977 h 2237474"/>
              <a:gd name="connsiteX163" fmla="*/ 2874892 w 12192000"/>
              <a:gd name="connsiteY163" fmla="*/ 1996085 h 2237474"/>
              <a:gd name="connsiteX164" fmla="*/ 2864145 w 12192000"/>
              <a:gd name="connsiteY164" fmla="*/ 1994061 h 2237474"/>
              <a:gd name="connsiteX165" fmla="*/ 2843662 w 12192000"/>
              <a:gd name="connsiteY165" fmla="*/ 1992498 h 2237474"/>
              <a:gd name="connsiteX166" fmla="*/ 2796128 w 12192000"/>
              <a:gd name="connsiteY166" fmla="*/ 1976403 h 2237474"/>
              <a:gd name="connsiteX167" fmla="*/ 2756784 w 12192000"/>
              <a:gd name="connsiteY167" fmla="*/ 1985116 h 2237474"/>
              <a:gd name="connsiteX168" fmla="*/ 2748833 w 12192000"/>
              <a:gd name="connsiteY168" fmla="*/ 1986323 h 2237474"/>
              <a:gd name="connsiteX169" fmla="*/ 2748661 w 12192000"/>
              <a:gd name="connsiteY169" fmla="*/ 1986122 h 2237474"/>
              <a:gd name="connsiteX170" fmla="*/ 2740251 w 12192000"/>
              <a:gd name="connsiteY170" fmla="*/ 1986946 h 2237474"/>
              <a:gd name="connsiteX171" fmla="*/ 2718916 w 12192000"/>
              <a:gd name="connsiteY171" fmla="*/ 1990867 h 2237474"/>
              <a:gd name="connsiteX172" fmla="*/ 2713522 w 12192000"/>
              <a:gd name="connsiteY172" fmla="*/ 1990173 h 2237474"/>
              <a:gd name="connsiteX173" fmla="*/ 2680597 w 12192000"/>
              <a:gd name="connsiteY173" fmla="*/ 1984996 h 2237474"/>
              <a:gd name="connsiteX174" fmla="*/ 2578178 w 12192000"/>
              <a:gd name="connsiteY174" fmla="*/ 1990531 h 2237474"/>
              <a:gd name="connsiteX175" fmla="*/ 2476147 w 12192000"/>
              <a:gd name="connsiteY175" fmla="*/ 1998305 h 2237474"/>
              <a:gd name="connsiteX176" fmla="*/ 2373568 w 12192000"/>
              <a:gd name="connsiteY176" fmla="*/ 2003219 h 2237474"/>
              <a:gd name="connsiteX177" fmla="*/ 2321399 w 12192000"/>
              <a:gd name="connsiteY177" fmla="*/ 1989467 h 2237474"/>
              <a:gd name="connsiteX178" fmla="*/ 2315525 w 12192000"/>
              <a:gd name="connsiteY178" fmla="*/ 1989708 h 2237474"/>
              <a:gd name="connsiteX179" fmla="*/ 2300792 w 12192000"/>
              <a:gd name="connsiteY179" fmla="*/ 1994290 h 2237474"/>
              <a:gd name="connsiteX180" fmla="*/ 2295469 w 12192000"/>
              <a:gd name="connsiteY180" fmla="*/ 1996659 h 2237474"/>
              <a:gd name="connsiteX181" fmla="*/ 2287219 w 12192000"/>
              <a:gd name="connsiteY181" fmla="*/ 1998750 h 2237474"/>
              <a:gd name="connsiteX182" fmla="*/ 2286948 w 12192000"/>
              <a:gd name="connsiteY182" fmla="*/ 1998596 h 2237474"/>
              <a:gd name="connsiteX183" fmla="*/ 2243069 w 12192000"/>
              <a:gd name="connsiteY183" fmla="*/ 2015111 h 2237474"/>
              <a:gd name="connsiteX184" fmla="*/ 2186609 w 12192000"/>
              <a:gd name="connsiteY184" fmla="*/ 2008263 h 2237474"/>
              <a:gd name="connsiteX185" fmla="*/ 2164831 w 12192000"/>
              <a:gd name="connsiteY185" fmla="*/ 2010143 h 2237474"/>
              <a:gd name="connsiteX186" fmla="*/ 2152836 w 12192000"/>
              <a:gd name="connsiteY186" fmla="*/ 2010048 h 2237474"/>
              <a:gd name="connsiteX187" fmla="*/ 2117102 w 12192000"/>
              <a:gd name="connsiteY187" fmla="*/ 2023004 h 2237474"/>
              <a:gd name="connsiteX188" fmla="*/ 2111935 w 12192000"/>
              <a:gd name="connsiteY188" fmla="*/ 2023163 h 2237474"/>
              <a:gd name="connsiteX189" fmla="*/ 2089991 w 12192000"/>
              <a:gd name="connsiteY189" fmla="*/ 2034193 h 2237474"/>
              <a:gd name="connsiteX190" fmla="*/ 2058061 w 12192000"/>
              <a:gd name="connsiteY190" fmla="*/ 2047942 h 2237474"/>
              <a:gd name="connsiteX191" fmla="*/ 2055737 w 12192000"/>
              <a:gd name="connsiteY191" fmla="*/ 2047704 h 2237474"/>
              <a:gd name="connsiteX192" fmla="*/ 2042244 w 12192000"/>
              <a:gd name="connsiteY192" fmla="*/ 2055560 h 2237474"/>
              <a:gd name="connsiteX193" fmla="*/ 1976224 w 12192000"/>
              <a:gd name="connsiteY193" fmla="*/ 2074257 h 2237474"/>
              <a:gd name="connsiteX194" fmla="*/ 1877728 w 12192000"/>
              <a:gd name="connsiteY194" fmla="*/ 2101004 h 2237474"/>
              <a:gd name="connsiteX195" fmla="*/ 1759056 w 12192000"/>
              <a:gd name="connsiteY195" fmla="*/ 2125608 h 2237474"/>
              <a:gd name="connsiteX196" fmla="*/ 1637948 w 12192000"/>
              <a:gd name="connsiteY196" fmla="*/ 2172597 h 2237474"/>
              <a:gd name="connsiteX197" fmla="*/ 1434549 w 12192000"/>
              <a:gd name="connsiteY197" fmla="*/ 2234522 h 2237474"/>
              <a:gd name="connsiteX198" fmla="*/ 1398481 w 12192000"/>
              <a:gd name="connsiteY198" fmla="*/ 2237074 h 2237474"/>
              <a:gd name="connsiteX199" fmla="*/ 1398407 w 12192000"/>
              <a:gd name="connsiteY199" fmla="*/ 2237095 h 2237474"/>
              <a:gd name="connsiteX200" fmla="*/ 1370962 w 12192000"/>
              <a:gd name="connsiteY200" fmla="*/ 2237474 h 2237474"/>
              <a:gd name="connsiteX201" fmla="*/ 1356367 w 12192000"/>
              <a:gd name="connsiteY201" fmla="*/ 2235089 h 2237474"/>
              <a:gd name="connsiteX202" fmla="*/ 1324828 w 12192000"/>
              <a:gd name="connsiteY202" fmla="*/ 2231968 h 2237474"/>
              <a:gd name="connsiteX203" fmla="*/ 1297744 w 12192000"/>
              <a:gd name="connsiteY203" fmla="*/ 2235849 h 2237474"/>
              <a:gd name="connsiteX204" fmla="*/ 1286236 w 12192000"/>
              <a:gd name="connsiteY204" fmla="*/ 2233135 h 2237474"/>
              <a:gd name="connsiteX205" fmla="*/ 1283504 w 12192000"/>
              <a:gd name="connsiteY205" fmla="*/ 2233797 h 2237474"/>
              <a:gd name="connsiteX206" fmla="*/ 1279765 w 12192000"/>
              <a:gd name="connsiteY206" fmla="*/ 2229639 h 2237474"/>
              <a:gd name="connsiteX207" fmla="*/ 1195347 w 12192000"/>
              <a:gd name="connsiteY207" fmla="*/ 2212354 h 2237474"/>
              <a:gd name="connsiteX208" fmla="*/ 970251 w 12192000"/>
              <a:gd name="connsiteY208" fmla="*/ 2221029 h 2237474"/>
              <a:gd name="connsiteX209" fmla="*/ 812914 w 12192000"/>
              <a:gd name="connsiteY209" fmla="*/ 2202752 h 2237474"/>
              <a:gd name="connsiteX210" fmla="*/ 800195 w 12192000"/>
              <a:gd name="connsiteY210" fmla="*/ 2209407 h 2237474"/>
              <a:gd name="connsiteX211" fmla="*/ 784978 w 12192000"/>
              <a:gd name="connsiteY211" fmla="*/ 2212360 h 2237474"/>
              <a:gd name="connsiteX212" fmla="*/ 681987 w 12192000"/>
              <a:gd name="connsiteY212" fmla="*/ 2216757 h 2237474"/>
              <a:gd name="connsiteX213" fmla="*/ 669923 w 12192000"/>
              <a:gd name="connsiteY213" fmla="*/ 2211682 h 2237474"/>
              <a:gd name="connsiteX214" fmla="*/ 648680 w 12192000"/>
              <a:gd name="connsiteY214" fmla="*/ 2206229 h 2237474"/>
              <a:gd name="connsiteX215" fmla="*/ 597225 w 12192000"/>
              <a:gd name="connsiteY215" fmla="*/ 2180999 h 2237474"/>
              <a:gd name="connsiteX216" fmla="*/ 558449 w 12192000"/>
              <a:gd name="connsiteY216" fmla="*/ 2182346 h 2237474"/>
              <a:gd name="connsiteX217" fmla="*/ 550517 w 12192000"/>
              <a:gd name="connsiteY217" fmla="*/ 2182060 h 2237474"/>
              <a:gd name="connsiteX218" fmla="*/ 550309 w 12192000"/>
              <a:gd name="connsiteY218" fmla="*/ 2181825 h 2237474"/>
              <a:gd name="connsiteX219" fmla="*/ 541836 w 12192000"/>
              <a:gd name="connsiteY219" fmla="*/ 2181063 h 2237474"/>
              <a:gd name="connsiteX220" fmla="*/ 536057 w 12192000"/>
              <a:gd name="connsiteY220" fmla="*/ 2181537 h 2237474"/>
              <a:gd name="connsiteX221" fmla="*/ 520671 w 12192000"/>
              <a:gd name="connsiteY221" fmla="*/ 2180980 h 2237474"/>
              <a:gd name="connsiteX222" fmla="*/ 515024 w 12192000"/>
              <a:gd name="connsiteY222" fmla="*/ 2179258 h 2237474"/>
              <a:gd name="connsiteX223" fmla="*/ 512278 w 12192000"/>
              <a:gd name="connsiteY223" fmla="*/ 2176369 h 2237474"/>
              <a:gd name="connsiteX224" fmla="*/ 480419 w 12192000"/>
              <a:gd name="connsiteY224" fmla="*/ 2167807 h 2237474"/>
              <a:gd name="connsiteX225" fmla="*/ 413835 w 12192000"/>
              <a:gd name="connsiteY225" fmla="*/ 2156783 h 2237474"/>
              <a:gd name="connsiteX226" fmla="*/ 376513 w 12192000"/>
              <a:gd name="connsiteY226" fmla="*/ 2154014 h 2237474"/>
              <a:gd name="connsiteX227" fmla="*/ 273386 w 12192000"/>
              <a:gd name="connsiteY227" fmla="*/ 2142551 h 2237474"/>
              <a:gd name="connsiteX228" fmla="*/ 169207 w 12192000"/>
              <a:gd name="connsiteY228" fmla="*/ 2128100 h 2237474"/>
              <a:gd name="connsiteX229" fmla="*/ 93149 w 12192000"/>
              <a:gd name="connsiteY229" fmla="*/ 2105324 h 2237474"/>
              <a:gd name="connsiteX230" fmla="*/ 88109 w 12192000"/>
              <a:gd name="connsiteY230" fmla="*/ 2106704 h 2237474"/>
              <a:gd name="connsiteX231" fmla="*/ 80022 w 12192000"/>
              <a:gd name="connsiteY231" fmla="*/ 2107254 h 2237474"/>
              <a:gd name="connsiteX232" fmla="*/ 79717 w 12192000"/>
              <a:gd name="connsiteY232" fmla="*/ 2107046 h 2237474"/>
              <a:gd name="connsiteX233" fmla="*/ 72352 w 12192000"/>
              <a:gd name="connsiteY233" fmla="*/ 2107991 h 2237474"/>
              <a:gd name="connsiteX234" fmla="*/ 37645 w 12192000"/>
              <a:gd name="connsiteY234" fmla="*/ 2115401 h 2237474"/>
              <a:gd name="connsiteX235" fmla="*/ 4572 w 12192000"/>
              <a:gd name="connsiteY235" fmla="*/ 2111091 h 2237474"/>
              <a:gd name="connsiteX236" fmla="*/ 0 w 12192000"/>
              <a:gd name="connsiteY236" fmla="*/ 2110468 h 2237474"/>
              <a:gd name="connsiteX237" fmla="*/ 0 w 12192000"/>
              <a:gd name="connsiteY237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93343 w 12192000"/>
              <a:gd name="connsiteY106" fmla="*/ 1664672 h 2237474"/>
              <a:gd name="connsiteX107" fmla="*/ 6380457 w 12192000"/>
              <a:gd name="connsiteY107" fmla="*/ 1662376 h 2237474"/>
              <a:gd name="connsiteX108" fmla="*/ 6280959 w 12192000"/>
              <a:gd name="connsiteY108" fmla="*/ 1689329 h 2237474"/>
              <a:gd name="connsiteX109" fmla="*/ 6266765 w 12192000"/>
              <a:gd name="connsiteY109" fmla="*/ 1695560 h 2237474"/>
              <a:gd name="connsiteX110" fmla="*/ 6098321 w 12192000"/>
              <a:gd name="connsiteY110" fmla="*/ 1721646 h 2237474"/>
              <a:gd name="connsiteX111" fmla="*/ 5880652 w 12192000"/>
              <a:gd name="connsiteY111" fmla="*/ 1779643 h 2237474"/>
              <a:gd name="connsiteX112" fmla="*/ 5785959 w 12192000"/>
              <a:gd name="connsiteY112" fmla="*/ 1775307 h 2237474"/>
              <a:gd name="connsiteX113" fmla="*/ 5643534 w 12192000"/>
              <a:gd name="connsiteY113" fmla="*/ 1802919 h 2237474"/>
              <a:gd name="connsiteX114" fmla="*/ 5518799 w 12192000"/>
              <a:gd name="connsiteY114" fmla="*/ 1818312 h 2237474"/>
              <a:gd name="connsiteX115" fmla="*/ 5505014 w 12192000"/>
              <a:gd name="connsiteY115" fmla="*/ 1819259 h 2237474"/>
              <a:gd name="connsiteX116" fmla="*/ 5453307 w 12192000"/>
              <a:gd name="connsiteY116" fmla="*/ 1815450 h 2237474"/>
              <a:gd name="connsiteX117" fmla="*/ 5364192 w 12192000"/>
              <a:gd name="connsiteY117" fmla="*/ 1826074 h 2237474"/>
              <a:gd name="connsiteX118" fmla="*/ 5350380 w 12192000"/>
              <a:gd name="connsiteY118" fmla="*/ 1830891 h 2237474"/>
              <a:gd name="connsiteX119" fmla="*/ 5259633 w 12192000"/>
              <a:gd name="connsiteY119" fmla="*/ 1837160 h 2237474"/>
              <a:gd name="connsiteX120" fmla="*/ 5197513 w 12192000"/>
              <a:gd name="connsiteY120" fmla="*/ 1844718 h 2237474"/>
              <a:gd name="connsiteX121" fmla="*/ 5184170 w 12192000"/>
              <a:gd name="connsiteY121" fmla="*/ 1849402 h 2237474"/>
              <a:gd name="connsiteX122" fmla="*/ 5168852 w 12192000"/>
              <a:gd name="connsiteY122" fmla="*/ 1844846 h 2237474"/>
              <a:gd name="connsiteX123" fmla="*/ 5164370 w 12192000"/>
              <a:gd name="connsiteY123" fmla="*/ 1840597 h 2237474"/>
              <a:gd name="connsiteX124" fmla="*/ 5114927 w 12192000"/>
              <a:gd name="connsiteY124" fmla="*/ 1847827 h 2237474"/>
              <a:gd name="connsiteX125" fmla="*/ 5108970 w 12192000"/>
              <a:gd name="connsiteY125" fmla="*/ 1847935 h 2237474"/>
              <a:gd name="connsiteX126" fmla="*/ 5067961 w 12192000"/>
              <a:gd name="connsiteY126" fmla="*/ 1845917 h 2237474"/>
              <a:gd name="connsiteX127" fmla="*/ 5007075 w 12192000"/>
              <a:gd name="connsiteY127" fmla="*/ 1838626 h 2237474"/>
              <a:gd name="connsiteX128" fmla="*/ 4944087 w 12192000"/>
              <a:gd name="connsiteY128" fmla="*/ 1823332 h 2237474"/>
              <a:gd name="connsiteX129" fmla="*/ 4907662 w 12192000"/>
              <a:gd name="connsiteY129" fmla="*/ 1816900 h 2237474"/>
              <a:gd name="connsiteX130" fmla="*/ 4882386 w 12192000"/>
              <a:gd name="connsiteY130" fmla="*/ 1809844 h 2237474"/>
              <a:gd name="connsiteX131" fmla="*/ 4811440 w 12192000"/>
              <a:gd name="connsiteY131" fmla="*/ 1804655 h 2237474"/>
              <a:gd name="connsiteX132" fmla="*/ 4691075 w 12192000"/>
              <a:gd name="connsiteY132" fmla="*/ 1801389 h 2237474"/>
              <a:gd name="connsiteX133" fmla="*/ 4611738 w 12192000"/>
              <a:gd name="connsiteY133" fmla="*/ 1776964 h 2237474"/>
              <a:gd name="connsiteX134" fmla="*/ 4560070 w 12192000"/>
              <a:gd name="connsiteY134" fmla="*/ 1785640 h 2237474"/>
              <a:gd name="connsiteX135" fmla="*/ 4536503 w 12192000"/>
              <a:gd name="connsiteY135" fmla="*/ 1785334 h 2237474"/>
              <a:gd name="connsiteX136" fmla="*/ 4513724 w 12192000"/>
              <a:gd name="connsiteY136" fmla="*/ 1791996 h 2237474"/>
              <a:gd name="connsiteX137" fmla="*/ 4459810 w 12192000"/>
              <a:gd name="connsiteY137" fmla="*/ 1797886 h 2237474"/>
              <a:gd name="connsiteX138" fmla="*/ 4379064 w 12192000"/>
              <a:gd name="connsiteY138" fmla="*/ 1817177 h 2237474"/>
              <a:gd name="connsiteX139" fmla="*/ 4319209 w 12192000"/>
              <a:gd name="connsiteY139" fmla="*/ 1834833 h 2237474"/>
              <a:gd name="connsiteX140" fmla="*/ 4290981 w 12192000"/>
              <a:gd name="connsiteY140" fmla="*/ 1839677 h 2237474"/>
              <a:gd name="connsiteX141" fmla="*/ 4285792 w 12192000"/>
              <a:gd name="connsiteY141" fmla="*/ 1836231 h 2237474"/>
              <a:gd name="connsiteX142" fmla="*/ 4238372 w 12192000"/>
              <a:gd name="connsiteY142" fmla="*/ 1851480 h 2237474"/>
              <a:gd name="connsiteX143" fmla="*/ 4232517 w 12192000"/>
              <a:gd name="connsiteY143" fmla="*/ 1852567 h 2237474"/>
              <a:gd name="connsiteX144" fmla="*/ 4191732 w 12192000"/>
              <a:gd name="connsiteY144" fmla="*/ 1857328 h 2237474"/>
              <a:gd name="connsiteX145" fmla="*/ 4065532 w 12192000"/>
              <a:gd name="connsiteY145" fmla="*/ 1855477 h 2237474"/>
              <a:gd name="connsiteX146" fmla="*/ 4028460 w 12192000"/>
              <a:gd name="connsiteY146" fmla="*/ 1855137 h 2237474"/>
              <a:gd name="connsiteX147" fmla="*/ 4002267 w 12192000"/>
              <a:gd name="connsiteY147" fmla="*/ 1852352 h 2237474"/>
              <a:gd name="connsiteX148" fmla="*/ 3931396 w 12192000"/>
              <a:gd name="connsiteY148" fmla="*/ 1858915 h 2237474"/>
              <a:gd name="connsiteX149" fmla="*/ 3812162 w 12192000"/>
              <a:gd name="connsiteY149" fmla="*/ 1875501 h 2237474"/>
              <a:gd name="connsiteX150" fmla="*/ 3729530 w 12192000"/>
              <a:gd name="connsiteY150" fmla="*/ 1864513 h 2237474"/>
              <a:gd name="connsiteX151" fmla="*/ 3680177 w 12192000"/>
              <a:gd name="connsiteY151" fmla="*/ 1881552 h 2237474"/>
              <a:gd name="connsiteX152" fmla="*/ 3567259 w 12192000"/>
              <a:gd name="connsiteY152" fmla="*/ 1893482 h 2237474"/>
              <a:gd name="connsiteX153" fmla="*/ 3405770 w 12192000"/>
              <a:gd name="connsiteY153" fmla="*/ 1904591 h 2237474"/>
              <a:gd name="connsiteX154" fmla="*/ 3280097 w 12192000"/>
              <a:gd name="connsiteY154" fmla="*/ 1919610 h 2237474"/>
              <a:gd name="connsiteX155" fmla="*/ 3123424 w 12192000"/>
              <a:gd name="connsiteY155" fmla="*/ 1952930 h 2237474"/>
              <a:gd name="connsiteX156" fmla="*/ 3009910 w 12192000"/>
              <a:gd name="connsiteY156" fmla="*/ 1957866 h 2237474"/>
              <a:gd name="connsiteX157" fmla="*/ 2995934 w 12192000"/>
              <a:gd name="connsiteY157" fmla="*/ 1967085 h 2237474"/>
              <a:gd name="connsiteX158" fmla="*/ 2980071 w 12192000"/>
              <a:gd name="connsiteY158" fmla="*/ 1972988 h 2237474"/>
              <a:gd name="connsiteX159" fmla="*/ 2978094 w 12192000"/>
              <a:gd name="connsiteY159" fmla="*/ 1972369 h 2237474"/>
              <a:gd name="connsiteX160" fmla="*/ 2942858 w 12192000"/>
              <a:gd name="connsiteY160" fmla="*/ 1981367 h 2237474"/>
              <a:gd name="connsiteX161" fmla="*/ 2875436 w 12192000"/>
              <a:gd name="connsiteY161" fmla="*/ 1996977 h 2237474"/>
              <a:gd name="connsiteX162" fmla="*/ 2874892 w 12192000"/>
              <a:gd name="connsiteY162" fmla="*/ 1996085 h 2237474"/>
              <a:gd name="connsiteX163" fmla="*/ 2864145 w 12192000"/>
              <a:gd name="connsiteY163" fmla="*/ 1994061 h 2237474"/>
              <a:gd name="connsiteX164" fmla="*/ 2843662 w 12192000"/>
              <a:gd name="connsiteY164" fmla="*/ 1992498 h 2237474"/>
              <a:gd name="connsiteX165" fmla="*/ 2796128 w 12192000"/>
              <a:gd name="connsiteY165" fmla="*/ 1976403 h 2237474"/>
              <a:gd name="connsiteX166" fmla="*/ 2756784 w 12192000"/>
              <a:gd name="connsiteY166" fmla="*/ 1985116 h 2237474"/>
              <a:gd name="connsiteX167" fmla="*/ 2748833 w 12192000"/>
              <a:gd name="connsiteY167" fmla="*/ 1986323 h 2237474"/>
              <a:gd name="connsiteX168" fmla="*/ 2748661 w 12192000"/>
              <a:gd name="connsiteY168" fmla="*/ 1986122 h 2237474"/>
              <a:gd name="connsiteX169" fmla="*/ 2740251 w 12192000"/>
              <a:gd name="connsiteY169" fmla="*/ 1986946 h 2237474"/>
              <a:gd name="connsiteX170" fmla="*/ 2718916 w 12192000"/>
              <a:gd name="connsiteY170" fmla="*/ 1990867 h 2237474"/>
              <a:gd name="connsiteX171" fmla="*/ 2713522 w 12192000"/>
              <a:gd name="connsiteY171" fmla="*/ 1990173 h 2237474"/>
              <a:gd name="connsiteX172" fmla="*/ 2680597 w 12192000"/>
              <a:gd name="connsiteY172" fmla="*/ 1984996 h 2237474"/>
              <a:gd name="connsiteX173" fmla="*/ 2578178 w 12192000"/>
              <a:gd name="connsiteY173" fmla="*/ 1990531 h 2237474"/>
              <a:gd name="connsiteX174" fmla="*/ 2476147 w 12192000"/>
              <a:gd name="connsiteY174" fmla="*/ 1998305 h 2237474"/>
              <a:gd name="connsiteX175" fmla="*/ 2373568 w 12192000"/>
              <a:gd name="connsiteY175" fmla="*/ 2003219 h 2237474"/>
              <a:gd name="connsiteX176" fmla="*/ 2321399 w 12192000"/>
              <a:gd name="connsiteY176" fmla="*/ 1989467 h 2237474"/>
              <a:gd name="connsiteX177" fmla="*/ 2315525 w 12192000"/>
              <a:gd name="connsiteY177" fmla="*/ 1989708 h 2237474"/>
              <a:gd name="connsiteX178" fmla="*/ 2300792 w 12192000"/>
              <a:gd name="connsiteY178" fmla="*/ 1994290 h 2237474"/>
              <a:gd name="connsiteX179" fmla="*/ 2295469 w 12192000"/>
              <a:gd name="connsiteY179" fmla="*/ 1996659 h 2237474"/>
              <a:gd name="connsiteX180" fmla="*/ 2287219 w 12192000"/>
              <a:gd name="connsiteY180" fmla="*/ 1998750 h 2237474"/>
              <a:gd name="connsiteX181" fmla="*/ 2286948 w 12192000"/>
              <a:gd name="connsiteY181" fmla="*/ 1998596 h 2237474"/>
              <a:gd name="connsiteX182" fmla="*/ 2243069 w 12192000"/>
              <a:gd name="connsiteY182" fmla="*/ 2015111 h 2237474"/>
              <a:gd name="connsiteX183" fmla="*/ 2186609 w 12192000"/>
              <a:gd name="connsiteY183" fmla="*/ 2008263 h 2237474"/>
              <a:gd name="connsiteX184" fmla="*/ 2164831 w 12192000"/>
              <a:gd name="connsiteY184" fmla="*/ 2010143 h 2237474"/>
              <a:gd name="connsiteX185" fmla="*/ 2152836 w 12192000"/>
              <a:gd name="connsiteY185" fmla="*/ 2010048 h 2237474"/>
              <a:gd name="connsiteX186" fmla="*/ 2117102 w 12192000"/>
              <a:gd name="connsiteY186" fmla="*/ 2023004 h 2237474"/>
              <a:gd name="connsiteX187" fmla="*/ 2111935 w 12192000"/>
              <a:gd name="connsiteY187" fmla="*/ 2023163 h 2237474"/>
              <a:gd name="connsiteX188" fmla="*/ 2089991 w 12192000"/>
              <a:gd name="connsiteY188" fmla="*/ 2034193 h 2237474"/>
              <a:gd name="connsiteX189" fmla="*/ 2058061 w 12192000"/>
              <a:gd name="connsiteY189" fmla="*/ 2047942 h 2237474"/>
              <a:gd name="connsiteX190" fmla="*/ 2055737 w 12192000"/>
              <a:gd name="connsiteY190" fmla="*/ 2047704 h 2237474"/>
              <a:gd name="connsiteX191" fmla="*/ 2042244 w 12192000"/>
              <a:gd name="connsiteY191" fmla="*/ 2055560 h 2237474"/>
              <a:gd name="connsiteX192" fmla="*/ 1976224 w 12192000"/>
              <a:gd name="connsiteY192" fmla="*/ 2074257 h 2237474"/>
              <a:gd name="connsiteX193" fmla="*/ 1877728 w 12192000"/>
              <a:gd name="connsiteY193" fmla="*/ 2101004 h 2237474"/>
              <a:gd name="connsiteX194" fmla="*/ 1759056 w 12192000"/>
              <a:gd name="connsiteY194" fmla="*/ 2125608 h 2237474"/>
              <a:gd name="connsiteX195" fmla="*/ 1637948 w 12192000"/>
              <a:gd name="connsiteY195" fmla="*/ 2172597 h 2237474"/>
              <a:gd name="connsiteX196" fmla="*/ 1434549 w 12192000"/>
              <a:gd name="connsiteY196" fmla="*/ 2234522 h 2237474"/>
              <a:gd name="connsiteX197" fmla="*/ 1398481 w 12192000"/>
              <a:gd name="connsiteY197" fmla="*/ 2237074 h 2237474"/>
              <a:gd name="connsiteX198" fmla="*/ 1398407 w 12192000"/>
              <a:gd name="connsiteY198" fmla="*/ 2237095 h 2237474"/>
              <a:gd name="connsiteX199" fmla="*/ 1370962 w 12192000"/>
              <a:gd name="connsiteY199" fmla="*/ 2237474 h 2237474"/>
              <a:gd name="connsiteX200" fmla="*/ 1356367 w 12192000"/>
              <a:gd name="connsiteY200" fmla="*/ 2235089 h 2237474"/>
              <a:gd name="connsiteX201" fmla="*/ 1324828 w 12192000"/>
              <a:gd name="connsiteY201" fmla="*/ 2231968 h 2237474"/>
              <a:gd name="connsiteX202" fmla="*/ 1297744 w 12192000"/>
              <a:gd name="connsiteY202" fmla="*/ 2235849 h 2237474"/>
              <a:gd name="connsiteX203" fmla="*/ 1286236 w 12192000"/>
              <a:gd name="connsiteY203" fmla="*/ 2233135 h 2237474"/>
              <a:gd name="connsiteX204" fmla="*/ 1283504 w 12192000"/>
              <a:gd name="connsiteY204" fmla="*/ 2233797 h 2237474"/>
              <a:gd name="connsiteX205" fmla="*/ 1279765 w 12192000"/>
              <a:gd name="connsiteY205" fmla="*/ 2229639 h 2237474"/>
              <a:gd name="connsiteX206" fmla="*/ 1195347 w 12192000"/>
              <a:gd name="connsiteY206" fmla="*/ 2212354 h 2237474"/>
              <a:gd name="connsiteX207" fmla="*/ 970251 w 12192000"/>
              <a:gd name="connsiteY207" fmla="*/ 2221029 h 2237474"/>
              <a:gd name="connsiteX208" fmla="*/ 812914 w 12192000"/>
              <a:gd name="connsiteY208" fmla="*/ 2202752 h 2237474"/>
              <a:gd name="connsiteX209" fmla="*/ 800195 w 12192000"/>
              <a:gd name="connsiteY209" fmla="*/ 2209407 h 2237474"/>
              <a:gd name="connsiteX210" fmla="*/ 784978 w 12192000"/>
              <a:gd name="connsiteY210" fmla="*/ 2212360 h 2237474"/>
              <a:gd name="connsiteX211" fmla="*/ 681987 w 12192000"/>
              <a:gd name="connsiteY211" fmla="*/ 2216757 h 2237474"/>
              <a:gd name="connsiteX212" fmla="*/ 669923 w 12192000"/>
              <a:gd name="connsiteY212" fmla="*/ 2211682 h 2237474"/>
              <a:gd name="connsiteX213" fmla="*/ 648680 w 12192000"/>
              <a:gd name="connsiteY213" fmla="*/ 2206229 h 2237474"/>
              <a:gd name="connsiteX214" fmla="*/ 597225 w 12192000"/>
              <a:gd name="connsiteY214" fmla="*/ 2180999 h 2237474"/>
              <a:gd name="connsiteX215" fmla="*/ 558449 w 12192000"/>
              <a:gd name="connsiteY215" fmla="*/ 2182346 h 2237474"/>
              <a:gd name="connsiteX216" fmla="*/ 550517 w 12192000"/>
              <a:gd name="connsiteY216" fmla="*/ 2182060 h 2237474"/>
              <a:gd name="connsiteX217" fmla="*/ 550309 w 12192000"/>
              <a:gd name="connsiteY217" fmla="*/ 2181825 h 2237474"/>
              <a:gd name="connsiteX218" fmla="*/ 541836 w 12192000"/>
              <a:gd name="connsiteY218" fmla="*/ 2181063 h 2237474"/>
              <a:gd name="connsiteX219" fmla="*/ 536057 w 12192000"/>
              <a:gd name="connsiteY219" fmla="*/ 2181537 h 2237474"/>
              <a:gd name="connsiteX220" fmla="*/ 520671 w 12192000"/>
              <a:gd name="connsiteY220" fmla="*/ 2180980 h 2237474"/>
              <a:gd name="connsiteX221" fmla="*/ 515024 w 12192000"/>
              <a:gd name="connsiteY221" fmla="*/ 2179258 h 2237474"/>
              <a:gd name="connsiteX222" fmla="*/ 512278 w 12192000"/>
              <a:gd name="connsiteY222" fmla="*/ 2176369 h 2237474"/>
              <a:gd name="connsiteX223" fmla="*/ 480419 w 12192000"/>
              <a:gd name="connsiteY223" fmla="*/ 2167807 h 2237474"/>
              <a:gd name="connsiteX224" fmla="*/ 413835 w 12192000"/>
              <a:gd name="connsiteY224" fmla="*/ 2156783 h 2237474"/>
              <a:gd name="connsiteX225" fmla="*/ 376513 w 12192000"/>
              <a:gd name="connsiteY225" fmla="*/ 2154014 h 2237474"/>
              <a:gd name="connsiteX226" fmla="*/ 273386 w 12192000"/>
              <a:gd name="connsiteY226" fmla="*/ 2142551 h 2237474"/>
              <a:gd name="connsiteX227" fmla="*/ 169207 w 12192000"/>
              <a:gd name="connsiteY227" fmla="*/ 2128100 h 2237474"/>
              <a:gd name="connsiteX228" fmla="*/ 93149 w 12192000"/>
              <a:gd name="connsiteY228" fmla="*/ 2105324 h 2237474"/>
              <a:gd name="connsiteX229" fmla="*/ 88109 w 12192000"/>
              <a:gd name="connsiteY229" fmla="*/ 2106704 h 2237474"/>
              <a:gd name="connsiteX230" fmla="*/ 80022 w 12192000"/>
              <a:gd name="connsiteY230" fmla="*/ 2107254 h 2237474"/>
              <a:gd name="connsiteX231" fmla="*/ 79717 w 12192000"/>
              <a:gd name="connsiteY231" fmla="*/ 2107046 h 2237474"/>
              <a:gd name="connsiteX232" fmla="*/ 72352 w 12192000"/>
              <a:gd name="connsiteY232" fmla="*/ 2107991 h 2237474"/>
              <a:gd name="connsiteX233" fmla="*/ 37645 w 12192000"/>
              <a:gd name="connsiteY233" fmla="*/ 2115401 h 2237474"/>
              <a:gd name="connsiteX234" fmla="*/ 4572 w 12192000"/>
              <a:gd name="connsiteY234" fmla="*/ 2111091 h 2237474"/>
              <a:gd name="connsiteX235" fmla="*/ 0 w 12192000"/>
              <a:gd name="connsiteY235" fmla="*/ 2110468 h 2237474"/>
              <a:gd name="connsiteX236" fmla="*/ 0 w 12192000"/>
              <a:gd name="connsiteY236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93343 w 12192000"/>
              <a:gd name="connsiteY106" fmla="*/ 1664672 h 2237474"/>
              <a:gd name="connsiteX107" fmla="*/ 6280959 w 12192000"/>
              <a:gd name="connsiteY107" fmla="*/ 1689329 h 2237474"/>
              <a:gd name="connsiteX108" fmla="*/ 6266765 w 12192000"/>
              <a:gd name="connsiteY108" fmla="*/ 1695560 h 2237474"/>
              <a:gd name="connsiteX109" fmla="*/ 6098321 w 12192000"/>
              <a:gd name="connsiteY109" fmla="*/ 1721646 h 2237474"/>
              <a:gd name="connsiteX110" fmla="*/ 5880652 w 12192000"/>
              <a:gd name="connsiteY110" fmla="*/ 1779643 h 2237474"/>
              <a:gd name="connsiteX111" fmla="*/ 5785959 w 12192000"/>
              <a:gd name="connsiteY111" fmla="*/ 1775307 h 2237474"/>
              <a:gd name="connsiteX112" fmla="*/ 5643534 w 12192000"/>
              <a:gd name="connsiteY112" fmla="*/ 1802919 h 2237474"/>
              <a:gd name="connsiteX113" fmla="*/ 5518799 w 12192000"/>
              <a:gd name="connsiteY113" fmla="*/ 1818312 h 2237474"/>
              <a:gd name="connsiteX114" fmla="*/ 5505014 w 12192000"/>
              <a:gd name="connsiteY114" fmla="*/ 1819259 h 2237474"/>
              <a:gd name="connsiteX115" fmla="*/ 5453307 w 12192000"/>
              <a:gd name="connsiteY115" fmla="*/ 1815450 h 2237474"/>
              <a:gd name="connsiteX116" fmla="*/ 5364192 w 12192000"/>
              <a:gd name="connsiteY116" fmla="*/ 1826074 h 2237474"/>
              <a:gd name="connsiteX117" fmla="*/ 5350380 w 12192000"/>
              <a:gd name="connsiteY117" fmla="*/ 1830891 h 2237474"/>
              <a:gd name="connsiteX118" fmla="*/ 5259633 w 12192000"/>
              <a:gd name="connsiteY118" fmla="*/ 1837160 h 2237474"/>
              <a:gd name="connsiteX119" fmla="*/ 5197513 w 12192000"/>
              <a:gd name="connsiteY119" fmla="*/ 1844718 h 2237474"/>
              <a:gd name="connsiteX120" fmla="*/ 5184170 w 12192000"/>
              <a:gd name="connsiteY120" fmla="*/ 1849402 h 2237474"/>
              <a:gd name="connsiteX121" fmla="*/ 5168852 w 12192000"/>
              <a:gd name="connsiteY121" fmla="*/ 1844846 h 2237474"/>
              <a:gd name="connsiteX122" fmla="*/ 5164370 w 12192000"/>
              <a:gd name="connsiteY122" fmla="*/ 1840597 h 2237474"/>
              <a:gd name="connsiteX123" fmla="*/ 5114927 w 12192000"/>
              <a:gd name="connsiteY123" fmla="*/ 1847827 h 2237474"/>
              <a:gd name="connsiteX124" fmla="*/ 5108970 w 12192000"/>
              <a:gd name="connsiteY124" fmla="*/ 1847935 h 2237474"/>
              <a:gd name="connsiteX125" fmla="*/ 5067961 w 12192000"/>
              <a:gd name="connsiteY125" fmla="*/ 1845917 h 2237474"/>
              <a:gd name="connsiteX126" fmla="*/ 5007075 w 12192000"/>
              <a:gd name="connsiteY126" fmla="*/ 1838626 h 2237474"/>
              <a:gd name="connsiteX127" fmla="*/ 4944087 w 12192000"/>
              <a:gd name="connsiteY127" fmla="*/ 1823332 h 2237474"/>
              <a:gd name="connsiteX128" fmla="*/ 4907662 w 12192000"/>
              <a:gd name="connsiteY128" fmla="*/ 1816900 h 2237474"/>
              <a:gd name="connsiteX129" fmla="*/ 4882386 w 12192000"/>
              <a:gd name="connsiteY129" fmla="*/ 1809844 h 2237474"/>
              <a:gd name="connsiteX130" fmla="*/ 4811440 w 12192000"/>
              <a:gd name="connsiteY130" fmla="*/ 1804655 h 2237474"/>
              <a:gd name="connsiteX131" fmla="*/ 4691075 w 12192000"/>
              <a:gd name="connsiteY131" fmla="*/ 1801389 h 2237474"/>
              <a:gd name="connsiteX132" fmla="*/ 4611738 w 12192000"/>
              <a:gd name="connsiteY132" fmla="*/ 1776964 h 2237474"/>
              <a:gd name="connsiteX133" fmla="*/ 4560070 w 12192000"/>
              <a:gd name="connsiteY133" fmla="*/ 1785640 h 2237474"/>
              <a:gd name="connsiteX134" fmla="*/ 4536503 w 12192000"/>
              <a:gd name="connsiteY134" fmla="*/ 1785334 h 2237474"/>
              <a:gd name="connsiteX135" fmla="*/ 4513724 w 12192000"/>
              <a:gd name="connsiteY135" fmla="*/ 1791996 h 2237474"/>
              <a:gd name="connsiteX136" fmla="*/ 4459810 w 12192000"/>
              <a:gd name="connsiteY136" fmla="*/ 1797886 h 2237474"/>
              <a:gd name="connsiteX137" fmla="*/ 4379064 w 12192000"/>
              <a:gd name="connsiteY137" fmla="*/ 1817177 h 2237474"/>
              <a:gd name="connsiteX138" fmla="*/ 4319209 w 12192000"/>
              <a:gd name="connsiteY138" fmla="*/ 1834833 h 2237474"/>
              <a:gd name="connsiteX139" fmla="*/ 4290981 w 12192000"/>
              <a:gd name="connsiteY139" fmla="*/ 1839677 h 2237474"/>
              <a:gd name="connsiteX140" fmla="*/ 4285792 w 12192000"/>
              <a:gd name="connsiteY140" fmla="*/ 1836231 h 2237474"/>
              <a:gd name="connsiteX141" fmla="*/ 4238372 w 12192000"/>
              <a:gd name="connsiteY141" fmla="*/ 1851480 h 2237474"/>
              <a:gd name="connsiteX142" fmla="*/ 4232517 w 12192000"/>
              <a:gd name="connsiteY142" fmla="*/ 1852567 h 2237474"/>
              <a:gd name="connsiteX143" fmla="*/ 4191732 w 12192000"/>
              <a:gd name="connsiteY143" fmla="*/ 1857328 h 2237474"/>
              <a:gd name="connsiteX144" fmla="*/ 4065532 w 12192000"/>
              <a:gd name="connsiteY144" fmla="*/ 1855477 h 2237474"/>
              <a:gd name="connsiteX145" fmla="*/ 4028460 w 12192000"/>
              <a:gd name="connsiteY145" fmla="*/ 1855137 h 2237474"/>
              <a:gd name="connsiteX146" fmla="*/ 4002267 w 12192000"/>
              <a:gd name="connsiteY146" fmla="*/ 1852352 h 2237474"/>
              <a:gd name="connsiteX147" fmla="*/ 3931396 w 12192000"/>
              <a:gd name="connsiteY147" fmla="*/ 1858915 h 2237474"/>
              <a:gd name="connsiteX148" fmla="*/ 3812162 w 12192000"/>
              <a:gd name="connsiteY148" fmla="*/ 1875501 h 2237474"/>
              <a:gd name="connsiteX149" fmla="*/ 3729530 w 12192000"/>
              <a:gd name="connsiteY149" fmla="*/ 1864513 h 2237474"/>
              <a:gd name="connsiteX150" fmla="*/ 3680177 w 12192000"/>
              <a:gd name="connsiteY150" fmla="*/ 1881552 h 2237474"/>
              <a:gd name="connsiteX151" fmla="*/ 3567259 w 12192000"/>
              <a:gd name="connsiteY151" fmla="*/ 1893482 h 2237474"/>
              <a:gd name="connsiteX152" fmla="*/ 3405770 w 12192000"/>
              <a:gd name="connsiteY152" fmla="*/ 1904591 h 2237474"/>
              <a:gd name="connsiteX153" fmla="*/ 3280097 w 12192000"/>
              <a:gd name="connsiteY153" fmla="*/ 1919610 h 2237474"/>
              <a:gd name="connsiteX154" fmla="*/ 3123424 w 12192000"/>
              <a:gd name="connsiteY154" fmla="*/ 1952930 h 2237474"/>
              <a:gd name="connsiteX155" fmla="*/ 3009910 w 12192000"/>
              <a:gd name="connsiteY155" fmla="*/ 1957866 h 2237474"/>
              <a:gd name="connsiteX156" fmla="*/ 2995934 w 12192000"/>
              <a:gd name="connsiteY156" fmla="*/ 1967085 h 2237474"/>
              <a:gd name="connsiteX157" fmla="*/ 2980071 w 12192000"/>
              <a:gd name="connsiteY157" fmla="*/ 1972988 h 2237474"/>
              <a:gd name="connsiteX158" fmla="*/ 2978094 w 12192000"/>
              <a:gd name="connsiteY158" fmla="*/ 1972369 h 2237474"/>
              <a:gd name="connsiteX159" fmla="*/ 2942858 w 12192000"/>
              <a:gd name="connsiteY159" fmla="*/ 1981367 h 2237474"/>
              <a:gd name="connsiteX160" fmla="*/ 2875436 w 12192000"/>
              <a:gd name="connsiteY160" fmla="*/ 1996977 h 2237474"/>
              <a:gd name="connsiteX161" fmla="*/ 2874892 w 12192000"/>
              <a:gd name="connsiteY161" fmla="*/ 1996085 h 2237474"/>
              <a:gd name="connsiteX162" fmla="*/ 2864145 w 12192000"/>
              <a:gd name="connsiteY162" fmla="*/ 1994061 h 2237474"/>
              <a:gd name="connsiteX163" fmla="*/ 2843662 w 12192000"/>
              <a:gd name="connsiteY163" fmla="*/ 1992498 h 2237474"/>
              <a:gd name="connsiteX164" fmla="*/ 2796128 w 12192000"/>
              <a:gd name="connsiteY164" fmla="*/ 1976403 h 2237474"/>
              <a:gd name="connsiteX165" fmla="*/ 2756784 w 12192000"/>
              <a:gd name="connsiteY165" fmla="*/ 1985116 h 2237474"/>
              <a:gd name="connsiteX166" fmla="*/ 2748833 w 12192000"/>
              <a:gd name="connsiteY166" fmla="*/ 1986323 h 2237474"/>
              <a:gd name="connsiteX167" fmla="*/ 2748661 w 12192000"/>
              <a:gd name="connsiteY167" fmla="*/ 1986122 h 2237474"/>
              <a:gd name="connsiteX168" fmla="*/ 2740251 w 12192000"/>
              <a:gd name="connsiteY168" fmla="*/ 1986946 h 2237474"/>
              <a:gd name="connsiteX169" fmla="*/ 2718916 w 12192000"/>
              <a:gd name="connsiteY169" fmla="*/ 1990867 h 2237474"/>
              <a:gd name="connsiteX170" fmla="*/ 2713522 w 12192000"/>
              <a:gd name="connsiteY170" fmla="*/ 1990173 h 2237474"/>
              <a:gd name="connsiteX171" fmla="*/ 2680597 w 12192000"/>
              <a:gd name="connsiteY171" fmla="*/ 1984996 h 2237474"/>
              <a:gd name="connsiteX172" fmla="*/ 2578178 w 12192000"/>
              <a:gd name="connsiteY172" fmla="*/ 1990531 h 2237474"/>
              <a:gd name="connsiteX173" fmla="*/ 2476147 w 12192000"/>
              <a:gd name="connsiteY173" fmla="*/ 1998305 h 2237474"/>
              <a:gd name="connsiteX174" fmla="*/ 2373568 w 12192000"/>
              <a:gd name="connsiteY174" fmla="*/ 2003219 h 2237474"/>
              <a:gd name="connsiteX175" fmla="*/ 2321399 w 12192000"/>
              <a:gd name="connsiteY175" fmla="*/ 1989467 h 2237474"/>
              <a:gd name="connsiteX176" fmla="*/ 2315525 w 12192000"/>
              <a:gd name="connsiteY176" fmla="*/ 1989708 h 2237474"/>
              <a:gd name="connsiteX177" fmla="*/ 2300792 w 12192000"/>
              <a:gd name="connsiteY177" fmla="*/ 1994290 h 2237474"/>
              <a:gd name="connsiteX178" fmla="*/ 2295469 w 12192000"/>
              <a:gd name="connsiteY178" fmla="*/ 1996659 h 2237474"/>
              <a:gd name="connsiteX179" fmla="*/ 2287219 w 12192000"/>
              <a:gd name="connsiteY179" fmla="*/ 1998750 h 2237474"/>
              <a:gd name="connsiteX180" fmla="*/ 2286948 w 12192000"/>
              <a:gd name="connsiteY180" fmla="*/ 1998596 h 2237474"/>
              <a:gd name="connsiteX181" fmla="*/ 2243069 w 12192000"/>
              <a:gd name="connsiteY181" fmla="*/ 2015111 h 2237474"/>
              <a:gd name="connsiteX182" fmla="*/ 2186609 w 12192000"/>
              <a:gd name="connsiteY182" fmla="*/ 2008263 h 2237474"/>
              <a:gd name="connsiteX183" fmla="*/ 2164831 w 12192000"/>
              <a:gd name="connsiteY183" fmla="*/ 2010143 h 2237474"/>
              <a:gd name="connsiteX184" fmla="*/ 2152836 w 12192000"/>
              <a:gd name="connsiteY184" fmla="*/ 2010048 h 2237474"/>
              <a:gd name="connsiteX185" fmla="*/ 2117102 w 12192000"/>
              <a:gd name="connsiteY185" fmla="*/ 2023004 h 2237474"/>
              <a:gd name="connsiteX186" fmla="*/ 2111935 w 12192000"/>
              <a:gd name="connsiteY186" fmla="*/ 2023163 h 2237474"/>
              <a:gd name="connsiteX187" fmla="*/ 2089991 w 12192000"/>
              <a:gd name="connsiteY187" fmla="*/ 2034193 h 2237474"/>
              <a:gd name="connsiteX188" fmla="*/ 2058061 w 12192000"/>
              <a:gd name="connsiteY188" fmla="*/ 2047942 h 2237474"/>
              <a:gd name="connsiteX189" fmla="*/ 2055737 w 12192000"/>
              <a:gd name="connsiteY189" fmla="*/ 2047704 h 2237474"/>
              <a:gd name="connsiteX190" fmla="*/ 2042244 w 12192000"/>
              <a:gd name="connsiteY190" fmla="*/ 2055560 h 2237474"/>
              <a:gd name="connsiteX191" fmla="*/ 1976224 w 12192000"/>
              <a:gd name="connsiteY191" fmla="*/ 2074257 h 2237474"/>
              <a:gd name="connsiteX192" fmla="*/ 1877728 w 12192000"/>
              <a:gd name="connsiteY192" fmla="*/ 2101004 h 2237474"/>
              <a:gd name="connsiteX193" fmla="*/ 1759056 w 12192000"/>
              <a:gd name="connsiteY193" fmla="*/ 2125608 h 2237474"/>
              <a:gd name="connsiteX194" fmla="*/ 1637948 w 12192000"/>
              <a:gd name="connsiteY194" fmla="*/ 2172597 h 2237474"/>
              <a:gd name="connsiteX195" fmla="*/ 1434549 w 12192000"/>
              <a:gd name="connsiteY195" fmla="*/ 2234522 h 2237474"/>
              <a:gd name="connsiteX196" fmla="*/ 1398481 w 12192000"/>
              <a:gd name="connsiteY196" fmla="*/ 2237074 h 2237474"/>
              <a:gd name="connsiteX197" fmla="*/ 1398407 w 12192000"/>
              <a:gd name="connsiteY197" fmla="*/ 2237095 h 2237474"/>
              <a:gd name="connsiteX198" fmla="*/ 1370962 w 12192000"/>
              <a:gd name="connsiteY198" fmla="*/ 2237474 h 2237474"/>
              <a:gd name="connsiteX199" fmla="*/ 1356367 w 12192000"/>
              <a:gd name="connsiteY199" fmla="*/ 2235089 h 2237474"/>
              <a:gd name="connsiteX200" fmla="*/ 1324828 w 12192000"/>
              <a:gd name="connsiteY200" fmla="*/ 2231968 h 2237474"/>
              <a:gd name="connsiteX201" fmla="*/ 1297744 w 12192000"/>
              <a:gd name="connsiteY201" fmla="*/ 2235849 h 2237474"/>
              <a:gd name="connsiteX202" fmla="*/ 1286236 w 12192000"/>
              <a:gd name="connsiteY202" fmla="*/ 2233135 h 2237474"/>
              <a:gd name="connsiteX203" fmla="*/ 1283504 w 12192000"/>
              <a:gd name="connsiteY203" fmla="*/ 2233797 h 2237474"/>
              <a:gd name="connsiteX204" fmla="*/ 1279765 w 12192000"/>
              <a:gd name="connsiteY204" fmla="*/ 2229639 h 2237474"/>
              <a:gd name="connsiteX205" fmla="*/ 1195347 w 12192000"/>
              <a:gd name="connsiteY205" fmla="*/ 2212354 h 2237474"/>
              <a:gd name="connsiteX206" fmla="*/ 970251 w 12192000"/>
              <a:gd name="connsiteY206" fmla="*/ 2221029 h 2237474"/>
              <a:gd name="connsiteX207" fmla="*/ 812914 w 12192000"/>
              <a:gd name="connsiteY207" fmla="*/ 2202752 h 2237474"/>
              <a:gd name="connsiteX208" fmla="*/ 800195 w 12192000"/>
              <a:gd name="connsiteY208" fmla="*/ 2209407 h 2237474"/>
              <a:gd name="connsiteX209" fmla="*/ 784978 w 12192000"/>
              <a:gd name="connsiteY209" fmla="*/ 2212360 h 2237474"/>
              <a:gd name="connsiteX210" fmla="*/ 681987 w 12192000"/>
              <a:gd name="connsiteY210" fmla="*/ 2216757 h 2237474"/>
              <a:gd name="connsiteX211" fmla="*/ 669923 w 12192000"/>
              <a:gd name="connsiteY211" fmla="*/ 2211682 h 2237474"/>
              <a:gd name="connsiteX212" fmla="*/ 648680 w 12192000"/>
              <a:gd name="connsiteY212" fmla="*/ 2206229 h 2237474"/>
              <a:gd name="connsiteX213" fmla="*/ 597225 w 12192000"/>
              <a:gd name="connsiteY213" fmla="*/ 2180999 h 2237474"/>
              <a:gd name="connsiteX214" fmla="*/ 558449 w 12192000"/>
              <a:gd name="connsiteY214" fmla="*/ 2182346 h 2237474"/>
              <a:gd name="connsiteX215" fmla="*/ 550517 w 12192000"/>
              <a:gd name="connsiteY215" fmla="*/ 2182060 h 2237474"/>
              <a:gd name="connsiteX216" fmla="*/ 550309 w 12192000"/>
              <a:gd name="connsiteY216" fmla="*/ 2181825 h 2237474"/>
              <a:gd name="connsiteX217" fmla="*/ 541836 w 12192000"/>
              <a:gd name="connsiteY217" fmla="*/ 2181063 h 2237474"/>
              <a:gd name="connsiteX218" fmla="*/ 536057 w 12192000"/>
              <a:gd name="connsiteY218" fmla="*/ 2181537 h 2237474"/>
              <a:gd name="connsiteX219" fmla="*/ 520671 w 12192000"/>
              <a:gd name="connsiteY219" fmla="*/ 2180980 h 2237474"/>
              <a:gd name="connsiteX220" fmla="*/ 515024 w 12192000"/>
              <a:gd name="connsiteY220" fmla="*/ 2179258 h 2237474"/>
              <a:gd name="connsiteX221" fmla="*/ 512278 w 12192000"/>
              <a:gd name="connsiteY221" fmla="*/ 2176369 h 2237474"/>
              <a:gd name="connsiteX222" fmla="*/ 480419 w 12192000"/>
              <a:gd name="connsiteY222" fmla="*/ 2167807 h 2237474"/>
              <a:gd name="connsiteX223" fmla="*/ 413835 w 12192000"/>
              <a:gd name="connsiteY223" fmla="*/ 2156783 h 2237474"/>
              <a:gd name="connsiteX224" fmla="*/ 376513 w 12192000"/>
              <a:gd name="connsiteY224" fmla="*/ 2154014 h 2237474"/>
              <a:gd name="connsiteX225" fmla="*/ 273386 w 12192000"/>
              <a:gd name="connsiteY225" fmla="*/ 2142551 h 2237474"/>
              <a:gd name="connsiteX226" fmla="*/ 169207 w 12192000"/>
              <a:gd name="connsiteY226" fmla="*/ 2128100 h 2237474"/>
              <a:gd name="connsiteX227" fmla="*/ 93149 w 12192000"/>
              <a:gd name="connsiteY227" fmla="*/ 2105324 h 2237474"/>
              <a:gd name="connsiteX228" fmla="*/ 88109 w 12192000"/>
              <a:gd name="connsiteY228" fmla="*/ 2106704 h 2237474"/>
              <a:gd name="connsiteX229" fmla="*/ 80022 w 12192000"/>
              <a:gd name="connsiteY229" fmla="*/ 2107254 h 2237474"/>
              <a:gd name="connsiteX230" fmla="*/ 79717 w 12192000"/>
              <a:gd name="connsiteY230" fmla="*/ 2107046 h 2237474"/>
              <a:gd name="connsiteX231" fmla="*/ 72352 w 12192000"/>
              <a:gd name="connsiteY231" fmla="*/ 2107991 h 2237474"/>
              <a:gd name="connsiteX232" fmla="*/ 37645 w 12192000"/>
              <a:gd name="connsiteY232" fmla="*/ 2115401 h 2237474"/>
              <a:gd name="connsiteX233" fmla="*/ 4572 w 12192000"/>
              <a:gd name="connsiteY233" fmla="*/ 2111091 h 2237474"/>
              <a:gd name="connsiteX234" fmla="*/ 0 w 12192000"/>
              <a:gd name="connsiteY234" fmla="*/ 2110468 h 2237474"/>
              <a:gd name="connsiteX235" fmla="*/ 0 w 12192000"/>
              <a:gd name="connsiteY23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64035 w 12192000"/>
              <a:gd name="connsiteY106" fmla="*/ 1667683 h 2237474"/>
              <a:gd name="connsiteX107" fmla="*/ 6280959 w 12192000"/>
              <a:gd name="connsiteY107" fmla="*/ 1689329 h 2237474"/>
              <a:gd name="connsiteX108" fmla="*/ 6266765 w 12192000"/>
              <a:gd name="connsiteY108" fmla="*/ 1695560 h 2237474"/>
              <a:gd name="connsiteX109" fmla="*/ 6098321 w 12192000"/>
              <a:gd name="connsiteY109" fmla="*/ 1721646 h 2237474"/>
              <a:gd name="connsiteX110" fmla="*/ 5880652 w 12192000"/>
              <a:gd name="connsiteY110" fmla="*/ 1779643 h 2237474"/>
              <a:gd name="connsiteX111" fmla="*/ 5785959 w 12192000"/>
              <a:gd name="connsiteY111" fmla="*/ 1775307 h 2237474"/>
              <a:gd name="connsiteX112" fmla="*/ 5643534 w 12192000"/>
              <a:gd name="connsiteY112" fmla="*/ 1802919 h 2237474"/>
              <a:gd name="connsiteX113" fmla="*/ 5518799 w 12192000"/>
              <a:gd name="connsiteY113" fmla="*/ 1818312 h 2237474"/>
              <a:gd name="connsiteX114" fmla="*/ 5505014 w 12192000"/>
              <a:gd name="connsiteY114" fmla="*/ 1819259 h 2237474"/>
              <a:gd name="connsiteX115" fmla="*/ 5453307 w 12192000"/>
              <a:gd name="connsiteY115" fmla="*/ 1815450 h 2237474"/>
              <a:gd name="connsiteX116" fmla="*/ 5364192 w 12192000"/>
              <a:gd name="connsiteY116" fmla="*/ 1826074 h 2237474"/>
              <a:gd name="connsiteX117" fmla="*/ 5350380 w 12192000"/>
              <a:gd name="connsiteY117" fmla="*/ 1830891 h 2237474"/>
              <a:gd name="connsiteX118" fmla="*/ 5259633 w 12192000"/>
              <a:gd name="connsiteY118" fmla="*/ 1837160 h 2237474"/>
              <a:gd name="connsiteX119" fmla="*/ 5197513 w 12192000"/>
              <a:gd name="connsiteY119" fmla="*/ 1844718 h 2237474"/>
              <a:gd name="connsiteX120" fmla="*/ 5184170 w 12192000"/>
              <a:gd name="connsiteY120" fmla="*/ 1849402 h 2237474"/>
              <a:gd name="connsiteX121" fmla="*/ 5168852 w 12192000"/>
              <a:gd name="connsiteY121" fmla="*/ 1844846 h 2237474"/>
              <a:gd name="connsiteX122" fmla="*/ 5164370 w 12192000"/>
              <a:gd name="connsiteY122" fmla="*/ 1840597 h 2237474"/>
              <a:gd name="connsiteX123" fmla="*/ 5114927 w 12192000"/>
              <a:gd name="connsiteY123" fmla="*/ 1847827 h 2237474"/>
              <a:gd name="connsiteX124" fmla="*/ 5108970 w 12192000"/>
              <a:gd name="connsiteY124" fmla="*/ 1847935 h 2237474"/>
              <a:gd name="connsiteX125" fmla="*/ 5067961 w 12192000"/>
              <a:gd name="connsiteY125" fmla="*/ 1845917 h 2237474"/>
              <a:gd name="connsiteX126" fmla="*/ 5007075 w 12192000"/>
              <a:gd name="connsiteY126" fmla="*/ 1838626 h 2237474"/>
              <a:gd name="connsiteX127" fmla="*/ 4944087 w 12192000"/>
              <a:gd name="connsiteY127" fmla="*/ 1823332 h 2237474"/>
              <a:gd name="connsiteX128" fmla="*/ 4907662 w 12192000"/>
              <a:gd name="connsiteY128" fmla="*/ 1816900 h 2237474"/>
              <a:gd name="connsiteX129" fmla="*/ 4882386 w 12192000"/>
              <a:gd name="connsiteY129" fmla="*/ 1809844 h 2237474"/>
              <a:gd name="connsiteX130" fmla="*/ 4811440 w 12192000"/>
              <a:gd name="connsiteY130" fmla="*/ 1804655 h 2237474"/>
              <a:gd name="connsiteX131" fmla="*/ 4691075 w 12192000"/>
              <a:gd name="connsiteY131" fmla="*/ 1801389 h 2237474"/>
              <a:gd name="connsiteX132" fmla="*/ 4611738 w 12192000"/>
              <a:gd name="connsiteY132" fmla="*/ 1776964 h 2237474"/>
              <a:gd name="connsiteX133" fmla="*/ 4560070 w 12192000"/>
              <a:gd name="connsiteY133" fmla="*/ 1785640 h 2237474"/>
              <a:gd name="connsiteX134" fmla="*/ 4536503 w 12192000"/>
              <a:gd name="connsiteY134" fmla="*/ 1785334 h 2237474"/>
              <a:gd name="connsiteX135" fmla="*/ 4513724 w 12192000"/>
              <a:gd name="connsiteY135" fmla="*/ 1791996 h 2237474"/>
              <a:gd name="connsiteX136" fmla="*/ 4459810 w 12192000"/>
              <a:gd name="connsiteY136" fmla="*/ 1797886 h 2237474"/>
              <a:gd name="connsiteX137" fmla="*/ 4379064 w 12192000"/>
              <a:gd name="connsiteY137" fmla="*/ 1817177 h 2237474"/>
              <a:gd name="connsiteX138" fmla="*/ 4319209 w 12192000"/>
              <a:gd name="connsiteY138" fmla="*/ 1834833 h 2237474"/>
              <a:gd name="connsiteX139" fmla="*/ 4290981 w 12192000"/>
              <a:gd name="connsiteY139" fmla="*/ 1839677 h 2237474"/>
              <a:gd name="connsiteX140" fmla="*/ 4285792 w 12192000"/>
              <a:gd name="connsiteY140" fmla="*/ 1836231 h 2237474"/>
              <a:gd name="connsiteX141" fmla="*/ 4238372 w 12192000"/>
              <a:gd name="connsiteY141" fmla="*/ 1851480 h 2237474"/>
              <a:gd name="connsiteX142" fmla="*/ 4232517 w 12192000"/>
              <a:gd name="connsiteY142" fmla="*/ 1852567 h 2237474"/>
              <a:gd name="connsiteX143" fmla="*/ 4191732 w 12192000"/>
              <a:gd name="connsiteY143" fmla="*/ 1857328 h 2237474"/>
              <a:gd name="connsiteX144" fmla="*/ 4065532 w 12192000"/>
              <a:gd name="connsiteY144" fmla="*/ 1855477 h 2237474"/>
              <a:gd name="connsiteX145" fmla="*/ 4028460 w 12192000"/>
              <a:gd name="connsiteY145" fmla="*/ 1855137 h 2237474"/>
              <a:gd name="connsiteX146" fmla="*/ 4002267 w 12192000"/>
              <a:gd name="connsiteY146" fmla="*/ 1852352 h 2237474"/>
              <a:gd name="connsiteX147" fmla="*/ 3931396 w 12192000"/>
              <a:gd name="connsiteY147" fmla="*/ 1858915 h 2237474"/>
              <a:gd name="connsiteX148" fmla="*/ 3812162 w 12192000"/>
              <a:gd name="connsiteY148" fmla="*/ 1875501 h 2237474"/>
              <a:gd name="connsiteX149" fmla="*/ 3729530 w 12192000"/>
              <a:gd name="connsiteY149" fmla="*/ 1864513 h 2237474"/>
              <a:gd name="connsiteX150" fmla="*/ 3680177 w 12192000"/>
              <a:gd name="connsiteY150" fmla="*/ 1881552 h 2237474"/>
              <a:gd name="connsiteX151" fmla="*/ 3567259 w 12192000"/>
              <a:gd name="connsiteY151" fmla="*/ 1893482 h 2237474"/>
              <a:gd name="connsiteX152" fmla="*/ 3405770 w 12192000"/>
              <a:gd name="connsiteY152" fmla="*/ 1904591 h 2237474"/>
              <a:gd name="connsiteX153" fmla="*/ 3280097 w 12192000"/>
              <a:gd name="connsiteY153" fmla="*/ 1919610 h 2237474"/>
              <a:gd name="connsiteX154" fmla="*/ 3123424 w 12192000"/>
              <a:gd name="connsiteY154" fmla="*/ 1952930 h 2237474"/>
              <a:gd name="connsiteX155" fmla="*/ 3009910 w 12192000"/>
              <a:gd name="connsiteY155" fmla="*/ 1957866 h 2237474"/>
              <a:gd name="connsiteX156" fmla="*/ 2995934 w 12192000"/>
              <a:gd name="connsiteY156" fmla="*/ 1967085 h 2237474"/>
              <a:gd name="connsiteX157" fmla="*/ 2980071 w 12192000"/>
              <a:gd name="connsiteY157" fmla="*/ 1972988 h 2237474"/>
              <a:gd name="connsiteX158" fmla="*/ 2978094 w 12192000"/>
              <a:gd name="connsiteY158" fmla="*/ 1972369 h 2237474"/>
              <a:gd name="connsiteX159" fmla="*/ 2942858 w 12192000"/>
              <a:gd name="connsiteY159" fmla="*/ 1981367 h 2237474"/>
              <a:gd name="connsiteX160" fmla="*/ 2875436 w 12192000"/>
              <a:gd name="connsiteY160" fmla="*/ 1996977 h 2237474"/>
              <a:gd name="connsiteX161" fmla="*/ 2874892 w 12192000"/>
              <a:gd name="connsiteY161" fmla="*/ 1996085 h 2237474"/>
              <a:gd name="connsiteX162" fmla="*/ 2864145 w 12192000"/>
              <a:gd name="connsiteY162" fmla="*/ 1994061 h 2237474"/>
              <a:gd name="connsiteX163" fmla="*/ 2843662 w 12192000"/>
              <a:gd name="connsiteY163" fmla="*/ 1992498 h 2237474"/>
              <a:gd name="connsiteX164" fmla="*/ 2796128 w 12192000"/>
              <a:gd name="connsiteY164" fmla="*/ 1976403 h 2237474"/>
              <a:gd name="connsiteX165" fmla="*/ 2756784 w 12192000"/>
              <a:gd name="connsiteY165" fmla="*/ 1985116 h 2237474"/>
              <a:gd name="connsiteX166" fmla="*/ 2748833 w 12192000"/>
              <a:gd name="connsiteY166" fmla="*/ 1986323 h 2237474"/>
              <a:gd name="connsiteX167" fmla="*/ 2748661 w 12192000"/>
              <a:gd name="connsiteY167" fmla="*/ 1986122 h 2237474"/>
              <a:gd name="connsiteX168" fmla="*/ 2740251 w 12192000"/>
              <a:gd name="connsiteY168" fmla="*/ 1986946 h 2237474"/>
              <a:gd name="connsiteX169" fmla="*/ 2718916 w 12192000"/>
              <a:gd name="connsiteY169" fmla="*/ 1990867 h 2237474"/>
              <a:gd name="connsiteX170" fmla="*/ 2713522 w 12192000"/>
              <a:gd name="connsiteY170" fmla="*/ 1990173 h 2237474"/>
              <a:gd name="connsiteX171" fmla="*/ 2680597 w 12192000"/>
              <a:gd name="connsiteY171" fmla="*/ 1984996 h 2237474"/>
              <a:gd name="connsiteX172" fmla="*/ 2578178 w 12192000"/>
              <a:gd name="connsiteY172" fmla="*/ 1990531 h 2237474"/>
              <a:gd name="connsiteX173" fmla="*/ 2476147 w 12192000"/>
              <a:gd name="connsiteY173" fmla="*/ 1998305 h 2237474"/>
              <a:gd name="connsiteX174" fmla="*/ 2373568 w 12192000"/>
              <a:gd name="connsiteY174" fmla="*/ 2003219 h 2237474"/>
              <a:gd name="connsiteX175" fmla="*/ 2321399 w 12192000"/>
              <a:gd name="connsiteY175" fmla="*/ 1989467 h 2237474"/>
              <a:gd name="connsiteX176" fmla="*/ 2315525 w 12192000"/>
              <a:gd name="connsiteY176" fmla="*/ 1989708 h 2237474"/>
              <a:gd name="connsiteX177" fmla="*/ 2300792 w 12192000"/>
              <a:gd name="connsiteY177" fmla="*/ 1994290 h 2237474"/>
              <a:gd name="connsiteX178" fmla="*/ 2295469 w 12192000"/>
              <a:gd name="connsiteY178" fmla="*/ 1996659 h 2237474"/>
              <a:gd name="connsiteX179" fmla="*/ 2287219 w 12192000"/>
              <a:gd name="connsiteY179" fmla="*/ 1998750 h 2237474"/>
              <a:gd name="connsiteX180" fmla="*/ 2286948 w 12192000"/>
              <a:gd name="connsiteY180" fmla="*/ 1998596 h 2237474"/>
              <a:gd name="connsiteX181" fmla="*/ 2243069 w 12192000"/>
              <a:gd name="connsiteY181" fmla="*/ 2015111 h 2237474"/>
              <a:gd name="connsiteX182" fmla="*/ 2186609 w 12192000"/>
              <a:gd name="connsiteY182" fmla="*/ 2008263 h 2237474"/>
              <a:gd name="connsiteX183" fmla="*/ 2164831 w 12192000"/>
              <a:gd name="connsiteY183" fmla="*/ 2010143 h 2237474"/>
              <a:gd name="connsiteX184" fmla="*/ 2152836 w 12192000"/>
              <a:gd name="connsiteY184" fmla="*/ 2010048 h 2237474"/>
              <a:gd name="connsiteX185" fmla="*/ 2117102 w 12192000"/>
              <a:gd name="connsiteY185" fmla="*/ 2023004 h 2237474"/>
              <a:gd name="connsiteX186" fmla="*/ 2111935 w 12192000"/>
              <a:gd name="connsiteY186" fmla="*/ 2023163 h 2237474"/>
              <a:gd name="connsiteX187" fmla="*/ 2089991 w 12192000"/>
              <a:gd name="connsiteY187" fmla="*/ 2034193 h 2237474"/>
              <a:gd name="connsiteX188" fmla="*/ 2058061 w 12192000"/>
              <a:gd name="connsiteY188" fmla="*/ 2047942 h 2237474"/>
              <a:gd name="connsiteX189" fmla="*/ 2055737 w 12192000"/>
              <a:gd name="connsiteY189" fmla="*/ 2047704 h 2237474"/>
              <a:gd name="connsiteX190" fmla="*/ 2042244 w 12192000"/>
              <a:gd name="connsiteY190" fmla="*/ 2055560 h 2237474"/>
              <a:gd name="connsiteX191" fmla="*/ 1976224 w 12192000"/>
              <a:gd name="connsiteY191" fmla="*/ 2074257 h 2237474"/>
              <a:gd name="connsiteX192" fmla="*/ 1877728 w 12192000"/>
              <a:gd name="connsiteY192" fmla="*/ 2101004 h 2237474"/>
              <a:gd name="connsiteX193" fmla="*/ 1759056 w 12192000"/>
              <a:gd name="connsiteY193" fmla="*/ 2125608 h 2237474"/>
              <a:gd name="connsiteX194" fmla="*/ 1637948 w 12192000"/>
              <a:gd name="connsiteY194" fmla="*/ 2172597 h 2237474"/>
              <a:gd name="connsiteX195" fmla="*/ 1434549 w 12192000"/>
              <a:gd name="connsiteY195" fmla="*/ 2234522 h 2237474"/>
              <a:gd name="connsiteX196" fmla="*/ 1398481 w 12192000"/>
              <a:gd name="connsiteY196" fmla="*/ 2237074 h 2237474"/>
              <a:gd name="connsiteX197" fmla="*/ 1398407 w 12192000"/>
              <a:gd name="connsiteY197" fmla="*/ 2237095 h 2237474"/>
              <a:gd name="connsiteX198" fmla="*/ 1370962 w 12192000"/>
              <a:gd name="connsiteY198" fmla="*/ 2237474 h 2237474"/>
              <a:gd name="connsiteX199" fmla="*/ 1356367 w 12192000"/>
              <a:gd name="connsiteY199" fmla="*/ 2235089 h 2237474"/>
              <a:gd name="connsiteX200" fmla="*/ 1324828 w 12192000"/>
              <a:gd name="connsiteY200" fmla="*/ 2231968 h 2237474"/>
              <a:gd name="connsiteX201" fmla="*/ 1297744 w 12192000"/>
              <a:gd name="connsiteY201" fmla="*/ 2235849 h 2237474"/>
              <a:gd name="connsiteX202" fmla="*/ 1286236 w 12192000"/>
              <a:gd name="connsiteY202" fmla="*/ 2233135 h 2237474"/>
              <a:gd name="connsiteX203" fmla="*/ 1283504 w 12192000"/>
              <a:gd name="connsiteY203" fmla="*/ 2233797 h 2237474"/>
              <a:gd name="connsiteX204" fmla="*/ 1279765 w 12192000"/>
              <a:gd name="connsiteY204" fmla="*/ 2229639 h 2237474"/>
              <a:gd name="connsiteX205" fmla="*/ 1195347 w 12192000"/>
              <a:gd name="connsiteY205" fmla="*/ 2212354 h 2237474"/>
              <a:gd name="connsiteX206" fmla="*/ 970251 w 12192000"/>
              <a:gd name="connsiteY206" fmla="*/ 2221029 h 2237474"/>
              <a:gd name="connsiteX207" fmla="*/ 812914 w 12192000"/>
              <a:gd name="connsiteY207" fmla="*/ 2202752 h 2237474"/>
              <a:gd name="connsiteX208" fmla="*/ 800195 w 12192000"/>
              <a:gd name="connsiteY208" fmla="*/ 2209407 h 2237474"/>
              <a:gd name="connsiteX209" fmla="*/ 784978 w 12192000"/>
              <a:gd name="connsiteY209" fmla="*/ 2212360 h 2237474"/>
              <a:gd name="connsiteX210" fmla="*/ 681987 w 12192000"/>
              <a:gd name="connsiteY210" fmla="*/ 2216757 h 2237474"/>
              <a:gd name="connsiteX211" fmla="*/ 669923 w 12192000"/>
              <a:gd name="connsiteY211" fmla="*/ 2211682 h 2237474"/>
              <a:gd name="connsiteX212" fmla="*/ 648680 w 12192000"/>
              <a:gd name="connsiteY212" fmla="*/ 2206229 h 2237474"/>
              <a:gd name="connsiteX213" fmla="*/ 597225 w 12192000"/>
              <a:gd name="connsiteY213" fmla="*/ 2180999 h 2237474"/>
              <a:gd name="connsiteX214" fmla="*/ 558449 w 12192000"/>
              <a:gd name="connsiteY214" fmla="*/ 2182346 h 2237474"/>
              <a:gd name="connsiteX215" fmla="*/ 550517 w 12192000"/>
              <a:gd name="connsiteY215" fmla="*/ 2182060 h 2237474"/>
              <a:gd name="connsiteX216" fmla="*/ 550309 w 12192000"/>
              <a:gd name="connsiteY216" fmla="*/ 2181825 h 2237474"/>
              <a:gd name="connsiteX217" fmla="*/ 541836 w 12192000"/>
              <a:gd name="connsiteY217" fmla="*/ 2181063 h 2237474"/>
              <a:gd name="connsiteX218" fmla="*/ 536057 w 12192000"/>
              <a:gd name="connsiteY218" fmla="*/ 2181537 h 2237474"/>
              <a:gd name="connsiteX219" fmla="*/ 520671 w 12192000"/>
              <a:gd name="connsiteY219" fmla="*/ 2180980 h 2237474"/>
              <a:gd name="connsiteX220" fmla="*/ 515024 w 12192000"/>
              <a:gd name="connsiteY220" fmla="*/ 2179258 h 2237474"/>
              <a:gd name="connsiteX221" fmla="*/ 512278 w 12192000"/>
              <a:gd name="connsiteY221" fmla="*/ 2176369 h 2237474"/>
              <a:gd name="connsiteX222" fmla="*/ 480419 w 12192000"/>
              <a:gd name="connsiteY222" fmla="*/ 2167807 h 2237474"/>
              <a:gd name="connsiteX223" fmla="*/ 413835 w 12192000"/>
              <a:gd name="connsiteY223" fmla="*/ 2156783 h 2237474"/>
              <a:gd name="connsiteX224" fmla="*/ 376513 w 12192000"/>
              <a:gd name="connsiteY224" fmla="*/ 2154014 h 2237474"/>
              <a:gd name="connsiteX225" fmla="*/ 273386 w 12192000"/>
              <a:gd name="connsiteY225" fmla="*/ 2142551 h 2237474"/>
              <a:gd name="connsiteX226" fmla="*/ 169207 w 12192000"/>
              <a:gd name="connsiteY226" fmla="*/ 2128100 h 2237474"/>
              <a:gd name="connsiteX227" fmla="*/ 93149 w 12192000"/>
              <a:gd name="connsiteY227" fmla="*/ 2105324 h 2237474"/>
              <a:gd name="connsiteX228" fmla="*/ 88109 w 12192000"/>
              <a:gd name="connsiteY228" fmla="*/ 2106704 h 2237474"/>
              <a:gd name="connsiteX229" fmla="*/ 80022 w 12192000"/>
              <a:gd name="connsiteY229" fmla="*/ 2107254 h 2237474"/>
              <a:gd name="connsiteX230" fmla="*/ 79717 w 12192000"/>
              <a:gd name="connsiteY230" fmla="*/ 2107046 h 2237474"/>
              <a:gd name="connsiteX231" fmla="*/ 72352 w 12192000"/>
              <a:gd name="connsiteY231" fmla="*/ 2107991 h 2237474"/>
              <a:gd name="connsiteX232" fmla="*/ 37645 w 12192000"/>
              <a:gd name="connsiteY232" fmla="*/ 2115401 h 2237474"/>
              <a:gd name="connsiteX233" fmla="*/ 4572 w 12192000"/>
              <a:gd name="connsiteY233" fmla="*/ 2111091 h 2237474"/>
              <a:gd name="connsiteX234" fmla="*/ 0 w 12192000"/>
              <a:gd name="connsiteY234" fmla="*/ 2110468 h 2237474"/>
              <a:gd name="connsiteX235" fmla="*/ 0 w 12192000"/>
              <a:gd name="connsiteY23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64035 w 12192000"/>
              <a:gd name="connsiteY106" fmla="*/ 1667683 h 2237474"/>
              <a:gd name="connsiteX107" fmla="*/ 6280959 w 12192000"/>
              <a:gd name="connsiteY107" fmla="*/ 1689329 h 2237474"/>
              <a:gd name="connsiteX108" fmla="*/ 6266765 w 12192000"/>
              <a:gd name="connsiteY108" fmla="*/ 1695560 h 2237474"/>
              <a:gd name="connsiteX109" fmla="*/ 6098321 w 12192000"/>
              <a:gd name="connsiteY109" fmla="*/ 1721646 h 2237474"/>
              <a:gd name="connsiteX110" fmla="*/ 5880652 w 12192000"/>
              <a:gd name="connsiteY110" fmla="*/ 1779643 h 2237474"/>
              <a:gd name="connsiteX111" fmla="*/ 5785959 w 12192000"/>
              <a:gd name="connsiteY111" fmla="*/ 1775307 h 2237474"/>
              <a:gd name="connsiteX112" fmla="*/ 5643534 w 12192000"/>
              <a:gd name="connsiteY112" fmla="*/ 1802919 h 2237474"/>
              <a:gd name="connsiteX113" fmla="*/ 5518799 w 12192000"/>
              <a:gd name="connsiteY113" fmla="*/ 1818312 h 2237474"/>
              <a:gd name="connsiteX114" fmla="*/ 5505014 w 12192000"/>
              <a:gd name="connsiteY114" fmla="*/ 1819259 h 2237474"/>
              <a:gd name="connsiteX115" fmla="*/ 5453307 w 12192000"/>
              <a:gd name="connsiteY115" fmla="*/ 1815450 h 2237474"/>
              <a:gd name="connsiteX116" fmla="*/ 5364192 w 12192000"/>
              <a:gd name="connsiteY116" fmla="*/ 1826074 h 2237474"/>
              <a:gd name="connsiteX117" fmla="*/ 5350380 w 12192000"/>
              <a:gd name="connsiteY117" fmla="*/ 1830891 h 2237474"/>
              <a:gd name="connsiteX118" fmla="*/ 5259633 w 12192000"/>
              <a:gd name="connsiteY118" fmla="*/ 1837160 h 2237474"/>
              <a:gd name="connsiteX119" fmla="*/ 5197513 w 12192000"/>
              <a:gd name="connsiteY119" fmla="*/ 1844718 h 2237474"/>
              <a:gd name="connsiteX120" fmla="*/ 5184170 w 12192000"/>
              <a:gd name="connsiteY120" fmla="*/ 1849402 h 2237474"/>
              <a:gd name="connsiteX121" fmla="*/ 5168852 w 12192000"/>
              <a:gd name="connsiteY121" fmla="*/ 1844846 h 2237474"/>
              <a:gd name="connsiteX122" fmla="*/ 5164370 w 12192000"/>
              <a:gd name="connsiteY122" fmla="*/ 1840597 h 2237474"/>
              <a:gd name="connsiteX123" fmla="*/ 5114927 w 12192000"/>
              <a:gd name="connsiteY123" fmla="*/ 1847827 h 2237474"/>
              <a:gd name="connsiteX124" fmla="*/ 5108970 w 12192000"/>
              <a:gd name="connsiteY124" fmla="*/ 1847935 h 2237474"/>
              <a:gd name="connsiteX125" fmla="*/ 5067961 w 12192000"/>
              <a:gd name="connsiteY125" fmla="*/ 1845917 h 2237474"/>
              <a:gd name="connsiteX126" fmla="*/ 5007075 w 12192000"/>
              <a:gd name="connsiteY126" fmla="*/ 1838626 h 2237474"/>
              <a:gd name="connsiteX127" fmla="*/ 4944087 w 12192000"/>
              <a:gd name="connsiteY127" fmla="*/ 1823332 h 2237474"/>
              <a:gd name="connsiteX128" fmla="*/ 4907662 w 12192000"/>
              <a:gd name="connsiteY128" fmla="*/ 1816900 h 2237474"/>
              <a:gd name="connsiteX129" fmla="*/ 4882386 w 12192000"/>
              <a:gd name="connsiteY129" fmla="*/ 1809844 h 2237474"/>
              <a:gd name="connsiteX130" fmla="*/ 4811440 w 12192000"/>
              <a:gd name="connsiteY130" fmla="*/ 1804655 h 2237474"/>
              <a:gd name="connsiteX131" fmla="*/ 4691075 w 12192000"/>
              <a:gd name="connsiteY131" fmla="*/ 1801389 h 2237474"/>
              <a:gd name="connsiteX132" fmla="*/ 4611738 w 12192000"/>
              <a:gd name="connsiteY132" fmla="*/ 1776964 h 2237474"/>
              <a:gd name="connsiteX133" fmla="*/ 4560070 w 12192000"/>
              <a:gd name="connsiteY133" fmla="*/ 1785640 h 2237474"/>
              <a:gd name="connsiteX134" fmla="*/ 4536503 w 12192000"/>
              <a:gd name="connsiteY134" fmla="*/ 1785334 h 2237474"/>
              <a:gd name="connsiteX135" fmla="*/ 4513724 w 12192000"/>
              <a:gd name="connsiteY135" fmla="*/ 1791996 h 2237474"/>
              <a:gd name="connsiteX136" fmla="*/ 4459810 w 12192000"/>
              <a:gd name="connsiteY136" fmla="*/ 1797886 h 2237474"/>
              <a:gd name="connsiteX137" fmla="*/ 4379064 w 12192000"/>
              <a:gd name="connsiteY137" fmla="*/ 1817177 h 2237474"/>
              <a:gd name="connsiteX138" fmla="*/ 4319209 w 12192000"/>
              <a:gd name="connsiteY138" fmla="*/ 1834833 h 2237474"/>
              <a:gd name="connsiteX139" fmla="*/ 4290981 w 12192000"/>
              <a:gd name="connsiteY139" fmla="*/ 1839677 h 2237474"/>
              <a:gd name="connsiteX140" fmla="*/ 4285792 w 12192000"/>
              <a:gd name="connsiteY140" fmla="*/ 1836231 h 2237474"/>
              <a:gd name="connsiteX141" fmla="*/ 4238372 w 12192000"/>
              <a:gd name="connsiteY141" fmla="*/ 1851480 h 2237474"/>
              <a:gd name="connsiteX142" fmla="*/ 4232517 w 12192000"/>
              <a:gd name="connsiteY142" fmla="*/ 1852567 h 2237474"/>
              <a:gd name="connsiteX143" fmla="*/ 4191732 w 12192000"/>
              <a:gd name="connsiteY143" fmla="*/ 1857328 h 2237474"/>
              <a:gd name="connsiteX144" fmla="*/ 4065532 w 12192000"/>
              <a:gd name="connsiteY144" fmla="*/ 1855477 h 2237474"/>
              <a:gd name="connsiteX145" fmla="*/ 4028460 w 12192000"/>
              <a:gd name="connsiteY145" fmla="*/ 1855137 h 2237474"/>
              <a:gd name="connsiteX146" fmla="*/ 4002267 w 12192000"/>
              <a:gd name="connsiteY146" fmla="*/ 1852352 h 2237474"/>
              <a:gd name="connsiteX147" fmla="*/ 3931396 w 12192000"/>
              <a:gd name="connsiteY147" fmla="*/ 1858915 h 2237474"/>
              <a:gd name="connsiteX148" fmla="*/ 3812162 w 12192000"/>
              <a:gd name="connsiteY148" fmla="*/ 1875501 h 2237474"/>
              <a:gd name="connsiteX149" fmla="*/ 3729530 w 12192000"/>
              <a:gd name="connsiteY149" fmla="*/ 1864513 h 2237474"/>
              <a:gd name="connsiteX150" fmla="*/ 3680177 w 12192000"/>
              <a:gd name="connsiteY150" fmla="*/ 1881552 h 2237474"/>
              <a:gd name="connsiteX151" fmla="*/ 3567259 w 12192000"/>
              <a:gd name="connsiteY151" fmla="*/ 1893482 h 2237474"/>
              <a:gd name="connsiteX152" fmla="*/ 3405770 w 12192000"/>
              <a:gd name="connsiteY152" fmla="*/ 1904591 h 2237474"/>
              <a:gd name="connsiteX153" fmla="*/ 3280097 w 12192000"/>
              <a:gd name="connsiteY153" fmla="*/ 1919610 h 2237474"/>
              <a:gd name="connsiteX154" fmla="*/ 3123424 w 12192000"/>
              <a:gd name="connsiteY154" fmla="*/ 1952930 h 2237474"/>
              <a:gd name="connsiteX155" fmla="*/ 3009910 w 12192000"/>
              <a:gd name="connsiteY155" fmla="*/ 1957866 h 2237474"/>
              <a:gd name="connsiteX156" fmla="*/ 2995934 w 12192000"/>
              <a:gd name="connsiteY156" fmla="*/ 1967085 h 2237474"/>
              <a:gd name="connsiteX157" fmla="*/ 2980071 w 12192000"/>
              <a:gd name="connsiteY157" fmla="*/ 1972988 h 2237474"/>
              <a:gd name="connsiteX158" fmla="*/ 2978094 w 12192000"/>
              <a:gd name="connsiteY158" fmla="*/ 1972369 h 2237474"/>
              <a:gd name="connsiteX159" fmla="*/ 2942858 w 12192000"/>
              <a:gd name="connsiteY159" fmla="*/ 1981367 h 2237474"/>
              <a:gd name="connsiteX160" fmla="*/ 2875436 w 12192000"/>
              <a:gd name="connsiteY160" fmla="*/ 1996977 h 2237474"/>
              <a:gd name="connsiteX161" fmla="*/ 2874892 w 12192000"/>
              <a:gd name="connsiteY161" fmla="*/ 1996085 h 2237474"/>
              <a:gd name="connsiteX162" fmla="*/ 2864145 w 12192000"/>
              <a:gd name="connsiteY162" fmla="*/ 1994061 h 2237474"/>
              <a:gd name="connsiteX163" fmla="*/ 2843662 w 12192000"/>
              <a:gd name="connsiteY163" fmla="*/ 1992498 h 2237474"/>
              <a:gd name="connsiteX164" fmla="*/ 2796128 w 12192000"/>
              <a:gd name="connsiteY164" fmla="*/ 1976403 h 2237474"/>
              <a:gd name="connsiteX165" fmla="*/ 2756784 w 12192000"/>
              <a:gd name="connsiteY165" fmla="*/ 1985116 h 2237474"/>
              <a:gd name="connsiteX166" fmla="*/ 2748833 w 12192000"/>
              <a:gd name="connsiteY166" fmla="*/ 1986323 h 2237474"/>
              <a:gd name="connsiteX167" fmla="*/ 2748661 w 12192000"/>
              <a:gd name="connsiteY167" fmla="*/ 1986122 h 2237474"/>
              <a:gd name="connsiteX168" fmla="*/ 2740251 w 12192000"/>
              <a:gd name="connsiteY168" fmla="*/ 1986946 h 2237474"/>
              <a:gd name="connsiteX169" fmla="*/ 2718916 w 12192000"/>
              <a:gd name="connsiteY169" fmla="*/ 1990867 h 2237474"/>
              <a:gd name="connsiteX170" fmla="*/ 2713522 w 12192000"/>
              <a:gd name="connsiteY170" fmla="*/ 1990173 h 2237474"/>
              <a:gd name="connsiteX171" fmla="*/ 2680597 w 12192000"/>
              <a:gd name="connsiteY171" fmla="*/ 1984996 h 2237474"/>
              <a:gd name="connsiteX172" fmla="*/ 2578178 w 12192000"/>
              <a:gd name="connsiteY172" fmla="*/ 1990531 h 2237474"/>
              <a:gd name="connsiteX173" fmla="*/ 2476147 w 12192000"/>
              <a:gd name="connsiteY173" fmla="*/ 1998305 h 2237474"/>
              <a:gd name="connsiteX174" fmla="*/ 2373568 w 12192000"/>
              <a:gd name="connsiteY174" fmla="*/ 2003219 h 2237474"/>
              <a:gd name="connsiteX175" fmla="*/ 2321399 w 12192000"/>
              <a:gd name="connsiteY175" fmla="*/ 1989467 h 2237474"/>
              <a:gd name="connsiteX176" fmla="*/ 2315525 w 12192000"/>
              <a:gd name="connsiteY176" fmla="*/ 1989708 h 2237474"/>
              <a:gd name="connsiteX177" fmla="*/ 2300792 w 12192000"/>
              <a:gd name="connsiteY177" fmla="*/ 1994290 h 2237474"/>
              <a:gd name="connsiteX178" fmla="*/ 2295469 w 12192000"/>
              <a:gd name="connsiteY178" fmla="*/ 1996659 h 2237474"/>
              <a:gd name="connsiteX179" fmla="*/ 2287219 w 12192000"/>
              <a:gd name="connsiteY179" fmla="*/ 1998750 h 2237474"/>
              <a:gd name="connsiteX180" fmla="*/ 2286948 w 12192000"/>
              <a:gd name="connsiteY180" fmla="*/ 1998596 h 2237474"/>
              <a:gd name="connsiteX181" fmla="*/ 2243069 w 12192000"/>
              <a:gd name="connsiteY181" fmla="*/ 2015111 h 2237474"/>
              <a:gd name="connsiteX182" fmla="*/ 2186609 w 12192000"/>
              <a:gd name="connsiteY182" fmla="*/ 2008263 h 2237474"/>
              <a:gd name="connsiteX183" fmla="*/ 2164831 w 12192000"/>
              <a:gd name="connsiteY183" fmla="*/ 2010143 h 2237474"/>
              <a:gd name="connsiteX184" fmla="*/ 2152836 w 12192000"/>
              <a:gd name="connsiteY184" fmla="*/ 2010048 h 2237474"/>
              <a:gd name="connsiteX185" fmla="*/ 2117102 w 12192000"/>
              <a:gd name="connsiteY185" fmla="*/ 2023004 h 2237474"/>
              <a:gd name="connsiteX186" fmla="*/ 2111935 w 12192000"/>
              <a:gd name="connsiteY186" fmla="*/ 2023163 h 2237474"/>
              <a:gd name="connsiteX187" fmla="*/ 2089991 w 12192000"/>
              <a:gd name="connsiteY187" fmla="*/ 2034193 h 2237474"/>
              <a:gd name="connsiteX188" fmla="*/ 2058061 w 12192000"/>
              <a:gd name="connsiteY188" fmla="*/ 2047942 h 2237474"/>
              <a:gd name="connsiteX189" fmla="*/ 2055737 w 12192000"/>
              <a:gd name="connsiteY189" fmla="*/ 2047704 h 2237474"/>
              <a:gd name="connsiteX190" fmla="*/ 2042244 w 12192000"/>
              <a:gd name="connsiteY190" fmla="*/ 2055560 h 2237474"/>
              <a:gd name="connsiteX191" fmla="*/ 1976224 w 12192000"/>
              <a:gd name="connsiteY191" fmla="*/ 2074257 h 2237474"/>
              <a:gd name="connsiteX192" fmla="*/ 1877728 w 12192000"/>
              <a:gd name="connsiteY192" fmla="*/ 2101004 h 2237474"/>
              <a:gd name="connsiteX193" fmla="*/ 1759056 w 12192000"/>
              <a:gd name="connsiteY193" fmla="*/ 2125608 h 2237474"/>
              <a:gd name="connsiteX194" fmla="*/ 1637948 w 12192000"/>
              <a:gd name="connsiteY194" fmla="*/ 2172597 h 2237474"/>
              <a:gd name="connsiteX195" fmla="*/ 1434549 w 12192000"/>
              <a:gd name="connsiteY195" fmla="*/ 2234522 h 2237474"/>
              <a:gd name="connsiteX196" fmla="*/ 1398481 w 12192000"/>
              <a:gd name="connsiteY196" fmla="*/ 2237074 h 2237474"/>
              <a:gd name="connsiteX197" fmla="*/ 1398407 w 12192000"/>
              <a:gd name="connsiteY197" fmla="*/ 2237095 h 2237474"/>
              <a:gd name="connsiteX198" fmla="*/ 1370962 w 12192000"/>
              <a:gd name="connsiteY198" fmla="*/ 2237474 h 2237474"/>
              <a:gd name="connsiteX199" fmla="*/ 1356367 w 12192000"/>
              <a:gd name="connsiteY199" fmla="*/ 2235089 h 2237474"/>
              <a:gd name="connsiteX200" fmla="*/ 1324828 w 12192000"/>
              <a:gd name="connsiteY200" fmla="*/ 2231968 h 2237474"/>
              <a:gd name="connsiteX201" fmla="*/ 1297744 w 12192000"/>
              <a:gd name="connsiteY201" fmla="*/ 2235849 h 2237474"/>
              <a:gd name="connsiteX202" fmla="*/ 1286236 w 12192000"/>
              <a:gd name="connsiteY202" fmla="*/ 2233135 h 2237474"/>
              <a:gd name="connsiteX203" fmla="*/ 1283504 w 12192000"/>
              <a:gd name="connsiteY203" fmla="*/ 2233797 h 2237474"/>
              <a:gd name="connsiteX204" fmla="*/ 1279765 w 12192000"/>
              <a:gd name="connsiteY204" fmla="*/ 2229639 h 2237474"/>
              <a:gd name="connsiteX205" fmla="*/ 1195347 w 12192000"/>
              <a:gd name="connsiteY205" fmla="*/ 2212354 h 2237474"/>
              <a:gd name="connsiteX206" fmla="*/ 970251 w 12192000"/>
              <a:gd name="connsiteY206" fmla="*/ 2221029 h 2237474"/>
              <a:gd name="connsiteX207" fmla="*/ 812914 w 12192000"/>
              <a:gd name="connsiteY207" fmla="*/ 2202752 h 2237474"/>
              <a:gd name="connsiteX208" fmla="*/ 800195 w 12192000"/>
              <a:gd name="connsiteY208" fmla="*/ 2209407 h 2237474"/>
              <a:gd name="connsiteX209" fmla="*/ 784978 w 12192000"/>
              <a:gd name="connsiteY209" fmla="*/ 2212360 h 2237474"/>
              <a:gd name="connsiteX210" fmla="*/ 681987 w 12192000"/>
              <a:gd name="connsiteY210" fmla="*/ 2216757 h 2237474"/>
              <a:gd name="connsiteX211" fmla="*/ 669923 w 12192000"/>
              <a:gd name="connsiteY211" fmla="*/ 2211682 h 2237474"/>
              <a:gd name="connsiteX212" fmla="*/ 648680 w 12192000"/>
              <a:gd name="connsiteY212" fmla="*/ 2206229 h 2237474"/>
              <a:gd name="connsiteX213" fmla="*/ 597225 w 12192000"/>
              <a:gd name="connsiteY213" fmla="*/ 2180999 h 2237474"/>
              <a:gd name="connsiteX214" fmla="*/ 558449 w 12192000"/>
              <a:gd name="connsiteY214" fmla="*/ 2182346 h 2237474"/>
              <a:gd name="connsiteX215" fmla="*/ 550517 w 12192000"/>
              <a:gd name="connsiteY215" fmla="*/ 2182060 h 2237474"/>
              <a:gd name="connsiteX216" fmla="*/ 550309 w 12192000"/>
              <a:gd name="connsiteY216" fmla="*/ 2181825 h 2237474"/>
              <a:gd name="connsiteX217" fmla="*/ 541836 w 12192000"/>
              <a:gd name="connsiteY217" fmla="*/ 2181063 h 2237474"/>
              <a:gd name="connsiteX218" fmla="*/ 536057 w 12192000"/>
              <a:gd name="connsiteY218" fmla="*/ 2181537 h 2237474"/>
              <a:gd name="connsiteX219" fmla="*/ 520671 w 12192000"/>
              <a:gd name="connsiteY219" fmla="*/ 2180980 h 2237474"/>
              <a:gd name="connsiteX220" fmla="*/ 515024 w 12192000"/>
              <a:gd name="connsiteY220" fmla="*/ 2179258 h 2237474"/>
              <a:gd name="connsiteX221" fmla="*/ 512278 w 12192000"/>
              <a:gd name="connsiteY221" fmla="*/ 2176369 h 2237474"/>
              <a:gd name="connsiteX222" fmla="*/ 480419 w 12192000"/>
              <a:gd name="connsiteY222" fmla="*/ 2167807 h 2237474"/>
              <a:gd name="connsiteX223" fmla="*/ 413835 w 12192000"/>
              <a:gd name="connsiteY223" fmla="*/ 2156783 h 2237474"/>
              <a:gd name="connsiteX224" fmla="*/ 376513 w 12192000"/>
              <a:gd name="connsiteY224" fmla="*/ 2154014 h 2237474"/>
              <a:gd name="connsiteX225" fmla="*/ 273386 w 12192000"/>
              <a:gd name="connsiteY225" fmla="*/ 2142551 h 2237474"/>
              <a:gd name="connsiteX226" fmla="*/ 169207 w 12192000"/>
              <a:gd name="connsiteY226" fmla="*/ 2128100 h 2237474"/>
              <a:gd name="connsiteX227" fmla="*/ 93149 w 12192000"/>
              <a:gd name="connsiteY227" fmla="*/ 2105324 h 2237474"/>
              <a:gd name="connsiteX228" fmla="*/ 88109 w 12192000"/>
              <a:gd name="connsiteY228" fmla="*/ 2106704 h 2237474"/>
              <a:gd name="connsiteX229" fmla="*/ 80022 w 12192000"/>
              <a:gd name="connsiteY229" fmla="*/ 2107254 h 2237474"/>
              <a:gd name="connsiteX230" fmla="*/ 79717 w 12192000"/>
              <a:gd name="connsiteY230" fmla="*/ 2107046 h 2237474"/>
              <a:gd name="connsiteX231" fmla="*/ 72352 w 12192000"/>
              <a:gd name="connsiteY231" fmla="*/ 2107991 h 2237474"/>
              <a:gd name="connsiteX232" fmla="*/ 37645 w 12192000"/>
              <a:gd name="connsiteY232" fmla="*/ 2115401 h 2237474"/>
              <a:gd name="connsiteX233" fmla="*/ 4572 w 12192000"/>
              <a:gd name="connsiteY233" fmla="*/ 2111091 h 2237474"/>
              <a:gd name="connsiteX234" fmla="*/ 0 w 12192000"/>
              <a:gd name="connsiteY234" fmla="*/ 2110468 h 2237474"/>
              <a:gd name="connsiteX235" fmla="*/ 0 w 12192000"/>
              <a:gd name="connsiteY23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64035 w 12192000"/>
              <a:gd name="connsiteY106" fmla="*/ 1667683 h 2237474"/>
              <a:gd name="connsiteX107" fmla="*/ 6280959 w 12192000"/>
              <a:gd name="connsiteY107" fmla="*/ 1689329 h 2237474"/>
              <a:gd name="connsiteX108" fmla="*/ 6243319 w 12192000"/>
              <a:gd name="connsiteY108" fmla="*/ 1695560 h 2237474"/>
              <a:gd name="connsiteX109" fmla="*/ 6098321 w 12192000"/>
              <a:gd name="connsiteY109" fmla="*/ 1721646 h 2237474"/>
              <a:gd name="connsiteX110" fmla="*/ 5880652 w 12192000"/>
              <a:gd name="connsiteY110" fmla="*/ 1779643 h 2237474"/>
              <a:gd name="connsiteX111" fmla="*/ 5785959 w 12192000"/>
              <a:gd name="connsiteY111" fmla="*/ 1775307 h 2237474"/>
              <a:gd name="connsiteX112" fmla="*/ 5643534 w 12192000"/>
              <a:gd name="connsiteY112" fmla="*/ 1802919 h 2237474"/>
              <a:gd name="connsiteX113" fmla="*/ 5518799 w 12192000"/>
              <a:gd name="connsiteY113" fmla="*/ 1818312 h 2237474"/>
              <a:gd name="connsiteX114" fmla="*/ 5505014 w 12192000"/>
              <a:gd name="connsiteY114" fmla="*/ 1819259 h 2237474"/>
              <a:gd name="connsiteX115" fmla="*/ 5453307 w 12192000"/>
              <a:gd name="connsiteY115" fmla="*/ 1815450 h 2237474"/>
              <a:gd name="connsiteX116" fmla="*/ 5364192 w 12192000"/>
              <a:gd name="connsiteY116" fmla="*/ 1826074 h 2237474"/>
              <a:gd name="connsiteX117" fmla="*/ 5350380 w 12192000"/>
              <a:gd name="connsiteY117" fmla="*/ 1830891 h 2237474"/>
              <a:gd name="connsiteX118" fmla="*/ 5259633 w 12192000"/>
              <a:gd name="connsiteY118" fmla="*/ 1837160 h 2237474"/>
              <a:gd name="connsiteX119" fmla="*/ 5197513 w 12192000"/>
              <a:gd name="connsiteY119" fmla="*/ 1844718 h 2237474"/>
              <a:gd name="connsiteX120" fmla="*/ 5184170 w 12192000"/>
              <a:gd name="connsiteY120" fmla="*/ 1849402 h 2237474"/>
              <a:gd name="connsiteX121" fmla="*/ 5168852 w 12192000"/>
              <a:gd name="connsiteY121" fmla="*/ 1844846 h 2237474"/>
              <a:gd name="connsiteX122" fmla="*/ 5164370 w 12192000"/>
              <a:gd name="connsiteY122" fmla="*/ 1840597 h 2237474"/>
              <a:gd name="connsiteX123" fmla="*/ 5114927 w 12192000"/>
              <a:gd name="connsiteY123" fmla="*/ 1847827 h 2237474"/>
              <a:gd name="connsiteX124" fmla="*/ 5108970 w 12192000"/>
              <a:gd name="connsiteY124" fmla="*/ 1847935 h 2237474"/>
              <a:gd name="connsiteX125" fmla="*/ 5067961 w 12192000"/>
              <a:gd name="connsiteY125" fmla="*/ 1845917 h 2237474"/>
              <a:gd name="connsiteX126" fmla="*/ 5007075 w 12192000"/>
              <a:gd name="connsiteY126" fmla="*/ 1838626 h 2237474"/>
              <a:gd name="connsiteX127" fmla="*/ 4944087 w 12192000"/>
              <a:gd name="connsiteY127" fmla="*/ 1823332 h 2237474"/>
              <a:gd name="connsiteX128" fmla="*/ 4907662 w 12192000"/>
              <a:gd name="connsiteY128" fmla="*/ 1816900 h 2237474"/>
              <a:gd name="connsiteX129" fmla="*/ 4882386 w 12192000"/>
              <a:gd name="connsiteY129" fmla="*/ 1809844 h 2237474"/>
              <a:gd name="connsiteX130" fmla="*/ 4811440 w 12192000"/>
              <a:gd name="connsiteY130" fmla="*/ 1804655 h 2237474"/>
              <a:gd name="connsiteX131" fmla="*/ 4691075 w 12192000"/>
              <a:gd name="connsiteY131" fmla="*/ 1801389 h 2237474"/>
              <a:gd name="connsiteX132" fmla="*/ 4611738 w 12192000"/>
              <a:gd name="connsiteY132" fmla="*/ 1776964 h 2237474"/>
              <a:gd name="connsiteX133" fmla="*/ 4560070 w 12192000"/>
              <a:gd name="connsiteY133" fmla="*/ 1785640 h 2237474"/>
              <a:gd name="connsiteX134" fmla="*/ 4536503 w 12192000"/>
              <a:gd name="connsiteY134" fmla="*/ 1785334 h 2237474"/>
              <a:gd name="connsiteX135" fmla="*/ 4513724 w 12192000"/>
              <a:gd name="connsiteY135" fmla="*/ 1791996 h 2237474"/>
              <a:gd name="connsiteX136" fmla="*/ 4459810 w 12192000"/>
              <a:gd name="connsiteY136" fmla="*/ 1797886 h 2237474"/>
              <a:gd name="connsiteX137" fmla="*/ 4379064 w 12192000"/>
              <a:gd name="connsiteY137" fmla="*/ 1817177 h 2237474"/>
              <a:gd name="connsiteX138" fmla="*/ 4319209 w 12192000"/>
              <a:gd name="connsiteY138" fmla="*/ 1834833 h 2237474"/>
              <a:gd name="connsiteX139" fmla="*/ 4290981 w 12192000"/>
              <a:gd name="connsiteY139" fmla="*/ 1839677 h 2237474"/>
              <a:gd name="connsiteX140" fmla="*/ 4285792 w 12192000"/>
              <a:gd name="connsiteY140" fmla="*/ 1836231 h 2237474"/>
              <a:gd name="connsiteX141" fmla="*/ 4238372 w 12192000"/>
              <a:gd name="connsiteY141" fmla="*/ 1851480 h 2237474"/>
              <a:gd name="connsiteX142" fmla="*/ 4232517 w 12192000"/>
              <a:gd name="connsiteY142" fmla="*/ 1852567 h 2237474"/>
              <a:gd name="connsiteX143" fmla="*/ 4191732 w 12192000"/>
              <a:gd name="connsiteY143" fmla="*/ 1857328 h 2237474"/>
              <a:gd name="connsiteX144" fmla="*/ 4065532 w 12192000"/>
              <a:gd name="connsiteY144" fmla="*/ 1855477 h 2237474"/>
              <a:gd name="connsiteX145" fmla="*/ 4028460 w 12192000"/>
              <a:gd name="connsiteY145" fmla="*/ 1855137 h 2237474"/>
              <a:gd name="connsiteX146" fmla="*/ 4002267 w 12192000"/>
              <a:gd name="connsiteY146" fmla="*/ 1852352 h 2237474"/>
              <a:gd name="connsiteX147" fmla="*/ 3931396 w 12192000"/>
              <a:gd name="connsiteY147" fmla="*/ 1858915 h 2237474"/>
              <a:gd name="connsiteX148" fmla="*/ 3812162 w 12192000"/>
              <a:gd name="connsiteY148" fmla="*/ 1875501 h 2237474"/>
              <a:gd name="connsiteX149" fmla="*/ 3729530 w 12192000"/>
              <a:gd name="connsiteY149" fmla="*/ 1864513 h 2237474"/>
              <a:gd name="connsiteX150" fmla="*/ 3680177 w 12192000"/>
              <a:gd name="connsiteY150" fmla="*/ 1881552 h 2237474"/>
              <a:gd name="connsiteX151" fmla="*/ 3567259 w 12192000"/>
              <a:gd name="connsiteY151" fmla="*/ 1893482 h 2237474"/>
              <a:gd name="connsiteX152" fmla="*/ 3405770 w 12192000"/>
              <a:gd name="connsiteY152" fmla="*/ 1904591 h 2237474"/>
              <a:gd name="connsiteX153" fmla="*/ 3280097 w 12192000"/>
              <a:gd name="connsiteY153" fmla="*/ 1919610 h 2237474"/>
              <a:gd name="connsiteX154" fmla="*/ 3123424 w 12192000"/>
              <a:gd name="connsiteY154" fmla="*/ 1952930 h 2237474"/>
              <a:gd name="connsiteX155" fmla="*/ 3009910 w 12192000"/>
              <a:gd name="connsiteY155" fmla="*/ 1957866 h 2237474"/>
              <a:gd name="connsiteX156" fmla="*/ 2995934 w 12192000"/>
              <a:gd name="connsiteY156" fmla="*/ 1967085 h 2237474"/>
              <a:gd name="connsiteX157" fmla="*/ 2980071 w 12192000"/>
              <a:gd name="connsiteY157" fmla="*/ 1972988 h 2237474"/>
              <a:gd name="connsiteX158" fmla="*/ 2978094 w 12192000"/>
              <a:gd name="connsiteY158" fmla="*/ 1972369 h 2237474"/>
              <a:gd name="connsiteX159" fmla="*/ 2942858 w 12192000"/>
              <a:gd name="connsiteY159" fmla="*/ 1981367 h 2237474"/>
              <a:gd name="connsiteX160" fmla="*/ 2875436 w 12192000"/>
              <a:gd name="connsiteY160" fmla="*/ 1996977 h 2237474"/>
              <a:gd name="connsiteX161" fmla="*/ 2874892 w 12192000"/>
              <a:gd name="connsiteY161" fmla="*/ 1996085 h 2237474"/>
              <a:gd name="connsiteX162" fmla="*/ 2864145 w 12192000"/>
              <a:gd name="connsiteY162" fmla="*/ 1994061 h 2237474"/>
              <a:gd name="connsiteX163" fmla="*/ 2843662 w 12192000"/>
              <a:gd name="connsiteY163" fmla="*/ 1992498 h 2237474"/>
              <a:gd name="connsiteX164" fmla="*/ 2796128 w 12192000"/>
              <a:gd name="connsiteY164" fmla="*/ 1976403 h 2237474"/>
              <a:gd name="connsiteX165" fmla="*/ 2756784 w 12192000"/>
              <a:gd name="connsiteY165" fmla="*/ 1985116 h 2237474"/>
              <a:gd name="connsiteX166" fmla="*/ 2748833 w 12192000"/>
              <a:gd name="connsiteY166" fmla="*/ 1986323 h 2237474"/>
              <a:gd name="connsiteX167" fmla="*/ 2748661 w 12192000"/>
              <a:gd name="connsiteY167" fmla="*/ 1986122 h 2237474"/>
              <a:gd name="connsiteX168" fmla="*/ 2740251 w 12192000"/>
              <a:gd name="connsiteY168" fmla="*/ 1986946 h 2237474"/>
              <a:gd name="connsiteX169" fmla="*/ 2718916 w 12192000"/>
              <a:gd name="connsiteY169" fmla="*/ 1990867 h 2237474"/>
              <a:gd name="connsiteX170" fmla="*/ 2713522 w 12192000"/>
              <a:gd name="connsiteY170" fmla="*/ 1990173 h 2237474"/>
              <a:gd name="connsiteX171" fmla="*/ 2680597 w 12192000"/>
              <a:gd name="connsiteY171" fmla="*/ 1984996 h 2237474"/>
              <a:gd name="connsiteX172" fmla="*/ 2578178 w 12192000"/>
              <a:gd name="connsiteY172" fmla="*/ 1990531 h 2237474"/>
              <a:gd name="connsiteX173" fmla="*/ 2476147 w 12192000"/>
              <a:gd name="connsiteY173" fmla="*/ 1998305 h 2237474"/>
              <a:gd name="connsiteX174" fmla="*/ 2373568 w 12192000"/>
              <a:gd name="connsiteY174" fmla="*/ 2003219 h 2237474"/>
              <a:gd name="connsiteX175" fmla="*/ 2321399 w 12192000"/>
              <a:gd name="connsiteY175" fmla="*/ 1989467 h 2237474"/>
              <a:gd name="connsiteX176" fmla="*/ 2315525 w 12192000"/>
              <a:gd name="connsiteY176" fmla="*/ 1989708 h 2237474"/>
              <a:gd name="connsiteX177" fmla="*/ 2300792 w 12192000"/>
              <a:gd name="connsiteY177" fmla="*/ 1994290 h 2237474"/>
              <a:gd name="connsiteX178" fmla="*/ 2295469 w 12192000"/>
              <a:gd name="connsiteY178" fmla="*/ 1996659 h 2237474"/>
              <a:gd name="connsiteX179" fmla="*/ 2287219 w 12192000"/>
              <a:gd name="connsiteY179" fmla="*/ 1998750 h 2237474"/>
              <a:gd name="connsiteX180" fmla="*/ 2286948 w 12192000"/>
              <a:gd name="connsiteY180" fmla="*/ 1998596 h 2237474"/>
              <a:gd name="connsiteX181" fmla="*/ 2243069 w 12192000"/>
              <a:gd name="connsiteY181" fmla="*/ 2015111 h 2237474"/>
              <a:gd name="connsiteX182" fmla="*/ 2186609 w 12192000"/>
              <a:gd name="connsiteY182" fmla="*/ 2008263 h 2237474"/>
              <a:gd name="connsiteX183" fmla="*/ 2164831 w 12192000"/>
              <a:gd name="connsiteY183" fmla="*/ 2010143 h 2237474"/>
              <a:gd name="connsiteX184" fmla="*/ 2152836 w 12192000"/>
              <a:gd name="connsiteY184" fmla="*/ 2010048 h 2237474"/>
              <a:gd name="connsiteX185" fmla="*/ 2117102 w 12192000"/>
              <a:gd name="connsiteY185" fmla="*/ 2023004 h 2237474"/>
              <a:gd name="connsiteX186" fmla="*/ 2111935 w 12192000"/>
              <a:gd name="connsiteY186" fmla="*/ 2023163 h 2237474"/>
              <a:gd name="connsiteX187" fmla="*/ 2089991 w 12192000"/>
              <a:gd name="connsiteY187" fmla="*/ 2034193 h 2237474"/>
              <a:gd name="connsiteX188" fmla="*/ 2058061 w 12192000"/>
              <a:gd name="connsiteY188" fmla="*/ 2047942 h 2237474"/>
              <a:gd name="connsiteX189" fmla="*/ 2055737 w 12192000"/>
              <a:gd name="connsiteY189" fmla="*/ 2047704 h 2237474"/>
              <a:gd name="connsiteX190" fmla="*/ 2042244 w 12192000"/>
              <a:gd name="connsiteY190" fmla="*/ 2055560 h 2237474"/>
              <a:gd name="connsiteX191" fmla="*/ 1976224 w 12192000"/>
              <a:gd name="connsiteY191" fmla="*/ 2074257 h 2237474"/>
              <a:gd name="connsiteX192" fmla="*/ 1877728 w 12192000"/>
              <a:gd name="connsiteY192" fmla="*/ 2101004 h 2237474"/>
              <a:gd name="connsiteX193" fmla="*/ 1759056 w 12192000"/>
              <a:gd name="connsiteY193" fmla="*/ 2125608 h 2237474"/>
              <a:gd name="connsiteX194" fmla="*/ 1637948 w 12192000"/>
              <a:gd name="connsiteY194" fmla="*/ 2172597 h 2237474"/>
              <a:gd name="connsiteX195" fmla="*/ 1434549 w 12192000"/>
              <a:gd name="connsiteY195" fmla="*/ 2234522 h 2237474"/>
              <a:gd name="connsiteX196" fmla="*/ 1398481 w 12192000"/>
              <a:gd name="connsiteY196" fmla="*/ 2237074 h 2237474"/>
              <a:gd name="connsiteX197" fmla="*/ 1398407 w 12192000"/>
              <a:gd name="connsiteY197" fmla="*/ 2237095 h 2237474"/>
              <a:gd name="connsiteX198" fmla="*/ 1370962 w 12192000"/>
              <a:gd name="connsiteY198" fmla="*/ 2237474 h 2237474"/>
              <a:gd name="connsiteX199" fmla="*/ 1356367 w 12192000"/>
              <a:gd name="connsiteY199" fmla="*/ 2235089 h 2237474"/>
              <a:gd name="connsiteX200" fmla="*/ 1324828 w 12192000"/>
              <a:gd name="connsiteY200" fmla="*/ 2231968 h 2237474"/>
              <a:gd name="connsiteX201" fmla="*/ 1297744 w 12192000"/>
              <a:gd name="connsiteY201" fmla="*/ 2235849 h 2237474"/>
              <a:gd name="connsiteX202" fmla="*/ 1286236 w 12192000"/>
              <a:gd name="connsiteY202" fmla="*/ 2233135 h 2237474"/>
              <a:gd name="connsiteX203" fmla="*/ 1283504 w 12192000"/>
              <a:gd name="connsiteY203" fmla="*/ 2233797 h 2237474"/>
              <a:gd name="connsiteX204" fmla="*/ 1279765 w 12192000"/>
              <a:gd name="connsiteY204" fmla="*/ 2229639 h 2237474"/>
              <a:gd name="connsiteX205" fmla="*/ 1195347 w 12192000"/>
              <a:gd name="connsiteY205" fmla="*/ 2212354 h 2237474"/>
              <a:gd name="connsiteX206" fmla="*/ 970251 w 12192000"/>
              <a:gd name="connsiteY206" fmla="*/ 2221029 h 2237474"/>
              <a:gd name="connsiteX207" fmla="*/ 812914 w 12192000"/>
              <a:gd name="connsiteY207" fmla="*/ 2202752 h 2237474"/>
              <a:gd name="connsiteX208" fmla="*/ 800195 w 12192000"/>
              <a:gd name="connsiteY208" fmla="*/ 2209407 h 2237474"/>
              <a:gd name="connsiteX209" fmla="*/ 784978 w 12192000"/>
              <a:gd name="connsiteY209" fmla="*/ 2212360 h 2237474"/>
              <a:gd name="connsiteX210" fmla="*/ 681987 w 12192000"/>
              <a:gd name="connsiteY210" fmla="*/ 2216757 h 2237474"/>
              <a:gd name="connsiteX211" fmla="*/ 669923 w 12192000"/>
              <a:gd name="connsiteY211" fmla="*/ 2211682 h 2237474"/>
              <a:gd name="connsiteX212" fmla="*/ 648680 w 12192000"/>
              <a:gd name="connsiteY212" fmla="*/ 2206229 h 2237474"/>
              <a:gd name="connsiteX213" fmla="*/ 597225 w 12192000"/>
              <a:gd name="connsiteY213" fmla="*/ 2180999 h 2237474"/>
              <a:gd name="connsiteX214" fmla="*/ 558449 w 12192000"/>
              <a:gd name="connsiteY214" fmla="*/ 2182346 h 2237474"/>
              <a:gd name="connsiteX215" fmla="*/ 550517 w 12192000"/>
              <a:gd name="connsiteY215" fmla="*/ 2182060 h 2237474"/>
              <a:gd name="connsiteX216" fmla="*/ 550309 w 12192000"/>
              <a:gd name="connsiteY216" fmla="*/ 2181825 h 2237474"/>
              <a:gd name="connsiteX217" fmla="*/ 541836 w 12192000"/>
              <a:gd name="connsiteY217" fmla="*/ 2181063 h 2237474"/>
              <a:gd name="connsiteX218" fmla="*/ 536057 w 12192000"/>
              <a:gd name="connsiteY218" fmla="*/ 2181537 h 2237474"/>
              <a:gd name="connsiteX219" fmla="*/ 520671 w 12192000"/>
              <a:gd name="connsiteY219" fmla="*/ 2180980 h 2237474"/>
              <a:gd name="connsiteX220" fmla="*/ 515024 w 12192000"/>
              <a:gd name="connsiteY220" fmla="*/ 2179258 h 2237474"/>
              <a:gd name="connsiteX221" fmla="*/ 512278 w 12192000"/>
              <a:gd name="connsiteY221" fmla="*/ 2176369 h 2237474"/>
              <a:gd name="connsiteX222" fmla="*/ 480419 w 12192000"/>
              <a:gd name="connsiteY222" fmla="*/ 2167807 h 2237474"/>
              <a:gd name="connsiteX223" fmla="*/ 413835 w 12192000"/>
              <a:gd name="connsiteY223" fmla="*/ 2156783 h 2237474"/>
              <a:gd name="connsiteX224" fmla="*/ 376513 w 12192000"/>
              <a:gd name="connsiteY224" fmla="*/ 2154014 h 2237474"/>
              <a:gd name="connsiteX225" fmla="*/ 273386 w 12192000"/>
              <a:gd name="connsiteY225" fmla="*/ 2142551 h 2237474"/>
              <a:gd name="connsiteX226" fmla="*/ 169207 w 12192000"/>
              <a:gd name="connsiteY226" fmla="*/ 2128100 h 2237474"/>
              <a:gd name="connsiteX227" fmla="*/ 93149 w 12192000"/>
              <a:gd name="connsiteY227" fmla="*/ 2105324 h 2237474"/>
              <a:gd name="connsiteX228" fmla="*/ 88109 w 12192000"/>
              <a:gd name="connsiteY228" fmla="*/ 2106704 h 2237474"/>
              <a:gd name="connsiteX229" fmla="*/ 80022 w 12192000"/>
              <a:gd name="connsiteY229" fmla="*/ 2107254 h 2237474"/>
              <a:gd name="connsiteX230" fmla="*/ 79717 w 12192000"/>
              <a:gd name="connsiteY230" fmla="*/ 2107046 h 2237474"/>
              <a:gd name="connsiteX231" fmla="*/ 72352 w 12192000"/>
              <a:gd name="connsiteY231" fmla="*/ 2107991 h 2237474"/>
              <a:gd name="connsiteX232" fmla="*/ 37645 w 12192000"/>
              <a:gd name="connsiteY232" fmla="*/ 2115401 h 2237474"/>
              <a:gd name="connsiteX233" fmla="*/ 4572 w 12192000"/>
              <a:gd name="connsiteY233" fmla="*/ 2111091 h 2237474"/>
              <a:gd name="connsiteX234" fmla="*/ 0 w 12192000"/>
              <a:gd name="connsiteY234" fmla="*/ 2110468 h 2237474"/>
              <a:gd name="connsiteX235" fmla="*/ 0 w 12192000"/>
              <a:gd name="connsiteY23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08541 w 12192000"/>
              <a:gd name="connsiteY102" fmla="*/ 1668757 h 2237474"/>
              <a:gd name="connsiteX103" fmla="*/ 6471012 w 12192000"/>
              <a:gd name="connsiteY103" fmla="*/ 1678604 h 2237474"/>
              <a:gd name="connsiteX104" fmla="*/ 6415265 w 12192000"/>
              <a:gd name="connsiteY104" fmla="*/ 1665317 h 2237474"/>
              <a:gd name="connsiteX105" fmla="*/ 6364035 w 12192000"/>
              <a:gd name="connsiteY105" fmla="*/ 1667683 h 2237474"/>
              <a:gd name="connsiteX106" fmla="*/ 6280959 w 12192000"/>
              <a:gd name="connsiteY106" fmla="*/ 1689329 h 2237474"/>
              <a:gd name="connsiteX107" fmla="*/ 6243319 w 12192000"/>
              <a:gd name="connsiteY107" fmla="*/ 1695560 h 2237474"/>
              <a:gd name="connsiteX108" fmla="*/ 6098321 w 12192000"/>
              <a:gd name="connsiteY108" fmla="*/ 1721646 h 2237474"/>
              <a:gd name="connsiteX109" fmla="*/ 5880652 w 12192000"/>
              <a:gd name="connsiteY109" fmla="*/ 1779643 h 2237474"/>
              <a:gd name="connsiteX110" fmla="*/ 5785959 w 12192000"/>
              <a:gd name="connsiteY110" fmla="*/ 1775307 h 2237474"/>
              <a:gd name="connsiteX111" fmla="*/ 5643534 w 12192000"/>
              <a:gd name="connsiteY111" fmla="*/ 1802919 h 2237474"/>
              <a:gd name="connsiteX112" fmla="*/ 5518799 w 12192000"/>
              <a:gd name="connsiteY112" fmla="*/ 1818312 h 2237474"/>
              <a:gd name="connsiteX113" fmla="*/ 5505014 w 12192000"/>
              <a:gd name="connsiteY113" fmla="*/ 1819259 h 2237474"/>
              <a:gd name="connsiteX114" fmla="*/ 5453307 w 12192000"/>
              <a:gd name="connsiteY114" fmla="*/ 1815450 h 2237474"/>
              <a:gd name="connsiteX115" fmla="*/ 5364192 w 12192000"/>
              <a:gd name="connsiteY115" fmla="*/ 1826074 h 2237474"/>
              <a:gd name="connsiteX116" fmla="*/ 5350380 w 12192000"/>
              <a:gd name="connsiteY116" fmla="*/ 1830891 h 2237474"/>
              <a:gd name="connsiteX117" fmla="*/ 5259633 w 12192000"/>
              <a:gd name="connsiteY117" fmla="*/ 1837160 h 2237474"/>
              <a:gd name="connsiteX118" fmla="*/ 5197513 w 12192000"/>
              <a:gd name="connsiteY118" fmla="*/ 1844718 h 2237474"/>
              <a:gd name="connsiteX119" fmla="*/ 5184170 w 12192000"/>
              <a:gd name="connsiteY119" fmla="*/ 1849402 h 2237474"/>
              <a:gd name="connsiteX120" fmla="*/ 5168852 w 12192000"/>
              <a:gd name="connsiteY120" fmla="*/ 1844846 h 2237474"/>
              <a:gd name="connsiteX121" fmla="*/ 5164370 w 12192000"/>
              <a:gd name="connsiteY121" fmla="*/ 1840597 h 2237474"/>
              <a:gd name="connsiteX122" fmla="*/ 5114927 w 12192000"/>
              <a:gd name="connsiteY122" fmla="*/ 1847827 h 2237474"/>
              <a:gd name="connsiteX123" fmla="*/ 5108970 w 12192000"/>
              <a:gd name="connsiteY123" fmla="*/ 1847935 h 2237474"/>
              <a:gd name="connsiteX124" fmla="*/ 5067961 w 12192000"/>
              <a:gd name="connsiteY124" fmla="*/ 1845917 h 2237474"/>
              <a:gd name="connsiteX125" fmla="*/ 5007075 w 12192000"/>
              <a:gd name="connsiteY125" fmla="*/ 1838626 h 2237474"/>
              <a:gd name="connsiteX126" fmla="*/ 4944087 w 12192000"/>
              <a:gd name="connsiteY126" fmla="*/ 1823332 h 2237474"/>
              <a:gd name="connsiteX127" fmla="*/ 4907662 w 12192000"/>
              <a:gd name="connsiteY127" fmla="*/ 1816900 h 2237474"/>
              <a:gd name="connsiteX128" fmla="*/ 4882386 w 12192000"/>
              <a:gd name="connsiteY128" fmla="*/ 1809844 h 2237474"/>
              <a:gd name="connsiteX129" fmla="*/ 4811440 w 12192000"/>
              <a:gd name="connsiteY129" fmla="*/ 1804655 h 2237474"/>
              <a:gd name="connsiteX130" fmla="*/ 4691075 w 12192000"/>
              <a:gd name="connsiteY130" fmla="*/ 1801389 h 2237474"/>
              <a:gd name="connsiteX131" fmla="*/ 4611738 w 12192000"/>
              <a:gd name="connsiteY131" fmla="*/ 1776964 h 2237474"/>
              <a:gd name="connsiteX132" fmla="*/ 4560070 w 12192000"/>
              <a:gd name="connsiteY132" fmla="*/ 1785640 h 2237474"/>
              <a:gd name="connsiteX133" fmla="*/ 4536503 w 12192000"/>
              <a:gd name="connsiteY133" fmla="*/ 1785334 h 2237474"/>
              <a:gd name="connsiteX134" fmla="*/ 4513724 w 12192000"/>
              <a:gd name="connsiteY134" fmla="*/ 1791996 h 2237474"/>
              <a:gd name="connsiteX135" fmla="*/ 4459810 w 12192000"/>
              <a:gd name="connsiteY135" fmla="*/ 1797886 h 2237474"/>
              <a:gd name="connsiteX136" fmla="*/ 4379064 w 12192000"/>
              <a:gd name="connsiteY136" fmla="*/ 1817177 h 2237474"/>
              <a:gd name="connsiteX137" fmla="*/ 4319209 w 12192000"/>
              <a:gd name="connsiteY137" fmla="*/ 1834833 h 2237474"/>
              <a:gd name="connsiteX138" fmla="*/ 4290981 w 12192000"/>
              <a:gd name="connsiteY138" fmla="*/ 1839677 h 2237474"/>
              <a:gd name="connsiteX139" fmla="*/ 4285792 w 12192000"/>
              <a:gd name="connsiteY139" fmla="*/ 1836231 h 2237474"/>
              <a:gd name="connsiteX140" fmla="*/ 4238372 w 12192000"/>
              <a:gd name="connsiteY140" fmla="*/ 1851480 h 2237474"/>
              <a:gd name="connsiteX141" fmla="*/ 4232517 w 12192000"/>
              <a:gd name="connsiteY141" fmla="*/ 1852567 h 2237474"/>
              <a:gd name="connsiteX142" fmla="*/ 4191732 w 12192000"/>
              <a:gd name="connsiteY142" fmla="*/ 1857328 h 2237474"/>
              <a:gd name="connsiteX143" fmla="*/ 4065532 w 12192000"/>
              <a:gd name="connsiteY143" fmla="*/ 1855477 h 2237474"/>
              <a:gd name="connsiteX144" fmla="*/ 4028460 w 12192000"/>
              <a:gd name="connsiteY144" fmla="*/ 1855137 h 2237474"/>
              <a:gd name="connsiteX145" fmla="*/ 4002267 w 12192000"/>
              <a:gd name="connsiteY145" fmla="*/ 1852352 h 2237474"/>
              <a:gd name="connsiteX146" fmla="*/ 3931396 w 12192000"/>
              <a:gd name="connsiteY146" fmla="*/ 1858915 h 2237474"/>
              <a:gd name="connsiteX147" fmla="*/ 3812162 w 12192000"/>
              <a:gd name="connsiteY147" fmla="*/ 1875501 h 2237474"/>
              <a:gd name="connsiteX148" fmla="*/ 3729530 w 12192000"/>
              <a:gd name="connsiteY148" fmla="*/ 1864513 h 2237474"/>
              <a:gd name="connsiteX149" fmla="*/ 3680177 w 12192000"/>
              <a:gd name="connsiteY149" fmla="*/ 1881552 h 2237474"/>
              <a:gd name="connsiteX150" fmla="*/ 3567259 w 12192000"/>
              <a:gd name="connsiteY150" fmla="*/ 1893482 h 2237474"/>
              <a:gd name="connsiteX151" fmla="*/ 3405770 w 12192000"/>
              <a:gd name="connsiteY151" fmla="*/ 1904591 h 2237474"/>
              <a:gd name="connsiteX152" fmla="*/ 3280097 w 12192000"/>
              <a:gd name="connsiteY152" fmla="*/ 1919610 h 2237474"/>
              <a:gd name="connsiteX153" fmla="*/ 3123424 w 12192000"/>
              <a:gd name="connsiteY153" fmla="*/ 1952930 h 2237474"/>
              <a:gd name="connsiteX154" fmla="*/ 3009910 w 12192000"/>
              <a:gd name="connsiteY154" fmla="*/ 1957866 h 2237474"/>
              <a:gd name="connsiteX155" fmla="*/ 2995934 w 12192000"/>
              <a:gd name="connsiteY155" fmla="*/ 1967085 h 2237474"/>
              <a:gd name="connsiteX156" fmla="*/ 2980071 w 12192000"/>
              <a:gd name="connsiteY156" fmla="*/ 1972988 h 2237474"/>
              <a:gd name="connsiteX157" fmla="*/ 2978094 w 12192000"/>
              <a:gd name="connsiteY157" fmla="*/ 1972369 h 2237474"/>
              <a:gd name="connsiteX158" fmla="*/ 2942858 w 12192000"/>
              <a:gd name="connsiteY158" fmla="*/ 1981367 h 2237474"/>
              <a:gd name="connsiteX159" fmla="*/ 2875436 w 12192000"/>
              <a:gd name="connsiteY159" fmla="*/ 1996977 h 2237474"/>
              <a:gd name="connsiteX160" fmla="*/ 2874892 w 12192000"/>
              <a:gd name="connsiteY160" fmla="*/ 1996085 h 2237474"/>
              <a:gd name="connsiteX161" fmla="*/ 2864145 w 12192000"/>
              <a:gd name="connsiteY161" fmla="*/ 1994061 h 2237474"/>
              <a:gd name="connsiteX162" fmla="*/ 2843662 w 12192000"/>
              <a:gd name="connsiteY162" fmla="*/ 1992498 h 2237474"/>
              <a:gd name="connsiteX163" fmla="*/ 2796128 w 12192000"/>
              <a:gd name="connsiteY163" fmla="*/ 1976403 h 2237474"/>
              <a:gd name="connsiteX164" fmla="*/ 2756784 w 12192000"/>
              <a:gd name="connsiteY164" fmla="*/ 1985116 h 2237474"/>
              <a:gd name="connsiteX165" fmla="*/ 2748833 w 12192000"/>
              <a:gd name="connsiteY165" fmla="*/ 1986323 h 2237474"/>
              <a:gd name="connsiteX166" fmla="*/ 2748661 w 12192000"/>
              <a:gd name="connsiteY166" fmla="*/ 1986122 h 2237474"/>
              <a:gd name="connsiteX167" fmla="*/ 2740251 w 12192000"/>
              <a:gd name="connsiteY167" fmla="*/ 1986946 h 2237474"/>
              <a:gd name="connsiteX168" fmla="*/ 2718916 w 12192000"/>
              <a:gd name="connsiteY168" fmla="*/ 1990867 h 2237474"/>
              <a:gd name="connsiteX169" fmla="*/ 2713522 w 12192000"/>
              <a:gd name="connsiteY169" fmla="*/ 1990173 h 2237474"/>
              <a:gd name="connsiteX170" fmla="*/ 2680597 w 12192000"/>
              <a:gd name="connsiteY170" fmla="*/ 1984996 h 2237474"/>
              <a:gd name="connsiteX171" fmla="*/ 2578178 w 12192000"/>
              <a:gd name="connsiteY171" fmla="*/ 1990531 h 2237474"/>
              <a:gd name="connsiteX172" fmla="*/ 2476147 w 12192000"/>
              <a:gd name="connsiteY172" fmla="*/ 1998305 h 2237474"/>
              <a:gd name="connsiteX173" fmla="*/ 2373568 w 12192000"/>
              <a:gd name="connsiteY173" fmla="*/ 2003219 h 2237474"/>
              <a:gd name="connsiteX174" fmla="*/ 2321399 w 12192000"/>
              <a:gd name="connsiteY174" fmla="*/ 1989467 h 2237474"/>
              <a:gd name="connsiteX175" fmla="*/ 2315525 w 12192000"/>
              <a:gd name="connsiteY175" fmla="*/ 1989708 h 2237474"/>
              <a:gd name="connsiteX176" fmla="*/ 2300792 w 12192000"/>
              <a:gd name="connsiteY176" fmla="*/ 1994290 h 2237474"/>
              <a:gd name="connsiteX177" fmla="*/ 2295469 w 12192000"/>
              <a:gd name="connsiteY177" fmla="*/ 1996659 h 2237474"/>
              <a:gd name="connsiteX178" fmla="*/ 2287219 w 12192000"/>
              <a:gd name="connsiteY178" fmla="*/ 1998750 h 2237474"/>
              <a:gd name="connsiteX179" fmla="*/ 2286948 w 12192000"/>
              <a:gd name="connsiteY179" fmla="*/ 1998596 h 2237474"/>
              <a:gd name="connsiteX180" fmla="*/ 2243069 w 12192000"/>
              <a:gd name="connsiteY180" fmla="*/ 2015111 h 2237474"/>
              <a:gd name="connsiteX181" fmla="*/ 2186609 w 12192000"/>
              <a:gd name="connsiteY181" fmla="*/ 2008263 h 2237474"/>
              <a:gd name="connsiteX182" fmla="*/ 2164831 w 12192000"/>
              <a:gd name="connsiteY182" fmla="*/ 2010143 h 2237474"/>
              <a:gd name="connsiteX183" fmla="*/ 2152836 w 12192000"/>
              <a:gd name="connsiteY183" fmla="*/ 2010048 h 2237474"/>
              <a:gd name="connsiteX184" fmla="*/ 2117102 w 12192000"/>
              <a:gd name="connsiteY184" fmla="*/ 2023004 h 2237474"/>
              <a:gd name="connsiteX185" fmla="*/ 2111935 w 12192000"/>
              <a:gd name="connsiteY185" fmla="*/ 2023163 h 2237474"/>
              <a:gd name="connsiteX186" fmla="*/ 2089991 w 12192000"/>
              <a:gd name="connsiteY186" fmla="*/ 2034193 h 2237474"/>
              <a:gd name="connsiteX187" fmla="*/ 2058061 w 12192000"/>
              <a:gd name="connsiteY187" fmla="*/ 2047942 h 2237474"/>
              <a:gd name="connsiteX188" fmla="*/ 2055737 w 12192000"/>
              <a:gd name="connsiteY188" fmla="*/ 2047704 h 2237474"/>
              <a:gd name="connsiteX189" fmla="*/ 2042244 w 12192000"/>
              <a:gd name="connsiteY189" fmla="*/ 2055560 h 2237474"/>
              <a:gd name="connsiteX190" fmla="*/ 1976224 w 12192000"/>
              <a:gd name="connsiteY190" fmla="*/ 2074257 h 2237474"/>
              <a:gd name="connsiteX191" fmla="*/ 1877728 w 12192000"/>
              <a:gd name="connsiteY191" fmla="*/ 2101004 h 2237474"/>
              <a:gd name="connsiteX192" fmla="*/ 1759056 w 12192000"/>
              <a:gd name="connsiteY192" fmla="*/ 2125608 h 2237474"/>
              <a:gd name="connsiteX193" fmla="*/ 1637948 w 12192000"/>
              <a:gd name="connsiteY193" fmla="*/ 2172597 h 2237474"/>
              <a:gd name="connsiteX194" fmla="*/ 1434549 w 12192000"/>
              <a:gd name="connsiteY194" fmla="*/ 2234522 h 2237474"/>
              <a:gd name="connsiteX195" fmla="*/ 1398481 w 12192000"/>
              <a:gd name="connsiteY195" fmla="*/ 2237074 h 2237474"/>
              <a:gd name="connsiteX196" fmla="*/ 1398407 w 12192000"/>
              <a:gd name="connsiteY196" fmla="*/ 2237095 h 2237474"/>
              <a:gd name="connsiteX197" fmla="*/ 1370962 w 12192000"/>
              <a:gd name="connsiteY197" fmla="*/ 2237474 h 2237474"/>
              <a:gd name="connsiteX198" fmla="*/ 1356367 w 12192000"/>
              <a:gd name="connsiteY198" fmla="*/ 2235089 h 2237474"/>
              <a:gd name="connsiteX199" fmla="*/ 1324828 w 12192000"/>
              <a:gd name="connsiteY199" fmla="*/ 2231968 h 2237474"/>
              <a:gd name="connsiteX200" fmla="*/ 1297744 w 12192000"/>
              <a:gd name="connsiteY200" fmla="*/ 2235849 h 2237474"/>
              <a:gd name="connsiteX201" fmla="*/ 1286236 w 12192000"/>
              <a:gd name="connsiteY201" fmla="*/ 2233135 h 2237474"/>
              <a:gd name="connsiteX202" fmla="*/ 1283504 w 12192000"/>
              <a:gd name="connsiteY202" fmla="*/ 2233797 h 2237474"/>
              <a:gd name="connsiteX203" fmla="*/ 1279765 w 12192000"/>
              <a:gd name="connsiteY203" fmla="*/ 2229639 h 2237474"/>
              <a:gd name="connsiteX204" fmla="*/ 1195347 w 12192000"/>
              <a:gd name="connsiteY204" fmla="*/ 2212354 h 2237474"/>
              <a:gd name="connsiteX205" fmla="*/ 970251 w 12192000"/>
              <a:gd name="connsiteY205" fmla="*/ 2221029 h 2237474"/>
              <a:gd name="connsiteX206" fmla="*/ 812914 w 12192000"/>
              <a:gd name="connsiteY206" fmla="*/ 2202752 h 2237474"/>
              <a:gd name="connsiteX207" fmla="*/ 800195 w 12192000"/>
              <a:gd name="connsiteY207" fmla="*/ 2209407 h 2237474"/>
              <a:gd name="connsiteX208" fmla="*/ 784978 w 12192000"/>
              <a:gd name="connsiteY208" fmla="*/ 2212360 h 2237474"/>
              <a:gd name="connsiteX209" fmla="*/ 681987 w 12192000"/>
              <a:gd name="connsiteY209" fmla="*/ 2216757 h 2237474"/>
              <a:gd name="connsiteX210" fmla="*/ 669923 w 12192000"/>
              <a:gd name="connsiteY210" fmla="*/ 2211682 h 2237474"/>
              <a:gd name="connsiteX211" fmla="*/ 648680 w 12192000"/>
              <a:gd name="connsiteY211" fmla="*/ 2206229 h 2237474"/>
              <a:gd name="connsiteX212" fmla="*/ 597225 w 12192000"/>
              <a:gd name="connsiteY212" fmla="*/ 2180999 h 2237474"/>
              <a:gd name="connsiteX213" fmla="*/ 558449 w 12192000"/>
              <a:gd name="connsiteY213" fmla="*/ 2182346 h 2237474"/>
              <a:gd name="connsiteX214" fmla="*/ 550517 w 12192000"/>
              <a:gd name="connsiteY214" fmla="*/ 2182060 h 2237474"/>
              <a:gd name="connsiteX215" fmla="*/ 550309 w 12192000"/>
              <a:gd name="connsiteY215" fmla="*/ 2181825 h 2237474"/>
              <a:gd name="connsiteX216" fmla="*/ 541836 w 12192000"/>
              <a:gd name="connsiteY216" fmla="*/ 2181063 h 2237474"/>
              <a:gd name="connsiteX217" fmla="*/ 536057 w 12192000"/>
              <a:gd name="connsiteY217" fmla="*/ 2181537 h 2237474"/>
              <a:gd name="connsiteX218" fmla="*/ 520671 w 12192000"/>
              <a:gd name="connsiteY218" fmla="*/ 2180980 h 2237474"/>
              <a:gd name="connsiteX219" fmla="*/ 515024 w 12192000"/>
              <a:gd name="connsiteY219" fmla="*/ 2179258 h 2237474"/>
              <a:gd name="connsiteX220" fmla="*/ 512278 w 12192000"/>
              <a:gd name="connsiteY220" fmla="*/ 2176369 h 2237474"/>
              <a:gd name="connsiteX221" fmla="*/ 480419 w 12192000"/>
              <a:gd name="connsiteY221" fmla="*/ 2167807 h 2237474"/>
              <a:gd name="connsiteX222" fmla="*/ 413835 w 12192000"/>
              <a:gd name="connsiteY222" fmla="*/ 2156783 h 2237474"/>
              <a:gd name="connsiteX223" fmla="*/ 376513 w 12192000"/>
              <a:gd name="connsiteY223" fmla="*/ 2154014 h 2237474"/>
              <a:gd name="connsiteX224" fmla="*/ 273386 w 12192000"/>
              <a:gd name="connsiteY224" fmla="*/ 2142551 h 2237474"/>
              <a:gd name="connsiteX225" fmla="*/ 169207 w 12192000"/>
              <a:gd name="connsiteY225" fmla="*/ 2128100 h 2237474"/>
              <a:gd name="connsiteX226" fmla="*/ 93149 w 12192000"/>
              <a:gd name="connsiteY226" fmla="*/ 2105324 h 2237474"/>
              <a:gd name="connsiteX227" fmla="*/ 88109 w 12192000"/>
              <a:gd name="connsiteY227" fmla="*/ 2106704 h 2237474"/>
              <a:gd name="connsiteX228" fmla="*/ 80022 w 12192000"/>
              <a:gd name="connsiteY228" fmla="*/ 2107254 h 2237474"/>
              <a:gd name="connsiteX229" fmla="*/ 79717 w 12192000"/>
              <a:gd name="connsiteY229" fmla="*/ 2107046 h 2237474"/>
              <a:gd name="connsiteX230" fmla="*/ 72352 w 12192000"/>
              <a:gd name="connsiteY230" fmla="*/ 2107991 h 2237474"/>
              <a:gd name="connsiteX231" fmla="*/ 37645 w 12192000"/>
              <a:gd name="connsiteY231" fmla="*/ 2115401 h 2237474"/>
              <a:gd name="connsiteX232" fmla="*/ 4572 w 12192000"/>
              <a:gd name="connsiteY232" fmla="*/ 2111091 h 2237474"/>
              <a:gd name="connsiteX233" fmla="*/ 0 w 12192000"/>
              <a:gd name="connsiteY233" fmla="*/ 2110468 h 2237474"/>
              <a:gd name="connsiteX234" fmla="*/ 0 w 12192000"/>
              <a:gd name="connsiteY234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16595 w 12192000"/>
              <a:gd name="connsiteY100" fmla="*/ 1667475 h 2237474"/>
              <a:gd name="connsiteX101" fmla="*/ 6508541 w 12192000"/>
              <a:gd name="connsiteY101" fmla="*/ 1668757 h 2237474"/>
              <a:gd name="connsiteX102" fmla="*/ 6471012 w 12192000"/>
              <a:gd name="connsiteY102" fmla="*/ 1678604 h 2237474"/>
              <a:gd name="connsiteX103" fmla="*/ 6415265 w 12192000"/>
              <a:gd name="connsiteY103" fmla="*/ 1665317 h 2237474"/>
              <a:gd name="connsiteX104" fmla="*/ 6364035 w 12192000"/>
              <a:gd name="connsiteY104" fmla="*/ 1667683 h 2237474"/>
              <a:gd name="connsiteX105" fmla="*/ 6280959 w 12192000"/>
              <a:gd name="connsiteY105" fmla="*/ 1689329 h 2237474"/>
              <a:gd name="connsiteX106" fmla="*/ 6243319 w 12192000"/>
              <a:gd name="connsiteY106" fmla="*/ 1695560 h 2237474"/>
              <a:gd name="connsiteX107" fmla="*/ 6098321 w 12192000"/>
              <a:gd name="connsiteY107" fmla="*/ 1721646 h 2237474"/>
              <a:gd name="connsiteX108" fmla="*/ 5880652 w 12192000"/>
              <a:gd name="connsiteY108" fmla="*/ 1779643 h 2237474"/>
              <a:gd name="connsiteX109" fmla="*/ 5785959 w 12192000"/>
              <a:gd name="connsiteY109" fmla="*/ 1775307 h 2237474"/>
              <a:gd name="connsiteX110" fmla="*/ 5643534 w 12192000"/>
              <a:gd name="connsiteY110" fmla="*/ 1802919 h 2237474"/>
              <a:gd name="connsiteX111" fmla="*/ 5518799 w 12192000"/>
              <a:gd name="connsiteY111" fmla="*/ 1818312 h 2237474"/>
              <a:gd name="connsiteX112" fmla="*/ 5505014 w 12192000"/>
              <a:gd name="connsiteY112" fmla="*/ 1819259 h 2237474"/>
              <a:gd name="connsiteX113" fmla="*/ 5453307 w 12192000"/>
              <a:gd name="connsiteY113" fmla="*/ 1815450 h 2237474"/>
              <a:gd name="connsiteX114" fmla="*/ 5364192 w 12192000"/>
              <a:gd name="connsiteY114" fmla="*/ 1826074 h 2237474"/>
              <a:gd name="connsiteX115" fmla="*/ 5350380 w 12192000"/>
              <a:gd name="connsiteY115" fmla="*/ 1830891 h 2237474"/>
              <a:gd name="connsiteX116" fmla="*/ 5259633 w 12192000"/>
              <a:gd name="connsiteY116" fmla="*/ 1837160 h 2237474"/>
              <a:gd name="connsiteX117" fmla="*/ 5197513 w 12192000"/>
              <a:gd name="connsiteY117" fmla="*/ 1844718 h 2237474"/>
              <a:gd name="connsiteX118" fmla="*/ 5184170 w 12192000"/>
              <a:gd name="connsiteY118" fmla="*/ 1849402 h 2237474"/>
              <a:gd name="connsiteX119" fmla="*/ 5168852 w 12192000"/>
              <a:gd name="connsiteY119" fmla="*/ 1844846 h 2237474"/>
              <a:gd name="connsiteX120" fmla="*/ 5164370 w 12192000"/>
              <a:gd name="connsiteY120" fmla="*/ 1840597 h 2237474"/>
              <a:gd name="connsiteX121" fmla="*/ 5114927 w 12192000"/>
              <a:gd name="connsiteY121" fmla="*/ 1847827 h 2237474"/>
              <a:gd name="connsiteX122" fmla="*/ 5108970 w 12192000"/>
              <a:gd name="connsiteY122" fmla="*/ 1847935 h 2237474"/>
              <a:gd name="connsiteX123" fmla="*/ 5067961 w 12192000"/>
              <a:gd name="connsiteY123" fmla="*/ 1845917 h 2237474"/>
              <a:gd name="connsiteX124" fmla="*/ 5007075 w 12192000"/>
              <a:gd name="connsiteY124" fmla="*/ 1838626 h 2237474"/>
              <a:gd name="connsiteX125" fmla="*/ 4944087 w 12192000"/>
              <a:gd name="connsiteY125" fmla="*/ 1823332 h 2237474"/>
              <a:gd name="connsiteX126" fmla="*/ 4907662 w 12192000"/>
              <a:gd name="connsiteY126" fmla="*/ 1816900 h 2237474"/>
              <a:gd name="connsiteX127" fmla="*/ 4882386 w 12192000"/>
              <a:gd name="connsiteY127" fmla="*/ 1809844 h 2237474"/>
              <a:gd name="connsiteX128" fmla="*/ 4811440 w 12192000"/>
              <a:gd name="connsiteY128" fmla="*/ 1804655 h 2237474"/>
              <a:gd name="connsiteX129" fmla="*/ 4691075 w 12192000"/>
              <a:gd name="connsiteY129" fmla="*/ 1801389 h 2237474"/>
              <a:gd name="connsiteX130" fmla="*/ 4611738 w 12192000"/>
              <a:gd name="connsiteY130" fmla="*/ 1776964 h 2237474"/>
              <a:gd name="connsiteX131" fmla="*/ 4560070 w 12192000"/>
              <a:gd name="connsiteY131" fmla="*/ 1785640 h 2237474"/>
              <a:gd name="connsiteX132" fmla="*/ 4536503 w 12192000"/>
              <a:gd name="connsiteY132" fmla="*/ 1785334 h 2237474"/>
              <a:gd name="connsiteX133" fmla="*/ 4513724 w 12192000"/>
              <a:gd name="connsiteY133" fmla="*/ 1791996 h 2237474"/>
              <a:gd name="connsiteX134" fmla="*/ 4459810 w 12192000"/>
              <a:gd name="connsiteY134" fmla="*/ 1797886 h 2237474"/>
              <a:gd name="connsiteX135" fmla="*/ 4379064 w 12192000"/>
              <a:gd name="connsiteY135" fmla="*/ 1817177 h 2237474"/>
              <a:gd name="connsiteX136" fmla="*/ 4319209 w 12192000"/>
              <a:gd name="connsiteY136" fmla="*/ 1834833 h 2237474"/>
              <a:gd name="connsiteX137" fmla="*/ 4290981 w 12192000"/>
              <a:gd name="connsiteY137" fmla="*/ 1839677 h 2237474"/>
              <a:gd name="connsiteX138" fmla="*/ 4285792 w 12192000"/>
              <a:gd name="connsiteY138" fmla="*/ 1836231 h 2237474"/>
              <a:gd name="connsiteX139" fmla="*/ 4238372 w 12192000"/>
              <a:gd name="connsiteY139" fmla="*/ 1851480 h 2237474"/>
              <a:gd name="connsiteX140" fmla="*/ 4232517 w 12192000"/>
              <a:gd name="connsiteY140" fmla="*/ 1852567 h 2237474"/>
              <a:gd name="connsiteX141" fmla="*/ 4191732 w 12192000"/>
              <a:gd name="connsiteY141" fmla="*/ 1857328 h 2237474"/>
              <a:gd name="connsiteX142" fmla="*/ 4065532 w 12192000"/>
              <a:gd name="connsiteY142" fmla="*/ 1855477 h 2237474"/>
              <a:gd name="connsiteX143" fmla="*/ 4028460 w 12192000"/>
              <a:gd name="connsiteY143" fmla="*/ 1855137 h 2237474"/>
              <a:gd name="connsiteX144" fmla="*/ 4002267 w 12192000"/>
              <a:gd name="connsiteY144" fmla="*/ 1852352 h 2237474"/>
              <a:gd name="connsiteX145" fmla="*/ 3931396 w 12192000"/>
              <a:gd name="connsiteY145" fmla="*/ 1858915 h 2237474"/>
              <a:gd name="connsiteX146" fmla="*/ 3812162 w 12192000"/>
              <a:gd name="connsiteY146" fmla="*/ 1875501 h 2237474"/>
              <a:gd name="connsiteX147" fmla="*/ 3729530 w 12192000"/>
              <a:gd name="connsiteY147" fmla="*/ 1864513 h 2237474"/>
              <a:gd name="connsiteX148" fmla="*/ 3680177 w 12192000"/>
              <a:gd name="connsiteY148" fmla="*/ 1881552 h 2237474"/>
              <a:gd name="connsiteX149" fmla="*/ 3567259 w 12192000"/>
              <a:gd name="connsiteY149" fmla="*/ 1893482 h 2237474"/>
              <a:gd name="connsiteX150" fmla="*/ 3405770 w 12192000"/>
              <a:gd name="connsiteY150" fmla="*/ 1904591 h 2237474"/>
              <a:gd name="connsiteX151" fmla="*/ 3280097 w 12192000"/>
              <a:gd name="connsiteY151" fmla="*/ 1919610 h 2237474"/>
              <a:gd name="connsiteX152" fmla="*/ 3123424 w 12192000"/>
              <a:gd name="connsiteY152" fmla="*/ 1952930 h 2237474"/>
              <a:gd name="connsiteX153" fmla="*/ 3009910 w 12192000"/>
              <a:gd name="connsiteY153" fmla="*/ 1957866 h 2237474"/>
              <a:gd name="connsiteX154" fmla="*/ 2995934 w 12192000"/>
              <a:gd name="connsiteY154" fmla="*/ 1967085 h 2237474"/>
              <a:gd name="connsiteX155" fmla="*/ 2980071 w 12192000"/>
              <a:gd name="connsiteY155" fmla="*/ 1972988 h 2237474"/>
              <a:gd name="connsiteX156" fmla="*/ 2978094 w 12192000"/>
              <a:gd name="connsiteY156" fmla="*/ 1972369 h 2237474"/>
              <a:gd name="connsiteX157" fmla="*/ 2942858 w 12192000"/>
              <a:gd name="connsiteY157" fmla="*/ 1981367 h 2237474"/>
              <a:gd name="connsiteX158" fmla="*/ 2875436 w 12192000"/>
              <a:gd name="connsiteY158" fmla="*/ 1996977 h 2237474"/>
              <a:gd name="connsiteX159" fmla="*/ 2874892 w 12192000"/>
              <a:gd name="connsiteY159" fmla="*/ 1996085 h 2237474"/>
              <a:gd name="connsiteX160" fmla="*/ 2864145 w 12192000"/>
              <a:gd name="connsiteY160" fmla="*/ 1994061 h 2237474"/>
              <a:gd name="connsiteX161" fmla="*/ 2843662 w 12192000"/>
              <a:gd name="connsiteY161" fmla="*/ 1992498 h 2237474"/>
              <a:gd name="connsiteX162" fmla="*/ 2796128 w 12192000"/>
              <a:gd name="connsiteY162" fmla="*/ 1976403 h 2237474"/>
              <a:gd name="connsiteX163" fmla="*/ 2756784 w 12192000"/>
              <a:gd name="connsiteY163" fmla="*/ 1985116 h 2237474"/>
              <a:gd name="connsiteX164" fmla="*/ 2748833 w 12192000"/>
              <a:gd name="connsiteY164" fmla="*/ 1986323 h 2237474"/>
              <a:gd name="connsiteX165" fmla="*/ 2748661 w 12192000"/>
              <a:gd name="connsiteY165" fmla="*/ 1986122 h 2237474"/>
              <a:gd name="connsiteX166" fmla="*/ 2740251 w 12192000"/>
              <a:gd name="connsiteY166" fmla="*/ 1986946 h 2237474"/>
              <a:gd name="connsiteX167" fmla="*/ 2718916 w 12192000"/>
              <a:gd name="connsiteY167" fmla="*/ 1990867 h 2237474"/>
              <a:gd name="connsiteX168" fmla="*/ 2713522 w 12192000"/>
              <a:gd name="connsiteY168" fmla="*/ 1990173 h 2237474"/>
              <a:gd name="connsiteX169" fmla="*/ 2680597 w 12192000"/>
              <a:gd name="connsiteY169" fmla="*/ 1984996 h 2237474"/>
              <a:gd name="connsiteX170" fmla="*/ 2578178 w 12192000"/>
              <a:gd name="connsiteY170" fmla="*/ 1990531 h 2237474"/>
              <a:gd name="connsiteX171" fmla="*/ 2476147 w 12192000"/>
              <a:gd name="connsiteY171" fmla="*/ 1998305 h 2237474"/>
              <a:gd name="connsiteX172" fmla="*/ 2373568 w 12192000"/>
              <a:gd name="connsiteY172" fmla="*/ 2003219 h 2237474"/>
              <a:gd name="connsiteX173" fmla="*/ 2321399 w 12192000"/>
              <a:gd name="connsiteY173" fmla="*/ 1989467 h 2237474"/>
              <a:gd name="connsiteX174" fmla="*/ 2315525 w 12192000"/>
              <a:gd name="connsiteY174" fmla="*/ 1989708 h 2237474"/>
              <a:gd name="connsiteX175" fmla="*/ 2300792 w 12192000"/>
              <a:gd name="connsiteY175" fmla="*/ 1994290 h 2237474"/>
              <a:gd name="connsiteX176" fmla="*/ 2295469 w 12192000"/>
              <a:gd name="connsiteY176" fmla="*/ 1996659 h 2237474"/>
              <a:gd name="connsiteX177" fmla="*/ 2287219 w 12192000"/>
              <a:gd name="connsiteY177" fmla="*/ 1998750 h 2237474"/>
              <a:gd name="connsiteX178" fmla="*/ 2286948 w 12192000"/>
              <a:gd name="connsiteY178" fmla="*/ 1998596 h 2237474"/>
              <a:gd name="connsiteX179" fmla="*/ 2243069 w 12192000"/>
              <a:gd name="connsiteY179" fmla="*/ 2015111 h 2237474"/>
              <a:gd name="connsiteX180" fmla="*/ 2186609 w 12192000"/>
              <a:gd name="connsiteY180" fmla="*/ 2008263 h 2237474"/>
              <a:gd name="connsiteX181" fmla="*/ 2164831 w 12192000"/>
              <a:gd name="connsiteY181" fmla="*/ 2010143 h 2237474"/>
              <a:gd name="connsiteX182" fmla="*/ 2152836 w 12192000"/>
              <a:gd name="connsiteY182" fmla="*/ 2010048 h 2237474"/>
              <a:gd name="connsiteX183" fmla="*/ 2117102 w 12192000"/>
              <a:gd name="connsiteY183" fmla="*/ 2023004 h 2237474"/>
              <a:gd name="connsiteX184" fmla="*/ 2111935 w 12192000"/>
              <a:gd name="connsiteY184" fmla="*/ 2023163 h 2237474"/>
              <a:gd name="connsiteX185" fmla="*/ 2089991 w 12192000"/>
              <a:gd name="connsiteY185" fmla="*/ 2034193 h 2237474"/>
              <a:gd name="connsiteX186" fmla="*/ 2058061 w 12192000"/>
              <a:gd name="connsiteY186" fmla="*/ 2047942 h 2237474"/>
              <a:gd name="connsiteX187" fmla="*/ 2055737 w 12192000"/>
              <a:gd name="connsiteY187" fmla="*/ 2047704 h 2237474"/>
              <a:gd name="connsiteX188" fmla="*/ 2042244 w 12192000"/>
              <a:gd name="connsiteY188" fmla="*/ 2055560 h 2237474"/>
              <a:gd name="connsiteX189" fmla="*/ 1976224 w 12192000"/>
              <a:gd name="connsiteY189" fmla="*/ 2074257 h 2237474"/>
              <a:gd name="connsiteX190" fmla="*/ 1877728 w 12192000"/>
              <a:gd name="connsiteY190" fmla="*/ 2101004 h 2237474"/>
              <a:gd name="connsiteX191" fmla="*/ 1759056 w 12192000"/>
              <a:gd name="connsiteY191" fmla="*/ 2125608 h 2237474"/>
              <a:gd name="connsiteX192" fmla="*/ 1637948 w 12192000"/>
              <a:gd name="connsiteY192" fmla="*/ 2172597 h 2237474"/>
              <a:gd name="connsiteX193" fmla="*/ 1434549 w 12192000"/>
              <a:gd name="connsiteY193" fmla="*/ 2234522 h 2237474"/>
              <a:gd name="connsiteX194" fmla="*/ 1398481 w 12192000"/>
              <a:gd name="connsiteY194" fmla="*/ 2237074 h 2237474"/>
              <a:gd name="connsiteX195" fmla="*/ 1398407 w 12192000"/>
              <a:gd name="connsiteY195" fmla="*/ 2237095 h 2237474"/>
              <a:gd name="connsiteX196" fmla="*/ 1370962 w 12192000"/>
              <a:gd name="connsiteY196" fmla="*/ 2237474 h 2237474"/>
              <a:gd name="connsiteX197" fmla="*/ 1356367 w 12192000"/>
              <a:gd name="connsiteY197" fmla="*/ 2235089 h 2237474"/>
              <a:gd name="connsiteX198" fmla="*/ 1324828 w 12192000"/>
              <a:gd name="connsiteY198" fmla="*/ 2231968 h 2237474"/>
              <a:gd name="connsiteX199" fmla="*/ 1297744 w 12192000"/>
              <a:gd name="connsiteY199" fmla="*/ 2235849 h 2237474"/>
              <a:gd name="connsiteX200" fmla="*/ 1286236 w 12192000"/>
              <a:gd name="connsiteY200" fmla="*/ 2233135 h 2237474"/>
              <a:gd name="connsiteX201" fmla="*/ 1283504 w 12192000"/>
              <a:gd name="connsiteY201" fmla="*/ 2233797 h 2237474"/>
              <a:gd name="connsiteX202" fmla="*/ 1279765 w 12192000"/>
              <a:gd name="connsiteY202" fmla="*/ 2229639 h 2237474"/>
              <a:gd name="connsiteX203" fmla="*/ 1195347 w 12192000"/>
              <a:gd name="connsiteY203" fmla="*/ 2212354 h 2237474"/>
              <a:gd name="connsiteX204" fmla="*/ 970251 w 12192000"/>
              <a:gd name="connsiteY204" fmla="*/ 2221029 h 2237474"/>
              <a:gd name="connsiteX205" fmla="*/ 812914 w 12192000"/>
              <a:gd name="connsiteY205" fmla="*/ 2202752 h 2237474"/>
              <a:gd name="connsiteX206" fmla="*/ 800195 w 12192000"/>
              <a:gd name="connsiteY206" fmla="*/ 2209407 h 2237474"/>
              <a:gd name="connsiteX207" fmla="*/ 784978 w 12192000"/>
              <a:gd name="connsiteY207" fmla="*/ 2212360 h 2237474"/>
              <a:gd name="connsiteX208" fmla="*/ 681987 w 12192000"/>
              <a:gd name="connsiteY208" fmla="*/ 2216757 h 2237474"/>
              <a:gd name="connsiteX209" fmla="*/ 669923 w 12192000"/>
              <a:gd name="connsiteY209" fmla="*/ 2211682 h 2237474"/>
              <a:gd name="connsiteX210" fmla="*/ 648680 w 12192000"/>
              <a:gd name="connsiteY210" fmla="*/ 2206229 h 2237474"/>
              <a:gd name="connsiteX211" fmla="*/ 597225 w 12192000"/>
              <a:gd name="connsiteY211" fmla="*/ 2180999 h 2237474"/>
              <a:gd name="connsiteX212" fmla="*/ 558449 w 12192000"/>
              <a:gd name="connsiteY212" fmla="*/ 2182346 h 2237474"/>
              <a:gd name="connsiteX213" fmla="*/ 550517 w 12192000"/>
              <a:gd name="connsiteY213" fmla="*/ 2182060 h 2237474"/>
              <a:gd name="connsiteX214" fmla="*/ 550309 w 12192000"/>
              <a:gd name="connsiteY214" fmla="*/ 2181825 h 2237474"/>
              <a:gd name="connsiteX215" fmla="*/ 541836 w 12192000"/>
              <a:gd name="connsiteY215" fmla="*/ 2181063 h 2237474"/>
              <a:gd name="connsiteX216" fmla="*/ 536057 w 12192000"/>
              <a:gd name="connsiteY216" fmla="*/ 2181537 h 2237474"/>
              <a:gd name="connsiteX217" fmla="*/ 520671 w 12192000"/>
              <a:gd name="connsiteY217" fmla="*/ 2180980 h 2237474"/>
              <a:gd name="connsiteX218" fmla="*/ 515024 w 12192000"/>
              <a:gd name="connsiteY218" fmla="*/ 2179258 h 2237474"/>
              <a:gd name="connsiteX219" fmla="*/ 512278 w 12192000"/>
              <a:gd name="connsiteY219" fmla="*/ 2176369 h 2237474"/>
              <a:gd name="connsiteX220" fmla="*/ 480419 w 12192000"/>
              <a:gd name="connsiteY220" fmla="*/ 2167807 h 2237474"/>
              <a:gd name="connsiteX221" fmla="*/ 413835 w 12192000"/>
              <a:gd name="connsiteY221" fmla="*/ 2156783 h 2237474"/>
              <a:gd name="connsiteX222" fmla="*/ 376513 w 12192000"/>
              <a:gd name="connsiteY222" fmla="*/ 2154014 h 2237474"/>
              <a:gd name="connsiteX223" fmla="*/ 273386 w 12192000"/>
              <a:gd name="connsiteY223" fmla="*/ 2142551 h 2237474"/>
              <a:gd name="connsiteX224" fmla="*/ 169207 w 12192000"/>
              <a:gd name="connsiteY224" fmla="*/ 2128100 h 2237474"/>
              <a:gd name="connsiteX225" fmla="*/ 93149 w 12192000"/>
              <a:gd name="connsiteY225" fmla="*/ 2105324 h 2237474"/>
              <a:gd name="connsiteX226" fmla="*/ 88109 w 12192000"/>
              <a:gd name="connsiteY226" fmla="*/ 2106704 h 2237474"/>
              <a:gd name="connsiteX227" fmla="*/ 80022 w 12192000"/>
              <a:gd name="connsiteY227" fmla="*/ 2107254 h 2237474"/>
              <a:gd name="connsiteX228" fmla="*/ 79717 w 12192000"/>
              <a:gd name="connsiteY228" fmla="*/ 2107046 h 2237474"/>
              <a:gd name="connsiteX229" fmla="*/ 72352 w 12192000"/>
              <a:gd name="connsiteY229" fmla="*/ 2107991 h 2237474"/>
              <a:gd name="connsiteX230" fmla="*/ 37645 w 12192000"/>
              <a:gd name="connsiteY230" fmla="*/ 2115401 h 2237474"/>
              <a:gd name="connsiteX231" fmla="*/ 4572 w 12192000"/>
              <a:gd name="connsiteY231" fmla="*/ 2111091 h 2237474"/>
              <a:gd name="connsiteX232" fmla="*/ 0 w 12192000"/>
              <a:gd name="connsiteY232" fmla="*/ 2110468 h 2237474"/>
              <a:gd name="connsiteX233" fmla="*/ 0 w 12192000"/>
              <a:gd name="connsiteY233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16595 w 12192000"/>
              <a:gd name="connsiteY99" fmla="*/ 1667475 h 2237474"/>
              <a:gd name="connsiteX100" fmla="*/ 6508541 w 12192000"/>
              <a:gd name="connsiteY100" fmla="*/ 1668757 h 2237474"/>
              <a:gd name="connsiteX101" fmla="*/ 6471012 w 12192000"/>
              <a:gd name="connsiteY101" fmla="*/ 1678604 h 2237474"/>
              <a:gd name="connsiteX102" fmla="*/ 6415265 w 12192000"/>
              <a:gd name="connsiteY102" fmla="*/ 1665317 h 2237474"/>
              <a:gd name="connsiteX103" fmla="*/ 6364035 w 12192000"/>
              <a:gd name="connsiteY103" fmla="*/ 1667683 h 2237474"/>
              <a:gd name="connsiteX104" fmla="*/ 6280959 w 12192000"/>
              <a:gd name="connsiteY104" fmla="*/ 1689329 h 2237474"/>
              <a:gd name="connsiteX105" fmla="*/ 6243319 w 12192000"/>
              <a:gd name="connsiteY105" fmla="*/ 1695560 h 2237474"/>
              <a:gd name="connsiteX106" fmla="*/ 6098321 w 12192000"/>
              <a:gd name="connsiteY106" fmla="*/ 1721646 h 2237474"/>
              <a:gd name="connsiteX107" fmla="*/ 5880652 w 12192000"/>
              <a:gd name="connsiteY107" fmla="*/ 1779643 h 2237474"/>
              <a:gd name="connsiteX108" fmla="*/ 5785959 w 12192000"/>
              <a:gd name="connsiteY108" fmla="*/ 1775307 h 2237474"/>
              <a:gd name="connsiteX109" fmla="*/ 5643534 w 12192000"/>
              <a:gd name="connsiteY109" fmla="*/ 1802919 h 2237474"/>
              <a:gd name="connsiteX110" fmla="*/ 5518799 w 12192000"/>
              <a:gd name="connsiteY110" fmla="*/ 1818312 h 2237474"/>
              <a:gd name="connsiteX111" fmla="*/ 5505014 w 12192000"/>
              <a:gd name="connsiteY111" fmla="*/ 1819259 h 2237474"/>
              <a:gd name="connsiteX112" fmla="*/ 5453307 w 12192000"/>
              <a:gd name="connsiteY112" fmla="*/ 1815450 h 2237474"/>
              <a:gd name="connsiteX113" fmla="*/ 5364192 w 12192000"/>
              <a:gd name="connsiteY113" fmla="*/ 1826074 h 2237474"/>
              <a:gd name="connsiteX114" fmla="*/ 5350380 w 12192000"/>
              <a:gd name="connsiteY114" fmla="*/ 1830891 h 2237474"/>
              <a:gd name="connsiteX115" fmla="*/ 5259633 w 12192000"/>
              <a:gd name="connsiteY115" fmla="*/ 1837160 h 2237474"/>
              <a:gd name="connsiteX116" fmla="*/ 5197513 w 12192000"/>
              <a:gd name="connsiteY116" fmla="*/ 1844718 h 2237474"/>
              <a:gd name="connsiteX117" fmla="*/ 5184170 w 12192000"/>
              <a:gd name="connsiteY117" fmla="*/ 1849402 h 2237474"/>
              <a:gd name="connsiteX118" fmla="*/ 5168852 w 12192000"/>
              <a:gd name="connsiteY118" fmla="*/ 1844846 h 2237474"/>
              <a:gd name="connsiteX119" fmla="*/ 5164370 w 12192000"/>
              <a:gd name="connsiteY119" fmla="*/ 1840597 h 2237474"/>
              <a:gd name="connsiteX120" fmla="*/ 5114927 w 12192000"/>
              <a:gd name="connsiteY120" fmla="*/ 1847827 h 2237474"/>
              <a:gd name="connsiteX121" fmla="*/ 5108970 w 12192000"/>
              <a:gd name="connsiteY121" fmla="*/ 1847935 h 2237474"/>
              <a:gd name="connsiteX122" fmla="*/ 5067961 w 12192000"/>
              <a:gd name="connsiteY122" fmla="*/ 1845917 h 2237474"/>
              <a:gd name="connsiteX123" fmla="*/ 5007075 w 12192000"/>
              <a:gd name="connsiteY123" fmla="*/ 1838626 h 2237474"/>
              <a:gd name="connsiteX124" fmla="*/ 4944087 w 12192000"/>
              <a:gd name="connsiteY124" fmla="*/ 1823332 h 2237474"/>
              <a:gd name="connsiteX125" fmla="*/ 4907662 w 12192000"/>
              <a:gd name="connsiteY125" fmla="*/ 1816900 h 2237474"/>
              <a:gd name="connsiteX126" fmla="*/ 4882386 w 12192000"/>
              <a:gd name="connsiteY126" fmla="*/ 1809844 h 2237474"/>
              <a:gd name="connsiteX127" fmla="*/ 4811440 w 12192000"/>
              <a:gd name="connsiteY127" fmla="*/ 1804655 h 2237474"/>
              <a:gd name="connsiteX128" fmla="*/ 4691075 w 12192000"/>
              <a:gd name="connsiteY128" fmla="*/ 1801389 h 2237474"/>
              <a:gd name="connsiteX129" fmla="*/ 4611738 w 12192000"/>
              <a:gd name="connsiteY129" fmla="*/ 1776964 h 2237474"/>
              <a:gd name="connsiteX130" fmla="*/ 4560070 w 12192000"/>
              <a:gd name="connsiteY130" fmla="*/ 1785640 h 2237474"/>
              <a:gd name="connsiteX131" fmla="*/ 4536503 w 12192000"/>
              <a:gd name="connsiteY131" fmla="*/ 1785334 h 2237474"/>
              <a:gd name="connsiteX132" fmla="*/ 4513724 w 12192000"/>
              <a:gd name="connsiteY132" fmla="*/ 1791996 h 2237474"/>
              <a:gd name="connsiteX133" fmla="*/ 4459810 w 12192000"/>
              <a:gd name="connsiteY133" fmla="*/ 1797886 h 2237474"/>
              <a:gd name="connsiteX134" fmla="*/ 4379064 w 12192000"/>
              <a:gd name="connsiteY134" fmla="*/ 1817177 h 2237474"/>
              <a:gd name="connsiteX135" fmla="*/ 4319209 w 12192000"/>
              <a:gd name="connsiteY135" fmla="*/ 1834833 h 2237474"/>
              <a:gd name="connsiteX136" fmla="*/ 4290981 w 12192000"/>
              <a:gd name="connsiteY136" fmla="*/ 1839677 h 2237474"/>
              <a:gd name="connsiteX137" fmla="*/ 4285792 w 12192000"/>
              <a:gd name="connsiteY137" fmla="*/ 1836231 h 2237474"/>
              <a:gd name="connsiteX138" fmla="*/ 4238372 w 12192000"/>
              <a:gd name="connsiteY138" fmla="*/ 1851480 h 2237474"/>
              <a:gd name="connsiteX139" fmla="*/ 4232517 w 12192000"/>
              <a:gd name="connsiteY139" fmla="*/ 1852567 h 2237474"/>
              <a:gd name="connsiteX140" fmla="*/ 4191732 w 12192000"/>
              <a:gd name="connsiteY140" fmla="*/ 1857328 h 2237474"/>
              <a:gd name="connsiteX141" fmla="*/ 4065532 w 12192000"/>
              <a:gd name="connsiteY141" fmla="*/ 1855477 h 2237474"/>
              <a:gd name="connsiteX142" fmla="*/ 4028460 w 12192000"/>
              <a:gd name="connsiteY142" fmla="*/ 1855137 h 2237474"/>
              <a:gd name="connsiteX143" fmla="*/ 4002267 w 12192000"/>
              <a:gd name="connsiteY143" fmla="*/ 1852352 h 2237474"/>
              <a:gd name="connsiteX144" fmla="*/ 3931396 w 12192000"/>
              <a:gd name="connsiteY144" fmla="*/ 1858915 h 2237474"/>
              <a:gd name="connsiteX145" fmla="*/ 3812162 w 12192000"/>
              <a:gd name="connsiteY145" fmla="*/ 1875501 h 2237474"/>
              <a:gd name="connsiteX146" fmla="*/ 3729530 w 12192000"/>
              <a:gd name="connsiteY146" fmla="*/ 1864513 h 2237474"/>
              <a:gd name="connsiteX147" fmla="*/ 3680177 w 12192000"/>
              <a:gd name="connsiteY147" fmla="*/ 1881552 h 2237474"/>
              <a:gd name="connsiteX148" fmla="*/ 3567259 w 12192000"/>
              <a:gd name="connsiteY148" fmla="*/ 1893482 h 2237474"/>
              <a:gd name="connsiteX149" fmla="*/ 3405770 w 12192000"/>
              <a:gd name="connsiteY149" fmla="*/ 1904591 h 2237474"/>
              <a:gd name="connsiteX150" fmla="*/ 3280097 w 12192000"/>
              <a:gd name="connsiteY150" fmla="*/ 1919610 h 2237474"/>
              <a:gd name="connsiteX151" fmla="*/ 3123424 w 12192000"/>
              <a:gd name="connsiteY151" fmla="*/ 1952930 h 2237474"/>
              <a:gd name="connsiteX152" fmla="*/ 3009910 w 12192000"/>
              <a:gd name="connsiteY152" fmla="*/ 1957866 h 2237474"/>
              <a:gd name="connsiteX153" fmla="*/ 2995934 w 12192000"/>
              <a:gd name="connsiteY153" fmla="*/ 1967085 h 2237474"/>
              <a:gd name="connsiteX154" fmla="*/ 2980071 w 12192000"/>
              <a:gd name="connsiteY154" fmla="*/ 1972988 h 2237474"/>
              <a:gd name="connsiteX155" fmla="*/ 2978094 w 12192000"/>
              <a:gd name="connsiteY155" fmla="*/ 1972369 h 2237474"/>
              <a:gd name="connsiteX156" fmla="*/ 2942858 w 12192000"/>
              <a:gd name="connsiteY156" fmla="*/ 1981367 h 2237474"/>
              <a:gd name="connsiteX157" fmla="*/ 2875436 w 12192000"/>
              <a:gd name="connsiteY157" fmla="*/ 1996977 h 2237474"/>
              <a:gd name="connsiteX158" fmla="*/ 2874892 w 12192000"/>
              <a:gd name="connsiteY158" fmla="*/ 1996085 h 2237474"/>
              <a:gd name="connsiteX159" fmla="*/ 2864145 w 12192000"/>
              <a:gd name="connsiteY159" fmla="*/ 1994061 h 2237474"/>
              <a:gd name="connsiteX160" fmla="*/ 2843662 w 12192000"/>
              <a:gd name="connsiteY160" fmla="*/ 1992498 h 2237474"/>
              <a:gd name="connsiteX161" fmla="*/ 2796128 w 12192000"/>
              <a:gd name="connsiteY161" fmla="*/ 1976403 h 2237474"/>
              <a:gd name="connsiteX162" fmla="*/ 2756784 w 12192000"/>
              <a:gd name="connsiteY162" fmla="*/ 1985116 h 2237474"/>
              <a:gd name="connsiteX163" fmla="*/ 2748833 w 12192000"/>
              <a:gd name="connsiteY163" fmla="*/ 1986323 h 2237474"/>
              <a:gd name="connsiteX164" fmla="*/ 2748661 w 12192000"/>
              <a:gd name="connsiteY164" fmla="*/ 1986122 h 2237474"/>
              <a:gd name="connsiteX165" fmla="*/ 2740251 w 12192000"/>
              <a:gd name="connsiteY165" fmla="*/ 1986946 h 2237474"/>
              <a:gd name="connsiteX166" fmla="*/ 2718916 w 12192000"/>
              <a:gd name="connsiteY166" fmla="*/ 1990867 h 2237474"/>
              <a:gd name="connsiteX167" fmla="*/ 2713522 w 12192000"/>
              <a:gd name="connsiteY167" fmla="*/ 1990173 h 2237474"/>
              <a:gd name="connsiteX168" fmla="*/ 2680597 w 12192000"/>
              <a:gd name="connsiteY168" fmla="*/ 1984996 h 2237474"/>
              <a:gd name="connsiteX169" fmla="*/ 2578178 w 12192000"/>
              <a:gd name="connsiteY169" fmla="*/ 1990531 h 2237474"/>
              <a:gd name="connsiteX170" fmla="*/ 2476147 w 12192000"/>
              <a:gd name="connsiteY170" fmla="*/ 1998305 h 2237474"/>
              <a:gd name="connsiteX171" fmla="*/ 2373568 w 12192000"/>
              <a:gd name="connsiteY171" fmla="*/ 2003219 h 2237474"/>
              <a:gd name="connsiteX172" fmla="*/ 2321399 w 12192000"/>
              <a:gd name="connsiteY172" fmla="*/ 1989467 h 2237474"/>
              <a:gd name="connsiteX173" fmla="*/ 2315525 w 12192000"/>
              <a:gd name="connsiteY173" fmla="*/ 1989708 h 2237474"/>
              <a:gd name="connsiteX174" fmla="*/ 2300792 w 12192000"/>
              <a:gd name="connsiteY174" fmla="*/ 1994290 h 2237474"/>
              <a:gd name="connsiteX175" fmla="*/ 2295469 w 12192000"/>
              <a:gd name="connsiteY175" fmla="*/ 1996659 h 2237474"/>
              <a:gd name="connsiteX176" fmla="*/ 2287219 w 12192000"/>
              <a:gd name="connsiteY176" fmla="*/ 1998750 h 2237474"/>
              <a:gd name="connsiteX177" fmla="*/ 2286948 w 12192000"/>
              <a:gd name="connsiteY177" fmla="*/ 1998596 h 2237474"/>
              <a:gd name="connsiteX178" fmla="*/ 2243069 w 12192000"/>
              <a:gd name="connsiteY178" fmla="*/ 2015111 h 2237474"/>
              <a:gd name="connsiteX179" fmla="*/ 2186609 w 12192000"/>
              <a:gd name="connsiteY179" fmla="*/ 2008263 h 2237474"/>
              <a:gd name="connsiteX180" fmla="*/ 2164831 w 12192000"/>
              <a:gd name="connsiteY180" fmla="*/ 2010143 h 2237474"/>
              <a:gd name="connsiteX181" fmla="*/ 2152836 w 12192000"/>
              <a:gd name="connsiteY181" fmla="*/ 2010048 h 2237474"/>
              <a:gd name="connsiteX182" fmla="*/ 2117102 w 12192000"/>
              <a:gd name="connsiteY182" fmla="*/ 2023004 h 2237474"/>
              <a:gd name="connsiteX183" fmla="*/ 2111935 w 12192000"/>
              <a:gd name="connsiteY183" fmla="*/ 2023163 h 2237474"/>
              <a:gd name="connsiteX184" fmla="*/ 2089991 w 12192000"/>
              <a:gd name="connsiteY184" fmla="*/ 2034193 h 2237474"/>
              <a:gd name="connsiteX185" fmla="*/ 2058061 w 12192000"/>
              <a:gd name="connsiteY185" fmla="*/ 2047942 h 2237474"/>
              <a:gd name="connsiteX186" fmla="*/ 2055737 w 12192000"/>
              <a:gd name="connsiteY186" fmla="*/ 2047704 h 2237474"/>
              <a:gd name="connsiteX187" fmla="*/ 2042244 w 12192000"/>
              <a:gd name="connsiteY187" fmla="*/ 2055560 h 2237474"/>
              <a:gd name="connsiteX188" fmla="*/ 1976224 w 12192000"/>
              <a:gd name="connsiteY188" fmla="*/ 2074257 h 2237474"/>
              <a:gd name="connsiteX189" fmla="*/ 1877728 w 12192000"/>
              <a:gd name="connsiteY189" fmla="*/ 2101004 h 2237474"/>
              <a:gd name="connsiteX190" fmla="*/ 1759056 w 12192000"/>
              <a:gd name="connsiteY190" fmla="*/ 2125608 h 2237474"/>
              <a:gd name="connsiteX191" fmla="*/ 1637948 w 12192000"/>
              <a:gd name="connsiteY191" fmla="*/ 2172597 h 2237474"/>
              <a:gd name="connsiteX192" fmla="*/ 1434549 w 12192000"/>
              <a:gd name="connsiteY192" fmla="*/ 2234522 h 2237474"/>
              <a:gd name="connsiteX193" fmla="*/ 1398481 w 12192000"/>
              <a:gd name="connsiteY193" fmla="*/ 2237074 h 2237474"/>
              <a:gd name="connsiteX194" fmla="*/ 1398407 w 12192000"/>
              <a:gd name="connsiteY194" fmla="*/ 2237095 h 2237474"/>
              <a:gd name="connsiteX195" fmla="*/ 1370962 w 12192000"/>
              <a:gd name="connsiteY195" fmla="*/ 2237474 h 2237474"/>
              <a:gd name="connsiteX196" fmla="*/ 1356367 w 12192000"/>
              <a:gd name="connsiteY196" fmla="*/ 2235089 h 2237474"/>
              <a:gd name="connsiteX197" fmla="*/ 1324828 w 12192000"/>
              <a:gd name="connsiteY197" fmla="*/ 2231968 h 2237474"/>
              <a:gd name="connsiteX198" fmla="*/ 1297744 w 12192000"/>
              <a:gd name="connsiteY198" fmla="*/ 2235849 h 2237474"/>
              <a:gd name="connsiteX199" fmla="*/ 1286236 w 12192000"/>
              <a:gd name="connsiteY199" fmla="*/ 2233135 h 2237474"/>
              <a:gd name="connsiteX200" fmla="*/ 1283504 w 12192000"/>
              <a:gd name="connsiteY200" fmla="*/ 2233797 h 2237474"/>
              <a:gd name="connsiteX201" fmla="*/ 1279765 w 12192000"/>
              <a:gd name="connsiteY201" fmla="*/ 2229639 h 2237474"/>
              <a:gd name="connsiteX202" fmla="*/ 1195347 w 12192000"/>
              <a:gd name="connsiteY202" fmla="*/ 2212354 h 2237474"/>
              <a:gd name="connsiteX203" fmla="*/ 970251 w 12192000"/>
              <a:gd name="connsiteY203" fmla="*/ 2221029 h 2237474"/>
              <a:gd name="connsiteX204" fmla="*/ 812914 w 12192000"/>
              <a:gd name="connsiteY204" fmla="*/ 2202752 h 2237474"/>
              <a:gd name="connsiteX205" fmla="*/ 800195 w 12192000"/>
              <a:gd name="connsiteY205" fmla="*/ 2209407 h 2237474"/>
              <a:gd name="connsiteX206" fmla="*/ 784978 w 12192000"/>
              <a:gd name="connsiteY206" fmla="*/ 2212360 h 2237474"/>
              <a:gd name="connsiteX207" fmla="*/ 681987 w 12192000"/>
              <a:gd name="connsiteY207" fmla="*/ 2216757 h 2237474"/>
              <a:gd name="connsiteX208" fmla="*/ 669923 w 12192000"/>
              <a:gd name="connsiteY208" fmla="*/ 2211682 h 2237474"/>
              <a:gd name="connsiteX209" fmla="*/ 648680 w 12192000"/>
              <a:gd name="connsiteY209" fmla="*/ 2206229 h 2237474"/>
              <a:gd name="connsiteX210" fmla="*/ 597225 w 12192000"/>
              <a:gd name="connsiteY210" fmla="*/ 2180999 h 2237474"/>
              <a:gd name="connsiteX211" fmla="*/ 558449 w 12192000"/>
              <a:gd name="connsiteY211" fmla="*/ 2182346 h 2237474"/>
              <a:gd name="connsiteX212" fmla="*/ 550517 w 12192000"/>
              <a:gd name="connsiteY212" fmla="*/ 2182060 h 2237474"/>
              <a:gd name="connsiteX213" fmla="*/ 550309 w 12192000"/>
              <a:gd name="connsiteY213" fmla="*/ 2181825 h 2237474"/>
              <a:gd name="connsiteX214" fmla="*/ 541836 w 12192000"/>
              <a:gd name="connsiteY214" fmla="*/ 2181063 h 2237474"/>
              <a:gd name="connsiteX215" fmla="*/ 536057 w 12192000"/>
              <a:gd name="connsiteY215" fmla="*/ 2181537 h 2237474"/>
              <a:gd name="connsiteX216" fmla="*/ 520671 w 12192000"/>
              <a:gd name="connsiteY216" fmla="*/ 2180980 h 2237474"/>
              <a:gd name="connsiteX217" fmla="*/ 515024 w 12192000"/>
              <a:gd name="connsiteY217" fmla="*/ 2179258 h 2237474"/>
              <a:gd name="connsiteX218" fmla="*/ 512278 w 12192000"/>
              <a:gd name="connsiteY218" fmla="*/ 2176369 h 2237474"/>
              <a:gd name="connsiteX219" fmla="*/ 480419 w 12192000"/>
              <a:gd name="connsiteY219" fmla="*/ 2167807 h 2237474"/>
              <a:gd name="connsiteX220" fmla="*/ 413835 w 12192000"/>
              <a:gd name="connsiteY220" fmla="*/ 2156783 h 2237474"/>
              <a:gd name="connsiteX221" fmla="*/ 376513 w 12192000"/>
              <a:gd name="connsiteY221" fmla="*/ 2154014 h 2237474"/>
              <a:gd name="connsiteX222" fmla="*/ 273386 w 12192000"/>
              <a:gd name="connsiteY222" fmla="*/ 2142551 h 2237474"/>
              <a:gd name="connsiteX223" fmla="*/ 169207 w 12192000"/>
              <a:gd name="connsiteY223" fmla="*/ 2128100 h 2237474"/>
              <a:gd name="connsiteX224" fmla="*/ 93149 w 12192000"/>
              <a:gd name="connsiteY224" fmla="*/ 2105324 h 2237474"/>
              <a:gd name="connsiteX225" fmla="*/ 88109 w 12192000"/>
              <a:gd name="connsiteY225" fmla="*/ 2106704 h 2237474"/>
              <a:gd name="connsiteX226" fmla="*/ 80022 w 12192000"/>
              <a:gd name="connsiteY226" fmla="*/ 2107254 h 2237474"/>
              <a:gd name="connsiteX227" fmla="*/ 79717 w 12192000"/>
              <a:gd name="connsiteY227" fmla="*/ 2107046 h 2237474"/>
              <a:gd name="connsiteX228" fmla="*/ 72352 w 12192000"/>
              <a:gd name="connsiteY228" fmla="*/ 2107991 h 2237474"/>
              <a:gd name="connsiteX229" fmla="*/ 37645 w 12192000"/>
              <a:gd name="connsiteY229" fmla="*/ 2115401 h 2237474"/>
              <a:gd name="connsiteX230" fmla="*/ 4572 w 12192000"/>
              <a:gd name="connsiteY230" fmla="*/ 2111091 h 2237474"/>
              <a:gd name="connsiteX231" fmla="*/ 0 w 12192000"/>
              <a:gd name="connsiteY231" fmla="*/ 2110468 h 2237474"/>
              <a:gd name="connsiteX232" fmla="*/ 0 w 12192000"/>
              <a:gd name="connsiteY23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16595 w 12192000"/>
              <a:gd name="connsiteY98" fmla="*/ 1667475 h 2237474"/>
              <a:gd name="connsiteX99" fmla="*/ 6508541 w 12192000"/>
              <a:gd name="connsiteY99" fmla="*/ 1668757 h 2237474"/>
              <a:gd name="connsiteX100" fmla="*/ 6471012 w 12192000"/>
              <a:gd name="connsiteY100" fmla="*/ 1678604 h 2237474"/>
              <a:gd name="connsiteX101" fmla="*/ 6415265 w 12192000"/>
              <a:gd name="connsiteY101" fmla="*/ 1665317 h 2237474"/>
              <a:gd name="connsiteX102" fmla="*/ 6364035 w 12192000"/>
              <a:gd name="connsiteY102" fmla="*/ 1667683 h 2237474"/>
              <a:gd name="connsiteX103" fmla="*/ 6280959 w 12192000"/>
              <a:gd name="connsiteY103" fmla="*/ 1689329 h 2237474"/>
              <a:gd name="connsiteX104" fmla="*/ 6243319 w 12192000"/>
              <a:gd name="connsiteY104" fmla="*/ 1695560 h 2237474"/>
              <a:gd name="connsiteX105" fmla="*/ 6098321 w 12192000"/>
              <a:gd name="connsiteY105" fmla="*/ 1721646 h 2237474"/>
              <a:gd name="connsiteX106" fmla="*/ 5880652 w 12192000"/>
              <a:gd name="connsiteY106" fmla="*/ 1779643 h 2237474"/>
              <a:gd name="connsiteX107" fmla="*/ 5785959 w 12192000"/>
              <a:gd name="connsiteY107" fmla="*/ 1775307 h 2237474"/>
              <a:gd name="connsiteX108" fmla="*/ 5643534 w 12192000"/>
              <a:gd name="connsiteY108" fmla="*/ 1802919 h 2237474"/>
              <a:gd name="connsiteX109" fmla="*/ 5518799 w 12192000"/>
              <a:gd name="connsiteY109" fmla="*/ 1818312 h 2237474"/>
              <a:gd name="connsiteX110" fmla="*/ 5505014 w 12192000"/>
              <a:gd name="connsiteY110" fmla="*/ 1819259 h 2237474"/>
              <a:gd name="connsiteX111" fmla="*/ 5453307 w 12192000"/>
              <a:gd name="connsiteY111" fmla="*/ 1815450 h 2237474"/>
              <a:gd name="connsiteX112" fmla="*/ 5364192 w 12192000"/>
              <a:gd name="connsiteY112" fmla="*/ 1826074 h 2237474"/>
              <a:gd name="connsiteX113" fmla="*/ 5350380 w 12192000"/>
              <a:gd name="connsiteY113" fmla="*/ 1830891 h 2237474"/>
              <a:gd name="connsiteX114" fmla="*/ 5259633 w 12192000"/>
              <a:gd name="connsiteY114" fmla="*/ 1837160 h 2237474"/>
              <a:gd name="connsiteX115" fmla="*/ 5197513 w 12192000"/>
              <a:gd name="connsiteY115" fmla="*/ 1844718 h 2237474"/>
              <a:gd name="connsiteX116" fmla="*/ 5184170 w 12192000"/>
              <a:gd name="connsiteY116" fmla="*/ 1849402 h 2237474"/>
              <a:gd name="connsiteX117" fmla="*/ 5168852 w 12192000"/>
              <a:gd name="connsiteY117" fmla="*/ 1844846 h 2237474"/>
              <a:gd name="connsiteX118" fmla="*/ 5164370 w 12192000"/>
              <a:gd name="connsiteY118" fmla="*/ 1840597 h 2237474"/>
              <a:gd name="connsiteX119" fmla="*/ 5114927 w 12192000"/>
              <a:gd name="connsiteY119" fmla="*/ 1847827 h 2237474"/>
              <a:gd name="connsiteX120" fmla="*/ 5108970 w 12192000"/>
              <a:gd name="connsiteY120" fmla="*/ 1847935 h 2237474"/>
              <a:gd name="connsiteX121" fmla="*/ 5067961 w 12192000"/>
              <a:gd name="connsiteY121" fmla="*/ 1845917 h 2237474"/>
              <a:gd name="connsiteX122" fmla="*/ 5007075 w 12192000"/>
              <a:gd name="connsiteY122" fmla="*/ 1838626 h 2237474"/>
              <a:gd name="connsiteX123" fmla="*/ 4944087 w 12192000"/>
              <a:gd name="connsiteY123" fmla="*/ 1823332 h 2237474"/>
              <a:gd name="connsiteX124" fmla="*/ 4907662 w 12192000"/>
              <a:gd name="connsiteY124" fmla="*/ 1816900 h 2237474"/>
              <a:gd name="connsiteX125" fmla="*/ 4882386 w 12192000"/>
              <a:gd name="connsiteY125" fmla="*/ 1809844 h 2237474"/>
              <a:gd name="connsiteX126" fmla="*/ 4811440 w 12192000"/>
              <a:gd name="connsiteY126" fmla="*/ 1804655 h 2237474"/>
              <a:gd name="connsiteX127" fmla="*/ 4691075 w 12192000"/>
              <a:gd name="connsiteY127" fmla="*/ 1801389 h 2237474"/>
              <a:gd name="connsiteX128" fmla="*/ 4611738 w 12192000"/>
              <a:gd name="connsiteY128" fmla="*/ 1776964 h 2237474"/>
              <a:gd name="connsiteX129" fmla="*/ 4560070 w 12192000"/>
              <a:gd name="connsiteY129" fmla="*/ 1785640 h 2237474"/>
              <a:gd name="connsiteX130" fmla="*/ 4536503 w 12192000"/>
              <a:gd name="connsiteY130" fmla="*/ 1785334 h 2237474"/>
              <a:gd name="connsiteX131" fmla="*/ 4513724 w 12192000"/>
              <a:gd name="connsiteY131" fmla="*/ 1791996 h 2237474"/>
              <a:gd name="connsiteX132" fmla="*/ 4459810 w 12192000"/>
              <a:gd name="connsiteY132" fmla="*/ 1797886 h 2237474"/>
              <a:gd name="connsiteX133" fmla="*/ 4379064 w 12192000"/>
              <a:gd name="connsiteY133" fmla="*/ 1817177 h 2237474"/>
              <a:gd name="connsiteX134" fmla="*/ 4319209 w 12192000"/>
              <a:gd name="connsiteY134" fmla="*/ 1834833 h 2237474"/>
              <a:gd name="connsiteX135" fmla="*/ 4290981 w 12192000"/>
              <a:gd name="connsiteY135" fmla="*/ 1839677 h 2237474"/>
              <a:gd name="connsiteX136" fmla="*/ 4285792 w 12192000"/>
              <a:gd name="connsiteY136" fmla="*/ 1836231 h 2237474"/>
              <a:gd name="connsiteX137" fmla="*/ 4238372 w 12192000"/>
              <a:gd name="connsiteY137" fmla="*/ 1851480 h 2237474"/>
              <a:gd name="connsiteX138" fmla="*/ 4232517 w 12192000"/>
              <a:gd name="connsiteY138" fmla="*/ 1852567 h 2237474"/>
              <a:gd name="connsiteX139" fmla="*/ 4191732 w 12192000"/>
              <a:gd name="connsiteY139" fmla="*/ 1857328 h 2237474"/>
              <a:gd name="connsiteX140" fmla="*/ 4065532 w 12192000"/>
              <a:gd name="connsiteY140" fmla="*/ 1855477 h 2237474"/>
              <a:gd name="connsiteX141" fmla="*/ 4028460 w 12192000"/>
              <a:gd name="connsiteY141" fmla="*/ 1855137 h 2237474"/>
              <a:gd name="connsiteX142" fmla="*/ 4002267 w 12192000"/>
              <a:gd name="connsiteY142" fmla="*/ 1852352 h 2237474"/>
              <a:gd name="connsiteX143" fmla="*/ 3931396 w 12192000"/>
              <a:gd name="connsiteY143" fmla="*/ 1858915 h 2237474"/>
              <a:gd name="connsiteX144" fmla="*/ 3812162 w 12192000"/>
              <a:gd name="connsiteY144" fmla="*/ 1875501 h 2237474"/>
              <a:gd name="connsiteX145" fmla="*/ 3729530 w 12192000"/>
              <a:gd name="connsiteY145" fmla="*/ 1864513 h 2237474"/>
              <a:gd name="connsiteX146" fmla="*/ 3680177 w 12192000"/>
              <a:gd name="connsiteY146" fmla="*/ 1881552 h 2237474"/>
              <a:gd name="connsiteX147" fmla="*/ 3567259 w 12192000"/>
              <a:gd name="connsiteY147" fmla="*/ 1893482 h 2237474"/>
              <a:gd name="connsiteX148" fmla="*/ 3405770 w 12192000"/>
              <a:gd name="connsiteY148" fmla="*/ 1904591 h 2237474"/>
              <a:gd name="connsiteX149" fmla="*/ 3280097 w 12192000"/>
              <a:gd name="connsiteY149" fmla="*/ 1919610 h 2237474"/>
              <a:gd name="connsiteX150" fmla="*/ 3123424 w 12192000"/>
              <a:gd name="connsiteY150" fmla="*/ 1952930 h 2237474"/>
              <a:gd name="connsiteX151" fmla="*/ 3009910 w 12192000"/>
              <a:gd name="connsiteY151" fmla="*/ 1957866 h 2237474"/>
              <a:gd name="connsiteX152" fmla="*/ 2995934 w 12192000"/>
              <a:gd name="connsiteY152" fmla="*/ 1967085 h 2237474"/>
              <a:gd name="connsiteX153" fmla="*/ 2980071 w 12192000"/>
              <a:gd name="connsiteY153" fmla="*/ 1972988 h 2237474"/>
              <a:gd name="connsiteX154" fmla="*/ 2978094 w 12192000"/>
              <a:gd name="connsiteY154" fmla="*/ 1972369 h 2237474"/>
              <a:gd name="connsiteX155" fmla="*/ 2942858 w 12192000"/>
              <a:gd name="connsiteY155" fmla="*/ 1981367 h 2237474"/>
              <a:gd name="connsiteX156" fmla="*/ 2875436 w 12192000"/>
              <a:gd name="connsiteY156" fmla="*/ 1996977 h 2237474"/>
              <a:gd name="connsiteX157" fmla="*/ 2874892 w 12192000"/>
              <a:gd name="connsiteY157" fmla="*/ 1996085 h 2237474"/>
              <a:gd name="connsiteX158" fmla="*/ 2864145 w 12192000"/>
              <a:gd name="connsiteY158" fmla="*/ 1994061 h 2237474"/>
              <a:gd name="connsiteX159" fmla="*/ 2843662 w 12192000"/>
              <a:gd name="connsiteY159" fmla="*/ 1992498 h 2237474"/>
              <a:gd name="connsiteX160" fmla="*/ 2796128 w 12192000"/>
              <a:gd name="connsiteY160" fmla="*/ 1976403 h 2237474"/>
              <a:gd name="connsiteX161" fmla="*/ 2756784 w 12192000"/>
              <a:gd name="connsiteY161" fmla="*/ 1985116 h 2237474"/>
              <a:gd name="connsiteX162" fmla="*/ 2748833 w 12192000"/>
              <a:gd name="connsiteY162" fmla="*/ 1986323 h 2237474"/>
              <a:gd name="connsiteX163" fmla="*/ 2748661 w 12192000"/>
              <a:gd name="connsiteY163" fmla="*/ 1986122 h 2237474"/>
              <a:gd name="connsiteX164" fmla="*/ 2740251 w 12192000"/>
              <a:gd name="connsiteY164" fmla="*/ 1986946 h 2237474"/>
              <a:gd name="connsiteX165" fmla="*/ 2718916 w 12192000"/>
              <a:gd name="connsiteY165" fmla="*/ 1990867 h 2237474"/>
              <a:gd name="connsiteX166" fmla="*/ 2713522 w 12192000"/>
              <a:gd name="connsiteY166" fmla="*/ 1990173 h 2237474"/>
              <a:gd name="connsiteX167" fmla="*/ 2680597 w 12192000"/>
              <a:gd name="connsiteY167" fmla="*/ 1984996 h 2237474"/>
              <a:gd name="connsiteX168" fmla="*/ 2578178 w 12192000"/>
              <a:gd name="connsiteY168" fmla="*/ 1990531 h 2237474"/>
              <a:gd name="connsiteX169" fmla="*/ 2476147 w 12192000"/>
              <a:gd name="connsiteY169" fmla="*/ 1998305 h 2237474"/>
              <a:gd name="connsiteX170" fmla="*/ 2373568 w 12192000"/>
              <a:gd name="connsiteY170" fmla="*/ 2003219 h 2237474"/>
              <a:gd name="connsiteX171" fmla="*/ 2321399 w 12192000"/>
              <a:gd name="connsiteY171" fmla="*/ 1989467 h 2237474"/>
              <a:gd name="connsiteX172" fmla="*/ 2315525 w 12192000"/>
              <a:gd name="connsiteY172" fmla="*/ 1989708 h 2237474"/>
              <a:gd name="connsiteX173" fmla="*/ 2300792 w 12192000"/>
              <a:gd name="connsiteY173" fmla="*/ 1994290 h 2237474"/>
              <a:gd name="connsiteX174" fmla="*/ 2295469 w 12192000"/>
              <a:gd name="connsiteY174" fmla="*/ 1996659 h 2237474"/>
              <a:gd name="connsiteX175" fmla="*/ 2287219 w 12192000"/>
              <a:gd name="connsiteY175" fmla="*/ 1998750 h 2237474"/>
              <a:gd name="connsiteX176" fmla="*/ 2286948 w 12192000"/>
              <a:gd name="connsiteY176" fmla="*/ 1998596 h 2237474"/>
              <a:gd name="connsiteX177" fmla="*/ 2243069 w 12192000"/>
              <a:gd name="connsiteY177" fmla="*/ 2015111 h 2237474"/>
              <a:gd name="connsiteX178" fmla="*/ 2186609 w 12192000"/>
              <a:gd name="connsiteY178" fmla="*/ 2008263 h 2237474"/>
              <a:gd name="connsiteX179" fmla="*/ 2164831 w 12192000"/>
              <a:gd name="connsiteY179" fmla="*/ 2010143 h 2237474"/>
              <a:gd name="connsiteX180" fmla="*/ 2152836 w 12192000"/>
              <a:gd name="connsiteY180" fmla="*/ 2010048 h 2237474"/>
              <a:gd name="connsiteX181" fmla="*/ 2117102 w 12192000"/>
              <a:gd name="connsiteY181" fmla="*/ 2023004 h 2237474"/>
              <a:gd name="connsiteX182" fmla="*/ 2111935 w 12192000"/>
              <a:gd name="connsiteY182" fmla="*/ 2023163 h 2237474"/>
              <a:gd name="connsiteX183" fmla="*/ 2089991 w 12192000"/>
              <a:gd name="connsiteY183" fmla="*/ 2034193 h 2237474"/>
              <a:gd name="connsiteX184" fmla="*/ 2058061 w 12192000"/>
              <a:gd name="connsiteY184" fmla="*/ 2047942 h 2237474"/>
              <a:gd name="connsiteX185" fmla="*/ 2055737 w 12192000"/>
              <a:gd name="connsiteY185" fmla="*/ 2047704 h 2237474"/>
              <a:gd name="connsiteX186" fmla="*/ 2042244 w 12192000"/>
              <a:gd name="connsiteY186" fmla="*/ 2055560 h 2237474"/>
              <a:gd name="connsiteX187" fmla="*/ 1976224 w 12192000"/>
              <a:gd name="connsiteY187" fmla="*/ 2074257 h 2237474"/>
              <a:gd name="connsiteX188" fmla="*/ 1877728 w 12192000"/>
              <a:gd name="connsiteY188" fmla="*/ 2101004 h 2237474"/>
              <a:gd name="connsiteX189" fmla="*/ 1759056 w 12192000"/>
              <a:gd name="connsiteY189" fmla="*/ 2125608 h 2237474"/>
              <a:gd name="connsiteX190" fmla="*/ 1637948 w 12192000"/>
              <a:gd name="connsiteY190" fmla="*/ 2172597 h 2237474"/>
              <a:gd name="connsiteX191" fmla="*/ 1434549 w 12192000"/>
              <a:gd name="connsiteY191" fmla="*/ 2234522 h 2237474"/>
              <a:gd name="connsiteX192" fmla="*/ 1398481 w 12192000"/>
              <a:gd name="connsiteY192" fmla="*/ 2237074 h 2237474"/>
              <a:gd name="connsiteX193" fmla="*/ 1398407 w 12192000"/>
              <a:gd name="connsiteY193" fmla="*/ 2237095 h 2237474"/>
              <a:gd name="connsiteX194" fmla="*/ 1370962 w 12192000"/>
              <a:gd name="connsiteY194" fmla="*/ 2237474 h 2237474"/>
              <a:gd name="connsiteX195" fmla="*/ 1356367 w 12192000"/>
              <a:gd name="connsiteY195" fmla="*/ 2235089 h 2237474"/>
              <a:gd name="connsiteX196" fmla="*/ 1324828 w 12192000"/>
              <a:gd name="connsiteY196" fmla="*/ 2231968 h 2237474"/>
              <a:gd name="connsiteX197" fmla="*/ 1297744 w 12192000"/>
              <a:gd name="connsiteY197" fmla="*/ 2235849 h 2237474"/>
              <a:gd name="connsiteX198" fmla="*/ 1286236 w 12192000"/>
              <a:gd name="connsiteY198" fmla="*/ 2233135 h 2237474"/>
              <a:gd name="connsiteX199" fmla="*/ 1283504 w 12192000"/>
              <a:gd name="connsiteY199" fmla="*/ 2233797 h 2237474"/>
              <a:gd name="connsiteX200" fmla="*/ 1279765 w 12192000"/>
              <a:gd name="connsiteY200" fmla="*/ 2229639 h 2237474"/>
              <a:gd name="connsiteX201" fmla="*/ 1195347 w 12192000"/>
              <a:gd name="connsiteY201" fmla="*/ 2212354 h 2237474"/>
              <a:gd name="connsiteX202" fmla="*/ 970251 w 12192000"/>
              <a:gd name="connsiteY202" fmla="*/ 2221029 h 2237474"/>
              <a:gd name="connsiteX203" fmla="*/ 812914 w 12192000"/>
              <a:gd name="connsiteY203" fmla="*/ 2202752 h 2237474"/>
              <a:gd name="connsiteX204" fmla="*/ 800195 w 12192000"/>
              <a:gd name="connsiteY204" fmla="*/ 2209407 h 2237474"/>
              <a:gd name="connsiteX205" fmla="*/ 784978 w 12192000"/>
              <a:gd name="connsiteY205" fmla="*/ 2212360 h 2237474"/>
              <a:gd name="connsiteX206" fmla="*/ 681987 w 12192000"/>
              <a:gd name="connsiteY206" fmla="*/ 2216757 h 2237474"/>
              <a:gd name="connsiteX207" fmla="*/ 669923 w 12192000"/>
              <a:gd name="connsiteY207" fmla="*/ 2211682 h 2237474"/>
              <a:gd name="connsiteX208" fmla="*/ 648680 w 12192000"/>
              <a:gd name="connsiteY208" fmla="*/ 2206229 h 2237474"/>
              <a:gd name="connsiteX209" fmla="*/ 597225 w 12192000"/>
              <a:gd name="connsiteY209" fmla="*/ 2180999 h 2237474"/>
              <a:gd name="connsiteX210" fmla="*/ 558449 w 12192000"/>
              <a:gd name="connsiteY210" fmla="*/ 2182346 h 2237474"/>
              <a:gd name="connsiteX211" fmla="*/ 550517 w 12192000"/>
              <a:gd name="connsiteY211" fmla="*/ 2182060 h 2237474"/>
              <a:gd name="connsiteX212" fmla="*/ 550309 w 12192000"/>
              <a:gd name="connsiteY212" fmla="*/ 2181825 h 2237474"/>
              <a:gd name="connsiteX213" fmla="*/ 541836 w 12192000"/>
              <a:gd name="connsiteY213" fmla="*/ 2181063 h 2237474"/>
              <a:gd name="connsiteX214" fmla="*/ 536057 w 12192000"/>
              <a:gd name="connsiteY214" fmla="*/ 2181537 h 2237474"/>
              <a:gd name="connsiteX215" fmla="*/ 520671 w 12192000"/>
              <a:gd name="connsiteY215" fmla="*/ 2180980 h 2237474"/>
              <a:gd name="connsiteX216" fmla="*/ 515024 w 12192000"/>
              <a:gd name="connsiteY216" fmla="*/ 2179258 h 2237474"/>
              <a:gd name="connsiteX217" fmla="*/ 512278 w 12192000"/>
              <a:gd name="connsiteY217" fmla="*/ 2176369 h 2237474"/>
              <a:gd name="connsiteX218" fmla="*/ 480419 w 12192000"/>
              <a:gd name="connsiteY218" fmla="*/ 2167807 h 2237474"/>
              <a:gd name="connsiteX219" fmla="*/ 413835 w 12192000"/>
              <a:gd name="connsiteY219" fmla="*/ 2156783 h 2237474"/>
              <a:gd name="connsiteX220" fmla="*/ 376513 w 12192000"/>
              <a:gd name="connsiteY220" fmla="*/ 2154014 h 2237474"/>
              <a:gd name="connsiteX221" fmla="*/ 273386 w 12192000"/>
              <a:gd name="connsiteY221" fmla="*/ 2142551 h 2237474"/>
              <a:gd name="connsiteX222" fmla="*/ 169207 w 12192000"/>
              <a:gd name="connsiteY222" fmla="*/ 2128100 h 2237474"/>
              <a:gd name="connsiteX223" fmla="*/ 93149 w 12192000"/>
              <a:gd name="connsiteY223" fmla="*/ 2105324 h 2237474"/>
              <a:gd name="connsiteX224" fmla="*/ 88109 w 12192000"/>
              <a:gd name="connsiteY224" fmla="*/ 2106704 h 2237474"/>
              <a:gd name="connsiteX225" fmla="*/ 80022 w 12192000"/>
              <a:gd name="connsiteY225" fmla="*/ 2107254 h 2237474"/>
              <a:gd name="connsiteX226" fmla="*/ 79717 w 12192000"/>
              <a:gd name="connsiteY226" fmla="*/ 2107046 h 2237474"/>
              <a:gd name="connsiteX227" fmla="*/ 72352 w 12192000"/>
              <a:gd name="connsiteY227" fmla="*/ 2107991 h 2237474"/>
              <a:gd name="connsiteX228" fmla="*/ 37645 w 12192000"/>
              <a:gd name="connsiteY228" fmla="*/ 2115401 h 2237474"/>
              <a:gd name="connsiteX229" fmla="*/ 4572 w 12192000"/>
              <a:gd name="connsiteY229" fmla="*/ 2111091 h 2237474"/>
              <a:gd name="connsiteX230" fmla="*/ 0 w 12192000"/>
              <a:gd name="connsiteY230" fmla="*/ 2110468 h 2237474"/>
              <a:gd name="connsiteX231" fmla="*/ 0 w 12192000"/>
              <a:gd name="connsiteY231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16595 w 12192000"/>
              <a:gd name="connsiteY97" fmla="*/ 1667475 h 2237474"/>
              <a:gd name="connsiteX98" fmla="*/ 6508541 w 12192000"/>
              <a:gd name="connsiteY98" fmla="*/ 1668757 h 2237474"/>
              <a:gd name="connsiteX99" fmla="*/ 6471012 w 12192000"/>
              <a:gd name="connsiteY99" fmla="*/ 1678604 h 2237474"/>
              <a:gd name="connsiteX100" fmla="*/ 6415265 w 12192000"/>
              <a:gd name="connsiteY100" fmla="*/ 1665317 h 2237474"/>
              <a:gd name="connsiteX101" fmla="*/ 6364035 w 12192000"/>
              <a:gd name="connsiteY101" fmla="*/ 1667683 h 2237474"/>
              <a:gd name="connsiteX102" fmla="*/ 6280959 w 12192000"/>
              <a:gd name="connsiteY102" fmla="*/ 1689329 h 2237474"/>
              <a:gd name="connsiteX103" fmla="*/ 6243319 w 12192000"/>
              <a:gd name="connsiteY103" fmla="*/ 1695560 h 2237474"/>
              <a:gd name="connsiteX104" fmla="*/ 6098321 w 12192000"/>
              <a:gd name="connsiteY104" fmla="*/ 1721646 h 2237474"/>
              <a:gd name="connsiteX105" fmla="*/ 5880652 w 12192000"/>
              <a:gd name="connsiteY105" fmla="*/ 1779643 h 2237474"/>
              <a:gd name="connsiteX106" fmla="*/ 5785959 w 12192000"/>
              <a:gd name="connsiteY106" fmla="*/ 1775307 h 2237474"/>
              <a:gd name="connsiteX107" fmla="*/ 5643534 w 12192000"/>
              <a:gd name="connsiteY107" fmla="*/ 1802919 h 2237474"/>
              <a:gd name="connsiteX108" fmla="*/ 5518799 w 12192000"/>
              <a:gd name="connsiteY108" fmla="*/ 1818312 h 2237474"/>
              <a:gd name="connsiteX109" fmla="*/ 5505014 w 12192000"/>
              <a:gd name="connsiteY109" fmla="*/ 1819259 h 2237474"/>
              <a:gd name="connsiteX110" fmla="*/ 5453307 w 12192000"/>
              <a:gd name="connsiteY110" fmla="*/ 1815450 h 2237474"/>
              <a:gd name="connsiteX111" fmla="*/ 5364192 w 12192000"/>
              <a:gd name="connsiteY111" fmla="*/ 1826074 h 2237474"/>
              <a:gd name="connsiteX112" fmla="*/ 5350380 w 12192000"/>
              <a:gd name="connsiteY112" fmla="*/ 1830891 h 2237474"/>
              <a:gd name="connsiteX113" fmla="*/ 5259633 w 12192000"/>
              <a:gd name="connsiteY113" fmla="*/ 1837160 h 2237474"/>
              <a:gd name="connsiteX114" fmla="*/ 5197513 w 12192000"/>
              <a:gd name="connsiteY114" fmla="*/ 1844718 h 2237474"/>
              <a:gd name="connsiteX115" fmla="*/ 5184170 w 12192000"/>
              <a:gd name="connsiteY115" fmla="*/ 1849402 h 2237474"/>
              <a:gd name="connsiteX116" fmla="*/ 5168852 w 12192000"/>
              <a:gd name="connsiteY116" fmla="*/ 1844846 h 2237474"/>
              <a:gd name="connsiteX117" fmla="*/ 5164370 w 12192000"/>
              <a:gd name="connsiteY117" fmla="*/ 1840597 h 2237474"/>
              <a:gd name="connsiteX118" fmla="*/ 5114927 w 12192000"/>
              <a:gd name="connsiteY118" fmla="*/ 1847827 h 2237474"/>
              <a:gd name="connsiteX119" fmla="*/ 5108970 w 12192000"/>
              <a:gd name="connsiteY119" fmla="*/ 1847935 h 2237474"/>
              <a:gd name="connsiteX120" fmla="*/ 5067961 w 12192000"/>
              <a:gd name="connsiteY120" fmla="*/ 1845917 h 2237474"/>
              <a:gd name="connsiteX121" fmla="*/ 5007075 w 12192000"/>
              <a:gd name="connsiteY121" fmla="*/ 1838626 h 2237474"/>
              <a:gd name="connsiteX122" fmla="*/ 4944087 w 12192000"/>
              <a:gd name="connsiteY122" fmla="*/ 1823332 h 2237474"/>
              <a:gd name="connsiteX123" fmla="*/ 4907662 w 12192000"/>
              <a:gd name="connsiteY123" fmla="*/ 1816900 h 2237474"/>
              <a:gd name="connsiteX124" fmla="*/ 4882386 w 12192000"/>
              <a:gd name="connsiteY124" fmla="*/ 1809844 h 2237474"/>
              <a:gd name="connsiteX125" fmla="*/ 4811440 w 12192000"/>
              <a:gd name="connsiteY125" fmla="*/ 1804655 h 2237474"/>
              <a:gd name="connsiteX126" fmla="*/ 4691075 w 12192000"/>
              <a:gd name="connsiteY126" fmla="*/ 1801389 h 2237474"/>
              <a:gd name="connsiteX127" fmla="*/ 4611738 w 12192000"/>
              <a:gd name="connsiteY127" fmla="*/ 1776964 h 2237474"/>
              <a:gd name="connsiteX128" fmla="*/ 4560070 w 12192000"/>
              <a:gd name="connsiteY128" fmla="*/ 1785640 h 2237474"/>
              <a:gd name="connsiteX129" fmla="*/ 4536503 w 12192000"/>
              <a:gd name="connsiteY129" fmla="*/ 1785334 h 2237474"/>
              <a:gd name="connsiteX130" fmla="*/ 4513724 w 12192000"/>
              <a:gd name="connsiteY130" fmla="*/ 1791996 h 2237474"/>
              <a:gd name="connsiteX131" fmla="*/ 4459810 w 12192000"/>
              <a:gd name="connsiteY131" fmla="*/ 1797886 h 2237474"/>
              <a:gd name="connsiteX132" fmla="*/ 4379064 w 12192000"/>
              <a:gd name="connsiteY132" fmla="*/ 1817177 h 2237474"/>
              <a:gd name="connsiteX133" fmla="*/ 4319209 w 12192000"/>
              <a:gd name="connsiteY133" fmla="*/ 1834833 h 2237474"/>
              <a:gd name="connsiteX134" fmla="*/ 4290981 w 12192000"/>
              <a:gd name="connsiteY134" fmla="*/ 1839677 h 2237474"/>
              <a:gd name="connsiteX135" fmla="*/ 4285792 w 12192000"/>
              <a:gd name="connsiteY135" fmla="*/ 1836231 h 2237474"/>
              <a:gd name="connsiteX136" fmla="*/ 4238372 w 12192000"/>
              <a:gd name="connsiteY136" fmla="*/ 1851480 h 2237474"/>
              <a:gd name="connsiteX137" fmla="*/ 4232517 w 12192000"/>
              <a:gd name="connsiteY137" fmla="*/ 1852567 h 2237474"/>
              <a:gd name="connsiteX138" fmla="*/ 4191732 w 12192000"/>
              <a:gd name="connsiteY138" fmla="*/ 1857328 h 2237474"/>
              <a:gd name="connsiteX139" fmla="*/ 4065532 w 12192000"/>
              <a:gd name="connsiteY139" fmla="*/ 1855477 h 2237474"/>
              <a:gd name="connsiteX140" fmla="*/ 4028460 w 12192000"/>
              <a:gd name="connsiteY140" fmla="*/ 1855137 h 2237474"/>
              <a:gd name="connsiteX141" fmla="*/ 4002267 w 12192000"/>
              <a:gd name="connsiteY141" fmla="*/ 1852352 h 2237474"/>
              <a:gd name="connsiteX142" fmla="*/ 3931396 w 12192000"/>
              <a:gd name="connsiteY142" fmla="*/ 1858915 h 2237474"/>
              <a:gd name="connsiteX143" fmla="*/ 3812162 w 12192000"/>
              <a:gd name="connsiteY143" fmla="*/ 1875501 h 2237474"/>
              <a:gd name="connsiteX144" fmla="*/ 3729530 w 12192000"/>
              <a:gd name="connsiteY144" fmla="*/ 1864513 h 2237474"/>
              <a:gd name="connsiteX145" fmla="*/ 3680177 w 12192000"/>
              <a:gd name="connsiteY145" fmla="*/ 1881552 h 2237474"/>
              <a:gd name="connsiteX146" fmla="*/ 3567259 w 12192000"/>
              <a:gd name="connsiteY146" fmla="*/ 1893482 h 2237474"/>
              <a:gd name="connsiteX147" fmla="*/ 3405770 w 12192000"/>
              <a:gd name="connsiteY147" fmla="*/ 1904591 h 2237474"/>
              <a:gd name="connsiteX148" fmla="*/ 3280097 w 12192000"/>
              <a:gd name="connsiteY148" fmla="*/ 1919610 h 2237474"/>
              <a:gd name="connsiteX149" fmla="*/ 3123424 w 12192000"/>
              <a:gd name="connsiteY149" fmla="*/ 1952930 h 2237474"/>
              <a:gd name="connsiteX150" fmla="*/ 3009910 w 12192000"/>
              <a:gd name="connsiteY150" fmla="*/ 1957866 h 2237474"/>
              <a:gd name="connsiteX151" fmla="*/ 2995934 w 12192000"/>
              <a:gd name="connsiteY151" fmla="*/ 1967085 h 2237474"/>
              <a:gd name="connsiteX152" fmla="*/ 2980071 w 12192000"/>
              <a:gd name="connsiteY152" fmla="*/ 1972988 h 2237474"/>
              <a:gd name="connsiteX153" fmla="*/ 2978094 w 12192000"/>
              <a:gd name="connsiteY153" fmla="*/ 1972369 h 2237474"/>
              <a:gd name="connsiteX154" fmla="*/ 2942858 w 12192000"/>
              <a:gd name="connsiteY154" fmla="*/ 1981367 h 2237474"/>
              <a:gd name="connsiteX155" fmla="*/ 2875436 w 12192000"/>
              <a:gd name="connsiteY155" fmla="*/ 1996977 h 2237474"/>
              <a:gd name="connsiteX156" fmla="*/ 2874892 w 12192000"/>
              <a:gd name="connsiteY156" fmla="*/ 1996085 h 2237474"/>
              <a:gd name="connsiteX157" fmla="*/ 2864145 w 12192000"/>
              <a:gd name="connsiteY157" fmla="*/ 1994061 h 2237474"/>
              <a:gd name="connsiteX158" fmla="*/ 2843662 w 12192000"/>
              <a:gd name="connsiteY158" fmla="*/ 1992498 h 2237474"/>
              <a:gd name="connsiteX159" fmla="*/ 2796128 w 12192000"/>
              <a:gd name="connsiteY159" fmla="*/ 1976403 h 2237474"/>
              <a:gd name="connsiteX160" fmla="*/ 2756784 w 12192000"/>
              <a:gd name="connsiteY160" fmla="*/ 1985116 h 2237474"/>
              <a:gd name="connsiteX161" fmla="*/ 2748833 w 12192000"/>
              <a:gd name="connsiteY161" fmla="*/ 1986323 h 2237474"/>
              <a:gd name="connsiteX162" fmla="*/ 2748661 w 12192000"/>
              <a:gd name="connsiteY162" fmla="*/ 1986122 h 2237474"/>
              <a:gd name="connsiteX163" fmla="*/ 2740251 w 12192000"/>
              <a:gd name="connsiteY163" fmla="*/ 1986946 h 2237474"/>
              <a:gd name="connsiteX164" fmla="*/ 2718916 w 12192000"/>
              <a:gd name="connsiteY164" fmla="*/ 1990867 h 2237474"/>
              <a:gd name="connsiteX165" fmla="*/ 2713522 w 12192000"/>
              <a:gd name="connsiteY165" fmla="*/ 1990173 h 2237474"/>
              <a:gd name="connsiteX166" fmla="*/ 2680597 w 12192000"/>
              <a:gd name="connsiteY166" fmla="*/ 1984996 h 2237474"/>
              <a:gd name="connsiteX167" fmla="*/ 2578178 w 12192000"/>
              <a:gd name="connsiteY167" fmla="*/ 1990531 h 2237474"/>
              <a:gd name="connsiteX168" fmla="*/ 2476147 w 12192000"/>
              <a:gd name="connsiteY168" fmla="*/ 1998305 h 2237474"/>
              <a:gd name="connsiteX169" fmla="*/ 2373568 w 12192000"/>
              <a:gd name="connsiteY169" fmla="*/ 2003219 h 2237474"/>
              <a:gd name="connsiteX170" fmla="*/ 2321399 w 12192000"/>
              <a:gd name="connsiteY170" fmla="*/ 1989467 h 2237474"/>
              <a:gd name="connsiteX171" fmla="*/ 2315525 w 12192000"/>
              <a:gd name="connsiteY171" fmla="*/ 1989708 h 2237474"/>
              <a:gd name="connsiteX172" fmla="*/ 2300792 w 12192000"/>
              <a:gd name="connsiteY172" fmla="*/ 1994290 h 2237474"/>
              <a:gd name="connsiteX173" fmla="*/ 2295469 w 12192000"/>
              <a:gd name="connsiteY173" fmla="*/ 1996659 h 2237474"/>
              <a:gd name="connsiteX174" fmla="*/ 2287219 w 12192000"/>
              <a:gd name="connsiteY174" fmla="*/ 1998750 h 2237474"/>
              <a:gd name="connsiteX175" fmla="*/ 2286948 w 12192000"/>
              <a:gd name="connsiteY175" fmla="*/ 1998596 h 2237474"/>
              <a:gd name="connsiteX176" fmla="*/ 2243069 w 12192000"/>
              <a:gd name="connsiteY176" fmla="*/ 2015111 h 2237474"/>
              <a:gd name="connsiteX177" fmla="*/ 2186609 w 12192000"/>
              <a:gd name="connsiteY177" fmla="*/ 2008263 h 2237474"/>
              <a:gd name="connsiteX178" fmla="*/ 2164831 w 12192000"/>
              <a:gd name="connsiteY178" fmla="*/ 2010143 h 2237474"/>
              <a:gd name="connsiteX179" fmla="*/ 2152836 w 12192000"/>
              <a:gd name="connsiteY179" fmla="*/ 2010048 h 2237474"/>
              <a:gd name="connsiteX180" fmla="*/ 2117102 w 12192000"/>
              <a:gd name="connsiteY180" fmla="*/ 2023004 h 2237474"/>
              <a:gd name="connsiteX181" fmla="*/ 2111935 w 12192000"/>
              <a:gd name="connsiteY181" fmla="*/ 2023163 h 2237474"/>
              <a:gd name="connsiteX182" fmla="*/ 2089991 w 12192000"/>
              <a:gd name="connsiteY182" fmla="*/ 2034193 h 2237474"/>
              <a:gd name="connsiteX183" fmla="*/ 2058061 w 12192000"/>
              <a:gd name="connsiteY183" fmla="*/ 2047942 h 2237474"/>
              <a:gd name="connsiteX184" fmla="*/ 2055737 w 12192000"/>
              <a:gd name="connsiteY184" fmla="*/ 2047704 h 2237474"/>
              <a:gd name="connsiteX185" fmla="*/ 2042244 w 12192000"/>
              <a:gd name="connsiteY185" fmla="*/ 2055560 h 2237474"/>
              <a:gd name="connsiteX186" fmla="*/ 1976224 w 12192000"/>
              <a:gd name="connsiteY186" fmla="*/ 2074257 h 2237474"/>
              <a:gd name="connsiteX187" fmla="*/ 1877728 w 12192000"/>
              <a:gd name="connsiteY187" fmla="*/ 2101004 h 2237474"/>
              <a:gd name="connsiteX188" fmla="*/ 1759056 w 12192000"/>
              <a:gd name="connsiteY188" fmla="*/ 2125608 h 2237474"/>
              <a:gd name="connsiteX189" fmla="*/ 1637948 w 12192000"/>
              <a:gd name="connsiteY189" fmla="*/ 2172597 h 2237474"/>
              <a:gd name="connsiteX190" fmla="*/ 1434549 w 12192000"/>
              <a:gd name="connsiteY190" fmla="*/ 2234522 h 2237474"/>
              <a:gd name="connsiteX191" fmla="*/ 1398481 w 12192000"/>
              <a:gd name="connsiteY191" fmla="*/ 2237074 h 2237474"/>
              <a:gd name="connsiteX192" fmla="*/ 1398407 w 12192000"/>
              <a:gd name="connsiteY192" fmla="*/ 2237095 h 2237474"/>
              <a:gd name="connsiteX193" fmla="*/ 1370962 w 12192000"/>
              <a:gd name="connsiteY193" fmla="*/ 2237474 h 2237474"/>
              <a:gd name="connsiteX194" fmla="*/ 1356367 w 12192000"/>
              <a:gd name="connsiteY194" fmla="*/ 2235089 h 2237474"/>
              <a:gd name="connsiteX195" fmla="*/ 1324828 w 12192000"/>
              <a:gd name="connsiteY195" fmla="*/ 2231968 h 2237474"/>
              <a:gd name="connsiteX196" fmla="*/ 1297744 w 12192000"/>
              <a:gd name="connsiteY196" fmla="*/ 2235849 h 2237474"/>
              <a:gd name="connsiteX197" fmla="*/ 1286236 w 12192000"/>
              <a:gd name="connsiteY197" fmla="*/ 2233135 h 2237474"/>
              <a:gd name="connsiteX198" fmla="*/ 1283504 w 12192000"/>
              <a:gd name="connsiteY198" fmla="*/ 2233797 h 2237474"/>
              <a:gd name="connsiteX199" fmla="*/ 1279765 w 12192000"/>
              <a:gd name="connsiteY199" fmla="*/ 2229639 h 2237474"/>
              <a:gd name="connsiteX200" fmla="*/ 1195347 w 12192000"/>
              <a:gd name="connsiteY200" fmla="*/ 2212354 h 2237474"/>
              <a:gd name="connsiteX201" fmla="*/ 970251 w 12192000"/>
              <a:gd name="connsiteY201" fmla="*/ 2221029 h 2237474"/>
              <a:gd name="connsiteX202" fmla="*/ 812914 w 12192000"/>
              <a:gd name="connsiteY202" fmla="*/ 2202752 h 2237474"/>
              <a:gd name="connsiteX203" fmla="*/ 800195 w 12192000"/>
              <a:gd name="connsiteY203" fmla="*/ 2209407 h 2237474"/>
              <a:gd name="connsiteX204" fmla="*/ 784978 w 12192000"/>
              <a:gd name="connsiteY204" fmla="*/ 2212360 h 2237474"/>
              <a:gd name="connsiteX205" fmla="*/ 681987 w 12192000"/>
              <a:gd name="connsiteY205" fmla="*/ 2216757 h 2237474"/>
              <a:gd name="connsiteX206" fmla="*/ 669923 w 12192000"/>
              <a:gd name="connsiteY206" fmla="*/ 2211682 h 2237474"/>
              <a:gd name="connsiteX207" fmla="*/ 648680 w 12192000"/>
              <a:gd name="connsiteY207" fmla="*/ 2206229 h 2237474"/>
              <a:gd name="connsiteX208" fmla="*/ 597225 w 12192000"/>
              <a:gd name="connsiteY208" fmla="*/ 2180999 h 2237474"/>
              <a:gd name="connsiteX209" fmla="*/ 558449 w 12192000"/>
              <a:gd name="connsiteY209" fmla="*/ 2182346 h 2237474"/>
              <a:gd name="connsiteX210" fmla="*/ 550517 w 12192000"/>
              <a:gd name="connsiteY210" fmla="*/ 2182060 h 2237474"/>
              <a:gd name="connsiteX211" fmla="*/ 550309 w 12192000"/>
              <a:gd name="connsiteY211" fmla="*/ 2181825 h 2237474"/>
              <a:gd name="connsiteX212" fmla="*/ 541836 w 12192000"/>
              <a:gd name="connsiteY212" fmla="*/ 2181063 h 2237474"/>
              <a:gd name="connsiteX213" fmla="*/ 536057 w 12192000"/>
              <a:gd name="connsiteY213" fmla="*/ 2181537 h 2237474"/>
              <a:gd name="connsiteX214" fmla="*/ 520671 w 12192000"/>
              <a:gd name="connsiteY214" fmla="*/ 2180980 h 2237474"/>
              <a:gd name="connsiteX215" fmla="*/ 515024 w 12192000"/>
              <a:gd name="connsiteY215" fmla="*/ 2179258 h 2237474"/>
              <a:gd name="connsiteX216" fmla="*/ 512278 w 12192000"/>
              <a:gd name="connsiteY216" fmla="*/ 2176369 h 2237474"/>
              <a:gd name="connsiteX217" fmla="*/ 480419 w 12192000"/>
              <a:gd name="connsiteY217" fmla="*/ 2167807 h 2237474"/>
              <a:gd name="connsiteX218" fmla="*/ 413835 w 12192000"/>
              <a:gd name="connsiteY218" fmla="*/ 2156783 h 2237474"/>
              <a:gd name="connsiteX219" fmla="*/ 376513 w 12192000"/>
              <a:gd name="connsiteY219" fmla="*/ 2154014 h 2237474"/>
              <a:gd name="connsiteX220" fmla="*/ 273386 w 12192000"/>
              <a:gd name="connsiteY220" fmla="*/ 2142551 h 2237474"/>
              <a:gd name="connsiteX221" fmla="*/ 169207 w 12192000"/>
              <a:gd name="connsiteY221" fmla="*/ 2128100 h 2237474"/>
              <a:gd name="connsiteX222" fmla="*/ 93149 w 12192000"/>
              <a:gd name="connsiteY222" fmla="*/ 2105324 h 2237474"/>
              <a:gd name="connsiteX223" fmla="*/ 88109 w 12192000"/>
              <a:gd name="connsiteY223" fmla="*/ 2106704 h 2237474"/>
              <a:gd name="connsiteX224" fmla="*/ 80022 w 12192000"/>
              <a:gd name="connsiteY224" fmla="*/ 2107254 h 2237474"/>
              <a:gd name="connsiteX225" fmla="*/ 79717 w 12192000"/>
              <a:gd name="connsiteY225" fmla="*/ 2107046 h 2237474"/>
              <a:gd name="connsiteX226" fmla="*/ 72352 w 12192000"/>
              <a:gd name="connsiteY226" fmla="*/ 2107991 h 2237474"/>
              <a:gd name="connsiteX227" fmla="*/ 37645 w 12192000"/>
              <a:gd name="connsiteY227" fmla="*/ 2115401 h 2237474"/>
              <a:gd name="connsiteX228" fmla="*/ 4572 w 12192000"/>
              <a:gd name="connsiteY228" fmla="*/ 2111091 h 2237474"/>
              <a:gd name="connsiteX229" fmla="*/ 0 w 12192000"/>
              <a:gd name="connsiteY229" fmla="*/ 2110468 h 2237474"/>
              <a:gd name="connsiteX230" fmla="*/ 0 w 12192000"/>
              <a:gd name="connsiteY230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02328 w 12192000"/>
              <a:gd name="connsiteY67" fmla="*/ 1345865 h 2237474"/>
              <a:gd name="connsiteX68" fmla="*/ 7898322 w 12192000"/>
              <a:gd name="connsiteY68" fmla="*/ 1345689 h 2237474"/>
              <a:gd name="connsiteX69" fmla="*/ 7875879 w 12192000"/>
              <a:gd name="connsiteY69" fmla="*/ 1345646 h 2237474"/>
              <a:gd name="connsiteX70" fmla="*/ 7840612 w 12192000"/>
              <a:gd name="connsiteY70" fmla="*/ 1369373 h 2237474"/>
              <a:gd name="connsiteX71" fmla="*/ 7786819 w 12192000"/>
              <a:gd name="connsiteY71" fmla="*/ 1378970 h 2237474"/>
              <a:gd name="connsiteX72" fmla="*/ 7548172 w 12192000"/>
              <a:gd name="connsiteY72" fmla="*/ 1417460 h 2237474"/>
              <a:gd name="connsiteX73" fmla="*/ 7483437 w 12192000"/>
              <a:gd name="connsiteY73" fmla="*/ 1478152 h 2237474"/>
              <a:gd name="connsiteX74" fmla="*/ 7377870 w 12192000"/>
              <a:gd name="connsiteY74" fmla="*/ 1523319 h 2237474"/>
              <a:gd name="connsiteX75" fmla="*/ 7230737 w 12192000"/>
              <a:gd name="connsiteY75" fmla="*/ 1562633 h 2237474"/>
              <a:gd name="connsiteX76" fmla="*/ 7224458 w 12192000"/>
              <a:gd name="connsiteY76" fmla="*/ 1573008 h 2237474"/>
              <a:gd name="connsiteX77" fmla="*/ 7213486 w 12192000"/>
              <a:gd name="connsiteY77" fmla="*/ 1580987 h 2237474"/>
              <a:gd name="connsiteX78" fmla="*/ 7210972 w 12192000"/>
              <a:gd name="connsiteY78" fmla="*/ 1580856 h 2237474"/>
              <a:gd name="connsiteX79" fmla="*/ 7183121 w 12192000"/>
              <a:gd name="connsiteY79" fmla="*/ 1595162 h 2237474"/>
              <a:gd name="connsiteX80" fmla="*/ 7164601 w 12192000"/>
              <a:gd name="connsiteY80" fmla="*/ 1606490 h 2237474"/>
              <a:gd name="connsiteX81" fmla="*/ 7159286 w 12192000"/>
              <a:gd name="connsiteY81" fmla="*/ 1606850 h 2237474"/>
              <a:gd name="connsiteX82" fmla="*/ 7114651 w 12192000"/>
              <a:gd name="connsiteY82" fmla="*/ 1620959 h 2237474"/>
              <a:gd name="connsiteX83" fmla="*/ 7092727 w 12192000"/>
              <a:gd name="connsiteY83" fmla="*/ 1623628 h 2237474"/>
              <a:gd name="connsiteX84" fmla="*/ 7031309 w 12192000"/>
              <a:gd name="connsiteY84" fmla="*/ 1619451 h 2237474"/>
              <a:gd name="connsiteX85" fmla="*/ 6999084 w 12192000"/>
              <a:gd name="connsiteY85" fmla="*/ 1634317 h 2237474"/>
              <a:gd name="connsiteX86" fmla="*/ 6992107 w 12192000"/>
              <a:gd name="connsiteY86" fmla="*/ 1636860 h 2237474"/>
              <a:gd name="connsiteX87" fmla="*/ 6991765 w 12192000"/>
              <a:gd name="connsiteY87" fmla="*/ 1636725 h 2237474"/>
              <a:gd name="connsiteX88" fmla="*/ 6983996 w 12192000"/>
              <a:gd name="connsiteY88" fmla="*/ 1639040 h 2237474"/>
              <a:gd name="connsiteX89" fmla="*/ 6979383 w 12192000"/>
              <a:gd name="connsiteY89" fmla="*/ 1641496 h 2237474"/>
              <a:gd name="connsiteX90" fmla="*/ 6900177 w 12192000"/>
              <a:gd name="connsiteY90" fmla="*/ 1636016 h 2237474"/>
              <a:gd name="connsiteX91" fmla="*/ 6795372 w 12192000"/>
              <a:gd name="connsiteY91" fmla="*/ 1644845 h 2237474"/>
              <a:gd name="connsiteX92" fmla="*/ 6692251 w 12192000"/>
              <a:gd name="connsiteY92" fmla="*/ 1656357 h 2237474"/>
              <a:gd name="connsiteX93" fmla="*/ 6655235 w 12192000"/>
              <a:gd name="connsiteY93" fmla="*/ 1661869 h 2237474"/>
              <a:gd name="connsiteX94" fmla="*/ 6587857 w 12192000"/>
              <a:gd name="connsiteY94" fmla="*/ 1665769 h 2237474"/>
              <a:gd name="connsiteX95" fmla="*/ 6554894 w 12192000"/>
              <a:gd name="connsiteY95" fmla="*/ 1664428 h 2237474"/>
              <a:gd name="connsiteX96" fmla="*/ 6516595 w 12192000"/>
              <a:gd name="connsiteY96" fmla="*/ 1667475 h 2237474"/>
              <a:gd name="connsiteX97" fmla="*/ 6508541 w 12192000"/>
              <a:gd name="connsiteY97" fmla="*/ 1668757 h 2237474"/>
              <a:gd name="connsiteX98" fmla="*/ 6471012 w 12192000"/>
              <a:gd name="connsiteY98" fmla="*/ 1678604 h 2237474"/>
              <a:gd name="connsiteX99" fmla="*/ 6415265 w 12192000"/>
              <a:gd name="connsiteY99" fmla="*/ 1665317 h 2237474"/>
              <a:gd name="connsiteX100" fmla="*/ 6364035 w 12192000"/>
              <a:gd name="connsiteY100" fmla="*/ 1667683 h 2237474"/>
              <a:gd name="connsiteX101" fmla="*/ 6280959 w 12192000"/>
              <a:gd name="connsiteY101" fmla="*/ 1689329 h 2237474"/>
              <a:gd name="connsiteX102" fmla="*/ 6243319 w 12192000"/>
              <a:gd name="connsiteY102" fmla="*/ 1695560 h 2237474"/>
              <a:gd name="connsiteX103" fmla="*/ 6098321 w 12192000"/>
              <a:gd name="connsiteY103" fmla="*/ 1721646 h 2237474"/>
              <a:gd name="connsiteX104" fmla="*/ 5880652 w 12192000"/>
              <a:gd name="connsiteY104" fmla="*/ 1779643 h 2237474"/>
              <a:gd name="connsiteX105" fmla="*/ 5785959 w 12192000"/>
              <a:gd name="connsiteY105" fmla="*/ 1775307 h 2237474"/>
              <a:gd name="connsiteX106" fmla="*/ 5643534 w 12192000"/>
              <a:gd name="connsiteY106" fmla="*/ 1802919 h 2237474"/>
              <a:gd name="connsiteX107" fmla="*/ 5518799 w 12192000"/>
              <a:gd name="connsiteY107" fmla="*/ 1818312 h 2237474"/>
              <a:gd name="connsiteX108" fmla="*/ 5505014 w 12192000"/>
              <a:gd name="connsiteY108" fmla="*/ 1819259 h 2237474"/>
              <a:gd name="connsiteX109" fmla="*/ 5453307 w 12192000"/>
              <a:gd name="connsiteY109" fmla="*/ 1815450 h 2237474"/>
              <a:gd name="connsiteX110" fmla="*/ 5364192 w 12192000"/>
              <a:gd name="connsiteY110" fmla="*/ 1826074 h 2237474"/>
              <a:gd name="connsiteX111" fmla="*/ 5350380 w 12192000"/>
              <a:gd name="connsiteY111" fmla="*/ 1830891 h 2237474"/>
              <a:gd name="connsiteX112" fmla="*/ 5259633 w 12192000"/>
              <a:gd name="connsiteY112" fmla="*/ 1837160 h 2237474"/>
              <a:gd name="connsiteX113" fmla="*/ 5197513 w 12192000"/>
              <a:gd name="connsiteY113" fmla="*/ 1844718 h 2237474"/>
              <a:gd name="connsiteX114" fmla="*/ 5184170 w 12192000"/>
              <a:gd name="connsiteY114" fmla="*/ 1849402 h 2237474"/>
              <a:gd name="connsiteX115" fmla="*/ 5168852 w 12192000"/>
              <a:gd name="connsiteY115" fmla="*/ 1844846 h 2237474"/>
              <a:gd name="connsiteX116" fmla="*/ 5164370 w 12192000"/>
              <a:gd name="connsiteY116" fmla="*/ 1840597 h 2237474"/>
              <a:gd name="connsiteX117" fmla="*/ 5114927 w 12192000"/>
              <a:gd name="connsiteY117" fmla="*/ 1847827 h 2237474"/>
              <a:gd name="connsiteX118" fmla="*/ 5108970 w 12192000"/>
              <a:gd name="connsiteY118" fmla="*/ 1847935 h 2237474"/>
              <a:gd name="connsiteX119" fmla="*/ 5067961 w 12192000"/>
              <a:gd name="connsiteY119" fmla="*/ 1845917 h 2237474"/>
              <a:gd name="connsiteX120" fmla="*/ 5007075 w 12192000"/>
              <a:gd name="connsiteY120" fmla="*/ 1838626 h 2237474"/>
              <a:gd name="connsiteX121" fmla="*/ 4944087 w 12192000"/>
              <a:gd name="connsiteY121" fmla="*/ 1823332 h 2237474"/>
              <a:gd name="connsiteX122" fmla="*/ 4907662 w 12192000"/>
              <a:gd name="connsiteY122" fmla="*/ 1816900 h 2237474"/>
              <a:gd name="connsiteX123" fmla="*/ 4882386 w 12192000"/>
              <a:gd name="connsiteY123" fmla="*/ 1809844 h 2237474"/>
              <a:gd name="connsiteX124" fmla="*/ 4811440 w 12192000"/>
              <a:gd name="connsiteY124" fmla="*/ 1804655 h 2237474"/>
              <a:gd name="connsiteX125" fmla="*/ 4691075 w 12192000"/>
              <a:gd name="connsiteY125" fmla="*/ 1801389 h 2237474"/>
              <a:gd name="connsiteX126" fmla="*/ 4611738 w 12192000"/>
              <a:gd name="connsiteY126" fmla="*/ 1776964 h 2237474"/>
              <a:gd name="connsiteX127" fmla="*/ 4560070 w 12192000"/>
              <a:gd name="connsiteY127" fmla="*/ 1785640 h 2237474"/>
              <a:gd name="connsiteX128" fmla="*/ 4536503 w 12192000"/>
              <a:gd name="connsiteY128" fmla="*/ 1785334 h 2237474"/>
              <a:gd name="connsiteX129" fmla="*/ 4513724 w 12192000"/>
              <a:gd name="connsiteY129" fmla="*/ 1791996 h 2237474"/>
              <a:gd name="connsiteX130" fmla="*/ 4459810 w 12192000"/>
              <a:gd name="connsiteY130" fmla="*/ 1797886 h 2237474"/>
              <a:gd name="connsiteX131" fmla="*/ 4379064 w 12192000"/>
              <a:gd name="connsiteY131" fmla="*/ 1817177 h 2237474"/>
              <a:gd name="connsiteX132" fmla="*/ 4319209 w 12192000"/>
              <a:gd name="connsiteY132" fmla="*/ 1834833 h 2237474"/>
              <a:gd name="connsiteX133" fmla="*/ 4290981 w 12192000"/>
              <a:gd name="connsiteY133" fmla="*/ 1839677 h 2237474"/>
              <a:gd name="connsiteX134" fmla="*/ 4285792 w 12192000"/>
              <a:gd name="connsiteY134" fmla="*/ 1836231 h 2237474"/>
              <a:gd name="connsiteX135" fmla="*/ 4238372 w 12192000"/>
              <a:gd name="connsiteY135" fmla="*/ 1851480 h 2237474"/>
              <a:gd name="connsiteX136" fmla="*/ 4232517 w 12192000"/>
              <a:gd name="connsiteY136" fmla="*/ 1852567 h 2237474"/>
              <a:gd name="connsiteX137" fmla="*/ 4191732 w 12192000"/>
              <a:gd name="connsiteY137" fmla="*/ 1857328 h 2237474"/>
              <a:gd name="connsiteX138" fmla="*/ 4065532 w 12192000"/>
              <a:gd name="connsiteY138" fmla="*/ 1855477 h 2237474"/>
              <a:gd name="connsiteX139" fmla="*/ 4028460 w 12192000"/>
              <a:gd name="connsiteY139" fmla="*/ 1855137 h 2237474"/>
              <a:gd name="connsiteX140" fmla="*/ 4002267 w 12192000"/>
              <a:gd name="connsiteY140" fmla="*/ 1852352 h 2237474"/>
              <a:gd name="connsiteX141" fmla="*/ 3931396 w 12192000"/>
              <a:gd name="connsiteY141" fmla="*/ 1858915 h 2237474"/>
              <a:gd name="connsiteX142" fmla="*/ 3812162 w 12192000"/>
              <a:gd name="connsiteY142" fmla="*/ 1875501 h 2237474"/>
              <a:gd name="connsiteX143" fmla="*/ 3729530 w 12192000"/>
              <a:gd name="connsiteY143" fmla="*/ 1864513 h 2237474"/>
              <a:gd name="connsiteX144" fmla="*/ 3680177 w 12192000"/>
              <a:gd name="connsiteY144" fmla="*/ 1881552 h 2237474"/>
              <a:gd name="connsiteX145" fmla="*/ 3567259 w 12192000"/>
              <a:gd name="connsiteY145" fmla="*/ 1893482 h 2237474"/>
              <a:gd name="connsiteX146" fmla="*/ 3405770 w 12192000"/>
              <a:gd name="connsiteY146" fmla="*/ 1904591 h 2237474"/>
              <a:gd name="connsiteX147" fmla="*/ 3280097 w 12192000"/>
              <a:gd name="connsiteY147" fmla="*/ 1919610 h 2237474"/>
              <a:gd name="connsiteX148" fmla="*/ 3123424 w 12192000"/>
              <a:gd name="connsiteY148" fmla="*/ 1952930 h 2237474"/>
              <a:gd name="connsiteX149" fmla="*/ 3009910 w 12192000"/>
              <a:gd name="connsiteY149" fmla="*/ 1957866 h 2237474"/>
              <a:gd name="connsiteX150" fmla="*/ 2995934 w 12192000"/>
              <a:gd name="connsiteY150" fmla="*/ 1967085 h 2237474"/>
              <a:gd name="connsiteX151" fmla="*/ 2980071 w 12192000"/>
              <a:gd name="connsiteY151" fmla="*/ 1972988 h 2237474"/>
              <a:gd name="connsiteX152" fmla="*/ 2978094 w 12192000"/>
              <a:gd name="connsiteY152" fmla="*/ 1972369 h 2237474"/>
              <a:gd name="connsiteX153" fmla="*/ 2942858 w 12192000"/>
              <a:gd name="connsiteY153" fmla="*/ 1981367 h 2237474"/>
              <a:gd name="connsiteX154" fmla="*/ 2875436 w 12192000"/>
              <a:gd name="connsiteY154" fmla="*/ 1996977 h 2237474"/>
              <a:gd name="connsiteX155" fmla="*/ 2874892 w 12192000"/>
              <a:gd name="connsiteY155" fmla="*/ 1996085 h 2237474"/>
              <a:gd name="connsiteX156" fmla="*/ 2864145 w 12192000"/>
              <a:gd name="connsiteY156" fmla="*/ 1994061 h 2237474"/>
              <a:gd name="connsiteX157" fmla="*/ 2843662 w 12192000"/>
              <a:gd name="connsiteY157" fmla="*/ 1992498 h 2237474"/>
              <a:gd name="connsiteX158" fmla="*/ 2796128 w 12192000"/>
              <a:gd name="connsiteY158" fmla="*/ 1976403 h 2237474"/>
              <a:gd name="connsiteX159" fmla="*/ 2756784 w 12192000"/>
              <a:gd name="connsiteY159" fmla="*/ 1985116 h 2237474"/>
              <a:gd name="connsiteX160" fmla="*/ 2748833 w 12192000"/>
              <a:gd name="connsiteY160" fmla="*/ 1986323 h 2237474"/>
              <a:gd name="connsiteX161" fmla="*/ 2748661 w 12192000"/>
              <a:gd name="connsiteY161" fmla="*/ 1986122 h 2237474"/>
              <a:gd name="connsiteX162" fmla="*/ 2740251 w 12192000"/>
              <a:gd name="connsiteY162" fmla="*/ 1986946 h 2237474"/>
              <a:gd name="connsiteX163" fmla="*/ 2718916 w 12192000"/>
              <a:gd name="connsiteY163" fmla="*/ 1990867 h 2237474"/>
              <a:gd name="connsiteX164" fmla="*/ 2713522 w 12192000"/>
              <a:gd name="connsiteY164" fmla="*/ 1990173 h 2237474"/>
              <a:gd name="connsiteX165" fmla="*/ 2680597 w 12192000"/>
              <a:gd name="connsiteY165" fmla="*/ 1984996 h 2237474"/>
              <a:gd name="connsiteX166" fmla="*/ 2578178 w 12192000"/>
              <a:gd name="connsiteY166" fmla="*/ 1990531 h 2237474"/>
              <a:gd name="connsiteX167" fmla="*/ 2476147 w 12192000"/>
              <a:gd name="connsiteY167" fmla="*/ 1998305 h 2237474"/>
              <a:gd name="connsiteX168" fmla="*/ 2373568 w 12192000"/>
              <a:gd name="connsiteY168" fmla="*/ 2003219 h 2237474"/>
              <a:gd name="connsiteX169" fmla="*/ 2321399 w 12192000"/>
              <a:gd name="connsiteY169" fmla="*/ 1989467 h 2237474"/>
              <a:gd name="connsiteX170" fmla="*/ 2315525 w 12192000"/>
              <a:gd name="connsiteY170" fmla="*/ 1989708 h 2237474"/>
              <a:gd name="connsiteX171" fmla="*/ 2300792 w 12192000"/>
              <a:gd name="connsiteY171" fmla="*/ 1994290 h 2237474"/>
              <a:gd name="connsiteX172" fmla="*/ 2295469 w 12192000"/>
              <a:gd name="connsiteY172" fmla="*/ 1996659 h 2237474"/>
              <a:gd name="connsiteX173" fmla="*/ 2287219 w 12192000"/>
              <a:gd name="connsiteY173" fmla="*/ 1998750 h 2237474"/>
              <a:gd name="connsiteX174" fmla="*/ 2286948 w 12192000"/>
              <a:gd name="connsiteY174" fmla="*/ 1998596 h 2237474"/>
              <a:gd name="connsiteX175" fmla="*/ 2243069 w 12192000"/>
              <a:gd name="connsiteY175" fmla="*/ 2015111 h 2237474"/>
              <a:gd name="connsiteX176" fmla="*/ 2186609 w 12192000"/>
              <a:gd name="connsiteY176" fmla="*/ 2008263 h 2237474"/>
              <a:gd name="connsiteX177" fmla="*/ 2164831 w 12192000"/>
              <a:gd name="connsiteY177" fmla="*/ 2010143 h 2237474"/>
              <a:gd name="connsiteX178" fmla="*/ 2152836 w 12192000"/>
              <a:gd name="connsiteY178" fmla="*/ 2010048 h 2237474"/>
              <a:gd name="connsiteX179" fmla="*/ 2117102 w 12192000"/>
              <a:gd name="connsiteY179" fmla="*/ 2023004 h 2237474"/>
              <a:gd name="connsiteX180" fmla="*/ 2111935 w 12192000"/>
              <a:gd name="connsiteY180" fmla="*/ 2023163 h 2237474"/>
              <a:gd name="connsiteX181" fmla="*/ 2089991 w 12192000"/>
              <a:gd name="connsiteY181" fmla="*/ 2034193 h 2237474"/>
              <a:gd name="connsiteX182" fmla="*/ 2058061 w 12192000"/>
              <a:gd name="connsiteY182" fmla="*/ 2047942 h 2237474"/>
              <a:gd name="connsiteX183" fmla="*/ 2055737 w 12192000"/>
              <a:gd name="connsiteY183" fmla="*/ 2047704 h 2237474"/>
              <a:gd name="connsiteX184" fmla="*/ 2042244 w 12192000"/>
              <a:gd name="connsiteY184" fmla="*/ 2055560 h 2237474"/>
              <a:gd name="connsiteX185" fmla="*/ 1976224 w 12192000"/>
              <a:gd name="connsiteY185" fmla="*/ 2074257 h 2237474"/>
              <a:gd name="connsiteX186" fmla="*/ 1877728 w 12192000"/>
              <a:gd name="connsiteY186" fmla="*/ 2101004 h 2237474"/>
              <a:gd name="connsiteX187" fmla="*/ 1759056 w 12192000"/>
              <a:gd name="connsiteY187" fmla="*/ 2125608 h 2237474"/>
              <a:gd name="connsiteX188" fmla="*/ 1637948 w 12192000"/>
              <a:gd name="connsiteY188" fmla="*/ 2172597 h 2237474"/>
              <a:gd name="connsiteX189" fmla="*/ 1434549 w 12192000"/>
              <a:gd name="connsiteY189" fmla="*/ 2234522 h 2237474"/>
              <a:gd name="connsiteX190" fmla="*/ 1398481 w 12192000"/>
              <a:gd name="connsiteY190" fmla="*/ 2237074 h 2237474"/>
              <a:gd name="connsiteX191" fmla="*/ 1398407 w 12192000"/>
              <a:gd name="connsiteY191" fmla="*/ 2237095 h 2237474"/>
              <a:gd name="connsiteX192" fmla="*/ 1370962 w 12192000"/>
              <a:gd name="connsiteY192" fmla="*/ 2237474 h 2237474"/>
              <a:gd name="connsiteX193" fmla="*/ 1356367 w 12192000"/>
              <a:gd name="connsiteY193" fmla="*/ 2235089 h 2237474"/>
              <a:gd name="connsiteX194" fmla="*/ 1324828 w 12192000"/>
              <a:gd name="connsiteY194" fmla="*/ 2231968 h 2237474"/>
              <a:gd name="connsiteX195" fmla="*/ 1297744 w 12192000"/>
              <a:gd name="connsiteY195" fmla="*/ 2235849 h 2237474"/>
              <a:gd name="connsiteX196" fmla="*/ 1286236 w 12192000"/>
              <a:gd name="connsiteY196" fmla="*/ 2233135 h 2237474"/>
              <a:gd name="connsiteX197" fmla="*/ 1283504 w 12192000"/>
              <a:gd name="connsiteY197" fmla="*/ 2233797 h 2237474"/>
              <a:gd name="connsiteX198" fmla="*/ 1279765 w 12192000"/>
              <a:gd name="connsiteY198" fmla="*/ 2229639 h 2237474"/>
              <a:gd name="connsiteX199" fmla="*/ 1195347 w 12192000"/>
              <a:gd name="connsiteY199" fmla="*/ 2212354 h 2237474"/>
              <a:gd name="connsiteX200" fmla="*/ 970251 w 12192000"/>
              <a:gd name="connsiteY200" fmla="*/ 2221029 h 2237474"/>
              <a:gd name="connsiteX201" fmla="*/ 812914 w 12192000"/>
              <a:gd name="connsiteY201" fmla="*/ 2202752 h 2237474"/>
              <a:gd name="connsiteX202" fmla="*/ 800195 w 12192000"/>
              <a:gd name="connsiteY202" fmla="*/ 2209407 h 2237474"/>
              <a:gd name="connsiteX203" fmla="*/ 784978 w 12192000"/>
              <a:gd name="connsiteY203" fmla="*/ 2212360 h 2237474"/>
              <a:gd name="connsiteX204" fmla="*/ 681987 w 12192000"/>
              <a:gd name="connsiteY204" fmla="*/ 2216757 h 2237474"/>
              <a:gd name="connsiteX205" fmla="*/ 669923 w 12192000"/>
              <a:gd name="connsiteY205" fmla="*/ 2211682 h 2237474"/>
              <a:gd name="connsiteX206" fmla="*/ 648680 w 12192000"/>
              <a:gd name="connsiteY206" fmla="*/ 2206229 h 2237474"/>
              <a:gd name="connsiteX207" fmla="*/ 597225 w 12192000"/>
              <a:gd name="connsiteY207" fmla="*/ 2180999 h 2237474"/>
              <a:gd name="connsiteX208" fmla="*/ 558449 w 12192000"/>
              <a:gd name="connsiteY208" fmla="*/ 2182346 h 2237474"/>
              <a:gd name="connsiteX209" fmla="*/ 550517 w 12192000"/>
              <a:gd name="connsiteY209" fmla="*/ 2182060 h 2237474"/>
              <a:gd name="connsiteX210" fmla="*/ 550309 w 12192000"/>
              <a:gd name="connsiteY210" fmla="*/ 2181825 h 2237474"/>
              <a:gd name="connsiteX211" fmla="*/ 541836 w 12192000"/>
              <a:gd name="connsiteY211" fmla="*/ 2181063 h 2237474"/>
              <a:gd name="connsiteX212" fmla="*/ 536057 w 12192000"/>
              <a:gd name="connsiteY212" fmla="*/ 2181537 h 2237474"/>
              <a:gd name="connsiteX213" fmla="*/ 520671 w 12192000"/>
              <a:gd name="connsiteY213" fmla="*/ 2180980 h 2237474"/>
              <a:gd name="connsiteX214" fmla="*/ 515024 w 12192000"/>
              <a:gd name="connsiteY214" fmla="*/ 2179258 h 2237474"/>
              <a:gd name="connsiteX215" fmla="*/ 512278 w 12192000"/>
              <a:gd name="connsiteY215" fmla="*/ 2176369 h 2237474"/>
              <a:gd name="connsiteX216" fmla="*/ 480419 w 12192000"/>
              <a:gd name="connsiteY216" fmla="*/ 2167807 h 2237474"/>
              <a:gd name="connsiteX217" fmla="*/ 413835 w 12192000"/>
              <a:gd name="connsiteY217" fmla="*/ 2156783 h 2237474"/>
              <a:gd name="connsiteX218" fmla="*/ 376513 w 12192000"/>
              <a:gd name="connsiteY218" fmla="*/ 2154014 h 2237474"/>
              <a:gd name="connsiteX219" fmla="*/ 273386 w 12192000"/>
              <a:gd name="connsiteY219" fmla="*/ 2142551 h 2237474"/>
              <a:gd name="connsiteX220" fmla="*/ 169207 w 12192000"/>
              <a:gd name="connsiteY220" fmla="*/ 2128100 h 2237474"/>
              <a:gd name="connsiteX221" fmla="*/ 93149 w 12192000"/>
              <a:gd name="connsiteY221" fmla="*/ 2105324 h 2237474"/>
              <a:gd name="connsiteX222" fmla="*/ 88109 w 12192000"/>
              <a:gd name="connsiteY222" fmla="*/ 2106704 h 2237474"/>
              <a:gd name="connsiteX223" fmla="*/ 80022 w 12192000"/>
              <a:gd name="connsiteY223" fmla="*/ 2107254 h 2237474"/>
              <a:gd name="connsiteX224" fmla="*/ 79717 w 12192000"/>
              <a:gd name="connsiteY224" fmla="*/ 2107046 h 2237474"/>
              <a:gd name="connsiteX225" fmla="*/ 72352 w 12192000"/>
              <a:gd name="connsiteY225" fmla="*/ 2107991 h 2237474"/>
              <a:gd name="connsiteX226" fmla="*/ 37645 w 12192000"/>
              <a:gd name="connsiteY226" fmla="*/ 2115401 h 2237474"/>
              <a:gd name="connsiteX227" fmla="*/ 4572 w 12192000"/>
              <a:gd name="connsiteY227" fmla="*/ 2111091 h 2237474"/>
              <a:gd name="connsiteX228" fmla="*/ 0 w 12192000"/>
              <a:gd name="connsiteY228" fmla="*/ 2110468 h 2237474"/>
              <a:gd name="connsiteX229" fmla="*/ 0 w 12192000"/>
              <a:gd name="connsiteY229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02328 w 12192000"/>
              <a:gd name="connsiteY66" fmla="*/ 1345865 h 2237474"/>
              <a:gd name="connsiteX67" fmla="*/ 7898322 w 12192000"/>
              <a:gd name="connsiteY67" fmla="*/ 1345689 h 2237474"/>
              <a:gd name="connsiteX68" fmla="*/ 7875879 w 12192000"/>
              <a:gd name="connsiteY68" fmla="*/ 1345646 h 2237474"/>
              <a:gd name="connsiteX69" fmla="*/ 7840612 w 12192000"/>
              <a:gd name="connsiteY69" fmla="*/ 1369373 h 2237474"/>
              <a:gd name="connsiteX70" fmla="*/ 7786819 w 12192000"/>
              <a:gd name="connsiteY70" fmla="*/ 1378970 h 2237474"/>
              <a:gd name="connsiteX71" fmla="*/ 7548172 w 12192000"/>
              <a:gd name="connsiteY71" fmla="*/ 1417460 h 2237474"/>
              <a:gd name="connsiteX72" fmla="*/ 7483437 w 12192000"/>
              <a:gd name="connsiteY72" fmla="*/ 1478152 h 2237474"/>
              <a:gd name="connsiteX73" fmla="*/ 7377870 w 12192000"/>
              <a:gd name="connsiteY73" fmla="*/ 1523319 h 2237474"/>
              <a:gd name="connsiteX74" fmla="*/ 7230737 w 12192000"/>
              <a:gd name="connsiteY74" fmla="*/ 1562633 h 2237474"/>
              <a:gd name="connsiteX75" fmla="*/ 7224458 w 12192000"/>
              <a:gd name="connsiteY75" fmla="*/ 1573008 h 2237474"/>
              <a:gd name="connsiteX76" fmla="*/ 7213486 w 12192000"/>
              <a:gd name="connsiteY76" fmla="*/ 1580987 h 2237474"/>
              <a:gd name="connsiteX77" fmla="*/ 7210972 w 12192000"/>
              <a:gd name="connsiteY77" fmla="*/ 1580856 h 2237474"/>
              <a:gd name="connsiteX78" fmla="*/ 7183121 w 12192000"/>
              <a:gd name="connsiteY78" fmla="*/ 1595162 h 2237474"/>
              <a:gd name="connsiteX79" fmla="*/ 7164601 w 12192000"/>
              <a:gd name="connsiteY79" fmla="*/ 1606490 h 2237474"/>
              <a:gd name="connsiteX80" fmla="*/ 7159286 w 12192000"/>
              <a:gd name="connsiteY80" fmla="*/ 1606850 h 2237474"/>
              <a:gd name="connsiteX81" fmla="*/ 7114651 w 12192000"/>
              <a:gd name="connsiteY81" fmla="*/ 1620959 h 2237474"/>
              <a:gd name="connsiteX82" fmla="*/ 7092727 w 12192000"/>
              <a:gd name="connsiteY82" fmla="*/ 1623628 h 2237474"/>
              <a:gd name="connsiteX83" fmla="*/ 7031309 w 12192000"/>
              <a:gd name="connsiteY83" fmla="*/ 1619451 h 2237474"/>
              <a:gd name="connsiteX84" fmla="*/ 6999084 w 12192000"/>
              <a:gd name="connsiteY84" fmla="*/ 1634317 h 2237474"/>
              <a:gd name="connsiteX85" fmla="*/ 6992107 w 12192000"/>
              <a:gd name="connsiteY85" fmla="*/ 1636860 h 2237474"/>
              <a:gd name="connsiteX86" fmla="*/ 6991765 w 12192000"/>
              <a:gd name="connsiteY86" fmla="*/ 1636725 h 2237474"/>
              <a:gd name="connsiteX87" fmla="*/ 6983996 w 12192000"/>
              <a:gd name="connsiteY87" fmla="*/ 1639040 h 2237474"/>
              <a:gd name="connsiteX88" fmla="*/ 6979383 w 12192000"/>
              <a:gd name="connsiteY88" fmla="*/ 1641496 h 2237474"/>
              <a:gd name="connsiteX89" fmla="*/ 6900177 w 12192000"/>
              <a:gd name="connsiteY89" fmla="*/ 1636016 h 2237474"/>
              <a:gd name="connsiteX90" fmla="*/ 6795372 w 12192000"/>
              <a:gd name="connsiteY90" fmla="*/ 1644845 h 2237474"/>
              <a:gd name="connsiteX91" fmla="*/ 6692251 w 12192000"/>
              <a:gd name="connsiteY91" fmla="*/ 1656357 h 2237474"/>
              <a:gd name="connsiteX92" fmla="*/ 6655235 w 12192000"/>
              <a:gd name="connsiteY92" fmla="*/ 1661869 h 2237474"/>
              <a:gd name="connsiteX93" fmla="*/ 6587857 w 12192000"/>
              <a:gd name="connsiteY93" fmla="*/ 1665769 h 2237474"/>
              <a:gd name="connsiteX94" fmla="*/ 6554894 w 12192000"/>
              <a:gd name="connsiteY94" fmla="*/ 1664428 h 2237474"/>
              <a:gd name="connsiteX95" fmla="*/ 6516595 w 12192000"/>
              <a:gd name="connsiteY95" fmla="*/ 1667475 h 2237474"/>
              <a:gd name="connsiteX96" fmla="*/ 6508541 w 12192000"/>
              <a:gd name="connsiteY96" fmla="*/ 1668757 h 2237474"/>
              <a:gd name="connsiteX97" fmla="*/ 6471012 w 12192000"/>
              <a:gd name="connsiteY97" fmla="*/ 1678604 h 2237474"/>
              <a:gd name="connsiteX98" fmla="*/ 6415265 w 12192000"/>
              <a:gd name="connsiteY98" fmla="*/ 1665317 h 2237474"/>
              <a:gd name="connsiteX99" fmla="*/ 6364035 w 12192000"/>
              <a:gd name="connsiteY99" fmla="*/ 1667683 h 2237474"/>
              <a:gd name="connsiteX100" fmla="*/ 6280959 w 12192000"/>
              <a:gd name="connsiteY100" fmla="*/ 1689329 h 2237474"/>
              <a:gd name="connsiteX101" fmla="*/ 6243319 w 12192000"/>
              <a:gd name="connsiteY101" fmla="*/ 1695560 h 2237474"/>
              <a:gd name="connsiteX102" fmla="*/ 6098321 w 12192000"/>
              <a:gd name="connsiteY102" fmla="*/ 1721646 h 2237474"/>
              <a:gd name="connsiteX103" fmla="*/ 5880652 w 12192000"/>
              <a:gd name="connsiteY103" fmla="*/ 1779643 h 2237474"/>
              <a:gd name="connsiteX104" fmla="*/ 5785959 w 12192000"/>
              <a:gd name="connsiteY104" fmla="*/ 1775307 h 2237474"/>
              <a:gd name="connsiteX105" fmla="*/ 5643534 w 12192000"/>
              <a:gd name="connsiteY105" fmla="*/ 1802919 h 2237474"/>
              <a:gd name="connsiteX106" fmla="*/ 5518799 w 12192000"/>
              <a:gd name="connsiteY106" fmla="*/ 1818312 h 2237474"/>
              <a:gd name="connsiteX107" fmla="*/ 5505014 w 12192000"/>
              <a:gd name="connsiteY107" fmla="*/ 1819259 h 2237474"/>
              <a:gd name="connsiteX108" fmla="*/ 5453307 w 12192000"/>
              <a:gd name="connsiteY108" fmla="*/ 1815450 h 2237474"/>
              <a:gd name="connsiteX109" fmla="*/ 5364192 w 12192000"/>
              <a:gd name="connsiteY109" fmla="*/ 1826074 h 2237474"/>
              <a:gd name="connsiteX110" fmla="*/ 5350380 w 12192000"/>
              <a:gd name="connsiteY110" fmla="*/ 1830891 h 2237474"/>
              <a:gd name="connsiteX111" fmla="*/ 5259633 w 12192000"/>
              <a:gd name="connsiteY111" fmla="*/ 1837160 h 2237474"/>
              <a:gd name="connsiteX112" fmla="*/ 5197513 w 12192000"/>
              <a:gd name="connsiteY112" fmla="*/ 1844718 h 2237474"/>
              <a:gd name="connsiteX113" fmla="*/ 5184170 w 12192000"/>
              <a:gd name="connsiteY113" fmla="*/ 1849402 h 2237474"/>
              <a:gd name="connsiteX114" fmla="*/ 5168852 w 12192000"/>
              <a:gd name="connsiteY114" fmla="*/ 1844846 h 2237474"/>
              <a:gd name="connsiteX115" fmla="*/ 5164370 w 12192000"/>
              <a:gd name="connsiteY115" fmla="*/ 1840597 h 2237474"/>
              <a:gd name="connsiteX116" fmla="*/ 5114927 w 12192000"/>
              <a:gd name="connsiteY116" fmla="*/ 1847827 h 2237474"/>
              <a:gd name="connsiteX117" fmla="*/ 5108970 w 12192000"/>
              <a:gd name="connsiteY117" fmla="*/ 1847935 h 2237474"/>
              <a:gd name="connsiteX118" fmla="*/ 5067961 w 12192000"/>
              <a:gd name="connsiteY118" fmla="*/ 1845917 h 2237474"/>
              <a:gd name="connsiteX119" fmla="*/ 5007075 w 12192000"/>
              <a:gd name="connsiteY119" fmla="*/ 1838626 h 2237474"/>
              <a:gd name="connsiteX120" fmla="*/ 4944087 w 12192000"/>
              <a:gd name="connsiteY120" fmla="*/ 1823332 h 2237474"/>
              <a:gd name="connsiteX121" fmla="*/ 4907662 w 12192000"/>
              <a:gd name="connsiteY121" fmla="*/ 1816900 h 2237474"/>
              <a:gd name="connsiteX122" fmla="*/ 4882386 w 12192000"/>
              <a:gd name="connsiteY122" fmla="*/ 1809844 h 2237474"/>
              <a:gd name="connsiteX123" fmla="*/ 4811440 w 12192000"/>
              <a:gd name="connsiteY123" fmla="*/ 1804655 h 2237474"/>
              <a:gd name="connsiteX124" fmla="*/ 4691075 w 12192000"/>
              <a:gd name="connsiteY124" fmla="*/ 1801389 h 2237474"/>
              <a:gd name="connsiteX125" fmla="*/ 4611738 w 12192000"/>
              <a:gd name="connsiteY125" fmla="*/ 1776964 h 2237474"/>
              <a:gd name="connsiteX126" fmla="*/ 4560070 w 12192000"/>
              <a:gd name="connsiteY126" fmla="*/ 1785640 h 2237474"/>
              <a:gd name="connsiteX127" fmla="*/ 4536503 w 12192000"/>
              <a:gd name="connsiteY127" fmla="*/ 1785334 h 2237474"/>
              <a:gd name="connsiteX128" fmla="*/ 4513724 w 12192000"/>
              <a:gd name="connsiteY128" fmla="*/ 1791996 h 2237474"/>
              <a:gd name="connsiteX129" fmla="*/ 4459810 w 12192000"/>
              <a:gd name="connsiteY129" fmla="*/ 1797886 h 2237474"/>
              <a:gd name="connsiteX130" fmla="*/ 4379064 w 12192000"/>
              <a:gd name="connsiteY130" fmla="*/ 1817177 h 2237474"/>
              <a:gd name="connsiteX131" fmla="*/ 4319209 w 12192000"/>
              <a:gd name="connsiteY131" fmla="*/ 1834833 h 2237474"/>
              <a:gd name="connsiteX132" fmla="*/ 4290981 w 12192000"/>
              <a:gd name="connsiteY132" fmla="*/ 1839677 h 2237474"/>
              <a:gd name="connsiteX133" fmla="*/ 4285792 w 12192000"/>
              <a:gd name="connsiteY133" fmla="*/ 1836231 h 2237474"/>
              <a:gd name="connsiteX134" fmla="*/ 4238372 w 12192000"/>
              <a:gd name="connsiteY134" fmla="*/ 1851480 h 2237474"/>
              <a:gd name="connsiteX135" fmla="*/ 4232517 w 12192000"/>
              <a:gd name="connsiteY135" fmla="*/ 1852567 h 2237474"/>
              <a:gd name="connsiteX136" fmla="*/ 4191732 w 12192000"/>
              <a:gd name="connsiteY136" fmla="*/ 1857328 h 2237474"/>
              <a:gd name="connsiteX137" fmla="*/ 4065532 w 12192000"/>
              <a:gd name="connsiteY137" fmla="*/ 1855477 h 2237474"/>
              <a:gd name="connsiteX138" fmla="*/ 4028460 w 12192000"/>
              <a:gd name="connsiteY138" fmla="*/ 1855137 h 2237474"/>
              <a:gd name="connsiteX139" fmla="*/ 4002267 w 12192000"/>
              <a:gd name="connsiteY139" fmla="*/ 1852352 h 2237474"/>
              <a:gd name="connsiteX140" fmla="*/ 3931396 w 12192000"/>
              <a:gd name="connsiteY140" fmla="*/ 1858915 h 2237474"/>
              <a:gd name="connsiteX141" fmla="*/ 3812162 w 12192000"/>
              <a:gd name="connsiteY141" fmla="*/ 1875501 h 2237474"/>
              <a:gd name="connsiteX142" fmla="*/ 3729530 w 12192000"/>
              <a:gd name="connsiteY142" fmla="*/ 1864513 h 2237474"/>
              <a:gd name="connsiteX143" fmla="*/ 3680177 w 12192000"/>
              <a:gd name="connsiteY143" fmla="*/ 1881552 h 2237474"/>
              <a:gd name="connsiteX144" fmla="*/ 3567259 w 12192000"/>
              <a:gd name="connsiteY144" fmla="*/ 1893482 h 2237474"/>
              <a:gd name="connsiteX145" fmla="*/ 3405770 w 12192000"/>
              <a:gd name="connsiteY145" fmla="*/ 1904591 h 2237474"/>
              <a:gd name="connsiteX146" fmla="*/ 3280097 w 12192000"/>
              <a:gd name="connsiteY146" fmla="*/ 1919610 h 2237474"/>
              <a:gd name="connsiteX147" fmla="*/ 3123424 w 12192000"/>
              <a:gd name="connsiteY147" fmla="*/ 1952930 h 2237474"/>
              <a:gd name="connsiteX148" fmla="*/ 3009910 w 12192000"/>
              <a:gd name="connsiteY148" fmla="*/ 1957866 h 2237474"/>
              <a:gd name="connsiteX149" fmla="*/ 2995934 w 12192000"/>
              <a:gd name="connsiteY149" fmla="*/ 1967085 h 2237474"/>
              <a:gd name="connsiteX150" fmla="*/ 2980071 w 12192000"/>
              <a:gd name="connsiteY150" fmla="*/ 1972988 h 2237474"/>
              <a:gd name="connsiteX151" fmla="*/ 2978094 w 12192000"/>
              <a:gd name="connsiteY151" fmla="*/ 1972369 h 2237474"/>
              <a:gd name="connsiteX152" fmla="*/ 2942858 w 12192000"/>
              <a:gd name="connsiteY152" fmla="*/ 1981367 h 2237474"/>
              <a:gd name="connsiteX153" fmla="*/ 2875436 w 12192000"/>
              <a:gd name="connsiteY153" fmla="*/ 1996977 h 2237474"/>
              <a:gd name="connsiteX154" fmla="*/ 2874892 w 12192000"/>
              <a:gd name="connsiteY154" fmla="*/ 1996085 h 2237474"/>
              <a:gd name="connsiteX155" fmla="*/ 2864145 w 12192000"/>
              <a:gd name="connsiteY155" fmla="*/ 1994061 h 2237474"/>
              <a:gd name="connsiteX156" fmla="*/ 2843662 w 12192000"/>
              <a:gd name="connsiteY156" fmla="*/ 1992498 h 2237474"/>
              <a:gd name="connsiteX157" fmla="*/ 2796128 w 12192000"/>
              <a:gd name="connsiteY157" fmla="*/ 1976403 h 2237474"/>
              <a:gd name="connsiteX158" fmla="*/ 2756784 w 12192000"/>
              <a:gd name="connsiteY158" fmla="*/ 1985116 h 2237474"/>
              <a:gd name="connsiteX159" fmla="*/ 2748833 w 12192000"/>
              <a:gd name="connsiteY159" fmla="*/ 1986323 h 2237474"/>
              <a:gd name="connsiteX160" fmla="*/ 2748661 w 12192000"/>
              <a:gd name="connsiteY160" fmla="*/ 1986122 h 2237474"/>
              <a:gd name="connsiteX161" fmla="*/ 2740251 w 12192000"/>
              <a:gd name="connsiteY161" fmla="*/ 1986946 h 2237474"/>
              <a:gd name="connsiteX162" fmla="*/ 2718916 w 12192000"/>
              <a:gd name="connsiteY162" fmla="*/ 1990867 h 2237474"/>
              <a:gd name="connsiteX163" fmla="*/ 2713522 w 12192000"/>
              <a:gd name="connsiteY163" fmla="*/ 1990173 h 2237474"/>
              <a:gd name="connsiteX164" fmla="*/ 2680597 w 12192000"/>
              <a:gd name="connsiteY164" fmla="*/ 1984996 h 2237474"/>
              <a:gd name="connsiteX165" fmla="*/ 2578178 w 12192000"/>
              <a:gd name="connsiteY165" fmla="*/ 1990531 h 2237474"/>
              <a:gd name="connsiteX166" fmla="*/ 2476147 w 12192000"/>
              <a:gd name="connsiteY166" fmla="*/ 1998305 h 2237474"/>
              <a:gd name="connsiteX167" fmla="*/ 2373568 w 12192000"/>
              <a:gd name="connsiteY167" fmla="*/ 2003219 h 2237474"/>
              <a:gd name="connsiteX168" fmla="*/ 2321399 w 12192000"/>
              <a:gd name="connsiteY168" fmla="*/ 1989467 h 2237474"/>
              <a:gd name="connsiteX169" fmla="*/ 2315525 w 12192000"/>
              <a:gd name="connsiteY169" fmla="*/ 1989708 h 2237474"/>
              <a:gd name="connsiteX170" fmla="*/ 2300792 w 12192000"/>
              <a:gd name="connsiteY170" fmla="*/ 1994290 h 2237474"/>
              <a:gd name="connsiteX171" fmla="*/ 2295469 w 12192000"/>
              <a:gd name="connsiteY171" fmla="*/ 1996659 h 2237474"/>
              <a:gd name="connsiteX172" fmla="*/ 2287219 w 12192000"/>
              <a:gd name="connsiteY172" fmla="*/ 1998750 h 2237474"/>
              <a:gd name="connsiteX173" fmla="*/ 2286948 w 12192000"/>
              <a:gd name="connsiteY173" fmla="*/ 1998596 h 2237474"/>
              <a:gd name="connsiteX174" fmla="*/ 2243069 w 12192000"/>
              <a:gd name="connsiteY174" fmla="*/ 2015111 h 2237474"/>
              <a:gd name="connsiteX175" fmla="*/ 2186609 w 12192000"/>
              <a:gd name="connsiteY175" fmla="*/ 2008263 h 2237474"/>
              <a:gd name="connsiteX176" fmla="*/ 2164831 w 12192000"/>
              <a:gd name="connsiteY176" fmla="*/ 2010143 h 2237474"/>
              <a:gd name="connsiteX177" fmla="*/ 2152836 w 12192000"/>
              <a:gd name="connsiteY177" fmla="*/ 2010048 h 2237474"/>
              <a:gd name="connsiteX178" fmla="*/ 2117102 w 12192000"/>
              <a:gd name="connsiteY178" fmla="*/ 2023004 h 2237474"/>
              <a:gd name="connsiteX179" fmla="*/ 2111935 w 12192000"/>
              <a:gd name="connsiteY179" fmla="*/ 2023163 h 2237474"/>
              <a:gd name="connsiteX180" fmla="*/ 2089991 w 12192000"/>
              <a:gd name="connsiteY180" fmla="*/ 2034193 h 2237474"/>
              <a:gd name="connsiteX181" fmla="*/ 2058061 w 12192000"/>
              <a:gd name="connsiteY181" fmla="*/ 2047942 h 2237474"/>
              <a:gd name="connsiteX182" fmla="*/ 2055737 w 12192000"/>
              <a:gd name="connsiteY182" fmla="*/ 2047704 h 2237474"/>
              <a:gd name="connsiteX183" fmla="*/ 2042244 w 12192000"/>
              <a:gd name="connsiteY183" fmla="*/ 2055560 h 2237474"/>
              <a:gd name="connsiteX184" fmla="*/ 1976224 w 12192000"/>
              <a:gd name="connsiteY184" fmla="*/ 2074257 h 2237474"/>
              <a:gd name="connsiteX185" fmla="*/ 1877728 w 12192000"/>
              <a:gd name="connsiteY185" fmla="*/ 2101004 h 2237474"/>
              <a:gd name="connsiteX186" fmla="*/ 1759056 w 12192000"/>
              <a:gd name="connsiteY186" fmla="*/ 2125608 h 2237474"/>
              <a:gd name="connsiteX187" fmla="*/ 1637948 w 12192000"/>
              <a:gd name="connsiteY187" fmla="*/ 2172597 h 2237474"/>
              <a:gd name="connsiteX188" fmla="*/ 1434549 w 12192000"/>
              <a:gd name="connsiteY188" fmla="*/ 2234522 h 2237474"/>
              <a:gd name="connsiteX189" fmla="*/ 1398481 w 12192000"/>
              <a:gd name="connsiteY189" fmla="*/ 2237074 h 2237474"/>
              <a:gd name="connsiteX190" fmla="*/ 1398407 w 12192000"/>
              <a:gd name="connsiteY190" fmla="*/ 2237095 h 2237474"/>
              <a:gd name="connsiteX191" fmla="*/ 1370962 w 12192000"/>
              <a:gd name="connsiteY191" fmla="*/ 2237474 h 2237474"/>
              <a:gd name="connsiteX192" fmla="*/ 1356367 w 12192000"/>
              <a:gd name="connsiteY192" fmla="*/ 2235089 h 2237474"/>
              <a:gd name="connsiteX193" fmla="*/ 1324828 w 12192000"/>
              <a:gd name="connsiteY193" fmla="*/ 2231968 h 2237474"/>
              <a:gd name="connsiteX194" fmla="*/ 1297744 w 12192000"/>
              <a:gd name="connsiteY194" fmla="*/ 2235849 h 2237474"/>
              <a:gd name="connsiteX195" fmla="*/ 1286236 w 12192000"/>
              <a:gd name="connsiteY195" fmla="*/ 2233135 h 2237474"/>
              <a:gd name="connsiteX196" fmla="*/ 1283504 w 12192000"/>
              <a:gd name="connsiteY196" fmla="*/ 2233797 h 2237474"/>
              <a:gd name="connsiteX197" fmla="*/ 1279765 w 12192000"/>
              <a:gd name="connsiteY197" fmla="*/ 2229639 h 2237474"/>
              <a:gd name="connsiteX198" fmla="*/ 1195347 w 12192000"/>
              <a:gd name="connsiteY198" fmla="*/ 2212354 h 2237474"/>
              <a:gd name="connsiteX199" fmla="*/ 970251 w 12192000"/>
              <a:gd name="connsiteY199" fmla="*/ 2221029 h 2237474"/>
              <a:gd name="connsiteX200" fmla="*/ 812914 w 12192000"/>
              <a:gd name="connsiteY200" fmla="*/ 2202752 h 2237474"/>
              <a:gd name="connsiteX201" fmla="*/ 800195 w 12192000"/>
              <a:gd name="connsiteY201" fmla="*/ 2209407 h 2237474"/>
              <a:gd name="connsiteX202" fmla="*/ 784978 w 12192000"/>
              <a:gd name="connsiteY202" fmla="*/ 2212360 h 2237474"/>
              <a:gd name="connsiteX203" fmla="*/ 681987 w 12192000"/>
              <a:gd name="connsiteY203" fmla="*/ 2216757 h 2237474"/>
              <a:gd name="connsiteX204" fmla="*/ 669923 w 12192000"/>
              <a:gd name="connsiteY204" fmla="*/ 2211682 h 2237474"/>
              <a:gd name="connsiteX205" fmla="*/ 648680 w 12192000"/>
              <a:gd name="connsiteY205" fmla="*/ 2206229 h 2237474"/>
              <a:gd name="connsiteX206" fmla="*/ 597225 w 12192000"/>
              <a:gd name="connsiteY206" fmla="*/ 2180999 h 2237474"/>
              <a:gd name="connsiteX207" fmla="*/ 558449 w 12192000"/>
              <a:gd name="connsiteY207" fmla="*/ 2182346 h 2237474"/>
              <a:gd name="connsiteX208" fmla="*/ 550517 w 12192000"/>
              <a:gd name="connsiteY208" fmla="*/ 2182060 h 2237474"/>
              <a:gd name="connsiteX209" fmla="*/ 550309 w 12192000"/>
              <a:gd name="connsiteY209" fmla="*/ 2181825 h 2237474"/>
              <a:gd name="connsiteX210" fmla="*/ 541836 w 12192000"/>
              <a:gd name="connsiteY210" fmla="*/ 2181063 h 2237474"/>
              <a:gd name="connsiteX211" fmla="*/ 536057 w 12192000"/>
              <a:gd name="connsiteY211" fmla="*/ 2181537 h 2237474"/>
              <a:gd name="connsiteX212" fmla="*/ 520671 w 12192000"/>
              <a:gd name="connsiteY212" fmla="*/ 2180980 h 2237474"/>
              <a:gd name="connsiteX213" fmla="*/ 515024 w 12192000"/>
              <a:gd name="connsiteY213" fmla="*/ 2179258 h 2237474"/>
              <a:gd name="connsiteX214" fmla="*/ 512278 w 12192000"/>
              <a:gd name="connsiteY214" fmla="*/ 2176369 h 2237474"/>
              <a:gd name="connsiteX215" fmla="*/ 480419 w 12192000"/>
              <a:gd name="connsiteY215" fmla="*/ 2167807 h 2237474"/>
              <a:gd name="connsiteX216" fmla="*/ 413835 w 12192000"/>
              <a:gd name="connsiteY216" fmla="*/ 2156783 h 2237474"/>
              <a:gd name="connsiteX217" fmla="*/ 376513 w 12192000"/>
              <a:gd name="connsiteY217" fmla="*/ 2154014 h 2237474"/>
              <a:gd name="connsiteX218" fmla="*/ 273386 w 12192000"/>
              <a:gd name="connsiteY218" fmla="*/ 2142551 h 2237474"/>
              <a:gd name="connsiteX219" fmla="*/ 169207 w 12192000"/>
              <a:gd name="connsiteY219" fmla="*/ 2128100 h 2237474"/>
              <a:gd name="connsiteX220" fmla="*/ 93149 w 12192000"/>
              <a:gd name="connsiteY220" fmla="*/ 2105324 h 2237474"/>
              <a:gd name="connsiteX221" fmla="*/ 88109 w 12192000"/>
              <a:gd name="connsiteY221" fmla="*/ 2106704 h 2237474"/>
              <a:gd name="connsiteX222" fmla="*/ 80022 w 12192000"/>
              <a:gd name="connsiteY222" fmla="*/ 2107254 h 2237474"/>
              <a:gd name="connsiteX223" fmla="*/ 79717 w 12192000"/>
              <a:gd name="connsiteY223" fmla="*/ 2107046 h 2237474"/>
              <a:gd name="connsiteX224" fmla="*/ 72352 w 12192000"/>
              <a:gd name="connsiteY224" fmla="*/ 2107991 h 2237474"/>
              <a:gd name="connsiteX225" fmla="*/ 37645 w 12192000"/>
              <a:gd name="connsiteY225" fmla="*/ 2115401 h 2237474"/>
              <a:gd name="connsiteX226" fmla="*/ 4572 w 12192000"/>
              <a:gd name="connsiteY226" fmla="*/ 2111091 h 2237474"/>
              <a:gd name="connsiteX227" fmla="*/ 0 w 12192000"/>
              <a:gd name="connsiteY227" fmla="*/ 2110468 h 2237474"/>
              <a:gd name="connsiteX228" fmla="*/ 0 w 12192000"/>
              <a:gd name="connsiteY228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02328 w 12192000"/>
              <a:gd name="connsiteY66" fmla="*/ 1345865 h 2237474"/>
              <a:gd name="connsiteX67" fmla="*/ 7898322 w 12192000"/>
              <a:gd name="connsiteY67" fmla="*/ 1345689 h 2237474"/>
              <a:gd name="connsiteX68" fmla="*/ 7875879 w 12192000"/>
              <a:gd name="connsiteY68" fmla="*/ 1345646 h 2237474"/>
              <a:gd name="connsiteX69" fmla="*/ 7840612 w 12192000"/>
              <a:gd name="connsiteY69" fmla="*/ 1369373 h 2237474"/>
              <a:gd name="connsiteX70" fmla="*/ 7786819 w 12192000"/>
              <a:gd name="connsiteY70" fmla="*/ 1378970 h 2237474"/>
              <a:gd name="connsiteX71" fmla="*/ 7548172 w 12192000"/>
              <a:gd name="connsiteY71" fmla="*/ 1417460 h 2237474"/>
              <a:gd name="connsiteX72" fmla="*/ 7483437 w 12192000"/>
              <a:gd name="connsiteY72" fmla="*/ 1478152 h 2237474"/>
              <a:gd name="connsiteX73" fmla="*/ 7377870 w 12192000"/>
              <a:gd name="connsiteY73" fmla="*/ 1523319 h 2237474"/>
              <a:gd name="connsiteX74" fmla="*/ 7230737 w 12192000"/>
              <a:gd name="connsiteY74" fmla="*/ 1562633 h 2237474"/>
              <a:gd name="connsiteX75" fmla="*/ 7224458 w 12192000"/>
              <a:gd name="connsiteY75" fmla="*/ 1573008 h 2237474"/>
              <a:gd name="connsiteX76" fmla="*/ 7213486 w 12192000"/>
              <a:gd name="connsiteY76" fmla="*/ 1580987 h 2237474"/>
              <a:gd name="connsiteX77" fmla="*/ 7210972 w 12192000"/>
              <a:gd name="connsiteY77" fmla="*/ 1580856 h 2237474"/>
              <a:gd name="connsiteX78" fmla="*/ 7183121 w 12192000"/>
              <a:gd name="connsiteY78" fmla="*/ 1595162 h 2237474"/>
              <a:gd name="connsiteX79" fmla="*/ 7164601 w 12192000"/>
              <a:gd name="connsiteY79" fmla="*/ 1606490 h 2237474"/>
              <a:gd name="connsiteX80" fmla="*/ 7159286 w 12192000"/>
              <a:gd name="connsiteY80" fmla="*/ 1606850 h 2237474"/>
              <a:gd name="connsiteX81" fmla="*/ 7114651 w 12192000"/>
              <a:gd name="connsiteY81" fmla="*/ 1620959 h 2237474"/>
              <a:gd name="connsiteX82" fmla="*/ 7092727 w 12192000"/>
              <a:gd name="connsiteY82" fmla="*/ 1623628 h 2237474"/>
              <a:gd name="connsiteX83" fmla="*/ 7031309 w 12192000"/>
              <a:gd name="connsiteY83" fmla="*/ 1619451 h 2237474"/>
              <a:gd name="connsiteX84" fmla="*/ 6999084 w 12192000"/>
              <a:gd name="connsiteY84" fmla="*/ 1634317 h 2237474"/>
              <a:gd name="connsiteX85" fmla="*/ 6992107 w 12192000"/>
              <a:gd name="connsiteY85" fmla="*/ 1636860 h 2237474"/>
              <a:gd name="connsiteX86" fmla="*/ 6991765 w 12192000"/>
              <a:gd name="connsiteY86" fmla="*/ 1636725 h 2237474"/>
              <a:gd name="connsiteX87" fmla="*/ 6983996 w 12192000"/>
              <a:gd name="connsiteY87" fmla="*/ 1639040 h 2237474"/>
              <a:gd name="connsiteX88" fmla="*/ 6900177 w 12192000"/>
              <a:gd name="connsiteY88" fmla="*/ 1636016 h 2237474"/>
              <a:gd name="connsiteX89" fmla="*/ 6795372 w 12192000"/>
              <a:gd name="connsiteY89" fmla="*/ 1644845 h 2237474"/>
              <a:gd name="connsiteX90" fmla="*/ 6692251 w 12192000"/>
              <a:gd name="connsiteY90" fmla="*/ 1656357 h 2237474"/>
              <a:gd name="connsiteX91" fmla="*/ 6655235 w 12192000"/>
              <a:gd name="connsiteY91" fmla="*/ 1661869 h 2237474"/>
              <a:gd name="connsiteX92" fmla="*/ 6587857 w 12192000"/>
              <a:gd name="connsiteY92" fmla="*/ 1665769 h 2237474"/>
              <a:gd name="connsiteX93" fmla="*/ 6554894 w 12192000"/>
              <a:gd name="connsiteY93" fmla="*/ 1664428 h 2237474"/>
              <a:gd name="connsiteX94" fmla="*/ 6516595 w 12192000"/>
              <a:gd name="connsiteY94" fmla="*/ 1667475 h 2237474"/>
              <a:gd name="connsiteX95" fmla="*/ 6508541 w 12192000"/>
              <a:gd name="connsiteY95" fmla="*/ 1668757 h 2237474"/>
              <a:gd name="connsiteX96" fmla="*/ 6471012 w 12192000"/>
              <a:gd name="connsiteY96" fmla="*/ 1678604 h 2237474"/>
              <a:gd name="connsiteX97" fmla="*/ 6415265 w 12192000"/>
              <a:gd name="connsiteY97" fmla="*/ 1665317 h 2237474"/>
              <a:gd name="connsiteX98" fmla="*/ 6364035 w 12192000"/>
              <a:gd name="connsiteY98" fmla="*/ 1667683 h 2237474"/>
              <a:gd name="connsiteX99" fmla="*/ 6280959 w 12192000"/>
              <a:gd name="connsiteY99" fmla="*/ 1689329 h 2237474"/>
              <a:gd name="connsiteX100" fmla="*/ 6243319 w 12192000"/>
              <a:gd name="connsiteY100" fmla="*/ 1695560 h 2237474"/>
              <a:gd name="connsiteX101" fmla="*/ 6098321 w 12192000"/>
              <a:gd name="connsiteY101" fmla="*/ 1721646 h 2237474"/>
              <a:gd name="connsiteX102" fmla="*/ 5880652 w 12192000"/>
              <a:gd name="connsiteY102" fmla="*/ 1779643 h 2237474"/>
              <a:gd name="connsiteX103" fmla="*/ 5785959 w 12192000"/>
              <a:gd name="connsiteY103" fmla="*/ 1775307 h 2237474"/>
              <a:gd name="connsiteX104" fmla="*/ 5643534 w 12192000"/>
              <a:gd name="connsiteY104" fmla="*/ 1802919 h 2237474"/>
              <a:gd name="connsiteX105" fmla="*/ 5518799 w 12192000"/>
              <a:gd name="connsiteY105" fmla="*/ 1818312 h 2237474"/>
              <a:gd name="connsiteX106" fmla="*/ 5505014 w 12192000"/>
              <a:gd name="connsiteY106" fmla="*/ 1819259 h 2237474"/>
              <a:gd name="connsiteX107" fmla="*/ 5453307 w 12192000"/>
              <a:gd name="connsiteY107" fmla="*/ 1815450 h 2237474"/>
              <a:gd name="connsiteX108" fmla="*/ 5364192 w 12192000"/>
              <a:gd name="connsiteY108" fmla="*/ 1826074 h 2237474"/>
              <a:gd name="connsiteX109" fmla="*/ 5350380 w 12192000"/>
              <a:gd name="connsiteY109" fmla="*/ 1830891 h 2237474"/>
              <a:gd name="connsiteX110" fmla="*/ 5259633 w 12192000"/>
              <a:gd name="connsiteY110" fmla="*/ 1837160 h 2237474"/>
              <a:gd name="connsiteX111" fmla="*/ 5197513 w 12192000"/>
              <a:gd name="connsiteY111" fmla="*/ 1844718 h 2237474"/>
              <a:gd name="connsiteX112" fmla="*/ 5184170 w 12192000"/>
              <a:gd name="connsiteY112" fmla="*/ 1849402 h 2237474"/>
              <a:gd name="connsiteX113" fmla="*/ 5168852 w 12192000"/>
              <a:gd name="connsiteY113" fmla="*/ 1844846 h 2237474"/>
              <a:gd name="connsiteX114" fmla="*/ 5164370 w 12192000"/>
              <a:gd name="connsiteY114" fmla="*/ 1840597 h 2237474"/>
              <a:gd name="connsiteX115" fmla="*/ 5114927 w 12192000"/>
              <a:gd name="connsiteY115" fmla="*/ 1847827 h 2237474"/>
              <a:gd name="connsiteX116" fmla="*/ 5108970 w 12192000"/>
              <a:gd name="connsiteY116" fmla="*/ 1847935 h 2237474"/>
              <a:gd name="connsiteX117" fmla="*/ 5067961 w 12192000"/>
              <a:gd name="connsiteY117" fmla="*/ 1845917 h 2237474"/>
              <a:gd name="connsiteX118" fmla="*/ 5007075 w 12192000"/>
              <a:gd name="connsiteY118" fmla="*/ 1838626 h 2237474"/>
              <a:gd name="connsiteX119" fmla="*/ 4944087 w 12192000"/>
              <a:gd name="connsiteY119" fmla="*/ 1823332 h 2237474"/>
              <a:gd name="connsiteX120" fmla="*/ 4907662 w 12192000"/>
              <a:gd name="connsiteY120" fmla="*/ 1816900 h 2237474"/>
              <a:gd name="connsiteX121" fmla="*/ 4882386 w 12192000"/>
              <a:gd name="connsiteY121" fmla="*/ 1809844 h 2237474"/>
              <a:gd name="connsiteX122" fmla="*/ 4811440 w 12192000"/>
              <a:gd name="connsiteY122" fmla="*/ 1804655 h 2237474"/>
              <a:gd name="connsiteX123" fmla="*/ 4691075 w 12192000"/>
              <a:gd name="connsiteY123" fmla="*/ 1801389 h 2237474"/>
              <a:gd name="connsiteX124" fmla="*/ 4611738 w 12192000"/>
              <a:gd name="connsiteY124" fmla="*/ 1776964 h 2237474"/>
              <a:gd name="connsiteX125" fmla="*/ 4560070 w 12192000"/>
              <a:gd name="connsiteY125" fmla="*/ 1785640 h 2237474"/>
              <a:gd name="connsiteX126" fmla="*/ 4536503 w 12192000"/>
              <a:gd name="connsiteY126" fmla="*/ 1785334 h 2237474"/>
              <a:gd name="connsiteX127" fmla="*/ 4513724 w 12192000"/>
              <a:gd name="connsiteY127" fmla="*/ 1791996 h 2237474"/>
              <a:gd name="connsiteX128" fmla="*/ 4459810 w 12192000"/>
              <a:gd name="connsiteY128" fmla="*/ 1797886 h 2237474"/>
              <a:gd name="connsiteX129" fmla="*/ 4379064 w 12192000"/>
              <a:gd name="connsiteY129" fmla="*/ 1817177 h 2237474"/>
              <a:gd name="connsiteX130" fmla="*/ 4319209 w 12192000"/>
              <a:gd name="connsiteY130" fmla="*/ 1834833 h 2237474"/>
              <a:gd name="connsiteX131" fmla="*/ 4290981 w 12192000"/>
              <a:gd name="connsiteY131" fmla="*/ 1839677 h 2237474"/>
              <a:gd name="connsiteX132" fmla="*/ 4285792 w 12192000"/>
              <a:gd name="connsiteY132" fmla="*/ 1836231 h 2237474"/>
              <a:gd name="connsiteX133" fmla="*/ 4238372 w 12192000"/>
              <a:gd name="connsiteY133" fmla="*/ 1851480 h 2237474"/>
              <a:gd name="connsiteX134" fmla="*/ 4232517 w 12192000"/>
              <a:gd name="connsiteY134" fmla="*/ 1852567 h 2237474"/>
              <a:gd name="connsiteX135" fmla="*/ 4191732 w 12192000"/>
              <a:gd name="connsiteY135" fmla="*/ 1857328 h 2237474"/>
              <a:gd name="connsiteX136" fmla="*/ 4065532 w 12192000"/>
              <a:gd name="connsiteY136" fmla="*/ 1855477 h 2237474"/>
              <a:gd name="connsiteX137" fmla="*/ 4028460 w 12192000"/>
              <a:gd name="connsiteY137" fmla="*/ 1855137 h 2237474"/>
              <a:gd name="connsiteX138" fmla="*/ 4002267 w 12192000"/>
              <a:gd name="connsiteY138" fmla="*/ 1852352 h 2237474"/>
              <a:gd name="connsiteX139" fmla="*/ 3931396 w 12192000"/>
              <a:gd name="connsiteY139" fmla="*/ 1858915 h 2237474"/>
              <a:gd name="connsiteX140" fmla="*/ 3812162 w 12192000"/>
              <a:gd name="connsiteY140" fmla="*/ 1875501 h 2237474"/>
              <a:gd name="connsiteX141" fmla="*/ 3729530 w 12192000"/>
              <a:gd name="connsiteY141" fmla="*/ 1864513 h 2237474"/>
              <a:gd name="connsiteX142" fmla="*/ 3680177 w 12192000"/>
              <a:gd name="connsiteY142" fmla="*/ 1881552 h 2237474"/>
              <a:gd name="connsiteX143" fmla="*/ 3567259 w 12192000"/>
              <a:gd name="connsiteY143" fmla="*/ 1893482 h 2237474"/>
              <a:gd name="connsiteX144" fmla="*/ 3405770 w 12192000"/>
              <a:gd name="connsiteY144" fmla="*/ 1904591 h 2237474"/>
              <a:gd name="connsiteX145" fmla="*/ 3280097 w 12192000"/>
              <a:gd name="connsiteY145" fmla="*/ 1919610 h 2237474"/>
              <a:gd name="connsiteX146" fmla="*/ 3123424 w 12192000"/>
              <a:gd name="connsiteY146" fmla="*/ 1952930 h 2237474"/>
              <a:gd name="connsiteX147" fmla="*/ 3009910 w 12192000"/>
              <a:gd name="connsiteY147" fmla="*/ 1957866 h 2237474"/>
              <a:gd name="connsiteX148" fmla="*/ 2995934 w 12192000"/>
              <a:gd name="connsiteY148" fmla="*/ 1967085 h 2237474"/>
              <a:gd name="connsiteX149" fmla="*/ 2980071 w 12192000"/>
              <a:gd name="connsiteY149" fmla="*/ 1972988 h 2237474"/>
              <a:gd name="connsiteX150" fmla="*/ 2978094 w 12192000"/>
              <a:gd name="connsiteY150" fmla="*/ 1972369 h 2237474"/>
              <a:gd name="connsiteX151" fmla="*/ 2942858 w 12192000"/>
              <a:gd name="connsiteY151" fmla="*/ 1981367 h 2237474"/>
              <a:gd name="connsiteX152" fmla="*/ 2875436 w 12192000"/>
              <a:gd name="connsiteY152" fmla="*/ 1996977 h 2237474"/>
              <a:gd name="connsiteX153" fmla="*/ 2874892 w 12192000"/>
              <a:gd name="connsiteY153" fmla="*/ 1996085 h 2237474"/>
              <a:gd name="connsiteX154" fmla="*/ 2864145 w 12192000"/>
              <a:gd name="connsiteY154" fmla="*/ 1994061 h 2237474"/>
              <a:gd name="connsiteX155" fmla="*/ 2843662 w 12192000"/>
              <a:gd name="connsiteY155" fmla="*/ 1992498 h 2237474"/>
              <a:gd name="connsiteX156" fmla="*/ 2796128 w 12192000"/>
              <a:gd name="connsiteY156" fmla="*/ 1976403 h 2237474"/>
              <a:gd name="connsiteX157" fmla="*/ 2756784 w 12192000"/>
              <a:gd name="connsiteY157" fmla="*/ 1985116 h 2237474"/>
              <a:gd name="connsiteX158" fmla="*/ 2748833 w 12192000"/>
              <a:gd name="connsiteY158" fmla="*/ 1986323 h 2237474"/>
              <a:gd name="connsiteX159" fmla="*/ 2748661 w 12192000"/>
              <a:gd name="connsiteY159" fmla="*/ 1986122 h 2237474"/>
              <a:gd name="connsiteX160" fmla="*/ 2740251 w 12192000"/>
              <a:gd name="connsiteY160" fmla="*/ 1986946 h 2237474"/>
              <a:gd name="connsiteX161" fmla="*/ 2718916 w 12192000"/>
              <a:gd name="connsiteY161" fmla="*/ 1990867 h 2237474"/>
              <a:gd name="connsiteX162" fmla="*/ 2713522 w 12192000"/>
              <a:gd name="connsiteY162" fmla="*/ 1990173 h 2237474"/>
              <a:gd name="connsiteX163" fmla="*/ 2680597 w 12192000"/>
              <a:gd name="connsiteY163" fmla="*/ 1984996 h 2237474"/>
              <a:gd name="connsiteX164" fmla="*/ 2578178 w 12192000"/>
              <a:gd name="connsiteY164" fmla="*/ 1990531 h 2237474"/>
              <a:gd name="connsiteX165" fmla="*/ 2476147 w 12192000"/>
              <a:gd name="connsiteY165" fmla="*/ 1998305 h 2237474"/>
              <a:gd name="connsiteX166" fmla="*/ 2373568 w 12192000"/>
              <a:gd name="connsiteY166" fmla="*/ 2003219 h 2237474"/>
              <a:gd name="connsiteX167" fmla="*/ 2321399 w 12192000"/>
              <a:gd name="connsiteY167" fmla="*/ 1989467 h 2237474"/>
              <a:gd name="connsiteX168" fmla="*/ 2315525 w 12192000"/>
              <a:gd name="connsiteY168" fmla="*/ 1989708 h 2237474"/>
              <a:gd name="connsiteX169" fmla="*/ 2300792 w 12192000"/>
              <a:gd name="connsiteY169" fmla="*/ 1994290 h 2237474"/>
              <a:gd name="connsiteX170" fmla="*/ 2295469 w 12192000"/>
              <a:gd name="connsiteY170" fmla="*/ 1996659 h 2237474"/>
              <a:gd name="connsiteX171" fmla="*/ 2287219 w 12192000"/>
              <a:gd name="connsiteY171" fmla="*/ 1998750 h 2237474"/>
              <a:gd name="connsiteX172" fmla="*/ 2286948 w 12192000"/>
              <a:gd name="connsiteY172" fmla="*/ 1998596 h 2237474"/>
              <a:gd name="connsiteX173" fmla="*/ 2243069 w 12192000"/>
              <a:gd name="connsiteY173" fmla="*/ 2015111 h 2237474"/>
              <a:gd name="connsiteX174" fmla="*/ 2186609 w 12192000"/>
              <a:gd name="connsiteY174" fmla="*/ 2008263 h 2237474"/>
              <a:gd name="connsiteX175" fmla="*/ 2164831 w 12192000"/>
              <a:gd name="connsiteY175" fmla="*/ 2010143 h 2237474"/>
              <a:gd name="connsiteX176" fmla="*/ 2152836 w 12192000"/>
              <a:gd name="connsiteY176" fmla="*/ 2010048 h 2237474"/>
              <a:gd name="connsiteX177" fmla="*/ 2117102 w 12192000"/>
              <a:gd name="connsiteY177" fmla="*/ 2023004 h 2237474"/>
              <a:gd name="connsiteX178" fmla="*/ 2111935 w 12192000"/>
              <a:gd name="connsiteY178" fmla="*/ 2023163 h 2237474"/>
              <a:gd name="connsiteX179" fmla="*/ 2089991 w 12192000"/>
              <a:gd name="connsiteY179" fmla="*/ 2034193 h 2237474"/>
              <a:gd name="connsiteX180" fmla="*/ 2058061 w 12192000"/>
              <a:gd name="connsiteY180" fmla="*/ 2047942 h 2237474"/>
              <a:gd name="connsiteX181" fmla="*/ 2055737 w 12192000"/>
              <a:gd name="connsiteY181" fmla="*/ 2047704 h 2237474"/>
              <a:gd name="connsiteX182" fmla="*/ 2042244 w 12192000"/>
              <a:gd name="connsiteY182" fmla="*/ 2055560 h 2237474"/>
              <a:gd name="connsiteX183" fmla="*/ 1976224 w 12192000"/>
              <a:gd name="connsiteY183" fmla="*/ 2074257 h 2237474"/>
              <a:gd name="connsiteX184" fmla="*/ 1877728 w 12192000"/>
              <a:gd name="connsiteY184" fmla="*/ 2101004 h 2237474"/>
              <a:gd name="connsiteX185" fmla="*/ 1759056 w 12192000"/>
              <a:gd name="connsiteY185" fmla="*/ 2125608 h 2237474"/>
              <a:gd name="connsiteX186" fmla="*/ 1637948 w 12192000"/>
              <a:gd name="connsiteY186" fmla="*/ 2172597 h 2237474"/>
              <a:gd name="connsiteX187" fmla="*/ 1434549 w 12192000"/>
              <a:gd name="connsiteY187" fmla="*/ 2234522 h 2237474"/>
              <a:gd name="connsiteX188" fmla="*/ 1398481 w 12192000"/>
              <a:gd name="connsiteY188" fmla="*/ 2237074 h 2237474"/>
              <a:gd name="connsiteX189" fmla="*/ 1398407 w 12192000"/>
              <a:gd name="connsiteY189" fmla="*/ 2237095 h 2237474"/>
              <a:gd name="connsiteX190" fmla="*/ 1370962 w 12192000"/>
              <a:gd name="connsiteY190" fmla="*/ 2237474 h 2237474"/>
              <a:gd name="connsiteX191" fmla="*/ 1356367 w 12192000"/>
              <a:gd name="connsiteY191" fmla="*/ 2235089 h 2237474"/>
              <a:gd name="connsiteX192" fmla="*/ 1324828 w 12192000"/>
              <a:gd name="connsiteY192" fmla="*/ 2231968 h 2237474"/>
              <a:gd name="connsiteX193" fmla="*/ 1297744 w 12192000"/>
              <a:gd name="connsiteY193" fmla="*/ 2235849 h 2237474"/>
              <a:gd name="connsiteX194" fmla="*/ 1286236 w 12192000"/>
              <a:gd name="connsiteY194" fmla="*/ 2233135 h 2237474"/>
              <a:gd name="connsiteX195" fmla="*/ 1283504 w 12192000"/>
              <a:gd name="connsiteY195" fmla="*/ 2233797 h 2237474"/>
              <a:gd name="connsiteX196" fmla="*/ 1279765 w 12192000"/>
              <a:gd name="connsiteY196" fmla="*/ 2229639 h 2237474"/>
              <a:gd name="connsiteX197" fmla="*/ 1195347 w 12192000"/>
              <a:gd name="connsiteY197" fmla="*/ 2212354 h 2237474"/>
              <a:gd name="connsiteX198" fmla="*/ 970251 w 12192000"/>
              <a:gd name="connsiteY198" fmla="*/ 2221029 h 2237474"/>
              <a:gd name="connsiteX199" fmla="*/ 812914 w 12192000"/>
              <a:gd name="connsiteY199" fmla="*/ 2202752 h 2237474"/>
              <a:gd name="connsiteX200" fmla="*/ 800195 w 12192000"/>
              <a:gd name="connsiteY200" fmla="*/ 2209407 h 2237474"/>
              <a:gd name="connsiteX201" fmla="*/ 784978 w 12192000"/>
              <a:gd name="connsiteY201" fmla="*/ 2212360 h 2237474"/>
              <a:gd name="connsiteX202" fmla="*/ 681987 w 12192000"/>
              <a:gd name="connsiteY202" fmla="*/ 2216757 h 2237474"/>
              <a:gd name="connsiteX203" fmla="*/ 669923 w 12192000"/>
              <a:gd name="connsiteY203" fmla="*/ 2211682 h 2237474"/>
              <a:gd name="connsiteX204" fmla="*/ 648680 w 12192000"/>
              <a:gd name="connsiteY204" fmla="*/ 2206229 h 2237474"/>
              <a:gd name="connsiteX205" fmla="*/ 597225 w 12192000"/>
              <a:gd name="connsiteY205" fmla="*/ 2180999 h 2237474"/>
              <a:gd name="connsiteX206" fmla="*/ 558449 w 12192000"/>
              <a:gd name="connsiteY206" fmla="*/ 2182346 h 2237474"/>
              <a:gd name="connsiteX207" fmla="*/ 550517 w 12192000"/>
              <a:gd name="connsiteY207" fmla="*/ 2182060 h 2237474"/>
              <a:gd name="connsiteX208" fmla="*/ 550309 w 12192000"/>
              <a:gd name="connsiteY208" fmla="*/ 2181825 h 2237474"/>
              <a:gd name="connsiteX209" fmla="*/ 541836 w 12192000"/>
              <a:gd name="connsiteY209" fmla="*/ 2181063 h 2237474"/>
              <a:gd name="connsiteX210" fmla="*/ 536057 w 12192000"/>
              <a:gd name="connsiteY210" fmla="*/ 2181537 h 2237474"/>
              <a:gd name="connsiteX211" fmla="*/ 520671 w 12192000"/>
              <a:gd name="connsiteY211" fmla="*/ 2180980 h 2237474"/>
              <a:gd name="connsiteX212" fmla="*/ 515024 w 12192000"/>
              <a:gd name="connsiteY212" fmla="*/ 2179258 h 2237474"/>
              <a:gd name="connsiteX213" fmla="*/ 512278 w 12192000"/>
              <a:gd name="connsiteY213" fmla="*/ 2176369 h 2237474"/>
              <a:gd name="connsiteX214" fmla="*/ 480419 w 12192000"/>
              <a:gd name="connsiteY214" fmla="*/ 2167807 h 2237474"/>
              <a:gd name="connsiteX215" fmla="*/ 413835 w 12192000"/>
              <a:gd name="connsiteY215" fmla="*/ 2156783 h 2237474"/>
              <a:gd name="connsiteX216" fmla="*/ 376513 w 12192000"/>
              <a:gd name="connsiteY216" fmla="*/ 2154014 h 2237474"/>
              <a:gd name="connsiteX217" fmla="*/ 273386 w 12192000"/>
              <a:gd name="connsiteY217" fmla="*/ 2142551 h 2237474"/>
              <a:gd name="connsiteX218" fmla="*/ 169207 w 12192000"/>
              <a:gd name="connsiteY218" fmla="*/ 2128100 h 2237474"/>
              <a:gd name="connsiteX219" fmla="*/ 93149 w 12192000"/>
              <a:gd name="connsiteY219" fmla="*/ 2105324 h 2237474"/>
              <a:gd name="connsiteX220" fmla="*/ 88109 w 12192000"/>
              <a:gd name="connsiteY220" fmla="*/ 2106704 h 2237474"/>
              <a:gd name="connsiteX221" fmla="*/ 80022 w 12192000"/>
              <a:gd name="connsiteY221" fmla="*/ 2107254 h 2237474"/>
              <a:gd name="connsiteX222" fmla="*/ 79717 w 12192000"/>
              <a:gd name="connsiteY222" fmla="*/ 2107046 h 2237474"/>
              <a:gd name="connsiteX223" fmla="*/ 72352 w 12192000"/>
              <a:gd name="connsiteY223" fmla="*/ 2107991 h 2237474"/>
              <a:gd name="connsiteX224" fmla="*/ 37645 w 12192000"/>
              <a:gd name="connsiteY224" fmla="*/ 2115401 h 2237474"/>
              <a:gd name="connsiteX225" fmla="*/ 4572 w 12192000"/>
              <a:gd name="connsiteY225" fmla="*/ 2111091 h 2237474"/>
              <a:gd name="connsiteX226" fmla="*/ 0 w 12192000"/>
              <a:gd name="connsiteY226" fmla="*/ 2110468 h 2237474"/>
              <a:gd name="connsiteX227" fmla="*/ 0 w 12192000"/>
              <a:gd name="connsiteY227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02328 w 12192000"/>
              <a:gd name="connsiteY66" fmla="*/ 1345865 h 2237474"/>
              <a:gd name="connsiteX67" fmla="*/ 7898322 w 12192000"/>
              <a:gd name="connsiteY67" fmla="*/ 1345689 h 2237474"/>
              <a:gd name="connsiteX68" fmla="*/ 7875879 w 12192000"/>
              <a:gd name="connsiteY68" fmla="*/ 1345646 h 2237474"/>
              <a:gd name="connsiteX69" fmla="*/ 7840612 w 12192000"/>
              <a:gd name="connsiteY69" fmla="*/ 1369373 h 2237474"/>
              <a:gd name="connsiteX70" fmla="*/ 7786819 w 12192000"/>
              <a:gd name="connsiteY70" fmla="*/ 1378970 h 2237474"/>
              <a:gd name="connsiteX71" fmla="*/ 7548172 w 12192000"/>
              <a:gd name="connsiteY71" fmla="*/ 1417460 h 2237474"/>
              <a:gd name="connsiteX72" fmla="*/ 7483437 w 12192000"/>
              <a:gd name="connsiteY72" fmla="*/ 1478152 h 2237474"/>
              <a:gd name="connsiteX73" fmla="*/ 7377870 w 12192000"/>
              <a:gd name="connsiteY73" fmla="*/ 1523319 h 2237474"/>
              <a:gd name="connsiteX74" fmla="*/ 7230737 w 12192000"/>
              <a:gd name="connsiteY74" fmla="*/ 1562633 h 2237474"/>
              <a:gd name="connsiteX75" fmla="*/ 7224458 w 12192000"/>
              <a:gd name="connsiteY75" fmla="*/ 1573008 h 2237474"/>
              <a:gd name="connsiteX76" fmla="*/ 7213486 w 12192000"/>
              <a:gd name="connsiteY76" fmla="*/ 1580987 h 2237474"/>
              <a:gd name="connsiteX77" fmla="*/ 7210972 w 12192000"/>
              <a:gd name="connsiteY77" fmla="*/ 1580856 h 2237474"/>
              <a:gd name="connsiteX78" fmla="*/ 7183121 w 12192000"/>
              <a:gd name="connsiteY78" fmla="*/ 1595162 h 2237474"/>
              <a:gd name="connsiteX79" fmla="*/ 7164601 w 12192000"/>
              <a:gd name="connsiteY79" fmla="*/ 1606490 h 2237474"/>
              <a:gd name="connsiteX80" fmla="*/ 7159286 w 12192000"/>
              <a:gd name="connsiteY80" fmla="*/ 1606850 h 2237474"/>
              <a:gd name="connsiteX81" fmla="*/ 7114651 w 12192000"/>
              <a:gd name="connsiteY81" fmla="*/ 1620959 h 2237474"/>
              <a:gd name="connsiteX82" fmla="*/ 7092727 w 12192000"/>
              <a:gd name="connsiteY82" fmla="*/ 1623628 h 2237474"/>
              <a:gd name="connsiteX83" fmla="*/ 7031309 w 12192000"/>
              <a:gd name="connsiteY83" fmla="*/ 1619451 h 2237474"/>
              <a:gd name="connsiteX84" fmla="*/ 6999084 w 12192000"/>
              <a:gd name="connsiteY84" fmla="*/ 1634317 h 2237474"/>
              <a:gd name="connsiteX85" fmla="*/ 6992107 w 12192000"/>
              <a:gd name="connsiteY85" fmla="*/ 1636860 h 2237474"/>
              <a:gd name="connsiteX86" fmla="*/ 6991765 w 12192000"/>
              <a:gd name="connsiteY86" fmla="*/ 1636725 h 2237474"/>
              <a:gd name="connsiteX87" fmla="*/ 6900177 w 12192000"/>
              <a:gd name="connsiteY87" fmla="*/ 1636016 h 2237474"/>
              <a:gd name="connsiteX88" fmla="*/ 6795372 w 12192000"/>
              <a:gd name="connsiteY88" fmla="*/ 1644845 h 2237474"/>
              <a:gd name="connsiteX89" fmla="*/ 6692251 w 12192000"/>
              <a:gd name="connsiteY89" fmla="*/ 1656357 h 2237474"/>
              <a:gd name="connsiteX90" fmla="*/ 6655235 w 12192000"/>
              <a:gd name="connsiteY90" fmla="*/ 1661869 h 2237474"/>
              <a:gd name="connsiteX91" fmla="*/ 6587857 w 12192000"/>
              <a:gd name="connsiteY91" fmla="*/ 1665769 h 2237474"/>
              <a:gd name="connsiteX92" fmla="*/ 6554894 w 12192000"/>
              <a:gd name="connsiteY92" fmla="*/ 1664428 h 2237474"/>
              <a:gd name="connsiteX93" fmla="*/ 6516595 w 12192000"/>
              <a:gd name="connsiteY93" fmla="*/ 1667475 h 2237474"/>
              <a:gd name="connsiteX94" fmla="*/ 6508541 w 12192000"/>
              <a:gd name="connsiteY94" fmla="*/ 1668757 h 2237474"/>
              <a:gd name="connsiteX95" fmla="*/ 6471012 w 12192000"/>
              <a:gd name="connsiteY95" fmla="*/ 1678604 h 2237474"/>
              <a:gd name="connsiteX96" fmla="*/ 6415265 w 12192000"/>
              <a:gd name="connsiteY96" fmla="*/ 1665317 h 2237474"/>
              <a:gd name="connsiteX97" fmla="*/ 6364035 w 12192000"/>
              <a:gd name="connsiteY97" fmla="*/ 1667683 h 2237474"/>
              <a:gd name="connsiteX98" fmla="*/ 6280959 w 12192000"/>
              <a:gd name="connsiteY98" fmla="*/ 1689329 h 2237474"/>
              <a:gd name="connsiteX99" fmla="*/ 6243319 w 12192000"/>
              <a:gd name="connsiteY99" fmla="*/ 1695560 h 2237474"/>
              <a:gd name="connsiteX100" fmla="*/ 6098321 w 12192000"/>
              <a:gd name="connsiteY100" fmla="*/ 1721646 h 2237474"/>
              <a:gd name="connsiteX101" fmla="*/ 5880652 w 12192000"/>
              <a:gd name="connsiteY101" fmla="*/ 1779643 h 2237474"/>
              <a:gd name="connsiteX102" fmla="*/ 5785959 w 12192000"/>
              <a:gd name="connsiteY102" fmla="*/ 1775307 h 2237474"/>
              <a:gd name="connsiteX103" fmla="*/ 5643534 w 12192000"/>
              <a:gd name="connsiteY103" fmla="*/ 1802919 h 2237474"/>
              <a:gd name="connsiteX104" fmla="*/ 5518799 w 12192000"/>
              <a:gd name="connsiteY104" fmla="*/ 1818312 h 2237474"/>
              <a:gd name="connsiteX105" fmla="*/ 5505014 w 12192000"/>
              <a:gd name="connsiteY105" fmla="*/ 1819259 h 2237474"/>
              <a:gd name="connsiteX106" fmla="*/ 5453307 w 12192000"/>
              <a:gd name="connsiteY106" fmla="*/ 1815450 h 2237474"/>
              <a:gd name="connsiteX107" fmla="*/ 5364192 w 12192000"/>
              <a:gd name="connsiteY107" fmla="*/ 1826074 h 2237474"/>
              <a:gd name="connsiteX108" fmla="*/ 5350380 w 12192000"/>
              <a:gd name="connsiteY108" fmla="*/ 1830891 h 2237474"/>
              <a:gd name="connsiteX109" fmla="*/ 5259633 w 12192000"/>
              <a:gd name="connsiteY109" fmla="*/ 1837160 h 2237474"/>
              <a:gd name="connsiteX110" fmla="*/ 5197513 w 12192000"/>
              <a:gd name="connsiteY110" fmla="*/ 1844718 h 2237474"/>
              <a:gd name="connsiteX111" fmla="*/ 5184170 w 12192000"/>
              <a:gd name="connsiteY111" fmla="*/ 1849402 h 2237474"/>
              <a:gd name="connsiteX112" fmla="*/ 5168852 w 12192000"/>
              <a:gd name="connsiteY112" fmla="*/ 1844846 h 2237474"/>
              <a:gd name="connsiteX113" fmla="*/ 5164370 w 12192000"/>
              <a:gd name="connsiteY113" fmla="*/ 1840597 h 2237474"/>
              <a:gd name="connsiteX114" fmla="*/ 5114927 w 12192000"/>
              <a:gd name="connsiteY114" fmla="*/ 1847827 h 2237474"/>
              <a:gd name="connsiteX115" fmla="*/ 5108970 w 12192000"/>
              <a:gd name="connsiteY115" fmla="*/ 1847935 h 2237474"/>
              <a:gd name="connsiteX116" fmla="*/ 5067961 w 12192000"/>
              <a:gd name="connsiteY116" fmla="*/ 1845917 h 2237474"/>
              <a:gd name="connsiteX117" fmla="*/ 5007075 w 12192000"/>
              <a:gd name="connsiteY117" fmla="*/ 1838626 h 2237474"/>
              <a:gd name="connsiteX118" fmla="*/ 4944087 w 12192000"/>
              <a:gd name="connsiteY118" fmla="*/ 1823332 h 2237474"/>
              <a:gd name="connsiteX119" fmla="*/ 4907662 w 12192000"/>
              <a:gd name="connsiteY119" fmla="*/ 1816900 h 2237474"/>
              <a:gd name="connsiteX120" fmla="*/ 4882386 w 12192000"/>
              <a:gd name="connsiteY120" fmla="*/ 1809844 h 2237474"/>
              <a:gd name="connsiteX121" fmla="*/ 4811440 w 12192000"/>
              <a:gd name="connsiteY121" fmla="*/ 1804655 h 2237474"/>
              <a:gd name="connsiteX122" fmla="*/ 4691075 w 12192000"/>
              <a:gd name="connsiteY122" fmla="*/ 1801389 h 2237474"/>
              <a:gd name="connsiteX123" fmla="*/ 4611738 w 12192000"/>
              <a:gd name="connsiteY123" fmla="*/ 1776964 h 2237474"/>
              <a:gd name="connsiteX124" fmla="*/ 4560070 w 12192000"/>
              <a:gd name="connsiteY124" fmla="*/ 1785640 h 2237474"/>
              <a:gd name="connsiteX125" fmla="*/ 4536503 w 12192000"/>
              <a:gd name="connsiteY125" fmla="*/ 1785334 h 2237474"/>
              <a:gd name="connsiteX126" fmla="*/ 4513724 w 12192000"/>
              <a:gd name="connsiteY126" fmla="*/ 1791996 h 2237474"/>
              <a:gd name="connsiteX127" fmla="*/ 4459810 w 12192000"/>
              <a:gd name="connsiteY127" fmla="*/ 1797886 h 2237474"/>
              <a:gd name="connsiteX128" fmla="*/ 4379064 w 12192000"/>
              <a:gd name="connsiteY128" fmla="*/ 1817177 h 2237474"/>
              <a:gd name="connsiteX129" fmla="*/ 4319209 w 12192000"/>
              <a:gd name="connsiteY129" fmla="*/ 1834833 h 2237474"/>
              <a:gd name="connsiteX130" fmla="*/ 4290981 w 12192000"/>
              <a:gd name="connsiteY130" fmla="*/ 1839677 h 2237474"/>
              <a:gd name="connsiteX131" fmla="*/ 4285792 w 12192000"/>
              <a:gd name="connsiteY131" fmla="*/ 1836231 h 2237474"/>
              <a:gd name="connsiteX132" fmla="*/ 4238372 w 12192000"/>
              <a:gd name="connsiteY132" fmla="*/ 1851480 h 2237474"/>
              <a:gd name="connsiteX133" fmla="*/ 4232517 w 12192000"/>
              <a:gd name="connsiteY133" fmla="*/ 1852567 h 2237474"/>
              <a:gd name="connsiteX134" fmla="*/ 4191732 w 12192000"/>
              <a:gd name="connsiteY134" fmla="*/ 1857328 h 2237474"/>
              <a:gd name="connsiteX135" fmla="*/ 4065532 w 12192000"/>
              <a:gd name="connsiteY135" fmla="*/ 1855477 h 2237474"/>
              <a:gd name="connsiteX136" fmla="*/ 4028460 w 12192000"/>
              <a:gd name="connsiteY136" fmla="*/ 1855137 h 2237474"/>
              <a:gd name="connsiteX137" fmla="*/ 4002267 w 12192000"/>
              <a:gd name="connsiteY137" fmla="*/ 1852352 h 2237474"/>
              <a:gd name="connsiteX138" fmla="*/ 3931396 w 12192000"/>
              <a:gd name="connsiteY138" fmla="*/ 1858915 h 2237474"/>
              <a:gd name="connsiteX139" fmla="*/ 3812162 w 12192000"/>
              <a:gd name="connsiteY139" fmla="*/ 1875501 h 2237474"/>
              <a:gd name="connsiteX140" fmla="*/ 3729530 w 12192000"/>
              <a:gd name="connsiteY140" fmla="*/ 1864513 h 2237474"/>
              <a:gd name="connsiteX141" fmla="*/ 3680177 w 12192000"/>
              <a:gd name="connsiteY141" fmla="*/ 1881552 h 2237474"/>
              <a:gd name="connsiteX142" fmla="*/ 3567259 w 12192000"/>
              <a:gd name="connsiteY142" fmla="*/ 1893482 h 2237474"/>
              <a:gd name="connsiteX143" fmla="*/ 3405770 w 12192000"/>
              <a:gd name="connsiteY143" fmla="*/ 1904591 h 2237474"/>
              <a:gd name="connsiteX144" fmla="*/ 3280097 w 12192000"/>
              <a:gd name="connsiteY144" fmla="*/ 1919610 h 2237474"/>
              <a:gd name="connsiteX145" fmla="*/ 3123424 w 12192000"/>
              <a:gd name="connsiteY145" fmla="*/ 1952930 h 2237474"/>
              <a:gd name="connsiteX146" fmla="*/ 3009910 w 12192000"/>
              <a:gd name="connsiteY146" fmla="*/ 1957866 h 2237474"/>
              <a:gd name="connsiteX147" fmla="*/ 2995934 w 12192000"/>
              <a:gd name="connsiteY147" fmla="*/ 1967085 h 2237474"/>
              <a:gd name="connsiteX148" fmla="*/ 2980071 w 12192000"/>
              <a:gd name="connsiteY148" fmla="*/ 1972988 h 2237474"/>
              <a:gd name="connsiteX149" fmla="*/ 2978094 w 12192000"/>
              <a:gd name="connsiteY149" fmla="*/ 1972369 h 2237474"/>
              <a:gd name="connsiteX150" fmla="*/ 2942858 w 12192000"/>
              <a:gd name="connsiteY150" fmla="*/ 1981367 h 2237474"/>
              <a:gd name="connsiteX151" fmla="*/ 2875436 w 12192000"/>
              <a:gd name="connsiteY151" fmla="*/ 1996977 h 2237474"/>
              <a:gd name="connsiteX152" fmla="*/ 2874892 w 12192000"/>
              <a:gd name="connsiteY152" fmla="*/ 1996085 h 2237474"/>
              <a:gd name="connsiteX153" fmla="*/ 2864145 w 12192000"/>
              <a:gd name="connsiteY153" fmla="*/ 1994061 h 2237474"/>
              <a:gd name="connsiteX154" fmla="*/ 2843662 w 12192000"/>
              <a:gd name="connsiteY154" fmla="*/ 1992498 h 2237474"/>
              <a:gd name="connsiteX155" fmla="*/ 2796128 w 12192000"/>
              <a:gd name="connsiteY155" fmla="*/ 1976403 h 2237474"/>
              <a:gd name="connsiteX156" fmla="*/ 2756784 w 12192000"/>
              <a:gd name="connsiteY156" fmla="*/ 1985116 h 2237474"/>
              <a:gd name="connsiteX157" fmla="*/ 2748833 w 12192000"/>
              <a:gd name="connsiteY157" fmla="*/ 1986323 h 2237474"/>
              <a:gd name="connsiteX158" fmla="*/ 2748661 w 12192000"/>
              <a:gd name="connsiteY158" fmla="*/ 1986122 h 2237474"/>
              <a:gd name="connsiteX159" fmla="*/ 2740251 w 12192000"/>
              <a:gd name="connsiteY159" fmla="*/ 1986946 h 2237474"/>
              <a:gd name="connsiteX160" fmla="*/ 2718916 w 12192000"/>
              <a:gd name="connsiteY160" fmla="*/ 1990867 h 2237474"/>
              <a:gd name="connsiteX161" fmla="*/ 2713522 w 12192000"/>
              <a:gd name="connsiteY161" fmla="*/ 1990173 h 2237474"/>
              <a:gd name="connsiteX162" fmla="*/ 2680597 w 12192000"/>
              <a:gd name="connsiteY162" fmla="*/ 1984996 h 2237474"/>
              <a:gd name="connsiteX163" fmla="*/ 2578178 w 12192000"/>
              <a:gd name="connsiteY163" fmla="*/ 1990531 h 2237474"/>
              <a:gd name="connsiteX164" fmla="*/ 2476147 w 12192000"/>
              <a:gd name="connsiteY164" fmla="*/ 1998305 h 2237474"/>
              <a:gd name="connsiteX165" fmla="*/ 2373568 w 12192000"/>
              <a:gd name="connsiteY165" fmla="*/ 2003219 h 2237474"/>
              <a:gd name="connsiteX166" fmla="*/ 2321399 w 12192000"/>
              <a:gd name="connsiteY166" fmla="*/ 1989467 h 2237474"/>
              <a:gd name="connsiteX167" fmla="*/ 2315525 w 12192000"/>
              <a:gd name="connsiteY167" fmla="*/ 1989708 h 2237474"/>
              <a:gd name="connsiteX168" fmla="*/ 2300792 w 12192000"/>
              <a:gd name="connsiteY168" fmla="*/ 1994290 h 2237474"/>
              <a:gd name="connsiteX169" fmla="*/ 2295469 w 12192000"/>
              <a:gd name="connsiteY169" fmla="*/ 1996659 h 2237474"/>
              <a:gd name="connsiteX170" fmla="*/ 2287219 w 12192000"/>
              <a:gd name="connsiteY170" fmla="*/ 1998750 h 2237474"/>
              <a:gd name="connsiteX171" fmla="*/ 2286948 w 12192000"/>
              <a:gd name="connsiteY171" fmla="*/ 1998596 h 2237474"/>
              <a:gd name="connsiteX172" fmla="*/ 2243069 w 12192000"/>
              <a:gd name="connsiteY172" fmla="*/ 2015111 h 2237474"/>
              <a:gd name="connsiteX173" fmla="*/ 2186609 w 12192000"/>
              <a:gd name="connsiteY173" fmla="*/ 2008263 h 2237474"/>
              <a:gd name="connsiteX174" fmla="*/ 2164831 w 12192000"/>
              <a:gd name="connsiteY174" fmla="*/ 2010143 h 2237474"/>
              <a:gd name="connsiteX175" fmla="*/ 2152836 w 12192000"/>
              <a:gd name="connsiteY175" fmla="*/ 2010048 h 2237474"/>
              <a:gd name="connsiteX176" fmla="*/ 2117102 w 12192000"/>
              <a:gd name="connsiteY176" fmla="*/ 2023004 h 2237474"/>
              <a:gd name="connsiteX177" fmla="*/ 2111935 w 12192000"/>
              <a:gd name="connsiteY177" fmla="*/ 2023163 h 2237474"/>
              <a:gd name="connsiteX178" fmla="*/ 2089991 w 12192000"/>
              <a:gd name="connsiteY178" fmla="*/ 2034193 h 2237474"/>
              <a:gd name="connsiteX179" fmla="*/ 2058061 w 12192000"/>
              <a:gd name="connsiteY179" fmla="*/ 2047942 h 2237474"/>
              <a:gd name="connsiteX180" fmla="*/ 2055737 w 12192000"/>
              <a:gd name="connsiteY180" fmla="*/ 2047704 h 2237474"/>
              <a:gd name="connsiteX181" fmla="*/ 2042244 w 12192000"/>
              <a:gd name="connsiteY181" fmla="*/ 2055560 h 2237474"/>
              <a:gd name="connsiteX182" fmla="*/ 1976224 w 12192000"/>
              <a:gd name="connsiteY182" fmla="*/ 2074257 h 2237474"/>
              <a:gd name="connsiteX183" fmla="*/ 1877728 w 12192000"/>
              <a:gd name="connsiteY183" fmla="*/ 2101004 h 2237474"/>
              <a:gd name="connsiteX184" fmla="*/ 1759056 w 12192000"/>
              <a:gd name="connsiteY184" fmla="*/ 2125608 h 2237474"/>
              <a:gd name="connsiteX185" fmla="*/ 1637948 w 12192000"/>
              <a:gd name="connsiteY185" fmla="*/ 2172597 h 2237474"/>
              <a:gd name="connsiteX186" fmla="*/ 1434549 w 12192000"/>
              <a:gd name="connsiteY186" fmla="*/ 2234522 h 2237474"/>
              <a:gd name="connsiteX187" fmla="*/ 1398481 w 12192000"/>
              <a:gd name="connsiteY187" fmla="*/ 2237074 h 2237474"/>
              <a:gd name="connsiteX188" fmla="*/ 1398407 w 12192000"/>
              <a:gd name="connsiteY188" fmla="*/ 2237095 h 2237474"/>
              <a:gd name="connsiteX189" fmla="*/ 1370962 w 12192000"/>
              <a:gd name="connsiteY189" fmla="*/ 2237474 h 2237474"/>
              <a:gd name="connsiteX190" fmla="*/ 1356367 w 12192000"/>
              <a:gd name="connsiteY190" fmla="*/ 2235089 h 2237474"/>
              <a:gd name="connsiteX191" fmla="*/ 1324828 w 12192000"/>
              <a:gd name="connsiteY191" fmla="*/ 2231968 h 2237474"/>
              <a:gd name="connsiteX192" fmla="*/ 1297744 w 12192000"/>
              <a:gd name="connsiteY192" fmla="*/ 2235849 h 2237474"/>
              <a:gd name="connsiteX193" fmla="*/ 1286236 w 12192000"/>
              <a:gd name="connsiteY193" fmla="*/ 2233135 h 2237474"/>
              <a:gd name="connsiteX194" fmla="*/ 1283504 w 12192000"/>
              <a:gd name="connsiteY194" fmla="*/ 2233797 h 2237474"/>
              <a:gd name="connsiteX195" fmla="*/ 1279765 w 12192000"/>
              <a:gd name="connsiteY195" fmla="*/ 2229639 h 2237474"/>
              <a:gd name="connsiteX196" fmla="*/ 1195347 w 12192000"/>
              <a:gd name="connsiteY196" fmla="*/ 2212354 h 2237474"/>
              <a:gd name="connsiteX197" fmla="*/ 970251 w 12192000"/>
              <a:gd name="connsiteY197" fmla="*/ 2221029 h 2237474"/>
              <a:gd name="connsiteX198" fmla="*/ 812914 w 12192000"/>
              <a:gd name="connsiteY198" fmla="*/ 2202752 h 2237474"/>
              <a:gd name="connsiteX199" fmla="*/ 800195 w 12192000"/>
              <a:gd name="connsiteY199" fmla="*/ 2209407 h 2237474"/>
              <a:gd name="connsiteX200" fmla="*/ 784978 w 12192000"/>
              <a:gd name="connsiteY200" fmla="*/ 2212360 h 2237474"/>
              <a:gd name="connsiteX201" fmla="*/ 681987 w 12192000"/>
              <a:gd name="connsiteY201" fmla="*/ 2216757 h 2237474"/>
              <a:gd name="connsiteX202" fmla="*/ 669923 w 12192000"/>
              <a:gd name="connsiteY202" fmla="*/ 2211682 h 2237474"/>
              <a:gd name="connsiteX203" fmla="*/ 648680 w 12192000"/>
              <a:gd name="connsiteY203" fmla="*/ 2206229 h 2237474"/>
              <a:gd name="connsiteX204" fmla="*/ 597225 w 12192000"/>
              <a:gd name="connsiteY204" fmla="*/ 2180999 h 2237474"/>
              <a:gd name="connsiteX205" fmla="*/ 558449 w 12192000"/>
              <a:gd name="connsiteY205" fmla="*/ 2182346 h 2237474"/>
              <a:gd name="connsiteX206" fmla="*/ 550517 w 12192000"/>
              <a:gd name="connsiteY206" fmla="*/ 2182060 h 2237474"/>
              <a:gd name="connsiteX207" fmla="*/ 550309 w 12192000"/>
              <a:gd name="connsiteY207" fmla="*/ 2181825 h 2237474"/>
              <a:gd name="connsiteX208" fmla="*/ 541836 w 12192000"/>
              <a:gd name="connsiteY208" fmla="*/ 2181063 h 2237474"/>
              <a:gd name="connsiteX209" fmla="*/ 536057 w 12192000"/>
              <a:gd name="connsiteY209" fmla="*/ 2181537 h 2237474"/>
              <a:gd name="connsiteX210" fmla="*/ 520671 w 12192000"/>
              <a:gd name="connsiteY210" fmla="*/ 2180980 h 2237474"/>
              <a:gd name="connsiteX211" fmla="*/ 515024 w 12192000"/>
              <a:gd name="connsiteY211" fmla="*/ 2179258 h 2237474"/>
              <a:gd name="connsiteX212" fmla="*/ 512278 w 12192000"/>
              <a:gd name="connsiteY212" fmla="*/ 2176369 h 2237474"/>
              <a:gd name="connsiteX213" fmla="*/ 480419 w 12192000"/>
              <a:gd name="connsiteY213" fmla="*/ 2167807 h 2237474"/>
              <a:gd name="connsiteX214" fmla="*/ 413835 w 12192000"/>
              <a:gd name="connsiteY214" fmla="*/ 2156783 h 2237474"/>
              <a:gd name="connsiteX215" fmla="*/ 376513 w 12192000"/>
              <a:gd name="connsiteY215" fmla="*/ 2154014 h 2237474"/>
              <a:gd name="connsiteX216" fmla="*/ 273386 w 12192000"/>
              <a:gd name="connsiteY216" fmla="*/ 2142551 h 2237474"/>
              <a:gd name="connsiteX217" fmla="*/ 169207 w 12192000"/>
              <a:gd name="connsiteY217" fmla="*/ 2128100 h 2237474"/>
              <a:gd name="connsiteX218" fmla="*/ 93149 w 12192000"/>
              <a:gd name="connsiteY218" fmla="*/ 2105324 h 2237474"/>
              <a:gd name="connsiteX219" fmla="*/ 88109 w 12192000"/>
              <a:gd name="connsiteY219" fmla="*/ 2106704 h 2237474"/>
              <a:gd name="connsiteX220" fmla="*/ 80022 w 12192000"/>
              <a:gd name="connsiteY220" fmla="*/ 2107254 h 2237474"/>
              <a:gd name="connsiteX221" fmla="*/ 79717 w 12192000"/>
              <a:gd name="connsiteY221" fmla="*/ 2107046 h 2237474"/>
              <a:gd name="connsiteX222" fmla="*/ 72352 w 12192000"/>
              <a:gd name="connsiteY222" fmla="*/ 2107991 h 2237474"/>
              <a:gd name="connsiteX223" fmla="*/ 37645 w 12192000"/>
              <a:gd name="connsiteY223" fmla="*/ 2115401 h 2237474"/>
              <a:gd name="connsiteX224" fmla="*/ 4572 w 12192000"/>
              <a:gd name="connsiteY224" fmla="*/ 2111091 h 2237474"/>
              <a:gd name="connsiteX225" fmla="*/ 0 w 12192000"/>
              <a:gd name="connsiteY225" fmla="*/ 2110468 h 2237474"/>
              <a:gd name="connsiteX226" fmla="*/ 0 w 12192000"/>
              <a:gd name="connsiteY226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02328 w 12192000"/>
              <a:gd name="connsiteY66" fmla="*/ 1345865 h 2237474"/>
              <a:gd name="connsiteX67" fmla="*/ 7898322 w 12192000"/>
              <a:gd name="connsiteY67" fmla="*/ 1345689 h 2237474"/>
              <a:gd name="connsiteX68" fmla="*/ 7875879 w 12192000"/>
              <a:gd name="connsiteY68" fmla="*/ 1345646 h 2237474"/>
              <a:gd name="connsiteX69" fmla="*/ 7840612 w 12192000"/>
              <a:gd name="connsiteY69" fmla="*/ 1369373 h 2237474"/>
              <a:gd name="connsiteX70" fmla="*/ 7786819 w 12192000"/>
              <a:gd name="connsiteY70" fmla="*/ 1378970 h 2237474"/>
              <a:gd name="connsiteX71" fmla="*/ 7548172 w 12192000"/>
              <a:gd name="connsiteY71" fmla="*/ 1417460 h 2237474"/>
              <a:gd name="connsiteX72" fmla="*/ 7483437 w 12192000"/>
              <a:gd name="connsiteY72" fmla="*/ 1478152 h 2237474"/>
              <a:gd name="connsiteX73" fmla="*/ 7377870 w 12192000"/>
              <a:gd name="connsiteY73" fmla="*/ 1523319 h 2237474"/>
              <a:gd name="connsiteX74" fmla="*/ 7230737 w 12192000"/>
              <a:gd name="connsiteY74" fmla="*/ 1562633 h 2237474"/>
              <a:gd name="connsiteX75" fmla="*/ 7224458 w 12192000"/>
              <a:gd name="connsiteY75" fmla="*/ 1573008 h 2237474"/>
              <a:gd name="connsiteX76" fmla="*/ 7213486 w 12192000"/>
              <a:gd name="connsiteY76" fmla="*/ 1580987 h 2237474"/>
              <a:gd name="connsiteX77" fmla="*/ 7210972 w 12192000"/>
              <a:gd name="connsiteY77" fmla="*/ 1580856 h 2237474"/>
              <a:gd name="connsiteX78" fmla="*/ 7183121 w 12192000"/>
              <a:gd name="connsiteY78" fmla="*/ 1595162 h 2237474"/>
              <a:gd name="connsiteX79" fmla="*/ 7164601 w 12192000"/>
              <a:gd name="connsiteY79" fmla="*/ 1606490 h 2237474"/>
              <a:gd name="connsiteX80" fmla="*/ 7114651 w 12192000"/>
              <a:gd name="connsiteY80" fmla="*/ 1620959 h 2237474"/>
              <a:gd name="connsiteX81" fmla="*/ 7092727 w 12192000"/>
              <a:gd name="connsiteY81" fmla="*/ 1623628 h 2237474"/>
              <a:gd name="connsiteX82" fmla="*/ 7031309 w 12192000"/>
              <a:gd name="connsiteY82" fmla="*/ 1619451 h 2237474"/>
              <a:gd name="connsiteX83" fmla="*/ 6999084 w 12192000"/>
              <a:gd name="connsiteY83" fmla="*/ 1634317 h 2237474"/>
              <a:gd name="connsiteX84" fmla="*/ 6992107 w 12192000"/>
              <a:gd name="connsiteY84" fmla="*/ 1636860 h 2237474"/>
              <a:gd name="connsiteX85" fmla="*/ 6991765 w 12192000"/>
              <a:gd name="connsiteY85" fmla="*/ 1636725 h 2237474"/>
              <a:gd name="connsiteX86" fmla="*/ 6900177 w 12192000"/>
              <a:gd name="connsiteY86" fmla="*/ 1636016 h 2237474"/>
              <a:gd name="connsiteX87" fmla="*/ 6795372 w 12192000"/>
              <a:gd name="connsiteY87" fmla="*/ 1644845 h 2237474"/>
              <a:gd name="connsiteX88" fmla="*/ 6692251 w 12192000"/>
              <a:gd name="connsiteY88" fmla="*/ 1656357 h 2237474"/>
              <a:gd name="connsiteX89" fmla="*/ 6655235 w 12192000"/>
              <a:gd name="connsiteY89" fmla="*/ 1661869 h 2237474"/>
              <a:gd name="connsiteX90" fmla="*/ 6587857 w 12192000"/>
              <a:gd name="connsiteY90" fmla="*/ 1665769 h 2237474"/>
              <a:gd name="connsiteX91" fmla="*/ 6554894 w 12192000"/>
              <a:gd name="connsiteY91" fmla="*/ 1664428 h 2237474"/>
              <a:gd name="connsiteX92" fmla="*/ 6516595 w 12192000"/>
              <a:gd name="connsiteY92" fmla="*/ 1667475 h 2237474"/>
              <a:gd name="connsiteX93" fmla="*/ 6508541 w 12192000"/>
              <a:gd name="connsiteY93" fmla="*/ 1668757 h 2237474"/>
              <a:gd name="connsiteX94" fmla="*/ 6471012 w 12192000"/>
              <a:gd name="connsiteY94" fmla="*/ 1678604 h 2237474"/>
              <a:gd name="connsiteX95" fmla="*/ 6415265 w 12192000"/>
              <a:gd name="connsiteY95" fmla="*/ 1665317 h 2237474"/>
              <a:gd name="connsiteX96" fmla="*/ 6364035 w 12192000"/>
              <a:gd name="connsiteY96" fmla="*/ 1667683 h 2237474"/>
              <a:gd name="connsiteX97" fmla="*/ 6280959 w 12192000"/>
              <a:gd name="connsiteY97" fmla="*/ 1689329 h 2237474"/>
              <a:gd name="connsiteX98" fmla="*/ 6243319 w 12192000"/>
              <a:gd name="connsiteY98" fmla="*/ 1695560 h 2237474"/>
              <a:gd name="connsiteX99" fmla="*/ 6098321 w 12192000"/>
              <a:gd name="connsiteY99" fmla="*/ 1721646 h 2237474"/>
              <a:gd name="connsiteX100" fmla="*/ 5880652 w 12192000"/>
              <a:gd name="connsiteY100" fmla="*/ 1779643 h 2237474"/>
              <a:gd name="connsiteX101" fmla="*/ 5785959 w 12192000"/>
              <a:gd name="connsiteY101" fmla="*/ 1775307 h 2237474"/>
              <a:gd name="connsiteX102" fmla="*/ 5643534 w 12192000"/>
              <a:gd name="connsiteY102" fmla="*/ 1802919 h 2237474"/>
              <a:gd name="connsiteX103" fmla="*/ 5518799 w 12192000"/>
              <a:gd name="connsiteY103" fmla="*/ 1818312 h 2237474"/>
              <a:gd name="connsiteX104" fmla="*/ 5505014 w 12192000"/>
              <a:gd name="connsiteY104" fmla="*/ 1819259 h 2237474"/>
              <a:gd name="connsiteX105" fmla="*/ 5453307 w 12192000"/>
              <a:gd name="connsiteY105" fmla="*/ 1815450 h 2237474"/>
              <a:gd name="connsiteX106" fmla="*/ 5364192 w 12192000"/>
              <a:gd name="connsiteY106" fmla="*/ 1826074 h 2237474"/>
              <a:gd name="connsiteX107" fmla="*/ 5350380 w 12192000"/>
              <a:gd name="connsiteY107" fmla="*/ 1830891 h 2237474"/>
              <a:gd name="connsiteX108" fmla="*/ 5259633 w 12192000"/>
              <a:gd name="connsiteY108" fmla="*/ 1837160 h 2237474"/>
              <a:gd name="connsiteX109" fmla="*/ 5197513 w 12192000"/>
              <a:gd name="connsiteY109" fmla="*/ 1844718 h 2237474"/>
              <a:gd name="connsiteX110" fmla="*/ 5184170 w 12192000"/>
              <a:gd name="connsiteY110" fmla="*/ 1849402 h 2237474"/>
              <a:gd name="connsiteX111" fmla="*/ 5168852 w 12192000"/>
              <a:gd name="connsiteY111" fmla="*/ 1844846 h 2237474"/>
              <a:gd name="connsiteX112" fmla="*/ 5164370 w 12192000"/>
              <a:gd name="connsiteY112" fmla="*/ 1840597 h 2237474"/>
              <a:gd name="connsiteX113" fmla="*/ 5114927 w 12192000"/>
              <a:gd name="connsiteY113" fmla="*/ 1847827 h 2237474"/>
              <a:gd name="connsiteX114" fmla="*/ 5108970 w 12192000"/>
              <a:gd name="connsiteY114" fmla="*/ 1847935 h 2237474"/>
              <a:gd name="connsiteX115" fmla="*/ 5067961 w 12192000"/>
              <a:gd name="connsiteY115" fmla="*/ 1845917 h 2237474"/>
              <a:gd name="connsiteX116" fmla="*/ 5007075 w 12192000"/>
              <a:gd name="connsiteY116" fmla="*/ 1838626 h 2237474"/>
              <a:gd name="connsiteX117" fmla="*/ 4944087 w 12192000"/>
              <a:gd name="connsiteY117" fmla="*/ 1823332 h 2237474"/>
              <a:gd name="connsiteX118" fmla="*/ 4907662 w 12192000"/>
              <a:gd name="connsiteY118" fmla="*/ 1816900 h 2237474"/>
              <a:gd name="connsiteX119" fmla="*/ 4882386 w 12192000"/>
              <a:gd name="connsiteY119" fmla="*/ 1809844 h 2237474"/>
              <a:gd name="connsiteX120" fmla="*/ 4811440 w 12192000"/>
              <a:gd name="connsiteY120" fmla="*/ 1804655 h 2237474"/>
              <a:gd name="connsiteX121" fmla="*/ 4691075 w 12192000"/>
              <a:gd name="connsiteY121" fmla="*/ 1801389 h 2237474"/>
              <a:gd name="connsiteX122" fmla="*/ 4611738 w 12192000"/>
              <a:gd name="connsiteY122" fmla="*/ 1776964 h 2237474"/>
              <a:gd name="connsiteX123" fmla="*/ 4560070 w 12192000"/>
              <a:gd name="connsiteY123" fmla="*/ 1785640 h 2237474"/>
              <a:gd name="connsiteX124" fmla="*/ 4536503 w 12192000"/>
              <a:gd name="connsiteY124" fmla="*/ 1785334 h 2237474"/>
              <a:gd name="connsiteX125" fmla="*/ 4513724 w 12192000"/>
              <a:gd name="connsiteY125" fmla="*/ 1791996 h 2237474"/>
              <a:gd name="connsiteX126" fmla="*/ 4459810 w 12192000"/>
              <a:gd name="connsiteY126" fmla="*/ 1797886 h 2237474"/>
              <a:gd name="connsiteX127" fmla="*/ 4379064 w 12192000"/>
              <a:gd name="connsiteY127" fmla="*/ 1817177 h 2237474"/>
              <a:gd name="connsiteX128" fmla="*/ 4319209 w 12192000"/>
              <a:gd name="connsiteY128" fmla="*/ 1834833 h 2237474"/>
              <a:gd name="connsiteX129" fmla="*/ 4290981 w 12192000"/>
              <a:gd name="connsiteY129" fmla="*/ 1839677 h 2237474"/>
              <a:gd name="connsiteX130" fmla="*/ 4285792 w 12192000"/>
              <a:gd name="connsiteY130" fmla="*/ 1836231 h 2237474"/>
              <a:gd name="connsiteX131" fmla="*/ 4238372 w 12192000"/>
              <a:gd name="connsiteY131" fmla="*/ 1851480 h 2237474"/>
              <a:gd name="connsiteX132" fmla="*/ 4232517 w 12192000"/>
              <a:gd name="connsiteY132" fmla="*/ 1852567 h 2237474"/>
              <a:gd name="connsiteX133" fmla="*/ 4191732 w 12192000"/>
              <a:gd name="connsiteY133" fmla="*/ 1857328 h 2237474"/>
              <a:gd name="connsiteX134" fmla="*/ 4065532 w 12192000"/>
              <a:gd name="connsiteY134" fmla="*/ 1855477 h 2237474"/>
              <a:gd name="connsiteX135" fmla="*/ 4028460 w 12192000"/>
              <a:gd name="connsiteY135" fmla="*/ 1855137 h 2237474"/>
              <a:gd name="connsiteX136" fmla="*/ 4002267 w 12192000"/>
              <a:gd name="connsiteY136" fmla="*/ 1852352 h 2237474"/>
              <a:gd name="connsiteX137" fmla="*/ 3931396 w 12192000"/>
              <a:gd name="connsiteY137" fmla="*/ 1858915 h 2237474"/>
              <a:gd name="connsiteX138" fmla="*/ 3812162 w 12192000"/>
              <a:gd name="connsiteY138" fmla="*/ 1875501 h 2237474"/>
              <a:gd name="connsiteX139" fmla="*/ 3729530 w 12192000"/>
              <a:gd name="connsiteY139" fmla="*/ 1864513 h 2237474"/>
              <a:gd name="connsiteX140" fmla="*/ 3680177 w 12192000"/>
              <a:gd name="connsiteY140" fmla="*/ 1881552 h 2237474"/>
              <a:gd name="connsiteX141" fmla="*/ 3567259 w 12192000"/>
              <a:gd name="connsiteY141" fmla="*/ 1893482 h 2237474"/>
              <a:gd name="connsiteX142" fmla="*/ 3405770 w 12192000"/>
              <a:gd name="connsiteY142" fmla="*/ 1904591 h 2237474"/>
              <a:gd name="connsiteX143" fmla="*/ 3280097 w 12192000"/>
              <a:gd name="connsiteY143" fmla="*/ 1919610 h 2237474"/>
              <a:gd name="connsiteX144" fmla="*/ 3123424 w 12192000"/>
              <a:gd name="connsiteY144" fmla="*/ 1952930 h 2237474"/>
              <a:gd name="connsiteX145" fmla="*/ 3009910 w 12192000"/>
              <a:gd name="connsiteY145" fmla="*/ 1957866 h 2237474"/>
              <a:gd name="connsiteX146" fmla="*/ 2995934 w 12192000"/>
              <a:gd name="connsiteY146" fmla="*/ 1967085 h 2237474"/>
              <a:gd name="connsiteX147" fmla="*/ 2980071 w 12192000"/>
              <a:gd name="connsiteY147" fmla="*/ 1972988 h 2237474"/>
              <a:gd name="connsiteX148" fmla="*/ 2978094 w 12192000"/>
              <a:gd name="connsiteY148" fmla="*/ 1972369 h 2237474"/>
              <a:gd name="connsiteX149" fmla="*/ 2942858 w 12192000"/>
              <a:gd name="connsiteY149" fmla="*/ 1981367 h 2237474"/>
              <a:gd name="connsiteX150" fmla="*/ 2875436 w 12192000"/>
              <a:gd name="connsiteY150" fmla="*/ 1996977 h 2237474"/>
              <a:gd name="connsiteX151" fmla="*/ 2874892 w 12192000"/>
              <a:gd name="connsiteY151" fmla="*/ 1996085 h 2237474"/>
              <a:gd name="connsiteX152" fmla="*/ 2864145 w 12192000"/>
              <a:gd name="connsiteY152" fmla="*/ 1994061 h 2237474"/>
              <a:gd name="connsiteX153" fmla="*/ 2843662 w 12192000"/>
              <a:gd name="connsiteY153" fmla="*/ 1992498 h 2237474"/>
              <a:gd name="connsiteX154" fmla="*/ 2796128 w 12192000"/>
              <a:gd name="connsiteY154" fmla="*/ 1976403 h 2237474"/>
              <a:gd name="connsiteX155" fmla="*/ 2756784 w 12192000"/>
              <a:gd name="connsiteY155" fmla="*/ 1985116 h 2237474"/>
              <a:gd name="connsiteX156" fmla="*/ 2748833 w 12192000"/>
              <a:gd name="connsiteY156" fmla="*/ 1986323 h 2237474"/>
              <a:gd name="connsiteX157" fmla="*/ 2748661 w 12192000"/>
              <a:gd name="connsiteY157" fmla="*/ 1986122 h 2237474"/>
              <a:gd name="connsiteX158" fmla="*/ 2740251 w 12192000"/>
              <a:gd name="connsiteY158" fmla="*/ 1986946 h 2237474"/>
              <a:gd name="connsiteX159" fmla="*/ 2718916 w 12192000"/>
              <a:gd name="connsiteY159" fmla="*/ 1990867 h 2237474"/>
              <a:gd name="connsiteX160" fmla="*/ 2713522 w 12192000"/>
              <a:gd name="connsiteY160" fmla="*/ 1990173 h 2237474"/>
              <a:gd name="connsiteX161" fmla="*/ 2680597 w 12192000"/>
              <a:gd name="connsiteY161" fmla="*/ 1984996 h 2237474"/>
              <a:gd name="connsiteX162" fmla="*/ 2578178 w 12192000"/>
              <a:gd name="connsiteY162" fmla="*/ 1990531 h 2237474"/>
              <a:gd name="connsiteX163" fmla="*/ 2476147 w 12192000"/>
              <a:gd name="connsiteY163" fmla="*/ 1998305 h 2237474"/>
              <a:gd name="connsiteX164" fmla="*/ 2373568 w 12192000"/>
              <a:gd name="connsiteY164" fmla="*/ 2003219 h 2237474"/>
              <a:gd name="connsiteX165" fmla="*/ 2321399 w 12192000"/>
              <a:gd name="connsiteY165" fmla="*/ 1989467 h 2237474"/>
              <a:gd name="connsiteX166" fmla="*/ 2315525 w 12192000"/>
              <a:gd name="connsiteY166" fmla="*/ 1989708 h 2237474"/>
              <a:gd name="connsiteX167" fmla="*/ 2300792 w 12192000"/>
              <a:gd name="connsiteY167" fmla="*/ 1994290 h 2237474"/>
              <a:gd name="connsiteX168" fmla="*/ 2295469 w 12192000"/>
              <a:gd name="connsiteY168" fmla="*/ 1996659 h 2237474"/>
              <a:gd name="connsiteX169" fmla="*/ 2287219 w 12192000"/>
              <a:gd name="connsiteY169" fmla="*/ 1998750 h 2237474"/>
              <a:gd name="connsiteX170" fmla="*/ 2286948 w 12192000"/>
              <a:gd name="connsiteY170" fmla="*/ 1998596 h 2237474"/>
              <a:gd name="connsiteX171" fmla="*/ 2243069 w 12192000"/>
              <a:gd name="connsiteY171" fmla="*/ 2015111 h 2237474"/>
              <a:gd name="connsiteX172" fmla="*/ 2186609 w 12192000"/>
              <a:gd name="connsiteY172" fmla="*/ 2008263 h 2237474"/>
              <a:gd name="connsiteX173" fmla="*/ 2164831 w 12192000"/>
              <a:gd name="connsiteY173" fmla="*/ 2010143 h 2237474"/>
              <a:gd name="connsiteX174" fmla="*/ 2152836 w 12192000"/>
              <a:gd name="connsiteY174" fmla="*/ 2010048 h 2237474"/>
              <a:gd name="connsiteX175" fmla="*/ 2117102 w 12192000"/>
              <a:gd name="connsiteY175" fmla="*/ 2023004 h 2237474"/>
              <a:gd name="connsiteX176" fmla="*/ 2111935 w 12192000"/>
              <a:gd name="connsiteY176" fmla="*/ 2023163 h 2237474"/>
              <a:gd name="connsiteX177" fmla="*/ 2089991 w 12192000"/>
              <a:gd name="connsiteY177" fmla="*/ 2034193 h 2237474"/>
              <a:gd name="connsiteX178" fmla="*/ 2058061 w 12192000"/>
              <a:gd name="connsiteY178" fmla="*/ 2047942 h 2237474"/>
              <a:gd name="connsiteX179" fmla="*/ 2055737 w 12192000"/>
              <a:gd name="connsiteY179" fmla="*/ 2047704 h 2237474"/>
              <a:gd name="connsiteX180" fmla="*/ 2042244 w 12192000"/>
              <a:gd name="connsiteY180" fmla="*/ 2055560 h 2237474"/>
              <a:gd name="connsiteX181" fmla="*/ 1976224 w 12192000"/>
              <a:gd name="connsiteY181" fmla="*/ 2074257 h 2237474"/>
              <a:gd name="connsiteX182" fmla="*/ 1877728 w 12192000"/>
              <a:gd name="connsiteY182" fmla="*/ 2101004 h 2237474"/>
              <a:gd name="connsiteX183" fmla="*/ 1759056 w 12192000"/>
              <a:gd name="connsiteY183" fmla="*/ 2125608 h 2237474"/>
              <a:gd name="connsiteX184" fmla="*/ 1637948 w 12192000"/>
              <a:gd name="connsiteY184" fmla="*/ 2172597 h 2237474"/>
              <a:gd name="connsiteX185" fmla="*/ 1434549 w 12192000"/>
              <a:gd name="connsiteY185" fmla="*/ 2234522 h 2237474"/>
              <a:gd name="connsiteX186" fmla="*/ 1398481 w 12192000"/>
              <a:gd name="connsiteY186" fmla="*/ 2237074 h 2237474"/>
              <a:gd name="connsiteX187" fmla="*/ 1398407 w 12192000"/>
              <a:gd name="connsiteY187" fmla="*/ 2237095 h 2237474"/>
              <a:gd name="connsiteX188" fmla="*/ 1370962 w 12192000"/>
              <a:gd name="connsiteY188" fmla="*/ 2237474 h 2237474"/>
              <a:gd name="connsiteX189" fmla="*/ 1356367 w 12192000"/>
              <a:gd name="connsiteY189" fmla="*/ 2235089 h 2237474"/>
              <a:gd name="connsiteX190" fmla="*/ 1324828 w 12192000"/>
              <a:gd name="connsiteY190" fmla="*/ 2231968 h 2237474"/>
              <a:gd name="connsiteX191" fmla="*/ 1297744 w 12192000"/>
              <a:gd name="connsiteY191" fmla="*/ 2235849 h 2237474"/>
              <a:gd name="connsiteX192" fmla="*/ 1286236 w 12192000"/>
              <a:gd name="connsiteY192" fmla="*/ 2233135 h 2237474"/>
              <a:gd name="connsiteX193" fmla="*/ 1283504 w 12192000"/>
              <a:gd name="connsiteY193" fmla="*/ 2233797 h 2237474"/>
              <a:gd name="connsiteX194" fmla="*/ 1279765 w 12192000"/>
              <a:gd name="connsiteY194" fmla="*/ 2229639 h 2237474"/>
              <a:gd name="connsiteX195" fmla="*/ 1195347 w 12192000"/>
              <a:gd name="connsiteY195" fmla="*/ 2212354 h 2237474"/>
              <a:gd name="connsiteX196" fmla="*/ 970251 w 12192000"/>
              <a:gd name="connsiteY196" fmla="*/ 2221029 h 2237474"/>
              <a:gd name="connsiteX197" fmla="*/ 812914 w 12192000"/>
              <a:gd name="connsiteY197" fmla="*/ 2202752 h 2237474"/>
              <a:gd name="connsiteX198" fmla="*/ 800195 w 12192000"/>
              <a:gd name="connsiteY198" fmla="*/ 2209407 h 2237474"/>
              <a:gd name="connsiteX199" fmla="*/ 784978 w 12192000"/>
              <a:gd name="connsiteY199" fmla="*/ 2212360 h 2237474"/>
              <a:gd name="connsiteX200" fmla="*/ 681987 w 12192000"/>
              <a:gd name="connsiteY200" fmla="*/ 2216757 h 2237474"/>
              <a:gd name="connsiteX201" fmla="*/ 669923 w 12192000"/>
              <a:gd name="connsiteY201" fmla="*/ 2211682 h 2237474"/>
              <a:gd name="connsiteX202" fmla="*/ 648680 w 12192000"/>
              <a:gd name="connsiteY202" fmla="*/ 2206229 h 2237474"/>
              <a:gd name="connsiteX203" fmla="*/ 597225 w 12192000"/>
              <a:gd name="connsiteY203" fmla="*/ 2180999 h 2237474"/>
              <a:gd name="connsiteX204" fmla="*/ 558449 w 12192000"/>
              <a:gd name="connsiteY204" fmla="*/ 2182346 h 2237474"/>
              <a:gd name="connsiteX205" fmla="*/ 550517 w 12192000"/>
              <a:gd name="connsiteY205" fmla="*/ 2182060 h 2237474"/>
              <a:gd name="connsiteX206" fmla="*/ 550309 w 12192000"/>
              <a:gd name="connsiteY206" fmla="*/ 2181825 h 2237474"/>
              <a:gd name="connsiteX207" fmla="*/ 541836 w 12192000"/>
              <a:gd name="connsiteY207" fmla="*/ 2181063 h 2237474"/>
              <a:gd name="connsiteX208" fmla="*/ 536057 w 12192000"/>
              <a:gd name="connsiteY208" fmla="*/ 2181537 h 2237474"/>
              <a:gd name="connsiteX209" fmla="*/ 520671 w 12192000"/>
              <a:gd name="connsiteY209" fmla="*/ 2180980 h 2237474"/>
              <a:gd name="connsiteX210" fmla="*/ 515024 w 12192000"/>
              <a:gd name="connsiteY210" fmla="*/ 2179258 h 2237474"/>
              <a:gd name="connsiteX211" fmla="*/ 512278 w 12192000"/>
              <a:gd name="connsiteY211" fmla="*/ 2176369 h 2237474"/>
              <a:gd name="connsiteX212" fmla="*/ 480419 w 12192000"/>
              <a:gd name="connsiteY212" fmla="*/ 2167807 h 2237474"/>
              <a:gd name="connsiteX213" fmla="*/ 413835 w 12192000"/>
              <a:gd name="connsiteY213" fmla="*/ 2156783 h 2237474"/>
              <a:gd name="connsiteX214" fmla="*/ 376513 w 12192000"/>
              <a:gd name="connsiteY214" fmla="*/ 2154014 h 2237474"/>
              <a:gd name="connsiteX215" fmla="*/ 273386 w 12192000"/>
              <a:gd name="connsiteY215" fmla="*/ 2142551 h 2237474"/>
              <a:gd name="connsiteX216" fmla="*/ 169207 w 12192000"/>
              <a:gd name="connsiteY216" fmla="*/ 2128100 h 2237474"/>
              <a:gd name="connsiteX217" fmla="*/ 93149 w 12192000"/>
              <a:gd name="connsiteY217" fmla="*/ 2105324 h 2237474"/>
              <a:gd name="connsiteX218" fmla="*/ 88109 w 12192000"/>
              <a:gd name="connsiteY218" fmla="*/ 2106704 h 2237474"/>
              <a:gd name="connsiteX219" fmla="*/ 80022 w 12192000"/>
              <a:gd name="connsiteY219" fmla="*/ 2107254 h 2237474"/>
              <a:gd name="connsiteX220" fmla="*/ 79717 w 12192000"/>
              <a:gd name="connsiteY220" fmla="*/ 2107046 h 2237474"/>
              <a:gd name="connsiteX221" fmla="*/ 72352 w 12192000"/>
              <a:gd name="connsiteY221" fmla="*/ 2107991 h 2237474"/>
              <a:gd name="connsiteX222" fmla="*/ 37645 w 12192000"/>
              <a:gd name="connsiteY222" fmla="*/ 2115401 h 2237474"/>
              <a:gd name="connsiteX223" fmla="*/ 4572 w 12192000"/>
              <a:gd name="connsiteY223" fmla="*/ 2111091 h 2237474"/>
              <a:gd name="connsiteX224" fmla="*/ 0 w 12192000"/>
              <a:gd name="connsiteY224" fmla="*/ 2110468 h 2237474"/>
              <a:gd name="connsiteX225" fmla="*/ 0 w 12192000"/>
              <a:gd name="connsiteY22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02328 w 12192000"/>
              <a:gd name="connsiteY66" fmla="*/ 1345865 h 2237474"/>
              <a:gd name="connsiteX67" fmla="*/ 7898322 w 12192000"/>
              <a:gd name="connsiteY67" fmla="*/ 1345689 h 2237474"/>
              <a:gd name="connsiteX68" fmla="*/ 7875879 w 12192000"/>
              <a:gd name="connsiteY68" fmla="*/ 1345646 h 2237474"/>
              <a:gd name="connsiteX69" fmla="*/ 7840612 w 12192000"/>
              <a:gd name="connsiteY69" fmla="*/ 1369373 h 2237474"/>
              <a:gd name="connsiteX70" fmla="*/ 7786819 w 12192000"/>
              <a:gd name="connsiteY70" fmla="*/ 1378970 h 2237474"/>
              <a:gd name="connsiteX71" fmla="*/ 7548172 w 12192000"/>
              <a:gd name="connsiteY71" fmla="*/ 1417460 h 2237474"/>
              <a:gd name="connsiteX72" fmla="*/ 7483437 w 12192000"/>
              <a:gd name="connsiteY72" fmla="*/ 1478152 h 2237474"/>
              <a:gd name="connsiteX73" fmla="*/ 7377870 w 12192000"/>
              <a:gd name="connsiteY73" fmla="*/ 1523319 h 2237474"/>
              <a:gd name="connsiteX74" fmla="*/ 7230737 w 12192000"/>
              <a:gd name="connsiteY74" fmla="*/ 1562633 h 2237474"/>
              <a:gd name="connsiteX75" fmla="*/ 7224458 w 12192000"/>
              <a:gd name="connsiteY75" fmla="*/ 1573008 h 2237474"/>
              <a:gd name="connsiteX76" fmla="*/ 7213486 w 12192000"/>
              <a:gd name="connsiteY76" fmla="*/ 1580987 h 2237474"/>
              <a:gd name="connsiteX77" fmla="*/ 7183121 w 12192000"/>
              <a:gd name="connsiteY77" fmla="*/ 1595162 h 2237474"/>
              <a:gd name="connsiteX78" fmla="*/ 7164601 w 12192000"/>
              <a:gd name="connsiteY78" fmla="*/ 1606490 h 2237474"/>
              <a:gd name="connsiteX79" fmla="*/ 7114651 w 12192000"/>
              <a:gd name="connsiteY79" fmla="*/ 1620959 h 2237474"/>
              <a:gd name="connsiteX80" fmla="*/ 7092727 w 12192000"/>
              <a:gd name="connsiteY80" fmla="*/ 1623628 h 2237474"/>
              <a:gd name="connsiteX81" fmla="*/ 7031309 w 12192000"/>
              <a:gd name="connsiteY81" fmla="*/ 1619451 h 2237474"/>
              <a:gd name="connsiteX82" fmla="*/ 6999084 w 12192000"/>
              <a:gd name="connsiteY82" fmla="*/ 1634317 h 2237474"/>
              <a:gd name="connsiteX83" fmla="*/ 6992107 w 12192000"/>
              <a:gd name="connsiteY83" fmla="*/ 1636860 h 2237474"/>
              <a:gd name="connsiteX84" fmla="*/ 6991765 w 12192000"/>
              <a:gd name="connsiteY84" fmla="*/ 1636725 h 2237474"/>
              <a:gd name="connsiteX85" fmla="*/ 6900177 w 12192000"/>
              <a:gd name="connsiteY85" fmla="*/ 1636016 h 2237474"/>
              <a:gd name="connsiteX86" fmla="*/ 6795372 w 12192000"/>
              <a:gd name="connsiteY86" fmla="*/ 1644845 h 2237474"/>
              <a:gd name="connsiteX87" fmla="*/ 6692251 w 12192000"/>
              <a:gd name="connsiteY87" fmla="*/ 1656357 h 2237474"/>
              <a:gd name="connsiteX88" fmla="*/ 6655235 w 12192000"/>
              <a:gd name="connsiteY88" fmla="*/ 1661869 h 2237474"/>
              <a:gd name="connsiteX89" fmla="*/ 6587857 w 12192000"/>
              <a:gd name="connsiteY89" fmla="*/ 1665769 h 2237474"/>
              <a:gd name="connsiteX90" fmla="*/ 6554894 w 12192000"/>
              <a:gd name="connsiteY90" fmla="*/ 1664428 h 2237474"/>
              <a:gd name="connsiteX91" fmla="*/ 6516595 w 12192000"/>
              <a:gd name="connsiteY91" fmla="*/ 1667475 h 2237474"/>
              <a:gd name="connsiteX92" fmla="*/ 6508541 w 12192000"/>
              <a:gd name="connsiteY92" fmla="*/ 1668757 h 2237474"/>
              <a:gd name="connsiteX93" fmla="*/ 6471012 w 12192000"/>
              <a:gd name="connsiteY93" fmla="*/ 1678604 h 2237474"/>
              <a:gd name="connsiteX94" fmla="*/ 6415265 w 12192000"/>
              <a:gd name="connsiteY94" fmla="*/ 1665317 h 2237474"/>
              <a:gd name="connsiteX95" fmla="*/ 6364035 w 12192000"/>
              <a:gd name="connsiteY95" fmla="*/ 1667683 h 2237474"/>
              <a:gd name="connsiteX96" fmla="*/ 6280959 w 12192000"/>
              <a:gd name="connsiteY96" fmla="*/ 1689329 h 2237474"/>
              <a:gd name="connsiteX97" fmla="*/ 6243319 w 12192000"/>
              <a:gd name="connsiteY97" fmla="*/ 1695560 h 2237474"/>
              <a:gd name="connsiteX98" fmla="*/ 6098321 w 12192000"/>
              <a:gd name="connsiteY98" fmla="*/ 1721646 h 2237474"/>
              <a:gd name="connsiteX99" fmla="*/ 5880652 w 12192000"/>
              <a:gd name="connsiteY99" fmla="*/ 1779643 h 2237474"/>
              <a:gd name="connsiteX100" fmla="*/ 5785959 w 12192000"/>
              <a:gd name="connsiteY100" fmla="*/ 1775307 h 2237474"/>
              <a:gd name="connsiteX101" fmla="*/ 5643534 w 12192000"/>
              <a:gd name="connsiteY101" fmla="*/ 1802919 h 2237474"/>
              <a:gd name="connsiteX102" fmla="*/ 5518799 w 12192000"/>
              <a:gd name="connsiteY102" fmla="*/ 1818312 h 2237474"/>
              <a:gd name="connsiteX103" fmla="*/ 5505014 w 12192000"/>
              <a:gd name="connsiteY103" fmla="*/ 1819259 h 2237474"/>
              <a:gd name="connsiteX104" fmla="*/ 5453307 w 12192000"/>
              <a:gd name="connsiteY104" fmla="*/ 1815450 h 2237474"/>
              <a:gd name="connsiteX105" fmla="*/ 5364192 w 12192000"/>
              <a:gd name="connsiteY105" fmla="*/ 1826074 h 2237474"/>
              <a:gd name="connsiteX106" fmla="*/ 5350380 w 12192000"/>
              <a:gd name="connsiteY106" fmla="*/ 1830891 h 2237474"/>
              <a:gd name="connsiteX107" fmla="*/ 5259633 w 12192000"/>
              <a:gd name="connsiteY107" fmla="*/ 1837160 h 2237474"/>
              <a:gd name="connsiteX108" fmla="*/ 5197513 w 12192000"/>
              <a:gd name="connsiteY108" fmla="*/ 1844718 h 2237474"/>
              <a:gd name="connsiteX109" fmla="*/ 5184170 w 12192000"/>
              <a:gd name="connsiteY109" fmla="*/ 1849402 h 2237474"/>
              <a:gd name="connsiteX110" fmla="*/ 5168852 w 12192000"/>
              <a:gd name="connsiteY110" fmla="*/ 1844846 h 2237474"/>
              <a:gd name="connsiteX111" fmla="*/ 5164370 w 12192000"/>
              <a:gd name="connsiteY111" fmla="*/ 1840597 h 2237474"/>
              <a:gd name="connsiteX112" fmla="*/ 5114927 w 12192000"/>
              <a:gd name="connsiteY112" fmla="*/ 1847827 h 2237474"/>
              <a:gd name="connsiteX113" fmla="*/ 5108970 w 12192000"/>
              <a:gd name="connsiteY113" fmla="*/ 1847935 h 2237474"/>
              <a:gd name="connsiteX114" fmla="*/ 5067961 w 12192000"/>
              <a:gd name="connsiteY114" fmla="*/ 1845917 h 2237474"/>
              <a:gd name="connsiteX115" fmla="*/ 5007075 w 12192000"/>
              <a:gd name="connsiteY115" fmla="*/ 1838626 h 2237474"/>
              <a:gd name="connsiteX116" fmla="*/ 4944087 w 12192000"/>
              <a:gd name="connsiteY116" fmla="*/ 1823332 h 2237474"/>
              <a:gd name="connsiteX117" fmla="*/ 4907662 w 12192000"/>
              <a:gd name="connsiteY117" fmla="*/ 1816900 h 2237474"/>
              <a:gd name="connsiteX118" fmla="*/ 4882386 w 12192000"/>
              <a:gd name="connsiteY118" fmla="*/ 1809844 h 2237474"/>
              <a:gd name="connsiteX119" fmla="*/ 4811440 w 12192000"/>
              <a:gd name="connsiteY119" fmla="*/ 1804655 h 2237474"/>
              <a:gd name="connsiteX120" fmla="*/ 4691075 w 12192000"/>
              <a:gd name="connsiteY120" fmla="*/ 1801389 h 2237474"/>
              <a:gd name="connsiteX121" fmla="*/ 4611738 w 12192000"/>
              <a:gd name="connsiteY121" fmla="*/ 1776964 h 2237474"/>
              <a:gd name="connsiteX122" fmla="*/ 4560070 w 12192000"/>
              <a:gd name="connsiteY122" fmla="*/ 1785640 h 2237474"/>
              <a:gd name="connsiteX123" fmla="*/ 4536503 w 12192000"/>
              <a:gd name="connsiteY123" fmla="*/ 1785334 h 2237474"/>
              <a:gd name="connsiteX124" fmla="*/ 4513724 w 12192000"/>
              <a:gd name="connsiteY124" fmla="*/ 1791996 h 2237474"/>
              <a:gd name="connsiteX125" fmla="*/ 4459810 w 12192000"/>
              <a:gd name="connsiteY125" fmla="*/ 1797886 h 2237474"/>
              <a:gd name="connsiteX126" fmla="*/ 4379064 w 12192000"/>
              <a:gd name="connsiteY126" fmla="*/ 1817177 h 2237474"/>
              <a:gd name="connsiteX127" fmla="*/ 4319209 w 12192000"/>
              <a:gd name="connsiteY127" fmla="*/ 1834833 h 2237474"/>
              <a:gd name="connsiteX128" fmla="*/ 4290981 w 12192000"/>
              <a:gd name="connsiteY128" fmla="*/ 1839677 h 2237474"/>
              <a:gd name="connsiteX129" fmla="*/ 4285792 w 12192000"/>
              <a:gd name="connsiteY129" fmla="*/ 1836231 h 2237474"/>
              <a:gd name="connsiteX130" fmla="*/ 4238372 w 12192000"/>
              <a:gd name="connsiteY130" fmla="*/ 1851480 h 2237474"/>
              <a:gd name="connsiteX131" fmla="*/ 4232517 w 12192000"/>
              <a:gd name="connsiteY131" fmla="*/ 1852567 h 2237474"/>
              <a:gd name="connsiteX132" fmla="*/ 4191732 w 12192000"/>
              <a:gd name="connsiteY132" fmla="*/ 1857328 h 2237474"/>
              <a:gd name="connsiteX133" fmla="*/ 4065532 w 12192000"/>
              <a:gd name="connsiteY133" fmla="*/ 1855477 h 2237474"/>
              <a:gd name="connsiteX134" fmla="*/ 4028460 w 12192000"/>
              <a:gd name="connsiteY134" fmla="*/ 1855137 h 2237474"/>
              <a:gd name="connsiteX135" fmla="*/ 4002267 w 12192000"/>
              <a:gd name="connsiteY135" fmla="*/ 1852352 h 2237474"/>
              <a:gd name="connsiteX136" fmla="*/ 3931396 w 12192000"/>
              <a:gd name="connsiteY136" fmla="*/ 1858915 h 2237474"/>
              <a:gd name="connsiteX137" fmla="*/ 3812162 w 12192000"/>
              <a:gd name="connsiteY137" fmla="*/ 1875501 h 2237474"/>
              <a:gd name="connsiteX138" fmla="*/ 3729530 w 12192000"/>
              <a:gd name="connsiteY138" fmla="*/ 1864513 h 2237474"/>
              <a:gd name="connsiteX139" fmla="*/ 3680177 w 12192000"/>
              <a:gd name="connsiteY139" fmla="*/ 1881552 h 2237474"/>
              <a:gd name="connsiteX140" fmla="*/ 3567259 w 12192000"/>
              <a:gd name="connsiteY140" fmla="*/ 1893482 h 2237474"/>
              <a:gd name="connsiteX141" fmla="*/ 3405770 w 12192000"/>
              <a:gd name="connsiteY141" fmla="*/ 1904591 h 2237474"/>
              <a:gd name="connsiteX142" fmla="*/ 3280097 w 12192000"/>
              <a:gd name="connsiteY142" fmla="*/ 1919610 h 2237474"/>
              <a:gd name="connsiteX143" fmla="*/ 3123424 w 12192000"/>
              <a:gd name="connsiteY143" fmla="*/ 1952930 h 2237474"/>
              <a:gd name="connsiteX144" fmla="*/ 3009910 w 12192000"/>
              <a:gd name="connsiteY144" fmla="*/ 1957866 h 2237474"/>
              <a:gd name="connsiteX145" fmla="*/ 2995934 w 12192000"/>
              <a:gd name="connsiteY145" fmla="*/ 1967085 h 2237474"/>
              <a:gd name="connsiteX146" fmla="*/ 2980071 w 12192000"/>
              <a:gd name="connsiteY146" fmla="*/ 1972988 h 2237474"/>
              <a:gd name="connsiteX147" fmla="*/ 2978094 w 12192000"/>
              <a:gd name="connsiteY147" fmla="*/ 1972369 h 2237474"/>
              <a:gd name="connsiteX148" fmla="*/ 2942858 w 12192000"/>
              <a:gd name="connsiteY148" fmla="*/ 1981367 h 2237474"/>
              <a:gd name="connsiteX149" fmla="*/ 2875436 w 12192000"/>
              <a:gd name="connsiteY149" fmla="*/ 1996977 h 2237474"/>
              <a:gd name="connsiteX150" fmla="*/ 2874892 w 12192000"/>
              <a:gd name="connsiteY150" fmla="*/ 1996085 h 2237474"/>
              <a:gd name="connsiteX151" fmla="*/ 2864145 w 12192000"/>
              <a:gd name="connsiteY151" fmla="*/ 1994061 h 2237474"/>
              <a:gd name="connsiteX152" fmla="*/ 2843662 w 12192000"/>
              <a:gd name="connsiteY152" fmla="*/ 1992498 h 2237474"/>
              <a:gd name="connsiteX153" fmla="*/ 2796128 w 12192000"/>
              <a:gd name="connsiteY153" fmla="*/ 1976403 h 2237474"/>
              <a:gd name="connsiteX154" fmla="*/ 2756784 w 12192000"/>
              <a:gd name="connsiteY154" fmla="*/ 1985116 h 2237474"/>
              <a:gd name="connsiteX155" fmla="*/ 2748833 w 12192000"/>
              <a:gd name="connsiteY155" fmla="*/ 1986323 h 2237474"/>
              <a:gd name="connsiteX156" fmla="*/ 2748661 w 12192000"/>
              <a:gd name="connsiteY156" fmla="*/ 1986122 h 2237474"/>
              <a:gd name="connsiteX157" fmla="*/ 2740251 w 12192000"/>
              <a:gd name="connsiteY157" fmla="*/ 1986946 h 2237474"/>
              <a:gd name="connsiteX158" fmla="*/ 2718916 w 12192000"/>
              <a:gd name="connsiteY158" fmla="*/ 1990867 h 2237474"/>
              <a:gd name="connsiteX159" fmla="*/ 2713522 w 12192000"/>
              <a:gd name="connsiteY159" fmla="*/ 1990173 h 2237474"/>
              <a:gd name="connsiteX160" fmla="*/ 2680597 w 12192000"/>
              <a:gd name="connsiteY160" fmla="*/ 1984996 h 2237474"/>
              <a:gd name="connsiteX161" fmla="*/ 2578178 w 12192000"/>
              <a:gd name="connsiteY161" fmla="*/ 1990531 h 2237474"/>
              <a:gd name="connsiteX162" fmla="*/ 2476147 w 12192000"/>
              <a:gd name="connsiteY162" fmla="*/ 1998305 h 2237474"/>
              <a:gd name="connsiteX163" fmla="*/ 2373568 w 12192000"/>
              <a:gd name="connsiteY163" fmla="*/ 2003219 h 2237474"/>
              <a:gd name="connsiteX164" fmla="*/ 2321399 w 12192000"/>
              <a:gd name="connsiteY164" fmla="*/ 1989467 h 2237474"/>
              <a:gd name="connsiteX165" fmla="*/ 2315525 w 12192000"/>
              <a:gd name="connsiteY165" fmla="*/ 1989708 h 2237474"/>
              <a:gd name="connsiteX166" fmla="*/ 2300792 w 12192000"/>
              <a:gd name="connsiteY166" fmla="*/ 1994290 h 2237474"/>
              <a:gd name="connsiteX167" fmla="*/ 2295469 w 12192000"/>
              <a:gd name="connsiteY167" fmla="*/ 1996659 h 2237474"/>
              <a:gd name="connsiteX168" fmla="*/ 2287219 w 12192000"/>
              <a:gd name="connsiteY168" fmla="*/ 1998750 h 2237474"/>
              <a:gd name="connsiteX169" fmla="*/ 2286948 w 12192000"/>
              <a:gd name="connsiteY169" fmla="*/ 1998596 h 2237474"/>
              <a:gd name="connsiteX170" fmla="*/ 2243069 w 12192000"/>
              <a:gd name="connsiteY170" fmla="*/ 2015111 h 2237474"/>
              <a:gd name="connsiteX171" fmla="*/ 2186609 w 12192000"/>
              <a:gd name="connsiteY171" fmla="*/ 2008263 h 2237474"/>
              <a:gd name="connsiteX172" fmla="*/ 2164831 w 12192000"/>
              <a:gd name="connsiteY172" fmla="*/ 2010143 h 2237474"/>
              <a:gd name="connsiteX173" fmla="*/ 2152836 w 12192000"/>
              <a:gd name="connsiteY173" fmla="*/ 2010048 h 2237474"/>
              <a:gd name="connsiteX174" fmla="*/ 2117102 w 12192000"/>
              <a:gd name="connsiteY174" fmla="*/ 2023004 h 2237474"/>
              <a:gd name="connsiteX175" fmla="*/ 2111935 w 12192000"/>
              <a:gd name="connsiteY175" fmla="*/ 2023163 h 2237474"/>
              <a:gd name="connsiteX176" fmla="*/ 2089991 w 12192000"/>
              <a:gd name="connsiteY176" fmla="*/ 2034193 h 2237474"/>
              <a:gd name="connsiteX177" fmla="*/ 2058061 w 12192000"/>
              <a:gd name="connsiteY177" fmla="*/ 2047942 h 2237474"/>
              <a:gd name="connsiteX178" fmla="*/ 2055737 w 12192000"/>
              <a:gd name="connsiteY178" fmla="*/ 2047704 h 2237474"/>
              <a:gd name="connsiteX179" fmla="*/ 2042244 w 12192000"/>
              <a:gd name="connsiteY179" fmla="*/ 2055560 h 2237474"/>
              <a:gd name="connsiteX180" fmla="*/ 1976224 w 12192000"/>
              <a:gd name="connsiteY180" fmla="*/ 2074257 h 2237474"/>
              <a:gd name="connsiteX181" fmla="*/ 1877728 w 12192000"/>
              <a:gd name="connsiteY181" fmla="*/ 2101004 h 2237474"/>
              <a:gd name="connsiteX182" fmla="*/ 1759056 w 12192000"/>
              <a:gd name="connsiteY182" fmla="*/ 2125608 h 2237474"/>
              <a:gd name="connsiteX183" fmla="*/ 1637948 w 12192000"/>
              <a:gd name="connsiteY183" fmla="*/ 2172597 h 2237474"/>
              <a:gd name="connsiteX184" fmla="*/ 1434549 w 12192000"/>
              <a:gd name="connsiteY184" fmla="*/ 2234522 h 2237474"/>
              <a:gd name="connsiteX185" fmla="*/ 1398481 w 12192000"/>
              <a:gd name="connsiteY185" fmla="*/ 2237074 h 2237474"/>
              <a:gd name="connsiteX186" fmla="*/ 1398407 w 12192000"/>
              <a:gd name="connsiteY186" fmla="*/ 2237095 h 2237474"/>
              <a:gd name="connsiteX187" fmla="*/ 1370962 w 12192000"/>
              <a:gd name="connsiteY187" fmla="*/ 2237474 h 2237474"/>
              <a:gd name="connsiteX188" fmla="*/ 1356367 w 12192000"/>
              <a:gd name="connsiteY188" fmla="*/ 2235089 h 2237474"/>
              <a:gd name="connsiteX189" fmla="*/ 1324828 w 12192000"/>
              <a:gd name="connsiteY189" fmla="*/ 2231968 h 2237474"/>
              <a:gd name="connsiteX190" fmla="*/ 1297744 w 12192000"/>
              <a:gd name="connsiteY190" fmla="*/ 2235849 h 2237474"/>
              <a:gd name="connsiteX191" fmla="*/ 1286236 w 12192000"/>
              <a:gd name="connsiteY191" fmla="*/ 2233135 h 2237474"/>
              <a:gd name="connsiteX192" fmla="*/ 1283504 w 12192000"/>
              <a:gd name="connsiteY192" fmla="*/ 2233797 h 2237474"/>
              <a:gd name="connsiteX193" fmla="*/ 1279765 w 12192000"/>
              <a:gd name="connsiteY193" fmla="*/ 2229639 h 2237474"/>
              <a:gd name="connsiteX194" fmla="*/ 1195347 w 12192000"/>
              <a:gd name="connsiteY194" fmla="*/ 2212354 h 2237474"/>
              <a:gd name="connsiteX195" fmla="*/ 970251 w 12192000"/>
              <a:gd name="connsiteY195" fmla="*/ 2221029 h 2237474"/>
              <a:gd name="connsiteX196" fmla="*/ 812914 w 12192000"/>
              <a:gd name="connsiteY196" fmla="*/ 2202752 h 2237474"/>
              <a:gd name="connsiteX197" fmla="*/ 800195 w 12192000"/>
              <a:gd name="connsiteY197" fmla="*/ 2209407 h 2237474"/>
              <a:gd name="connsiteX198" fmla="*/ 784978 w 12192000"/>
              <a:gd name="connsiteY198" fmla="*/ 2212360 h 2237474"/>
              <a:gd name="connsiteX199" fmla="*/ 681987 w 12192000"/>
              <a:gd name="connsiteY199" fmla="*/ 2216757 h 2237474"/>
              <a:gd name="connsiteX200" fmla="*/ 669923 w 12192000"/>
              <a:gd name="connsiteY200" fmla="*/ 2211682 h 2237474"/>
              <a:gd name="connsiteX201" fmla="*/ 648680 w 12192000"/>
              <a:gd name="connsiteY201" fmla="*/ 2206229 h 2237474"/>
              <a:gd name="connsiteX202" fmla="*/ 597225 w 12192000"/>
              <a:gd name="connsiteY202" fmla="*/ 2180999 h 2237474"/>
              <a:gd name="connsiteX203" fmla="*/ 558449 w 12192000"/>
              <a:gd name="connsiteY203" fmla="*/ 2182346 h 2237474"/>
              <a:gd name="connsiteX204" fmla="*/ 550517 w 12192000"/>
              <a:gd name="connsiteY204" fmla="*/ 2182060 h 2237474"/>
              <a:gd name="connsiteX205" fmla="*/ 550309 w 12192000"/>
              <a:gd name="connsiteY205" fmla="*/ 2181825 h 2237474"/>
              <a:gd name="connsiteX206" fmla="*/ 541836 w 12192000"/>
              <a:gd name="connsiteY206" fmla="*/ 2181063 h 2237474"/>
              <a:gd name="connsiteX207" fmla="*/ 536057 w 12192000"/>
              <a:gd name="connsiteY207" fmla="*/ 2181537 h 2237474"/>
              <a:gd name="connsiteX208" fmla="*/ 520671 w 12192000"/>
              <a:gd name="connsiteY208" fmla="*/ 2180980 h 2237474"/>
              <a:gd name="connsiteX209" fmla="*/ 515024 w 12192000"/>
              <a:gd name="connsiteY209" fmla="*/ 2179258 h 2237474"/>
              <a:gd name="connsiteX210" fmla="*/ 512278 w 12192000"/>
              <a:gd name="connsiteY210" fmla="*/ 2176369 h 2237474"/>
              <a:gd name="connsiteX211" fmla="*/ 480419 w 12192000"/>
              <a:gd name="connsiteY211" fmla="*/ 2167807 h 2237474"/>
              <a:gd name="connsiteX212" fmla="*/ 413835 w 12192000"/>
              <a:gd name="connsiteY212" fmla="*/ 2156783 h 2237474"/>
              <a:gd name="connsiteX213" fmla="*/ 376513 w 12192000"/>
              <a:gd name="connsiteY213" fmla="*/ 2154014 h 2237474"/>
              <a:gd name="connsiteX214" fmla="*/ 273386 w 12192000"/>
              <a:gd name="connsiteY214" fmla="*/ 2142551 h 2237474"/>
              <a:gd name="connsiteX215" fmla="*/ 169207 w 12192000"/>
              <a:gd name="connsiteY215" fmla="*/ 2128100 h 2237474"/>
              <a:gd name="connsiteX216" fmla="*/ 93149 w 12192000"/>
              <a:gd name="connsiteY216" fmla="*/ 2105324 h 2237474"/>
              <a:gd name="connsiteX217" fmla="*/ 88109 w 12192000"/>
              <a:gd name="connsiteY217" fmla="*/ 2106704 h 2237474"/>
              <a:gd name="connsiteX218" fmla="*/ 80022 w 12192000"/>
              <a:gd name="connsiteY218" fmla="*/ 2107254 h 2237474"/>
              <a:gd name="connsiteX219" fmla="*/ 79717 w 12192000"/>
              <a:gd name="connsiteY219" fmla="*/ 2107046 h 2237474"/>
              <a:gd name="connsiteX220" fmla="*/ 72352 w 12192000"/>
              <a:gd name="connsiteY220" fmla="*/ 2107991 h 2237474"/>
              <a:gd name="connsiteX221" fmla="*/ 37645 w 12192000"/>
              <a:gd name="connsiteY221" fmla="*/ 2115401 h 2237474"/>
              <a:gd name="connsiteX222" fmla="*/ 4572 w 12192000"/>
              <a:gd name="connsiteY222" fmla="*/ 2111091 h 2237474"/>
              <a:gd name="connsiteX223" fmla="*/ 0 w 12192000"/>
              <a:gd name="connsiteY223" fmla="*/ 2110468 h 2237474"/>
              <a:gd name="connsiteX224" fmla="*/ 0 w 12192000"/>
              <a:gd name="connsiteY224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02328 w 12192000"/>
              <a:gd name="connsiteY66" fmla="*/ 1345865 h 2237474"/>
              <a:gd name="connsiteX67" fmla="*/ 7898322 w 12192000"/>
              <a:gd name="connsiteY67" fmla="*/ 1345689 h 2237474"/>
              <a:gd name="connsiteX68" fmla="*/ 7875879 w 12192000"/>
              <a:gd name="connsiteY68" fmla="*/ 1345646 h 2237474"/>
              <a:gd name="connsiteX69" fmla="*/ 7840612 w 12192000"/>
              <a:gd name="connsiteY69" fmla="*/ 1369373 h 2237474"/>
              <a:gd name="connsiteX70" fmla="*/ 7786819 w 12192000"/>
              <a:gd name="connsiteY70" fmla="*/ 1378970 h 2237474"/>
              <a:gd name="connsiteX71" fmla="*/ 7548172 w 12192000"/>
              <a:gd name="connsiteY71" fmla="*/ 1417460 h 2237474"/>
              <a:gd name="connsiteX72" fmla="*/ 7483437 w 12192000"/>
              <a:gd name="connsiteY72" fmla="*/ 1478152 h 2237474"/>
              <a:gd name="connsiteX73" fmla="*/ 7377870 w 12192000"/>
              <a:gd name="connsiteY73" fmla="*/ 1523319 h 2237474"/>
              <a:gd name="connsiteX74" fmla="*/ 7230737 w 12192000"/>
              <a:gd name="connsiteY74" fmla="*/ 1562633 h 2237474"/>
              <a:gd name="connsiteX75" fmla="*/ 7224458 w 12192000"/>
              <a:gd name="connsiteY75" fmla="*/ 1573008 h 2237474"/>
              <a:gd name="connsiteX76" fmla="*/ 7213486 w 12192000"/>
              <a:gd name="connsiteY76" fmla="*/ 1580987 h 2237474"/>
              <a:gd name="connsiteX77" fmla="*/ 7183121 w 12192000"/>
              <a:gd name="connsiteY77" fmla="*/ 1595162 h 2237474"/>
              <a:gd name="connsiteX78" fmla="*/ 7164601 w 12192000"/>
              <a:gd name="connsiteY78" fmla="*/ 1606490 h 2237474"/>
              <a:gd name="connsiteX79" fmla="*/ 7114651 w 12192000"/>
              <a:gd name="connsiteY79" fmla="*/ 1620959 h 2237474"/>
              <a:gd name="connsiteX80" fmla="*/ 7092727 w 12192000"/>
              <a:gd name="connsiteY80" fmla="*/ 1623628 h 2237474"/>
              <a:gd name="connsiteX81" fmla="*/ 7031309 w 12192000"/>
              <a:gd name="connsiteY81" fmla="*/ 1619451 h 2237474"/>
              <a:gd name="connsiteX82" fmla="*/ 6999084 w 12192000"/>
              <a:gd name="connsiteY82" fmla="*/ 1634317 h 2237474"/>
              <a:gd name="connsiteX83" fmla="*/ 6992107 w 12192000"/>
              <a:gd name="connsiteY83" fmla="*/ 1636860 h 2237474"/>
              <a:gd name="connsiteX84" fmla="*/ 6991765 w 12192000"/>
              <a:gd name="connsiteY84" fmla="*/ 1636725 h 2237474"/>
              <a:gd name="connsiteX85" fmla="*/ 6900177 w 12192000"/>
              <a:gd name="connsiteY85" fmla="*/ 1636016 h 2237474"/>
              <a:gd name="connsiteX86" fmla="*/ 6795372 w 12192000"/>
              <a:gd name="connsiteY86" fmla="*/ 1644845 h 2237474"/>
              <a:gd name="connsiteX87" fmla="*/ 6692251 w 12192000"/>
              <a:gd name="connsiteY87" fmla="*/ 1656357 h 2237474"/>
              <a:gd name="connsiteX88" fmla="*/ 6655235 w 12192000"/>
              <a:gd name="connsiteY88" fmla="*/ 1661869 h 2237474"/>
              <a:gd name="connsiteX89" fmla="*/ 6587857 w 12192000"/>
              <a:gd name="connsiteY89" fmla="*/ 1665769 h 2237474"/>
              <a:gd name="connsiteX90" fmla="*/ 6554894 w 12192000"/>
              <a:gd name="connsiteY90" fmla="*/ 1664428 h 2237474"/>
              <a:gd name="connsiteX91" fmla="*/ 6516595 w 12192000"/>
              <a:gd name="connsiteY91" fmla="*/ 1667475 h 2237474"/>
              <a:gd name="connsiteX92" fmla="*/ 6508541 w 12192000"/>
              <a:gd name="connsiteY92" fmla="*/ 1668757 h 2237474"/>
              <a:gd name="connsiteX93" fmla="*/ 6471012 w 12192000"/>
              <a:gd name="connsiteY93" fmla="*/ 1678604 h 2237474"/>
              <a:gd name="connsiteX94" fmla="*/ 6415265 w 12192000"/>
              <a:gd name="connsiteY94" fmla="*/ 1665317 h 2237474"/>
              <a:gd name="connsiteX95" fmla="*/ 6364035 w 12192000"/>
              <a:gd name="connsiteY95" fmla="*/ 1667683 h 2237474"/>
              <a:gd name="connsiteX96" fmla="*/ 6280959 w 12192000"/>
              <a:gd name="connsiteY96" fmla="*/ 1689329 h 2237474"/>
              <a:gd name="connsiteX97" fmla="*/ 6243319 w 12192000"/>
              <a:gd name="connsiteY97" fmla="*/ 1695560 h 2237474"/>
              <a:gd name="connsiteX98" fmla="*/ 6098321 w 12192000"/>
              <a:gd name="connsiteY98" fmla="*/ 1721646 h 2237474"/>
              <a:gd name="connsiteX99" fmla="*/ 5880652 w 12192000"/>
              <a:gd name="connsiteY99" fmla="*/ 1779643 h 2237474"/>
              <a:gd name="connsiteX100" fmla="*/ 5785959 w 12192000"/>
              <a:gd name="connsiteY100" fmla="*/ 1775307 h 2237474"/>
              <a:gd name="connsiteX101" fmla="*/ 5643534 w 12192000"/>
              <a:gd name="connsiteY101" fmla="*/ 1802919 h 2237474"/>
              <a:gd name="connsiteX102" fmla="*/ 5518799 w 12192000"/>
              <a:gd name="connsiteY102" fmla="*/ 1818312 h 2237474"/>
              <a:gd name="connsiteX103" fmla="*/ 5505014 w 12192000"/>
              <a:gd name="connsiteY103" fmla="*/ 1819259 h 2237474"/>
              <a:gd name="connsiteX104" fmla="*/ 5453307 w 12192000"/>
              <a:gd name="connsiteY104" fmla="*/ 1815450 h 2237474"/>
              <a:gd name="connsiteX105" fmla="*/ 5364192 w 12192000"/>
              <a:gd name="connsiteY105" fmla="*/ 1826074 h 2237474"/>
              <a:gd name="connsiteX106" fmla="*/ 5350380 w 12192000"/>
              <a:gd name="connsiteY106" fmla="*/ 1830891 h 2237474"/>
              <a:gd name="connsiteX107" fmla="*/ 5259633 w 12192000"/>
              <a:gd name="connsiteY107" fmla="*/ 1837160 h 2237474"/>
              <a:gd name="connsiteX108" fmla="*/ 5197513 w 12192000"/>
              <a:gd name="connsiteY108" fmla="*/ 1844718 h 2237474"/>
              <a:gd name="connsiteX109" fmla="*/ 5184170 w 12192000"/>
              <a:gd name="connsiteY109" fmla="*/ 1849402 h 2237474"/>
              <a:gd name="connsiteX110" fmla="*/ 5168852 w 12192000"/>
              <a:gd name="connsiteY110" fmla="*/ 1844846 h 2237474"/>
              <a:gd name="connsiteX111" fmla="*/ 5114927 w 12192000"/>
              <a:gd name="connsiteY111" fmla="*/ 1847827 h 2237474"/>
              <a:gd name="connsiteX112" fmla="*/ 5108970 w 12192000"/>
              <a:gd name="connsiteY112" fmla="*/ 1847935 h 2237474"/>
              <a:gd name="connsiteX113" fmla="*/ 5067961 w 12192000"/>
              <a:gd name="connsiteY113" fmla="*/ 1845917 h 2237474"/>
              <a:gd name="connsiteX114" fmla="*/ 5007075 w 12192000"/>
              <a:gd name="connsiteY114" fmla="*/ 1838626 h 2237474"/>
              <a:gd name="connsiteX115" fmla="*/ 4944087 w 12192000"/>
              <a:gd name="connsiteY115" fmla="*/ 1823332 h 2237474"/>
              <a:gd name="connsiteX116" fmla="*/ 4907662 w 12192000"/>
              <a:gd name="connsiteY116" fmla="*/ 1816900 h 2237474"/>
              <a:gd name="connsiteX117" fmla="*/ 4882386 w 12192000"/>
              <a:gd name="connsiteY117" fmla="*/ 1809844 h 2237474"/>
              <a:gd name="connsiteX118" fmla="*/ 4811440 w 12192000"/>
              <a:gd name="connsiteY118" fmla="*/ 1804655 h 2237474"/>
              <a:gd name="connsiteX119" fmla="*/ 4691075 w 12192000"/>
              <a:gd name="connsiteY119" fmla="*/ 1801389 h 2237474"/>
              <a:gd name="connsiteX120" fmla="*/ 4611738 w 12192000"/>
              <a:gd name="connsiteY120" fmla="*/ 1776964 h 2237474"/>
              <a:gd name="connsiteX121" fmla="*/ 4560070 w 12192000"/>
              <a:gd name="connsiteY121" fmla="*/ 1785640 h 2237474"/>
              <a:gd name="connsiteX122" fmla="*/ 4536503 w 12192000"/>
              <a:gd name="connsiteY122" fmla="*/ 1785334 h 2237474"/>
              <a:gd name="connsiteX123" fmla="*/ 4513724 w 12192000"/>
              <a:gd name="connsiteY123" fmla="*/ 1791996 h 2237474"/>
              <a:gd name="connsiteX124" fmla="*/ 4459810 w 12192000"/>
              <a:gd name="connsiteY124" fmla="*/ 1797886 h 2237474"/>
              <a:gd name="connsiteX125" fmla="*/ 4379064 w 12192000"/>
              <a:gd name="connsiteY125" fmla="*/ 1817177 h 2237474"/>
              <a:gd name="connsiteX126" fmla="*/ 4319209 w 12192000"/>
              <a:gd name="connsiteY126" fmla="*/ 1834833 h 2237474"/>
              <a:gd name="connsiteX127" fmla="*/ 4290981 w 12192000"/>
              <a:gd name="connsiteY127" fmla="*/ 1839677 h 2237474"/>
              <a:gd name="connsiteX128" fmla="*/ 4285792 w 12192000"/>
              <a:gd name="connsiteY128" fmla="*/ 1836231 h 2237474"/>
              <a:gd name="connsiteX129" fmla="*/ 4238372 w 12192000"/>
              <a:gd name="connsiteY129" fmla="*/ 1851480 h 2237474"/>
              <a:gd name="connsiteX130" fmla="*/ 4232517 w 12192000"/>
              <a:gd name="connsiteY130" fmla="*/ 1852567 h 2237474"/>
              <a:gd name="connsiteX131" fmla="*/ 4191732 w 12192000"/>
              <a:gd name="connsiteY131" fmla="*/ 1857328 h 2237474"/>
              <a:gd name="connsiteX132" fmla="*/ 4065532 w 12192000"/>
              <a:gd name="connsiteY132" fmla="*/ 1855477 h 2237474"/>
              <a:gd name="connsiteX133" fmla="*/ 4028460 w 12192000"/>
              <a:gd name="connsiteY133" fmla="*/ 1855137 h 2237474"/>
              <a:gd name="connsiteX134" fmla="*/ 4002267 w 12192000"/>
              <a:gd name="connsiteY134" fmla="*/ 1852352 h 2237474"/>
              <a:gd name="connsiteX135" fmla="*/ 3931396 w 12192000"/>
              <a:gd name="connsiteY135" fmla="*/ 1858915 h 2237474"/>
              <a:gd name="connsiteX136" fmla="*/ 3812162 w 12192000"/>
              <a:gd name="connsiteY136" fmla="*/ 1875501 h 2237474"/>
              <a:gd name="connsiteX137" fmla="*/ 3729530 w 12192000"/>
              <a:gd name="connsiteY137" fmla="*/ 1864513 h 2237474"/>
              <a:gd name="connsiteX138" fmla="*/ 3680177 w 12192000"/>
              <a:gd name="connsiteY138" fmla="*/ 1881552 h 2237474"/>
              <a:gd name="connsiteX139" fmla="*/ 3567259 w 12192000"/>
              <a:gd name="connsiteY139" fmla="*/ 1893482 h 2237474"/>
              <a:gd name="connsiteX140" fmla="*/ 3405770 w 12192000"/>
              <a:gd name="connsiteY140" fmla="*/ 1904591 h 2237474"/>
              <a:gd name="connsiteX141" fmla="*/ 3280097 w 12192000"/>
              <a:gd name="connsiteY141" fmla="*/ 1919610 h 2237474"/>
              <a:gd name="connsiteX142" fmla="*/ 3123424 w 12192000"/>
              <a:gd name="connsiteY142" fmla="*/ 1952930 h 2237474"/>
              <a:gd name="connsiteX143" fmla="*/ 3009910 w 12192000"/>
              <a:gd name="connsiteY143" fmla="*/ 1957866 h 2237474"/>
              <a:gd name="connsiteX144" fmla="*/ 2995934 w 12192000"/>
              <a:gd name="connsiteY144" fmla="*/ 1967085 h 2237474"/>
              <a:gd name="connsiteX145" fmla="*/ 2980071 w 12192000"/>
              <a:gd name="connsiteY145" fmla="*/ 1972988 h 2237474"/>
              <a:gd name="connsiteX146" fmla="*/ 2978094 w 12192000"/>
              <a:gd name="connsiteY146" fmla="*/ 1972369 h 2237474"/>
              <a:gd name="connsiteX147" fmla="*/ 2942858 w 12192000"/>
              <a:gd name="connsiteY147" fmla="*/ 1981367 h 2237474"/>
              <a:gd name="connsiteX148" fmla="*/ 2875436 w 12192000"/>
              <a:gd name="connsiteY148" fmla="*/ 1996977 h 2237474"/>
              <a:gd name="connsiteX149" fmla="*/ 2874892 w 12192000"/>
              <a:gd name="connsiteY149" fmla="*/ 1996085 h 2237474"/>
              <a:gd name="connsiteX150" fmla="*/ 2864145 w 12192000"/>
              <a:gd name="connsiteY150" fmla="*/ 1994061 h 2237474"/>
              <a:gd name="connsiteX151" fmla="*/ 2843662 w 12192000"/>
              <a:gd name="connsiteY151" fmla="*/ 1992498 h 2237474"/>
              <a:gd name="connsiteX152" fmla="*/ 2796128 w 12192000"/>
              <a:gd name="connsiteY152" fmla="*/ 1976403 h 2237474"/>
              <a:gd name="connsiteX153" fmla="*/ 2756784 w 12192000"/>
              <a:gd name="connsiteY153" fmla="*/ 1985116 h 2237474"/>
              <a:gd name="connsiteX154" fmla="*/ 2748833 w 12192000"/>
              <a:gd name="connsiteY154" fmla="*/ 1986323 h 2237474"/>
              <a:gd name="connsiteX155" fmla="*/ 2748661 w 12192000"/>
              <a:gd name="connsiteY155" fmla="*/ 1986122 h 2237474"/>
              <a:gd name="connsiteX156" fmla="*/ 2740251 w 12192000"/>
              <a:gd name="connsiteY156" fmla="*/ 1986946 h 2237474"/>
              <a:gd name="connsiteX157" fmla="*/ 2718916 w 12192000"/>
              <a:gd name="connsiteY157" fmla="*/ 1990867 h 2237474"/>
              <a:gd name="connsiteX158" fmla="*/ 2713522 w 12192000"/>
              <a:gd name="connsiteY158" fmla="*/ 1990173 h 2237474"/>
              <a:gd name="connsiteX159" fmla="*/ 2680597 w 12192000"/>
              <a:gd name="connsiteY159" fmla="*/ 1984996 h 2237474"/>
              <a:gd name="connsiteX160" fmla="*/ 2578178 w 12192000"/>
              <a:gd name="connsiteY160" fmla="*/ 1990531 h 2237474"/>
              <a:gd name="connsiteX161" fmla="*/ 2476147 w 12192000"/>
              <a:gd name="connsiteY161" fmla="*/ 1998305 h 2237474"/>
              <a:gd name="connsiteX162" fmla="*/ 2373568 w 12192000"/>
              <a:gd name="connsiteY162" fmla="*/ 2003219 h 2237474"/>
              <a:gd name="connsiteX163" fmla="*/ 2321399 w 12192000"/>
              <a:gd name="connsiteY163" fmla="*/ 1989467 h 2237474"/>
              <a:gd name="connsiteX164" fmla="*/ 2315525 w 12192000"/>
              <a:gd name="connsiteY164" fmla="*/ 1989708 h 2237474"/>
              <a:gd name="connsiteX165" fmla="*/ 2300792 w 12192000"/>
              <a:gd name="connsiteY165" fmla="*/ 1994290 h 2237474"/>
              <a:gd name="connsiteX166" fmla="*/ 2295469 w 12192000"/>
              <a:gd name="connsiteY166" fmla="*/ 1996659 h 2237474"/>
              <a:gd name="connsiteX167" fmla="*/ 2287219 w 12192000"/>
              <a:gd name="connsiteY167" fmla="*/ 1998750 h 2237474"/>
              <a:gd name="connsiteX168" fmla="*/ 2286948 w 12192000"/>
              <a:gd name="connsiteY168" fmla="*/ 1998596 h 2237474"/>
              <a:gd name="connsiteX169" fmla="*/ 2243069 w 12192000"/>
              <a:gd name="connsiteY169" fmla="*/ 2015111 h 2237474"/>
              <a:gd name="connsiteX170" fmla="*/ 2186609 w 12192000"/>
              <a:gd name="connsiteY170" fmla="*/ 2008263 h 2237474"/>
              <a:gd name="connsiteX171" fmla="*/ 2164831 w 12192000"/>
              <a:gd name="connsiteY171" fmla="*/ 2010143 h 2237474"/>
              <a:gd name="connsiteX172" fmla="*/ 2152836 w 12192000"/>
              <a:gd name="connsiteY172" fmla="*/ 2010048 h 2237474"/>
              <a:gd name="connsiteX173" fmla="*/ 2117102 w 12192000"/>
              <a:gd name="connsiteY173" fmla="*/ 2023004 h 2237474"/>
              <a:gd name="connsiteX174" fmla="*/ 2111935 w 12192000"/>
              <a:gd name="connsiteY174" fmla="*/ 2023163 h 2237474"/>
              <a:gd name="connsiteX175" fmla="*/ 2089991 w 12192000"/>
              <a:gd name="connsiteY175" fmla="*/ 2034193 h 2237474"/>
              <a:gd name="connsiteX176" fmla="*/ 2058061 w 12192000"/>
              <a:gd name="connsiteY176" fmla="*/ 2047942 h 2237474"/>
              <a:gd name="connsiteX177" fmla="*/ 2055737 w 12192000"/>
              <a:gd name="connsiteY177" fmla="*/ 2047704 h 2237474"/>
              <a:gd name="connsiteX178" fmla="*/ 2042244 w 12192000"/>
              <a:gd name="connsiteY178" fmla="*/ 2055560 h 2237474"/>
              <a:gd name="connsiteX179" fmla="*/ 1976224 w 12192000"/>
              <a:gd name="connsiteY179" fmla="*/ 2074257 h 2237474"/>
              <a:gd name="connsiteX180" fmla="*/ 1877728 w 12192000"/>
              <a:gd name="connsiteY180" fmla="*/ 2101004 h 2237474"/>
              <a:gd name="connsiteX181" fmla="*/ 1759056 w 12192000"/>
              <a:gd name="connsiteY181" fmla="*/ 2125608 h 2237474"/>
              <a:gd name="connsiteX182" fmla="*/ 1637948 w 12192000"/>
              <a:gd name="connsiteY182" fmla="*/ 2172597 h 2237474"/>
              <a:gd name="connsiteX183" fmla="*/ 1434549 w 12192000"/>
              <a:gd name="connsiteY183" fmla="*/ 2234522 h 2237474"/>
              <a:gd name="connsiteX184" fmla="*/ 1398481 w 12192000"/>
              <a:gd name="connsiteY184" fmla="*/ 2237074 h 2237474"/>
              <a:gd name="connsiteX185" fmla="*/ 1398407 w 12192000"/>
              <a:gd name="connsiteY185" fmla="*/ 2237095 h 2237474"/>
              <a:gd name="connsiteX186" fmla="*/ 1370962 w 12192000"/>
              <a:gd name="connsiteY186" fmla="*/ 2237474 h 2237474"/>
              <a:gd name="connsiteX187" fmla="*/ 1356367 w 12192000"/>
              <a:gd name="connsiteY187" fmla="*/ 2235089 h 2237474"/>
              <a:gd name="connsiteX188" fmla="*/ 1324828 w 12192000"/>
              <a:gd name="connsiteY188" fmla="*/ 2231968 h 2237474"/>
              <a:gd name="connsiteX189" fmla="*/ 1297744 w 12192000"/>
              <a:gd name="connsiteY189" fmla="*/ 2235849 h 2237474"/>
              <a:gd name="connsiteX190" fmla="*/ 1286236 w 12192000"/>
              <a:gd name="connsiteY190" fmla="*/ 2233135 h 2237474"/>
              <a:gd name="connsiteX191" fmla="*/ 1283504 w 12192000"/>
              <a:gd name="connsiteY191" fmla="*/ 2233797 h 2237474"/>
              <a:gd name="connsiteX192" fmla="*/ 1279765 w 12192000"/>
              <a:gd name="connsiteY192" fmla="*/ 2229639 h 2237474"/>
              <a:gd name="connsiteX193" fmla="*/ 1195347 w 12192000"/>
              <a:gd name="connsiteY193" fmla="*/ 2212354 h 2237474"/>
              <a:gd name="connsiteX194" fmla="*/ 970251 w 12192000"/>
              <a:gd name="connsiteY194" fmla="*/ 2221029 h 2237474"/>
              <a:gd name="connsiteX195" fmla="*/ 812914 w 12192000"/>
              <a:gd name="connsiteY195" fmla="*/ 2202752 h 2237474"/>
              <a:gd name="connsiteX196" fmla="*/ 800195 w 12192000"/>
              <a:gd name="connsiteY196" fmla="*/ 2209407 h 2237474"/>
              <a:gd name="connsiteX197" fmla="*/ 784978 w 12192000"/>
              <a:gd name="connsiteY197" fmla="*/ 2212360 h 2237474"/>
              <a:gd name="connsiteX198" fmla="*/ 681987 w 12192000"/>
              <a:gd name="connsiteY198" fmla="*/ 2216757 h 2237474"/>
              <a:gd name="connsiteX199" fmla="*/ 669923 w 12192000"/>
              <a:gd name="connsiteY199" fmla="*/ 2211682 h 2237474"/>
              <a:gd name="connsiteX200" fmla="*/ 648680 w 12192000"/>
              <a:gd name="connsiteY200" fmla="*/ 2206229 h 2237474"/>
              <a:gd name="connsiteX201" fmla="*/ 597225 w 12192000"/>
              <a:gd name="connsiteY201" fmla="*/ 2180999 h 2237474"/>
              <a:gd name="connsiteX202" fmla="*/ 558449 w 12192000"/>
              <a:gd name="connsiteY202" fmla="*/ 2182346 h 2237474"/>
              <a:gd name="connsiteX203" fmla="*/ 550517 w 12192000"/>
              <a:gd name="connsiteY203" fmla="*/ 2182060 h 2237474"/>
              <a:gd name="connsiteX204" fmla="*/ 550309 w 12192000"/>
              <a:gd name="connsiteY204" fmla="*/ 2181825 h 2237474"/>
              <a:gd name="connsiteX205" fmla="*/ 541836 w 12192000"/>
              <a:gd name="connsiteY205" fmla="*/ 2181063 h 2237474"/>
              <a:gd name="connsiteX206" fmla="*/ 536057 w 12192000"/>
              <a:gd name="connsiteY206" fmla="*/ 2181537 h 2237474"/>
              <a:gd name="connsiteX207" fmla="*/ 520671 w 12192000"/>
              <a:gd name="connsiteY207" fmla="*/ 2180980 h 2237474"/>
              <a:gd name="connsiteX208" fmla="*/ 515024 w 12192000"/>
              <a:gd name="connsiteY208" fmla="*/ 2179258 h 2237474"/>
              <a:gd name="connsiteX209" fmla="*/ 512278 w 12192000"/>
              <a:gd name="connsiteY209" fmla="*/ 2176369 h 2237474"/>
              <a:gd name="connsiteX210" fmla="*/ 480419 w 12192000"/>
              <a:gd name="connsiteY210" fmla="*/ 2167807 h 2237474"/>
              <a:gd name="connsiteX211" fmla="*/ 413835 w 12192000"/>
              <a:gd name="connsiteY211" fmla="*/ 2156783 h 2237474"/>
              <a:gd name="connsiteX212" fmla="*/ 376513 w 12192000"/>
              <a:gd name="connsiteY212" fmla="*/ 2154014 h 2237474"/>
              <a:gd name="connsiteX213" fmla="*/ 273386 w 12192000"/>
              <a:gd name="connsiteY213" fmla="*/ 2142551 h 2237474"/>
              <a:gd name="connsiteX214" fmla="*/ 169207 w 12192000"/>
              <a:gd name="connsiteY214" fmla="*/ 2128100 h 2237474"/>
              <a:gd name="connsiteX215" fmla="*/ 93149 w 12192000"/>
              <a:gd name="connsiteY215" fmla="*/ 2105324 h 2237474"/>
              <a:gd name="connsiteX216" fmla="*/ 88109 w 12192000"/>
              <a:gd name="connsiteY216" fmla="*/ 2106704 h 2237474"/>
              <a:gd name="connsiteX217" fmla="*/ 80022 w 12192000"/>
              <a:gd name="connsiteY217" fmla="*/ 2107254 h 2237474"/>
              <a:gd name="connsiteX218" fmla="*/ 79717 w 12192000"/>
              <a:gd name="connsiteY218" fmla="*/ 2107046 h 2237474"/>
              <a:gd name="connsiteX219" fmla="*/ 72352 w 12192000"/>
              <a:gd name="connsiteY219" fmla="*/ 2107991 h 2237474"/>
              <a:gd name="connsiteX220" fmla="*/ 37645 w 12192000"/>
              <a:gd name="connsiteY220" fmla="*/ 2115401 h 2237474"/>
              <a:gd name="connsiteX221" fmla="*/ 4572 w 12192000"/>
              <a:gd name="connsiteY221" fmla="*/ 2111091 h 2237474"/>
              <a:gd name="connsiteX222" fmla="*/ 0 w 12192000"/>
              <a:gd name="connsiteY222" fmla="*/ 2110468 h 2237474"/>
              <a:gd name="connsiteX223" fmla="*/ 0 w 12192000"/>
              <a:gd name="connsiteY223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02328 w 12192000"/>
              <a:gd name="connsiteY66" fmla="*/ 1345865 h 2237474"/>
              <a:gd name="connsiteX67" fmla="*/ 7898322 w 12192000"/>
              <a:gd name="connsiteY67" fmla="*/ 1345689 h 2237474"/>
              <a:gd name="connsiteX68" fmla="*/ 7875879 w 12192000"/>
              <a:gd name="connsiteY68" fmla="*/ 1345646 h 2237474"/>
              <a:gd name="connsiteX69" fmla="*/ 7840612 w 12192000"/>
              <a:gd name="connsiteY69" fmla="*/ 1369373 h 2237474"/>
              <a:gd name="connsiteX70" fmla="*/ 7786819 w 12192000"/>
              <a:gd name="connsiteY70" fmla="*/ 1378970 h 2237474"/>
              <a:gd name="connsiteX71" fmla="*/ 7548172 w 12192000"/>
              <a:gd name="connsiteY71" fmla="*/ 1417460 h 2237474"/>
              <a:gd name="connsiteX72" fmla="*/ 7483437 w 12192000"/>
              <a:gd name="connsiteY72" fmla="*/ 1478152 h 2237474"/>
              <a:gd name="connsiteX73" fmla="*/ 7377870 w 12192000"/>
              <a:gd name="connsiteY73" fmla="*/ 1523319 h 2237474"/>
              <a:gd name="connsiteX74" fmla="*/ 7230737 w 12192000"/>
              <a:gd name="connsiteY74" fmla="*/ 1562633 h 2237474"/>
              <a:gd name="connsiteX75" fmla="*/ 7224458 w 12192000"/>
              <a:gd name="connsiteY75" fmla="*/ 1573008 h 2237474"/>
              <a:gd name="connsiteX76" fmla="*/ 7213486 w 12192000"/>
              <a:gd name="connsiteY76" fmla="*/ 1580987 h 2237474"/>
              <a:gd name="connsiteX77" fmla="*/ 7183121 w 12192000"/>
              <a:gd name="connsiteY77" fmla="*/ 1595162 h 2237474"/>
              <a:gd name="connsiteX78" fmla="*/ 7164601 w 12192000"/>
              <a:gd name="connsiteY78" fmla="*/ 1606490 h 2237474"/>
              <a:gd name="connsiteX79" fmla="*/ 7114651 w 12192000"/>
              <a:gd name="connsiteY79" fmla="*/ 1620959 h 2237474"/>
              <a:gd name="connsiteX80" fmla="*/ 7092727 w 12192000"/>
              <a:gd name="connsiteY80" fmla="*/ 1623628 h 2237474"/>
              <a:gd name="connsiteX81" fmla="*/ 7031309 w 12192000"/>
              <a:gd name="connsiteY81" fmla="*/ 1619451 h 2237474"/>
              <a:gd name="connsiteX82" fmla="*/ 6999084 w 12192000"/>
              <a:gd name="connsiteY82" fmla="*/ 1634317 h 2237474"/>
              <a:gd name="connsiteX83" fmla="*/ 6992107 w 12192000"/>
              <a:gd name="connsiteY83" fmla="*/ 1636860 h 2237474"/>
              <a:gd name="connsiteX84" fmla="*/ 6991765 w 12192000"/>
              <a:gd name="connsiteY84" fmla="*/ 1636725 h 2237474"/>
              <a:gd name="connsiteX85" fmla="*/ 6900177 w 12192000"/>
              <a:gd name="connsiteY85" fmla="*/ 1636016 h 2237474"/>
              <a:gd name="connsiteX86" fmla="*/ 6795372 w 12192000"/>
              <a:gd name="connsiteY86" fmla="*/ 1644845 h 2237474"/>
              <a:gd name="connsiteX87" fmla="*/ 6692251 w 12192000"/>
              <a:gd name="connsiteY87" fmla="*/ 1656357 h 2237474"/>
              <a:gd name="connsiteX88" fmla="*/ 6655235 w 12192000"/>
              <a:gd name="connsiteY88" fmla="*/ 1661869 h 2237474"/>
              <a:gd name="connsiteX89" fmla="*/ 6587857 w 12192000"/>
              <a:gd name="connsiteY89" fmla="*/ 1665769 h 2237474"/>
              <a:gd name="connsiteX90" fmla="*/ 6554894 w 12192000"/>
              <a:gd name="connsiteY90" fmla="*/ 1664428 h 2237474"/>
              <a:gd name="connsiteX91" fmla="*/ 6516595 w 12192000"/>
              <a:gd name="connsiteY91" fmla="*/ 1667475 h 2237474"/>
              <a:gd name="connsiteX92" fmla="*/ 6508541 w 12192000"/>
              <a:gd name="connsiteY92" fmla="*/ 1668757 h 2237474"/>
              <a:gd name="connsiteX93" fmla="*/ 6471012 w 12192000"/>
              <a:gd name="connsiteY93" fmla="*/ 1678604 h 2237474"/>
              <a:gd name="connsiteX94" fmla="*/ 6415265 w 12192000"/>
              <a:gd name="connsiteY94" fmla="*/ 1665317 h 2237474"/>
              <a:gd name="connsiteX95" fmla="*/ 6364035 w 12192000"/>
              <a:gd name="connsiteY95" fmla="*/ 1667683 h 2237474"/>
              <a:gd name="connsiteX96" fmla="*/ 6280959 w 12192000"/>
              <a:gd name="connsiteY96" fmla="*/ 1689329 h 2237474"/>
              <a:gd name="connsiteX97" fmla="*/ 6243319 w 12192000"/>
              <a:gd name="connsiteY97" fmla="*/ 1695560 h 2237474"/>
              <a:gd name="connsiteX98" fmla="*/ 6098321 w 12192000"/>
              <a:gd name="connsiteY98" fmla="*/ 1721646 h 2237474"/>
              <a:gd name="connsiteX99" fmla="*/ 5880652 w 12192000"/>
              <a:gd name="connsiteY99" fmla="*/ 1779643 h 2237474"/>
              <a:gd name="connsiteX100" fmla="*/ 5785959 w 12192000"/>
              <a:gd name="connsiteY100" fmla="*/ 1775307 h 2237474"/>
              <a:gd name="connsiteX101" fmla="*/ 5643534 w 12192000"/>
              <a:gd name="connsiteY101" fmla="*/ 1802919 h 2237474"/>
              <a:gd name="connsiteX102" fmla="*/ 5518799 w 12192000"/>
              <a:gd name="connsiteY102" fmla="*/ 1818312 h 2237474"/>
              <a:gd name="connsiteX103" fmla="*/ 5505014 w 12192000"/>
              <a:gd name="connsiteY103" fmla="*/ 1819259 h 2237474"/>
              <a:gd name="connsiteX104" fmla="*/ 5453307 w 12192000"/>
              <a:gd name="connsiteY104" fmla="*/ 1815450 h 2237474"/>
              <a:gd name="connsiteX105" fmla="*/ 5364192 w 12192000"/>
              <a:gd name="connsiteY105" fmla="*/ 1826074 h 2237474"/>
              <a:gd name="connsiteX106" fmla="*/ 5350380 w 12192000"/>
              <a:gd name="connsiteY106" fmla="*/ 1830891 h 2237474"/>
              <a:gd name="connsiteX107" fmla="*/ 5259633 w 12192000"/>
              <a:gd name="connsiteY107" fmla="*/ 1837160 h 2237474"/>
              <a:gd name="connsiteX108" fmla="*/ 5197513 w 12192000"/>
              <a:gd name="connsiteY108" fmla="*/ 1844718 h 2237474"/>
              <a:gd name="connsiteX109" fmla="*/ 5168852 w 12192000"/>
              <a:gd name="connsiteY109" fmla="*/ 1844846 h 2237474"/>
              <a:gd name="connsiteX110" fmla="*/ 5114927 w 12192000"/>
              <a:gd name="connsiteY110" fmla="*/ 1847827 h 2237474"/>
              <a:gd name="connsiteX111" fmla="*/ 5108970 w 12192000"/>
              <a:gd name="connsiteY111" fmla="*/ 1847935 h 2237474"/>
              <a:gd name="connsiteX112" fmla="*/ 5067961 w 12192000"/>
              <a:gd name="connsiteY112" fmla="*/ 1845917 h 2237474"/>
              <a:gd name="connsiteX113" fmla="*/ 5007075 w 12192000"/>
              <a:gd name="connsiteY113" fmla="*/ 1838626 h 2237474"/>
              <a:gd name="connsiteX114" fmla="*/ 4944087 w 12192000"/>
              <a:gd name="connsiteY114" fmla="*/ 1823332 h 2237474"/>
              <a:gd name="connsiteX115" fmla="*/ 4907662 w 12192000"/>
              <a:gd name="connsiteY115" fmla="*/ 1816900 h 2237474"/>
              <a:gd name="connsiteX116" fmla="*/ 4882386 w 12192000"/>
              <a:gd name="connsiteY116" fmla="*/ 1809844 h 2237474"/>
              <a:gd name="connsiteX117" fmla="*/ 4811440 w 12192000"/>
              <a:gd name="connsiteY117" fmla="*/ 1804655 h 2237474"/>
              <a:gd name="connsiteX118" fmla="*/ 4691075 w 12192000"/>
              <a:gd name="connsiteY118" fmla="*/ 1801389 h 2237474"/>
              <a:gd name="connsiteX119" fmla="*/ 4611738 w 12192000"/>
              <a:gd name="connsiteY119" fmla="*/ 1776964 h 2237474"/>
              <a:gd name="connsiteX120" fmla="*/ 4560070 w 12192000"/>
              <a:gd name="connsiteY120" fmla="*/ 1785640 h 2237474"/>
              <a:gd name="connsiteX121" fmla="*/ 4536503 w 12192000"/>
              <a:gd name="connsiteY121" fmla="*/ 1785334 h 2237474"/>
              <a:gd name="connsiteX122" fmla="*/ 4513724 w 12192000"/>
              <a:gd name="connsiteY122" fmla="*/ 1791996 h 2237474"/>
              <a:gd name="connsiteX123" fmla="*/ 4459810 w 12192000"/>
              <a:gd name="connsiteY123" fmla="*/ 1797886 h 2237474"/>
              <a:gd name="connsiteX124" fmla="*/ 4379064 w 12192000"/>
              <a:gd name="connsiteY124" fmla="*/ 1817177 h 2237474"/>
              <a:gd name="connsiteX125" fmla="*/ 4319209 w 12192000"/>
              <a:gd name="connsiteY125" fmla="*/ 1834833 h 2237474"/>
              <a:gd name="connsiteX126" fmla="*/ 4290981 w 12192000"/>
              <a:gd name="connsiteY126" fmla="*/ 1839677 h 2237474"/>
              <a:gd name="connsiteX127" fmla="*/ 4285792 w 12192000"/>
              <a:gd name="connsiteY127" fmla="*/ 1836231 h 2237474"/>
              <a:gd name="connsiteX128" fmla="*/ 4238372 w 12192000"/>
              <a:gd name="connsiteY128" fmla="*/ 1851480 h 2237474"/>
              <a:gd name="connsiteX129" fmla="*/ 4232517 w 12192000"/>
              <a:gd name="connsiteY129" fmla="*/ 1852567 h 2237474"/>
              <a:gd name="connsiteX130" fmla="*/ 4191732 w 12192000"/>
              <a:gd name="connsiteY130" fmla="*/ 1857328 h 2237474"/>
              <a:gd name="connsiteX131" fmla="*/ 4065532 w 12192000"/>
              <a:gd name="connsiteY131" fmla="*/ 1855477 h 2237474"/>
              <a:gd name="connsiteX132" fmla="*/ 4028460 w 12192000"/>
              <a:gd name="connsiteY132" fmla="*/ 1855137 h 2237474"/>
              <a:gd name="connsiteX133" fmla="*/ 4002267 w 12192000"/>
              <a:gd name="connsiteY133" fmla="*/ 1852352 h 2237474"/>
              <a:gd name="connsiteX134" fmla="*/ 3931396 w 12192000"/>
              <a:gd name="connsiteY134" fmla="*/ 1858915 h 2237474"/>
              <a:gd name="connsiteX135" fmla="*/ 3812162 w 12192000"/>
              <a:gd name="connsiteY135" fmla="*/ 1875501 h 2237474"/>
              <a:gd name="connsiteX136" fmla="*/ 3729530 w 12192000"/>
              <a:gd name="connsiteY136" fmla="*/ 1864513 h 2237474"/>
              <a:gd name="connsiteX137" fmla="*/ 3680177 w 12192000"/>
              <a:gd name="connsiteY137" fmla="*/ 1881552 h 2237474"/>
              <a:gd name="connsiteX138" fmla="*/ 3567259 w 12192000"/>
              <a:gd name="connsiteY138" fmla="*/ 1893482 h 2237474"/>
              <a:gd name="connsiteX139" fmla="*/ 3405770 w 12192000"/>
              <a:gd name="connsiteY139" fmla="*/ 1904591 h 2237474"/>
              <a:gd name="connsiteX140" fmla="*/ 3280097 w 12192000"/>
              <a:gd name="connsiteY140" fmla="*/ 1919610 h 2237474"/>
              <a:gd name="connsiteX141" fmla="*/ 3123424 w 12192000"/>
              <a:gd name="connsiteY141" fmla="*/ 1952930 h 2237474"/>
              <a:gd name="connsiteX142" fmla="*/ 3009910 w 12192000"/>
              <a:gd name="connsiteY142" fmla="*/ 1957866 h 2237474"/>
              <a:gd name="connsiteX143" fmla="*/ 2995934 w 12192000"/>
              <a:gd name="connsiteY143" fmla="*/ 1967085 h 2237474"/>
              <a:gd name="connsiteX144" fmla="*/ 2980071 w 12192000"/>
              <a:gd name="connsiteY144" fmla="*/ 1972988 h 2237474"/>
              <a:gd name="connsiteX145" fmla="*/ 2978094 w 12192000"/>
              <a:gd name="connsiteY145" fmla="*/ 1972369 h 2237474"/>
              <a:gd name="connsiteX146" fmla="*/ 2942858 w 12192000"/>
              <a:gd name="connsiteY146" fmla="*/ 1981367 h 2237474"/>
              <a:gd name="connsiteX147" fmla="*/ 2875436 w 12192000"/>
              <a:gd name="connsiteY147" fmla="*/ 1996977 h 2237474"/>
              <a:gd name="connsiteX148" fmla="*/ 2874892 w 12192000"/>
              <a:gd name="connsiteY148" fmla="*/ 1996085 h 2237474"/>
              <a:gd name="connsiteX149" fmla="*/ 2864145 w 12192000"/>
              <a:gd name="connsiteY149" fmla="*/ 1994061 h 2237474"/>
              <a:gd name="connsiteX150" fmla="*/ 2843662 w 12192000"/>
              <a:gd name="connsiteY150" fmla="*/ 1992498 h 2237474"/>
              <a:gd name="connsiteX151" fmla="*/ 2796128 w 12192000"/>
              <a:gd name="connsiteY151" fmla="*/ 1976403 h 2237474"/>
              <a:gd name="connsiteX152" fmla="*/ 2756784 w 12192000"/>
              <a:gd name="connsiteY152" fmla="*/ 1985116 h 2237474"/>
              <a:gd name="connsiteX153" fmla="*/ 2748833 w 12192000"/>
              <a:gd name="connsiteY153" fmla="*/ 1986323 h 2237474"/>
              <a:gd name="connsiteX154" fmla="*/ 2748661 w 12192000"/>
              <a:gd name="connsiteY154" fmla="*/ 1986122 h 2237474"/>
              <a:gd name="connsiteX155" fmla="*/ 2740251 w 12192000"/>
              <a:gd name="connsiteY155" fmla="*/ 1986946 h 2237474"/>
              <a:gd name="connsiteX156" fmla="*/ 2718916 w 12192000"/>
              <a:gd name="connsiteY156" fmla="*/ 1990867 h 2237474"/>
              <a:gd name="connsiteX157" fmla="*/ 2713522 w 12192000"/>
              <a:gd name="connsiteY157" fmla="*/ 1990173 h 2237474"/>
              <a:gd name="connsiteX158" fmla="*/ 2680597 w 12192000"/>
              <a:gd name="connsiteY158" fmla="*/ 1984996 h 2237474"/>
              <a:gd name="connsiteX159" fmla="*/ 2578178 w 12192000"/>
              <a:gd name="connsiteY159" fmla="*/ 1990531 h 2237474"/>
              <a:gd name="connsiteX160" fmla="*/ 2476147 w 12192000"/>
              <a:gd name="connsiteY160" fmla="*/ 1998305 h 2237474"/>
              <a:gd name="connsiteX161" fmla="*/ 2373568 w 12192000"/>
              <a:gd name="connsiteY161" fmla="*/ 2003219 h 2237474"/>
              <a:gd name="connsiteX162" fmla="*/ 2321399 w 12192000"/>
              <a:gd name="connsiteY162" fmla="*/ 1989467 h 2237474"/>
              <a:gd name="connsiteX163" fmla="*/ 2315525 w 12192000"/>
              <a:gd name="connsiteY163" fmla="*/ 1989708 h 2237474"/>
              <a:gd name="connsiteX164" fmla="*/ 2300792 w 12192000"/>
              <a:gd name="connsiteY164" fmla="*/ 1994290 h 2237474"/>
              <a:gd name="connsiteX165" fmla="*/ 2295469 w 12192000"/>
              <a:gd name="connsiteY165" fmla="*/ 1996659 h 2237474"/>
              <a:gd name="connsiteX166" fmla="*/ 2287219 w 12192000"/>
              <a:gd name="connsiteY166" fmla="*/ 1998750 h 2237474"/>
              <a:gd name="connsiteX167" fmla="*/ 2286948 w 12192000"/>
              <a:gd name="connsiteY167" fmla="*/ 1998596 h 2237474"/>
              <a:gd name="connsiteX168" fmla="*/ 2243069 w 12192000"/>
              <a:gd name="connsiteY168" fmla="*/ 2015111 h 2237474"/>
              <a:gd name="connsiteX169" fmla="*/ 2186609 w 12192000"/>
              <a:gd name="connsiteY169" fmla="*/ 2008263 h 2237474"/>
              <a:gd name="connsiteX170" fmla="*/ 2164831 w 12192000"/>
              <a:gd name="connsiteY170" fmla="*/ 2010143 h 2237474"/>
              <a:gd name="connsiteX171" fmla="*/ 2152836 w 12192000"/>
              <a:gd name="connsiteY171" fmla="*/ 2010048 h 2237474"/>
              <a:gd name="connsiteX172" fmla="*/ 2117102 w 12192000"/>
              <a:gd name="connsiteY172" fmla="*/ 2023004 h 2237474"/>
              <a:gd name="connsiteX173" fmla="*/ 2111935 w 12192000"/>
              <a:gd name="connsiteY173" fmla="*/ 2023163 h 2237474"/>
              <a:gd name="connsiteX174" fmla="*/ 2089991 w 12192000"/>
              <a:gd name="connsiteY174" fmla="*/ 2034193 h 2237474"/>
              <a:gd name="connsiteX175" fmla="*/ 2058061 w 12192000"/>
              <a:gd name="connsiteY175" fmla="*/ 2047942 h 2237474"/>
              <a:gd name="connsiteX176" fmla="*/ 2055737 w 12192000"/>
              <a:gd name="connsiteY176" fmla="*/ 2047704 h 2237474"/>
              <a:gd name="connsiteX177" fmla="*/ 2042244 w 12192000"/>
              <a:gd name="connsiteY177" fmla="*/ 2055560 h 2237474"/>
              <a:gd name="connsiteX178" fmla="*/ 1976224 w 12192000"/>
              <a:gd name="connsiteY178" fmla="*/ 2074257 h 2237474"/>
              <a:gd name="connsiteX179" fmla="*/ 1877728 w 12192000"/>
              <a:gd name="connsiteY179" fmla="*/ 2101004 h 2237474"/>
              <a:gd name="connsiteX180" fmla="*/ 1759056 w 12192000"/>
              <a:gd name="connsiteY180" fmla="*/ 2125608 h 2237474"/>
              <a:gd name="connsiteX181" fmla="*/ 1637948 w 12192000"/>
              <a:gd name="connsiteY181" fmla="*/ 2172597 h 2237474"/>
              <a:gd name="connsiteX182" fmla="*/ 1434549 w 12192000"/>
              <a:gd name="connsiteY182" fmla="*/ 2234522 h 2237474"/>
              <a:gd name="connsiteX183" fmla="*/ 1398481 w 12192000"/>
              <a:gd name="connsiteY183" fmla="*/ 2237074 h 2237474"/>
              <a:gd name="connsiteX184" fmla="*/ 1398407 w 12192000"/>
              <a:gd name="connsiteY184" fmla="*/ 2237095 h 2237474"/>
              <a:gd name="connsiteX185" fmla="*/ 1370962 w 12192000"/>
              <a:gd name="connsiteY185" fmla="*/ 2237474 h 2237474"/>
              <a:gd name="connsiteX186" fmla="*/ 1356367 w 12192000"/>
              <a:gd name="connsiteY186" fmla="*/ 2235089 h 2237474"/>
              <a:gd name="connsiteX187" fmla="*/ 1324828 w 12192000"/>
              <a:gd name="connsiteY187" fmla="*/ 2231968 h 2237474"/>
              <a:gd name="connsiteX188" fmla="*/ 1297744 w 12192000"/>
              <a:gd name="connsiteY188" fmla="*/ 2235849 h 2237474"/>
              <a:gd name="connsiteX189" fmla="*/ 1286236 w 12192000"/>
              <a:gd name="connsiteY189" fmla="*/ 2233135 h 2237474"/>
              <a:gd name="connsiteX190" fmla="*/ 1283504 w 12192000"/>
              <a:gd name="connsiteY190" fmla="*/ 2233797 h 2237474"/>
              <a:gd name="connsiteX191" fmla="*/ 1279765 w 12192000"/>
              <a:gd name="connsiteY191" fmla="*/ 2229639 h 2237474"/>
              <a:gd name="connsiteX192" fmla="*/ 1195347 w 12192000"/>
              <a:gd name="connsiteY192" fmla="*/ 2212354 h 2237474"/>
              <a:gd name="connsiteX193" fmla="*/ 970251 w 12192000"/>
              <a:gd name="connsiteY193" fmla="*/ 2221029 h 2237474"/>
              <a:gd name="connsiteX194" fmla="*/ 812914 w 12192000"/>
              <a:gd name="connsiteY194" fmla="*/ 2202752 h 2237474"/>
              <a:gd name="connsiteX195" fmla="*/ 800195 w 12192000"/>
              <a:gd name="connsiteY195" fmla="*/ 2209407 h 2237474"/>
              <a:gd name="connsiteX196" fmla="*/ 784978 w 12192000"/>
              <a:gd name="connsiteY196" fmla="*/ 2212360 h 2237474"/>
              <a:gd name="connsiteX197" fmla="*/ 681987 w 12192000"/>
              <a:gd name="connsiteY197" fmla="*/ 2216757 h 2237474"/>
              <a:gd name="connsiteX198" fmla="*/ 669923 w 12192000"/>
              <a:gd name="connsiteY198" fmla="*/ 2211682 h 2237474"/>
              <a:gd name="connsiteX199" fmla="*/ 648680 w 12192000"/>
              <a:gd name="connsiteY199" fmla="*/ 2206229 h 2237474"/>
              <a:gd name="connsiteX200" fmla="*/ 597225 w 12192000"/>
              <a:gd name="connsiteY200" fmla="*/ 2180999 h 2237474"/>
              <a:gd name="connsiteX201" fmla="*/ 558449 w 12192000"/>
              <a:gd name="connsiteY201" fmla="*/ 2182346 h 2237474"/>
              <a:gd name="connsiteX202" fmla="*/ 550517 w 12192000"/>
              <a:gd name="connsiteY202" fmla="*/ 2182060 h 2237474"/>
              <a:gd name="connsiteX203" fmla="*/ 550309 w 12192000"/>
              <a:gd name="connsiteY203" fmla="*/ 2181825 h 2237474"/>
              <a:gd name="connsiteX204" fmla="*/ 541836 w 12192000"/>
              <a:gd name="connsiteY204" fmla="*/ 2181063 h 2237474"/>
              <a:gd name="connsiteX205" fmla="*/ 536057 w 12192000"/>
              <a:gd name="connsiteY205" fmla="*/ 2181537 h 2237474"/>
              <a:gd name="connsiteX206" fmla="*/ 520671 w 12192000"/>
              <a:gd name="connsiteY206" fmla="*/ 2180980 h 2237474"/>
              <a:gd name="connsiteX207" fmla="*/ 515024 w 12192000"/>
              <a:gd name="connsiteY207" fmla="*/ 2179258 h 2237474"/>
              <a:gd name="connsiteX208" fmla="*/ 512278 w 12192000"/>
              <a:gd name="connsiteY208" fmla="*/ 2176369 h 2237474"/>
              <a:gd name="connsiteX209" fmla="*/ 480419 w 12192000"/>
              <a:gd name="connsiteY209" fmla="*/ 2167807 h 2237474"/>
              <a:gd name="connsiteX210" fmla="*/ 413835 w 12192000"/>
              <a:gd name="connsiteY210" fmla="*/ 2156783 h 2237474"/>
              <a:gd name="connsiteX211" fmla="*/ 376513 w 12192000"/>
              <a:gd name="connsiteY211" fmla="*/ 2154014 h 2237474"/>
              <a:gd name="connsiteX212" fmla="*/ 273386 w 12192000"/>
              <a:gd name="connsiteY212" fmla="*/ 2142551 h 2237474"/>
              <a:gd name="connsiteX213" fmla="*/ 169207 w 12192000"/>
              <a:gd name="connsiteY213" fmla="*/ 2128100 h 2237474"/>
              <a:gd name="connsiteX214" fmla="*/ 93149 w 12192000"/>
              <a:gd name="connsiteY214" fmla="*/ 2105324 h 2237474"/>
              <a:gd name="connsiteX215" fmla="*/ 88109 w 12192000"/>
              <a:gd name="connsiteY215" fmla="*/ 2106704 h 2237474"/>
              <a:gd name="connsiteX216" fmla="*/ 80022 w 12192000"/>
              <a:gd name="connsiteY216" fmla="*/ 2107254 h 2237474"/>
              <a:gd name="connsiteX217" fmla="*/ 79717 w 12192000"/>
              <a:gd name="connsiteY217" fmla="*/ 2107046 h 2237474"/>
              <a:gd name="connsiteX218" fmla="*/ 72352 w 12192000"/>
              <a:gd name="connsiteY218" fmla="*/ 2107991 h 2237474"/>
              <a:gd name="connsiteX219" fmla="*/ 37645 w 12192000"/>
              <a:gd name="connsiteY219" fmla="*/ 2115401 h 2237474"/>
              <a:gd name="connsiteX220" fmla="*/ 4572 w 12192000"/>
              <a:gd name="connsiteY220" fmla="*/ 2111091 h 2237474"/>
              <a:gd name="connsiteX221" fmla="*/ 0 w 12192000"/>
              <a:gd name="connsiteY221" fmla="*/ 2110468 h 2237474"/>
              <a:gd name="connsiteX222" fmla="*/ 0 w 12192000"/>
              <a:gd name="connsiteY22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02328 w 12192000"/>
              <a:gd name="connsiteY66" fmla="*/ 1345865 h 2237474"/>
              <a:gd name="connsiteX67" fmla="*/ 7875879 w 12192000"/>
              <a:gd name="connsiteY67" fmla="*/ 1345646 h 2237474"/>
              <a:gd name="connsiteX68" fmla="*/ 7840612 w 12192000"/>
              <a:gd name="connsiteY68" fmla="*/ 1369373 h 2237474"/>
              <a:gd name="connsiteX69" fmla="*/ 7786819 w 12192000"/>
              <a:gd name="connsiteY69" fmla="*/ 1378970 h 2237474"/>
              <a:gd name="connsiteX70" fmla="*/ 7548172 w 12192000"/>
              <a:gd name="connsiteY70" fmla="*/ 1417460 h 2237474"/>
              <a:gd name="connsiteX71" fmla="*/ 7483437 w 12192000"/>
              <a:gd name="connsiteY71" fmla="*/ 1478152 h 2237474"/>
              <a:gd name="connsiteX72" fmla="*/ 7377870 w 12192000"/>
              <a:gd name="connsiteY72" fmla="*/ 1523319 h 2237474"/>
              <a:gd name="connsiteX73" fmla="*/ 7230737 w 12192000"/>
              <a:gd name="connsiteY73" fmla="*/ 1562633 h 2237474"/>
              <a:gd name="connsiteX74" fmla="*/ 7224458 w 12192000"/>
              <a:gd name="connsiteY74" fmla="*/ 1573008 h 2237474"/>
              <a:gd name="connsiteX75" fmla="*/ 7213486 w 12192000"/>
              <a:gd name="connsiteY75" fmla="*/ 1580987 h 2237474"/>
              <a:gd name="connsiteX76" fmla="*/ 7183121 w 12192000"/>
              <a:gd name="connsiteY76" fmla="*/ 1595162 h 2237474"/>
              <a:gd name="connsiteX77" fmla="*/ 7164601 w 12192000"/>
              <a:gd name="connsiteY77" fmla="*/ 1606490 h 2237474"/>
              <a:gd name="connsiteX78" fmla="*/ 7114651 w 12192000"/>
              <a:gd name="connsiteY78" fmla="*/ 1620959 h 2237474"/>
              <a:gd name="connsiteX79" fmla="*/ 7092727 w 12192000"/>
              <a:gd name="connsiteY79" fmla="*/ 1623628 h 2237474"/>
              <a:gd name="connsiteX80" fmla="*/ 7031309 w 12192000"/>
              <a:gd name="connsiteY80" fmla="*/ 1619451 h 2237474"/>
              <a:gd name="connsiteX81" fmla="*/ 6999084 w 12192000"/>
              <a:gd name="connsiteY81" fmla="*/ 1634317 h 2237474"/>
              <a:gd name="connsiteX82" fmla="*/ 6992107 w 12192000"/>
              <a:gd name="connsiteY82" fmla="*/ 1636860 h 2237474"/>
              <a:gd name="connsiteX83" fmla="*/ 6991765 w 12192000"/>
              <a:gd name="connsiteY83" fmla="*/ 1636725 h 2237474"/>
              <a:gd name="connsiteX84" fmla="*/ 6900177 w 12192000"/>
              <a:gd name="connsiteY84" fmla="*/ 1636016 h 2237474"/>
              <a:gd name="connsiteX85" fmla="*/ 6795372 w 12192000"/>
              <a:gd name="connsiteY85" fmla="*/ 1644845 h 2237474"/>
              <a:gd name="connsiteX86" fmla="*/ 6692251 w 12192000"/>
              <a:gd name="connsiteY86" fmla="*/ 1656357 h 2237474"/>
              <a:gd name="connsiteX87" fmla="*/ 6655235 w 12192000"/>
              <a:gd name="connsiteY87" fmla="*/ 1661869 h 2237474"/>
              <a:gd name="connsiteX88" fmla="*/ 6587857 w 12192000"/>
              <a:gd name="connsiteY88" fmla="*/ 1665769 h 2237474"/>
              <a:gd name="connsiteX89" fmla="*/ 6554894 w 12192000"/>
              <a:gd name="connsiteY89" fmla="*/ 1664428 h 2237474"/>
              <a:gd name="connsiteX90" fmla="*/ 6516595 w 12192000"/>
              <a:gd name="connsiteY90" fmla="*/ 1667475 h 2237474"/>
              <a:gd name="connsiteX91" fmla="*/ 6508541 w 12192000"/>
              <a:gd name="connsiteY91" fmla="*/ 1668757 h 2237474"/>
              <a:gd name="connsiteX92" fmla="*/ 6471012 w 12192000"/>
              <a:gd name="connsiteY92" fmla="*/ 1678604 h 2237474"/>
              <a:gd name="connsiteX93" fmla="*/ 6415265 w 12192000"/>
              <a:gd name="connsiteY93" fmla="*/ 1665317 h 2237474"/>
              <a:gd name="connsiteX94" fmla="*/ 6364035 w 12192000"/>
              <a:gd name="connsiteY94" fmla="*/ 1667683 h 2237474"/>
              <a:gd name="connsiteX95" fmla="*/ 6280959 w 12192000"/>
              <a:gd name="connsiteY95" fmla="*/ 1689329 h 2237474"/>
              <a:gd name="connsiteX96" fmla="*/ 6243319 w 12192000"/>
              <a:gd name="connsiteY96" fmla="*/ 1695560 h 2237474"/>
              <a:gd name="connsiteX97" fmla="*/ 6098321 w 12192000"/>
              <a:gd name="connsiteY97" fmla="*/ 1721646 h 2237474"/>
              <a:gd name="connsiteX98" fmla="*/ 5880652 w 12192000"/>
              <a:gd name="connsiteY98" fmla="*/ 1779643 h 2237474"/>
              <a:gd name="connsiteX99" fmla="*/ 5785959 w 12192000"/>
              <a:gd name="connsiteY99" fmla="*/ 1775307 h 2237474"/>
              <a:gd name="connsiteX100" fmla="*/ 5643534 w 12192000"/>
              <a:gd name="connsiteY100" fmla="*/ 1802919 h 2237474"/>
              <a:gd name="connsiteX101" fmla="*/ 5518799 w 12192000"/>
              <a:gd name="connsiteY101" fmla="*/ 1818312 h 2237474"/>
              <a:gd name="connsiteX102" fmla="*/ 5505014 w 12192000"/>
              <a:gd name="connsiteY102" fmla="*/ 1819259 h 2237474"/>
              <a:gd name="connsiteX103" fmla="*/ 5453307 w 12192000"/>
              <a:gd name="connsiteY103" fmla="*/ 1815450 h 2237474"/>
              <a:gd name="connsiteX104" fmla="*/ 5364192 w 12192000"/>
              <a:gd name="connsiteY104" fmla="*/ 1826074 h 2237474"/>
              <a:gd name="connsiteX105" fmla="*/ 5350380 w 12192000"/>
              <a:gd name="connsiteY105" fmla="*/ 1830891 h 2237474"/>
              <a:gd name="connsiteX106" fmla="*/ 5259633 w 12192000"/>
              <a:gd name="connsiteY106" fmla="*/ 1837160 h 2237474"/>
              <a:gd name="connsiteX107" fmla="*/ 5197513 w 12192000"/>
              <a:gd name="connsiteY107" fmla="*/ 1844718 h 2237474"/>
              <a:gd name="connsiteX108" fmla="*/ 5168852 w 12192000"/>
              <a:gd name="connsiteY108" fmla="*/ 1844846 h 2237474"/>
              <a:gd name="connsiteX109" fmla="*/ 5114927 w 12192000"/>
              <a:gd name="connsiteY109" fmla="*/ 1847827 h 2237474"/>
              <a:gd name="connsiteX110" fmla="*/ 5108970 w 12192000"/>
              <a:gd name="connsiteY110" fmla="*/ 1847935 h 2237474"/>
              <a:gd name="connsiteX111" fmla="*/ 5067961 w 12192000"/>
              <a:gd name="connsiteY111" fmla="*/ 1845917 h 2237474"/>
              <a:gd name="connsiteX112" fmla="*/ 5007075 w 12192000"/>
              <a:gd name="connsiteY112" fmla="*/ 1838626 h 2237474"/>
              <a:gd name="connsiteX113" fmla="*/ 4944087 w 12192000"/>
              <a:gd name="connsiteY113" fmla="*/ 1823332 h 2237474"/>
              <a:gd name="connsiteX114" fmla="*/ 4907662 w 12192000"/>
              <a:gd name="connsiteY114" fmla="*/ 1816900 h 2237474"/>
              <a:gd name="connsiteX115" fmla="*/ 4882386 w 12192000"/>
              <a:gd name="connsiteY115" fmla="*/ 1809844 h 2237474"/>
              <a:gd name="connsiteX116" fmla="*/ 4811440 w 12192000"/>
              <a:gd name="connsiteY116" fmla="*/ 1804655 h 2237474"/>
              <a:gd name="connsiteX117" fmla="*/ 4691075 w 12192000"/>
              <a:gd name="connsiteY117" fmla="*/ 1801389 h 2237474"/>
              <a:gd name="connsiteX118" fmla="*/ 4611738 w 12192000"/>
              <a:gd name="connsiteY118" fmla="*/ 1776964 h 2237474"/>
              <a:gd name="connsiteX119" fmla="*/ 4560070 w 12192000"/>
              <a:gd name="connsiteY119" fmla="*/ 1785640 h 2237474"/>
              <a:gd name="connsiteX120" fmla="*/ 4536503 w 12192000"/>
              <a:gd name="connsiteY120" fmla="*/ 1785334 h 2237474"/>
              <a:gd name="connsiteX121" fmla="*/ 4513724 w 12192000"/>
              <a:gd name="connsiteY121" fmla="*/ 1791996 h 2237474"/>
              <a:gd name="connsiteX122" fmla="*/ 4459810 w 12192000"/>
              <a:gd name="connsiteY122" fmla="*/ 1797886 h 2237474"/>
              <a:gd name="connsiteX123" fmla="*/ 4379064 w 12192000"/>
              <a:gd name="connsiteY123" fmla="*/ 1817177 h 2237474"/>
              <a:gd name="connsiteX124" fmla="*/ 4319209 w 12192000"/>
              <a:gd name="connsiteY124" fmla="*/ 1834833 h 2237474"/>
              <a:gd name="connsiteX125" fmla="*/ 4290981 w 12192000"/>
              <a:gd name="connsiteY125" fmla="*/ 1839677 h 2237474"/>
              <a:gd name="connsiteX126" fmla="*/ 4285792 w 12192000"/>
              <a:gd name="connsiteY126" fmla="*/ 1836231 h 2237474"/>
              <a:gd name="connsiteX127" fmla="*/ 4238372 w 12192000"/>
              <a:gd name="connsiteY127" fmla="*/ 1851480 h 2237474"/>
              <a:gd name="connsiteX128" fmla="*/ 4232517 w 12192000"/>
              <a:gd name="connsiteY128" fmla="*/ 1852567 h 2237474"/>
              <a:gd name="connsiteX129" fmla="*/ 4191732 w 12192000"/>
              <a:gd name="connsiteY129" fmla="*/ 1857328 h 2237474"/>
              <a:gd name="connsiteX130" fmla="*/ 4065532 w 12192000"/>
              <a:gd name="connsiteY130" fmla="*/ 1855477 h 2237474"/>
              <a:gd name="connsiteX131" fmla="*/ 4028460 w 12192000"/>
              <a:gd name="connsiteY131" fmla="*/ 1855137 h 2237474"/>
              <a:gd name="connsiteX132" fmla="*/ 4002267 w 12192000"/>
              <a:gd name="connsiteY132" fmla="*/ 1852352 h 2237474"/>
              <a:gd name="connsiteX133" fmla="*/ 3931396 w 12192000"/>
              <a:gd name="connsiteY133" fmla="*/ 1858915 h 2237474"/>
              <a:gd name="connsiteX134" fmla="*/ 3812162 w 12192000"/>
              <a:gd name="connsiteY134" fmla="*/ 1875501 h 2237474"/>
              <a:gd name="connsiteX135" fmla="*/ 3729530 w 12192000"/>
              <a:gd name="connsiteY135" fmla="*/ 1864513 h 2237474"/>
              <a:gd name="connsiteX136" fmla="*/ 3680177 w 12192000"/>
              <a:gd name="connsiteY136" fmla="*/ 1881552 h 2237474"/>
              <a:gd name="connsiteX137" fmla="*/ 3567259 w 12192000"/>
              <a:gd name="connsiteY137" fmla="*/ 1893482 h 2237474"/>
              <a:gd name="connsiteX138" fmla="*/ 3405770 w 12192000"/>
              <a:gd name="connsiteY138" fmla="*/ 1904591 h 2237474"/>
              <a:gd name="connsiteX139" fmla="*/ 3280097 w 12192000"/>
              <a:gd name="connsiteY139" fmla="*/ 1919610 h 2237474"/>
              <a:gd name="connsiteX140" fmla="*/ 3123424 w 12192000"/>
              <a:gd name="connsiteY140" fmla="*/ 1952930 h 2237474"/>
              <a:gd name="connsiteX141" fmla="*/ 3009910 w 12192000"/>
              <a:gd name="connsiteY141" fmla="*/ 1957866 h 2237474"/>
              <a:gd name="connsiteX142" fmla="*/ 2995934 w 12192000"/>
              <a:gd name="connsiteY142" fmla="*/ 1967085 h 2237474"/>
              <a:gd name="connsiteX143" fmla="*/ 2980071 w 12192000"/>
              <a:gd name="connsiteY143" fmla="*/ 1972988 h 2237474"/>
              <a:gd name="connsiteX144" fmla="*/ 2978094 w 12192000"/>
              <a:gd name="connsiteY144" fmla="*/ 1972369 h 2237474"/>
              <a:gd name="connsiteX145" fmla="*/ 2942858 w 12192000"/>
              <a:gd name="connsiteY145" fmla="*/ 1981367 h 2237474"/>
              <a:gd name="connsiteX146" fmla="*/ 2875436 w 12192000"/>
              <a:gd name="connsiteY146" fmla="*/ 1996977 h 2237474"/>
              <a:gd name="connsiteX147" fmla="*/ 2874892 w 12192000"/>
              <a:gd name="connsiteY147" fmla="*/ 1996085 h 2237474"/>
              <a:gd name="connsiteX148" fmla="*/ 2864145 w 12192000"/>
              <a:gd name="connsiteY148" fmla="*/ 1994061 h 2237474"/>
              <a:gd name="connsiteX149" fmla="*/ 2843662 w 12192000"/>
              <a:gd name="connsiteY149" fmla="*/ 1992498 h 2237474"/>
              <a:gd name="connsiteX150" fmla="*/ 2796128 w 12192000"/>
              <a:gd name="connsiteY150" fmla="*/ 1976403 h 2237474"/>
              <a:gd name="connsiteX151" fmla="*/ 2756784 w 12192000"/>
              <a:gd name="connsiteY151" fmla="*/ 1985116 h 2237474"/>
              <a:gd name="connsiteX152" fmla="*/ 2748833 w 12192000"/>
              <a:gd name="connsiteY152" fmla="*/ 1986323 h 2237474"/>
              <a:gd name="connsiteX153" fmla="*/ 2748661 w 12192000"/>
              <a:gd name="connsiteY153" fmla="*/ 1986122 h 2237474"/>
              <a:gd name="connsiteX154" fmla="*/ 2740251 w 12192000"/>
              <a:gd name="connsiteY154" fmla="*/ 1986946 h 2237474"/>
              <a:gd name="connsiteX155" fmla="*/ 2718916 w 12192000"/>
              <a:gd name="connsiteY155" fmla="*/ 1990867 h 2237474"/>
              <a:gd name="connsiteX156" fmla="*/ 2713522 w 12192000"/>
              <a:gd name="connsiteY156" fmla="*/ 1990173 h 2237474"/>
              <a:gd name="connsiteX157" fmla="*/ 2680597 w 12192000"/>
              <a:gd name="connsiteY157" fmla="*/ 1984996 h 2237474"/>
              <a:gd name="connsiteX158" fmla="*/ 2578178 w 12192000"/>
              <a:gd name="connsiteY158" fmla="*/ 1990531 h 2237474"/>
              <a:gd name="connsiteX159" fmla="*/ 2476147 w 12192000"/>
              <a:gd name="connsiteY159" fmla="*/ 1998305 h 2237474"/>
              <a:gd name="connsiteX160" fmla="*/ 2373568 w 12192000"/>
              <a:gd name="connsiteY160" fmla="*/ 2003219 h 2237474"/>
              <a:gd name="connsiteX161" fmla="*/ 2321399 w 12192000"/>
              <a:gd name="connsiteY161" fmla="*/ 1989467 h 2237474"/>
              <a:gd name="connsiteX162" fmla="*/ 2315525 w 12192000"/>
              <a:gd name="connsiteY162" fmla="*/ 1989708 h 2237474"/>
              <a:gd name="connsiteX163" fmla="*/ 2300792 w 12192000"/>
              <a:gd name="connsiteY163" fmla="*/ 1994290 h 2237474"/>
              <a:gd name="connsiteX164" fmla="*/ 2295469 w 12192000"/>
              <a:gd name="connsiteY164" fmla="*/ 1996659 h 2237474"/>
              <a:gd name="connsiteX165" fmla="*/ 2287219 w 12192000"/>
              <a:gd name="connsiteY165" fmla="*/ 1998750 h 2237474"/>
              <a:gd name="connsiteX166" fmla="*/ 2286948 w 12192000"/>
              <a:gd name="connsiteY166" fmla="*/ 1998596 h 2237474"/>
              <a:gd name="connsiteX167" fmla="*/ 2243069 w 12192000"/>
              <a:gd name="connsiteY167" fmla="*/ 2015111 h 2237474"/>
              <a:gd name="connsiteX168" fmla="*/ 2186609 w 12192000"/>
              <a:gd name="connsiteY168" fmla="*/ 2008263 h 2237474"/>
              <a:gd name="connsiteX169" fmla="*/ 2164831 w 12192000"/>
              <a:gd name="connsiteY169" fmla="*/ 2010143 h 2237474"/>
              <a:gd name="connsiteX170" fmla="*/ 2152836 w 12192000"/>
              <a:gd name="connsiteY170" fmla="*/ 2010048 h 2237474"/>
              <a:gd name="connsiteX171" fmla="*/ 2117102 w 12192000"/>
              <a:gd name="connsiteY171" fmla="*/ 2023004 h 2237474"/>
              <a:gd name="connsiteX172" fmla="*/ 2111935 w 12192000"/>
              <a:gd name="connsiteY172" fmla="*/ 2023163 h 2237474"/>
              <a:gd name="connsiteX173" fmla="*/ 2089991 w 12192000"/>
              <a:gd name="connsiteY173" fmla="*/ 2034193 h 2237474"/>
              <a:gd name="connsiteX174" fmla="*/ 2058061 w 12192000"/>
              <a:gd name="connsiteY174" fmla="*/ 2047942 h 2237474"/>
              <a:gd name="connsiteX175" fmla="*/ 2055737 w 12192000"/>
              <a:gd name="connsiteY175" fmla="*/ 2047704 h 2237474"/>
              <a:gd name="connsiteX176" fmla="*/ 2042244 w 12192000"/>
              <a:gd name="connsiteY176" fmla="*/ 2055560 h 2237474"/>
              <a:gd name="connsiteX177" fmla="*/ 1976224 w 12192000"/>
              <a:gd name="connsiteY177" fmla="*/ 2074257 h 2237474"/>
              <a:gd name="connsiteX178" fmla="*/ 1877728 w 12192000"/>
              <a:gd name="connsiteY178" fmla="*/ 2101004 h 2237474"/>
              <a:gd name="connsiteX179" fmla="*/ 1759056 w 12192000"/>
              <a:gd name="connsiteY179" fmla="*/ 2125608 h 2237474"/>
              <a:gd name="connsiteX180" fmla="*/ 1637948 w 12192000"/>
              <a:gd name="connsiteY180" fmla="*/ 2172597 h 2237474"/>
              <a:gd name="connsiteX181" fmla="*/ 1434549 w 12192000"/>
              <a:gd name="connsiteY181" fmla="*/ 2234522 h 2237474"/>
              <a:gd name="connsiteX182" fmla="*/ 1398481 w 12192000"/>
              <a:gd name="connsiteY182" fmla="*/ 2237074 h 2237474"/>
              <a:gd name="connsiteX183" fmla="*/ 1398407 w 12192000"/>
              <a:gd name="connsiteY183" fmla="*/ 2237095 h 2237474"/>
              <a:gd name="connsiteX184" fmla="*/ 1370962 w 12192000"/>
              <a:gd name="connsiteY184" fmla="*/ 2237474 h 2237474"/>
              <a:gd name="connsiteX185" fmla="*/ 1356367 w 12192000"/>
              <a:gd name="connsiteY185" fmla="*/ 2235089 h 2237474"/>
              <a:gd name="connsiteX186" fmla="*/ 1324828 w 12192000"/>
              <a:gd name="connsiteY186" fmla="*/ 2231968 h 2237474"/>
              <a:gd name="connsiteX187" fmla="*/ 1297744 w 12192000"/>
              <a:gd name="connsiteY187" fmla="*/ 2235849 h 2237474"/>
              <a:gd name="connsiteX188" fmla="*/ 1286236 w 12192000"/>
              <a:gd name="connsiteY188" fmla="*/ 2233135 h 2237474"/>
              <a:gd name="connsiteX189" fmla="*/ 1283504 w 12192000"/>
              <a:gd name="connsiteY189" fmla="*/ 2233797 h 2237474"/>
              <a:gd name="connsiteX190" fmla="*/ 1279765 w 12192000"/>
              <a:gd name="connsiteY190" fmla="*/ 2229639 h 2237474"/>
              <a:gd name="connsiteX191" fmla="*/ 1195347 w 12192000"/>
              <a:gd name="connsiteY191" fmla="*/ 2212354 h 2237474"/>
              <a:gd name="connsiteX192" fmla="*/ 970251 w 12192000"/>
              <a:gd name="connsiteY192" fmla="*/ 2221029 h 2237474"/>
              <a:gd name="connsiteX193" fmla="*/ 812914 w 12192000"/>
              <a:gd name="connsiteY193" fmla="*/ 2202752 h 2237474"/>
              <a:gd name="connsiteX194" fmla="*/ 800195 w 12192000"/>
              <a:gd name="connsiteY194" fmla="*/ 2209407 h 2237474"/>
              <a:gd name="connsiteX195" fmla="*/ 784978 w 12192000"/>
              <a:gd name="connsiteY195" fmla="*/ 2212360 h 2237474"/>
              <a:gd name="connsiteX196" fmla="*/ 681987 w 12192000"/>
              <a:gd name="connsiteY196" fmla="*/ 2216757 h 2237474"/>
              <a:gd name="connsiteX197" fmla="*/ 669923 w 12192000"/>
              <a:gd name="connsiteY197" fmla="*/ 2211682 h 2237474"/>
              <a:gd name="connsiteX198" fmla="*/ 648680 w 12192000"/>
              <a:gd name="connsiteY198" fmla="*/ 2206229 h 2237474"/>
              <a:gd name="connsiteX199" fmla="*/ 597225 w 12192000"/>
              <a:gd name="connsiteY199" fmla="*/ 2180999 h 2237474"/>
              <a:gd name="connsiteX200" fmla="*/ 558449 w 12192000"/>
              <a:gd name="connsiteY200" fmla="*/ 2182346 h 2237474"/>
              <a:gd name="connsiteX201" fmla="*/ 550517 w 12192000"/>
              <a:gd name="connsiteY201" fmla="*/ 2182060 h 2237474"/>
              <a:gd name="connsiteX202" fmla="*/ 550309 w 12192000"/>
              <a:gd name="connsiteY202" fmla="*/ 2181825 h 2237474"/>
              <a:gd name="connsiteX203" fmla="*/ 541836 w 12192000"/>
              <a:gd name="connsiteY203" fmla="*/ 2181063 h 2237474"/>
              <a:gd name="connsiteX204" fmla="*/ 536057 w 12192000"/>
              <a:gd name="connsiteY204" fmla="*/ 2181537 h 2237474"/>
              <a:gd name="connsiteX205" fmla="*/ 520671 w 12192000"/>
              <a:gd name="connsiteY205" fmla="*/ 2180980 h 2237474"/>
              <a:gd name="connsiteX206" fmla="*/ 515024 w 12192000"/>
              <a:gd name="connsiteY206" fmla="*/ 2179258 h 2237474"/>
              <a:gd name="connsiteX207" fmla="*/ 512278 w 12192000"/>
              <a:gd name="connsiteY207" fmla="*/ 2176369 h 2237474"/>
              <a:gd name="connsiteX208" fmla="*/ 480419 w 12192000"/>
              <a:gd name="connsiteY208" fmla="*/ 2167807 h 2237474"/>
              <a:gd name="connsiteX209" fmla="*/ 413835 w 12192000"/>
              <a:gd name="connsiteY209" fmla="*/ 2156783 h 2237474"/>
              <a:gd name="connsiteX210" fmla="*/ 376513 w 12192000"/>
              <a:gd name="connsiteY210" fmla="*/ 2154014 h 2237474"/>
              <a:gd name="connsiteX211" fmla="*/ 273386 w 12192000"/>
              <a:gd name="connsiteY211" fmla="*/ 2142551 h 2237474"/>
              <a:gd name="connsiteX212" fmla="*/ 169207 w 12192000"/>
              <a:gd name="connsiteY212" fmla="*/ 2128100 h 2237474"/>
              <a:gd name="connsiteX213" fmla="*/ 93149 w 12192000"/>
              <a:gd name="connsiteY213" fmla="*/ 2105324 h 2237474"/>
              <a:gd name="connsiteX214" fmla="*/ 88109 w 12192000"/>
              <a:gd name="connsiteY214" fmla="*/ 2106704 h 2237474"/>
              <a:gd name="connsiteX215" fmla="*/ 80022 w 12192000"/>
              <a:gd name="connsiteY215" fmla="*/ 2107254 h 2237474"/>
              <a:gd name="connsiteX216" fmla="*/ 79717 w 12192000"/>
              <a:gd name="connsiteY216" fmla="*/ 2107046 h 2237474"/>
              <a:gd name="connsiteX217" fmla="*/ 72352 w 12192000"/>
              <a:gd name="connsiteY217" fmla="*/ 2107991 h 2237474"/>
              <a:gd name="connsiteX218" fmla="*/ 37645 w 12192000"/>
              <a:gd name="connsiteY218" fmla="*/ 2115401 h 2237474"/>
              <a:gd name="connsiteX219" fmla="*/ 4572 w 12192000"/>
              <a:gd name="connsiteY219" fmla="*/ 2111091 h 2237474"/>
              <a:gd name="connsiteX220" fmla="*/ 0 w 12192000"/>
              <a:gd name="connsiteY220" fmla="*/ 2110468 h 2237474"/>
              <a:gd name="connsiteX221" fmla="*/ 0 w 12192000"/>
              <a:gd name="connsiteY221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278619 w 12192000"/>
              <a:gd name="connsiteY39" fmla="*/ 1011878 h 2237474"/>
              <a:gd name="connsiteX40" fmla="*/ 9268019 w 12192000"/>
              <a:gd name="connsiteY40" fmla="*/ 1007442 h 2237474"/>
              <a:gd name="connsiteX41" fmla="*/ 9234662 w 12192000"/>
              <a:gd name="connsiteY41" fmla="*/ 1023056 h 2237474"/>
              <a:gd name="connsiteX42" fmla="*/ 9181033 w 12192000"/>
              <a:gd name="connsiteY42" fmla="*/ 1037921 h 2237474"/>
              <a:gd name="connsiteX43" fmla="*/ 9155969 w 12192000"/>
              <a:gd name="connsiteY43" fmla="*/ 1046804 h 2237474"/>
              <a:gd name="connsiteX44" fmla="*/ 9133985 w 12192000"/>
              <a:gd name="connsiteY44" fmla="*/ 1046450 h 2237474"/>
              <a:gd name="connsiteX45" fmla="*/ 9012987 w 12192000"/>
              <a:gd name="connsiteY45" fmla="*/ 1061986 h 2237474"/>
              <a:gd name="connsiteX46" fmla="*/ 8968445 w 12192000"/>
              <a:gd name="connsiteY46" fmla="*/ 1052169 h 2237474"/>
              <a:gd name="connsiteX47" fmla="*/ 8958984 w 12192000"/>
              <a:gd name="connsiteY47" fmla="*/ 1057212 h 2237474"/>
              <a:gd name="connsiteX48" fmla="*/ 8886001 w 12192000"/>
              <a:gd name="connsiteY48" fmla="*/ 1067468 h 2237474"/>
              <a:gd name="connsiteX49" fmla="*/ 8838610 w 12192000"/>
              <a:gd name="connsiteY49" fmla="*/ 1075091 h 2237474"/>
              <a:gd name="connsiteX50" fmla="*/ 8750383 w 12192000"/>
              <a:gd name="connsiteY50" fmla="*/ 1097387 h 2237474"/>
              <a:gd name="connsiteX51" fmla="*/ 8697365 w 12192000"/>
              <a:gd name="connsiteY51" fmla="*/ 1105869 h 2237474"/>
              <a:gd name="connsiteX52" fmla="*/ 8665605 w 12192000"/>
              <a:gd name="connsiteY52" fmla="*/ 1110791 h 2237474"/>
              <a:gd name="connsiteX53" fmla="*/ 8584946 w 12192000"/>
              <a:gd name="connsiteY53" fmla="*/ 1135226 h 2237474"/>
              <a:gd name="connsiteX54" fmla="*/ 8460755 w 12192000"/>
              <a:gd name="connsiteY54" fmla="*/ 1203427 h 2237474"/>
              <a:gd name="connsiteX55" fmla="*/ 8419755 w 12192000"/>
              <a:gd name="connsiteY55" fmla="*/ 1216260 h 2237474"/>
              <a:gd name="connsiteX56" fmla="*/ 8411626 w 12192000"/>
              <a:gd name="connsiteY56" fmla="*/ 1214397 h 2237474"/>
              <a:gd name="connsiteX57" fmla="*/ 8363469 w 12192000"/>
              <a:gd name="connsiteY57" fmla="*/ 1246658 h 2237474"/>
              <a:gd name="connsiteX58" fmla="*/ 8275497 w 12192000"/>
              <a:gd name="connsiteY58" fmla="*/ 1264396 h 2237474"/>
              <a:gd name="connsiteX59" fmla="*/ 8206287 w 12192000"/>
              <a:gd name="connsiteY59" fmla="*/ 1273060 h 2237474"/>
              <a:gd name="connsiteX60" fmla="*/ 8168705 w 12192000"/>
              <a:gd name="connsiteY60" fmla="*/ 1279956 h 2237474"/>
              <a:gd name="connsiteX61" fmla="*/ 8139997 w 12192000"/>
              <a:gd name="connsiteY61" fmla="*/ 1282713 h 2237474"/>
              <a:gd name="connsiteX62" fmla="*/ 8074238 w 12192000"/>
              <a:gd name="connsiteY62" fmla="*/ 1301895 h 2237474"/>
              <a:gd name="connsiteX63" fmla="*/ 7968292 w 12192000"/>
              <a:gd name="connsiteY63" fmla="*/ 1338779 h 2237474"/>
              <a:gd name="connsiteX64" fmla="*/ 7945122 w 12192000"/>
              <a:gd name="connsiteY64" fmla="*/ 1345477 h 2237474"/>
              <a:gd name="connsiteX65" fmla="*/ 7902328 w 12192000"/>
              <a:gd name="connsiteY65" fmla="*/ 1345865 h 2237474"/>
              <a:gd name="connsiteX66" fmla="*/ 7875879 w 12192000"/>
              <a:gd name="connsiteY66" fmla="*/ 1345646 h 2237474"/>
              <a:gd name="connsiteX67" fmla="*/ 7840612 w 12192000"/>
              <a:gd name="connsiteY67" fmla="*/ 1369373 h 2237474"/>
              <a:gd name="connsiteX68" fmla="*/ 7786819 w 12192000"/>
              <a:gd name="connsiteY68" fmla="*/ 1378970 h 2237474"/>
              <a:gd name="connsiteX69" fmla="*/ 7548172 w 12192000"/>
              <a:gd name="connsiteY69" fmla="*/ 1417460 h 2237474"/>
              <a:gd name="connsiteX70" fmla="*/ 7483437 w 12192000"/>
              <a:gd name="connsiteY70" fmla="*/ 1478152 h 2237474"/>
              <a:gd name="connsiteX71" fmla="*/ 7377870 w 12192000"/>
              <a:gd name="connsiteY71" fmla="*/ 1523319 h 2237474"/>
              <a:gd name="connsiteX72" fmla="*/ 7230737 w 12192000"/>
              <a:gd name="connsiteY72" fmla="*/ 1562633 h 2237474"/>
              <a:gd name="connsiteX73" fmla="*/ 7224458 w 12192000"/>
              <a:gd name="connsiteY73" fmla="*/ 1573008 h 2237474"/>
              <a:gd name="connsiteX74" fmla="*/ 7213486 w 12192000"/>
              <a:gd name="connsiteY74" fmla="*/ 1580987 h 2237474"/>
              <a:gd name="connsiteX75" fmla="*/ 7183121 w 12192000"/>
              <a:gd name="connsiteY75" fmla="*/ 1595162 h 2237474"/>
              <a:gd name="connsiteX76" fmla="*/ 7164601 w 12192000"/>
              <a:gd name="connsiteY76" fmla="*/ 1606490 h 2237474"/>
              <a:gd name="connsiteX77" fmla="*/ 7114651 w 12192000"/>
              <a:gd name="connsiteY77" fmla="*/ 1620959 h 2237474"/>
              <a:gd name="connsiteX78" fmla="*/ 7092727 w 12192000"/>
              <a:gd name="connsiteY78" fmla="*/ 1623628 h 2237474"/>
              <a:gd name="connsiteX79" fmla="*/ 7031309 w 12192000"/>
              <a:gd name="connsiteY79" fmla="*/ 1619451 h 2237474"/>
              <a:gd name="connsiteX80" fmla="*/ 6999084 w 12192000"/>
              <a:gd name="connsiteY80" fmla="*/ 1634317 h 2237474"/>
              <a:gd name="connsiteX81" fmla="*/ 6992107 w 12192000"/>
              <a:gd name="connsiteY81" fmla="*/ 1636860 h 2237474"/>
              <a:gd name="connsiteX82" fmla="*/ 6991765 w 12192000"/>
              <a:gd name="connsiteY82" fmla="*/ 1636725 h 2237474"/>
              <a:gd name="connsiteX83" fmla="*/ 6900177 w 12192000"/>
              <a:gd name="connsiteY83" fmla="*/ 1636016 h 2237474"/>
              <a:gd name="connsiteX84" fmla="*/ 6795372 w 12192000"/>
              <a:gd name="connsiteY84" fmla="*/ 1644845 h 2237474"/>
              <a:gd name="connsiteX85" fmla="*/ 6692251 w 12192000"/>
              <a:gd name="connsiteY85" fmla="*/ 1656357 h 2237474"/>
              <a:gd name="connsiteX86" fmla="*/ 6655235 w 12192000"/>
              <a:gd name="connsiteY86" fmla="*/ 1661869 h 2237474"/>
              <a:gd name="connsiteX87" fmla="*/ 6587857 w 12192000"/>
              <a:gd name="connsiteY87" fmla="*/ 1665769 h 2237474"/>
              <a:gd name="connsiteX88" fmla="*/ 6554894 w 12192000"/>
              <a:gd name="connsiteY88" fmla="*/ 1664428 h 2237474"/>
              <a:gd name="connsiteX89" fmla="*/ 6516595 w 12192000"/>
              <a:gd name="connsiteY89" fmla="*/ 1667475 h 2237474"/>
              <a:gd name="connsiteX90" fmla="*/ 6508541 w 12192000"/>
              <a:gd name="connsiteY90" fmla="*/ 1668757 h 2237474"/>
              <a:gd name="connsiteX91" fmla="*/ 6471012 w 12192000"/>
              <a:gd name="connsiteY91" fmla="*/ 1678604 h 2237474"/>
              <a:gd name="connsiteX92" fmla="*/ 6415265 w 12192000"/>
              <a:gd name="connsiteY92" fmla="*/ 1665317 h 2237474"/>
              <a:gd name="connsiteX93" fmla="*/ 6364035 w 12192000"/>
              <a:gd name="connsiteY93" fmla="*/ 1667683 h 2237474"/>
              <a:gd name="connsiteX94" fmla="*/ 6280959 w 12192000"/>
              <a:gd name="connsiteY94" fmla="*/ 1689329 h 2237474"/>
              <a:gd name="connsiteX95" fmla="*/ 6243319 w 12192000"/>
              <a:gd name="connsiteY95" fmla="*/ 1695560 h 2237474"/>
              <a:gd name="connsiteX96" fmla="*/ 6098321 w 12192000"/>
              <a:gd name="connsiteY96" fmla="*/ 1721646 h 2237474"/>
              <a:gd name="connsiteX97" fmla="*/ 5880652 w 12192000"/>
              <a:gd name="connsiteY97" fmla="*/ 1779643 h 2237474"/>
              <a:gd name="connsiteX98" fmla="*/ 5785959 w 12192000"/>
              <a:gd name="connsiteY98" fmla="*/ 1775307 h 2237474"/>
              <a:gd name="connsiteX99" fmla="*/ 5643534 w 12192000"/>
              <a:gd name="connsiteY99" fmla="*/ 1802919 h 2237474"/>
              <a:gd name="connsiteX100" fmla="*/ 5518799 w 12192000"/>
              <a:gd name="connsiteY100" fmla="*/ 1818312 h 2237474"/>
              <a:gd name="connsiteX101" fmla="*/ 5505014 w 12192000"/>
              <a:gd name="connsiteY101" fmla="*/ 1819259 h 2237474"/>
              <a:gd name="connsiteX102" fmla="*/ 5453307 w 12192000"/>
              <a:gd name="connsiteY102" fmla="*/ 1815450 h 2237474"/>
              <a:gd name="connsiteX103" fmla="*/ 5364192 w 12192000"/>
              <a:gd name="connsiteY103" fmla="*/ 1826074 h 2237474"/>
              <a:gd name="connsiteX104" fmla="*/ 5350380 w 12192000"/>
              <a:gd name="connsiteY104" fmla="*/ 1830891 h 2237474"/>
              <a:gd name="connsiteX105" fmla="*/ 5259633 w 12192000"/>
              <a:gd name="connsiteY105" fmla="*/ 1837160 h 2237474"/>
              <a:gd name="connsiteX106" fmla="*/ 5197513 w 12192000"/>
              <a:gd name="connsiteY106" fmla="*/ 1844718 h 2237474"/>
              <a:gd name="connsiteX107" fmla="*/ 5168852 w 12192000"/>
              <a:gd name="connsiteY107" fmla="*/ 1844846 h 2237474"/>
              <a:gd name="connsiteX108" fmla="*/ 5114927 w 12192000"/>
              <a:gd name="connsiteY108" fmla="*/ 1847827 h 2237474"/>
              <a:gd name="connsiteX109" fmla="*/ 5108970 w 12192000"/>
              <a:gd name="connsiteY109" fmla="*/ 1847935 h 2237474"/>
              <a:gd name="connsiteX110" fmla="*/ 5067961 w 12192000"/>
              <a:gd name="connsiteY110" fmla="*/ 1845917 h 2237474"/>
              <a:gd name="connsiteX111" fmla="*/ 5007075 w 12192000"/>
              <a:gd name="connsiteY111" fmla="*/ 1838626 h 2237474"/>
              <a:gd name="connsiteX112" fmla="*/ 4944087 w 12192000"/>
              <a:gd name="connsiteY112" fmla="*/ 1823332 h 2237474"/>
              <a:gd name="connsiteX113" fmla="*/ 4907662 w 12192000"/>
              <a:gd name="connsiteY113" fmla="*/ 1816900 h 2237474"/>
              <a:gd name="connsiteX114" fmla="*/ 4882386 w 12192000"/>
              <a:gd name="connsiteY114" fmla="*/ 1809844 h 2237474"/>
              <a:gd name="connsiteX115" fmla="*/ 4811440 w 12192000"/>
              <a:gd name="connsiteY115" fmla="*/ 1804655 h 2237474"/>
              <a:gd name="connsiteX116" fmla="*/ 4691075 w 12192000"/>
              <a:gd name="connsiteY116" fmla="*/ 1801389 h 2237474"/>
              <a:gd name="connsiteX117" fmla="*/ 4611738 w 12192000"/>
              <a:gd name="connsiteY117" fmla="*/ 1776964 h 2237474"/>
              <a:gd name="connsiteX118" fmla="*/ 4560070 w 12192000"/>
              <a:gd name="connsiteY118" fmla="*/ 1785640 h 2237474"/>
              <a:gd name="connsiteX119" fmla="*/ 4536503 w 12192000"/>
              <a:gd name="connsiteY119" fmla="*/ 1785334 h 2237474"/>
              <a:gd name="connsiteX120" fmla="*/ 4513724 w 12192000"/>
              <a:gd name="connsiteY120" fmla="*/ 1791996 h 2237474"/>
              <a:gd name="connsiteX121" fmla="*/ 4459810 w 12192000"/>
              <a:gd name="connsiteY121" fmla="*/ 1797886 h 2237474"/>
              <a:gd name="connsiteX122" fmla="*/ 4379064 w 12192000"/>
              <a:gd name="connsiteY122" fmla="*/ 1817177 h 2237474"/>
              <a:gd name="connsiteX123" fmla="*/ 4319209 w 12192000"/>
              <a:gd name="connsiteY123" fmla="*/ 1834833 h 2237474"/>
              <a:gd name="connsiteX124" fmla="*/ 4290981 w 12192000"/>
              <a:gd name="connsiteY124" fmla="*/ 1839677 h 2237474"/>
              <a:gd name="connsiteX125" fmla="*/ 4285792 w 12192000"/>
              <a:gd name="connsiteY125" fmla="*/ 1836231 h 2237474"/>
              <a:gd name="connsiteX126" fmla="*/ 4238372 w 12192000"/>
              <a:gd name="connsiteY126" fmla="*/ 1851480 h 2237474"/>
              <a:gd name="connsiteX127" fmla="*/ 4232517 w 12192000"/>
              <a:gd name="connsiteY127" fmla="*/ 1852567 h 2237474"/>
              <a:gd name="connsiteX128" fmla="*/ 4191732 w 12192000"/>
              <a:gd name="connsiteY128" fmla="*/ 1857328 h 2237474"/>
              <a:gd name="connsiteX129" fmla="*/ 4065532 w 12192000"/>
              <a:gd name="connsiteY129" fmla="*/ 1855477 h 2237474"/>
              <a:gd name="connsiteX130" fmla="*/ 4028460 w 12192000"/>
              <a:gd name="connsiteY130" fmla="*/ 1855137 h 2237474"/>
              <a:gd name="connsiteX131" fmla="*/ 4002267 w 12192000"/>
              <a:gd name="connsiteY131" fmla="*/ 1852352 h 2237474"/>
              <a:gd name="connsiteX132" fmla="*/ 3931396 w 12192000"/>
              <a:gd name="connsiteY132" fmla="*/ 1858915 h 2237474"/>
              <a:gd name="connsiteX133" fmla="*/ 3812162 w 12192000"/>
              <a:gd name="connsiteY133" fmla="*/ 1875501 h 2237474"/>
              <a:gd name="connsiteX134" fmla="*/ 3729530 w 12192000"/>
              <a:gd name="connsiteY134" fmla="*/ 1864513 h 2237474"/>
              <a:gd name="connsiteX135" fmla="*/ 3680177 w 12192000"/>
              <a:gd name="connsiteY135" fmla="*/ 1881552 h 2237474"/>
              <a:gd name="connsiteX136" fmla="*/ 3567259 w 12192000"/>
              <a:gd name="connsiteY136" fmla="*/ 1893482 h 2237474"/>
              <a:gd name="connsiteX137" fmla="*/ 3405770 w 12192000"/>
              <a:gd name="connsiteY137" fmla="*/ 1904591 h 2237474"/>
              <a:gd name="connsiteX138" fmla="*/ 3280097 w 12192000"/>
              <a:gd name="connsiteY138" fmla="*/ 1919610 h 2237474"/>
              <a:gd name="connsiteX139" fmla="*/ 3123424 w 12192000"/>
              <a:gd name="connsiteY139" fmla="*/ 1952930 h 2237474"/>
              <a:gd name="connsiteX140" fmla="*/ 3009910 w 12192000"/>
              <a:gd name="connsiteY140" fmla="*/ 1957866 h 2237474"/>
              <a:gd name="connsiteX141" fmla="*/ 2995934 w 12192000"/>
              <a:gd name="connsiteY141" fmla="*/ 1967085 h 2237474"/>
              <a:gd name="connsiteX142" fmla="*/ 2980071 w 12192000"/>
              <a:gd name="connsiteY142" fmla="*/ 1972988 h 2237474"/>
              <a:gd name="connsiteX143" fmla="*/ 2978094 w 12192000"/>
              <a:gd name="connsiteY143" fmla="*/ 1972369 h 2237474"/>
              <a:gd name="connsiteX144" fmla="*/ 2942858 w 12192000"/>
              <a:gd name="connsiteY144" fmla="*/ 1981367 h 2237474"/>
              <a:gd name="connsiteX145" fmla="*/ 2875436 w 12192000"/>
              <a:gd name="connsiteY145" fmla="*/ 1996977 h 2237474"/>
              <a:gd name="connsiteX146" fmla="*/ 2874892 w 12192000"/>
              <a:gd name="connsiteY146" fmla="*/ 1996085 h 2237474"/>
              <a:gd name="connsiteX147" fmla="*/ 2864145 w 12192000"/>
              <a:gd name="connsiteY147" fmla="*/ 1994061 h 2237474"/>
              <a:gd name="connsiteX148" fmla="*/ 2843662 w 12192000"/>
              <a:gd name="connsiteY148" fmla="*/ 1992498 h 2237474"/>
              <a:gd name="connsiteX149" fmla="*/ 2796128 w 12192000"/>
              <a:gd name="connsiteY149" fmla="*/ 1976403 h 2237474"/>
              <a:gd name="connsiteX150" fmla="*/ 2756784 w 12192000"/>
              <a:gd name="connsiteY150" fmla="*/ 1985116 h 2237474"/>
              <a:gd name="connsiteX151" fmla="*/ 2748833 w 12192000"/>
              <a:gd name="connsiteY151" fmla="*/ 1986323 h 2237474"/>
              <a:gd name="connsiteX152" fmla="*/ 2748661 w 12192000"/>
              <a:gd name="connsiteY152" fmla="*/ 1986122 h 2237474"/>
              <a:gd name="connsiteX153" fmla="*/ 2740251 w 12192000"/>
              <a:gd name="connsiteY153" fmla="*/ 1986946 h 2237474"/>
              <a:gd name="connsiteX154" fmla="*/ 2718916 w 12192000"/>
              <a:gd name="connsiteY154" fmla="*/ 1990867 h 2237474"/>
              <a:gd name="connsiteX155" fmla="*/ 2713522 w 12192000"/>
              <a:gd name="connsiteY155" fmla="*/ 1990173 h 2237474"/>
              <a:gd name="connsiteX156" fmla="*/ 2680597 w 12192000"/>
              <a:gd name="connsiteY156" fmla="*/ 1984996 h 2237474"/>
              <a:gd name="connsiteX157" fmla="*/ 2578178 w 12192000"/>
              <a:gd name="connsiteY157" fmla="*/ 1990531 h 2237474"/>
              <a:gd name="connsiteX158" fmla="*/ 2476147 w 12192000"/>
              <a:gd name="connsiteY158" fmla="*/ 1998305 h 2237474"/>
              <a:gd name="connsiteX159" fmla="*/ 2373568 w 12192000"/>
              <a:gd name="connsiteY159" fmla="*/ 2003219 h 2237474"/>
              <a:gd name="connsiteX160" fmla="*/ 2321399 w 12192000"/>
              <a:gd name="connsiteY160" fmla="*/ 1989467 h 2237474"/>
              <a:gd name="connsiteX161" fmla="*/ 2315525 w 12192000"/>
              <a:gd name="connsiteY161" fmla="*/ 1989708 h 2237474"/>
              <a:gd name="connsiteX162" fmla="*/ 2300792 w 12192000"/>
              <a:gd name="connsiteY162" fmla="*/ 1994290 h 2237474"/>
              <a:gd name="connsiteX163" fmla="*/ 2295469 w 12192000"/>
              <a:gd name="connsiteY163" fmla="*/ 1996659 h 2237474"/>
              <a:gd name="connsiteX164" fmla="*/ 2287219 w 12192000"/>
              <a:gd name="connsiteY164" fmla="*/ 1998750 h 2237474"/>
              <a:gd name="connsiteX165" fmla="*/ 2286948 w 12192000"/>
              <a:gd name="connsiteY165" fmla="*/ 1998596 h 2237474"/>
              <a:gd name="connsiteX166" fmla="*/ 2243069 w 12192000"/>
              <a:gd name="connsiteY166" fmla="*/ 2015111 h 2237474"/>
              <a:gd name="connsiteX167" fmla="*/ 2186609 w 12192000"/>
              <a:gd name="connsiteY167" fmla="*/ 2008263 h 2237474"/>
              <a:gd name="connsiteX168" fmla="*/ 2164831 w 12192000"/>
              <a:gd name="connsiteY168" fmla="*/ 2010143 h 2237474"/>
              <a:gd name="connsiteX169" fmla="*/ 2152836 w 12192000"/>
              <a:gd name="connsiteY169" fmla="*/ 2010048 h 2237474"/>
              <a:gd name="connsiteX170" fmla="*/ 2117102 w 12192000"/>
              <a:gd name="connsiteY170" fmla="*/ 2023004 h 2237474"/>
              <a:gd name="connsiteX171" fmla="*/ 2111935 w 12192000"/>
              <a:gd name="connsiteY171" fmla="*/ 2023163 h 2237474"/>
              <a:gd name="connsiteX172" fmla="*/ 2089991 w 12192000"/>
              <a:gd name="connsiteY172" fmla="*/ 2034193 h 2237474"/>
              <a:gd name="connsiteX173" fmla="*/ 2058061 w 12192000"/>
              <a:gd name="connsiteY173" fmla="*/ 2047942 h 2237474"/>
              <a:gd name="connsiteX174" fmla="*/ 2055737 w 12192000"/>
              <a:gd name="connsiteY174" fmla="*/ 2047704 h 2237474"/>
              <a:gd name="connsiteX175" fmla="*/ 2042244 w 12192000"/>
              <a:gd name="connsiteY175" fmla="*/ 2055560 h 2237474"/>
              <a:gd name="connsiteX176" fmla="*/ 1976224 w 12192000"/>
              <a:gd name="connsiteY176" fmla="*/ 2074257 h 2237474"/>
              <a:gd name="connsiteX177" fmla="*/ 1877728 w 12192000"/>
              <a:gd name="connsiteY177" fmla="*/ 2101004 h 2237474"/>
              <a:gd name="connsiteX178" fmla="*/ 1759056 w 12192000"/>
              <a:gd name="connsiteY178" fmla="*/ 2125608 h 2237474"/>
              <a:gd name="connsiteX179" fmla="*/ 1637948 w 12192000"/>
              <a:gd name="connsiteY179" fmla="*/ 2172597 h 2237474"/>
              <a:gd name="connsiteX180" fmla="*/ 1434549 w 12192000"/>
              <a:gd name="connsiteY180" fmla="*/ 2234522 h 2237474"/>
              <a:gd name="connsiteX181" fmla="*/ 1398481 w 12192000"/>
              <a:gd name="connsiteY181" fmla="*/ 2237074 h 2237474"/>
              <a:gd name="connsiteX182" fmla="*/ 1398407 w 12192000"/>
              <a:gd name="connsiteY182" fmla="*/ 2237095 h 2237474"/>
              <a:gd name="connsiteX183" fmla="*/ 1370962 w 12192000"/>
              <a:gd name="connsiteY183" fmla="*/ 2237474 h 2237474"/>
              <a:gd name="connsiteX184" fmla="*/ 1356367 w 12192000"/>
              <a:gd name="connsiteY184" fmla="*/ 2235089 h 2237474"/>
              <a:gd name="connsiteX185" fmla="*/ 1324828 w 12192000"/>
              <a:gd name="connsiteY185" fmla="*/ 2231968 h 2237474"/>
              <a:gd name="connsiteX186" fmla="*/ 1297744 w 12192000"/>
              <a:gd name="connsiteY186" fmla="*/ 2235849 h 2237474"/>
              <a:gd name="connsiteX187" fmla="*/ 1286236 w 12192000"/>
              <a:gd name="connsiteY187" fmla="*/ 2233135 h 2237474"/>
              <a:gd name="connsiteX188" fmla="*/ 1283504 w 12192000"/>
              <a:gd name="connsiteY188" fmla="*/ 2233797 h 2237474"/>
              <a:gd name="connsiteX189" fmla="*/ 1279765 w 12192000"/>
              <a:gd name="connsiteY189" fmla="*/ 2229639 h 2237474"/>
              <a:gd name="connsiteX190" fmla="*/ 1195347 w 12192000"/>
              <a:gd name="connsiteY190" fmla="*/ 2212354 h 2237474"/>
              <a:gd name="connsiteX191" fmla="*/ 970251 w 12192000"/>
              <a:gd name="connsiteY191" fmla="*/ 2221029 h 2237474"/>
              <a:gd name="connsiteX192" fmla="*/ 812914 w 12192000"/>
              <a:gd name="connsiteY192" fmla="*/ 2202752 h 2237474"/>
              <a:gd name="connsiteX193" fmla="*/ 800195 w 12192000"/>
              <a:gd name="connsiteY193" fmla="*/ 2209407 h 2237474"/>
              <a:gd name="connsiteX194" fmla="*/ 784978 w 12192000"/>
              <a:gd name="connsiteY194" fmla="*/ 2212360 h 2237474"/>
              <a:gd name="connsiteX195" fmla="*/ 681987 w 12192000"/>
              <a:gd name="connsiteY195" fmla="*/ 2216757 h 2237474"/>
              <a:gd name="connsiteX196" fmla="*/ 669923 w 12192000"/>
              <a:gd name="connsiteY196" fmla="*/ 2211682 h 2237474"/>
              <a:gd name="connsiteX197" fmla="*/ 648680 w 12192000"/>
              <a:gd name="connsiteY197" fmla="*/ 2206229 h 2237474"/>
              <a:gd name="connsiteX198" fmla="*/ 597225 w 12192000"/>
              <a:gd name="connsiteY198" fmla="*/ 2180999 h 2237474"/>
              <a:gd name="connsiteX199" fmla="*/ 558449 w 12192000"/>
              <a:gd name="connsiteY199" fmla="*/ 2182346 h 2237474"/>
              <a:gd name="connsiteX200" fmla="*/ 550517 w 12192000"/>
              <a:gd name="connsiteY200" fmla="*/ 2182060 h 2237474"/>
              <a:gd name="connsiteX201" fmla="*/ 550309 w 12192000"/>
              <a:gd name="connsiteY201" fmla="*/ 2181825 h 2237474"/>
              <a:gd name="connsiteX202" fmla="*/ 541836 w 12192000"/>
              <a:gd name="connsiteY202" fmla="*/ 2181063 h 2237474"/>
              <a:gd name="connsiteX203" fmla="*/ 536057 w 12192000"/>
              <a:gd name="connsiteY203" fmla="*/ 2181537 h 2237474"/>
              <a:gd name="connsiteX204" fmla="*/ 520671 w 12192000"/>
              <a:gd name="connsiteY204" fmla="*/ 2180980 h 2237474"/>
              <a:gd name="connsiteX205" fmla="*/ 515024 w 12192000"/>
              <a:gd name="connsiteY205" fmla="*/ 2179258 h 2237474"/>
              <a:gd name="connsiteX206" fmla="*/ 512278 w 12192000"/>
              <a:gd name="connsiteY206" fmla="*/ 2176369 h 2237474"/>
              <a:gd name="connsiteX207" fmla="*/ 480419 w 12192000"/>
              <a:gd name="connsiteY207" fmla="*/ 2167807 h 2237474"/>
              <a:gd name="connsiteX208" fmla="*/ 413835 w 12192000"/>
              <a:gd name="connsiteY208" fmla="*/ 2156783 h 2237474"/>
              <a:gd name="connsiteX209" fmla="*/ 376513 w 12192000"/>
              <a:gd name="connsiteY209" fmla="*/ 2154014 h 2237474"/>
              <a:gd name="connsiteX210" fmla="*/ 273386 w 12192000"/>
              <a:gd name="connsiteY210" fmla="*/ 2142551 h 2237474"/>
              <a:gd name="connsiteX211" fmla="*/ 169207 w 12192000"/>
              <a:gd name="connsiteY211" fmla="*/ 2128100 h 2237474"/>
              <a:gd name="connsiteX212" fmla="*/ 93149 w 12192000"/>
              <a:gd name="connsiteY212" fmla="*/ 2105324 h 2237474"/>
              <a:gd name="connsiteX213" fmla="*/ 88109 w 12192000"/>
              <a:gd name="connsiteY213" fmla="*/ 2106704 h 2237474"/>
              <a:gd name="connsiteX214" fmla="*/ 80022 w 12192000"/>
              <a:gd name="connsiteY214" fmla="*/ 2107254 h 2237474"/>
              <a:gd name="connsiteX215" fmla="*/ 79717 w 12192000"/>
              <a:gd name="connsiteY215" fmla="*/ 2107046 h 2237474"/>
              <a:gd name="connsiteX216" fmla="*/ 72352 w 12192000"/>
              <a:gd name="connsiteY216" fmla="*/ 2107991 h 2237474"/>
              <a:gd name="connsiteX217" fmla="*/ 37645 w 12192000"/>
              <a:gd name="connsiteY217" fmla="*/ 2115401 h 2237474"/>
              <a:gd name="connsiteX218" fmla="*/ 4572 w 12192000"/>
              <a:gd name="connsiteY218" fmla="*/ 2111091 h 2237474"/>
              <a:gd name="connsiteX219" fmla="*/ 0 w 12192000"/>
              <a:gd name="connsiteY219" fmla="*/ 2110468 h 2237474"/>
              <a:gd name="connsiteX220" fmla="*/ 0 w 12192000"/>
              <a:gd name="connsiteY220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00499 w 12192000"/>
              <a:gd name="connsiteY34" fmla="*/ 954680 h 2237474"/>
              <a:gd name="connsiteX35" fmla="*/ 9428195 w 12192000"/>
              <a:gd name="connsiteY35" fmla="*/ 986225 h 2237474"/>
              <a:gd name="connsiteX36" fmla="*/ 9410017 w 12192000"/>
              <a:gd name="connsiteY36" fmla="*/ 993931 h 2237474"/>
              <a:gd name="connsiteX37" fmla="*/ 9392919 w 12192000"/>
              <a:gd name="connsiteY37" fmla="*/ 994656 h 2237474"/>
              <a:gd name="connsiteX38" fmla="*/ 9278619 w 12192000"/>
              <a:gd name="connsiteY38" fmla="*/ 1011878 h 2237474"/>
              <a:gd name="connsiteX39" fmla="*/ 9268019 w 12192000"/>
              <a:gd name="connsiteY39" fmla="*/ 1007442 h 2237474"/>
              <a:gd name="connsiteX40" fmla="*/ 9234662 w 12192000"/>
              <a:gd name="connsiteY40" fmla="*/ 1023056 h 2237474"/>
              <a:gd name="connsiteX41" fmla="*/ 9181033 w 12192000"/>
              <a:gd name="connsiteY41" fmla="*/ 1037921 h 2237474"/>
              <a:gd name="connsiteX42" fmla="*/ 9155969 w 12192000"/>
              <a:gd name="connsiteY42" fmla="*/ 1046804 h 2237474"/>
              <a:gd name="connsiteX43" fmla="*/ 9133985 w 12192000"/>
              <a:gd name="connsiteY43" fmla="*/ 1046450 h 2237474"/>
              <a:gd name="connsiteX44" fmla="*/ 9012987 w 12192000"/>
              <a:gd name="connsiteY44" fmla="*/ 1061986 h 2237474"/>
              <a:gd name="connsiteX45" fmla="*/ 8968445 w 12192000"/>
              <a:gd name="connsiteY45" fmla="*/ 1052169 h 2237474"/>
              <a:gd name="connsiteX46" fmla="*/ 8958984 w 12192000"/>
              <a:gd name="connsiteY46" fmla="*/ 1057212 h 2237474"/>
              <a:gd name="connsiteX47" fmla="*/ 8886001 w 12192000"/>
              <a:gd name="connsiteY47" fmla="*/ 1067468 h 2237474"/>
              <a:gd name="connsiteX48" fmla="*/ 8838610 w 12192000"/>
              <a:gd name="connsiteY48" fmla="*/ 1075091 h 2237474"/>
              <a:gd name="connsiteX49" fmla="*/ 8750383 w 12192000"/>
              <a:gd name="connsiteY49" fmla="*/ 1097387 h 2237474"/>
              <a:gd name="connsiteX50" fmla="*/ 8697365 w 12192000"/>
              <a:gd name="connsiteY50" fmla="*/ 1105869 h 2237474"/>
              <a:gd name="connsiteX51" fmla="*/ 8665605 w 12192000"/>
              <a:gd name="connsiteY51" fmla="*/ 1110791 h 2237474"/>
              <a:gd name="connsiteX52" fmla="*/ 8584946 w 12192000"/>
              <a:gd name="connsiteY52" fmla="*/ 1135226 h 2237474"/>
              <a:gd name="connsiteX53" fmla="*/ 8460755 w 12192000"/>
              <a:gd name="connsiteY53" fmla="*/ 1203427 h 2237474"/>
              <a:gd name="connsiteX54" fmla="*/ 8419755 w 12192000"/>
              <a:gd name="connsiteY54" fmla="*/ 1216260 h 2237474"/>
              <a:gd name="connsiteX55" fmla="*/ 8411626 w 12192000"/>
              <a:gd name="connsiteY55" fmla="*/ 1214397 h 2237474"/>
              <a:gd name="connsiteX56" fmla="*/ 8363469 w 12192000"/>
              <a:gd name="connsiteY56" fmla="*/ 1246658 h 2237474"/>
              <a:gd name="connsiteX57" fmla="*/ 8275497 w 12192000"/>
              <a:gd name="connsiteY57" fmla="*/ 1264396 h 2237474"/>
              <a:gd name="connsiteX58" fmla="*/ 8206287 w 12192000"/>
              <a:gd name="connsiteY58" fmla="*/ 1273060 h 2237474"/>
              <a:gd name="connsiteX59" fmla="*/ 8168705 w 12192000"/>
              <a:gd name="connsiteY59" fmla="*/ 1279956 h 2237474"/>
              <a:gd name="connsiteX60" fmla="*/ 8139997 w 12192000"/>
              <a:gd name="connsiteY60" fmla="*/ 1282713 h 2237474"/>
              <a:gd name="connsiteX61" fmla="*/ 8074238 w 12192000"/>
              <a:gd name="connsiteY61" fmla="*/ 1301895 h 2237474"/>
              <a:gd name="connsiteX62" fmla="*/ 7968292 w 12192000"/>
              <a:gd name="connsiteY62" fmla="*/ 1338779 h 2237474"/>
              <a:gd name="connsiteX63" fmla="*/ 7945122 w 12192000"/>
              <a:gd name="connsiteY63" fmla="*/ 1345477 h 2237474"/>
              <a:gd name="connsiteX64" fmla="*/ 7902328 w 12192000"/>
              <a:gd name="connsiteY64" fmla="*/ 1345865 h 2237474"/>
              <a:gd name="connsiteX65" fmla="*/ 7875879 w 12192000"/>
              <a:gd name="connsiteY65" fmla="*/ 1345646 h 2237474"/>
              <a:gd name="connsiteX66" fmla="*/ 7840612 w 12192000"/>
              <a:gd name="connsiteY66" fmla="*/ 1369373 h 2237474"/>
              <a:gd name="connsiteX67" fmla="*/ 7786819 w 12192000"/>
              <a:gd name="connsiteY67" fmla="*/ 1378970 h 2237474"/>
              <a:gd name="connsiteX68" fmla="*/ 7548172 w 12192000"/>
              <a:gd name="connsiteY68" fmla="*/ 1417460 h 2237474"/>
              <a:gd name="connsiteX69" fmla="*/ 7483437 w 12192000"/>
              <a:gd name="connsiteY69" fmla="*/ 1478152 h 2237474"/>
              <a:gd name="connsiteX70" fmla="*/ 7377870 w 12192000"/>
              <a:gd name="connsiteY70" fmla="*/ 1523319 h 2237474"/>
              <a:gd name="connsiteX71" fmla="*/ 7230737 w 12192000"/>
              <a:gd name="connsiteY71" fmla="*/ 1562633 h 2237474"/>
              <a:gd name="connsiteX72" fmla="*/ 7224458 w 12192000"/>
              <a:gd name="connsiteY72" fmla="*/ 1573008 h 2237474"/>
              <a:gd name="connsiteX73" fmla="*/ 7213486 w 12192000"/>
              <a:gd name="connsiteY73" fmla="*/ 1580987 h 2237474"/>
              <a:gd name="connsiteX74" fmla="*/ 7183121 w 12192000"/>
              <a:gd name="connsiteY74" fmla="*/ 1595162 h 2237474"/>
              <a:gd name="connsiteX75" fmla="*/ 7164601 w 12192000"/>
              <a:gd name="connsiteY75" fmla="*/ 1606490 h 2237474"/>
              <a:gd name="connsiteX76" fmla="*/ 7114651 w 12192000"/>
              <a:gd name="connsiteY76" fmla="*/ 1620959 h 2237474"/>
              <a:gd name="connsiteX77" fmla="*/ 7092727 w 12192000"/>
              <a:gd name="connsiteY77" fmla="*/ 1623628 h 2237474"/>
              <a:gd name="connsiteX78" fmla="*/ 7031309 w 12192000"/>
              <a:gd name="connsiteY78" fmla="*/ 1619451 h 2237474"/>
              <a:gd name="connsiteX79" fmla="*/ 6999084 w 12192000"/>
              <a:gd name="connsiteY79" fmla="*/ 1634317 h 2237474"/>
              <a:gd name="connsiteX80" fmla="*/ 6992107 w 12192000"/>
              <a:gd name="connsiteY80" fmla="*/ 1636860 h 2237474"/>
              <a:gd name="connsiteX81" fmla="*/ 6991765 w 12192000"/>
              <a:gd name="connsiteY81" fmla="*/ 1636725 h 2237474"/>
              <a:gd name="connsiteX82" fmla="*/ 6900177 w 12192000"/>
              <a:gd name="connsiteY82" fmla="*/ 1636016 h 2237474"/>
              <a:gd name="connsiteX83" fmla="*/ 6795372 w 12192000"/>
              <a:gd name="connsiteY83" fmla="*/ 1644845 h 2237474"/>
              <a:gd name="connsiteX84" fmla="*/ 6692251 w 12192000"/>
              <a:gd name="connsiteY84" fmla="*/ 1656357 h 2237474"/>
              <a:gd name="connsiteX85" fmla="*/ 6655235 w 12192000"/>
              <a:gd name="connsiteY85" fmla="*/ 1661869 h 2237474"/>
              <a:gd name="connsiteX86" fmla="*/ 6587857 w 12192000"/>
              <a:gd name="connsiteY86" fmla="*/ 1665769 h 2237474"/>
              <a:gd name="connsiteX87" fmla="*/ 6554894 w 12192000"/>
              <a:gd name="connsiteY87" fmla="*/ 1664428 h 2237474"/>
              <a:gd name="connsiteX88" fmla="*/ 6516595 w 12192000"/>
              <a:gd name="connsiteY88" fmla="*/ 1667475 h 2237474"/>
              <a:gd name="connsiteX89" fmla="*/ 6508541 w 12192000"/>
              <a:gd name="connsiteY89" fmla="*/ 1668757 h 2237474"/>
              <a:gd name="connsiteX90" fmla="*/ 6471012 w 12192000"/>
              <a:gd name="connsiteY90" fmla="*/ 1678604 h 2237474"/>
              <a:gd name="connsiteX91" fmla="*/ 6415265 w 12192000"/>
              <a:gd name="connsiteY91" fmla="*/ 1665317 h 2237474"/>
              <a:gd name="connsiteX92" fmla="*/ 6364035 w 12192000"/>
              <a:gd name="connsiteY92" fmla="*/ 1667683 h 2237474"/>
              <a:gd name="connsiteX93" fmla="*/ 6280959 w 12192000"/>
              <a:gd name="connsiteY93" fmla="*/ 1689329 h 2237474"/>
              <a:gd name="connsiteX94" fmla="*/ 6243319 w 12192000"/>
              <a:gd name="connsiteY94" fmla="*/ 1695560 h 2237474"/>
              <a:gd name="connsiteX95" fmla="*/ 6098321 w 12192000"/>
              <a:gd name="connsiteY95" fmla="*/ 1721646 h 2237474"/>
              <a:gd name="connsiteX96" fmla="*/ 5880652 w 12192000"/>
              <a:gd name="connsiteY96" fmla="*/ 1779643 h 2237474"/>
              <a:gd name="connsiteX97" fmla="*/ 5785959 w 12192000"/>
              <a:gd name="connsiteY97" fmla="*/ 1775307 h 2237474"/>
              <a:gd name="connsiteX98" fmla="*/ 5643534 w 12192000"/>
              <a:gd name="connsiteY98" fmla="*/ 1802919 h 2237474"/>
              <a:gd name="connsiteX99" fmla="*/ 5518799 w 12192000"/>
              <a:gd name="connsiteY99" fmla="*/ 1818312 h 2237474"/>
              <a:gd name="connsiteX100" fmla="*/ 5505014 w 12192000"/>
              <a:gd name="connsiteY100" fmla="*/ 1819259 h 2237474"/>
              <a:gd name="connsiteX101" fmla="*/ 5453307 w 12192000"/>
              <a:gd name="connsiteY101" fmla="*/ 1815450 h 2237474"/>
              <a:gd name="connsiteX102" fmla="*/ 5364192 w 12192000"/>
              <a:gd name="connsiteY102" fmla="*/ 1826074 h 2237474"/>
              <a:gd name="connsiteX103" fmla="*/ 5350380 w 12192000"/>
              <a:gd name="connsiteY103" fmla="*/ 1830891 h 2237474"/>
              <a:gd name="connsiteX104" fmla="*/ 5259633 w 12192000"/>
              <a:gd name="connsiteY104" fmla="*/ 1837160 h 2237474"/>
              <a:gd name="connsiteX105" fmla="*/ 5197513 w 12192000"/>
              <a:gd name="connsiteY105" fmla="*/ 1844718 h 2237474"/>
              <a:gd name="connsiteX106" fmla="*/ 5168852 w 12192000"/>
              <a:gd name="connsiteY106" fmla="*/ 1844846 h 2237474"/>
              <a:gd name="connsiteX107" fmla="*/ 5114927 w 12192000"/>
              <a:gd name="connsiteY107" fmla="*/ 1847827 h 2237474"/>
              <a:gd name="connsiteX108" fmla="*/ 5108970 w 12192000"/>
              <a:gd name="connsiteY108" fmla="*/ 1847935 h 2237474"/>
              <a:gd name="connsiteX109" fmla="*/ 5067961 w 12192000"/>
              <a:gd name="connsiteY109" fmla="*/ 1845917 h 2237474"/>
              <a:gd name="connsiteX110" fmla="*/ 5007075 w 12192000"/>
              <a:gd name="connsiteY110" fmla="*/ 1838626 h 2237474"/>
              <a:gd name="connsiteX111" fmla="*/ 4944087 w 12192000"/>
              <a:gd name="connsiteY111" fmla="*/ 1823332 h 2237474"/>
              <a:gd name="connsiteX112" fmla="*/ 4907662 w 12192000"/>
              <a:gd name="connsiteY112" fmla="*/ 1816900 h 2237474"/>
              <a:gd name="connsiteX113" fmla="*/ 4882386 w 12192000"/>
              <a:gd name="connsiteY113" fmla="*/ 1809844 h 2237474"/>
              <a:gd name="connsiteX114" fmla="*/ 4811440 w 12192000"/>
              <a:gd name="connsiteY114" fmla="*/ 1804655 h 2237474"/>
              <a:gd name="connsiteX115" fmla="*/ 4691075 w 12192000"/>
              <a:gd name="connsiteY115" fmla="*/ 1801389 h 2237474"/>
              <a:gd name="connsiteX116" fmla="*/ 4611738 w 12192000"/>
              <a:gd name="connsiteY116" fmla="*/ 1776964 h 2237474"/>
              <a:gd name="connsiteX117" fmla="*/ 4560070 w 12192000"/>
              <a:gd name="connsiteY117" fmla="*/ 1785640 h 2237474"/>
              <a:gd name="connsiteX118" fmla="*/ 4536503 w 12192000"/>
              <a:gd name="connsiteY118" fmla="*/ 1785334 h 2237474"/>
              <a:gd name="connsiteX119" fmla="*/ 4513724 w 12192000"/>
              <a:gd name="connsiteY119" fmla="*/ 1791996 h 2237474"/>
              <a:gd name="connsiteX120" fmla="*/ 4459810 w 12192000"/>
              <a:gd name="connsiteY120" fmla="*/ 1797886 h 2237474"/>
              <a:gd name="connsiteX121" fmla="*/ 4379064 w 12192000"/>
              <a:gd name="connsiteY121" fmla="*/ 1817177 h 2237474"/>
              <a:gd name="connsiteX122" fmla="*/ 4319209 w 12192000"/>
              <a:gd name="connsiteY122" fmla="*/ 1834833 h 2237474"/>
              <a:gd name="connsiteX123" fmla="*/ 4290981 w 12192000"/>
              <a:gd name="connsiteY123" fmla="*/ 1839677 h 2237474"/>
              <a:gd name="connsiteX124" fmla="*/ 4285792 w 12192000"/>
              <a:gd name="connsiteY124" fmla="*/ 1836231 h 2237474"/>
              <a:gd name="connsiteX125" fmla="*/ 4238372 w 12192000"/>
              <a:gd name="connsiteY125" fmla="*/ 1851480 h 2237474"/>
              <a:gd name="connsiteX126" fmla="*/ 4232517 w 12192000"/>
              <a:gd name="connsiteY126" fmla="*/ 1852567 h 2237474"/>
              <a:gd name="connsiteX127" fmla="*/ 4191732 w 12192000"/>
              <a:gd name="connsiteY127" fmla="*/ 1857328 h 2237474"/>
              <a:gd name="connsiteX128" fmla="*/ 4065532 w 12192000"/>
              <a:gd name="connsiteY128" fmla="*/ 1855477 h 2237474"/>
              <a:gd name="connsiteX129" fmla="*/ 4028460 w 12192000"/>
              <a:gd name="connsiteY129" fmla="*/ 1855137 h 2237474"/>
              <a:gd name="connsiteX130" fmla="*/ 4002267 w 12192000"/>
              <a:gd name="connsiteY130" fmla="*/ 1852352 h 2237474"/>
              <a:gd name="connsiteX131" fmla="*/ 3931396 w 12192000"/>
              <a:gd name="connsiteY131" fmla="*/ 1858915 h 2237474"/>
              <a:gd name="connsiteX132" fmla="*/ 3812162 w 12192000"/>
              <a:gd name="connsiteY132" fmla="*/ 1875501 h 2237474"/>
              <a:gd name="connsiteX133" fmla="*/ 3729530 w 12192000"/>
              <a:gd name="connsiteY133" fmla="*/ 1864513 h 2237474"/>
              <a:gd name="connsiteX134" fmla="*/ 3680177 w 12192000"/>
              <a:gd name="connsiteY134" fmla="*/ 1881552 h 2237474"/>
              <a:gd name="connsiteX135" fmla="*/ 3567259 w 12192000"/>
              <a:gd name="connsiteY135" fmla="*/ 1893482 h 2237474"/>
              <a:gd name="connsiteX136" fmla="*/ 3405770 w 12192000"/>
              <a:gd name="connsiteY136" fmla="*/ 1904591 h 2237474"/>
              <a:gd name="connsiteX137" fmla="*/ 3280097 w 12192000"/>
              <a:gd name="connsiteY137" fmla="*/ 1919610 h 2237474"/>
              <a:gd name="connsiteX138" fmla="*/ 3123424 w 12192000"/>
              <a:gd name="connsiteY138" fmla="*/ 1952930 h 2237474"/>
              <a:gd name="connsiteX139" fmla="*/ 3009910 w 12192000"/>
              <a:gd name="connsiteY139" fmla="*/ 1957866 h 2237474"/>
              <a:gd name="connsiteX140" fmla="*/ 2995934 w 12192000"/>
              <a:gd name="connsiteY140" fmla="*/ 1967085 h 2237474"/>
              <a:gd name="connsiteX141" fmla="*/ 2980071 w 12192000"/>
              <a:gd name="connsiteY141" fmla="*/ 1972988 h 2237474"/>
              <a:gd name="connsiteX142" fmla="*/ 2978094 w 12192000"/>
              <a:gd name="connsiteY142" fmla="*/ 1972369 h 2237474"/>
              <a:gd name="connsiteX143" fmla="*/ 2942858 w 12192000"/>
              <a:gd name="connsiteY143" fmla="*/ 1981367 h 2237474"/>
              <a:gd name="connsiteX144" fmla="*/ 2875436 w 12192000"/>
              <a:gd name="connsiteY144" fmla="*/ 1996977 h 2237474"/>
              <a:gd name="connsiteX145" fmla="*/ 2874892 w 12192000"/>
              <a:gd name="connsiteY145" fmla="*/ 1996085 h 2237474"/>
              <a:gd name="connsiteX146" fmla="*/ 2864145 w 12192000"/>
              <a:gd name="connsiteY146" fmla="*/ 1994061 h 2237474"/>
              <a:gd name="connsiteX147" fmla="*/ 2843662 w 12192000"/>
              <a:gd name="connsiteY147" fmla="*/ 1992498 h 2237474"/>
              <a:gd name="connsiteX148" fmla="*/ 2796128 w 12192000"/>
              <a:gd name="connsiteY148" fmla="*/ 1976403 h 2237474"/>
              <a:gd name="connsiteX149" fmla="*/ 2756784 w 12192000"/>
              <a:gd name="connsiteY149" fmla="*/ 1985116 h 2237474"/>
              <a:gd name="connsiteX150" fmla="*/ 2748833 w 12192000"/>
              <a:gd name="connsiteY150" fmla="*/ 1986323 h 2237474"/>
              <a:gd name="connsiteX151" fmla="*/ 2748661 w 12192000"/>
              <a:gd name="connsiteY151" fmla="*/ 1986122 h 2237474"/>
              <a:gd name="connsiteX152" fmla="*/ 2740251 w 12192000"/>
              <a:gd name="connsiteY152" fmla="*/ 1986946 h 2237474"/>
              <a:gd name="connsiteX153" fmla="*/ 2718916 w 12192000"/>
              <a:gd name="connsiteY153" fmla="*/ 1990867 h 2237474"/>
              <a:gd name="connsiteX154" fmla="*/ 2713522 w 12192000"/>
              <a:gd name="connsiteY154" fmla="*/ 1990173 h 2237474"/>
              <a:gd name="connsiteX155" fmla="*/ 2680597 w 12192000"/>
              <a:gd name="connsiteY155" fmla="*/ 1984996 h 2237474"/>
              <a:gd name="connsiteX156" fmla="*/ 2578178 w 12192000"/>
              <a:gd name="connsiteY156" fmla="*/ 1990531 h 2237474"/>
              <a:gd name="connsiteX157" fmla="*/ 2476147 w 12192000"/>
              <a:gd name="connsiteY157" fmla="*/ 1998305 h 2237474"/>
              <a:gd name="connsiteX158" fmla="*/ 2373568 w 12192000"/>
              <a:gd name="connsiteY158" fmla="*/ 2003219 h 2237474"/>
              <a:gd name="connsiteX159" fmla="*/ 2321399 w 12192000"/>
              <a:gd name="connsiteY159" fmla="*/ 1989467 h 2237474"/>
              <a:gd name="connsiteX160" fmla="*/ 2315525 w 12192000"/>
              <a:gd name="connsiteY160" fmla="*/ 1989708 h 2237474"/>
              <a:gd name="connsiteX161" fmla="*/ 2300792 w 12192000"/>
              <a:gd name="connsiteY161" fmla="*/ 1994290 h 2237474"/>
              <a:gd name="connsiteX162" fmla="*/ 2295469 w 12192000"/>
              <a:gd name="connsiteY162" fmla="*/ 1996659 h 2237474"/>
              <a:gd name="connsiteX163" fmla="*/ 2287219 w 12192000"/>
              <a:gd name="connsiteY163" fmla="*/ 1998750 h 2237474"/>
              <a:gd name="connsiteX164" fmla="*/ 2286948 w 12192000"/>
              <a:gd name="connsiteY164" fmla="*/ 1998596 h 2237474"/>
              <a:gd name="connsiteX165" fmla="*/ 2243069 w 12192000"/>
              <a:gd name="connsiteY165" fmla="*/ 2015111 h 2237474"/>
              <a:gd name="connsiteX166" fmla="*/ 2186609 w 12192000"/>
              <a:gd name="connsiteY166" fmla="*/ 2008263 h 2237474"/>
              <a:gd name="connsiteX167" fmla="*/ 2164831 w 12192000"/>
              <a:gd name="connsiteY167" fmla="*/ 2010143 h 2237474"/>
              <a:gd name="connsiteX168" fmla="*/ 2152836 w 12192000"/>
              <a:gd name="connsiteY168" fmla="*/ 2010048 h 2237474"/>
              <a:gd name="connsiteX169" fmla="*/ 2117102 w 12192000"/>
              <a:gd name="connsiteY169" fmla="*/ 2023004 h 2237474"/>
              <a:gd name="connsiteX170" fmla="*/ 2111935 w 12192000"/>
              <a:gd name="connsiteY170" fmla="*/ 2023163 h 2237474"/>
              <a:gd name="connsiteX171" fmla="*/ 2089991 w 12192000"/>
              <a:gd name="connsiteY171" fmla="*/ 2034193 h 2237474"/>
              <a:gd name="connsiteX172" fmla="*/ 2058061 w 12192000"/>
              <a:gd name="connsiteY172" fmla="*/ 2047942 h 2237474"/>
              <a:gd name="connsiteX173" fmla="*/ 2055737 w 12192000"/>
              <a:gd name="connsiteY173" fmla="*/ 2047704 h 2237474"/>
              <a:gd name="connsiteX174" fmla="*/ 2042244 w 12192000"/>
              <a:gd name="connsiteY174" fmla="*/ 2055560 h 2237474"/>
              <a:gd name="connsiteX175" fmla="*/ 1976224 w 12192000"/>
              <a:gd name="connsiteY175" fmla="*/ 2074257 h 2237474"/>
              <a:gd name="connsiteX176" fmla="*/ 1877728 w 12192000"/>
              <a:gd name="connsiteY176" fmla="*/ 2101004 h 2237474"/>
              <a:gd name="connsiteX177" fmla="*/ 1759056 w 12192000"/>
              <a:gd name="connsiteY177" fmla="*/ 2125608 h 2237474"/>
              <a:gd name="connsiteX178" fmla="*/ 1637948 w 12192000"/>
              <a:gd name="connsiteY178" fmla="*/ 2172597 h 2237474"/>
              <a:gd name="connsiteX179" fmla="*/ 1434549 w 12192000"/>
              <a:gd name="connsiteY179" fmla="*/ 2234522 h 2237474"/>
              <a:gd name="connsiteX180" fmla="*/ 1398481 w 12192000"/>
              <a:gd name="connsiteY180" fmla="*/ 2237074 h 2237474"/>
              <a:gd name="connsiteX181" fmla="*/ 1398407 w 12192000"/>
              <a:gd name="connsiteY181" fmla="*/ 2237095 h 2237474"/>
              <a:gd name="connsiteX182" fmla="*/ 1370962 w 12192000"/>
              <a:gd name="connsiteY182" fmla="*/ 2237474 h 2237474"/>
              <a:gd name="connsiteX183" fmla="*/ 1356367 w 12192000"/>
              <a:gd name="connsiteY183" fmla="*/ 2235089 h 2237474"/>
              <a:gd name="connsiteX184" fmla="*/ 1324828 w 12192000"/>
              <a:gd name="connsiteY184" fmla="*/ 2231968 h 2237474"/>
              <a:gd name="connsiteX185" fmla="*/ 1297744 w 12192000"/>
              <a:gd name="connsiteY185" fmla="*/ 2235849 h 2237474"/>
              <a:gd name="connsiteX186" fmla="*/ 1286236 w 12192000"/>
              <a:gd name="connsiteY186" fmla="*/ 2233135 h 2237474"/>
              <a:gd name="connsiteX187" fmla="*/ 1283504 w 12192000"/>
              <a:gd name="connsiteY187" fmla="*/ 2233797 h 2237474"/>
              <a:gd name="connsiteX188" fmla="*/ 1279765 w 12192000"/>
              <a:gd name="connsiteY188" fmla="*/ 2229639 h 2237474"/>
              <a:gd name="connsiteX189" fmla="*/ 1195347 w 12192000"/>
              <a:gd name="connsiteY189" fmla="*/ 2212354 h 2237474"/>
              <a:gd name="connsiteX190" fmla="*/ 970251 w 12192000"/>
              <a:gd name="connsiteY190" fmla="*/ 2221029 h 2237474"/>
              <a:gd name="connsiteX191" fmla="*/ 812914 w 12192000"/>
              <a:gd name="connsiteY191" fmla="*/ 2202752 h 2237474"/>
              <a:gd name="connsiteX192" fmla="*/ 800195 w 12192000"/>
              <a:gd name="connsiteY192" fmla="*/ 2209407 h 2237474"/>
              <a:gd name="connsiteX193" fmla="*/ 784978 w 12192000"/>
              <a:gd name="connsiteY193" fmla="*/ 2212360 h 2237474"/>
              <a:gd name="connsiteX194" fmla="*/ 681987 w 12192000"/>
              <a:gd name="connsiteY194" fmla="*/ 2216757 h 2237474"/>
              <a:gd name="connsiteX195" fmla="*/ 669923 w 12192000"/>
              <a:gd name="connsiteY195" fmla="*/ 2211682 h 2237474"/>
              <a:gd name="connsiteX196" fmla="*/ 648680 w 12192000"/>
              <a:gd name="connsiteY196" fmla="*/ 2206229 h 2237474"/>
              <a:gd name="connsiteX197" fmla="*/ 597225 w 12192000"/>
              <a:gd name="connsiteY197" fmla="*/ 2180999 h 2237474"/>
              <a:gd name="connsiteX198" fmla="*/ 558449 w 12192000"/>
              <a:gd name="connsiteY198" fmla="*/ 2182346 h 2237474"/>
              <a:gd name="connsiteX199" fmla="*/ 550517 w 12192000"/>
              <a:gd name="connsiteY199" fmla="*/ 2182060 h 2237474"/>
              <a:gd name="connsiteX200" fmla="*/ 550309 w 12192000"/>
              <a:gd name="connsiteY200" fmla="*/ 2181825 h 2237474"/>
              <a:gd name="connsiteX201" fmla="*/ 541836 w 12192000"/>
              <a:gd name="connsiteY201" fmla="*/ 2181063 h 2237474"/>
              <a:gd name="connsiteX202" fmla="*/ 536057 w 12192000"/>
              <a:gd name="connsiteY202" fmla="*/ 2181537 h 2237474"/>
              <a:gd name="connsiteX203" fmla="*/ 520671 w 12192000"/>
              <a:gd name="connsiteY203" fmla="*/ 2180980 h 2237474"/>
              <a:gd name="connsiteX204" fmla="*/ 515024 w 12192000"/>
              <a:gd name="connsiteY204" fmla="*/ 2179258 h 2237474"/>
              <a:gd name="connsiteX205" fmla="*/ 512278 w 12192000"/>
              <a:gd name="connsiteY205" fmla="*/ 2176369 h 2237474"/>
              <a:gd name="connsiteX206" fmla="*/ 480419 w 12192000"/>
              <a:gd name="connsiteY206" fmla="*/ 2167807 h 2237474"/>
              <a:gd name="connsiteX207" fmla="*/ 413835 w 12192000"/>
              <a:gd name="connsiteY207" fmla="*/ 2156783 h 2237474"/>
              <a:gd name="connsiteX208" fmla="*/ 376513 w 12192000"/>
              <a:gd name="connsiteY208" fmla="*/ 2154014 h 2237474"/>
              <a:gd name="connsiteX209" fmla="*/ 273386 w 12192000"/>
              <a:gd name="connsiteY209" fmla="*/ 2142551 h 2237474"/>
              <a:gd name="connsiteX210" fmla="*/ 169207 w 12192000"/>
              <a:gd name="connsiteY210" fmla="*/ 2128100 h 2237474"/>
              <a:gd name="connsiteX211" fmla="*/ 93149 w 12192000"/>
              <a:gd name="connsiteY211" fmla="*/ 2105324 h 2237474"/>
              <a:gd name="connsiteX212" fmla="*/ 88109 w 12192000"/>
              <a:gd name="connsiteY212" fmla="*/ 2106704 h 2237474"/>
              <a:gd name="connsiteX213" fmla="*/ 80022 w 12192000"/>
              <a:gd name="connsiteY213" fmla="*/ 2107254 h 2237474"/>
              <a:gd name="connsiteX214" fmla="*/ 79717 w 12192000"/>
              <a:gd name="connsiteY214" fmla="*/ 2107046 h 2237474"/>
              <a:gd name="connsiteX215" fmla="*/ 72352 w 12192000"/>
              <a:gd name="connsiteY215" fmla="*/ 2107991 h 2237474"/>
              <a:gd name="connsiteX216" fmla="*/ 37645 w 12192000"/>
              <a:gd name="connsiteY216" fmla="*/ 2115401 h 2237474"/>
              <a:gd name="connsiteX217" fmla="*/ 4572 w 12192000"/>
              <a:gd name="connsiteY217" fmla="*/ 2111091 h 2237474"/>
              <a:gd name="connsiteX218" fmla="*/ 0 w 12192000"/>
              <a:gd name="connsiteY218" fmla="*/ 2110468 h 2237474"/>
              <a:gd name="connsiteX219" fmla="*/ 0 w 12192000"/>
              <a:gd name="connsiteY219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61459 w 12192000"/>
              <a:gd name="connsiteY27" fmla="*/ 862394 h 2237474"/>
              <a:gd name="connsiteX28" fmla="*/ 9705768 w 12192000"/>
              <a:gd name="connsiteY28" fmla="*/ 894610 h 2237474"/>
              <a:gd name="connsiteX29" fmla="*/ 9683005 w 12192000"/>
              <a:gd name="connsiteY29" fmla="*/ 894128 h 2237474"/>
              <a:gd name="connsiteX30" fmla="*/ 9594438 w 12192000"/>
              <a:gd name="connsiteY30" fmla="*/ 919051 h 2237474"/>
              <a:gd name="connsiteX31" fmla="*/ 9577033 w 12192000"/>
              <a:gd name="connsiteY31" fmla="*/ 922857 h 2237474"/>
              <a:gd name="connsiteX32" fmla="*/ 9544189 w 12192000"/>
              <a:gd name="connsiteY32" fmla="*/ 938966 h 2237474"/>
              <a:gd name="connsiteX33" fmla="*/ 9500499 w 12192000"/>
              <a:gd name="connsiteY33" fmla="*/ 954680 h 2237474"/>
              <a:gd name="connsiteX34" fmla="*/ 9428195 w 12192000"/>
              <a:gd name="connsiteY34" fmla="*/ 986225 h 2237474"/>
              <a:gd name="connsiteX35" fmla="*/ 9410017 w 12192000"/>
              <a:gd name="connsiteY35" fmla="*/ 993931 h 2237474"/>
              <a:gd name="connsiteX36" fmla="*/ 9392919 w 12192000"/>
              <a:gd name="connsiteY36" fmla="*/ 994656 h 2237474"/>
              <a:gd name="connsiteX37" fmla="*/ 9278619 w 12192000"/>
              <a:gd name="connsiteY37" fmla="*/ 1011878 h 2237474"/>
              <a:gd name="connsiteX38" fmla="*/ 9268019 w 12192000"/>
              <a:gd name="connsiteY38" fmla="*/ 1007442 h 2237474"/>
              <a:gd name="connsiteX39" fmla="*/ 9234662 w 12192000"/>
              <a:gd name="connsiteY39" fmla="*/ 1023056 h 2237474"/>
              <a:gd name="connsiteX40" fmla="*/ 9181033 w 12192000"/>
              <a:gd name="connsiteY40" fmla="*/ 1037921 h 2237474"/>
              <a:gd name="connsiteX41" fmla="*/ 9155969 w 12192000"/>
              <a:gd name="connsiteY41" fmla="*/ 1046804 h 2237474"/>
              <a:gd name="connsiteX42" fmla="*/ 9133985 w 12192000"/>
              <a:gd name="connsiteY42" fmla="*/ 1046450 h 2237474"/>
              <a:gd name="connsiteX43" fmla="*/ 9012987 w 12192000"/>
              <a:gd name="connsiteY43" fmla="*/ 1061986 h 2237474"/>
              <a:gd name="connsiteX44" fmla="*/ 8968445 w 12192000"/>
              <a:gd name="connsiteY44" fmla="*/ 1052169 h 2237474"/>
              <a:gd name="connsiteX45" fmla="*/ 8958984 w 12192000"/>
              <a:gd name="connsiteY45" fmla="*/ 1057212 h 2237474"/>
              <a:gd name="connsiteX46" fmla="*/ 8886001 w 12192000"/>
              <a:gd name="connsiteY46" fmla="*/ 1067468 h 2237474"/>
              <a:gd name="connsiteX47" fmla="*/ 8838610 w 12192000"/>
              <a:gd name="connsiteY47" fmla="*/ 1075091 h 2237474"/>
              <a:gd name="connsiteX48" fmla="*/ 8750383 w 12192000"/>
              <a:gd name="connsiteY48" fmla="*/ 1097387 h 2237474"/>
              <a:gd name="connsiteX49" fmla="*/ 8697365 w 12192000"/>
              <a:gd name="connsiteY49" fmla="*/ 1105869 h 2237474"/>
              <a:gd name="connsiteX50" fmla="*/ 8665605 w 12192000"/>
              <a:gd name="connsiteY50" fmla="*/ 1110791 h 2237474"/>
              <a:gd name="connsiteX51" fmla="*/ 8584946 w 12192000"/>
              <a:gd name="connsiteY51" fmla="*/ 1135226 h 2237474"/>
              <a:gd name="connsiteX52" fmla="*/ 8460755 w 12192000"/>
              <a:gd name="connsiteY52" fmla="*/ 1203427 h 2237474"/>
              <a:gd name="connsiteX53" fmla="*/ 8419755 w 12192000"/>
              <a:gd name="connsiteY53" fmla="*/ 1216260 h 2237474"/>
              <a:gd name="connsiteX54" fmla="*/ 8411626 w 12192000"/>
              <a:gd name="connsiteY54" fmla="*/ 1214397 h 2237474"/>
              <a:gd name="connsiteX55" fmla="*/ 8363469 w 12192000"/>
              <a:gd name="connsiteY55" fmla="*/ 1246658 h 2237474"/>
              <a:gd name="connsiteX56" fmla="*/ 8275497 w 12192000"/>
              <a:gd name="connsiteY56" fmla="*/ 1264396 h 2237474"/>
              <a:gd name="connsiteX57" fmla="*/ 8206287 w 12192000"/>
              <a:gd name="connsiteY57" fmla="*/ 1273060 h 2237474"/>
              <a:gd name="connsiteX58" fmla="*/ 8168705 w 12192000"/>
              <a:gd name="connsiteY58" fmla="*/ 1279956 h 2237474"/>
              <a:gd name="connsiteX59" fmla="*/ 8139997 w 12192000"/>
              <a:gd name="connsiteY59" fmla="*/ 1282713 h 2237474"/>
              <a:gd name="connsiteX60" fmla="*/ 8074238 w 12192000"/>
              <a:gd name="connsiteY60" fmla="*/ 1301895 h 2237474"/>
              <a:gd name="connsiteX61" fmla="*/ 7968292 w 12192000"/>
              <a:gd name="connsiteY61" fmla="*/ 1338779 h 2237474"/>
              <a:gd name="connsiteX62" fmla="*/ 7945122 w 12192000"/>
              <a:gd name="connsiteY62" fmla="*/ 1345477 h 2237474"/>
              <a:gd name="connsiteX63" fmla="*/ 7902328 w 12192000"/>
              <a:gd name="connsiteY63" fmla="*/ 1345865 h 2237474"/>
              <a:gd name="connsiteX64" fmla="*/ 7875879 w 12192000"/>
              <a:gd name="connsiteY64" fmla="*/ 1345646 h 2237474"/>
              <a:gd name="connsiteX65" fmla="*/ 7840612 w 12192000"/>
              <a:gd name="connsiteY65" fmla="*/ 1369373 h 2237474"/>
              <a:gd name="connsiteX66" fmla="*/ 7786819 w 12192000"/>
              <a:gd name="connsiteY66" fmla="*/ 1378970 h 2237474"/>
              <a:gd name="connsiteX67" fmla="*/ 7548172 w 12192000"/>
              <a:gd name="connsiteY67" fmla="*/ 1417460 h 2237474"/>
              <a:gd name="connsiteX68" fmla="*/ 7483437 w 12192000"/>
              <a:gd name="connsiteY68" fmla="*/ 1478152 h 2237474"/>
              <a:gd name="connsiteX69" fmla="*/ 7377870 w 12192000"/>
              <a:gd name="connsiteY69" fmla="*/ 1523319 h 2237474"/>
              <a:gd name="connsiteX70" fmla="*/ 7230737 w 12192000"/>
              <a:gd name="connsiteY70" fmla="*/ 1562633 h 2237474"/>
              <a:gd name="connsiteX71" fmla="*/ 7224458 w 12192000"/>
              <a:gd name="connsiteY71" fmla="*/ 1573008 h 2237474"/>
              <a:gd name="connsiteX72" fmla="*/ 7213486 w 12192000"/>
              <a:gd name="connsiteY72" fmla="*/ 1580987 h 2237474"/>
              <a:gd name="connsiteX73" fmla="*/ 7183121 w 12192000"/>
              <a:gd name="connsiteY73" fmla="*/ 1595162 h 2237474"/>
              <a:gd name="connsiteX74" fmla="*/ 7164601 w 12192000"/>
              <a:gd name="connsiteY74" fmla="*/ 1606490 h 2237474"/>
              <a:gd name="connsiteX75" fmla="*/ 7114651 w 12192000"/>
              <a:gd name="connsiteY75" fmla="*/ 1620959 h 2237474"/>
              <a:gd name="connsiteX76" fmla="*/ 7092727 w 12192000"/>
              <a:gd name="connsiteY76" fmla="*/ 1623628 h 2237474"/>
              <a:gd name="connsiteX77" fmla="*/ 7031309 w 12192000"/>
              <a:gd name="connsiteY77" fmla="*/ 1619451 h 2237474"/>
              <a:gd name="connsiteX78" fmla="*/ 6999084 w 12192000"/>
              <a:gd name="connsiteY78" fmla="*/ 1634317 h 2237474"/>
              <a:gd name="connsiteX79" fmla="*/ 6992107 w 12192000"/>
              <a:gd name="connsiteY79" fmla="*/ 1636860 h 2237474"/>
              <a:gd name="connsiteX80" fmla="*/ 6991765 w 12192000"/>
              <a:gd name="connsiteY80" fmla="*/ 1636725 h 2237474"/>
              <a:gd name="connsiteX81" fmla="*/ 6900177 w 12192000"/>
              <a:gd name="connsiteY81" fmla="*/ 1636016 h 2237474"/>
              <a:gd name="connsiteX82" fmla="*/ 6795372 w 12192000"/>
              <a:gd name="connsiteY82" fmla="*/ 1644845 h 2237474"/>
              <a:gd name="connsiteX83" fmla="*/ 6692251 w 12192000"/>
              <a:gd name="connsiteY83" fmla="*/ 1656357 h 2237474"/>
              <a:gd name="connsiteX84" fmla="*/ 6655235 w 12192000"/>
              <a:gd name="connsiteY84" fmla="*/ 1661869 h 2237474"/>
              <a:gd name="connsiteX85" fmla="*/ 6587857 w 12192000"/>
              <a:gd name="connsiteY85" fmla="*/ 1665769 h 2237474"/>
              <a:gd name="connsiteX86" fmla="*/ 6554894 w 12192000"/>
              <a:gd name="connsiteY86" fmla="*/ 1664428 h 2237474"/>
              <a:gd name="connsiteX87" fmla="*/ 6516595 w 12192000"/>
              <a:gd name="connsiteY87" fmla="*/ 1667475 h 2237474"/>
              <a:gd name="connsiteX88" fmla="*/ 6508541 w 12192000"/>
              <a:gd name="connsiteY88" fmla="*/ 1668757 h 2237474"/>
              <a:gd name="connsiteX89" fmla="*/ 6471012 w 12192000"/>
              <a:gd name="connsiteY89" fmla="*/ 1678604 h 2237474"/>
              <a:gd name="connsiteX90" fmla="*/ 6415265 w 12192000"/>
              <a:gd name="connsiteY90" fmla="*/ 1665317 h 2237474"/>
              <a:gd name="connsiteX91" fmla="*/ 6364035 w 12192000"/>
              <a:gd name="connsiteY91" fmla="*/ 1667683 h 2237474"/>
              <a:gd name="connsiteX92" fmla="*/ 6280959 w 12192000"/>
              <a:gd name="connsiteY92" fmla="*/ 1689329 h 2237474"/>
              <a:gd name="connsiteX93" fmla="*/ 6243319 w 12192000"/>
              <a:gd name="connsiteY93" fmla="*/ 1695560 h 2237474"/>
              <a:gd name="connsiteX94" fmla="*/ 6098321 w 12192000"/>
              <a:gd name="connsiteY94" fmla="*/ 1721646 h 2237474"/>
              <a:gd name="connsiteX95" fmla="*/ 5880652 w 12192000"/>
              <a:gd name="connsiteY95" fmla="*/ 1779643 h 2237474"/>
              <a:gd name="connsiteX96" fmla="*/ 5785959 w 12192000"/>
              <a:gd name="connsiteY96" fmla="*/ 1775307 h 2237474"/>
              <a:gd name="connsiteX97" fmla="*/ 5643534 w 12192000"/>
              <a:gd name="connsiteY97" fmla="*/ 1802919 h 2237474"/>
              <a:gd name="connsiteX98" fmla="*/ 5518799 w 12192000"/>
              <a:gd name="connsiteY98" fmla="*/ 1818312 h 2237474"/>
              <a:gd name="connsiteX99" fmla="*/ 5505014 w 12192000"/>
              <a:gd name="connsiteY99" fmla="*/ 1819259 h 2237474"/>
              <a:gd name="connsiteX100" fmla="*/ 5453307 w 12192000"/>
              <a:gd name="connsiteY100" fmla="*/ 1815450 h 2237474"/>
              <a:gd name="connsiteX101" fmla="*/ 5364192 w 12192000"/>
              <a:gd name="connsiteY101" fmla="*/ 1826074 h 2237474"/>
              <a:gd name="connsiteX102" fmla="*/ 5350380 w 12192000"/>
              <a:gd name="connsiteY102" fmla="*/ 1830891 h 2237474"/>
              <a:gd name="connsiteX103" fmla="*/ 5259633 w 12192000"/>
              <a:gd name="connsiteY103" fmla="*/ 1837160 h 2237474"/>
              <a:gd name="connsiteX104" fmla="*/ 5197513 w 12192000"/>
              <a:gd name="connsiteY104" fmla="*/ 1844718 h 2237474"/>
              <a:gd name="connsiteX105" fmla="*/ 5168852 w 12192000"/>
              <a:gd name="connsiteY105" fmla="*/ 1844846 h 2237474"/>
              <a:gd name="connsiteX106" fmla="*/ 5114927 w 12192000"/>
              <a:gd name="connsiteY106" fmla="*/ 1847827 h 2237474"/>
              <a:gd name="connsiteX107" fmla="*/ 5108970 w 12192000"/>
              <a:gd name="connsiteY107" fmla="*/ 1847935 h 2237474"/>
              <a:gd name="connsiteX108" fmla="*/ 5067961 w 12192000"/>
              <a:gd name="connsiteY108" fmla="*/ 1845917 h 2237474"/>
              <a:gd name="connsiteX109" fmla="*/ 5007075 w 12192000"/>
              <a:gd name="connsiteY109" fmla="*/ 1838626 h 2237474"/>
              <a:gd name="connsiteX110" fmla="*/ 4944087 w 12192000"/>
              <a:gd name="connsiteY110" fmla="*/ 1823332 h 2237474"/>
              <a:gd name="connsiteX111" fmla="*/ 4907662 w 12192000"/>
              <a:gd name="connsiteY111" fmla="*/ 1816900 h 2237474"/>
              <a:gd name="connsiteX112" fmla="*/ 4882386 w 12192000"/>
              <a:gd name="connsiteY112" fmla="*/ 1809844 h 2237474"/>
              <a:gd name="connsiteX113" fmla="*/ 4811440 w 12192000"/>
              <a:gd name="connsiteY113" fmla="*/ 1804655 h 2237474"/>
              <a:gd name="connsiteX114" fmla="*/ 4691075 w 12192000"/>
              <a:gd name="connsiteY114" fmla="*/ 1801389 h 2237474"/>
              <a:gd name="connsiteX115" fmla="*/ 4611738 w 12192000"/>
              <a:gd name="connsiteY115" fmla="*/ 1776964 h 2237474"/>
              <a:gd name="connsiteX116" fmla="*/ 4560070 w 12192000"/>
              <a:gd name="connsiteY116" fmla="*/ 1785640 h 2237474"/>
              <a:gd name="connsiteX117" fmla="*/ 4536503 w 12192000"/>
              <a:gd name="connsiteY117" fmla="*/ 1785334 h 2237474"/>
              <a:gd name="connsiteX118" fmla="*/ 4513724 w 12192000"/>
              <a:gd name="connsiteY118" fmla="*/ 1791996 h 2237474"/>
              <a:gd name="connsiteX119" fmla="*/ 4459810 w 12192000"/>
              <a:gd name="connsiteY119" fmla="*/ 1797886 h 2237474"/>
              <a:gd name="connsiteX120" fmla="*/ 4379064 w 12192000"/>
              <a:gd name="connsiteY120" fmla="*/ 1817177 h 2237474"/>
              <a:gd name="connsiteX121" fmla="*/ 4319209 w 12192000"/>
              <a:gd name="connsiteY121" fmla="*/ 1834833 h 2237474"/>
              <a:gd name="connsiteX122" fmla="*/ 4290981 w 12192000"/>
              <a:gd name="connsiteY122" fmla="*/ 1839677 h 2237474"/>
              <a:gd name="connsiteX123" fmla="*/ 4285792 w 12192000"/>
              <a:gd name="connsiteY123" fmla="*/ 1836231 h 2237474"/>
              <a:gd name="connsiteX124" fmla="*/ 4238372 w 12192000"/>
              <a:gd name="connsiteY124" fmla="*/ 1851480 h 2237474"/>
              <a:gd name="connsiteX125" fmla="*/ 4232517 w 12192000"/>
              <a:gd name="connsiteY125" fmla="*/ 1852567 h 2237474"/>
              <a:gd name="connsiteX126" fmla="*/ 4191732 w 12192000"/>
              <a:gd name="connsiteY126" fmla="*/ 1857328 h 2237474"/>
              <a:gd name="connsiteX127" fmla="*/ 4065532 w 12192000"/>
              <a:gd name="connsiteY127" fmla="*/ 1855477 h 2237474"/>
              <a:gd name="connsiteX128" fmla="*/ 4028460 w 12192000"/>
              <a:gd name="connsiteY128" fmla="*/ 1855137 h 2237474"/>
              <a:gd name="connsiteX129" fmla="*/ 4002267 w 12192000"/>
              <a:gd name="connsiteY129" fmla="*/ 1852352 h 2237474"/>
              <a:gd name="connsiteX130" fmla="*/ 3931396 w 12192000"/>
              <a:gd name="connsiteY130" fmla="*/ 1858915 h 2237474"/>
              <a:gd name="connsiteX131" fmla="*/ 3812162 w 12192000"/>
              <a:gd name="connsiteY131" fmla="*/ 1875501 h 2237474"/>
              <a:gd name="connsiteX132" fmla="*/ 3729530 w 12192000"/>
              <a:gd name="connsiteY132" fmla="*/ 1864513 h 2237474"/>
              <a:gd name="connsiteX133" fmla="*/ 3680177 w 12192000"/>
              <a:gd name="connsiteY133" fmla="*/ 1881552 h 2237474"/>
              <a:gd name="connsiteX134" fmla="*/ 3567259 w 12192000"/>
              <a:gd name="connsiteY134" fmla="*/ 1893482 h 2237474"/>
              <a:gd name="connsiteX135" fmla="*/ 3405770 w 12192000"/>
              <a:gd name="connsiteY135" fmla="*/ 1904591 h 2237474"/>
              <a:gd name="connsiteX136" fmla="*/ 3280097 w 12192000"/>
              <a:gd name="connsiteY136" fmla="*/ 1919610 h 2237474"/>
              <a:gd name="connsiteX137" fmla="*/ 3123424 w 12192000"/>
              <a:gd name="connsiteY137" fmla="*/ 1952930 h 2237474"/>
              <a:gd name="connsiteX138" fmla="*/ 3009910 w 12192000"/>
              <a:gd name="connsiteY138" fmla="*/ 1957866 h 2237474"/>
              <a:gd name="connsiteX139" fmla="*/ 2995934 w 12192000"/>
              <a:gd name="connsiteY139" fmla="*/ 1967085 h 2237474"/>
              <a:gd name="connsiteX140" fmla="*/ 2980071 w 12192000"/>
              <a:gd name="connsiteY140" fmla="*/ 1972988 h 2237474"/>
              <a:gd name="connsiteX141" fmla="*/ 2978094 w 12192000"/>
              <a:gd name="connsiteY141" fmla="*/ 1972369 h 2237474"/>
              <a:gd name="connsiteX142" fmla="*/ 2942858 w 12192000"/>
              <a:gd name="connsiteY142" fmla="*/ 1981367 h 2237474"/>
              <a:gd name="connsiteX143" fmla="*/ 2875436 w 12192000"/>
              <a:gd name="connsiteY143" fmla="*/ 1996977 h 2237474"/>
              <a:gd name="connsiteX144" fmla="*/ 2874892 w 12192000"/>
              <a:gd name="connsiteY144" fmla="*/ 1996085 h 2237474"/>
              <a:gd name="connsiteX145" fmla="*/ 2864145 w 12192000"/>
              <a:gd name="connsiteY145" fmla="*/ 1994061 h 2237474"/>
              <a:gd name="connsiteX146" fmla="*/ 2843662 w 12192000"/>
              <a:gd name="connsiteY146" fmla="*/ 1992498 h 2237474"/>
              <a:gd name="connsiteX147" fmla="*/ 2796128 w 12192000"/>
              <a:gd name="connsiteY147" fmla="*/ 1976403 h 2237474"/>
              <a:gd name="connsiteX148" fmla="*/ 2756784 w 12192000"/>
              <a:gd name="connsiteY148" fmla="*/ 1985116 h 2237474"/>
              <a:gd name="connsiteX149" fmla="*/ 2748833 w 12192000"/>
              <a:gd name="connsiteY149" fmla="*/ 1986323 h 2237474"/>
              <a:gd name="connsiteX150" fmla="*/ 2748661 w 12192000"/>
              <a:gd name="connsiteY150" fmla="*/ 1986122 h 2237474"/>
              <a:gd name="connsiteX151" fmla="*/ 2740251 w 12192000"/>
              <a:gd name="connsiteY151" fmla="*/ 1986946 h 2237474"/>
              <a:gd name="connsiteX152" fmla="*/ 2718916 w 12192000"/>
              <a:gd name="connsiteY152" fmla="*/ 1990867 h 2237474"/>
              <a:gd name="connsiteX153" fmla="*/ 2713522 w 12192000"/>
              <a:gd name="connsiteY153" fmla="*/ 1990173 h 2237474"/>
              <a:gd name="connsiteX154" fmla="*/ 2680597 w 12192000"/>
              <a:gd name="connsiteY154" fmla="*/ 1984996 h 2237474"/>
              <a:gd name="connsiteX155" fmla="*/ 2578178 w 12192000"/>
              <a:gd name="connsiteY155" fmla="*/ 1990531 h 2237474"/>
              <a:gd name="connsiteX156" fmla="*/ 2476147 w 12192000"/>
              <a:gd name="connsiteY156" fmla="*/ 1998305 h 2237474"/>
              <a:gd name="connsiteX157" fmla="*/ 2373568 w 12192000"/>
              <a:gd name="connsiteY157" fmla="*/ 2003219 h 2237474"/>
              <a:gd name="connsiteX158" fmla="*/ 2321399 w 12192000"/>
              <a:gd name="connsiteY158" fmla="*/ 1989467 h 2237474"/>
              <a:gd name="connsiteX159" fmla="*/ 2315525 w 12192000"/>
              <a:gd name="connsiteY159" fmla="*/ 1989708 h 2237474"/>
              <a:gd name="connsiteX160" fmla="*/ 2300792 w 12192000"/>
              <a:gd name="connsiteY160" fmla="*/ 1994290 h 2237474"/>
              <a:gd name="connsiteX161" fmla="*/ 2295469 w 12192000"/>
              <a:gd name="connsiteY161" fmla="*/ 1996659 h 2237474"/>
              <a:gd name="connsiteX162" fmla="*/ 2287219 w 12192000"/>
              <a:gd name="connsiteY162" fmla="*/ 1998750 h 2237474"/>
              <a:gd name="connsiteX163" fmla="*/ 2286948 w 12192000"/>
              <a:gd name="connsiteY163" fmla="*/ 1998596 h 2237474"/>
              <a:gd name="connsiteX164" fmla="*/ 2243069 w 12192000"/>
              <a:gd name="connsiteY164" fmla="*/ 2015111 h 2237474"/>
              <a:gd name="connsiteX165" fmla="*/ 2186609 w 12192000"/>
              <a:gd name="connsiteY165" fmla="*/ 2008263 h 2237474"/>
              <a:gd name="connsiteX166" fmla="*/ 2164831 w 12192000"/>
              <a:gd name="connsiteY166" fmla="*/ 2010143 h 2237474"/>
              <a:gd name="connsiteX167" fmla="*/ 2152836 w 12192000"/>
              <a:gd name="connsiteY167" fmla="*/ 2010048 h 2237474"/>
              <a:gd name="connsiteX168" fmla="*/ 2117102 w 12192000"/>
              <a:gd name="connsiteY168" fmla="*/ 2023004 h 2237474"/>
              <a:gd name="connsiteX169" fmla="*/ 2111935 w 12192000"/>
              <a:gd name="connsiteY169" fmla="*/ 2023163 h 2237474"/>
              <a:gd name="connsiteX170" fmla="*/ 2089991 w 12192000"/>
              <a:gd name="connsiteY170" fmla="*/ 2034193 h 2237474"/>
              <a:gd name="connsiteX171" fmla="*/ 2058061 w 12192000"/>
              <a:gd name="connsiteY171" fmla="*/ 2047942 h 2237474"/>
              <a:gd name="connsiteX172" fmla="*/ 2055737 w 12192000"/>
              <a:gd name="connsiteY172" fmla="*/ 2047704 h 2237474"/>
              <a:gd name="connsiteX173" fmla="*/ 2042244 w 12192000"/>
              <a:gd name="connsiteY173" fmla="*/ 2055560 h 2237474"/>
              <a:gd name="connsiteX174" fmla="*/ 1976224 w 12192000"/>
              <a:gd name="connsiteY174" fmla="*/ 2074257 h 2237474"/>
              <a:gd name="connsiteX175" fmla="*/ 1877728 w 12192000"/>
              <a:gd name="connsiteY175" fmla="*/ 2101004 h 2237474"/>
              <a:gd name="connsiteX176" fmla="*/ 1759056 w 12192000"/>
              <a:gd name="connsiteY176" fmla="*/ 2125608 h 2237474"/>
              <a:gd name="connsiteX177" fmla="*/ 1637948 w 12192000"/>
              <a:gd name="connsiteY177" fmla="*/ 2172597 h 2237474"/>
              <a:gd name="connsiteX178" fmla="*/ 1434549 w 12192000"/>
              <a:gd name="connsiteY178" fmla="*/ 2234522 h 2237474"/>
              <a:gd name="connsiteX179" fmla="*/ 1398481 w 12192000"/>
              <a:gd name="connsiteY179" fmla="*/ 2237074 h 2237474"/>
              <a:gd name="connsiteX180" fmla="*/ 1398407 w 12192000"/>
              <a:gd name="connsiteY180" fmla="*/ 2237095 h 2237474"/>
              <a:gd name="connsiteX181" fmla="*/ 1370962 w 12192000"/>
              <a:gd name="connsiteY181" fmla="*/ 2237474 h 2237474"/>
              <a:gd name="connsiteX182" fmla="*/ 1356367 w 12192000"/>
              <a:gd name="connsiteY182" fmla="*/ 2235089 h 2237474"/>
              <a:gd name="connsiteX183" fmla="*/ 1324828 w 12192000"/>
              <a:gd name="connsiteY183" fmla="*/ 2231968 h 2237474"/>
              <a:gd name="connsiteX184" fmla="*/ 1297744 w 12192000"/>
              <a:gd name="connsiteY184" fmla="*/ 2235849 h 2237474"/>
              <a:gd name="connsiteX185" fmla="*/ 1286236 w 12192000"/>
              <a:gd name="connsiteY185" fmla="*/ 2233135 h 2237474"/>
              <a:gd name="connsiteX186" fmla="*/ 1283504 w 12192000"/>
              <a:gd name="connsiteY186" fmla="*/ 2233797 h 2237474"/>
              <a:gd name="connsiteX187" fmla="*/ 1279765 w 12192000"/>
              <a:gd name="connsiteY187" fmla="*/ 2229639 h 2237474"/>
              <a:gd name="connsiteX188" fmla="*/ 1195347 w 12192000"/>
              <a:gd name="connsiteY188" fmla="*/ 2212354 h 2237474"/>
              <a:gd name="connsiteX189" fmla="*/ 970251 w 12192000"/>
              <a:gd name="connsiteY189" fmla="*/ 2221029 h 2237474"/>
              <a:gd name="connsiteX190" fmla="*/ 812914 w 12192000"/>
              <a:gd name="connsiteY190" fmla="*/ 2202752 h 2237474"/>
              <a:gd name="connsiteX191" fmla="*/ 800195 w 12192000"/>
              <a:gd name="connsiteY191" fmla="*/ 2209407 h 2237474"/>
              <a:gd name="connsiteX192" fmla="*/ 784978 w 12192000"/>
              <a:gd name="connsiteY192" fmla="*/ 2212360 h 2237474"/>
              <a:gd name="connsiteX193" fmla="*/ 681987 w 12192000"/>
              <a:gd name="connsiteY193" fmla="*/ 2216757 h 2237474"/>
              <a:gd name="connsiteX194" fmla="*/ 669923 w 12192000"/>
              <a:gd name="connsiteY194" fmla="*/ 2211682 h 2237474"/>
              <a:gd name="connsiteX195" fmla="*/ 648680 w 12192000"/>
              <a:gd name="connsiteY195" fmla="*/ 2206229 h 2237474"/>
              <a:gd name="connsiteX196" fmla="*/ 597225 w 12192000"/>
              <a:gd name="connsiteY196" fmla="*/ 2180999 h 2237474"/>
              <a:gd name="connsiteX197" fmla="*/ 558449 w 12192000"/>
              <a:gd name="connsiteY197" fmla="*/ 2182346 h 2237474"/>
              <a:gd name="connsiteX198" fmla="*/ 550517 w 12192000"/>
              <a:gd name="connsiteY198" fmla="*/ 2182060 h 2237474"/>
              <a:gd name="connsiteX199" fmla="*/ 550309 w 12192000"/>
              <a:gd name="connsiteY199" fmla="*/ 2181825 h 2237474"/>
              <a:gd name="connsiteX200" fmla="*/ 541836 w 12192000"/>
              <a:gd name="connsiteY200" fmla="*/ 2181063 h 2237474"/>
              <a:gd name="connsiteX201" fmla="*/ 536057 w 12192000"/>
              <a:gd name="connsiteY201" fmla="*/ 2181537 h 2237474"/>
              <a:gd name="connsiteX202" fmla="*/ 520671 w 12192000"/>
              <a:gd name="connsiteY202" fmla="*/ 2180980 h 2237474"/>
              <a:gd name="connsiteX203" fmla="*/ 515024 w 12192000"/>
              <a:gd name="connsiteY203" fmla="*/ 2179258 h 2237474"/>
              <a:gd name="connsiteX204" fmla="*/ 512278 w 12192000"/>
              <a:gd name="connsiteY204" fmla="*/ 2176369 h 2237474"/>
              <a:gd name="connsiteX205" fmla="*/ 480419 w 12192000"/>
              <a:gd name="connsiteY205" fmla="*/ 2167807 h 2237474"/>
              <a:gd name="connsiteX206" fmla="*/ 413835 w 12192000"/>
              <a:gd name="connsiteY206" fmla="*/ 2156783 h 2237474"/>
              <a:gd name="connsiteX207" fmla="*/ 376513 w 12192000"/>
              <a:gd name="connsiteY207" fmla="*/ 2154014 h 2237474"/>
              <a:gd name="connsiteX208" fmla="*/ 273386 w 12192000"/>
              <a:gd name="connsiteY208" fmla="*/ 2142551 h 2237474"/>
              <a:gd name="connsiteX209" fmla="*/ 169207 w 12192000"/>
              <a:gd name="connsiteY209" fmla="*/ 2128100 h 2237474"/>
              <a:gd name="connsiteX210" fmla="*/ 93149 w 12192000"/>
              <a:gd name="connsiteY210" fmla="*/ 2105324 h 2237474"/>
              <a:gd name="connsiteX211" fmla="*/ 88109 w 12192000"/>
              <a:gd name="connsiteY211" fmla="*/ 2106704 h 2237474"/>
              <a:gd name="connsiteX212" fmla="*/ 80022 w 12192000"/>
              <a:gd name="connsiteY212" fmla="*/ 2107254 h 2237474"/>
              <a:gd name="connsiteX213" fmla="*/ 79717 w 12192000"/>
              <a:gd name="connsiteY213" fmla="*/ 2107046 h 2237474"/>
              <a:gd name="connsiteX214" fmla="*/ 72352 w 12192000"/>
              <a:gd name="connsiteY214" fmla="*/ 2107991 h 2237474"/>
              <a:gd name="connsiteX215" fmla="*/ 37645 w 12192000"/>
              <a:gd name="connsiteY215" fmla="*/ 2115401 h 2237474"/>
              <a:gd name="connsiteX216" fmla="*/ 4572 w 12192000"/>
              <a:gd name="connsiteY216" fmla="*/ 2111091 h 2237474"/>
              <a:gd name="connsiteX217" fmla="*/ 0 w 12192000"/>
              <a:gd name="connsiteY217" fmla="*/ 2110468 h 2237474"/>
              <a:gd name="connsiteX218" fmla="*/ 0 w 12192000"/>
              <a:gd name="connsiteY218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78288 w 12192000"/>
              <a:gd name="connsiteY25" fmla="*/ 854362 h 2237474"/>
              <a:gd name="connsiteX26" fmla="*/ 9761459 w 12192000"/>
              <a:gd name="connsiteY26" fmla="*/ 862394 h 2237474"/>
              <a:gd name="connsiteX27" fmla="*/ 9705768 w 12192000"/>
              <a:gd name="connsiteY27" fmla="*/ 894610 h 2237474"/>
              <a:gd name="connsiteX28" fmla="*/ 9683005 w 12192000"/>
              <a:gd name="connsiteY28" fmla="*/ 894128 h 2237474"/>
              <a:gd name="connsiteX29" fmla="*/ 9594438 w 12192000"/>
              <a:gd name="connsiteY29" fmla="*/ 919051 h 2237474"/>
              <a:gd name="connsiteX30" fmla="*/ 9577033 w 12192000"/>
              <a:gd name="connsiteY30" fmla="*/ 922857 h 2237474"/>
              <a:gd name="connsiteX31" fmla="*/ 9544189 w 12192000"/>
              <a:gd name="connsiteY31" fmla="*/ 938966 h 2237474"/>
              <a:gd name="connsiteX32" fmla="*/ 9500499 w 12192000"/>
              <a:gd name="connsiteY32" fmla="*/ 954680 h 2237474"/>
              <a:gd name="connsiteX33" fmla="*/ 9428195 w 12192000"/>
              <a:gd name="connsiteY33" fmla="*/ 986225 h 2237474"/>
              <a:gd name="connsiteX34" fmla="*/ 9410017 w 12192000"/>
              <a:gd name="connsiteY34" fmla="*/ 993931 h 2237474"/>
              <a:gd name="connsiteX35" fmla="*/ 9392919 w 12192000"/>
              <a:gd name="connsiteY35" fmla="*/ 994656 h 2237474"/>
              <a:gd name="connsiteX36" fmla="*/ 9278619 w 12192000"/>
              <a:gd name="connsiteY36" fmla="*/ 1011878 h 2237474"/>
              <a:gd name="connsiteX37" fmla="*/ 9268019 w 12192000"/>
              <a:gd name="connsiteY37" fmla="*/ 1007442 h 2237474"/>
              <a:gd name="connsiteX38" fmla="*/ 9234662 w 12192000"/>
              <a:gd name="connsiteY38" fmla="*/ 1023056 h 2237474"/>
              <a:gd name="connsiteX39" fmla="*/ 9181033 w 12192000"/>
              <a:gd name="connsiteY39" fmla="*/ 1037921 h 2237474"/>
              <a:gd name="connsiteX40" fmla="*/ 9155969 w 12192000"/>
              <a:gd name="connsiteY40" fmla="*/ 1046804 h 2237474"/>
              <a:gd name="connsiteX41" fmla="*/ 9133985 w 12192000"/>
              <a:gd name="connsiteY41" fmla="*/ 1046450 h 2237474"/>
              <a:gd name="connsiteX42" fmla="*/ 9012987 w 12192000"/>
              <a:gd name="connsiteY42" fmla="*/ 1061986 h 2237474"/>
              <a:gd name="connsiteX43" fmla="*/ 8968445 w 12192000"/>
              <a:gd name="connsiteY43" fmla="*/ 1052169 h 2237474"/>
              <a:gd name="connsiteX44" fmla="*/ 8958984 w 12192000"/>
              <a:gd name="connsiteY44" fmla="*/ 1057212 h 2237474"/>
              <a:gd name="connsiteX45" fmla="*/ 8886001 w 12192000"/>
              <a:gd name="connsiteY45" fmla="*/ 1067468 h 2237474"/>
              <a:gd name="connsiteX46" fmla="*/ 8838610 w 12192000"/>
              <a:gd name="connsiteY46" fmla="*/ 1075091 h 2237474"/>
              <a:gd name="connsiteX47" fmla="*/ 8750383 w 12192000"/>
              <a:gd name="connsiteY47" fmla="*/ 1097387 h 2237474"/>
              <a:gd name="connsiteX48" fmla="*/ 8697365 w 12192000"/>
              <a:gd name="connsiteY48" fmla="*/ 1105869 h 2237474"/>
              <a:gd name="connsiteX49" fmla="*/ 8665605 w 12192000"/>
              <a:gd name="connsiteY49" fmla="*/ 1110791 h 2237474"/>
              <a:gd name="connsiteX50" fmla="*/ 8584946 w 12192000"/>
              <a:gd name="connsiteY50" fmla="*/ 1135226 h 2237474"/>
              <a:gd name="connsiteX51" fmla="*/ 8460755 w 12192000"/>
              <a:gd name="connsiteY51" fmla="*/ 1203427 h 2237474"/>
              <a:gd name="connsiteX52" fmla="*/ 8419755 w 12192000"/>
              <a:gd name="connsiteY52" fmla="*/ 1216260 h 2237474"/>
              <a:gd name="connsiteX53" fmla="*/ 8411626 w 12192000"/>
              <a:gd name="connsiteY53" fmla="*/ 1214397 h 2237474"/>
              <a:gd name="connsiteX54" fmla="*/ 8363469 w 12192000"/>
              <a:gd name="connsiteY54" fmla="*/ 1246658 h 2237474"/>
              <a:gd name="connsiteX55" fmla="*/ 8275497 w 12192000"/>
              <a:gd name="connsiteY55" fmla="*/ 1264396 h 2237474"/>
              <a:gd name="connsiteX56" fmla="*/ 8206287 w 12192000"/>
              <a:gd name="connsiteY56" fmla="*/ 1273060 h 2237474"/>
              <a:gd name="connsiteX57" fmla="*/ 8168705 w 12192000"/>
              <a:gd name="connsiteY57" fmla="*/ 1279956 h 2237474"/>
              <a:gd name="connsiteX58" fmla="*/ 8139997 w 12192000"/>
              <a:gd name="connsiteY58" fmla="*/ 1282713 h 2237474"/>
              <a:gd name="connsiteX59" fmla="*/ 8074238 w 12192000"/>
              <a:gd name="connsiteY59" fmla="*/ 1301895 h 2237474"/>
              <a:gd name="connsiteX60" fmla="*/ 7968292 w 12192000"/>
              <a:gd name="connsiteY60" fmla="*/ 1338779 h 2237474"/>
              <a:gd name="connsiteX61" fmla="*/ 7945122 w 12192000"/>
              <a:gd name="connsiteY61" fmla="*/ 1345477 h 2237474"/>
              <a:gd name="connsiteX62" fmla="*/ 7902328 w 12192000"/>
              <a:gd name="connsiteY62" fmla="*/ 1345865 h 2237474"/>
              <a:gd name="connsiteX63" fmla="*/ 7875879 w 12192000"/>
              <a:gd name="connsiteY63" fmla="*/ 1345646 h 2237474"/>
              <a:gd name="connsiteX64" fmla="*/ 7840612 w 12192000"/>
              <a:gd name="connsiteY64" fmla="*/ 1369373 h 2237474"/>
              <a:gd name="connsiteX65" fmla="*/ 7786819 w 12192000"/>
              <a:gd name="connsiteY65" fmla="*/ 1378970 h 2237474"/>
              <a:gd name="connsiteX66" fmla="*/ 7548172 w 12192000"/>
              <a:gd name="connsiteY66" fmla="*/ 1417460 h 2237474"/>
              <a:gd name="connsiteX67" fmla="*/ 7483437 w 12192000"/>
              <a:gd name="connsiteY67" fmla="*/ 1478152 h 2237474"/>
              <a:gd name="connsiteX68" fmla="*/ 7377870 w 12192000"/>
              <a:gd name="connsiteY68" fmla="*/ 1523319 h 2237474"/>
              <a:gd name="connsiteX69" fmla="*/ 7230737 w 12192000"/>
              <a:gd name="connsiteY69" fmla="*/ 1562633 h 2237474"/>
              <a:gd name="connsiteX70" fmla="*/ 7224458 w 12192000"/>
              <a:gd name="connsiteY70" fmla="*/ 1573008 h 2237474"/>
              <a:gd name="connsiteX71" fmla="*/ 7213486 w 12192000"/>
              <a:gd name="connsiteY71" fmla="*/ 1580987 h 2237474"/>
              <a:gd name="connsiteX72" fmla="*/ 7183121 w 12192000"/>
              <a:gd name="connsiteY72" fmla="*/ 1595162 h 2237474"/>
              <a:gd name="connsiteX73" fmla="*/ 7164601 w 12192000"/>
              <a:gd name="connsiteY73" fmla="*/ 1606490 h 2237474"/>
              <a:gd name="connsiteX74" fmla="*/ 7114651 w 12192000"/>
              <a:gd name="connsiteY74" fmla="*/ 1620959 h 2237474"/>
              <a:gd name="connsiteX75" fmla="*/ 7092727 w 12192000"/>
              <a:gd name="connsiteY75" fmla="*/ 1623628 h 2237474"/>
              <a:gd name="connsiteX76" fmla="*/ 7031309 w 12192000"/>
              <a:gd name="connsiteY76" fmla="*/ 1619451 h 2237474"/>
              <a:gd name="connsiteX77" fmla="*/ 6999084 w 12192000"/>
              <a:gd name="connsiteY77" fmla="*/ 1634317 h 2237474"/>
              <a:gd name="connsiteX78" fmla="*/ 6992107 w 12192000"/>
              <a:gd name="connsiteY78" fmla="*/ 1636860 h 2237474"/>
              <a:gd name="connsiteX79" fmla="*/ 6991765 w 12192000"/>
              <a:gd name="connsiteY79" fmla="*/ 1636725 h 2237474"/>
              <a:gd name="connsiteX80" fmla="*/ 6900177 w 12192000"/>
              <a:gd name="connsiteY80" fmla="*/ 1636016 h 2237474"/>
              <a:gd name="connsiteX81" fmla="*/ 6795372 w 12192000"/>
              <a:gd name="connsiteY81" fmla="*/ 1644845 h 2237474"/>
              <a:gd name="connsiteX82" fmla="*/ 6692251 w 12192000"/>
              <a:gd name="connsiteY82" fmla="*/ 1656357 h 2237474"/>
              <a:gd name="connsiteX83" fmla="*/ 6655235 w 12192000"/>
              <a:gd name="connsiteY83" fmla="*/ 1661869 h 2237474"/>
              <a:gd name="connsiteX84" fmla="*/ 6587857 w 12192000"/>
              <a:gd name="connsiteY84" fmla="*/ 1665769 h 2237474"/>
              <a:gd name="connsiteX85" fmla="*/ 6554894 w 12192000"/>
              <a:gd name="connsiteY85" fmla="*/ 1664428 h 2237474"/>
              <a:gd name="connsiteX86" fmla="*/ 6516595 w 12192000"/>
              <a:gd name="connsiteY86" fmla="*/ 1667475 h 2237474"/>
              <a:gd name="connsiteX87" fmla="*/ 6508541 w 12192000"/>
              <a:gd name="connsiteY87" fmla="*/ 1668757 h 2237474"/>
              <a:gd name="connsiteX88" fmla="*/ 6471012 w 12192000"/>
              <a:gd name="connsiteY88" fmla="*/ 1678604 h 2237474"/>
              <a:gd name="connsiteX89" fmla="*/ 6415265 w 12192000"/>
              <a:gd name="connsiteY89" fmla="*/ 1665317 h 2237474"/>
              <a:gd name="connsiteX90" fmla="*/ 6364035 w 12192000"/>
              <a:gd name="connsiteY90" fmla="*/ 1667683 h 2237474"/>
              <a:gd name="connsiteX91" fmla="*/ 6280959 w 12192000"/>
              <a:gd name="connsiteY91" fmla="*/ 1689329 h 2237474"/>
              <a:gd name="connsiteX92" fmla="*/ 6243319 w 12192000"/>
              <a:gd name="connsiteY92" fmla="*/ 1695560 h 2237474"/>
              <a:gd name="connsiteX93" fmla="*/ 6098321 w 12192000"/>
              <a:gd name="connsiteY93" fmla="*/ 1721646 h 2237474"/>
              <a:gd name="connsiteX94" fmla="*/ 5880652 w 12192000"/>
              <a:gd name="connsiteY94" fmla="*/ 1779643 h 2237474"/>
              <a:gd name="connsiteX95" fmla="*/ 5785959 w 12192000"/>
              <a:gd name="connsiteY95" fmla="*/ 1775307 h 2237474"/>
              <a:gd name="connsiteX96" fmla="*/ 5643534 w 12192000"/>
              <a:gd name="connsiteY96" fmla="*/ 1802919 h 2237474"/>
              <a:gd name="connsiteX97" fmla="*/ 5518799 w 12192000"/>
              <a:gd name="connsiteY97" fmla="*/ 1818312 h 2237474"/>
              <a:gd name="connsiteX98" fmla="*/ 5505014 w 12192000"/>
              <a:gd name="connsiteY98" fmla="*/ 1819259 h 2237474"/>
              <a:gd name="connsiteX99" fmla="*/ 5453307 w 12192000"/>
              <a:gd name="connsiteY99" fmla="*/ 1815450 h 2237474"/>
              <a:gd name="connsiteX100" fmla="*/ 5364192 w 12192000"/>
              <a:gd name="connsiteY100" fmla="*/ 1826074 h 2237474"/>
              <a:gd name="connsiteX101" fmla="*/ 5350380 w 12192000"/>
              <a:gd name="connsiteY101" fmla="*/ 1830891 h 2237474"/>
              <a:gd name="connsiteX102" fmla="*/ 5259633 w 12192000"/>
              <a:gd name="connsiteY102" fmla="*/ 1837160 h 2237474"/>
              <a:gd name="connsiteX103" fmla="*/ 5197513 w 12192000"/>
              <a:gd name="connsiteY103" fmla="*/ 1844718 h 2237474"/>
              <a:gd name="connsiteX104" fmla="*/ 5168852 w 12192000"/>
              <a:gd name="connsiteY104" fmla="*/ 1844846 h 2237474"/>
              <a:gd name="connsiteX105" fmla="*/ 5114927 w 12192000"/>
              <a:gd name="connsiteY105" fmla="*/ 1847827 h 2237474"/>
              <a:gd name="connsiteX106" fmla="*/ 5108970 w 12192000"/>
              <a:gd name="connsiteY106" fmla="*/ 1847935 h 2237474"/>
              <a:gd name="connsiteX107" fmla="*/ 5067961 w 12192000"/>
              <a:gd name="connsiteY107" fmla="*/ 1845917 h 2237474"/>
              <a:gd name="connsiteX108" fmla="*/ 5007075 w 12192000"/>
              <a:gd name="connsiteY108" fmla="*/ 1838626 h 2237474"/>
              <a:gd name="connsiteX109" fmla="*/ 4944087 w 12192000"/>
              <a:gd name="connsiteY109" fmla="*/ 1823332 h 2237474"/>
              <a:gd name="connsiteX110" fmla="*/ 4907662 w 12192000"/>
              <a:gd name="connsiteY110" fmla="*/ 1816900 h 2237474"/>
              <a:gd name="connsiteX111" fmla="*/ 4882386 w 12192000"/>
              <a:gd name="connsiteY111" fmla="*/ 1809844 h 2237474"/>
              <a:gd name="connsiteX112" fmla="*/ 4811440 w 12192000"/>
              <a:gd name="connsiteY112" fmla="*/ 1804655 h 2237474"/>
              <a:gd name="connsiteX113" fmla="*/ 4691075 w 12192000"/>
              <a:gd name="connsiteY113" fmla="*/ 1801389 h 2237474"/>
              <a:gd name="connsiteX114" fmla="*/ 4611738 w 12192000"/>
              <a:gd name="connsiteY114" fmla="*/ 1776964 h 2237474"/>
              <a:gd name="connsiteX115" fmla="*/ 4560070 w 12192000"/>
              <a:gd name="connsiteY115" fmla="*/ 1785640 h 2237474"/>
              <a:gd name="connsiteX116" fmla="*/ 4536503 w 12192000"/>
              <a:gd name="connsiteY116" fmla="*/ 1785334 h 2237474"/>
              <a:gd name="connsiteX117" fmla="*/ 4513724 w 12192000"/>
              <a:gd name="connsiteY117" fmla="*/ 1791996 h 2237474"/>
              <a:gd name="connsiteX118" fmla="*/ 4459810 w 12192000"/>
              <a:gd name="connsiteY118" fmla="*/ 1797886 h 2237474"/>
              <a:gd name="connsiteX119" fmla="*/ 4379064 w 12192000"/>
              <a:gd name="connsiteY119" fmla="*/ 1817177 h 2237474"/>
              <a:gd name="connsiteX120" fmla="*/ 4319209 w 12192000"/>
              <a:gd name="connsiteY120" fmla="*/ 1834833 h 2237474"/>
              <a:gd name="connsiteX121" fmla="*/ 4290981 w 12192000"/>
              <a:gd name="connsiteY121" fmla="*/ 1839677 h 2237474"/>
              <a:gd name="connsiteX122" fmla="*/ 4285792 w 12192000"/>
              <a:gd name="connsiteY122" fmla="*/ 1836231 h 2237474"/>
              <a:gd name="connsiteX123" fmla="*/ 4238372 w 12192000"/>
              <a:gd name="connsiteY123" fmla="*/ 1851480 h 2237474"/>
              <a:gd name="connsiteX124" fmla="*/ 4232517 w 12192000"/>
              <a:gd name="connsiteY124" fmla="*/ 1852567 h 2237474"/>
              <a:gd name="connsiteX125" fmla="*/ 4191732 w 12192000"/>
              <a:gd name="connsiteY125" fmla="*/ 1857328 h 2237474"/>
              <a:gd name="connsiteX126" fmla="*/ 4065532 w 12192000"/>
              <a:gd name="connsiteY126" fmla="*/ 1855477 h 2237474"/>
              <a:gd name="connsiteX127" fmla="*/ 4028460 w 12192000"/>
              <a:gd name="connsiteY127" fmla="*/ 1855137 h 2237474"/>
              <a:gd name="connsiteX128" fmla="*/ 4002267 w 12192000"/>
              <a:gd name="connsiteY128" fmla="*/ 1852352 h 2237474"/>
              <a:gd name="connsiteX129" fmla="*/ 3931396 w 12192000"/>
              <a:gd name="connsiteY129" fmla="*/ 1858915 h 2237474"/>
              <a:gd name="connsiteX130" fmla="*/ 3812162 w 12192000"/>
              <a:gd name="connsiteY130" fmla="*/ 1875501 h 2237474"/>
              <a:gd name="connsiteX131" fmla="*/ 3729530 w 12192000"/>
              <a:gd name="connsiteY131" fmla="*/ 1864513 h 2237474"/>
              <a:gd name="connsiteX132" fmla="*/ 3680177 w 12192000"/>
              <a:gd name="connsiteY132" fmla="*/ 1881552 h 2237474"/>
              <a:gd name="connsiteX133" fmla="*/ 3567259 w 12192000"/>
              <a:gd name="connsiteY133" fmla="*/ 1893482 h 2237474"/>
              <a:gd name="connsiteX134" fmla="*/ 3405770 w 12192000"/>
              <a:gd name="connsiteY134" fmla="*/ 1904591 h 2237474"/>
              <a:gd name="connsiteX135" fmla="*/ 3280097 w 12192000"/>
              <a:gd name="connsiteY135" fmla="*/ 1919610 h 2237474"/>
              <a:gd name="connsiteX136" fmla="*/ 3123424 w 12192000"/>
              <a:gd name="connsiteY136" fmla="*/ 1952930 h 2237474"/>
              <a:gd name="connsiteX137" fmla="*/ 3009910 w 12192000"/>
              <a:gd name="connsiteY137" fmla="*/ 1957866 h 2237474"/>
              <a:gd name="connsiteX138" fmla="*/ 2995934 w 12192000"/>
              <a:gd name="connsiteY138" fmla="*/ 1967085 h 2237474"/>
              <a:gd name="connsiteX139" fmla="*/ 2980071 w 12192000"/>
              <a:gd name="connsiteY139" fmla="*/ 1972988 h 2237474"/>
              <a:gd name="connsiteX140" fmla="*/ 2978094 w 12192000"/>
              <a:gd name="connsiteY140" fmla="*/ 1972369 h 2237474"/>
              <a:gd name="connsiteX141" fmla="*/ 2942858 w 12192000"/>
              <a:gd name="connsiteY141" fmla="*/ 1981367 h 2237474"/>
              <a:gd name="connsiteX142" fmla="*/ 2875436 w 12192000"/>
              <a:gd name="connsiteY142" fmla="*/ 1996977 h 2237474"/>
              <a:gd name="connsiteX143" fmla="*/ 2874892 w 12192000"/>
              <a:gd name="connsiteY143" fmla="*/ 1996085 h 2237474"/>
              <a:gd name="connsiteX144" fmla="*/ 2864145 w 12192000"/>
              <a:gd name="connsiteY144" fmla="*/ 1994061 h 2237474"/>
              <a:gd name="connsiteX145" fmla="*/ 2843662 w 12192000"/>
              <a:gd name="connsiteY145" fmla="*/ 1992498 h 2237474"/>
              <a:gd name="connsiteX146" fmla="*/ 2796128 w 12192000"/>
              <a:gd name="connsiteY146" fmla="*/ 1976403 h 2237474"/>
              <a:gd name="connsiteX147" fmla="*/ 2756784 w 12192000"/>
              <a:gd name="connsiteY147" fmla="*/ 1985116 h 2237474"/>
              <a:gd name="connsiteX148" fmla="*/ 2748833 w 12192000"/>
              <a:gd name="connsiteY148" fmla="*/ 1986323 h 2237474"/>
              <a:gd name="connsiteX149" fmla="*/ 2748661 w 12192000"/>
              <a:gd name="connsiteY149" fmla="*/ 1986122 h 2237474"/>
              <a:gd name="connsiteX150" fmla="*/ 2740251 w 12192000"/>
              <a:gd name="connsiteY150" fmla="*/ 1986946 h 2237474"/>
              <a:gd name="connsiteX151" fmla="*/ 2718916 w 12192000"/>
              <a:gd name="connsiteY151" fmla="*/ 1990867 h 2237474"/>
              <a:gd name="connsiteX152" fmla="*/ 2713522 w 12192000"/>
              <a:gd name="connsiteY152" fmla="*/ 1990173 h 2237474"/>
              <a:gd name="connsiteX153" fmla="*/ 2680597 w 12192000"/>
              <a:gd name="connsiteY153" fmla="*/ 1984996 h 2237474"/>
              <a:gd name="connsiteX154" fmla="*/ 2578178 w 12192000"/>
              <a:gd name="connsiteY154" fmla="*/ 1990531 h 2237474"/>
              <a:gd name="connsiteX155" fmla="*/ 2476147 w 12192000"/>
              <a:gd name="connsiteY155" fmla="*/ 1998305 h 2237474"/>
              <a:gd name="connsiteX156" fmla="*/ 2373568 w 12192000"/>
              <a:gd name="connsiteY156" fmla="*/ 2003219 h 2237474"/>
              <a:gd name="connsiteX157" fmla="*/ 2321399 w 12192000"/>
              <a:gd name="connsiteY157" fmla="*/ 1989467 h 2237474"/>
              <a:gd name="connsiteX158" fmla="*/ 2315525 w 12192000"/>
              <a:gd name="connsiteY158" fmla="*/ 1989708 h 2237474"/>
              <a:gd name="connsiteX159" fmla="*/ 2300792 w 12192000"/>
              <a:gd name="connsiteY159" fmla="*/ 1994290 h 2237474"/>
              <a:gd name="connsiteX160" fmla="*/ 2295469 w 12192000"/>
              <a:gd name="connsiteY160" fmla="*/ 1996659 h 2237474"/>
              <a:gd name="connsiteX161" fmla="*/ 2287219 w 12192000"/>
              <a:gd name="connsiteY161" fmla="*/ 1998750 h 2237474"/>
              <a:gd name="connsiteX162" fmla="*/ 2286948 w 12192000"/>
              <a:gd name="connsiteY162" fmla="*/ 1998596 h 2237474"/>
              <a:gd name="connsiteX163" fmla="*/ 2243069 w 12192000"/>
              <a:gd name="connsiteY163" fmla="*/ 2015111 h 2237474"/>
              <a:gd name="connsiteX164" fmla="*/ 2186609 w 12192000"/>
              <a:gd name="connsiteY164" fmla="*/ 2008263 h 2237474"/>
              <a:gd name="connsiteX165" fmla="*/ 2164831 w 12192000"/>
              <a:gd name="connsiteY165" fmla="*/ 2010143 h 2237474"/>
              <a:gd name="connsiteX166" fmla="*/ 2152836 w 12192000"/>
              <a:gd name="connsiteY166" fmla="*/ 2010048 h 2237474"/>
              <a:gd name="connsiteX167" fmla="*/ 2117102 w 12192000"/>
              <a:gd name="connsiteY167" fmla="*/ 2023004 h 2237474"/>
              <a:gd name="connsiteX168" fmla="*/ 2111935 w 12192000"/>
              <a:gd name="connsiteY168" fmla="*/ 2023163 h 2237474"/>
              <a:gd name="connsiteX169" fmla="*/ 2089991 w 12192000"/>
              <a:gd name="connsiteY169" fmla="*/ 2034193 h 2237474"/>
              <a:gd name="connsiteX170" fmla="*/ 2058061 w 12192000"/>
              <a:gd name="connsiteY170" fmla="*/ 2047942 h 2237474"/>
              <a:gd name="connsiteX171" fmla="*/ 2055737 w 12192000"/>
              <a:gd name="connsiteY171" fmla="*/ 2047704 h 2237474"/>
              <a:gd name="connsiteX172" fmla="*/ 2042244 w 12192000"/>
              <a:gd name="connsiteY172" fmla="*/ 2055560 h 2237474"/>
              <a:gd name="connsiteX173" fmla="*/ 1976224 w 12192000"/>
              <a:gd name="connsiteY173" fmla="*/ 2074257 h 2237474"/>
              <a:gd name="connsiteX174" fmla="*/ 1877728 w 12192000"/>
              <a:gd name="connsiteY174" fmla="*/ 2101004 h 2237474"/>
              <a:gd name="connsiteX175" fmla="*/ 1759056 w 12192000"/>
              <a:gd name="connsiteY175" fmla="*/ 2125608 h 2237474"/>
              <a:gd name="connsiteX176" fmla="*/ 1637948 w 12192000"/>
              <a:gd name="connsiteY176" fmla="*/ 2172597 h 2237474"/>
              <a:gd name="connsiteX177" fmla="*/ 1434549 w 12192000"/>
              <a:gd name="connsiteY177" fmla="*/ 2234522 h 2237474"/>
              <a:gd name="connsiteX178" fmla="*/ 1398481 w 12192000"/>
              <a:gd name="connsiteY178" fmla="*/ 2237074 h 2237474"/>
              <a:gd name="connsiteX179" fmla="*/ 1398407 w 12192000"/>
              <a:gd name="connsiteY179" fmla="*/ 2237095 h 2237474"/>
              <a:gd name="connsiteX180" fmla="*/ 1370962 w 12192000"/>
              <a:gd name="connsiteY180" fmla="*/ 2237474 h 2237474"/>
              <a:gd name="connsiteX181" fmla="*/ 1356367 w 12192000"/>
              <a:gd name="connsiteY181" fmla="*/ 2235089 h 2237474"/>
              <a:gd name="connsiteX182" fmla="*/ 1324828 w 12192000"/>
              <a:gd name="connsiteY182" fmla="*/ 2231968 h 2237474"/>
              <a:gd name="connsiteX183" fmla="*/ 1297744 w 12192000"/>
              <a:gd name="connsiteY183" fmla="*/ 2235849 h 2237474"/>
              <a:gd name="connsiteX184" fmla="*/ 1286236 w 12192000"/>
              <a:gd name="connsiteY184" fmla="*/ 2233135 h 2237474"/>
              <a:gd name="connsiteX185" fmla="*/ 1283504 w 12192000"/>
              <a:gd name="connsiteY185" fmla="*/ 2233797 h 2237474"/>
              <a:gd name="connsiteX186" fmla="*/ 1279765 w 12192000"/>
              <a:gd name="connsiteY186" fmla="*/ 2229639 h 2237474"/>
              <a:gd name="connsiteX187" fmla="*/ 1195347 w 12192000"/>
              <a:gd name="connsiteY187" fmla="*/ 2212354 h 2237474"/>
              <a:gd name="connsiteX188" fmla="*/ 970251 w 12192000"/>
              <a:gd name="connsiteY188" fmla="*/ 2221029 h 2237474"/>
              <a:gd name="connsiteX189" fmla="*/ 812914 w 12192000"/>
              <a:gd name="connsiteY189" fmla="*/ 2202752 h 2237474"/>
              <a:gd name="connsiteX190" fmla="*/ 800195 w 12192000"/>
              <a:gd name="connsiteY190" fmla="*/ 2209407 h 2237474"/>
              <a:gd name="connsiteX191" fmla="*/ 784978 w 12192000"/>
              <a:gd name="connsiteY191" fmla="*/ 2212360 h 2237474"/>
              <a:gd name="connsiteX192" fmla="*/ 681987 w 12192000"/>
              <a:gd name="connsiteY192" fmla="*/ 2216757 h 2237474"/>
              <a:gd name="connsiteX193" fmla="*/ 669923 w 12192000"/>
              <a:gd name="connsiteY193" fmla="*/ 2211682 h 2237474"/>
              <a:gd name="connsiteX194" fmla="*/ 648680 w 12192000"/>
              <a:gd name="connsiteY194" fmla="*/ 2206229 h 2237474"/>
              <a:gd name="connsiteX195" fmla="*/ 597225 w 12192000"/>
              <a:gd name="connsiteY195" fmla="*/ 2180999 h 2237474"/>
              <a:gd name="connsiteX196" fmla="*/ 558449 w 12192000"/>
              <a:gd name="connsiteY196" fmla="*/ 2182346 h 2237474"/>
              <a:gd name="connsiteX197" fmla="*/ 550517 w 12192000"/>
              <a:gd name="connsiteY197" fmla="*/ 2182060 h 2237474"/>
              <a:gd name="connsiteX198" fmla="*/ 550309 w 12192000"/>
              <a:gd name="connsiteY198" fmla="*/ 2181825 h 2237474"/>
              <a:gd name="connsiteX199" fmla="*/ 541836 w 12192000"/>
              <a:gd name="connsiteY199" fmla="*/ 2181063 h 2237474"/>
              <a:gd name="connsiteX200" fmla="*/ 536057 w 12192000"/>
              <a:gd name="connsiteY200" fmla="*/ 2181537 h 2237474"/>
              <a:gd name="connsiteX201" fmla="*/ 520671 w 12192000"/>
              <a:gd name="connsiteY201" fmla="*/ 2180980 h 2237474"/>
              <a:gd name="connsiteX202" fmla="*/ 515024 w 12192000"/>
              <a:gd name="connsiteY202" fmla="*/ 2179258 h 2237474"/>
              <a:gd name="connsiteX203" fmla="*/ 512278 w 12192000"/>
              <a:gd name="connsiteY203" fmla="*/ 2176369 h 2237474"/>
              <a:gd name="connsiteX204" fmla="*/ 480419 w 12192000"/>
              <a:gd name="connsiteY204" fmla="*/ 2167807 h 2237474"/>
              <a:gd name="connsiteX205" fmla="*/ 413835 w 12192000"/>
              <a:gd name="connsiteY205" fmla="*/ 2156783 h 2237474"/>
              <a:gd name="connsiteX206" fmla="*/ 376513 w 12192000"/>
              <a:gd name="connsiteY206" fmla="*/ 2154014 h 2237474"/>
              <a:gd name="connsiteX207" fmla="*/ 273386 w 12192000"/>
              <a:gd name="connsiteY207" fmla="*/ 2142551 h 2237474"/>
              <a:gd name="connsiteX208" fmla="*/ 169207 w 12192000"/>
              <a:gd name="connsiteY208" fmla="*/ 2128100 h 2237474"/>
              <a:gd name="connsiteX209" fmla="*/ 93149 w 12192000"/>
              <a:gd name="connsiteY209" fmla="*/ 2105324 h 2237474"/>
              <a:gd name="connsiteX210" fmla="*/ 88109 w 12192000"/>
              <a:gd name="connsiteY210" fmla="*/ 2106704 h 2237474"/>
              <a:gd name="connsiteX211" fmla="*/ 80022 w 12192000"/>
              <a:gd name="connsiteY211" fmla="*/ 2107254 h 2237474"/>
              <a:gd name="connsiteX212" fmla="*/ 79717 w 12192000"/>
              <a:gd name="connsiteY212" fmla="*/ 2107046 h 2237474"/>
              <a:gd name="connsiteX213" fmla="*/ 72352 w 12192000"/>
              <a:gd name="connsiteY213" fmla="*/ 2107991 h 2237474"/>
              <a:gd name="connsiteX214" fmla="*/ 37645 w 12192000"/>
              <a:gd name="connsiteY214" fmla="*/ 2115401 h 2237474"/>
              <a:gd name="connsiteX215" fmla="*/ 4572 w 12192000"/>
              <a:gd name="connsiteY215" fmla="*/ 2111091 h 2237474"/>
              <a:gd name="connsiteX216" fmla="*/ 0 w 12192000"/>
              <a:gd name="connsiteY216" fmla="*/ 2110468 h 2237474"/>
              <a:gd name="connsiteX217" fmla="*/ 0 w 12192000"/>
              <a:gd name="connsiteY217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61459 w 12192000"/>
              <a:gd name="connsiteY25" fmla="*/ 862394 h 2237474"/>
              <a:gd name="connsiteX26" fmla="*/ 9705768 w 12192000"/>
              <a:gd name="connsiteY26" fmla="*/ 894610 h 2237474"/>
              <a:gd name="connsiteX27" fmla="*/ 9683005 w 12192000"/>
              <a:gd name="connsiteY27" fmla="*/ 894128 h 2237474"/>
              <a:gd name="connsiteX28" fmla="*/ 9594438 w 12192000"/>
              <a:gd name="connsiteY28" fmla="*/ 919051 h 2237474"/>
              <a:gd name="connsiteX29" fmla="*/ 9577033 w 12192000"/>
              <a:gd name="connsiteY29" fmla="*/ 922857 h 2237474"/>
              <a:gd name="connsiteX30" fmla="*/ 9544189 w 12192000"/>
              <a:gd name="connsiteY30" fmla="*/ 938966 h 2237474"/>
              <a:gd name="connsiteX31" fmla="*/ 9500499 w 12192000"/>
              <a:gd name="connsiteY31" fmla="*/ 954680 h 2237474"/>
              <a:gd name="connsiteX32" fmla="*/ 9428195 w 12192000"/>
              <a:gd name="connsiteY32" fmla="*/ 986225 h 2237474"/>
              <a:gd name="connsiteX33" fmla="*/ 9410017 w 12192000"/>
              <a:gd name="connsiteY33" fmla="*/ 993931 h 2237474"/>
              <a:gd name="connsiteX34" fmla="*/ 9392919 w 12192000"/>
              <a:gd name="connsiteY34" fmla="*/ 994656 h 2237474"/>
              <a:gd name="connsiteX35" fmla="*/ 9278619 w 12192000"/>
              <a:gd name="connsiteY35" fmla="*/ 1011878 h 2237474"/>
              <a:gd name="connsiteX36" fmla="*/ 9268019 w 12192000"/>
              <a:gd name="connsiteY36" fmla="*/ 1007442 h 2237474"/>
              <a:gd name="connsiteX37" fmla="*/ 9234662 w 12192000"/>
              <a:gd name="connsiteY37" fmla="*/ 1023056 h 2237474"/>
              <a:gd name="connsiteX38" fmla="*/ 9181033 w 12192000"/>
              <a:gd name="connsiteY38" fmla="*/ 1037921 h 2237474"/>
              <a:gd name="connsiteX39" fmla="*/ 9155969 w 12192000"/>
              <a:gd name="connsiteY39" fmla="*/ 1046804 h 2237474"/>
              <a:gd name="connsiteX40" fmla="*/ 9133985 w 12192000"/>
              <a:gd name="connsiteY40" fmla="*/ 1046450 h 2237474"/>
              <a:gd name="connsiteX41" fmla="*/ 9012987 w 12192000"/>
              <a:gd name="connsiteY41" fmla="*/ 1061986 h 2237474"/>
              <a:gd name="connsiteX42" fmla="*/ 8968445 w 12192000"/>
              <a:gd name="connsiteY42" fmla="*/ 1052169 h 2237474"/>
              <a:gd name="connsiteX43" fmla="*/ 8958984 w 12192000"/>
              <a:gd name="connsiteY43" fmla="*/ 1057212 h 2237474"/>
              <a:gd name="connsiteX44" fmla="*/ 8886001 w 12192000"/>
              <a:gd name="connsiteY44" fmla="*/ 1067468 h 2237474"/>
              <a:gd name="connsiteX45" fmla="*/ 8838610 w 12192000"/>
              <a:gd name="connsiteY45" fmla="*/ 1075091 h 2237474"/>
              <a:gd name="connsiteX46" fmla="*/ 8750383 w 12192000"/>
              <a:gd name="connsiteY46" fmla="*/ 1097387 h 2237474"/>
              <a:gd name="connsiteX47" fmla="*/ 8697365 w 12192000"/>
              <a:gd name="connsiteY47" fmla="*/ 1105869 h 2237474"/>
              <a:gd name="connsiteX48" fmla="*/ 8665605 w 12192000"/>
              <a:gd name="connsiteY48" fmla="*/ 1110791 h 2237474"/>
              <a:gd name="connsiteX49" fmla="*/ 8584946 w 12192000"/>
              <a:gd name="connsiteY49" fmla="*/ 1135226 h 2237474"/>
              <a:gd name="connsiteX50" fmla="*/ 8460755 w 12192000"/>
              <a:gd name="connsiteY50" fmla="*/ 1203427 h 2237474"/>
              <a:gd name="connsiteX51" fmla="*/ 8419755 w 12192000"/>
              <a:gd name="connsiteY51" fmla="*/ 1216260 h 2237474"/>
              <a:gd name="connsiteX52" fmla="*/ 8411626 w 12192000"/>
              <a:gd name="connsiteY52" fmla="*/ 1214397 h 2237474"/>
              <a:gd name="connsiteX53" fmla="*/ 8363469 w 12192000"/>
              <a:gd name="connsiteY53" fmla="*/ 1246658 h 2237474"/>
              <a:gd name="connsiteX54" fmla="*/ 8275497 w 12192000"/>
              <a:gd name="connsiteY54" fmla="*/ 1264396 h 2237474"/>
              <a:gd name="connsiteX55" fmla="*/ 8206287 w 12192000"/>
              <a:gd name="connsiteY55" fmla="*/ 1273060 h 2237474"/>
              <a:gd name="connsiteX56" fmla="*/ 8168705 w 12192000"/>
              <a:gd name="connsiteY56" fmla="*/ 1279956 h 2237474"/>
              <a:gd name="connsiteX57" fmla="*/ 8139997 w 12192000"/>
              <a:gd name="connsiteY57" fmla="*/ 1282713 h 2237474"/>
              <a:gd name="connsiteX58" fmla="*/ 8074238 w 12192000"/>
              <a:gd name="connsiteY58" fmla="*/ 1301895 h 2237474"/>
              <a:gd name="connsiteX59" fmla="*/ 7968292 w 12192000"/>
              <a:gd name="connsiteY59" fmla="*/ 1338779 h 2237474"/>
              <a:gd name="connsiteX60" fmla="*/ 7945122 w 12192000"/>
              <a:gd name="connsiteY60" fmla="*/ 1345477 h 2237474"/>
              <a:gd name="connsiteX61" fmla="*/ 7902328 w 12192000"/>
              <a:gd name="connsiteY61" fmla="*/ 1345865 h 2237474"/>
              <a:gd name="connsiteX62" fmla="*/ 7875879 w 12192000"/>
              <a:gd name="connsiteY62" fmla="*/ 1345646 h 2237474"/>
              <a:gd name="connsiteX63" fmla="*/ 7840612 w 12192000"/>
              <a:gd name="connsiteY63" fmla="*/ 1369373 h 2237474"/>
              <a:gd name="connsiteX64" fmla="*/ 7786819 w 12192000"/>
              <a:gd name="connsiteY64" fmla="*/ 1378970 h 2237474"/>
              <a:gd name="connsiteX65" fmla="*/ 7548172 w 12192000"/>
              <a:gd name="connsiteY65" fmla="*/ 1417460 h 2237474"/>
              <a:gd name="connsiteX66" fmla="*/ 7483437 w 12192000"/>
              <a:gd name="connsiteY66" fmla="*/ 1478152 h 2237474"/>
              <a:gd name="connsiteX67" fmla="*/ 7377870 w 12192000"/>
              <a:gd name="connsiteY67" fmla="*/ 1523319 h 2237474"/>
              <a:gd name="connsiteX68" fmla="*/ 7230737 w 12192000"/>
              <a:gd name="connsiteY68" fmla="*/ 1562633 h 2237474"/>
              <a:gd name="connsiteX69" fmla="*/ 7224458 w 12192000"/>
              <a:gd name="connsiteY69" fmla="*/ 1573008 h 2237474"/>
              <a:gd name="connsiteX70" fmla="*/ 7213486 w 12192000"/>
              <a:gd name="connsiteY70" fmla="*/ 1580987 h 2237474"/>
              <a:gd name="connsiteX71" fmla="*/ 7183121 w 12192000"/>
              <a:gd name="connsiteY71" fmla="*/ 1595162 h 2237474"/>
              <a:gd name="connsiteX72" fmla="*/ 7164601 w 12192000"/>
              <a:gd name="connsiteY72" fmla="*/ 1606490 h 2237474"/>
              <a:gd name="connsiteX73" fmla="*/ 7114651 w 12192000"/>
              <a:gd name="connsiteY73" fmla="*/ 1620959 h 2237474"/>
              <a:gd name="connsiteX74" fmla="*/ 7092727 w 12192000"/>
              <a:gd name="connsiteY74" fmla="*/ 1623628 h 2237474"/>
              <a:gd name="connsiteX75" fmla="*/ 7031309 w 12192000"/>
              <a:gd name="connsiteY75" fmla="*/ 1619451 h 2237474"/>
              <a:gd name="connsiteX76" fmla="*/ 6999084 w 12192000"/>
              <a:gd name="connsiteY76" fmla="*/ 1634317 h 2237474"/>
              <a:gd name="connsiteX77" fmla="*/ 6992107 w 12192000"/>
              <a:gd name="connsiteY77" fmla="*/ 1636860 h 2237474"/>
              <a:gd name="connsiteX78" fmla="*/ 6991765 w 12192000"/>
              <a:gd name="connsiteY78" fmla="*/ 1636725 h 2237474"/>
              <a:gd name="connsiteX79" fmla="*/ 6900177 w 12192000"/>
              <a:gd name="connsiteY79" fmla="*/ 1636016 h 2237474"/>
              <a:gd name="connsiteX80" fmla="*/ 6795372 w 12192000"/>
              <a:gd name="connsiteY80" fmla="*/ 1644845 h 2237474"/>
              <a:gd name="connsiteX81" fmla="*/ 6692251 w 12192000"/>
              <a:gd name="connsiteY81" fmla="*/ 1656357 h 2237474"/>
              <a:gd name="connsiteX82" fmla="*/ 6655235 w 12192000"/>
              <a:gd name="connsiteY82" fmla="*/ 1661869 h 2237474"/>
              <a:gd name="connsiteX83" fmla="*/ 6587857 w 12192000"/>
              <a:gd name="connsiteY83" fmla="*/ 1665769 h 2237474"/>
              <a:gd name="connsiteX84" fmla="*/ 6554894 w 12192000"/>
              <a:gd name="connsiteY84" fmla="*/ 1664428 h 2237474"/>
              <a:gd name="connsiteX85" fmla="*/ 6516595 w 12192000"/>
              <a:gd name="connsiteY85" fmla="*/ 1667475 h 2237474"/>
              <a:gd name="connsiteX86" fmla="*/ 6508541 w 12192000"/>
              <a:gd name="connsiteY86" fmla="*/ 1668757 h 2237474"/>
              <a:gd name="connsiteX87" fmla="*/ 6471012 w 12192000"/>
              <a:gd name="connsiteY87" fmla="*/ 1678604 h 2237474"/>
              <a:gd name="connsiteX88" fmla="*/ 6415265 w 12192000"/>
              <a:gd name="connsiteY88" fmla="*/ 1665317 h 2237474"/>
              <a:gd name="connsiteX89" fmla="*/ 6364035 w 12192000"/>
              <a:gd name="connsiteY89" fmla="*/ 1667683 h 2237474"/>
              <a:gd name="connsiteX90" fmla="*/ 6280959 w 12192000"/>
              <a:gd name="connsiteY90" fmla="*/ 1689329 h 2237474"/>
              <a:gd name="connsiteX91" fmla="*/ 6243319 w 12192000"/>
              <a:gd name="connsiteY91" fmla="*/ 1695560 h 2237474"/>
              <a:gd name="connsiteX92" fmla="*/ 6098321 w 12192000"/>
              <a:gd name="connsiteY92" fmla="*/ 1721646 h 2237474"/>
              <a:gd name="connsiteX93" fmla="*/ 5880652 w 12192000"/>
              <a:gd name="connsiteY93" fmla="*/ 1779643 h 2237474"/>
              <a:gd name="connsiteX94" fmla="*/ 5785959 w 12192000"/>
              <a:gd name="connsiteY94" fmla="*/ 1775307 h 2237474"/>
              <a:gd name="connsiteX95" fmla="*/ 5643534 w 12192000"/>
              <a:gd name="connsiteY95" fmla="*/ 1802919 h 2237474"/>
              <a:gd name="connsiteX96" fmla="*/ 5518799 w 12192000"/>
              <a:gd name="connsiteY96" fmla="*/ 1818312 h 2237474"/>
              <a:gd name="connsiteX97" fmla="*/ 5505014 w 12192000"/>
              <a:gd name="connsiteY97" fmla="*/ 1819259 h 2237474"/>
              <a:gd name="connsiteX98" fmla="*/ 5453307 w 12192000"/>
              <a:gd name="connsiteY98" fmla="*/ 1815450 h 2237474"/>
              <a:gd name="connsiteX99" fmla="*/ 5364192 w 12192000"/>
              <a:gd name="connsiteY99" fmla="*/ 1826074 h 2237474"/>
              <a:gd name="connsiteX100" fmla="*/ 5350380 w 12192000"/>
              <a:gd name="connsiteY100" fmla="*/ 1830891 h 2237474"/>
              <a:gd name="connsiteX101" fmla="*/ 5259633 w 12192000"/>
              <a:gd name="connsiteY101" fmla="*/ 1837160 h 2237474"/>
              <a:gd name="connsiteX102" fmla="*/ 5197513 w 12192000"/>
              <a:gd name="connsiteY102" fmla="*/ 1844718 h 2237474"/>
              <a:gd name="connsiteX103" fmla="*/ 5168852 w 12192000"/>
              <a:gd name="connsiteY103" fmla="*/ 1844846 h 2237474"/>
              <a:gd name="connsiteX104" fmla="*/ 5114927 w 12192000"/>
              <a:gd name="connsiteY104" fmla="*/ 1847827 h 2237474"/>
              <a:gd name="connsiteX105" fmla="*/ 5108970 w 12192000"/>
              <a:gd name="connsiteY105" fmla="*/ 1847935 h 2237474"/>
              <a:gd name="connsiteX106" fmla="*/ 5067961 w 12192000"/>
              <a:gd name="connsiteY106" fmla="*/ 1845917 h 2237474"/>
              <a:gd name="connsiteX107" fmla="*/ 5007075 w 12192000"/>
              <a:gd name="connsiteY107" fmla="*/ 1838626 h 2237474"/>
              <a:gd name="connsiteX108" fmla="*/ 4944087 w 12192000"/>
              <a:gd name="connsiteY108" fmla="*/ 1823332 h 2237474"/>
              <a:gd name="connsiteX109" fmla="*/ 4907662 w 12192000"/>
              <a:gd name="connsiteY109" fmla="*/ 1816900 h 2237474"/>
              <a:gd name="connsiteX110" fmla="*/ 4882386 w 12192000"/>
              <a:gd name="connsiteY110" fmla="*/ 1809844 h 2237474"/>
              <a:gd name="connsiteX111" fmla="*/ 4811440 w 12192000"/>
              <a:gd name="connsiteY111" fmla="*/ 1804655 h 2237474"/>
              <a:gd name="connsiteX112" fmla="*/ 4691075 w 12192000"/>
              <a:gd name="connsiteY112" fmla="*/ 1801389 h 2237474"/>
              <a:gd name="connsiteX113" fmla="*/ 4611738 w 12192000"/>
              <a:gd name="connsiteY113" fmla="*/ 1776964 h 2237474"/>
              <a:gd name="connsiteX114" fmla="*/ 4560070 w 12192000"/>
              <a:gd name="connsiteY114" fmla="*/ 1785640 h 2237474"/>
              <a:gd name="connsiteX115" fmla="*/ 4536503 w 12192000"/>
              <a:gd name="connsiteY115" fmla="*/ 1785334 h 2237474"/>
              <a:gd name="connsiteX116" fmla="*/ 4513724 w 12192000"/>
              <a:gd name="connsiteY116" fmla="*/ 1791996 h 2237474"/>
              <a:gd name="connsiteX117" fmla="*/ 4459810 w 12192000"/>
              <a:gd name="connsiteY117" fmla="*/ 1797886 h 2237474"/>
              <a:gd name="connsiteX118" fmla="*/ 4379064 w 12192000"/>
              <a:gd name="connsiteY118" fmla="*/ 1817177 h 2237474"/>
              <a:gd name="connsiteX119" fmla="*/ 4319209 w 12192000"/>
              <a:gd name="connsiteY119" fmla="*/ 1834833 h 2237474"/>
              <a:gd name="connsiteX120" fmla="*/ 4290981 w 12192000"/>
              <a:gd name="connsiteY120" fmla="*/ 1839677 h 2237474"/>
              <a:gd name="connsiteX121" fmla="*/ 4285792 w 12192000"/>
              <a:gd name="connsiteY121" fmla="*/ 1836231 h 2237474"/>
              <a:gd name="connsiteX122" fmla="*/ 4238372 w 12192000"/>
              <a:gd name="connsiteY122" fmla="*/ 1851480 h 2237474"/>
              <a:gd name="connsiteX123" fmla="*/ 4232517 w 12192000"/>
              <a:gd name="connsiteY123" fmla="*/ 1852567 h 2237474"/>
              <a:gd name="connsiteX124" fmla="*/ 4191732 w 12192000"/>
              <a:gd name="connsiteY124" fmla="*/ 1857328 h 2237474"/>
              <a:gd name="connsiteX125" fmla="*/ 4065532 w 12192000"/>
              <a:gd name="connsiteY125" fmla="*/ 1855477 h 2237474"/>
              <a:gd name="connsiteX126" fmla="*/ 4028460 w 12192000"/>
              <a:gd name="connsiteY126" fmla="*/ 1855137 h 2237474"/>
              <a:gd name="connsiteX127" fmla="*/ 4002267 w 12192000"/>
              <a:gd name="connsiteY127" fmla="*/ 1852352 h 2237474"/>
              <a:gd name="connsiteX128" fmla="*/ 3931396 w 12192000"/>
              <a:gd name="connsiteY128" fmla="*/ 1858915 h 2237474"/>
              <a:gd name="connsiteX129" fmla="*/ 3812162 w 12192000"/>
              <a:gd name="connsiteY129" fmla="*/ 1875501 h 2237474"/>
              <a:gd name="connsiteX130" fmla="*/ 3729530 w 12192000"/>
              <a:gd name="connsiteY130" fmla="*/ 1864513 h 2237474"/>
              <a:gd name="connsiteX131" fmla="*/ 3680177 w 12192000"/>
              <a:gd name="connsiteY131" fmla="*/ 1881552 h 2237474"/>
              <a:gd name="connsiteX132" fmla="*/ 3567259 w 12192000"/>
              <a:gd name="connsiteY132" fmla="*/ 1893482 h 2237474"/>
              <a:gd name="connsiteX133" fmla="*/ 3405770 w 12192000"/>
              <a:gd name="connsiteY133" fmla="*/ 1904591 h 2237474"/>
              <a:gd name="connsiteX134" fmla="*/ 3280097 w 12192000"/>
              <a:gd name="connsiteY134" fmla="*/ 1919610 h 2237474"/>
              <a:gd name="connsiteX135" fmla="*/ 3123424 w 12192000"/>
              <a:gd name="connsiteY135" fmla="*/ 1952930 h 2237474"/>
              <a:gd name="connsiteX136" fmla="*/ 3009910 w 12192000"/>
              <a:gd name="connsiteY136" fmla="*/ 1957866 h 2237474"/>
              <a:gd name="connsiteX137" fmla="*/ 2995934 w 12192000"/>
              <a:gd name="connsiteY137" fmla="*/ 1967085 h 2237474"/>
              <a:gd name="connsiteX138" fmla="*/ 2980071 w 12192000"/>
              <a:gd name="connsiteY138" fmla="*/ 1972988 h 2237474"/>
              <a:gd name="connsiteX139" fmla="*/ 2978094 w 12192000"/>
              <a:gd name="connsiteY139" fmla="*/ 1972369 h 2237474"/>
              <a:gd name="connsiteX140" fmla="*/ 2942858 w 12192000"/>
              <a:gd name="connsiteY140" fmla="*/ 1981367 h 2237474"/>
              <a:gd name="connsiteX141" fmla="*/ 2875436 w 12192000"/>
              <a:gd name="connsiteY141" fmla="*/ 1996977 h 2237474"/>
              <a:gd name="connsiteX142" fmla="*/ 2874892 w 12192000"/>
              <a:gd name="connsiteY142" fmla="*/ 1996085 h 2237474"/>
              <a:gd name="connsiteX143" fmla="*/ 2864145 w 12192000"/>
              <a:gd name="connsiteY143" fmla="*/ 1994061 h 2237474"/>
              <a:gd name="connsiteX144" fmla="*/ 2843662 w 12192000"/>
              <a:gd name="connsiteY144" fmla="*/ 1992498 h 2237474"/>
              <a:gd name="connsiteX145" fmla="*/ 2796128 w 12192000"/>
              <a:gd name="connsiteY145" fmla="*/ 1976403 h 2237474"/>
              <a:gd name="connsiteX146" fmla="*/ 2756784 w 12192000"/>
              <a:gd name="connsiteY146" fmla="*/ 1985116 h 2237474"/>
              <a:gd name="connsiteX147" fmla="*/ 2748833 w 12192000"/>
              <a:gd name="connsiteY147" fmla="*/ 1986323 h 2237474"/>
              <a:gd name="connsiteX148" fmla="*/ 2748661 w 12192000"/>
              <a:gd name="connsiteY148" fmla="*/ 1986122 h 2237474"/>
              <a:gd name="connsiteX149" fmla="*/ 2740251 w 12192000"/>
              <a:gd name="connsiteY149" fmla="*/ 1986946 h 2237474"/>
              <a:gd name="connsiteX150" fmla="*/ 2718916 w 12192000"/>
              <a:gd name="connsiteY150" fmla="*/ 1990867 h 2237474"/>
              <a:gd name="connsiteX151" fmla="*/ 2713522 w 12192000"/>
              <a:gd name="connsiteY151" fmla="*/ 1990173 h 2237474"/>
              <a:gd name="connsiteX152" fmla="*/ 2680597 w 12192000"/>
              <a:gd name="connsiteY152" fmla="*/ 1984996 h 2237474"/>
              <a:gd name="connsiteX153" fmla="*/ 2578178 w 12192000"/>
              <a:gd name="connsiteY153" fmla="*/ 1990531 h 2237474"/>
              <a:gd name="connsiteX154" fmla="*/ 2476147 w 12192000"/>
              <a:gd name="connsiteY154" fmla="*/ 1998305 h 2237474"/>
              <a:gd name="connsiteX155" fmla="*/ 2373568 w 12192000"/>
              <a:gd name="connsiteY155" fmla="*/ 2003219 h 2237474"/>
              <a:gd name="connsiteX156" fmla="*/ 2321399 w 12192000"/>
              <a:gd name="connsiteY156" fmla="*/ 1989467 h 2237474"/>
              <a:gd name="connsiteX157" fmla="*/ 2315525 w 12192000"/>
              <a:gd name="connsiteY157" fmla="*/ 1989708 h 2237474"/>
              <a:gd name="connsiteX158" fmla="*/ 2300792 w 12192000"/>
              <a:gd name="connsiteY158" fmla="*/ 1994290 h 2237474"/>
              <a:gd name="connsiteX159" fmla="*/ 2295469 w 12192000"/>
              <a:gd name="connsiteY159" fmla="*/ 1996659 h 2237474"/>
              <a:gd name="connsiteX160" fmla="*/ 2287219 w 12192000"/>
              <a:gd name="connsiteY160" fmla="*/ 1998750 h 2237474"/>
              <a:gd name="connsiteX161" fmla="*/ 2286948 w 12192000"/>
              <a:gd name="connsiteY161" fmla="*/ 1998596 h 2237474"/>
              <a:gd name="connsiteX162" fmla="*/ 2243069 w 12192000"/>
              <a:gd name="connsiteY162" fmla="*/ 2015111 h 2237474"/>
              <a:gd name="connsiteX163" fmla="*/ 2186609 w 12192000"/>
              <a:gd name="connsiteY163" fmla="*/ 2008263 h 2237474"/>
              <a:gd name="connsiteX164" fmla="*/ 2164831 w 12192000"/>
              <a:gd name="connsiteY164" fmla="*/ 2010143 h 2237474"/>
              <a:gd name="connsiteX165" fmla="*/ 2152836 w 12192000"/>
              <a:gd name="connsiteY165" fmla="*/ 2010048 h 2237474"/>
              <a:gd name="connsiteX166" fmla="*/ 2117102 w 12192000"/>
              <a:gd name="connsiteY166" fmla="*/ 2023004 h 2237474"/>
              <a:gd name="connsiteX167" fmla="*/ 2111935 w 12192000"/>
              <a:gd name="connsiteY167" fmla="*/ 2023163 h 2237474"/>
              <a:gd name="connsiteX168" fmla="*/ 2089991 w 12192000"/>
              <a:gd name="connsiteY168" fmla="*/ 2034193 h 2237474"/>
              <a:gd name="connsiteX169" fmla="*/ 2058061 w 12192000"/>
              <a:gd name="connsiteY169" fmla="*/ 2047942 h 2237474"/>
              <a:gd name="connsiteX170" fmla="*/ 2055737 w 12192000"/>
              <a:gd name="connsiteY170" fmla="*/ 2047704 h 2237474"/>
              <a:gd name="connsiteX171" fmla="*/ 2042244 w 12192000"/>
              <a:gd name="connsiteY171" fmla="*/ 2055560 h 2237474"/>
              <a:gd name="connsiteX172" fmla="*/ 1976224 w 12192000"/>
              <a:gd name="connsiteY172" fmla="*/ 2074257 h 2237474"/>
              <a:gd name="connsiteX173" fmla="*/ 1877728 w 12192000"/>
              <a:gd name="connsiteY173" fmla="*/ 2101004 h 2237474"/>
              <a:gd name="connsiteX174" fmla="*/ 1759056 w 12192000"/>
              <a:gd name="connsiteY174" fmla="*/ 2125608 h 2237474"/>
              <a:gd name="connsiteX175" fmla="*/ 1637948 w 12192000"/>
              <a:gd name="connsiteY175" fmla="*/ 2172597 h 2237474"/>
              <a:gd name="connsiteX176" fmla="*/ 1434549 w 12192000"/>
              <a:gd name="connsiteY176" fmla="*/ 2234522 h 2237474"/>
              <a:gd name="connsiteX177" fmla="*/ 1398481 w 12192000"/>
              <a:gd name="connsiteY177" fmla="*/ 2237074 h 2237474"/>
              <a:gd name="connsiteX178" fmla="*/ 1398407 w 12192000"/>
              <a:gd name="connsiteY178" fmla="*/ 2237095 h 2237474"/>
              <a:gd name="connsiteX179" fmla="*/ 1370962 w 12192000"/>
              <a:gd name="connsiteY179" fmla="*/ 2237474 h 2237474"/>
              <a:gd name="connsiteX180" fmla="*/ 1356367 w 12192000"/>
              <a:gd name="connsiteY180" fmla="*/ 2235089 h 2237474"/>
              <a:gd name="connsiteX181" fmla="*/ 1324828 w 12192000"/>
              <a:gd name="connsiteY181" fmla="*/ 2231968 h 2237474"/>
              <a:gd name="connsiteX182" fmla="*/ 1297744 w 12192000"/>
              <a:gd name="connsiteY182" fmla="*/ 2235849 h 2237474"/>
              <a:gd name="connsiteX183" fmla="*/ 1286236 w 12192000"/>
              <a:gd name="connsiteY183" fmla="*/ 2233135 h 2237474"/>
              <a:gd name="connsiteX184" fmla="*/ 1283504 w 12192000"/>
              <a:gd name="connsiteY184" fmla="*/ 2233797 h 2237474"/>
              <a:gd name="connsiteX185" fmla="*/ 1279765 w 12192000"/>
              <a:gd name="connsiteY185" fmla="*/ 2229639 h 2237474"/>
              <a:gd name="connsiteX186" fmla="*/ 1195347 w 12192000"/>
              <a:gd name="connsiteY186" fmla="*/ 2212354 h 2237474"/>
              <a:gd name="connsiteX187" fmla="*/ 970251 w 12192000"/>
              <a:gd name="connsiteY187" fmla="*/ 2221029 h 2237474"/>
              <a:gd name="connsiteX188" fmla="*/ 812914 w 12192000"/>
              <a:gd name="connsiteY188" fmla="*/ 2202752 h 2237474"/>
              <a:gd name="connsiteX189" fmla="*/ 800195 w 12192000"/>
              <a:gd name="connsiteY189" fmla="*/ 2209407 h 2237474"/>
              <a:gd name="connsiteX190" fmla="*/ 784978 w 12192000"/>
              <a:gd name="connsiteY190" fmla="*/ 2212360 h 2237474"/>
              <a:gd name="connsiteX191" fmla="*/ 681987 w 12192000"/>
              <a:gd name="connsiteY191" fmla="*/ 2216757 h 2237474"/>
              <a:gd name="connsiteX192" fmla="*/ 669923 w 12192000"/>
              <a:gd name="connsiteY192" fmla="*/ 2211682 h 2237474"/>
              <a:gd name="connsiteX193" fmla="*/ 648680 w 12192000"/>
              <a:gd name="connsiteY193" fmla="*/ 2206229 h 2237474"/>
              <a:gd name="connsiteX194" fmla="*/ 597225 w 12192000"/>
              <a:gd name="connsiteY194" fmla="*/ 2180999 h 2237474"/>
              <a:gd name="connsiteX195" fmla="*/ 558449 w 12192000"/>
              <a:gd name="connsiteY195" fmla="*/ 2182346 h 2237474"/>
              <a:gd name="connsiteX196" fmla="*/ 550517 w 12192000"/>
              <a:gd name="connsiteY196" fmla="*/ 2182060 h 2237474"/>
              <a:gd name="connsiteX197" fmla="*/ 550309 w 12192000"/>
              <a:gd name="connsiteY197" fmla="*/ 2181825 h 2237474"/>
              <a:gd name="connsiteX198" fmla="*/ 541836 w 12192000"/>
              <a:gd name="connsiteY198" fmla="*/ 2181063 h 2237474"/>
              <a:gd name="connsiteX199" fmla="*/ 536057 w 12192000"/>
              <a:gd name="connsiteY199" fmla="*/ 2181537 h 2237474"/>
              <a:gd name="connsiteX200" fmla="*/ 520671 w 12192000"/>
              <a:gd name="connsiteY200" fmla="*/ 2180980 h 2237474"/>
              <a:gd name="connsiteX201" fmla="*/ 515024 w 12192000"/>
              <a:gd name="connsiteY201" fmla="*/ 2179258 h 2237474"/>
              <a:gd name="connsiteX202" fmla="*/ 512278 w 12192000"/>
              <a:gd name="connsiteY202" fmla="*/ 2176369 h 2237474"/>
              <a:gd name="connsiteX203" fmla="*/ 480419 w 12192000"/>
              <a:gd name="connsiteY203" fmla="*/ 2167807 h 2237474"/>
              <a:gd name="connsiteX204" fmla="*/ 413835 w 12192000"/>
              <a:gd name="connsiteY204" fmla="*/ 2156783 h 2237474"/>
              <a:gd name="connsiteX205" fmla="*/ 376513 w 12192000"/>
              <a:gd name="connsiteY205" fmla="*/ 2154014 h 2237474"/>
              <a:gd name="connsiteX206" fmla="*/ 273386 w 12192000"/>
              <a:gd name="connsiteY206" fmla="*/ 2142551 h 2237474"/>
              <a:gd name="connsiteX207" fmla="*/ 169207 w 12192000"/>
              <a:gd name="connsiteY207" fmla="*/ 2128100 h 2237474"/>
              <a:gd name="connsiteX208" fmla="*/ 93149 w 12192000"/>
              <a:gd name="connsiteY208" fmla="*/ 2105324 h 2237474"/>
              <a:gd name="connsiteX209" fmla="*/ 88109 w 12192000"/>
              <a:gd name="connsiteY209" fmla="*/ 2106704 h 2237474"/>
              <a:gd name="connsiteX210" fmla="*/ 80022 w 12192000"/>
              <a:gd name="connsiteY210" fmla="*/ 2107254 h 2237474"/>
              <a:gd name="connsiteX211" fmla="*/ 79717 w 12192000"/>
              <a:gd name="connsiteY211" fmla="*/ 2107046 h 2237474"/>
              <a:gd name="connsiteX212" fmla="*/ 72352 w 12192000"/>
              <a:gd name="connsiteY212" fmla="*/ 2107991 h 2237474"/>
              <a:gd name="connsiteX213" fmla="*/ 37645 w 12192000"/>
              <a:gd name="connsiteY213" fmla="*/ 2115401 h 2237474"/>
              <a:gd name="connsiteX214" fmla="*/ 4572 w 12192000"/>
              <a:gd name="connsiteY214" fmla="*/ 2111091 h 2237474"/>
              <a:gd name="connsiteX215" fmla="*/ 0 w 12192000"/>
              <a:gd name="connsiteY215" fmla="*/ 2110468 h 2237474"/>
              <a:gd name="connsiteX216" fmla="*/ 0 w 12192000"/>
              <a:gd name="connsiteY216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61459 w 12192000"/>
              <a:gd name="connsiteY25" fmla="*/ 862394 h 2237474"/>
              <a:gd name="connsiteX26" fmla="*/ 9705768 w 12192000"/>
              <a:gd name="connsiteY26" fmla="*/ 894610 h 2237474"/>
              <a:gd name="connsiteX27" fmla="*/ 9683005 w 12192000"/>
              <a:gd name="connsiteY27" fmla="*/ 894128 h 2237474"/>
              <a:gd name="connsiteX28" fmla="*/ 9594438 w 12192000"/>
              <a:gd name="connsiteY28" fmla="*/ 919051 h 2237474"/>
              <a:gd name="connsiteX29" fmla="*/ 9577033 w 12192000"/>
              <a:gd name="connsiteY29" fmla="*/ 922857 h 2237474"/>
              <a:gd name="connsiteX30" fmla="*/ 9544189 w 12192000"/>
              <a:gd name="connsiteY30" fmla="*/ 938966 h 2237474"/>
              <a:gd name="connsiteX31" fmla="*/ 9500499 w 12192000"/>
              <a:gd name="connsiteY31" fmla="*/ 954680 h 2237474"/>
              <a:gd name="connsiteX32" fmla="*/ 9428195 w 12192000"/>
              <a:gd name="connsiteY32" fmla="*/ 986225 h 2237474"/>
              <a:gd name="connsiteX33" fmla="*/ 9410017 w 12192000"/>
              <a:gd name="connsiteY33" fmla="*/ 993931 h 2237474"/>
              <a:gd name="connsiteX34" fmla="*/ 9392919 w 12192000"/>
              <a:gd name="connsiteY34" fmla="*/ 994656 h 2237474"/>
              <a:gd name="connsiteX35" fmla="*/ 9278619 w 12192000"/>
              <a:gd name="connsiteY35" fmla="*/ 1011878 h 2237474"/>
              <a:gd name="connsiteX36" fmla="*/ 9268019 w 12192000"/>
              <a:gd name="connsiteY36" fmla="*/ 1007442 h 2237474"/>
              <a:gd name="connsiteX37" fmla="*/ 9234662 w 12192000"/>
              <a:gd name="connsiteY37" fmla="*/ 1023056 h 2237474"/>
              <a:gd name="connsiteX38" fmla="*/ 9181033 w 12192000"/>
              <a:gd name="connsiteY38" fmla="*/ 1037921 h 2237474"/>
              <a:gd name="connsiteX39" fmla="*/ 9155969 w 12192000"/>
              <a:gd name="connsiteY39" fmla="*/ 1046804 h 2237474"/>
              <a:gd name="connsiteX40" fmla="*/ 9133985 w 12192000"/>
              <a:gd name="connsiteY40" fmla="*/ 1046450 h 2237474"/>
              <a:gd name="connsiteX41" fmla="*/ 9012987 w 12192000"/>
              <a:gd name="connsiteY41" fmla="*/ 1061986 h 2237474"/>
              <a:gd name="connsiteX42" fmla="*/ 8968445 w 12192000"/>
              <a:gd name="connsiteY42" fmla="*/ 1052169 h 2237474"/>
              <a:gd name="connsiteX43" fmla="*/ 8958984 w 12192000"/>
              <a:gd name="connsiteY43" fmla="*/ 1057212 h 2237474"/>
              <a:gd name="connsiteX44" fmla="*/ 8886001 w 12192000"/>
              <a:gd name="connsiteY44" fmla="*/ 1067468 h 2237474"/>
              <a:gd name="connsiteX45" fmla="*/ 8838610 w 12192000"/>
              <a:gd name="connsiteY45" fmla="*/ 1075091 h 2237474"/>
              <a:gd name="connsiteX46" fmla="*/ 8750383 w 12192000"/>
              <a:gd name="connsiteY46" fmla="*/ 1097387 h 2237474"/>
              <a:gd name="connsiteX47" fmla="*/ 8697365 w 12192000"/>
              <a:gd name="connsiteY47" fmla="*/ 1105869 h 2237474"/>
              <a:gd name="connsiteX48" fmla="*/ 8665605 w 12192000"/>
              <a:gd name="connsiteY48" fmla="*/ 1110791 h 2237474"/>
              <a:gd name="connsiteX49" fmla="*/ 8584946 w 12192000"/>
              <a:gd name="connsiteY49" fmla="*/ 1135226 h 2237474"/>
              <a:gd name="connsiteX50" fmla="*/ 8460755 w 12192000"/>
              <a:gd name="connsiteY50" fmla="*/ 1203427 h 2237474"/>
              <a:gd name="connsiteX51" fmla="*/ 8419755 w 12192000"/>
              <a:gd name="connsiteY51" fmla="*/ 1216260 h 2237474"/>
              <a:gd name="connsiteX52" fmla="*/ 8411626 w 12192000"/>
              <a:gd name="connsiteY52" fmla="*/ 1214397 h 2237474"/>
              <a:gd name="connsiteX53" fmla="*/ 8363469 w 12192000"/>
              <a:gd name="connsiteY53" fmla="*/ 1246658 h 2237474"/>
              <a:gd name="connsiteX54" fmla="*/ 8275497 w 12192000"/>
              <a:gd name="connsiteY54" fmla="*/ 1264396 h 2237474"/>
              <a:gd name="connsiteX55" fmla="*/ 8206287 w 12192000"/>
              <a:gd name="connsiteY55" fmla="*/ 1273060 h 2237474"/>
              <a:gd name="connsiteX56" fmla="*/ 8168705 w 12192000"/>
              <a:gd name="connsiteY56" fmla="*/ 1279956 h 2237474"/>
              <a:gd name="connsiteX57" fmla="*/ 8139997 w 12192000"/>
              <a:gd name="connsiteY57" fmla="*/ 1282713 h 2237474"/>
              <a:gd name="connsiteX58" fmla="*/ 8074238 w 12192000"/>
              <a:gd name="connsiteY58" fmla="*/ 1301895 h 2237474"/>
              <a:gd name="connsiteX59" fmla="*/ 7968292 w 12192000"/>
              <a:gd name="connsiteY59" fmla="*/ 1338779 h 2237474"/>
              <a:gd name="connsiteX60" fmla="*/ 7945122 w 12192000"/>
              <a:gd name="connsiteY60" fmla="*/ 1345477 h 2237474"/>
              <a:gd name="connsiteX61" fmla="*/ 7902328 w 12192000"/>
              <a:gd name="connsiteY61" fmla="*/ 1345865 h 2237474"/>
              <a:gd name="connsiteX62" fmla="*/ 7875879 w 12192000"/>
              <a:gd name="connsiteY62" fmla="*/ 1345646 h 2237474"/>
              <a:gd name="connsiteX63" fmla="*/ 7840612 w 12192000"/>
              <a:gd name="connsiteY63" fmla="*/ 1369373 h 2237474"/>
              <a:gd name="connsiteX64" fmla="*/ 7786819 w 12192000"/>
              <a:gd name="connsiteY64" fmla="*/ 1378970 h 2237474"/>
              <a:gd name="connsiteX65" fmla="*/ 7548172 w 12192000"/>
              <a:gd name="connsiteY65" fmla="*/ 1417460 h 2237474"/>
              <a:gd name="connsiteX66" fmla="*/ 7483437 w 12192000"/>
              <a:gd name="connsiteY66" fmla="*/ 1478152 h 2237474"/>
              <a:gd name="connsiteX67" fmla="*/ 7377870 w 12192000"/>
              <a:gd name="connsiteY67" fmla="*/ 1523319 h 2237474"/>
              <a:gd name="connsiteX68" fmla="*/ 7230737 w 12192000"/>
              <a:gd name="connsiteY68" fmla="*/ 1562633 h 2237474"/>
              <a:gd name="connsiteX69" fmla="*/ 7224458 w 12192000"/>
              <a:gd name="connsiteY69" fmla="*/ 1573008 h 2237474"/>
              <a:gd name="connsiteX70" fmla="*/ 7213486 w 12192000"/>
              <a:gd name="connsiteY70" fmla="*/ 1580987 h 2237474"/>
              <a:gd name="connsiteX71" fmla="*/ 7183121 w 12192000"/>
              <a:gd name="connsiteY71" fmla="*/ 1595162 h 2237474"/>
              <a:gd name="connsiteX72" fmla="*/ 7164601 w 12192000"/>
              <a:gd name="connsiteY72" fmla="*/ 1606490 h 2237474"/>
              <a:gd name="connsiteX73" fmla="*/ 7114651 w 12192000"/>
              <a:gd name="connsiteY73" fmla="*/ 1620959 h 2237474"/>
              <a:gd name="connsiteX74" fmla="*/ 7092727 w 12192000"/>
              <a:gd name="connsiteY74" fmla="*/ 1623628 h 2237474"/>
              <a:gd name="connsiteX75" fmla="*/ 7031309 w 12192000"/>
              <a:gd name="connsiteY75" fmla="*/ 1619451 h 2237474"/>
              <a:gd name="connsiteX76" fmla="*/ 6999084 w 12192000"/>
              <a:gd name="connsiteY76" fmla="*/ 1634317 h 2237474"/>
              <a:gd name="connsiteX77" fmla="*/ 6992107 w 12192000"/>
              <a:gd name="connsiteY77" fmla="*/ 1636860 h 2237474"/>
              <a:gd name="connsiteX78" fmla="*/ 6991765 w 12192000"/>
              <a:gd name="connsiteY78" fmla="*/ 1636725 h 2237474"/>
              <a:gd name="connsiteX79" fmla="*/ 6900177 w 12192000"/>
              <a:gd name="connsiteY79" fmla="*/ 1636016 h 2237474"/>
              <a:gd name="connsiteX80" fmla="*/ 6795372 w 12192000"/>
              <a:gd name="connsiteY80" fmla="*/ 1644845 h 2237474"/>
              <a:gd name="connsiteX81" fmla="*/ 6692251 w 12192000"/>
              <a:gd name="connsiteY81" fmla="*/ 1656357 h 2237474"/>
              <a:gd name="connsiteX82" fmla="*/ 6655235 w 12192000"/>
              <a:gd name="connsiteY82" fmla="*/ 1661869 h 2237474"/>
              <a:gd name="connsiteX83" fmla="*/ 6587857 w 12192000"/>
              <a:gd name="connsiteY83" fmla="*/ 1665769 h 2237474"/>
              <a:gd name="connsiteX84" fmla="*/ 6554894 w 12192000"/>
              <a:gd name="connsiteY84" fmla="*/ 1664428 h 2237474"/>
              <a:gd name="connsiteX85" fmla="*/ 6516595 w 12192000"/>
              <a:gd name="connsiteY85" fmla="*/ 1667475 h 2237474"/>
              <a:gd name="connsiteX86" fmla="*/ 6508541 w 12192000"/>
              <a:gd name="connsiteY86" fmla="*/ 1668757 h 2237474"/>
              <a:gd name="connsiteX87" fmla="*/ 6471012 w 12192000"/>
              <a:gd name="connsiteY87" fmla="*/ 1678604 h 2237474"/>
              <a:gd name="connsiteX88" fmla="*/ 6415265 w 12192000"/>
              <a:gd name="connsiteY88" fmla="*/ 1665317 h 2237474"/>
              <a:gd name="connsiteX89" fmla="*/ 6364035 w 12192000"/>
              <a:gd name="connsiteY89" fmla="*/ 1667683 h 2237474"/>
              <a:gd name="connsiteX90" fmla="*/ 6280959 w 12192000"/>
              <a:gd name="connsiteY90" fmla="*/ 1689329 h 2237474"/>
              <a:gd name="connsiteX91" fmla="*/ 6243319 w 12192000"/>
              <a:gd name="connsiteY91" fmla="*/ 1695560 h 2237474"/>
              <a:gd name="connsiteX92" fmla="*/ 6098321 w 12192000"/>
              <a:gd name="connsiteY92" fmla="*/ 1721646 h 2237474"/>
              <a:gd name="connsiteX93" fmla="*/ 5880652 w 12192000"/>
              <a:gd name="connsiteY93" fmla="*/ 1779643 h 2237474"/>
              <a:gd name="connsiteX94" fmla="*/ 5785959 w 12192000"/>
              <a:gd name="connsiteY94" fmla="*/ 1775307 h 2237474"/>
              <a:gd name="connsiteX95" fmla="*/ 5643534 w 12192000"/>
              <a:gd name="connsiteY95" fmla="*/ 1802919 h 2237474"/>
              <a:gd name="connsiteX96" fmla="*/ 5518799 w 12192000"/>
              <a:gd name="connsiteY96" fmla="*/ 1818312 h 2237474"/>
              <a:gd name="connsiteX97" fmla="*/ 5505014 w 12192000"/>
              <a:gd name="connsiteY97" fmla="*/ 1819259 h 2237474"/>
              <a:gd name="connsiteX98" fmla="*/ 5453307 w 12192000"/>
              <a:gd name="connsiteY98" fmla="*/ 1815450 h 2237474"/>
              <a:gd name="connsiteX99" fmla="*/ 5364192 w 12192000"/>
              <a:gd name="connsiteY99" fmla="*/ 1826074 h 2237474"/>
              <a:gd name="connsiteX100" fmla="*/ 5350380 w 12192000"/>
              <a:gd name="connsiteY100" fmla="*/ 1830891 h 2237474"/>
              <a:gd name="connsiteX101" fmla="*/ 5259633 w 12192000"/>
              <a:gd name="connsiteY101" fmla="*/ 1837160 h 2237474"/>
              <a:gd name="connsiteX102" fmla="*/ 5197513 w 12192000"/>
              <a:gd name="connsiteY102" fmla="*/ 1844718 h 2237474"/>
              <a:gd name="connsiteX103" fmla="*/ 5168852 w 12192000"/>
              <a:gd name="connsiteY103" fmla="*/ 1844846 h 2237474"/>
              <a:gd name="connsiteX104" fmla="*/ 5114927 w 12192000"/>
              <a:gd name="connsiteY104" fmla="*/ 1847827 h 2237474"/>
              <a:gd name="connsiteX105" fmla="*/ 5108970 w 12192000"/>
              <a:gd name="connsiteY105" fmla="*/ 1847935 h 2237474"/>
              <a:gd name="connsiteX106" fmla="*/ 5067961 w 12192000"/>
              <a:gd name="connsiteY106" fmla="*/ 1845917 h 2237474"/>
              <a:gd name="connsiteX107" fmla="*/ 5007075 w 12192000"/>
              <a:gd name="connsiteY107" fmla="*/ 1838626 h 2237474"/>
              <a:gd name="connsiteX108" fmla="*/ 4944087 w 12192000"/>
              <a:gd name="connsiteY108" fmla="*/ 1823332 h 2237474"/>
              <a:gd name="connsiteX109" fmla="*/ 4907662 w 12192000"/>
              <a:gd name="connsiteY109" fmla="*/ 1816900 h 2237474"/>
              <a:gd name="connsiteX110" fmla="*/ 4882386 w 12192000"/>
              <a:gd name="connsiteY110" fmla="*/ 1809844 h 2237474"/>
              <a:gd name="connsiteX111" fmla="*/ 4811440 w 12192000"/>
              <a:gd name="connsiteY111" fmla="*/ 1804655 h 2237474"/>
              <a:gd name="connsiteX112" fmla="*/ 4691075 w 12192000"/>
              <a:gd name="connsiteY112" fmla="*/ 1801389 h 2237474"/>
              <a:gd name="connsiteX113" fmla="*/ 4611738 w 12192000"/>
              <a:gd name="connsiteY113" fmla="*/ 1776964 h 2237474"/>
              <a:gd name="connsiteX114" fmla="*/ 4560070 w 12192000"/>
              <a:gd name="connsiteY114" fmla="*/ 1785640 h 2237474"/>
              <a:gd name="connsiteX115" fmla="*/ 4536503 w 12192000"/>
              <a:gd name="connsiteY115" fmla="*/ 1785334 h 2237474"/>
              <a:gd name="connsiteX116" fmla="*/ 4513724 w 12192000"/>
              <a:gd name="connsiteY116" fmla="*/ 1791996 h 2237474"/>
              <a:gd name="connsiteX117" fmla="*/ 4459810 w 12192000"/>
              <a:gd name="connsiteY117" fmla="*/ 1797886 h 2237474"/>
              <a:gd name="connsiteX118" fmla="*/ 4379064 w 12192000"/>
              <a:gd name="connsiteY118" fmla="*/ 1817177 h 2237474"/>
              <a:gd name="connsiteX119" fmla="*/ 4319209 w 12192000"/>
              <a:gd name="connsiteY119" fmla="*/ 1834833 h 2237474"/>
              <a:gd name="connsiteX120" fmla="*/ 4290981 w 12192000"/>
              <a:gd name="connsiteY120" fmla="*/ 1839677 h 2237474"/>
              <a:gd name="connsiteX121" fmla="*/ 4285792 w 12192000"/>
              <a:gd name="connsiteY121" fmla="*/ 1836231 h 2237474"/>
              <a:gd name="connsiteX122" fmla="*/ 4238372 w 12192000"/>
              <a:gd name="connsiteY122" fmla="*/ 1851480 h 2237474"/>
              <a:gd name="connsiteX123" fmla="*/ 4232517 w 12192000"/>
              <a:gd name="connsiteY123" fmla="*/ 1852567 h 2237474"/>
              <a:gd name="connsiteX124" fmla="*/ 4191732 w 12192000"/>
              <a:gd name="connsiteY124" fmla="*/ 1857328 h 2237474"/>
              <a:gd name="connsiteX125" fmla="*/ 4065532 w 12192000"/>
              <a:gd name="connsiteY125" fmla="*/ 1855477 h 2237474"/>
              <a:gd name="connsiteX126" fmla="*/ 4028460 w 12192000"/>
              <a:gd name="connsiteY126" fmla="*/ 1855137 h 2237474"/>
              <a:gd name="connsiteX127" fmla="*/ 4002267 w 12192000"/>
              <a:gd name="connsiteY127" fmla="*/ 1852352 h 2237474"/>
              <a:gd name="connsiteX128" fmla="*/ 3931396 w 12192000"/>
              <a:gd name="connsiteY128" fmla="*/ 1858915 h 2237474"/>
              <a:gd name="connsiteX129" fmla="*/ 3812162 w 12192000"/>
              <a:gd name="connsiteY129" fmla="*/ 1875501 h 2237474"/>
              <a:gd name="connsiteX130" fmla="*/ 3729530 w 12192000"/>
              <a:gd name="connsiteY130" fmla="*/ 1864513 h 2237474"/>
              <a:gd name="connsiteX131" fmla="*/ 3680177 w 12192000"/>
              <a:gd name="connsiteY131" fmla="*/ 1881552 h 2237474"/>
              <a:gd name="connsiteX132" fmla="*/ 3567259 w 12192000"/>
              <a:gd name="connsiteY132" fmla="*/ 1893482 h 2237474"/>
              <a:gd name="connsiteX133" fmla="*/ 3405770 w 12192000"/>
              <a:gd name="connsiteY133" fmla="*/ 1904591 h 2237474"/>
              <a:gd name="connsiteX134" fmla="*/ 3280097 w 12192000"/>
              <a:gd name="connsiteY134" fmla="*/ 1919610 h 2237474"/>
              <a:gd name="connsiteX135" fmla="*/ 3123424 w 12192000"/>
              <a:gd name="connsiteY135" fmla="*/ 1952930 h 2237474"/>
              <a:gd name="connsiteX136" fmla="*/ 3009910 w 12192000"/>
              <a:gd name="connsiteY136" fmla="*/ 1957866 h 2237474"/>
              <a:gd name="connsiteX137" fmla="*/ 2995934 w 12192000"/>
              <a:gd name="connsiteY137" fmla="*/ 1967085 h 2237474"/>
              <a:gd name="connsiteX138" fmla="*/ 2980071 w 12192000"/>
              <a:gd name="connsiteY138" fmla="*/ 1972988 h 2237474"/>
              <a:gd name="connsiteX139" fmla="*/ 2978094 w 12192000"/>
              <a:gd name="connsiteY139" fmla="*/ 1972369 h 2237474"/>
              <a:gd name="connsiteX140" fmla="*/ 2942858 w 12192000"/>
              <a:gd name="connsiteY140" fmla="*/ 1981367 h 2237474"/>
              <a:gd name="connsiteX141" fmla="*/ 2875436 w 12192000"/>
              <a:gd name="connsiteY141" fmla="*/ 1996977 h 2237474"/>
              <a:gd name="connsiteX142" fmla="*/ 2874892 w 12192000"/>
              <a:gd name="connsiteY142" fmla="*/ 1996085 h 2237474"/>
              <a:gd name="connsiteX143" fmla="*/ 2864145 w 12192000"/>
              <a:gd name="connsiteY143" fmla="*/ 1994061 h 2237474"/>
              <a:gd name="connsiteX144" fmla="*/ 2843662 w 12192000"/>
              <a:gd name="connsiteY144" fmla="*/ 1992498 h 2237474"/>
              <a:gd name="connsiteX145" fmla="*/ 2796128 w 12192000"/>
              <a:gd name="connsiteY145" fmla="*/ 1976403 h 2237474"/>
              <a:gd name="connsiteX146" fmla="*/ 2756784 w 12192000"/>
              <a:gd name="connsiteY146" fmla="*/ 1985116 h 2237474"/>
              <a:gd name="connsiteX147" fmla="*/ 2748833 w 12192000"/>
              <a:gd name="connsiteY147" fmla="*/ 1986323 h 2237474"/>
              <a:gd name="connsiteX148" fmla="*/ 2748661 w 12192000"/>
              <a:gd name="connsiteY148" fmla="*/ 1986122 h 2237474"/>
              <a:gd name="connsiteX149" fmla="*/ 2740251 w 12192000"/>
              <a:gd name="connsiteY149" fmla="*/ 1986946 h 2237474"/>
              <a:gd name="connsiteX150" fmla="*/ 2718916 w 12192000"/>
              <a:gd name="connsiteY150" fmla="*/ 1990867 h 2237474"/>
              <a:gd name="connsiteX151" fmla="*/ 2713522 w 12192000"/>
              <a:gd name="connsiteY151" fmla="*/ 1990173 h 2237474"/>
              <a:gd name="connsiteX152" fmla="*/ 2680597 w 12192000"/>
              <a:gd name="connsiteY152" fmla="*/ 1984996 h 2237474"/>
              <a:gd name="connsiteX153" fmla="*/ 2578178 w 12192000"/>
              <a:gd name="connsiteY153" fmla="*/ 1990531 h 2237474"/>
              <a:gd name="connsiteX154" fmla="*/ 2476147 w 12192000"/>
              <a:gd name="connsiteY154" fmla="*/ 1998305 h 2237474"/>
              <a:gd name="connsiteX155" fmla="*/ 2373568 w 12192000"/>
              <a:gd name="connsiteY155" fmla="*/ 2003219 h 2237474"/>
              <a:gd name="connsiteX156" fmla="*/ 2321399 w 12192000"/>
              <a:gd name="connsiteY156" fmla="*/ 1989467 h 2237474"/>
              <a:gd name="connsiteX157" fmla="*/ 2315525 w 12192000"/>
              <a:gd name="connsiteY157" fmla="*/ 1989708 h 2237474"/>
              <a:gd name="connsiteX158" fmla="*/ 2300792 w 12192000"/>
              <a:gd name="connsiteY158" fmla="*/ 1994290 h 2237474"/>
              <a:gd name="connsiteX159" fmla="*/ 2295469 w 12192000"/>
              <a:gd name="connsiteY159" fmla="*/ 1996659 h 2237474"/>
              <a:gd name="connsiteX160" fmla="*/ 2287219 w 12192000"/>
              <a:gd name="connsiteY160" fmla="*/ 1998750 h 2237474"/>
              <a:gd name="connsiteX161" fmla="*/ 2286948 w 12192000"/>
              <a:gd name="connsiteY161" fmla="*/ 1998596 h 2237474"/>
              <a:gd name="connsiteX162" fmla="*/ 2243069 w 12192000"/>
              <a:gd name="connsiteY162" fmla="*/ 2015111 h 2237474"/>
              <a:gd name="connsiteX163" fmla="*/ 2186609 w 12192000"/>
              <a:gd name="connsiteY163" fmla="*/ 2008263 h 2237474"/>
              <a:gd name="connsiteX164" fmla="*/ 2164831 w 12192000"/>
              <a:gd name="connsiteY164" fmla="*/ 2010143 h 2237474"/>
              <a:gd name="connsiteX165" fmla="*/ 2152836 w 12192000"/>
              <a:gd name="connsiteY165" fmla="*/ 2010048 h 2237474"/>
              <a:gd name="connsiteX166" fmla="*/ 2117102 w 12192000"/>
              <a:gd name="connsiteY166" fmla="*/ 2023004 h 2237474"/>
              <a:gd name="connsiteX167" fmla="*/ 2111935 w 12192000"/>
              <a:gd name="connsiteY167" fmla="*/ 2023163 h 2237474"/>
              <a:gd name="connsiteX168" fmla="*/ 2089991 w 12192000"/>
              <a:gd name="connsiteY168" fmla="*/ 2034193 h 2237474"/>
              <a:gd name="connsiteX169" fmla="*/ 2058061 w 12192000"/>
              <a:gd name="connsiteY169" fmla="*/ 2047942 h 2237474"/>
              <a:gd name="connsiteX170" fmla="*/ 2055737 w 12192000"/>
              <a:gd name="connsiteY170" fmla="*/ 2047704 h 2237474"/>
              <a:gd name="connsiteX171" fmla="*/ 2042244 w 12192000"/>
              <a:gd name="connsiteY171" fmla="*/ 2055560 h 2237474"/>
              <a:gd name="connsiteX172" fmla="*/ 1976224 w 12192000"/>
              <a:gd name="connsiteY172" fmla="*/ 2074257 h 2237474"/>
              <a:gd name="connsiteX173" fmla="*/ 1877728 w 12192000"/>
              <a:gd name="connsiteY173" fmla="*/ 2101004 h 2237474"/>
              <a:gd name="connsiteX174" fmla="*/ 1759056 w 12192000"/>
              <a:gd name="connsiteY174" fmla="*/ 2125608 h 2237474"/>
              <a:gd name="connsiteX175" fmla="*/ 1637948 w 12192000"/>
              <a:gd name="connsiteY175" fmla="*/ 2172597 h 2237474"/>
              <a:gd name="connsiteX176" fmla="*/ 1434549 w 12192000"/>
              <a:gd name="connsiteY176" fmla="*/ 2234522 h 2237474"/>
              <a:gd name="connsiteX177" fmla="*/ 1398481 w 12192000"/>
              <a:gd name="connsiteY177" fmla="*/ 2237074 h 2237474"/>
              <a:gd name="connsiteX178" fmla="*/ 1398407 w 12192000"/>
              <a:gd name="connsiteY178" fmla="*/ 2237095 h 2237474"/>
              <a:gd name="connsiteX179" fmla="*/ 1370962 w 12192000"/>
              <a:gd name="connsiteY179" fmla="*/ 2237474 h 2237474"/>
              <a:gd name="connsiteX180" fmla="*/ 1356367 w 12192000"/>
              <a:gd name="connsiteY180" fmla="*/ 2235089 h 2237474"/>
              <a:gd name="connsiteX181" fmla="*/ 1324828 w 12192000"/>
              <a:gd name="connsiteY181" fmla="*/ 2231968 h 2237474"/>
              <a:gd name="connsiteX182" fmla="*/ 1297744 w 12192000"/>
              <a:gd name="connsiteY182" fmla="*/ 2235849 h 2237474"/>
              <a:gd name="connsiteX183" fmla="*/ 1286236 w 12192000"/>
              <a:gd name="connsiteY183" fmla="*/ 2233135 h 2237474"/>
              <a:gd name="connsiteX184" fmla="*/ 1283504 w 12192000"/>
              <a:gd name="connsiteY184" fmla="*/ 2233797 h 2237474"/>
              <a:gd name="connsiteX185" fmla="*/ 1279765 w 12192000"/>
              <a:gd name="connsiteY185" fmla="*/ 2229639 h 2237474"/>
              <a:gd name="connsiteX186" fmla="*/ 1195347 w 12192000"/>
              <a:gd name="connsiteY186" fmla="*/ 2212354 h 2237474"/>
              <a:gd name="connsiteX187" fmla="*/ 970251 w 12192000"/>
              <a:gd name="connsiteY187" fmla="*/ 2221029 h 2237474"/>
              <a:gd name="connsiteX188" fmla="*/ 812914 w 12192000"/>
              <a:gd name="connsiteY188" fmla="*/ 2202752 h 2237474"/>
              <a:gd name="connsiteX189" fmla="*/ 800195 w 12192000"/>
              <a:gd name="connsiteY189" fmla="*/ 2209407 h 2237474"/>
              <a:gd name="connsiteX190" fmla="*/ 784978 w 12192000"/>
              <a:gd name="connsiteY190" fmla="*/ 2212360 h 2237474"/>
              <a:gd name="connsiteX191" fmla="*/ 681987 w 12192000"/>
              <a:gd name="connsiteY191" fmla="*/ 2216757 h 2237474"/>
              <a:gd name="connsiteX192" fmla="*/ 669923 w 12192000"/>
              <a:gd name="connsiteY192" fmla="*/ 2211682 h 2237474"/>
              <a:gd name="connsiteX193" fmla="*/ 648680 w 12192000"/>
              <a:gd name="connsiteY193" fmla="*/ 2206229 h 2237474"/>
              <a:gd name="connsiteX194" fmla="*/ 597225 w 12192000"/>
              <a:gd name="connsiteY194" fmla="*/ 2180999 h 2237474"/>
              <a:gd name="connsiteX195" fmla="*/ 558449 w 12192000"/>
              <a:gd name="connsiteY195" fmla="*/ 2182346 h 2237474"/>
              <a:gd name="connsiteX196" fmla="*/ 550517 w 12192000"/>
              <a:gd name="connsiteY196" fmla="*/ 2182060 h 2237474"/>
              <a:gd name="connsiteX197" fmla="*/ 550309 w 12192000"/>
              <a:gd name="connsiteY197" fmla="*/ 2181825 h 2237474"/>
              <a:gd name="connsiteX198" fmla="*/ 541836 w 12192000"/>
              <a:gd name="connsiteY198" fmla="*/ 2181063 h 2237474"/>
              <a:gd name="connsiteX199" fmla="*/ 536057 w 12192000"/>
              <a:gd name="connsiteY199" fmla="*/ 2181537 h 2237474"/>
              <a:gd name="connsiteX200" fmla="*/ 520671 w 12192000"/>
              <a:gd name="connsiteY200" fmla="*/ 2180980 h 2237474"/>
              <a:gd name="connsiteX201" fmla="*/ 515024 w 12192000"/>
              <a:gd name="connsiteY201" fmla="*/ 2179258 h 2237474"/>
              <a:gd name="connsiteX202" fmla="*/ 512278 w 12192000"/>
              <a:gd name="connsiteY202" fmla="*/ 2176369 h 2237474"/>
              <a:gd name="connsiteX203" fmla="*/ 480419 w 12192000"/>
              <a:gd name="connsiteY203" fmla="*/ 2167807 h 2237474"/>
              <a:gd name="connsiteX204" fmla="*/ 413835 w 12192000"/>
              <a:gd name="connsiteY204" fmla="*/ 2156783 h 2237474"/>
              <a:gd name="connsiteX205" fmla="*/ 376513 w 12192000"/>
              <a:gd name="connsiteY205" fmla="*/ 2154014 h 2237474"/>
              <a:gd name="connsiteX206" fmla="*/ 273386 w 12192000"/>
              <a:gd name="connsiteY206" fmla="*/ 2142551 h 2237474"/>
              <a:gd name="connsiteX207" fmla="*/ 169207 w 12192000"/>
              <a:gd name="connsiteY207" fmla="*/ 2128100 h 2237474"/>
              <a:gd name="connsiteX208" fmla="*/ 93149 w 12192000"/>
              <a:gd name="connsiteY208" fmla="*/ 2105324 h 2237474"/>
              <a:gd name="connsiteX209" fmla="*/ 88109 w 12192000"/>
              <a:gd name="connsiteY209" fmla="*/ 2106704 h 2237474"/>
              <a:gd name="connsiteX210" fmla="*/ 80022 w 12192000"/>
              <a:gd name="connsiteY210" fmla="*/ 2107254 h 2237474"/>
              <a:gd name="connsiteX211" fmla="*/ 79717 w 12192000"/>
              <a:gd name="connsiteY211" fmla="*/ 2107046 h 2237474"/>
              <a:gd name="connsiteX212" fmla="*/ 72352 w 12192000"/>
              <a:gd name="connsiteY212" fmla="*/ 2107991 h 2237474"/>
              <a:gd name="connsiteX213" fmla="*/ 37645 w 12192000"/>
              <a:gd name="connsiteY213" fmla="*/ 2115401 h 2237474"/>
              <a:gd name="connsiteX214" fmla="*/ 4572 w 12192000"/>
              <a:gd name="connsiteY214" fmla="*/ 2111091 h 2237474"/>
              <a:gd name="connsiteX215" fmla="*/ 0 w 12192000"/>
              <a:gd name="connsiteY215" fmla="*/ 2110468 h 2237474"/>
              <a:gd name="connsiteX216" fmla="*/ 0 w 12192000"/>
              <a:gd name="connsiteY216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761459 w 12192000"/>
              <a:gd name="connsiteY24" fmla="*/ 862394 h 2237474"/>
              <a:gd name="connsiteX25" fmla="*/ 9705768 w 12192000"/>
              <a:gd name="connsiteY25" fmla="*/ 894610 h 2237474"/>
              <a:gd name="connsiteX26" fmla="*/ 9683005 w 12192000"/>
              <a:gd name="connsiteY26" fmla="*/ 894128 h 2237474"/>
              <a:gd name="connsiteX27" fmla="*/ 9594438 w 12192000"/>
              <a:gd name="connsiteY27" fmla="*/ 919051 h 2237474"/>
              <a:gd name="connsiteX28" fmla="*/ 9577033 w 12192000"/>
              <a:gd name="connsiteY28" fmla="*/ 922857 h 2237474"/>
              <a:gd name="connsiteX29" fmla="*/ 9544189 w 12192000"/>
              <a:gd name="connsiteY29" fmla="*/ 938966 h 2237474"/>
              <a:gd name="connsiteX30" fmla="*/ 9500499 w 12192000"/>
              <a:gd name="connsiteY30" fmla="*/ 954680 h 2237474"/>
              <a:gd name="connsiteX31" fmla="*/ 9428195 w 12192000"/>
              <a:gd name="connsiteY31" fmla="*/ 986225 h 2237474"/>
              <a:gd name="connsiteX32" fmla="*/ 9410017 w 12192000"/>
              <a:gd name="connsiteY32" fmla="*/ 993931 h 2237474"/>
              <a:gd name="connsiteX33" fmla="*/ 9392919 w 12192000"/>
              <a:gd name="connsiteY33" fmla="*/ 994656 h 2237474"/>
              <a:gd name="connsiteX34" fmla="*/ 9278619 w 12192000"/>
              <a:gd name="connsiteY34" fmla="*/ 1011878 h 2237474"/>
              <a:gd name="connsiteX35" fmla="*/ 9268019 w 12192000"/>
              <a:gd name="connsiteY35" fmla="*/ 1007442 h 2237474"/>
              <a:gd name="connsiteX36" fmla="*/ 9234662 w 12192000"/>
              <a:gd name="connsiteY36" fmla="*/ 1023056 h 2237474"/>
              <a:gd name="connsiteX37" fmla="*/ 9181033 w 12192000"/>
              <a:gd name="connsiteY37" fmla="*/ 1037921 h 2237474"/>
              <a:gd name="connsiteX38" fmla="*/ 9155969 w 12192000"/>
              <a:gd name="connsiteY38" fmla="*/ 1046804 h 2237474"/>
              <a:gd name="connsiteX39" fmla="*/ 9133985 w 12192000"/>
              <a:gd name="connsiteY39" fmla="*/ 1046450 h 2237474"/>
              <a:gd name="connsiteX40" fmla="*/ 9012987 w 12192000"/>
              <a:gd name="connsiteY40" fmla="*/ 1061986 h 2237474"/>
              <a:gd name="connsiteX41" fmla="*/ 8968445 w 12192000"/>
              <a:gd name="connsiteY41" fmla="*/ 1052169 h 2237474"/>
              <a:gd name="connsiteX42" fmla="*/ 8958984 w 12192000"/>
              <a:gd name="connsiteY42" fmla="*/ 1057212 h 2237474"/>
              <a:gd name="connsiteX43" fmla="*/ 8886001 w 12192000"/>
              <a:gd name="connsiteY43" fmla="*/ 1067468 h 2237474"/>
              <a:gd name="connsiteX44" fmla="*/ 8838610 w 12192000"/>
              <a:gd name="connsiteY44" fmla="*/ 1075091 h 2237474"/>
              <a:gd name="connsiteX45" fmla="*/ 8750383 w 12192000"/>
              <a:gd name="connsiteY45" fmla="*/ 1097387 h 2237474"/>
              <a:gd name="connsiteX46" fmla="*/ 8697365 w 12192000"/>
              <a:gd name="connsiteY46" fmla="*/ 1105869 h 2237474"/>
              <a:gd name="connsiteX47" fmla="*/ 8665605 w 12192000"/>
              <a:gd name="connsiteY47" fmla="*/ 1110791 h 2237474"/>
              <a:gd name="connsiteX48" fmla="*/ 8584946 w 12192000"/>
              <a:gd name="connsiteY48" fmla="*/ 1135226 h 2237474"/>
              <a:gd name="connsiteX49" fmla="*/ 8460755 w 12192000"/>
              <a:gd name="connsiteY49" fmla="*/ 1203427 h 2237474"/>
              <a:gd name="connsiteX50" fmla="*/ 8419755 w 12192000"/>
              <a:gd name="connsiteY50" fmla="*/ 1216260 h 2237474"/>
              <a:gd name="connsiteX51" fmla="*/ 8411626 w 12192000"/>
              <a:gd name="connsiteY51" fmla="*/ 1214397 h 2237474"/>
              <a:gd name="connsiteX52" fmla="*/ 8363469 w 12192000"/>
              <a:gd name="connsiteY52" fmla="*/ 1246658 h 2237474"/>
              <a:gd name="connsiteX53" fmla="*/ 8275497 w 12192000"/>
              <a:gd name="connsiteY53" fmla="*/ 1264396 h 2237474"/>
              <a:gd name="connsiteX54" fmla="*/ 8206287 w 12192000"/>
              <a:gd name="connsiteY54" fmla="*/ 1273060 h 2237474"/>
              <a:gd name="connsiteX55" fmla="*/ 8168705 w 12192000"/>
              <a:gd name="connsiteY55" fmla="*/ 1279956 h 2237474"/>
              <a:gd name="connsiteX56" fmla="*/ 8139997 w 12192000"/>
              <a:gd name="connsiteY56" fmla="*/ 1282713 h 2237474"/>
              <a:gd name="connsiteX57" fmla="*/ 8074238 w 12192000"/>
              <a:gd name="connsiteY57" fmla="*/ 1301895 h 2237474"/>
              <a:gd name="connsiteX58" fmla="*/ 7968292 w 12192000"/>
              <a:gd name="connsiteY58" fmla="*/ 1338779 h 2237474"/>
              <a:gd name="connsiteX59" fmla="*/ 7945122 w 12192000"/>
              <a:gd name="connsiteY59" fmla="*/ 1345477 h 2237474"/>
              <a:gd name="connsiteX60" fmla="*/ 7902328 w 12192000"/>
              <a:gd name="connsiteY60" fmla="*/ 1345865 h 2237474"/>
              <a:gd name="connsiteX61" fmla="*/ 7875879 w 12192000"/>
              <a:gd name="connsiteY61" fmla="*/ 1345646 h 2237474"/>
              <a:gd name="connsiteX62" fmla="*/ 7840612 w 12192000"/>
              <a:gd name="connsiteY62" fmla="*/ 1369373 h 2237474"/>
              <a:gd name="connsiteX63" fmla="*/ 7786819 w 12192000"/>
              <a:gd name="connsiteY63" fmla="*/ 1378970 h 2237474"/>
              <a:gd name="connsiteX64" fmla="*/ 7548172 w 12192000"/>
              <a:gd name="connsiteY64" fmla="*/ 1417460 h 2237474"/>
              <a:gd name="connsiteX65" fmla="*/ 7483437 w 12192000"/>
              <a:gd name="connsiteY65" fmla="*/ 1478152 h 2237474"/>
              <a:gd name="connsiteX66" fmla="*/ 7377870 w 12192000"/>
              <a:gd name="connsiteY66" fmla="*/ 1523319 h 2237474"/>
              <a:gd name="connsiteX67" fmla="*/ 7230737 w 12192000"/>
              <a:gd name="connsiteY67" fmla="*/ 1562633 h 2237474"/>
              <a:gd name="connsiteX68" fmla="*/ 7224458 w 12192000"/>
              <a:gd name="connsiteY68" fmla="*/ 1573008 h 2237474"/>
              <a:gd name="connsiteX69" fmla="*/ 7213486 w 12192000"/>
              <a:gd name="connsiteY69" fmla="*/ 1580987 h 2237474"/>
              <a:gd name="connsiteX70" fmla="*/ 7183121 w 12192000"/>
              <a:gd name="connsiteY70" fmla="*/ 1595162 h 2237474"/>
              <a:gd name="connsiteX71" fmla="*/ 7164601 w 12192000"/>
              <a:gd name="connsiteY71" fmla="*/ 1606490 h 2237474"/>
              <a:gd name="connsiteX72" fmla="*/ 7114651 w 12192000"/>
              <a:gd name="connsiteY72" fmla="*/ 1620959 h 2237474"/>
              <a:gd name="connsiteX73" fmla="*/ 7092727 w 12192000"/>
              <a:gd name="connsiteY73" fmla="*/ 1623628 h 2237474"/>
              <a:gd name="connsiteX74" fmla="*/ 7031309 w 12192000"/>
              <a:gd name="connsiteY74" fmla="*/ 1619451 h 2237474"/>
              <a:gd name="connsiteX75" fmla="*/ 6999084 w 12192000"/>
              <a:gd name="connsiteY75" fmla="*/ 1634317 h 2237474"/>
              <a:gd name="connsiteX76" fmla="*/ 6992107 w 12192000"/>
              <a:gd name="connsiteY76" fmla="*/ 1636860 h 2237474"/>
              <a:gd name="connsiteX77" fmla="*/ 6991765 w 12192000"/>
              <a:gd name="connsiteY77" fmla="*/ 1636725 h 2237474"/>
              <a:gd name="connsiteX78" fmla="*/ 6900177 w 12192000"/>
              <a:gd name="connsiteY78" fmla="*/ 1636016 h 2237474"/>
              <a:gd name="connsiteX79" fmla="*/ 6795372 w 12192000"/>
              <a:gd name="connsiteY79" fmla="*/ 1644845 h 2237474"/>
              <a:gd name="connsiteX80" fmla="*/ 6692251 w 12192000"/>
              <a:gd name="connsiteY80" fmla="*/ 1656357 h 2237474"/>
              <a:gd name="connsiteX81" fmla="*/ 6655235 w 12192000"/>
              <a:gd name="connsiteY81" fmla="*/ 1661869 h 2237474"/>
              <a:gd name="connsiteX82" fmla="*/ 6587857 w 12192000"/>
              <a:gd name="connsiteY82" fmla="*/ 1665769 h 2237474"/>
              <a:gd name="connsiteX83" fmla="*/ 6554894 w 12192000"/>
              <a:gd name="connsiteY83" fmla="*/ 1664428 h 2237474"/>
              <a:gd name="connsiteX84" fmla="*/ 6516595 w 12192000"/>
              <a:gd name="connsiteY84" fmla="*/ 1667475 h 2237474"/>
              <a:gd name="connsiteX85" fmla="*/ 6508541 w 12192000"/>
              <a:gd name="connsiteY85" fmla="*/ 1668757 h 2237474"/>
              <a:gd name="connsiteX86" fmla="*/ 6471012 w 12192000"/>
              <a:gd name="connsiteY86" fmla="*/ 1678604 h 2237474"/>
              <a:gd name="connsiteX87" fmla="*/ 6415265 w 12192000"/>
              <a:gd name="connsiteY87" fmla="*/ 1665317 h 2237474"/>
              <a:gd name="connsiteX88" fmla="*/ 6364035 w 12192000"/>
              <a:gd name="connsiteY88" fmla="*/ 1667683 h 2237474"/>
              <a:gd name="connsiteX89" fmla="*/ 6280959 w 12192000"/>
              <a:gd name="connsiteY89" fmla="*/ 1689329 h 2237474"/>
              <a:gd name="connsiteX90" fmla="*/ 6243319 w 12192000"/>
              <a:gd name="connsiteY90" fmla="*/ 1695560 h 2237474"/>
              <a:gd name="connsiteX91" fmla="*/ 6098321 w 12192000"/>
              <a:gd name="connsiteY91" fmla="*/ 1721646 h 2237474"/>
              <a:gd name="connsiteX92" fmla="*/ 5880652 w 12192000"/>
              <a:gd name="connsiteY92" fmla="*/ 1779643 h 2237474"/>
              <a:gd name="connsiteX93" fmla="*/ 5785959 w 12192000"/>
              <a:gd name="connsiteY93" fmla="*/ 1775307 h 2237474"/>
              <a:gd name="connsiteX94" fmla="*/ 5643534 w 12192000"/>
              <a:gd name="connsiteY94" fmla="*/ 1802919 h 2237474"/>
              <a:gd name="connsiteX95" fmla="*/ 5518799 w 12192000"/>
              <a:gd name="connsiteY95" fmla="*/ 1818312 h 2237474"/>
              <a:gd name="connsiteX96" fmla="*/ 5505014 w 12192000"/>
              <a:gd name="connsiteY96" fmla="*/ 1819259 h 2237474"/>
              <a:gd name="connsiteX97" fmla="*/ 5453307 w 12192000"/>
              <a:gd name="connsiteY97" fmla="*/ 1815450 h 2237474"/>
              <a:gd name="connsiteX98" fmla="*/ 5364192 w 12192000"/>
              <a:gd name="connsiteY98" fmla="*/ 1826074 h 2237474"/>
              <a:gd name="connsiteX99" fmla="*/ 5350380 w 12192000"/>
              <a:gd name="connsiteY99" fmla="*/ 1830891 h 2237474"/>
              <a:gd name="connsiteX100" fmla="*/ 5259633 w 12192000"/>
              <a:gd name="connsiteY100" fmla="*/ 1837160 h 2237474"/>
              <a:gd name="connsiteX101" fmla="*/ 5197513 w 12192000"/>
              <a:gd name="connsiteY101" fmla="*/ 1844718 h 2237474"/>
              <a:gd name="connsiteX102" fmla="*/ 5168852 w 12192000"/>
              <a:gd name="connsiteY102" fmla="*/ 1844846 h 2237474"/>
              <a:gd name="connsiteX103" fmla="*/ 5114927 w 12192000"/>
              <a:gd name="connsiteY103" fmla="*/ 1847827 h 2237474"/>
              <a:gd name="connsiteX104" fmla="*/ 5108970 w 12192000"/>
              <a:gd name="connsiteY104" fmla="*/ 1847935 h 2237474"/>
              <a:gd name="connsiteX105" fmla="*/ 5067961 w 12192000"/>
              <a:gd name="connsiteY105" fmla="*/ 1845917 h 2237474"/>
              <a:gd name="connsiteX106" fmla="*/ 5007075 w 12192000"/>
              <a:gd name="connsiteY106" fmla="*/ 1838626 h 2237474"/>
              <a:gd name="connsiteX107" fmla="*/ 4944087 w 12192000"/>
              <a:gd name="connsiteY107" fmla="*/ 1823332 h 2237474"/>
              <a:gd name="connsiteX108" fmla="*/ 4907662 w 12192000"/>
              <a:gd name="connsiteY108" fmla="*/ 1816900 h 2237474"/>
              <a:gd name="connsiteX109" fmla="*/ 4882386 w 12192000"/>
              <a:gd name="connsiteY109" fmla="*/ 1809844 h 2237474"/>
              <a:gd name="connsiteX110" fmla="*/ 4811440 w 12192000"/>
              <a:gd name="connsiteY110" fmla="*/ 1804655 h 2237474"/>
              <a:gd name="connsiteX111" fmla="*/ 4691075 w 12192000"/>
              <a:gd name="connsiteY111" fmla="*/ 1801389 h 2237474"/>
              <a:gd name="connsiteX112" fmla="*/ 4611738 w 12192000"/>
              <a:gd name="connsiteY112" fmla="*/ 1776964 h 2237474"/>
              <a:gd name="connsiteX113" fmla="*/ 4560070 w 12192000"/>
              <a:gd name="connsiteY113" fmla="*/ 1785640 h 2237474"/>
              <a:gd name="connsiteX114" fmla="*/ 4536503 w 12192000"/>
              <a:gd name="connsiteY114" fmla="*/ 1785334 h 2237474"/>
              <a:gd name="connsiteX115" fmla="*/ 4513724 w 12192000"/>
              <a:gd name="connsiteY115" fmla="*/ 1791996 h 2237474"/>
              <a:gd name="connsiteX116" fmla="*/ 4459810 w 12192000"/>
              <a:gd name="connsiteY116" fmla="*/ 1797886 h 2237474"/>
              <a:gd name="connsiteX117" fmla="*/ 4379064 w 12192000"/>
              <a:gd name="connsiteY117" fmla="*/ 1817177 h 2237474"/>
              <a:gd name="connsiteX118" fmla="*/ 4319209 w 12192000"/>
              <a:gd name="connsiteY118" fmla="*/ 1834833 h 2237474"/>
              <a:gd name="connsiteX119" fmla="*/ 4290981 w 12192000"/>
              <a:gd name="connsiteY119" fmla="*/ 1839677 h 2237474"/>
              <a:gd name="connsiteX120" fmla="*/ 4285792 w 12192000"/>
              <a:gd name="connsiteY120" fmla="*/ 1836231 h 2237474"/>
              <a:gd name="connsiteX121" fmla="*/ 4238372 w 12192000"/>
              <a:gd name="connsiteY121" fmla="*/ 1851480 h 2237474"/>
              <a:gd name="connsiteX122" fmla="*/ 4232517 w 12192000"/>
              <a:gd name="connsiteY122" fmla="*/ 1852567 h 2237474"/>
              <a:gd name="connsiteX123" fmla="*/ 4191732 w 12192000"/>
              <a:gd name="connsiteY123" fmla="*/ 1857328 h 2237474"/>
              <a:gd name="connsiteX124" fmla="*/ 4065532 w 12192000"/>
              <a:gd name="connsiteY124" fmla="*/ 1855477 h 2237474"/>
              <a:gd name="connsiteX125" fmla="*/ 4028460 w 12192000"/>
              <a:gd name="connsiteY125" fmla="*/ 1855137 h 2237474"/>
              <a:gd name="connsiteX126" fmla="*/ 4002267 w 12192000"/>
              <a:gd name="connsiteY126" fmla="*/ 1852352 h 2237474"/>
              <a:gd name="connsiteX127" fmla="*/ 3931396 w 12192000"/>
              <a:gd name="connsiteY127" fmla="*/ 1858915 h 2237474"/>
              <a:gd name="connsiteX128" fmla="*/ 3812162 w 12192000"/>
              <a:gd name="connsiteY128" fmla="*/ 1875501 h 2237474"/>
              <a:gd name="connsiteX129" fmla="*/ 3729530 w 12192000"/>
              <a:gd name="connsiteY129" fmla="*/ 1864513 h 2237474"/>
              <a:gd name="connsiteX130" fmla="*/ 3680177 w 12192000"/>
              <a:gd name="connsiteY130" fmla="*/ 1881552 h 2237474"/>
              <a:gd name="connsiteX131" fmla="*/ 3567259 w 12192000"/>
              <a:gd name="connsiteY131" fmla="*/ 1893482 h 2237474"/>
              <a:gd name="connsiteX132" fmla="*/ 3405770 w 12192000"/>
              <a:gd name="connsiteY132" fmla="*/ 1904591 h 2237474"/>
              <a:gd name="connsiteX133" fmla="*/ 3280097 w 12192000"/>
              <a:gd name="connsiteY133" fmla="*/ 1919610 h 2237474"/>
              <a:gd name="connsiteX134" fmla="*/ 3123424 w 12192000"/>
              <a:gd name="connsiteY134" fmla="*/ 1952930 h 2237474"/>
              <a:gd name="connsiteX135" fmla="*/ 3009910 w 12192000"/>
              <a:gd name="connsiteY135" fmla="*/ 1957866 h 2237474"/>
              <a:gd name="connsiteX136" fmla="*/ 2995934 w 12192000"/>
              <a:gd name="connsiteY136" fmla="*/ 1967085 h 2237474"/>
              <a:gd name="connsiteX137" fmla="*/ 2980071 w 12192000"/>
              <a:gd name="connsiteY137" fmla="*/ 1972988 h 2237474"/>
              <a:gd name="connsiteX138" fmla="*/ 2978094 w 12192000"/>
              <a:gd name="connsiteY138" fmla="*/ 1972369 h 2237474"/>
              <a:gd name="connsiteX139" fmla="*/ 2942858 w 12192000"/>
              <a:gd name="connsiteY139" fmla="*/ 1981367 h 2237474"/>
              <a:gd name="connsiteX140" fmla="*/ 2875436 w 12192000"/>
              <a:gd name="connsiteY140" fmla="*/ 1996977 h 2237474"/>
              <a:gd name="connsiteX141" fmla="*/ 2874892 w 12192000"/>
              <a:gd name="connsiteY141" fmla="*/ 1996085 h 2237474"/>
              <a:gd name="connsiteX142" fmla="*/ 2864145 w 12192000"/>
              <a:gd name="connsiteY142" fmla="*/ 1994061 h 2237474"/>
              <a:gd name="connsiteX143" fmla="*/ 2843662 w 12192000"/>
              <a:gd name="connsiteY143" fmla="*/ 1992498 h 2237474"/>
              <a:gd name="connsiteX144" fmla="*/ 2796128 w 12192000"/>
              <a:gd name="connsiteY144" fmla="*/ 1976403 h 2237474"/>
              <a:gd name="connsiteX145" fmla="*/ 2756784 w 12192000"/>
              <a:gd name="connsiteY145" fmla="*/ 1985116 h 2237474"/>
              <a:gd name="connsiteX146" fmla="*/ 2748833 w 12192000"/>
              <a:gd name="connsiteY146" fmla="*/ 1986323 h 2237474"/>
              <a:gd name="connsiteX147" fmla="*/ 2748661 w 12192000"/>
              <a:gd name="connsiteY147" fmla="*/ 1986122 h 2237474"/>
              <a:gd name="connsiteX148" fmla="*/ 2740251 w 12192000"/>
              <a:gd name="connsiteY148" fmla="*/ 1986946 h 2237474"/>
              <a:gd name="connsiteX149" fmla="*/ 2718916 w 12192000"/>
              <a:gd name="connsiteY149" fmla="*/ 1990867 h 2237474"/>
              <a:gd name="connsiteX150" fmla="*/ 2713522 w 12192000"/>
              <a:gd name="connsiteY150" fmla="*/ 1990173 h 2237474"/>
              <a:gd name="connsiteX151" fmla="*/ 2680597 w 12192000"/>
              <a:gd name="connsiteY151" fmla="*/ 1984996 h 2237474"/>
              <a:gd name="connsiteX152" fmla="*/ 2578178 w 12192000"/>
              <a:gd name="connsiteY152" fmla="*/ 1990531 h 2237474"/>
              <a:gd name="connsiteX153" fmla="*/ 2476147 w 12192000"/>
              <a:gd name="connsiteY153" fmla="*/ 1998305 h 2237474"/>
              <a:gd name="connsiteX154" fmla="*/ 2373568 w 12192000"/>
              <a:gd name="connsiteY154" fmla="*/ 2003219 h 2237474"/>
              <a:gd name="connsiteX155" fmla="*/ 2321399 w 12192000"/>
              <a:gd name="connsiteY155" fmla="*/ 1989467 h 2237474"/>
              <a:gd name="connsiteX156" fmla="*/ 2315525 w 12192000"/>
              <a:gd name="connsiteY156" fmla="*/ 1989708 h 2237474"/>
              <a:gd name="connsiteX157" fmla="*/ 2300792 w 12192000"/>
              <a:gd name="connsiteY157" fmla="*/ 1994290 h 2237474"/>
              <a:gd name="connsiteX158" fmla="*/ 2295469 w 12192000"/>
              <a:gd name="connsiteY158" fmla="*/ 1996659 h 2237474"/>
              <a:gd name="connsiteX159" fmla="*/ 2287219 w 12192000"/>
              <a:gd name="connsiteY159" fmla="*/ 1998750 h 2237474"/>
              <a:gd name="connsiteX160" fmla="*/ 2286948 w 12192000"/>
              <a:gd name="connsiteY160" fmla="*/ 1998596 h 2237474"/>
              <a:gd name="connsiteX161" fmla="*/ 2243069 w 12192000"/>
              <a:gd name="connsiteY161" fmla="*/ 2015111 h 2237474"/>
              <a:gd name="connsiteX162" fmla="*/ 2186609 w 12192000"/>
              <a:gd name="connsiteY162" fmla="*/ 2008263 h 2237474"/>
              <a:gd name="connsiteX163" fmla="*/ 2164831 w 12192000"/>
              <a:gd name="connsiteY163" fmla="*/ 2010143 h 2237474"/>
              <a:gd name="connsiteX164" fmla="*/ 2152836 w 12192000"/>
              <a:gd name="connsiteY164" fmla="*/ 2010048 h 2237474"/>
              <a:gd name="connsiteX165" fmla="*/ 2117102 w 12192000"/>
              <a:gd name="connsiteY165" fmla="*/ 2023004 h 2237474"/>
              <a:gd name="connsiteX166" fmla="*/ 2111935 w 12192000"/>
              <a:gd name="connsiteY166" fmla="*/ 2023163 h 2237474"/>
              <a:gd name="connsiteX167" fmla="*/ 2089991 w 12192000"/>
              <a:gd name="connsiteY167" fmla="*/ 2034193 h 2237474"/>
              <a:gd name="connsiteX168" fmla="*/ 2058061 w 12192000"/>
              <a:gd name="connsiteY168" fmla="*/ 2047942 h 2237474"/>
              <a:gd name="connsiteX169" fmla="*/ 2055737 w 12192000"/>
              <a:gd name="connsiteY169" fmla="*/ 2047704 h 2237474"/>
              <a:gd name="connsiteX170" fmla="*/ 2042244 w 12192000"/>
              <a:gd name="connsiteY170" fmla="*/ 2055560 h 2237474"/>
              <a:gd name="connsiteX171" fmla="*/ 1976224 w 12192000"/>
              <a:gd name="connsiteY171" fmla="*/ 2074257 h 2237474"/>
              <a:gd name="connsiteX172" fmla="*/ 1877728 w 12192000"/>
              <a:gd name="connsiteY172" fmla="*/ 2101004 h 2237474"/>
              <a:gd name="connsiteX173" fmla="*/ 1759056 w 12192000"/>
              <a:gd name="connsiteY173" fmla="*/ 2125608 h 2237474"/>
              <a:gd name="connsiteX174" fmla="*/ 1637948 w 12192000"/>
              <a:gd name="connsiteY174" fmla="*/ 2172597 h 2237474"/>
              <a:gd name="connsiteX175" fmla="*/ 1434549 w 12192000"/>
              <a:gd name="connsiteY175" fmla="*/ 2234522 h 2237474"/>
              <a:gd name="connsiteX176" fmla="*/ 1398481 w 12192000"/>
              <a:gd name="connsiteY176" fmla="*/ 2237074 h 2237474"/>
              <a:gd name="connsiteX177" fmla="*/ 1398407 w 12192000"/>
              <a:gd name="connsiteY177" fmla="*/ 2237095 h 2237474"/>
              <a:gd name="connsiteX178" fmla="*/ 1370962 w 12192000"/>
              <a:gd name="connsiteY178" fmla="*/ 2237474 h 2237474"/>
              <a:gd name="connsiteX179" fmla="*/ 1356367 w 12192000"/>
              <a:gd name="connsiteY179" fmla="*/ 2235089 h 2237474"/>
              <a:gd name="connsiteX180" fmla="*/ 1324828 w 12192000"/>
              <a:gd name="connsiteY180" fmla="*/ 2231968 h 2237474"/>
              <a:gd name="connsiteX181" fmla="*/ 1297744 w 12192000"/>
              <a:gd name="connsiteY181" fmla="*/ 2235849 h 2237474"/>
              <a:gd name="connsiteX182" fmla="*/ 1286236 w 12192000"/>
              <a:gd name="connsiteY182" fmla="*/ 2233135 h 2237474"/>
              <a:gd name="connsiteX183" fmla="*/ 1283504 w 12192000"/>
              <a:gd name="connsiteY183" fmla="*/ 2233797 h 2237474"/>
              <a:gd name="connsiteX184" fmla="*/ 1279765 w 12192000"/>
              <a:gd name="connsiteY184" fmla="*/ 2229639 h 2237474"/>
              <a:gd name="connsiteX185" fmla="*/ 1195347 w 12192000"/>
              <a:gd name="connsiteY185" fmla="*/ 2212354 h 2237474"/>
              <a:gd name="connsiteX186" fmla="*/ 970251 w 12192000"/>
              <a:gd name="connsiteY186" fmla="*/ 2221029 h 2237474"/>
              <a:gd name="connsiteX187" fmla="*/ 812914 w 12192000"/>
              <a:gd name="connsiteY187" fmla="*/ 2202752 h 2237474"/>
              <a:gd name="connsiteX188" fmla="*/ 800195 w 12192000"/>
              <a:gd name="connsiteY188" fmla="*/ 2209407 h 2237474"/>
              <a:gd name="connsiteX189" fmla="*/ 784978 w 12192000"/>
              <a:gd name="connsiteY189" fmla="*/ 2212360 h 2237474"/>
              <a:gd name="connsiteX190" fmla="*/ 681987 w 12192000"/>
              <a:gd name="connsiteY190" fmla="*/ 2216757 h 2237474"/>
              <a:gd name="connsiteX191" fmla="*/ 669923 w 12192000"/>
              <a:gd name="connsiteY191" fmla="*/ 2211682 h 2237474"/>
              <a:gd name="connsiteX192" fmla="*/ 648680 w 12192000"/>
              <a:gd name="connsiteY192" fmla="*/ 2206229 h 2237474"/>
              <a:gd name="connsiteX193" fmla="*/ 597225 w 12192000"/>
              <a:gd name="connsiteY193" fmla="*/ 2180999 h 2237474"/>
              <a:gd name="connsiteX194" fmla="*/ 558449 w 12192000"/>
              <a:gd name="connsiteY194" fmla="*/ 2182346 h 2237474"/>
              <a:gd name="connsiteX195" fmla="*/ 550517 w 12192000"/>
              <a:gd name="connsiteY195" fmla="*/ 2182060 h 2237474"/>
              <a:gd name="connsiteX196" fmla="*/ 550309 w 12192000"/>
              <a:gd name="connsiteY196" fmla="*/ 2181825 h 2237474"/>
              <a:gd name="connsiteX197" fmla="*/ 541836 w 12192000"/>
              <a:gd name="connsiteY197" fmla="*/ 2181063 h 2237474"/>
              <a:gd name="connsiteX198" fmla="*/ 536057 w 12192000"/>
              <a:gd name="connsiteY198" fmla="*/ 2181537 h 2237474"/>
              <a:gd name="connsiteX199" fmla="*/ 520671 w 12192000"/>
              <a:gd name="connsiteY199" fmla="*/ 2180980 h 2237474"/>
              <a:gd name="connsiteX200" fmla="*/ 515024 w 12192000"/>
              <a:gd name="connsiteY200" fmla="*/ 2179258 h 2237474"/>
              <a:gd name="connsiteX201" fmla="*/ 512278 w 12192000"/>
              <a:gd name="connsiteY201" fmla="*/ 2176369 h 2237474"/>
              <a:gd name="connsiteX202" fmla="*/ 480419 w 12192000"/>
              <a:gd name="connsiteY202" fmla="*/ 2167807 h 2237474"/>
              <a:gd name="connsiteX203" fmla="*/ 413835 w 12192000"/>
              <a:gd name="connsiteY203" fmla="*/ 2156783 h 2237474"/>
              <a:gd name="connsiteX204" fmla="*/ 376513 w 12192000"/>
              <a:gd name="connsiteY204" fmla="*/ 2154014 h 2237474"/>
              <a:gd name="connsiteX205" fmla="*/ 273386 w 12192000"/>
              <a:gd name="connsiteY205" fmla="*/ 2142551 h 2237474"/>
              <a:gd name="connsiteX206" fmla="*/ 169207 w 12192000"/>
              <a:gd name="connsiteY206" fmla="*/ 2128100 h 2237474"/>
              <a:gd name="connsiteX207" fmla="*/ 93149 w 12192000"/>
              <a:gd name="connsiteY207" fmla="*/ 2105324 h 2237474"/>
              <a:gd name="connsiteX208" fmla="*/ 88109 w 12192000"/>
              <a:gd name="connsiteY208" fmla="*/ 2106704 h 2237474"/>
              <a:gd name="connsiteX209" fmla="*/ 80022 w 12192000"/>
              <a:gd name="connsiteY209" fmla="*/ 2107254 h 2237474"/>
              <a:gd name="connsiteX210" fmla="*/ 79717 w 12192000"/>
              <a:gd name="connsiteY210" fmla="*/ 2107046 h 2237474"/>
              <a:gd name="connsiteX211" fmla="*/ 72352 w 12192000"/>
              <a:gd name="connsiteY211" fmla="*/ 2107991 h 2237474"/>
              <a:gd name="connsiteX212" fmla="*/ 37645 w 12192000"/>
              <a:gd name="connsiteY212" fmla="*/ 2115401 h 2237474"/>
              <a:gd name="connsiteX213" fmla="*/ 4572 w 12192000"/>
              <a:gd name="connsiteY213" fmla="*/ 2111091 h 2237474"/>
              <a:gd name="connsiteX214" fmla="*/ 0 w 12192000"/>
              <a:gd name="connsiteY214" fmla="*/ 2110468 h 2237474"/>
              <a:gd name="connsiteX215" fmla="*/ 0 w 12192000"/>
              <a:gd name="connsiteY21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798048 w 12192000"/>
              <a:gd name="connsiteY23" fmla="*/ 863207 h 2237474"/>
              <a:gd name="connsiteX24" fmla="*/ 9761459 w 12192000"/>
              <a:gd name="connsiteY24" fmla="*/ 862394 h 2237474"/>
              <a:gd name="connsiteX25" fmla="*/ 9705768 w 12192000"/>
              <a:gd name="connsiteY25" fmla="*/ 894610 h 2237474"/>
              <a:gd name="connsiteX26" fmla="*/ 9683005 w 12192000"/>
              <a:gd name="connsiteY26" fmla="*/ 894128 h 2237474"/>
              <a:gd name="connsiteX27" fmla="*/ 9594438 w 12192000"/>
              <a:gd name="connsiteY27" fmla="*/ 919051 h 2237474"/>
              <a:gd name="connsiteX28" fmla="*/ 9577033 w 12192000"/>
              <a:gd name="connsiteY28" fmla="*/ 922857 h 2237474"/>
              <a:gd name="connsiteX29" fmla="*/ 9544189 w 12192000"/>
              <a:gd name="connsiteY29" fmla="*/ 938966 h 2237474"/>
              <a:gd name="connsiteX30" fmla="*/ 9500499 w 12192000"/>
              <a:gd name="connsiteY30" fmla="*/ 954680 h 2237474"/>
              <a:gd name="connsiteX31" fmla="*/ 9428195 w 12192000"/>
              <a:gd name="connsiteY31" fmla="*/ 986225 h 2237474"/>
              <a:gd name="connsiteX32" fmla="*/ 9410017 w 12192000"/>
              <a:gd name="connsiteY32" fmla="*/ 993931 h 2237474"/>
              <a:gd name="connsiteX33" fmla="*/ 9392919 w 12192000"/>
              <a:gd name="connsiteY33" fmla="*/ 994656 h 2237474"/>
              <a:gd name="connsiteX34" fmla="*/ 9278619 w 12192000"/>
              <a:gd name="connsiteY34" fmla="*/ 1011878 h 2237474"/>
              <a:gd name="connsiteX35" fmla="*/ 9268019 w 12192000"/>
              <a:gd name="connsiteY35" fmla="*/ 1007442 h 2237474"/>
              <a:gd name="connsiteX36" fmla="*/ 9234662 w 12192000"/>
              <a:gd name="connsiteY36" fmla="*/ 1023056 h 2237474"/>
              <a:gd name="connsiteX37" fmla="*/ 9181033 w 12192000"/>
              <a:gd name="connsiteY37" fmla="*/ 1037921 h 2237474"/>
              <a:gd name="connsiteX38" fmla="*/ 9155969 w 12192000"/>
              <a:gd name="connsiteY38" fmla="*/ 1046804 h 2237474"/>
              <a:gd name="connsiteX39" fmla="*/ 9133985 w 12192000"/>
              <a:gd name="connsiteY39" fmla="*/ 1046450 h 2237474"/>
              <a:gd name="connsiteX40" fmla="*/ 9012987 w 12192000"/>
              <a:gd name="connsiteY40" fmla="*/ 1061986 h 2237474"/>
              <a:gd name="connsiteX41" fmla="*/ 8968445 w 12192000"/>
              <a:gd name="connsiteY41" fmla="*/ 1052169 h 2237474"/>
              <a:gd name="connsiteX42" fmla="*/ 8958984 w 12192000"/>
              <a:gd name="connsiteY42" fmla="*/ 1057212 h 2237474"/>
              <a:gd name="connsiteX43" fmla="*/ 8886001 w 12192000"/>
              <a:gd name="connsiteY43" fmla="*/ 1067468 h 2237474"/>
              <a:gd name="connsiteX44" fmla="*/ 8838610 w 12192000"/>
              <a:gd name="connsiteY44" fmla="*/ 1075091 h 2237474"/>
              <a:gd name="connsiteX45" fmla="*/ 8750383 w 12192000"/>
              <a:gd name="connsiteY45" fmla="*/ 1097387 h 2237474"/>
              <a:gd name="connsiteX46" fmla="*/ 8697365 w 12192000"/>
              <a:gd name="connsiteY46" fmla="*/ 1105869 h 2237474"/>
              <a:gd name="connsiteX47" fmla="*/ 8665605 w 12192000"/>
              <a:gd name="connsiteY47" fmla="*/ 1110791 h 2237474"/>
              <a:gd name="connsiteX48" fmla="*/ 8584946 w 12192000"/>
              <a:gd name="connsiteY48" fmla="*/ 1135226 h 2237474"/>
              <a:gd name="connsiteX49" fmla="*/ 8460755 w 12192000"/>
              <a:gd name="connsiteY49" fmla="*/ 1203427 h 2237474"/>
              <a:gd name="connsiteX50" fmla="*/ 8419755 w 12192000"/>
              <a:gd name="connsiteY50" fmla="*/ 1216260 h 2237474"/>
              <a:gd name="connsiteX51" fmla="*/ 8411626 w 12192000"/>
              <a:gd name="connsiteY51" fmla="*/ 1214397 h 2237474"/>
              <a:gd name="connsiteX52" fmla="*/ 8363469 w 12192000"/>
              <a:gd name="connsiteY52" fmla="*/ 1246658 h 2237474"/>
              <a:gd name="connsiteX53" fmla="*/ 8275497 w 12192000"/>
              <a:gd name="connsiteY53" fmla="*/ 1264396 h 2237474"/>
              <a:gd name="connsiteX54" fmla="*/ 8206287 w 12192000"/>
              <a:gd name="connsiteY54" fmla="*/ 1273060 h 2237474"/>
              <a:gd name="connsiteX55" fmla="*/ 8168705 w 12192000"/>
              <a:gd name="connsiteY55" fmla="*/ 1279956 h 2237474"/>
              <a:gd name="connsiteX56" fmla="*/ 8139997 w 12192000"/>
              <a:gd name="connsiteY56" fmla="*/ 1282713 h 2237474"/>
              <a:gd name="connsiteX57" fmla="*/ 8074238 w 12192000"/>
              <a:gd name="connsiteY57" fmla="*/ 1301895 h 2237474"/>
              <a:gd name="connsiteX58" fmla="*/ 7968292 w 12192000"/>
              <a:gd name="connsiteY58" fmla="*/ 1338779 h 2237474"/>
              <a:gd name="connsiteX59" fmla="*/ 7945122 w 12192000"/>
              <a:gd name="connsiteY59" fmla="*/ 1345477 h 2237474"/>
              <a:gd name="connsiteX60" fmla="*/ 7902328 w 12192000"/>
              <a:gd name="connsiteY60" fmla="*/ 1345865 h 2237474"/>
              <a:gd name="connsiteX61" fmla="*/ 7875879 w 12192000"/>
              <a:gd name="connsiteY61" fmla="*/ 1345646 h 2237474"/>
              <a:gd name="connsiteX62" fmla="*/ 7840612 w 12192000"/>
              <a:gd name="connsiteY62" fmla="*/ 1369373 h 2237474"/>
              <a:gd name="connsiteX63" fmla="*/ 7786819 w 12192000"/>
              <a:gd name="connsiteY63" fmla="*/ 1378970 h 2237474"/>
              <a:gd name="connsiteX64" fmla="*/ 7548172 w 12192000"/>
              <a:gd name="connsiteY64" fmla="*/ 1417460 h 2237474"/>
              <a:gd name="connsiteX65" fmla="*/ 7483437 w 12192000"/>
              <a:gd name="connsiteY65" fmla="*/ 1478152 h 2237474"/>
              <a:gd name="connsiteX66" fmla="*/ 7377870 w 12192000"/>
              <a:gd name="connsiteY66" fmla="*/ 1523319 h 2237474"/>
              <a:gd name="connsiteX67" fmla="*/ 7230737 w 12192000"/>
              <a:gd name="connsiteY67" fmla="*/ 1562633 h 2237474"/>
              <a:gd name="connsiteX68" fmla="*/ 7224458 w 12192000"/>
              <a:gd name="connsiteY68" fmla="*/ 1573008 h 2237474"/>
              <a:gd name="connsiteX69" fmla="*/ 7213486 w 12192000"/>
              <a:gd name="connsiteY69" fmla="*/ 1580987 h 2237474"/>
              <a:gd name="connsiteX70" fmla="*/ 7183121 w 12192000"/>
              <a:gd name="connsiteY70" fmla="*/ 1595162 h 2237474"/>
              <a:gd name="connsiteX71" fmla="*/ 7164601 w 12192000"/>
              <a:gd name="connsiteY71" fmla="*/ 1606490 h 2237474"/>
              <a:gd name="connsiteX72" fmla="*/ 7114651 w 12192000"/>
              <a:gd name="connsiteY72" fmla="*/ 1620959 h 2237474"/>
              <a:gd name="connsiteX73" fmla="*/ 7092727 w 12192000"/>
              <a:gd name="connsiteY73" fmla="*/ 1623628 h 2237474"/>
              <a:gd name="connsiteX74" fmla="*/ 7031309 w 12192000"/>
              <a:gd name="connsiteY74" fmla="*/ 1619451 h 2237474"/>
              <a:gd name="connsiteX75" fmla="*/ 6999084 w 12192000"/>
              <a:gd name="connsiteY75" fmla="*/ 1634317 h 2237474"/>
              <a:gd name="connsiteX76" fmla="*/ 6992107 w 12192000"/>
              <a:gd name="connsiteY76" fmla="*/ 1636860 h 2237474"/>
              <a:gd name="connsiteX77" fmla="*/ 6991765 w 12192000"/>
              <a:gd name="connsiteY77" fmla="*/ 1636725 h 2237474"/>
              <a:gd name="connsiteX78" fmla="*/ 6900177 w 12192000"/>
              <a:gd name="connsiteY78" fmla="*/ 1636016 h 2237474"/>
              <a:gd name="connsiteX79" fmla="*/ 6795372 w 12192000"/>
              <a:gd name="connsiteY79" fmla="*/ 1644845 h 2237474"/>
              <a:gd name="connsiteX80" fmla="*/ 6692251 w 12192000"/>
              <a:gd name="connsiteY80" fmla="*/ 1656357 h 2237474"/>
              <a:gd name="connsiteX81" fmla="*/ 6655235 w 12192000"/>
              <a:gd name="connsiteY81" fmla="*/ 1661869 h 2237474"/>
              <a:gd name="connsiteX82" fmla="*/ 6587857 w 12192000"/>
              <a:gd name="connsiteY82" fmla="*/ 1665769 h 2237474"/>
              <a:gd name="connsiteX83" fmla="*/ 6554894 w 12192000"/>
              <a:gd name="connsiteY83" fmla="*/ 1664428 h 2237474"/>
              <a:gd name="connsiteX84" fmla="*/ 6516595 w 12192000"/>
              <a:gd name="connsiteY84" fmla="*/ 1667475 h 2237474"/>
              <a:gd name="connsiteX85" fmla="*/ 6508541 w 12192000"/>
              <a:gd name="connsiteY85" fmla="*/ 1668757 h 2237474"/>
              <a:gd name="connsiteX86" fmla="*/ 6471012 w 12192000"/>
              <a:gd name="connsiteY86" fmla="*/ 1678604 h 2237474"/>
              <a:gd name="connsiteX87" fmla="*/ 6415265 w 12192000"/>
              <a:gd name="connsiteY87" fmla="*/ 1665317 h 2237474"/>
              <a:gd name="connsiteX88" fmla="*/ 6364035 w 12192000"/>
              <a:gd name="connsiteY88" fmla="*/ 1667683 h 2237474"/>
              <a:gd name="connsiteX89" fmla="*/ 6280959 w 12192000"/>
              <a:gd name="connsiteY89" fmla="*/ 1689329 h 2237474"/>
              <a:gd name="connsiteX90" fmla="*/ 6243319 w 12192000"/>
              <a:gd name="connsiteY90" fmla="*/ 1695560 h 2237474"/>
              <a:gd name="connsiteX91" fmla="*/ 6098321 w 12192000"/>
              <a:gd name="connsiteY91" fmla="*/ 1721646 h 2237474"/>
              <a:gd name="connsiteX92" fmla="*/ 5880652 w 12192000"/>
              <a:gd name="connsiteY92" fmla="*/ 1779643 h 2237474"/>
              <a:gd name="connsiteX93" fmla="*/ 5785959 w 12192000"/>
              <a:gd name="connsiteY93" fmla="*/ 1775307 h 2237474"/>
              <a:gd name="connsiteX94" fmla="*/ 5643534 w 12192000"/>
              <a:gd name="connsiteY94" fmla="*/ 1802919 h 2237474"/>
              <a:gd name="connsiteX95" fmla="*/ 5518799 w 12192000"/>
              <a:gd name="connsiteY95" fmla="*/ 1818312 h 2237474"/>
              <a:gd name="connsiteX96" fmla="*/ 5505014 w 12192000"/>
              <a:gd name="connsiteY96" fmla="*/ 1819259 h 2237474"/>
              <a:gd name="connsiteX97" fmla="*/ 5453307 w 12192000"/>
              <a:gd name="connsiteY97" fmla="*/ 1815450 h 2237474"/>
              <a:gd name="connsiteX98" fmla="*/ 5364192 w 12192000"/>
              <a:gd name="connsiteY98" fmla="*/ 1826074 h 2237474"/>
              <a:gd name="connsiteX99" fmla="*/ 5350380 w 12192000"/>
              <a:gd name="connsiteY99" fmla="*/ 1830891 h 2237474"/>
              <a:gd name="connsiteX100" fmla="*/ 5259633 w 12192000"/>
              <a:gd name="connsiteY100" fmla="*/ 1837160 h 2237474"/>
              <a:gd name="connsiteX101" fmla="*/ 5197513 w 12192000"/>
              <a:gd name="connsiteY101" fmla="*/ 1844718 h 2237474"/>
              <a:gd name="connsiteX102" fmla="*/ 5168852 w 12192000"/>
              <a:gd name="connsiteY102" fmla="*/ 1844846 h 2237474"/>
              <a:gd name="connsiteX103" fmla="*/ 5114927 w 12192000"/>
              <a:gd name="connsiteY103" fmla="*/ 1847827 h 2237474"/>
              <a:gd name="connsiteX104" fmla="*/ 5108970 w 12192000"/>
              <a:gd name="connsiteY104" fmla="*/ 1847935 h 2237474"/>
              <a:gd name="connsiteX105" fmla="*/ 5067961 w 12192000"/>
              <a:gd name="connsiteY105" fmla="*/ 1845917 h 2237474"/>
              <a:gd name="connsiteX106" fmla="*/ 5007075 w 12192000"/>
              <a:gd name="connsiteY106" fmla="*/ 1838626 h 2237474"/>
              <a:gd name="connsiteX107" fmla="*/ 4944087 w 12192000"/>
              <a:gd name="connsiteY107" fmla="*/ 1823332 h 2237474"/>
              <a:gd name="connsiteX108" fmla="*/ 4907662 w 12192000"/>
              <a:gd name="connsiteY108" fmla="*/ 1816900 h 2237474"/>
              <a:gd name="connsiteX109" fmla="*/ 4882386 w 12192000"/>
              <a:gd name="connsiteY109" fmla="*/ 1809844 h 2237474"/>
              <a:gd name="connsiteX110" fmla="*/ 4811440 w 12192000"/>
              <a:gd name="connsiteY110" fmla="*/ 1804655 h 2237474"/>
              <a:gd name="connsiteX111" fmla="*/ 4691075 w 12192000"/>
              <a:gd name="connsiteY111" fmla="*/ 1801389 h 2237474"/>
              <a:gd name="connsiteX112" fmla="*/ 4611738 w 12192000"/>
              <a:gd name="connsiteY112" fmla="*/ 1776964 h 2237474"/>
              <a:gd name="connsiteX113" fmla="*/ 4560070 w 12192000"/>
              <a:gd name="connsiteY113" fmla="*/ 1785640 h 2237474"/>
              <a:gd name="connsiteX114" fmla="*/ 4536503 w 12192000"/>
              <a:gd name="connsiteY114" fmla="*/ 1785334 h 2237474"/>
              <a:gd name="connsiteX115" fmla="*/ 4513724 w 12192000"/>
              <a:gd name="connsiteY115" fmla="*/ 1791996 h 2237474"/>
              <a:gd name="connsiteX116" fmla="*/ 4459810 w 12192000"/>
              <a:gd name="connsiteY116" fmla="*/ 1797886 h 2237474"/>
              <a:gd name="connsiteX117" fmla="*/ 4379064 w 12192000"/>
              <a:gd name="connsiteY117" fmla="*/ 1817177 h 2237474"/>
              <a:gd name="connsiteX118" fmla="*/ 4319209 w 12192000"/>
              <a:gd name="connsiteY118" fmla="*/ 1834833 h 2237474"/>
              <a:gd name="connsiteX119" fmla="*/ 4290981 w 12192000"/>
              <a:gd name="connsiteY119" fmla="*/ 1839677 h 2237474"/>
              <a:gd name="connsiteX120" fmla="*/ 4285792 w 12192000"/>
              <a:gd name="connsiteY120" fmla="*/ 1836231 h 2237474"/>
              <a:gd name="connsiteX121" fmla="*/ 4238372 w 12192000"/>
              <a:gd name="connsiteY121" fmla="*/ 1851480 h 2237474"/>
              <a:gd name="connsiteX122" fmla="*/ 4232517 w 12192000"/>
              <a:gd name="connsiteY122" fmla="*/ 1852567 h 2237474"/>
              <a:gd name="connsiteX123" fmla="*/ 4191732 w 12192000"/>
              <a:gd name="connsiteY123" fmla="*/ 1857328 h 2237474"/>
              <a:gd name="connsiteX124" fmla="*/ 4065532 w 12192000"/>
              <a:gd name="connsiteY124" fmla="*/ 1855477 h 2237474"/>
              <a:gd name="connsiteX125" fmla="*/ 4028460 w 12192000"/>
              <a:gd name="connsiteY125" fmla="*/ 1855137 h 2237474"/>
              <a:gd name="connsiteX126" fmla="*/ 4002267 w 12192000"/>
              <a:gd name="connsiteY126" fmla="*/ 1852352 h 2237474"/>
              <a:gd name="connsiteX127" fmla="*/ 3931396 w 12192000"/>
              <a:gd name="connsiteY127" fmla="*/ 1858915 h 2237474"/>
              <a:gd name="connsiteX128" fmla="*/ 3812162 w 12192000"/>
              <a:gd name="connsiteY128" fmla="*/ 1875501 h 2237474"/>
              <a:gd name="connsiteX129" fmla="*/ 3729530 w 12192000"/>
              <a:gd name="connsiteY129" fmla="*/ 1864513 h 2237474"/>
              <a:gd name="connsiteX130" fmla="*/ 3680177 w 12192000"/>
              <a:gd name="connsiteY130" fmla="*/ 1881552 h 2237474"/>
              <a:gd name="connsiteX131" fmla="*/ 3567259 w 12192000"/>
              <a:gd name="connsiteY131" fmla="*/ 1893482 h 2237474"/>
              <a:gd name="connsiteX132" fmla="*/ 3405770 w 12192000"/>
              <a:gd name="connsiteY132" fmla="*/ 1904591 h 2237474"/>
              <a:gd name="connsiteX133" fmla="*/ 3280097 w 12192000"/>
              <a:gd name="connsiteY133" fmla="*/ 1919610 h 2237474"/>
              <a:gd name="connsiteX134" fmla="*/ 3123424 w 12192000"/>
              <a:gd name="connsiteY134" fmla="*/ 1952930 h 2237474"/>
              <a:gd name="connsiteX135" fmla="*/ 3009910 w 12192000"/>
              <a:gd name="connsiteY135" fmla="*/ 1957866 h 2237474"/>
              <a:gd name="connsiteX136" fmla="*/ 2995934 w 12192000"/>
              <a:gd name="connsiteY136" fmla="*/ 1967085 h 2237474"/>
              <a:gd name="connsiteX137" fmla="*/ 2980071 w 12192000"/>
              <a:gd name="connsiteY137" fmla="*/ 1972988 h 2237474"/>
              <a:gd name="connsiteX138" fmla="*/ 2978094 w 12192000"/>
              <a:gd name="connsiteY138" fmla="*/ 1972369 h 2237474"/>
              <a:gd name="connsiteX139" fmla="*/ 2942858 w 12192000"/>
              <a:gd name="connsiteY139" fmla="*/ 1981367 h 2237474"/>
              <a:gd name="connsiteX140" fmla="*/ 2875436 w 12192000"/>
              <a:gd name="connsiteY140" fmla="*/ 1996977 h 2237474"/>
              <a:gd name="connsiteX141" fmla="*/ 2874892 w 12192000"/>
              <a:gd name="connsiteY141" fmla="*/ 1996085 h 2237474"/>
              <a:gd name="connsiteX142" fmla="*/ 2864145 w 12192000"/>
              <a:gd name="connsiteY142" fmla="*/ 1994061 h 2237474"/>
              <a:gd name="connsiteX143" fmla="*/ 2843662 w 12192000"/>
              <a:gd name="connsiteY143" fmla="*/ 1992498 h 2237474"/>
              <a:gd name="connsiteX144" fmla="*/ 2796128 w 12192000"/>
              <a:gd name="connsiteY144" fmla="*/ 1976403 h 2237474"/>
              <a:gd name="connsiteX145" fmla="*/ 2756784 w 12192000"/>
              <a:gd name="connsiteY145" fmla="*/ 1985116 h 2237474"/>
              <a:gd name="connsiteX146" fmla="*/ 2748833 w 12192000"/>
              <a:gd name="connsiteY146" fmla="*/ 1986323 h 2237474"/>
              <a:gd name="connsiteX147" fmla="*/ 2748661 w 12192000"/>
              <a:gd name="connsiteY147" fmla="*/ 1986122 h 2237474"/>
              <a:gd name="connsiteX148" fmla="*/ 2740251 w 12192000"/>
              <a:gd name="connsiteY148" fmla="*/ 1986946 h 2237474"/>
              <a:gd name="connsiteX149" fmla="*/ 2718916 w 12192000"/>
              <a:gd name="connsiteY149" fmla="*/ 1990867 h 2237474"/>
              <a:gd name="connsiteX150" fmla="*/ 2713522 w 12192000"/>
              <a:gd name="connsiteY150" fmla="*/ 1990173 h 2237474"/>
              <a:gd name="connsiteX151" fmla="*/ 2680597 w 12192000"/>
              <a:gd name="connsiteY151" fmla="*/ 1984996 h 2237474"/>
              <a:gd name="connsiteX152" fmla="*/ 2578178 w 12192000"/>
              <a:gd name="connsiteY152" fmla="*/ 1990531 h 2237474"/>
              <a:gd name="connsiteX153" fmla="*/ 2476147 w 12192000"/>
              <a:gd name="connsiteY153" fmla="*/ 1998305 h 2237474"/>
              <a:gd name="connsiteX154" fmla="*/ 2373568 w 12192000"/>
              <a:gd name="connsiteY154" fmla="*/ 2003219 h 2237474"/>
              <a:gd name="connsiteX155" fmla="*/ 2321399 w 12192000"/>
              <a:gd name="connsiteY155" fmla="*/ 1989467 h 2237474"/>
              <a:gd name="connsiteX156" fmla="*/ 2315525 w 12192000"/>
              <a:gd name="connsiteY156" fmla="*/ 1989708 h 2237474"/>
              <a:gd name="connsiteX157" fmla="*/ 2300792 w 12192000"/>
              <a:gd name="connsiteY157" fmla="*/ 1994290 h 2237474"/>
              <a:gd name="connsiteX158" fmla="*/ 2295469 w 12192000"/>
              <a:gd name="connsiteY158" fmla="*/ 1996659 h 2237474"/>
              <a:gd name="connsiteX159" fmla="*/ 2287219 w 12192000"/>
              <a:gd name="connsiteY159" fmla="*/ 1998750 h 2237474"/>
              <a:gd name="connsiteX160" fmla="*/ 2286948 w 12192000"/>
              <a:gd name="connsiteY160" fmla="*/ 1998596 h 2237474"/>
              <a:gd name="connsiteX161" fmla="*/ 2243069 w 12192000"/>
              <a:gd name="connsiteY161" fmla="*/ 2015111 h 2237474"/>
              <a:gd name="connsiteX162" fmla="*/ 2186609 w 12192000"/>
              <a:gd name="connsiteY162" fmla="*/ 2008263 h 2237474"/>
              <a:gd name="connsiteX163" fmla="*/ 2164831 w 12192000"/>
              <a:gd name="connsiteY163" fmla="*/ 2010143 h 2237474"/>
              <a:gd name="connsiteX164" fmla="*/ 2152836 w 12192000"/>
              <a:gd name="connsiteY164" fmla="*/ 2010048 h 2237474"/>
              <a:gd name="connsiteX165" fmla="*/ 2117102 w 12192000"/>
              <a:gd name="connsiteY165" fmla="*/ 2023004 h 2237474"/>
              <a:gd name="connsiteX166" fmla="*/ 2111935 w 12192000"/>
              <a:gd name="connsiteY166" fmla="*/ 2023163 h 2237474"/>
              <a:gd name="connsiteX167" fmla="*/ 2089991 w 12192000"/>
              <a:gd name="connsiteY167" fmla="*/ 2034193 h 2237474"/>
              <a:gd name="connsiteX168" fmla="*/ 2058061 w 12192000"/>
              <a:gd name="connsiteY168" fmla="*/ 2047942 h 2237474"/>
              <a:gd name="connsiteX169" fmla="*/ 2055737 w 12192000"/>
              <a:gd name="connsiteY169" fmla="*/ 2047704 h 2237474"/>
              <a:gd name="connsiteX170" fmla="*/ 2042244 w 12192000"/>
              <a:gd name="connsiteY170" fmla="*/ 2055560 h 2237474"/>
              <a:gd name="connsiteX171" fmla="*/ 1976224 w 12192000"/>
              <a:gd name="connsiteY171" fmla="*/ 2074257 h 2237474"/>
              <a:gd name="connsiteX172" fmla="*/ 1877728 w 12192000"/>
              <a:gd name="connsiteY172" fmla="*/ 2101004 h 2237474"/>
              <a:gd name="connsiteX173" fmla="*/ 1759056 w 12192000"/>
              <a:gd name="connsiteY173" fmla="*/ 2125608 h 2237474"/>
              <a:gd name="connsiteX174" fmla="*/ 1637948 w 12192000"/>
              <a:gd name="connsiteY174" fmla="*/ 2172597 h 2237474"/>
              <a:gd name="connsiteX175" fmla="*/ 1434549 w 12192000"/>
              <a:gd name="connsiteY175" fmla="*/ 2234522 h 2237474"/>
              <a:gd name="connsiteX176" fmla="*/ 1398481 w 12192000"/>
              <a:gd name="connsiteY176" fmla="*/ 2237074 h 2237474"/>
              <a:gd name="connsiteX177" fmla="*/ 1398407 w 12192000"/>
              <a:gd name="connsiteY177" fmla="*/ 2237095 h 2237474"/>
              <a:gd name="connsiteX178" fmla="*/ 1370962 w 12192000"/>
              <a:gd name="connsiteY178" fmla="*/ 2237474 h 2237474"/>
              <a:gd name="connsiteX179" fmla="*/ 1356367 w 12192000"/>
              <a:gd name="connsiteY179" fmla="*/ 2235089 h 2237474"/>
              <a:gd name="connsiteX180" fmla="*/ 1324828 w 12192000"/>
              <a:gd name="connsiteY180" fmla="*/ 2231968 h 2237474"/>
              <a:gd name="connsiteX181" fmla="*/ 1297744 w 12192000"/>
              <a:gd name="connsiteY181" fmla="*/ 2235849 h 2237474"/>
              <a:gd name="connsiteX182" fmla="*/ 1286236 w 12192000"/>
              <a:gd name="connsiteY182" fmla="*/ 2233135 h 2237474"/>
              <a:gd name="connsiteX183" fmla="*/ 1283504 w 12192000"/>
              <a:gd name="connsiteY183" fmla="*/ 2233797 h 2237474"/>
              <a:gd name="connsiteX184" fmla="*/ 1279765 w 12192000"/>
              <a:gd name="connsiteY184" fmla="*/ 2229639 h 2237474"/>
              <a:gd name="connsiteX185" fmla="*/ 1195347 w 12192000"/>
              <a:gd name="connsiteY185" fmla="*/ 2212354 h 2237474"/>
              <a:gd name="connsiteX186" fmla="*/ 970251 w 12192000"/>
              <a:gd name="connsiteY186" fmla="*/ 2221029 h 2237474"/>
              <a:gd name="connsiteX187" fmla="*/ 812914 w 12192000"/>
              <a:gd name="connsiteY187" fmla="*/ 2202752 h 2237474"/>
              <a:gd name="connsiteX188" fmla="*/ 800195 w 12192000"/>
              <a:gd name="connsiteY188" fmla="*/ 2209407 h 2237474"/>
              <a:gd name="connsiteX189" fmla="*/ 784978 w 12192000"/>
              <a:gd name="connsiteY189" fmla="*/ 2212360 h 2237474"/>
              <a:gd name="connsiteX190" fmla="*/ 681987 w 12192000"/>
              <a:gd name="connsiteY190" fmla="*/ 2216757 h 2237474"/>
              <a:gd name="connsiteX191" fmla="*/ 669923 w 12192000"/>
              <a:gd name="connsiteY191" fmla="*/ 2211682 h 2237474"/>
              <a:gd name="connsiteX192" fmla="*/ 648680 w 12192000"/>
              <a:gd name="connsiteY192" fmla="*/ 2206229 h 2237474"/>
              <a:gd name="connsiteX193" fmla="*/ 597225 w 12192000"/>
              <a:gd name="connsiteY193" fmla="*/ 2180999 h 2237474"/>
              <a:gd name="connsiteX194" fmla="*/ 558449 w 12192000"/>
              <a:gd name="connsiteY194" fmla="*/ 2182346 h 2237474"/>
              <a:gd name="connsiteX195" fmla="*/ 550517 w 12192000"/>
              <a:gd name="connsiteY195" fmla="*/ 2182060 h 2237474"/>
              <a:gd name="connsiteX196" fmla="*/ 550309 w 12192000"/>
              <a:gd name="connsiteY196" fmla="*/ 2181825 h 2237474"/>
              <a:gd name="connsiteX197" fmla="*/ 541836 w 12192000"/>
              <a:gd name="connsiteY197" fmla="*/ 2181063 h 2237474"/>
              <a:gd name="connsiteX198" fmla="*/ 536057 w 12192000"/>
              <a:gd name="connsiteY198" fmla="*/ 2181537 h 2237474"/>
              <a:gd name="connsiteX199" fmla="*/ 520671 w 12192000"/>
              <a:gd name="connsiteY199" fmla="*/ 2180980 h 2237474"/>
              <a:gd name="connsiteX200" fmla="*/ 515024 w 12192000"/>
              <a:gd name="connsiteY200" fmla="*/ 2179258 h 2237474"/>
              <a:gd name="connsiteX201" fmla="*/ 512278 w 12192000"/>
              <a:gd name="connsiteY201" fmla="*/ 2176369 h 2237474"/>
              <a:gd name="connsiteX202" fmla="*/ 480419 w 12192000"/>
              <a:gd name="connsiteY202" fmla="*/ 2167807 h 2237474"/>
              <a:gd name="connsiteX203" fmla="*/ 413835 w 12192000"/>
              <a:gd name="connsiteY203" fmla="*/ 2156783 h 2237474"/>
              <a:gd name="connsiteX204" fmla="*/ 376513 w 12192000"/>
              <a:gd name="connsiteY204" fmla="*/ 2154014 h 2237474"/>
              <a:gd name="connsiteX205" fmla="*/ 273386 w 12192000"/>
              <a:gd name="connsiteY205" fmla="*/ 2142551 h 2237474"/>
              <a:gd name="connsiteX206" fmla="*/ 169207 w 12192000"/>
              <a:gd name="connsiteY206" fmla="*/ 2128100 h 2237474"/>
              <a:gd name="connsiteX207" fmla="*/ 93149 w 12192000"/>
              <a:gd name="connsiteY207" fmla="*/ 2105324 h 2237474"/>
              <a:gd name="connsiteX208" fmla="*/ 88109 w 12192000"/>
              <a:gd name="connsiteY208" fmla="*/ 2106704 h 2237474"/>
              <a:gd name="connsiteX209" fmla="*/ 80022 w 12192000"/>
              <a:gd name="connsiteY209" fmla="*/ 2107254 h 2237474"/>
              <a:gd name="connsiteX210" fmla="*/ 79717 w 12192000"/>
              <a:gd name="connsiteY210" fmla="*/ 2107046 h 2237474"/>
              <a:gd name="connsiteX211" fmla="*/ 72352 w 12192000"/>
              <a:gd name="connsiteY211" fmla="*/ 2107991 h 2237474"/>
              <a:gd name="connsiteX212" fmla="*/ 37645 w 12192000"/>
              <a:gd name="connsiteY212" fmla="*/ 2115401 h 2237474"/>
              <a:gd name="connsiteX213" fmla="*/ 4572 w 12192000"/>
              <a:gd name="connsiteY213" fmla="*/ 2111091 h 2237474"/>
              <a:gd name="connsiteX214" fmla="*/ 0 w 12192000"/>
              <a:gd name="connsiteY214" fmla="*/ 2110468 h 2237474"/>
              <a:gd name="connsiteX215" fmla="*/ 0 w 12192000"/>
              <a:gd name="connsiteY21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798048 w 12192000"/>
              <a:gd name="connsiteY23" fmla="*/ 863207 h 2237474"/>
              <a:gd name="connsiteX24" fmla="*/ 9761459 w 12192000"/>
              <a:gd name="connsiteY24" fmla="*/ 862394 h 2237474"/>
              <a:gd name="connsiteX25" fmla="*/ 9705768 w 12192000"/>
              <a:gd name="connsiteY25" fmla="*/ 894610 h 2237474"/>
              <a:gd name="connsiteX26" fmla="*/ 9683005 w 12192000"/>
              <a:gd name="connsiteY26" fmla="*/ 894128 h 2237474"/>
              <a:gd name="connsiteX27" fmla="*/ 9594438 w 12192000"/>
              <a:gd name="connsiteY27" fmla="*/ 919051 h 2237474"/>
              <a:gd name="connsiteX28" fmla="*/ 9577033 w 12192000"/>
              <a:gd name="connsiteY28" fmla="*/ 922857 h 2237474"/>
              <a:gd name="connsiteX29" fmla="*/ 9544189 w 12192000"/>
              <a:gd name="connsiteY29" fmla="*/ 938966 h 2237474"/>
              <a:gd name="connsiteX30" fmla="*/ 9500499 w 12192000"/>
              <a:gd name="connsiteY30" fmla="*/ 954680 h 2237474"/>
              <a:gd name="connsiteX31" fmla="*/ 9428195 w 12192000"/>
              <a:gd name="connsiteY31" fmla="*/ 986225 h 2237474"/>
              <a:gd name="connsiteX32" fmla="*/ 9410017 w 12192000"/>
              <a:gd name="connsiteY32" fmla="*/ 993931 h 2237474"/>
              <a:gd name="connsiteX33" fmla="*/ 9392919 w 12192000"/>
              <a:gd name="connsiteY33" fmla="*/ 994656 h 2237474"/>
              <a:gd name="connsiteX34" fmla="*/ 9278619 w 12192000"/>
              <a:gd name="connsiteY34" fmla="*/ 1011878 h 2237474"/>
              <a:gd name="connsiteX35" fmla="*/ 9268019 w 12192000"/>
              <a:gd name="connsiteY35" fmla="*/ 1007442 h 2237474"/>
              <a:gd name="connsiteX36" fmla="*/ 9234662 w 12192000"/>
              <a:gd name="connsiteY36" fmla="*/ 1023056 h 2237474"/>
              <a:gd name="connsiteX37" fmla="*/ 9181033 w 12192000"/>
              <a:gd name="connsiteY37" fmla="*/ 1037921 h 2237474"/>
              <a:gd name="connsiteX38" fmla="*/ 9155969 w 12192000"/>
              <a:gd name="connsiteY38" fmla="*/ 1046804 h 2237474"/>
              <a:gd name="connsiteX39" fmla="*/ 9133985 w 12192000"/>
              <a:gd name="connsiteY39" fmla="*/ 1046450 h 2237474"/>
              <a:gd name="connsiteX40" fmla="*/ 9012987 w 12192000"/>
              <a:gd name="connsiteY40" fmla="*/ 1061986 h 2237474"/>
              <a:gd name="connsiteX41" fmla="*/ 8968445 w 12192000"/>
              <a:gd name="connsiteY41" fmla="*/ 1052169 h 2237474"/>
              <a:gd name="connsiteX42" fmla="*/ 8958984 w 12192000"/>
              <a:gd name="connsiteY42" fmla="*/ 1057212 h 2237474"/>
              <a:gd name="connsiteX43" fmla="*/ 8886001 w 12192000"/>
              <a:gd name="connsiteY43" fmla="*/ 1067468 h 2237474"/>
              <a:gd name="connsiteX44" fmla="*/ 8838610 w 12192000"/>
              <a:gd name="connsiteY44" fmla="*/ 1075091 h 2237474"/>
              <a:gd name="connsiteX45" fmla="*/ 8750383 w 12192000"/>
              <a:gd name="connsiteY45" fmla="*/ 1097387 h 2237474"/>
              <a:gd name="connsiteX46" fmla="*/ 8697365 w 12192000"/>
              <a:gd name="connsiteY46" fmla="*/ 1105869 h 2237474"/>
              <a:gd name="connsiteX47" fmla="*/ 8665605 w 12192000"/>
              <a:gd name="connsiteY47" fmla="*/ 1110791 h 2237474"/>
              <a:gd name="connsiteX48" fmla="*/ 8584946 w 12192000"/>
              <a:gd name="connsiteY48" fmla="*/ 1135226 h 2237474"/>
              <a:gd name="connsiteX49" fmla="*/ 8460755 w 12192000"/>
              <a:gd name="connsiteY49" fmla="*/ 1203427 h 2237474"/>
              <a:gd name="connsiteX50" fmla="*/ 8419755 w 12192000"/>
              <a:gd name="connsiteY50" fmla="*/ 1216260 h 2237474"/>
              <a:gd name="connsiteX51" fmla="*/ 8411626 w 12192000"/>
              <a:gd name="connsiteY51" fmla="*/ 1214397 h 2237474"/>
              <a:gd name="connsiteX52" fmla="*/ 8363469 w 12192000"/>
              <a:gd name="connsiteY52" fmla="*/ 1246658 h 2237474"/>
              <a:gd name="connsiteX53" fmla="*/ 8275497 w 12192000"/>
              <a:gd name="connsiteY53" fmla="*/ 1264396 h 2237474"/>
              <a:gd name="connsiteX54" fmla="*/ 8206287 w 12192000"/>
              <a:gd name="connsiteY54" fmla="*/ 1273060 h 2237474"/>
              <a:gd name="connsiteX55" fmla="*/ 8168705 w 12192000"/>
              <a:gd name="connsiteY55" fmla="*/ 1279956 h 2237474"/>
              <a:gd name="connsiteX56" fmla="*/ 8139997 w 12192000"/>
              <a:gd name="connsiteY56" fmla="*/ 1282713 h 2237474"/>
              <a:gd name="connsiteX57" fmla="*/ 8074238 w 12192000"/>
              <a:gd name="connsiteY57" fmla="*/ 1301895 h 2237474"/>
              <a:gd name="connsiteX58" fmla="*/ 7968292 w 12192000"/>
              <a:gd name="connsiteY58" fmla="*/ 1338779 h 2237474"/>
              <a:gd name="connsiteX59" fmla="*/ 7945122 w 12192000"/>
              <a:gd name="connsiteY59" fmla="*/ 1345477 h 2237474"/>
              <a:gd name="connsiteX60" fmla="*/ 7902328 w 12192000"/>
              <a:gd name="connsiteY60" fmla="*/ 1345865 h 2237474"/>
              <a:gd name="connsiteX61" fmla="*/ 7875879 w 12192000"/>
              <a:gd name="connsiteY61" fmla="*/ 1345646 h 2237474"/>
              <a:gd name="connsiteX62" fmla="*/ 7840612 w 12192000"/>
              <a:gd name="connsiteY62" fmla="*/ 1369373 h 2237474"/>
              <a:gd name="connsiteX63" fmla="*/ 7786819 w 12192000"/>
              <a:gd name="connsiteY63" fmla="*/ 1378970 h 2237474"/>
              <a:gd name="connsiteX64" fmla="*/ 7548172 w 12192000"/>
              <a:gd name="connsiteY64" fmla="*/ 1417460 h 2237474"/>
              <a:gd name="connsiteX65" fmla="*/ 7483437 w 12192000"/>
              <a:gd name="connsiteY65" fmla="*/ 1478152 h 2237474"/>
              <a:gd name="connsiteX66" fmla="*/ 7377870 w 12192000"/>
              <a:gd name="connsiteY66" fmla="*/ 1523319 h 2237474"/>
              <a:gd name="connsiteX67" fmla="*/ 7230737 w 12192000"/>
              <a:gd name="connsiteY67" fmla="*/ 1562633 h 2237474"/>
              <a:gd name="connsiteX68" fmla="*/ 7224458 w 12192000"/>
              <a:gd name="connsiteY68" fmla="*/ 1573008 h 2237474"/>
              <a:gd name="connsiteX69" fmla="*/ 7213486 w 12192000"/>
              <a:gd name="connsiteY69" fmla="*/ 1580987 h 2237474"/>
              <a:gd name="connsiteX70" fmla="*/ 7183121 w 12192000"/>
              <a:gd name="connsiteY70" fmla="*/ 1595162 h 2237474"/>
              <a:gd name="connsiteX71" fmla="*/ 7164601 w 12192000"/>
              <a:gd name="connsiteY71" fmla="*/ 1606490 h 2237474"/>
              <a:gd name="connsiteX72" fmla="*/ 7114651 w 12192000"/>
              <a:gd name="connsiteY72" fmla="*/ 1620959 h 2237474"/>
              <a:gd name="connsiteX73" fmla="*/ 7092727 w 12192000"/>
              <a:gd name="connsiteY73" fmla="*/ 1623628 h 2237474"/>
              <a:gd name="connsiteX74" fmla="*/ 7031309 w 12192000"/>
              <a:gd name="connsiteY74" fmla="*/ 1619451 h 2237474"/>
              <a:gd name="connsiteX75" fmla="*/ 6999084 w 12192000"/>
              <a:gd name="connsiteY75" fmla="*/ 1634317 h 2237474"/>
              <a:gd name="connsiteX76" fmla="*/ 6992107 w 12192000"/>
              <a:gd name="connsiteY76" fmla="*/ 1636860 h 2237474"/>
              <a:gd name="connsiteX77" fmla="*/ 6991765 w 12192000"/>
              <a:gd name="connsiteY77" fmla="*/ 1636725 h 2237474"/>
              <a:gd name="connsiteX78" fmla="*/ 6900177 w 12192000"/>
              <a:gd name="connsiteY78" fmla="*/ 1636016 h 2237474"/>
              <a:gd name="connsiteX79" fmla="*/ 6795372 w 12192000"/>
              <a:gd name="connsiteY79" fmla="*/ 1644845 h 2237474"/>
              <a:gd name="connsiteX80" fmla="*/ 6692251 w 12192000"/>
              <a:gd name="connsiteY80" fmla="*/ 1656357 h 2237474"/>
              <a:gd name="connsiteX81" fmla="*/ 6655235 w 12192000"/>
              <a:gd name="connsiteY81" fmla="*/ 1661869 h 2237474"/>
              <a:gd name="connsiteX82" fmla="*/ 6587857 w 12192000"/>
              <a:gd name="connsiteY82" fmla="*/ 1665769 h 2237474"/>
              <a:gd name="connsiteX83" fmla="*/ 6554894 w 12192000"/>
              <a:gd name="connsiteY83" fmla="*/ 1664428 h 2237474"/>
              <a:gd name="connsiteX84" fmla="*/ 6516595 w 12192000"/>
              <a:gd name="connsiteY84" fmla="*/ 1667475 h 2237474"/>
              <a:gd name="connsiteX85" fmla="*/ 6508541 w 12192000"/>
              <a:gd name="connsiteY85" fmla="*/ 1668757 h 2237474"/>
              <a:gd name="connsiteX86" fmla="*/ 6471012 w 12192000"/>
              <a:gd name="connsiteY86" fmla="*/ 1678604 h 2237474"/>
              <a:gd name="connsiteX87" fmla="*/ 6415265 w 12192000"/>
              <a:gd name="connsiteY87" fmla="*/ 1665317 h 2237474"/>
              <a:gd name="connsiteX88" fmla="*/ 6364035 w 12192000"/>
              <a:gd name="connsiteY88" fmla="*/ 1667683 h 2237474"/>
              <a:gd name="connsiteX89" fmla="*/ 6280959 w 12192000"/>
              <a:gd name="connsiteY89" fmla="*/ 1689329 h 2237474"/>
              <a:gd name="connsiteX90" fmla="*/ 6243319 w 12192000"/>
              <a:gd name="connsiteY90" fmla="*/ 1695560 h 2237474"/>
              <a:gd name="connsiteX91" fmla="*/ 6098321 w 12192000"/>
              <a:gd name="connsiteY91" fmla="*/ 1721646 h 2237474"/>
              <a:gd name="connsiteX92" fmla="*/ 5880652 w 12192000"/>
              <a:gd name="connsiteY92" fmla="*/ 1779643 h 2237474"/>
              <a:gd name="connsiteX93" fmla="*/ 5785959 w 12192000"/>
              <a:gd name="connsiteY93" fmla="*/ 1775307 h 2237474"/>
              <a:gd name="connsiteX94" fmla="*/ 5643534 w 12192000"/>
              <a:gd name="connsiteY94" fmla="*/ 1802919 h 2237474"/>
              <a:gd name="connsiteX95" fmla="*/ 5518799 w 12192000"/>
              <a:gd name="connsiteY95" fmla="*/ 1818312 h 2237474"/>
              <a:gd name="connsiteX96" fmla="*/ 5505014 w 12192000"/>
              <a:gd name="connsiteY96" fmla="*/ 1819259 h 2237474"/>
              <a:gd name="connsiteX97" fmla="*/ 5453307 w 12192000"/>
              <a:gd name="connsiteY97" fmla="*/ 1815450 h 2237474"/>
              <a:gd name="connsiteX98" fmla="*/ 5364192 w 12192000"/>
              <a:gd name="connsiteY98" fmla="*/ 1826074 h 2237474"/>
              <a:gd name="connsiteX99" fmla="*/ 5350380 w 12192000"/>
              <a:gd name="connsiteY99" fmla="*/ 1830891 h 2237474"/>
              <a:gd name="connsiteX100" fmla="*/ 5259633 w 12192000"/>
              <a:gd name="connsiteY100" fmla="*/ 1837160 h 2237474"/>
              <a:gd name="connsiteX101" fmla="*/ 5197513 w 12192000"/>
              <a:gd name="connsiteY101" fmla="*/ 1844718 h 2237474"/>
              <a:gd name="connsiteX102" fmla="*/ 5168852 w 12192000"/>
              <a:gd name="connsiteY102" fmla="*/ 1844846 h 2237474"/>
              <a:gd name="connsiteX103" fmla="*/ 5114927 w 12192000"/>
              <a:gd name="connsiteY103" fmla="*/ 1847827 h 2237474"/>
              <a:gd name="connsiteX104" fmla="*/ 5108970 w 12192000"/>
              <a:gd name="connsiteY104" fmla="*/ 1847935 h 2237474"/>
              <a:gd name="connsiteX105" fmla="*/ 5067961 w 12192000"/>
              <a:gd name="connsiteY105" fmla="*/ 1845917 h 2237474"/>
              <a:gd name="connsiteX106" fmla="*/ 5007075 w 12192000"/>
              <a:gd name="connsiteY106" fmla="*/ 1838626 h 2237474"/>
              <a:gd name="connsiteX107" fmla="*/ 4944087 w 12192000"/>
              <a:gd name="connsiteY107" fmla="*/ 1823332 h 2237474"/>
              <a:gd name="connsiteX108" fmla="*/ 4907662 w 12192000"/>
              <a:gd name="connsiteY108" fmla="*/ 1816900 h 2237474"/>
              <a:gd name="connsiteX109" fmla="*/ 4882386 w 12192000"/>
              <a:gd name="connsiteY109" fmla="*/ 1809844 h 2237474"/>
              <a:gd name="connsiteX110" fmla="*/ 4811440 w 12192000"/>
              <a:gd name="connsiteY110" fmla="*/ 1804655 h 2237474"/>
              <a:gd name="connsiteX111" fmla="*/ 4691075 w 12192000"/>
              <a:gd name="connsiteY111" fmla="*/ 1801389 h 2237474"/>
              <a:gd name="connsiteX112" fmla="*/ 4611738 w 12192000"/>
              <a:gd name="connsiteY112" fmla="*/ 1776964 h 2237474"/>
              <a:gd name="connsiteX113" fmla="*/ 4560070 w 12192000"/>
              <a:gd name="connsiteY113" fmla="*/ 1785640 h 2237474"/>
              <a:gd name="connsiteX114" fmla="*/ 4536503 w 12192000"/>
              <a:gd name="connsiteY114" fmla="*/ 1785334 h 2237474"/>
              <a:gd name="connsiteX115" fmla="*/ 4513724 w 12192000"/>
              <a:gd name="connsiteY115" fmla="*/ 1791996 h 2237474"/>
              <a:gd name="connsiteX116" fmla="*/ 4459810 w 12192000"/>
              <a:gd name="connsiteY116" fmla="*/ 1797886 h 2237474"/>
              <a:gd name="connsiteX117" fmla="*/ 4379064 w 12192000"/>
              <a:gd name="connsiteY117" fmla="*/ 1817177 h 2237474"/>
              <a:gd name="connsiteX118" fmla="*/ 4319209 w 12192000"/>
              <a:gd name="connsiteY118" fmla="*/ 1834833 h 2237474"/>
              <a:gd name="connsiteX119" fmla="*/ 4290981 w 12192000"/>
              <a:gd name="connsiteY119" fmla="*/ 1839677 h 2237474"/>
              <a:gd name="connsiteX120" fmla="*/ 4285792 w 12192000"/>
              <a:gd name="connsiteY120" fmla="*/ 1836231 h 2237474"/>
              <a:gd name="connsiteX121" fmla="*/ 4238372 w 12192000"/>
              <a:gd name="connsiteY121" fmla="*/ 1851480 h 2237474"/>
              <a:gd name="connsiteX122" fmla="*/ 4232517 w 12192000"/>
              <a:gd name="connsiteY122" fmla="*/ 1852567 h 2237474"/>
              <a:gd name="connsiteX123" fmla="*/ 4191732 w 12192000"/>
              <a:gd name="connsiteY123" fmla="*/ 1857328 h 2237474"/>
              <a:gd name="connsiteX124" fmla="*/ 4065532 w 12192000"/>
              <a:gd name="connsiteY124" fmla="*/ 1855477 h 2237474"/>
              <a:gd name="connsiteX125" fmla="*/ 4028460 w 12192000"/>
              <a:gd name="connsiteY125" fmla="*/ 1855137 h 2237474"/>
              <a:gd name="connsiteX126" fmla="*/ 4002267 w 12192000"/>
              <a:gd name="connsiteY126" fmla="*/ 1852352 h 2237474"/>
              <a:gd name="connsiteX127" fmla="*/ 3931396 w 12192000"/>
              <a:gd name="connsiteY127" fmla="*/ 1858915 h 2237474"/>
              <a:gd name="connsiteX128" fmla="*/ 3812162 w 12192000"/>
              <a:gd name="connsiteY128" fmla="*/ 1875501 h 2237474"/>
              <a:gd name="connsiteX129" fmla="*/ 3729530 w 12192000"/>
              <a:gd name="connsiteY129" fmla="*/ 1864513 h 2237474"/>
              <a:gd name="connsiteX130" fmla="*/ 3680177 w 12192000"/>
              <a:gd name="connsiteY130" fmla="*/ 1881552 h 2237474"/>
              <a:gd name="connsiteX131" fmla="*/ 3567259 w 12192000"/>
              <a:gd name="connsiteY131" fmla="*/ 1893482 h 2237474"/>
              <a:gd name="connsiteX132" fmla="*/ 3405770 w 12192000"/>
              <a:gd name="connsiteY132" fmla="*/ 1904591 h 2237474"/>
              <a:gd name="connsiteX133" fmla="*/ 3280097 w 12192000"/>
              <a:gd name="connsiteY133" fmla="*/ 1919610 h 2237474"/>
              <a:gd name="connsiteX134" fmla="*/ 3123424 w 12192000"/>
              <a:gd name="connsiteY134" fmla="*/ 1952930 h 2237474"/>
              <a:gd name="connsiteX135" fmla="*/ 3009910 w 12192000"/>
              <a:gd name="connsiteY135" fmla="*/ 1957866 h 2237474"/>
              <a:gd name="connsiteX136" fmla="*/ 2995934 w 12192000"/>
              <a:gd name="connsiteY136" fmla="*/ 1967085 h 2237474"/>
              <a:gd name="connsiteX137" fmla="*/ 2980071 w 12192000"/>
              <a:gd name="connsiteY137" fmla="*/ 1972988 h 2237474"/>
              <a:gd name="connsiteX138" fmla="*/ 2978094 w 12192000"/>
              <a:gd name="connsiteY138" fmla="*/ 1972369 h 2237474"/>
              <a:gd name="connsiteX139" fmla="*/ 2942858 w 12192000"/>
              <a:gd name="connsiteY139" fmla="*/ 1981367 h 2237474"/>
              <a:gd name="connsiteX140" fmla="*/ 2875436 w 12192000"/>
              <a:gd name="connsiteY140" fmla="*/ 1996977 h 2237474"/>
              <a:gd name="connsiteX141" fmla="*/ 2874892 w 12192000"/>
              <a:gd name="connsiteY141" fmla="*/ 1996085 h 2237474"/>
              <a:gd name="connsiteX142" fmla="*/ 2864145 w 12192000"/>
              <a:gd name="connsiteY142" fmla="*/ 1994061 h 2237474"/>
              <a:gd name="connsiteX143" fmla="*/ 2843662 w 12192000"/>
              <a:gd name="connsiteY143" fmla="*/ 1992498 h 2237474"/>
              <a:gd name="connsiteX144" fmla="*/ 2796128 w 12192000"/>
              <a:gd name="connsiteY144" fmla="*/ 1976403 h 2237474"/>
              <a:gd name="connsiteX145" fmla="*/ 2756784 w 12192000"/>
              <a:gd name="connsiteY145" fmla="*/ 1985116 h 2237474"/>
              <a:gd name="connsiteX146" fmla="*/ 2748833 w 12192000"/>
              <a:gd name="connsiteY146" fmla="*/ 1986323 h 2237474"/>
              <a:gd name="connsiteX147" fmla="*/ 2748661 w 12192000"/>
              <a:gd name="connsiteY147" fmla="*/ 1986122 h 2237474"/>
              <a:gd name="connsiteX148" fmla="*/ 2740251 w 12192000"/>
              <a:gd name="connsiteY148" fmla="*/ 1986946 h 2237474"/>
              <a:gd name="connsiteX149" fmla="*/ 2718916 w 12192000"/>
              <a:gd name="connsiteY149" fmla="*/ 1990867 h 2237474"/>
              <a:gd name="connsiteX150" fmla="*/ 2713522 w 12192000"/>
              <a:gd name="connsiteY150" fmla="*/ 1990173 h 2237474"/>
              <a:gd name="connsiteX151" fmla="*/ 2680597 w 12192000"/>
              <a:gd name="connsiteY151" fmla="*/ 1984996 h 2237474"/>
              <a:gd name="connsiteX152" fmla="*/ 2578178 w 12192000"/>
              <a:gd name="connsiteY152" fmla="*/ 1990531 h 2237474"/>
              <a:gd name="connsiteX153" fmla="*/ 2476147 w 12192000"/>
              <a:gd name="connsiteY153" fmla="*/ 1998305 h 2237474"/>
              <a:gd name="connsiteX154" fmla="*/ 2373568 w 12192000"/>
              <a:gd name="connsiteY154" fmla="*/ 2003219 h 2237474"/>
              <a:gd name="connsiteX155" fmla="*/ 2321399 w 12192000"/>
              <a:gd name="connsiteY155" fmla="*/ 1989467 h 2237474"/>
              <a:gd name="connsiteX156" fmla="*/ 2315525 w 12192000"/>
              <a:gd name="connsiteY156" fmla="*/ 1989708 h 2237474"/>
              <a:gd name="connsiteX157" fmla="*/ 2300792 w 12192000"/>
              <a:gd name="connsiteY157" fmla="*/ 1994290 h 2237474"/>
              <a:gd name="connsiteX158" fmla="*/ 2295469 w 12192000"/>
              <a:gd name="connsiteY158" fmla="*/ 1996659 h 2237474"/>
              <a:gd name="connsiteX159" fmla="*/ 2287219 w 12192000"/>
              <a:gd name="connsiteY159" fmla="*/ 1998750 h 2237474"/>
              <a:gd name="connsiteX160" fmla="*/ 2286948 w 12192000"/>
              <a:gd name="connsiteY160" fmla="*/ 1998596 h 2237474"/>
              <a:gd name="connsiteX161" fmla="*/ 2243069 w 12192000"/>
              <a:gd name="connsiteY161" fmla="*/ 2015111 h 2237474"/>
              <a:gd name="connsiteX162" fmla="*/ 2186609 w 12192000"/>
              <a:gd name="connsiteY162" fmla="*/ 2008263 h 2237474"/>
              <a:gd name="connsiteX163" fmla="*/ 2164831 w 12192000"/>
              <a:gd name="connsiteY163" fmla="*/ 2010143 h 2237474"/>
              <a:gd name="connsiteX164" fmla="*/ 2152836 w 12192000"/>
              <a:gd name="connsiteY164" fmla="*/ 2010048 h 2237474"/>
              <a:gd name="connsiteX165" fmla="*/ 2117102 w 12192000"/>
              <a:gd name="connsiteY165" fmla="*/ 2023004 h 2237474"/>
              <a:gd name="connsiteX166" fmla="*/ 2111935 w 12192000"/>
              <a:gd name="connsiteY166" fmla="*/ 2023163 h 2237474"/>
              <a:gd name="connsiteX167" fmla="*/ 2089991 w 12192000"/>
              <a:gd name="connsiteY167" fmla="*/ 2034193 h 2237474"/>
              <a:gd name="connsiteX168" fmla="*/ 2058061 w 12192000"/>
              <a:gd name="connsiteY168" fmla="*/ 2047942 h 2237474"/>
              <a:gd name="connsiteX169" fmla="*/ 2055737 w 12192000"/>
              <a:gd name="connsiteY169" fmla="*/ 2047704 h 2237474"/>
              <a:gd name="connsiteX170" fmla="*/ 2042244 w 12192000"/>
              <a:gd name="connsiteY170" fmla="*/ 2055560 h 2237474"/>
              <a:gd name="connsiteX171" fmla="*/ 1976224 w 12192000"/>
              <a:gd name="connsiteY171" fmla="*/ 2074257 h 2237474"/>
              <a:gd name="connsiteX172" fmla="*/ 1877728 w 12192000"/>
              <a:gd name="connsiteY172" fmla="*/ 2101004 h 2237474"/>
              <a:gd name="connsiteX173" fmla="*/ 1759056 w 12192000"/>
              <a:gd name="connsiteY173" fmla="*/ 2125608 h 2237474"/>
              <a:gd name="connsiteX174" fmla="*/ 1637948 w 12192000"/>
              <a:gd name="connsiteY174" fmla="*/ 2172597 h 2237474"/>
              <a:gd name="connsiteX175" fmla="*/ 1434549 w 12192000"/>
              <a:gd name="connsiteY175" fmla="*/ 2234522 h 2237474"/>
              <a:gd name="connsiteX176" fmla="*/ 1398481 w 12192000"/>
              <a:gd name="connsiteY176" fmla="*/ 2237074 h 2237474"/>
              <a:gd name="connsiteX177" fmla="*/ 1398407 w 12192000"/>
              <a:gd name="connsiteY177" fmla="*/ 2237095 h 2237474"/>
              <a:gd name="connsiteX178" fmla="*/ 1370962 w 12192000"/>
              <a:gd name="connsiteY178" fmla="*/ 2237474 h 2237474"/>
              <a:gd name="connsiteX179" fmla="*/ 1356367 w 12192000"/>
              <a:gd name="connsiteY179" fmla="*/ 2235089 h 2237474"/>
              <a:gd name="connsiteX180" fmla="*/ 1324828 w 12192000"/>
              <a:gd name="connsiteY180" fmla="*/ 2231968 h 2237474"/>
              <a:gd name="connsiteX181" fmla="*/ 1297744 w 12192000"/>
              <a:gd name="connsiteY181" fmla="*/ 2235849 h 2237474"/>
              <a:gd name="connsiteX182" fmla="*/ 1286236 w 12192000"/>
              <a:gd name="connsiteY182" fmla="*/ 2233135 h 2237474"/>
              <a:gd name="connsiteX183" fmla="*/ 1283504 w 12192000"/>
              <a:gd name="connsiteY183" fmla="*/ 2233797 h 2237474"/>
              <a:gd name="connsiteX184" fmla="*/ 1279765 w 12192000"/>
              <a:gd name="connsiteY184" fmla="*/ 2229639 h 2237474"/>
              <a:gd name="connsiteX185" fmla="*/ 1195347 w 12192000"/>
              <a:gd name="connsiteY185" fmla="*/ 2212354 h 2237474"/>
              <a:gd name="connsiteX186" fmla="*/ 970251 w 12192000"/>
              <a:gd name="connsiteY186" fmla="*/ 2221029 h 2237474"/>
              <a:gd name="connsiteX187" fmla="*/ 812914 w 12192000"/>
              <a:gd name="connsiteY187" fmla="*/ 2202752 h 2237474"/>
              <a:gd name="connsiteX188" fmla="*/ 800195 w 12192000"/>
              <a:gd name="connsiteY188" fmla="*/ 2209407 h 2237474"/>
              <a:gd name="connsiteX189" fmla="*/ 784978 w 12192000"/>
              <a:gd name="connsiteY189" fmla="*/ 2212360 h 2237474"/>
              <a:gd name="connsiteX190" fmla="*/ 681987 w 12192000"/>
              <a:gd name="connsiteY190" fmla="*/ 2216757 h 2237474"/>
              <a:gd name="connsiteX191" fmla="*/ 669923 w 12192000"/>
              <a:gd name="connsiteY191" fmla="*/ 2211682 h 2237474"/>
              <a:gd name="connsiteX192" fmla="*/ 648680 w 12192000"/>
              <a:gd name="connsiteY192" fmla="*/ 2206229 h 2237474"/>
              <a:gd name="connsiteX193" fmla="*/ 597225 w 12192000"/>
              <a:gd name="connsiteY193" fmla="*/ 2180999 h 2237474"/>
              <a:gd name="connsiteX194" fmla="*/ 558449 w 12192000"/>
              <a:gd name="connsiteY194" fmla="*/ 2182346 h 2237474"/>
              <a:gd name="connsiteX195" fmla="*/ 550517 w 12192000"/>
              <a:gd name="connsiteY195" fmla="*/ 2182060 h 2237474"/>
              <a:gd name="connsiteX196" fmla="*/ 550309 w 12192000"/>
              <a:gd name="connsiteY196" fmla="*/ 2181825 h 2237474"/>
              <a:gd name="connsiteX197" fmla="*/ 541836 w 12192000"/>
              <a:gd name="connsiteY197" fmla="*/ 2181063 h 2237474"/>
              <a:gd name="connsiteX198" fmla="*/ 536057 w 12192000"/>
              <a:gd name="connsiteY198" fmla="*/ 2181537 h 2237474"/>
              <a:gd name="connsiteX199" fmla="*/ 520671 w 12192000"/>
              <a:gd name="connsiteY199" fmla="*/ 2180980 h 2237474"/>
              <a:gd name="connsiteX200" fmla="*/ 515024 w 12192000"/>
              <a:gd name="connsiteY200" fmla="*/ 2179258 h 2237474"/>
              <a:gd name="connsiteX201" fmla="*/ 512278 w 12192000"/>
              <a:gd name="connsiteY201" fmla="*/ 2176369 h 2237474"/>
              <a:gd name="connsiteX202" fmla="*/ 480419 w 12192000"/>
              <a:gd name="connsiteY202" fmla="*/ 2167807 h 2237474"/>
              <a:gd name="connsiteX203" fmla="*/ 413835 w 12192000"/>
              <a:gd name="connsiteY203" fmla="*/ 2156783 h 2237474"/>
              <a:gd name="connsiteX204" fmla="*/ 376513 w 12192000"/>
              <a:gd name="connsiteY204" fmla="*/ 2154014 h 2237474"/>
              <a:gd name="connsiteX205" fmla="*/ 273386 w 12192000"/>
              <a:gd name="connsiteY205" fmla="*/ 2142551 h 2237474"/>
              <a:gd name="connsiteX206" fmla="*/ 169207 w 12192000"/>
              <a:gd name="connsiteY206" fmla="*/ 2128100 h 2237474"/>
              <a:gd name="connsiteX207" fmla="*/ 93149 w 12192000"/>
              <a:gd name="connsiteY207" fmla="*/ 2105324 h 2237474"/>
              <a:gd name="connsiteX208" fmla="*/ 88109 w 12192000"/>
              <a:gd name="connsiteY208" fmla="*/ 2106704 h 2237474"/>
              <a:gd name="connsiteX209" fmla="*/ 80022 w 12192000"/>
              <a:gd name="connsiteY209" fmla="*/ 2107254 h 2237474"/>
              <a:gd name="connsiteX210" fmla="*/ 79717 w 12192000"/>
              <a:gd name="connsiteY210" fmla="*/ 2107046 h 2237474"/>
              <a:gd name="connsiteX211" fmla="*/ 72352 w 12192000"/>
              <a:gd name="connsiteY211" fmla="*/ 2107991 h 2237474"/>
              <a:gd name="connsiteX212" fmla="*/ 37645 w 12192000"/>
              <a:gd name="connsiteY212" fmla="*/ 2115401 h 2237474"/>
              <a:gd name="connsiteX213" fmla="*/ 4572 w 12192000"/>
              <a:gd name="connsiteY213" fmla="*/ 2111091 h 2237474"/>
              <a:gd name="connsiteX214" fmla="*/ 0 w 12192000"/>
              <a:gd name="connsiteY214" fmla="*/ 2110468 h 2237474"/>
              <a:gd name="connsiteX215" fmla="*/ 0 w 12192000"/>
              <a:gd name="connsiteY21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11200 w 12192000"/>
              <a:gd name="connsiteY18" fmla="*/ 767513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798048 w 12192000"/>
              <a:gd name="connsiteY23" fmla="*/ 863207 h 2237474"/>
              <a:gd name="connsiteX24" fmla="*/ 9761459 w 12192000"/>
              <a:gd name="connsiteY24" fmla="*/ 862394 h 2237474"/>
              <a:gd name="connsiteX25" fmla="*/ 9705768 w 12192000"/>
              <a:gd name="connsiteY25" fmla="*/ 894610 h 2237474"/>
              <a:gd name="connsiteX26" fmla="*/ 9683005 w 12192000"/>
              <a:gd name="connsiteY26" fmla="*/ 894128 h 2237474"/>
              <a:gd name="connsiteX27" fmla="*/ 9594438 w 12192000"/>
              <a:gd name="connsiteY27" fmla="*/ 919051 h 2237474"/>
              <a:gd name="connsiteX28" fmla="*/ 9577033 w 12192000"/>
              <a:gd name="connsiteY28" fmla="*/ 922857 h 2237474"/>
              <a:gd name="connsiteX29" fmla="*/ 9544189 w 12192000"/>
              <a:gd name="connsiteY29" fmla="*/ 938966 h 2237474"/>
              <a:gd name="connsiteX30" fmla="*/ 9500499 w 12192000"/>
              <a:gd name="connsiteY30" fmla="*/ 954680 h 2237474"/>
              <a:gd name="connsiteX31" fmla="*/ 9428195 w 12192000"/>
              <a:gd name="connsiteY31" fmla="*/ 986225 h 2237474"/>
              <a:gd name="connsiteX32" fmla="*/ 9410017 w 12192000"/>
              <a:gd name="connsiteY32" fmla="*/ 993931 h 2237474"/>
              <a:gd name="connsiteX33" fmla="*/ 9392919 w 12192000"/>
              <a:gd name="connsiteY33" fmla="*/ 994656 h 2237474"/>
              <a:gd name="connsiteX34" fmla="*/ 9278619 w 12192000"/>
              <a:gd name="connsiteY34" fmla="*/ 1011878 h 2237474"/>
              <a:gd name="connsiteX35" fmla="*/ 9268019 w 12192000"/>
              <a:gd name="connsiteY35" fmla="*/ 1007442 h 2237474"/>
              <a:gd name="connsiteX36" fmla="*/ 9234662 w 12192000"/>
              <a:gd name="connsiteY36" fmla="*/ 1023056 h 2237474"/>
              <a:gd name="connsiteX37" fmla="*/ 9181033 w 12192000"/>
              <a:gd name="connsiteY37" fmla="*/ 1037921 h 2237474"/>
              <a:gd name="connsiteX38" fmla="*/ 9155969 w 12192000"/>
              <a:gd name="connsiteY38" fmla="*/ 1046804 h 2237474"/>
              <a:gd name="connsiteX39" fmla="*/ 9133985 w 12192000"/>
              <a:gd name="connsiteY39" fmla="*/ 1046450 h 2237474"/>
              <a:gd name="connsiteX40" fmla="*/ 9012987 w 12192000"/>
              <a:gd name="connsiteY40" fmla="*/ 1061986 h 2237474"/>
              <a:gd name="connsiteX41" fmla="*/ 8968445 w 12192000"/>
              <a:gd name="connsiteY41" fmla="*/ 1052169 h 2237474"/>
              <a:gd name="connsiteX42" fmla="*/ 8958984 w 12192000"/>
              <a:gd name="connsiteY42" fmla="*/ 1057212 h 2237474"/>
              <a:gd name="connsiteX43" fmla="*/ 8886001 w 12192000"/>
              <a:gd name="connsiteY43" fmla="*/ 1067468 h 2237474"/>
              <a:gd name="connsiteX44" fmla="*/ 8838610 w 12192000"/>
              <a:gd name="connsiteY44" fmla="*/ 1075091 h 2237474"/>
              <a:gd name="connsiteX45" fmla="*/ 8750383 w 12192000"/>
              <a:gd name="connsiteY45" fmla="*/ 1097387 h 2237474"/>
              <a:gd name="connsiteX46" fmla="*/ 8697365 w 12192000"/>
              <a:gd name="connsiteY46" fmla="*/ 1105869 h 2237474"/>
              <a:gd name="connsiteX47" fmla="*/ 8665605 w 12192000"/>
              <a:gd name="connsiteY47" fmla="*/ 1110791 h 2237474"/>
              <a:gd name="connsiteX48" fmla="*/ 8584946 w 12192000"/>
              <a:gd name="connsiteY48" fmla="*/ 1135226 h 2237474"/>
              <a:gd name="connsiteX49" fmla="*/ 8460755 w 12192000"/>
              <a:gd name="connsiteY49" fmla="*/ 1203427 h 2237474"/>
              <a:gd name="connsiteX50" fmla="*/ 8419755 w 12192000"/>
              <a:gd name="connsiteY50" fmla="*/ 1216260 h 2237474"/>
              <a:gd name="connsiteX51" fmla="*/ 8411626 w 12192000"/>
              <a:gd name="connsiteY51" fmla="*/ 1214397 h 2237474"/>
              <a:gd name="connsiteX52" fmla="*/ 8363469 w 12192000"/>
              <a:gd name="connsiteY52" fmla="*/ 1246658 h 2237474"/>
              <a:gd name="connsiteX53" fmla="*/ 8275497 w 12192000"/>
              <a:gd name="connsiteY53" fmla="*/ 1264396 h 2237474"/>
              <a:gd name="connsiteX54" fmla="*/ 8206287 w 12192000"/>
              <a:gd name="connsiteY54" fmla="*/ 1273060 h 2237474"/>
              <a:gd name="connsiteX55" fmla="*/ 8168705 w 12192000"/>
              <a:gd name="connsiteY55" fmla="*/ 1279956 h 2237474"/>
              <a:gd name="connsiteX56" fmla="*/ 8139997 w 12192000"/>
              <a:gd name="connsiteY56" fmla="*/ 1282713 h 2237474"/>
              <a:gd name="connsiteX57" fmla="*/ 8074238 w 12192000"/>
              <a:gd name="connsiteY57" fmla="*/ 1301895 h 2237474"/>
              <a:gd name="connsiteX58" fmla="*/ 7968292 w 12192000"/>
              <a:gd name="connsiteY58" fmla="*/ 1338779 h 2237474"/>
              <a:gd name="connsiteX59" fmla="*/ 7945122 w 12192000"/>
              <a:gd name="connsiteY59" fmla="*/ 1345477 h 2237474"/>
              <a:gd name="connsiteX60" fmla="*/ 7902328 w 12192000"/>
              <a:gd name="connsiteY60" fmla="*/ 1345865 h 2237474"/>
              <a:gd name="connsiteX61" fmla="*/ 7875879 w 12192000"/>
              <a:gd name="connsiteY61" fmla="*/ 1345646 h 2237474"/>
              <a:gd name="connsiteX62" fmla="*/ 7840612 w 12192000"/>
              <a:gd name="connsiteY62" fmla="*/ 1369373 h 2237474"/>
              <a:gd name="connsiteX63" fmla="*/ 7786819 w 12192000"/>
              <a:gd name="connsiteY63" fmla="*/ 1378970 h 2237474"/>
              <a:gd name="connsiteX64" fmla="*/ 7548172 w 12192000"/>
              <a:gd name="connsiteY64" fmla="*/ 1417460 h 2237474"/>
              <a:gd name="connsiteX65" fmla="*/ 7483437 w 12192000"/>
              <a:gd name="connsiteY65" fmla="*/ 1478152 h 2237474"/>
              <a:gd name="connsiteX66" fmla="*/ 7377870 w 12192000"/>
              <a:gd name="connsiteY66" fmla="*/ 1523319 h 2237474"/>
              <a:gd name="connsiteX67" fmla="*/ 7230737 w 12192000"/>
              <a:gd name="connsiteY67" fmla="*/ 1562633 h 2237474"/>
              <a:gd name="connsiteX68" fmla="*/ 7224458 w 12192000"/>
              <a:gd name="connsiteY68" fmla="*/ 1573008 h 2237474"/>
              <a:gd name="connsiteX69" fmla="*/ 7213486 w 12192000"/>
              <a:gd name="connsiteY69" fmla="*/ 1580987 h 2237474"/>
              <a:gd name="connsiteX70" fmla="*/ 7183121 w 12192000"/>
              <a:gd name="connsiteY70" fmla="*/ 1595162 h 2237474"/>
              <a:gd name="connsiteX71" fmla="*/ 7164601 w 12192000"/>
              <a:gd name="connsiteY71" fmla="*/ 1606490 h 2237474"/>
              <a:gd name="connsiteX72" fmla="*/ 7114651 w 12192000"/>
              <a:gd name="connsiteY72" fmla="*/ 1620959 h 2237474"/>
              <a:gd name="connsiteX73" fmla="*/ 7092727 w 12192000"/>
              <a:gd name="connsiteY73" fmla="*/ 1623628 h 2237474"/>
              <a:gd name="connsiteX74" fmla="*/ 7031309 w 12192000"/>
              <a:gd name="connsiteY74" fmla="*/ 1619451 h 2237474"/>
              <a:gd name="connsiteX75" fmla="*/ 6999084 w 12192000"/>
              <a:gd name="connsiteY75" fmla="*/ 1634317 h 2237474"/>
              <a:gd name="connsiteX76" fmla="*/ 6992107 w 12192000"/>
              <a:gd name="connsiteY76" fmla="*/ 1636860 h 2237474"/>
              <a:gd name="connsiteX77" fmla="*/ 6991765 w 12192000"/>
              <a:gd name="connsiteY77" fmla="*/ 1636725 h 2237474"/>
              <a:gd name="connsiteX78" fmla="*/ 6900177 w 12192000"/>
              <a:gd name="connsiteY78" fmla="*/ 1636016 h 2237474"/>
              <a:gd name="connsiteX79" fmla="*/ 6795372 w 12192000"/>
              <a:gd name="connsiteY79" fmla="*/ 1644845 h 2237474"/>
              <a:gd name="connsiteX80" fmla="*/ 6692251 w 12192000"/>
              <a:gd name="connsiteY80" fmla="*/ 1656357 h 2237474"/>
              <a:gd name="connsiteX81" fmla="*/ 6655235 w 12192000"/>
              <a:gd name="connsiteY81" fmla="*/ 1661869 h 2237474"/>
              <a:gd name="connsiteX82" fmla="*/ 6587857 w 12192000"/>
              <a:gd name="connsiteY82" fmla="*/ 1665769 h 2237474"/>
              <a:gd name="connsiteX83" fmla="*/ 6554894 w 12192000"/>
              <a:gd name="connsiteY83" fmla="*/ 1664428 h 2237474"/>
              <a:gd name="connsiteX84" fmla="*/ 6516595 w 12192000"/>
              <a:gd name="connsiteY84" fmla="*/ 1667475 h 2237474"/>
              <a:gd name="connsiteX85" fmla="*/ 6508541 w 12192000"/>
              <a:gd name="connsiteY85" fmla="*/ 1668757 h 2237474"/>
              <a:gd name="connsiteX86" fmla="*/ 6471012 w 12192000"/>
              <a:gd name="connsiteY86" fmla="*/ 1678604 h 2237474"/>
              <a:gd name="connsiteX87" fmla="*/ 6415265 w 12192000"/>
              <a:gd name="connsiteY87" fmla="*/ 1665317 h 2237474"/>
              <a:gd name="connsiteX88" fmla="*/ 6364035 w 12192000"/>
              <a:gd name="connsiteY88" fmla="*/ 1667683 h 2237474"/>
              <a:gd name="connsiteX89" fmla="*/ 6280959 w 12192000"/>
              <a:gd name="connsiteY89" fmla="*/ 1689329 h 2237474"/>
              <a:gd name="connsiteX90" fmla="*/ 6243319 w 12192000"/>
              <a:gd name="connsiteY90" fmla="*/ 1695560 h 2237474"/>
              <a:gd name="connsiteX91" fmla="*/ 6098321 w 12192000"/>
              <a:gd name="connsiteY91" fmla="*/ 1721646 h 2237474"/>
              <a:gd name="connsiteX92" fmla="*/ 5880652 w 12192000"/>
              <a:gd name="connsiteY92" fmla="*/ 1779643 h 2237474"/>
              <a:gd name="connsiteX93" fmla="*/ 5785959 w 12192000"/>
              <a:gd name="connsiteY93" fmla="*/ 1775307 h 2237474"/>
              <a:gd name="connsiteX94" fmla="*/ 5643534 w 12192000"/>
              <a:gd name="connsiteY94" fmla="*/ 1802919 h 2237474"/>
              <a:gd name="connsiteX95" fmla="*/ 5518799 w 12192000"/>
              <a:gd name="connsiteY95" fmla="*/ 1818312 h 2237474"/>
              <a:gd name="connsiteX96" fmla="*/ 5505014 w 12192000"/>
              <a:gd name="connsiteY96" fmla="*/ 1819259 h 2237474"/>
              <a:gd name="connsiteX97" fmla="*/ 5453307 w 12192000"/>
              <a:gd name="connsiteY97" fmla="*/ 1815450 h 2237474"/>
              <a:gd name="connsiteX98" fmla="*/ 5364192 w 12192000"/>
              <a:gd name="connsiteY98" fmla="*/ 1826074 h 2237474"/>
              <a:gd name="connsiteX99" fmla="*/ 5350380 w 12192000"/>
              <a:gd name="connsiteY99" fmla="*/ 1830891 h 2237474"/>
              <a:gd name="connsiteX100" fmla="*/ 5259633 w 12192000"/>
              <a:gd name="connsiteY100" fmla="*/ 1837160 h 2237474"/>
              <a:gd name="connsiteX101" fmla="*/ 5197513 w 12192000"/>
              <a:gd name="connsiteY101" fmla="*/ 1844718 h 2237474"/>
              <a:gd name="connsiteX102" fmla="*/ 5168852 w 12192000"/>
              <a:gd name="connsiteY102" fmla="*/ 1844846 h 2237474"/>
              <a:gd name="connsiteX103" fmla="*/ 5114927 w 12192000"/>
              <a:gd name="connsiteY103" fmla="*/ 1847827 h 2237474"/>
              <a:gd name="connsiteX104" fmla="*/ 5108970 w 12192000"/>
              <a:gd name="connsiteY104" fmla="*/ 1847935 h 2237474"/>
              <a:gd name="connsiteX105" fmla="*/ 5067961 w 12192000"/>
              <a:gd name="connsiteY105" fmla="*/ 1845917 h 2237474"/>
              <a:gd name="connsiteX106" fmla="*/ 5007075 w 12192000"/>
              <a:gd name="connsiteY106" fmla="*/ 1838626 h 2237474"/>
              <a:gd name="connsiteX107" fmla="*/ 4944087 w 12192000"/>
              <a:gd name="connsiteY107" fmla="*/ 1823332 h 2237474"/>
              <a:gd name="connsiteX108" fmla="*/ 4907662 w 12192000"/>
              <a:gd name="connsiteY108" fmla="*/ 1816900 h 2237474"/>
              <a:gd name="connsiteX109" fmla="*/ 4882386 w 12192000"/>
              <a:gd name="connsiteY109" fmla="*/ 1809844 h 2237474"/>
              <a:gd name="connsiteX110" fmla="*/ 4811440 w 12192000"/>
              <a:gd name="connsiteY110" fmla="*/ 1804655 h 2237474"/>
              <a:gd name="connsiteX111" fmla="*/ 4691075 w 12192000"/>
              <a:gd name="connsiteY111" fmla="*/ 1801389 h 2237474"/>
              <a:gd name="connsiteX112" fmla="*/ 4611738 w 12192000"/>
              <a:gd name="connsiteY112" fmla="*/ 1776964 h 2237474"/>
              <a:gd name="connsiteX113" fmla="*/ 4560070 w 12192000"/>
              <a:gd name="connsiteY113" fmla="*/ 1785640 h 2237474"/>
              <a:gd name="connsiteX114" fmla="*/ 4536503 w 12192000"/>
              <a:gd name="connsiteY114" fmla="*/ 1785334 h 2237474"/>
              <a:gd name="connsiteX115" fmla="*/ 4513724 w 12192000"/>
              <a:gd name="connsiteY115" fmla="*/ 1791996 h 2237474"/>
              <a:gd name="connsiteX116" fmla="*/ 4459810 w 12192000"/>
              <a:gd name="connsiteY116" fmla="*/ 1797886 h 2237474"/>
              <a:gd name="connsiteX117" fmla="*/ 4379064 w 12192000"/>
              <a:gd name="connsiteY117" fmla="*/ 1817177 h 2237474"/>
              <a:gd name="connsiteX118" fmla="*/ 4319209 w 12192000"/>
              <a:gd name="connsiteY118" fmla="*/ 1834833 h 2237474"/>
              <a:gd name="connsiteX119" fmla="*/ 4290981 w 12192000"/>
              <a:gd name="connsiteY119" fmla="*/ 1839677 h 2237474"/>
              <a:gd name="connsiteX120" fmla="*/ 4285792 w 12192000"/>
              <a:gd name="connsiteY120" fmla="*/ 1836231 h 2237474"/>
              <a:gd name="connsiteX121" fmla="*/ 4238372 w 12192000"/>
              <a:gd name="connsiteY121" fmla="*/ 1851480 h 2237474"/>
              <a:gd name="connsiteX122" fmla="*/ 4232517 w 12192000"/>
              <a:gd name="connsiteY122" fmla="*/ 1852567 h 2237474"/>
              <a:gd name="connsiteX123" fmla="*/ 4191732 w 12192000"/>
              <a:gd name="connsiteY123" fmla="*/ 1857328 h 2237474"/>
              <a:gd name="connsiteX124" fmla="*/ 4065532 w 12192000"/>
              <a:gd name="connsiteY124" fmla="*/ 1855477 h 2237474"/>
              <a:gd name="connsiteX125" fmla="*/ 4028460 w 12192000"/>
              <a:gd name="connsiteY125" fmla="*/ 1855137 h 2237474"/>
              <a:gd name="connsiteX126" fmla="*/ 4002267 w 12192000"/>
              <a:gd name="connsiteY126" fmla="*/ 1852352 h 2237474"/>
              <a:gd name="connsiteX127" fmla="*/ 3931396 w 12192000"/>
              <a:gd name="connsiteY127" fmla="*/ 1858915 h 2237474"/>
              <a:gd name="connsiteX128" fmla="*/ 3812162 w 12192000"/>
              <a:gd name="connsiteY128" fmla="*/ 1875501 h 2237474"/>
              <a:gd name="connsiteX129" fmla="*/ 3729530 w 12192000"/>
              <a:gd name="connsiteY129" fmla="*/ 1864513 h 2237474"/>
              <a:gd name="connsiteX130" fmla="*/ 3680177 w 12192000"/>
              <a:gd name="connsiteY130" fmla="*/ 1881552 h 2237474"/>
              <a:gd name="connsiteX131" fmla="*/ 3567259 w 12192000"/>
              <a:gd name="connsiteY131" fmla="*/ 1893482 h 2237474"/>
              <a:gd name="connsiteX132" fmla="*/ 3405770 w 12192000"/>
              <a:gd name="connsiteY132" fmla="*/ 1904591 h 2237474"/>
              <a:gd name="connsiteX133" fmla="*/ 3280097 w 12192000"/>
              <a:gd name="connsiteY133" fmla="*/ 1919610 h 2237474"/>
              <a:gd name="connsiteX134" fmla="*/ 3123424 w 12192000"/>
              <a:gd name="connsiteY134" fmla="*/ 1952930 h 2237474"/>
              <a:gd name="connsiteX135" fmla="*/ 3009910 w 12192000"/>
              <a:gd name="connsiteY135" fmla="*/ 1957866 h 2237474"/>
              <a:gd name="connsiteX136" fmla="*/ 2995934 w 12192000"/>
              <a:gd name="connsiteY136" fmla="*/ 1967085 h 2237474"/>
              <a:gd name="connsiteX137" fmla="*/ 2980071 w 12192000"/>
              <a:gd name="connsiteY137" fmla="*/ 1972988 h 2237474"/>
              <a:gd name="connsiteX138" fmla="*/ 2978094 w 12192000"/>
              <a:gd name="connsiteY138" fmla="*/ 1972369 h 2237474"/>
              <a:gd name="connsiteX139" fmla="*/ 2942858 w 12192000"/>
              <a:gd name="connsiteY139" fmla="*/ 1981367 h 2237474"/>
              <a:gd name="connsiteX140" fmla="*/ 2875436 w 12192000"/>
              <a:gd name="connsiteY140" fmla="*/ 1996977 h 2237474"/>
              <a:gd name="connsiteX141" fmla="*/ 2874892 w 12192000"/>
              <a:gd name="connsiteY141" fmla="*/ 1996085 h 2237474"/>
              <a:gd name="connsiteX142" fmla="*/ 2864145 w 12192000"/>
              <a:gd name="connsiteY142" fmla="*/ 1994061 h 2237474"/>
              <a:gd name="connsiteX143" fmla="*/ 2843662 w 12192000"/>
              <a:gd name="connsiteY143" fmla="*/ 1992498 h 2237474"/>
              <a:gd name="connsiteX144" fmla="*/ 2796128 w 12192000"/>
              <a:gd name="connsiteY144" fmla="*/ 1976403 h 2237474"/>
              <a:gd name="connsiteX145" fmla="*/ 2756784 w 12192000"/>
              <a:gd name="connsiteY145" fmla="*/ 1985116 h 2237474"/>
              <a:gd name="connsiteX146" fmla="*/ 2748833 w 12192000"/>
              <a:gd name="connsiteY146" fmla="*/ 1986323 h 2237474"/>
              <a:gd name="connsiteX147" fmla="*/ 2748661 w 12192000"/>
              <a:gd name="connsiteY147" fmla="*/ 1986122 h 2237474"/>
              <a:gd name="connsiteX148" fmla="*/ 2740251 w 12192000"/>
              <a:gd name="connsiteY148" fmla="*/ 1986946 h 2237474"/>
              <a:gd name="connsiteX149" fmla="*/ 2718916 w 12192000"/>
              <a:gd name="connsiteY149" fmla="*/ 1990867 h 2237474"/>
              <a:gd name="connsiteX150" fmla="*/ 2713522 w 12192000"/>
              <a:gd name="connsiteY150" fmla="*/ 1990173 h 2237474"/>
              <a:gd name="connsiteX151" fmla="*/ 2680597 w 12192000"/>
              <a:gd name="connsiteY151" fmla="*/ 1984996 h 2237474"/>
              <a:gd name="connsiteX152" fmla="*/ 2578178 w 12192000"/>
              <a:gd name="connsiteY152" fmla="*/ 1990531 h 2237474"/>
              <a:gd name="connsiteX153" fmla="*/ 2476147 w 12192000"/>
              <a:gd name="connsiteY153" fmla="*/ 1998305 h 2237474"/>
              <a:gd name="connsiteX154" fmla="*/ 2373568 w 12192000"/>
              <a:gd name="connsiteY154" fmla="*/ 2003219 h 2237474"/>
              <a:gd name="connsiteX155" fmla="*/ 2321399 w 12192000"/>
              <a:gd name="connsiteY155" fmla="*/ 1989467 h 2237474"/>
              <a:gd name="connsiteX156" fmla="*/ 2315525 w 12192000"/>
              <a:gd name="connsiteY156" fmla="*/ 1989708 h 2237474"/>
              <a:gd name="connsiteX157" fmla="*/ 2300792 w 12192000"/>
              <a:gd name="connsiteY157" fmla="*/ 1994290 h 2237474"/>
              <a:gd name="connsiteX158" fmla="*/ 2295469 w 12192000"/>
              <a:gd name="connsiteY158" fmla="*/ 1996659 h 2237474"/>
              <a:gd name="connsiteX159" fmla="*/ 2287219 w 12192000"/>
              <a:gd name="connsiteY159" fmla="*/ 1998750 h 2237474"/>
              <a:gd name="connsiteX160" fmla="*/ 2286948 w 12192000"/>
              <a:gd name="connsiteY160" fmla="*/ 1998596 h 2237474"/>
              <a:gd name="connsiteX161" fmla="*/ 2243069 w 12192000"/>
              <a:gd name="connsiteY161" fmla="*/ 2015111 h 2237474"/>
              <a:gd name="connsiteX162" fmla="*/ 2186609 w 12192000"/>
              <a:gd name="connsiteY162" fmla="*/ 2008263 h 2237474"/>
              <a:gd name="connsiteX163" fmla="*/ 2164831 w 12192000"/>
              <a:gd name="connsiteY163" fmla="*/ 2010143 h 2237474"/>
              <a:gd name="connsiteX164" fmla="*/ 2152836 w 12192000"/>
              <a:gd name="connsiteY164" fmla="*/ 2010048 h 2237474"/>
              <a:gd name="connsiteX165" fmla="*/ 2117102 w 12192000"/>
              <a:gd name="connsiteY165" fmla="*/ 2023004 h 2237474"/>
              <a:gd name="connsiteX166" fmla="*/ 2111935 w 12192000"/>
              <a:gd name="connsiteY166" fmla="*/ 2023163 h 2237474"/>
              <a:gd name="connsiteX167" fmla="*/ 2089991 w 12192000"/>
              <a:gd name="connsiteY167" fmla="*/ 2034193 h 2237474"/>
              <a:gd name="connsiteX168" fmla="*/ 2058061 w 12192000"/>
              <a:gd name="connsiteY168" fmla="*/ 2047942 h 2237474"/>
              <a:gd name="connsiteX169" fmla="*/ 2055737 w 12192000"/>
              <a:gd name="connsiteY169" fmla="*/ 2047704 h 2237474"/>
              <a:gd name="connsiteX170" fmla="*/ 2042244 w 12192000"/>
              <a:gd name="connsiteY170" fmla="*/ 2055560 h 2237474"/>
              <a:gd name="connsiteX171" fmla="*/ 1976224 w 12192000"/>
              <a:gd name="connsiteY171" fmla="*/ 2074257 h 2237474"/>
              <a:gd name="connsiteX172" fmla="*/ 1877728 w 12192000"/>
              <a:gd name="connsiteY172" fmla="*/ 2101004 h 2237474"/>
              <a:gd name="connsiteX173" fmla="*/ 1759056 w 12192000"/>
              <a:gd name="connsiteY173" fmla="*/ 2125608 h 2237474"/>
              <a:gd name="connsiteX174" fmla="*/ 1637948 w 12192000"/>
              <a:gd name="connsiteY174" fmla="*/ 2172597 h 2237474"/>
              <a:gd name="connsiteX175" fmla="*/ 1434549 w 12192000"/>
              <a:gd name="connsiteY175" fmla="*/ 2234522 h 2237474"/>
              <a:gd name="connsiteX176" fmla="*/ 1398481 w 12192000"/>
              <a:gd name="connsiteY176" fmla="*/ 2237074 h 2237474"/>
              <a:gd name="connsiteX177" fmla="*/ 1398407 w 12192000"/>
              <a:gd name="connsiteY177" fmla="*/ 2237095 h 2237474"/>
              <a:gd name="connsiteX178" fmla="*/ 1370962 w 12192000"/>
              <a:gd name="connsiteY178" fmla="*/ 2237474 h 2237474"/>
              <a:gd name="connsiteX179" fmla="*/ 1356367 w 12192000"/>
              <a:gd name="connsiteY179" fmla="*/ 2235089 h 2237474"/>
              <a:gd name="connsiteX180" fmla="*/ 1324828 w 12192000"/>
              <a:gd name="connsiteY180" fmla="*/ 2231968 h 2237474"/>
              <a:gd name="connsiteX181" fmla="*/ 1297744 w 12192000"/>
              <a:gd name="connsiteY181" fmla="*/ 2235849 h 2237474"/>
              <a:gd name="connsiteX182" fmla="*/ 1286236 w 12192000"/>
              <a:gd name="connsiteY182" fmla="*/ 2233135 h 2237474"/>
              <a:gd name="connsiteX183" fmla="*/ 1283504 w 12192000"/>
              <a:gd name="connsiteY183" fmla="*/ 2233797 h 2237474"/>
              <a:gd name="connsiteX184" fmla="*/ 1279765 w 12192000"/>
              <a:gd name="connsiteY184" fmla="*/ 2229639 h 2237474"/>
              <a:gd name="connsiteX185" fmla="*/ 1195347 w 12192000"/>
              <a:gd name="connsiteY185" fmla="*/ 2212354 h 2237474"/>
              <a:gd name="connsiteX186" fmla="*/ 970251 w 12192000"/>
              <a:gd name="connsiteY186" fmla="*/ 2221029 h 2237474"/>
              <a:gd name="connsiteX187" fmla="*/ 812914 w 12192000"/>
              <a:gd name="connsiteY187" fmla="*/ 2202752 h 2237474"/>
              <a:gd name="connsiteX188" fmla="*/ 800195 w 12192000"/>
              <a:gd name="connsiteY188" fmla="*/ 2209407 h 2237474"/>
              <a:gd name="connsiteX189" fmla="*/ 784978 w 12192000"/>
              <a:gd name="connsiteY189" fmla="*/ 2212360 h 2237474"/>
              <a:gd name="connsiteX190" fmla="*/ 681987 w 12192000"/>
              <a:gd name="connsiteY190" fmla="*/ 2216757 h 2237474"/>
              <a:gd name="connsiteX191" fmla="*/ 669923 w 12192000"/>
              <a:gd name="connsiteY191" fmla="*/ 2211682 h 2237474"/>
              <a:gd name="connsiteX192" fmla="*/ 648680 w 12192000"/>
              <a:gd name="connsiteY192" fmla="*/ 2206229 h 2237474"/>
              <a:gd name="connsiteX193" fmla="*/ 597225 w 12192000"/>
              <a:gd name="connsiteY193" fmla="*/ 2180999 h 2237474"/>
              <a:gd name="connsiteX194" fmla="*/ 558449 w 12192000"/>
              <a:gd name="connsiteY194" fmla="*/ 2182346 h 2237474"/>
              <a:gd name="connsiteX195" fmla="*/ 550517 w 12192000"/>
              <a:gd name="connsiteY195" fmla="*/ 2182060 h 2237474"/>
              <a:gd name="connsiteX196" fmla="*/ 550309 w 12192000"/>
              <a:gd name="connsiteY196" fmla="*/ 2181825 h 2237474"/>
              <a:gd name="connsiteX197" fmla="*/ 541836 w 12192000"/>
              <a:gd name="connsiteY197" fmla="*/ 2181063 h 2237474"/>
              <a:gd name="connsiteX198" fmla="*/ 536057 w 12192000"/>
              <a:gd name="connsiteY198" fmla="*/ 2181537 h 2237474"/>
              <a:gd name="connsiteX199" fmla="*/ 520671 w 12192000"/>
              <a:gd name="connsiteY199" fmla="*/ 2180980 h 2237474"/>
              <a:gd name="connsiteX200" fmla="*/ 515024 w 12192000"/>
              <a:gd name="connsiteY200" fmla="*/ 2179258 h 2237474"/>
              <a:gd name="connsiteX201" fmla="*/ 512278 w 12192000"/>
              <a:gd name="connsiteY201" fmla="*/ 2176369 h 2237474"/>
              <a:gd name="connsiteX202" fmla="*/ 480419 w 12192000"/>
              <a:gd name="connsiteY202" fmla="*/ 2167807 h 2237474"/>
              <a:gd name="connsiteX203" fmla="*/ 413835 w 12192000"/>
              <a:gd name="connsiteY203" fmla="*/ 2156783 h 2237474"/>
              <a:gd name="connsiteX204" fmla="*/ 376513 w 12192000"/>
              <a:gd name="connsiteY204" fmla="*/ 2154014 h 2237474"/>
              <a:gd name="connsiteX205" fmla="*/ 273386 w 12192000"/>
              <a:gd name="connsiteY205" fmla="*/ 2142551 h 2237474"/>
              <a:gd name="connsiteX206" fmla="*/ 169207 w 12192000"/>
              <a:gd name="connsiteY206" fmla="*/ 2128100 h 2237474"/>
              <a:gd name="connsiteX207" fmla="*/ 93149 w 12192000"/>
              <a:gd name="connsiteY207" fmla="*/ 2105324 h 2237474"/>
              <a:gd name="connsiteX208" fmla="*/ 88109 w 12192000"/>
              <a:gd name="connsiteY208" fmla="*/ 2106704 h 2237474"/>
              <a:gd name="connsiteX209" fmla="*/ 80022 w 12192000"/>
              <a:gd name="connsiteY209" fmla="*/ 2107254 h 2237474"/>
              <a:gd name="connsiteX210" fmla="*/ 79717 w 12192000"/>
              <a:gd name="connsiteY210" fmla="*/ 2107046 h 2237474"/>
              <a:gd name="connsiteX211" fmla="*/ 72352 w 12192000"/>
              <a:gd name="connsiteY211" fmla="*/ 2107991 h 2237474"/>
              <a:gd name="connsiteX212" fmla="*/ 37645 w 12192000"/>
              <a:gd name="connsiteY212" fmla="*/ 2115401 h 2237474"/>
              <a:gd name="connsiteX213" fmla="*/ 4572 w 12192000"/>
              <a:gd name="connsiteY213" fmla="*/ 2111091 h 2237474"/>
              <a:gd name="connsiteX214" fmla="*/ 0 w 12192000"/>
              <a:gd name="connsiteY214" fmla="*/ 2110468 h 2237474"/>
              <a:gd name="connsiteX215" fmla="*/ 0 w 12192000"/>
              <a:gd name="connsiteY21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11200 w 12192000"/>
              <a:gd name="connsiteY18" fmla="*/ 767513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798048 w 12192000"/>
              <a:gd name="connsiteY23" fmla="*/ 863207 h 2237474"/>
              <a:gd name="connsiteX24" fmla="*/ 9761459 w 12192000"/>
              <a:gd name="connsiteY24" fmla="*/ 862394 h 2237474"/>
              <a:gd name="connsiteX25" fmla="*/ 9705768 w 12192000"/>
              <a:gd name="connsiteY25" fmla="*/ 894610 h 2237474"/>
              <a:gd name="connsiteX26" fmla="*/ 9683005 w 12192000"/>
              <a:gd name="connsiteY26" fmla="*/ 894128 h 2237474"/>
              <a:gd name="connsiteX27" fmla="*/ 9594438 w 12192000"/>
              <a:gd name="connsiteY27" fmla="*/ 919051 h 2237474"/>
              <a:gd name="connsiteX28" fmla="*/ 9577033 w 12192000"/>
              <a:gd name="connsiteY28" fmla="*/ 922857 h 2237474"/>
              <a:gd name="connsiteX29" fmla="*/ 9544189 w 12192000"/>
              <a:gd name="connsiteY29" fmla="*/ 938966 h 2237474"/>
              <a:gd name="connsiteX30" fmla="*/ 9500499 w 12192000"/>
              <a:gd name="connsiteY30" fmla="*/ 954680 h 2237474"/>
              <a:gd name="connsiteX31" fmla="*/ 9428195 w 12192000"/>
              <a:gd name="connsiteY31" fmla="*/ 986225 h 2237474"/>
              <a:gd name="connsiteX32" fmla="*/ 9410017 w 12192000"/>
              <a:gd name="connsiteY32" fmla="*/ 993931 h 2237474"/>
              <a:gd name="connsiteX33" fmla="*/ 9392919 w 12192000"/>
              <a:gd name="connsiteY33" fmla="*/ 994656 h 2237474"/>
              <a:gd name="connsiteX34" fmla="*/ 9278619 w 12192000"/>
              <a:gd name="connsiteY34" fmla="*/ 1011878 h 2237474"/>
              <a:gd name="connsiteX35" fmla="*/ 9268019 w 12192000"/>
              <a:gd name="connsiteY35" fmla="*/ 1007442 h 2237474"/>
              <a:gd name="connsiteX36" fmla="*/ 9234662 w 12192000"/>
              <a:gd name="connsiteY36" fmla="*/ 1023056 h 2237474"/>
              <a:gd name="connsiteX37" fmla="*/ 9181033 w 12192000"/>
              <a:gd name="connsiteY37" fmla="*/ 1037921 h 2237474"/>
              <a:gd name="connsiteX38" fmla="*/ 9155969 w 12192000"/>
              <a:gd name="connsiteY38" fmla="*/ 1046804 h 2237474"/>
              <a:gd name="connsiteX39" fmla="*/ 9133985 w 12192000"/>
              <a:gd name="connsiteY39" fmla="*/ 1046450 h 2237474"/>
              <a:gd name="connsiteX40" fmla="*/ 9012987 w 12192000"/>
              <a:gd name="connsiteY40" fmla="*/ 1061986 h 2237474"/>
              <a:gd name="connsiteX41" fmla="*/ 8968445 w 12192000"/>
              <a:gd name="connsiteY41" fmla="*/ 1052169 h 2237474"/>
              <a:gd name="connsiteX42" fmla="*/ 8958984 w 12192000"/>
              <a:gd name="connsiteY42" fmla="*/ 1057212 h 2237474"/>
              <a:gd name="connsiteX43" fmla="*/ 8886001 w 12192000"/>
              <a:gd name="connsiteY43" fmla="*/ 1067468 h 2237474"/>
              <a:gd name="connsiteX44" fmla="*/ 8838610 w 12192000"/>
              <a:gd name="connsiteY44" fmla="*/ 1075091 h 2237474"/>
              <a:gd name="connsiteX45" fmla="*/ 8750383 w 12192000"/>
              <a:gd name="connsiteY45" fmla="*/ 1097387 h 2237474"/>
              <a:gd name="connsiteX46" fmla="*/ 8697365 w 12192000"/>
              <a:gd name="connsiteY46" fmla="*/ 1105869 h 2237474"/>
              <a:gd name="connsiteX47" fmla="*/ 8665605 w 12192000"/>
              <a:gd name="connsiteY47" fmla="*/ 1110791 h 2237474"/>
              <a:gd name="connsiteX48" fmla="*/ 8584946 w 12192000"/>
              <a:gd name="connsiteY48" fmla="*/ 1135226 h 2237474"/>
              <a:gd name="connsiteX49" fmla="*/ 8460755 w 12192000"/>
              <a:gd name="connsiteY49" fmla="*/ 1203427 h 2237474"/>
              <a:gd name="connsiteX50" fmla="*/ 8419755 w 12192000"/>
              <a:gd name="connsiteY50" fmla="*/ 1216260 h 2237474"/>
              <a:gd name="connsiteX51" fmla="*/ 8411626 w 12192000"/>
              <a:gd name="connsiteY51" fmla="*/ 1214397 h 2237474"/>
              <a:gd name="connsiteX52" fmla="*/ 8363469 w 12192000"/>
              <a:gd name="connsiteY52" fmla="*/ 1246658 h 2237474"/>
              <a:gd name="connsiteX53" fmla="*/ 8275497 w 12192000"/>
              <a:gd name="connsiteY53" fmla="*/ 1264396 h 2237474"/>
              <a:gd name="connsiteX54" fmla="*/ 8206287 w 12192000"/>
              <a:gd name="connsiteY54" fmla="*/ 1273060 h 2237474"/>
              <a:gd name="connsiteX55" fmla="*/ 8168705 w 12192000"/>
              <a:gd name="connsiteY55" fmla="*/ 1279956 h 2237474"/>
              <a:gd name="connsiteX56" fmla="*/ 8139997 w 12192000"/>
              <a:gd name="connsiteY56" fmla="*/ 1282713 h 2237474"/>
              <a:gd name="connsiteX57" fmla="*/ 8074238 w 12192000"/>
              <a:gd name="connsiteY57" fmla="*/ 1301895 h 2237474"/>
              <a:gd name="connsiteX58" fmla="*/ 7968292 w 12192000"/>
              <a:gd name="connsiteY58" fmla="*/ 1338779 h 2237474"/>
              <a:gd name="connsiteX59" fmla="*/ 7945122 w 12192000"/>
              <a:gd name="connsiteY59" fmla="*/ 1345477 h 2237474"/>
              <a:gd name="connsiteX60" fmla="*/ 7902328 w 12192000"/>
              <a:gd name="connsiteY60" fmla="*/ 1345865 h 2237474"/>
              <a:gd name="connsiteX61" fmla="*/ 7875879 w 12192000"/>
              <a:gd name="connsiteY61" fmla="*/ 1345646 h 2237474"/>
              <a:gd name="connsiteX62" fmla="*/ 7840612 w 12192000"/>
              <a:gd name="connsiteY62" fmla="*/ 1369373 h 2237474"/>
              <a:gd name="connsiteX63" fmla="*/ 7786819 w 12192000"/>
              <a:gd name="connsiteY63" fmla="*/ 1378970 h 2237474"/>
              <a:gd name="connsiteX64" fmla="*/ 7548172 w 12192000"/>
              <a:gd name="connsiteY64" fmla="*/ 1417460 h 2237474"/>
              <a:gd name="connsiteX65" fmla="*/ 7483437 w 12192000"/>
              <a:gd name="connsiteY65" fmla="*/ 1478152 h 2237474"/>
              <a:gd name="connsiteX66" fmla="*/ 7377870 w 12192000"/>
              <a:gd name="connsiteY66" fmla="*/ 1523319 h 2237474"/>
              <a:gd name="connsiteX67" fmla="*/ 7230737 w 12192000"/>
              <a:gd name="connsiteY67" fmla="*/ 1562633 h 2237474"/>
              <a:gd name="connsiteX68" fmla="*/ 7224458 w 12192000"/>
              <a:gd name="connsiteY68" fmla="*/ 1573008 h 2237474"/>
              <a:gd name="connsiteX69" fmla="*/ 7213486 w 12192000"/>
              <a:gd name="connsiteY69" fmla="*/ 1580987 h 2237474"/>
              <a:gd name="connsiteX70" fmla="*/ 7183121 w 12192000"/>
              <a:gd name="connsiteY70" fmla="*/ 1595162 h 2237474"/>
              <a:gd name="connsiteX71" fmla="*/ 7164601 w 12192000"/>
              <a:gd name="connsiteY71" fmla="*/ 1606490 h 2237474"/>
              <a:gd name="connsiteX72" fmla="*/ 7092727 w 12192000"/>
              <a:gd name="connsiteY72" fmla="*/ 1623628 h 2237474"/>
              <a:gd name="connsiteX73" fmla="*/ 7031309 w 12192000"/>
              <a:gd name="connsiteY73" fmla="*/ 1619451 h 2237474"/>
              <a:gd name="connsiteX74" fmla="*/ 6999084 w 12192000"/>
              <a:gd name="connsiteY74" fmla="*/ 1634317 h 2237474"/>
              <a:gd name="connsiteX75" fmla="*/ 6992107 w 12192000"/>
              <a:gd name="connsiteY75" fmla="*/ 1636860 h 2237474"/>
              <a:gd name="connsiteX76" fmla="*/ 6991765 w 12192000"/>
              <a:gd name="connsiteY76" fmla="*/ 1636725 h 2237474"/>
              <a:gd name="connsiteX77" fmla="*/ 6900177 w 12192000"/>
              <a:gd name="connsiteY77" fmla="*/ 1636016 h 2237474"/>
              <a:gd name="connsiteX78" fmla="*/ 6795372 w 12192000"/>
              <a:gd name="connsiteY78" fmla="*/ 1644845 h 2237474"/>
              <a:gd name="connsiteX79" fmla="*/ 6692251 w 12192000"/>
              <a:gd name="connsiteY79" fmla="*/ 1656357 h 2237474"/>
              <a:gd name="connsiteX80" fmla="*/ 6655235 w 12192000"/>
              <a:gd name="connsiteY80" fmla="*/ 1661869 h 2237474"/>
              <a:gd name="connsiteX81" fmla="*/ 6587857 w 12192000"/>
              <a:gd name="connsiteY81" fmla="*/ 1665769 h 2237474"/>
              <a:gd name="connsiteX82" fmla="*/ 6554894 w 12192000"/>
              <a:gd name="connsiteY82" fmla="*/ 1664428 h 2237474"/>
              <a:gd name="connsiteX83" fmla="*/ 6516595 w 12192000"/>
              <a:gd name="connsiteY83" fmla="*/ 1667475 h 2237474"/>
              <a:gd name="connsiteX84" fmla="*/ 6508541 w 12192000"/>
              <a:gd name="connsiteY84" fmla="*/ 1668757 h 2237474"/>
              <a:gd name="connsiteX85" fmla="*/ 6471012 w 12192000"/>
              <a:gd name="connsiteY85" fmla="*/ 1678604 h 2237474"/>
              <a:gd name="connsiteX86" fmla="*/ 6415265 w 12192000"/>
              <a:gd name="connsiteY86" fmla="*/ 1665317 h 2237474"/>
              <a:gd name="connsiteX87" fmla="*/ 6364035 w 12192000"/>
              <a:gd name="connsiteY87" fmla="*/ 1667683 h 2237474"/>
              <a:gd name="connsiteX88" fmla="*/ 6280959 w 12192000"/>
              <a:gd name="connsiteY88" fmla="*/ 1689329 h 2237474"/>
              <a:gd name="connsiteX89" fmla="*/ 6243319 w 12192000"/>
              <a:gd name="connsiteY89" fmla="*/ 1695560 h 2237474"/>
              <a:gd name="connsiteX90" fmla="*/ 6098321 w 12192000"/>
              <a:gd name="connsiteY90" fmla="*/ 1721646 h 2237474"/>
              <a:gd name="connsiteX91" fmla="*/ 5880652 w 12192000"/>
              <a:gd name="connsiteY91" fmla="*/ 1779643 h 2237474"/>
              <a:gd name="connsiteX92" fmla="*/ 5785959 w 12192000"/>
              <a:gd name="connsiteY92" fmla="*/ 1775307 h 2237474"/>
              <a:gd name="connsiteX93" fmla="*/ 5643534 w 12192000"/>
              <a:gd name="connsiteY93" fmla="*/ 1802919 h 2237474"/>
              <a:gd name="connsiteX94" fmla="*/ 5518799 w 12192000"/>
              <a:gd name="connsiteY94" fmla="*/ 1818312 h 2237474"/>
              <a:gd name="connsiteX95" fmla="*/ 5505014 w 12192000"/>
              <a:gd name="connsiteY95" fmla="*/ 1819259 h 2237474"/>
              <a:gd name="connsiteX96" fmla="*/ 5453307 w 12192000"/>
              <a:gd name="connsiteY96" fmla="*/ 1815450 h 2237474"/>
              <a:gd name="connsiteX97" fmla="*/ 5364192 w 12192000"/>
              <a:gd name="connsiteY97" fmla="*/ 1826074 h 2237474"/>
              <a:gd name="connsiteX98" fmla="*/ 5350380 w 12192000"/>
              <a:gd name="connsiteY98" fmla="*/ 1830891 h 2237474"/>
              <a:gd name="connsiteX99" fmla="*/ 5259633 w 12192000"/>
              <a:gd name="connsiteY99" fmla="*/ 1837160 h 2237474"/>
              <a:gd name="connsiteX100" fmla="*/ 5197513 w 12192000"/>
              <a:gd name="connsiteY100" fmla="*/ 1844718 h 2237474"/>
              <a:gd name="connsiteX101" fmla="*/ 5168852 w 12192000"/>
              <a:gd name="connsiteY101" fmla="*/ 1844846 h 2237474"/>
              <a:gd name="connsiteX102" fmla="*/ 5114927 w 12192000"/>
              <a:gd name="connsiteY102" fmla="*/ 1847827 h 2237474"/>
              <a:gd name="connsiteX103" fmla="*/ 5108970 w 12192000"/>
              <a:gd name="connsiteY103" fmla="*/ 1847935 h 2237474"/>
              <a:gd name="connsiteX104" fmla="*/ 5067961 w 12192000"/>
              <a:gd name="connsiteY104" fmla="*/ 1845917 h 2237474"/>
              <a:gd name="connsiteX105" fmla="*/ 5007075 w 12192000"/>
              <a:gd name="connsiteY105" fmla="*/ 1838626 h 2237474"/>
              <a:gd name="connsiteX106" fmla="*/ 4944087 w 12192000"/>
              <a:gd name="connsiteY106" fmla="*/ 1823332 h 2237474"/>
              <a:gd name="connsiteX107" fmla="*/ 4907662 w 12192000"/>
              <a:gd name="connsiteY107" fmla="*/ 1816900 h 2237474"/>
              <a:gd name="connsiteX108" fmla="*/ 4882386 w 12192000"/>
              <a:gd name="connsiteY108" fmla="*/ 1809844 h 2237474"/>
              <a:gd name="connsiteX109" fmla="*/ 4811440 w 12192000"/>
              <a:gd name="connsiteY109" fmla="*/ 1804655 h 2237474"/>
              <a:gd name="connsiteX110" fmla="*/ 4691075 w 12192000"/>
              <a:gd name="connsiteY110" fmla="*/ 1801389 h 2237474"/>
              <a:gd name="connsiteX111" fmla="*/ 4611738 w 12192000"/>
              <a:gd name="connsiteY111" fmla="*/ 1776964 h 2237474"/>
              <a:gd name="connsiteX112" fmla="*/ 4560070 w 12192000"/>
              <a:gd name="connsiteY112" fmla="*/ 1785640 h 2237474"/>
              <a:gd name="connsiteX113" fmla="*/ 4536503 w 12192000"/>
              <a:gd name="connsiteY113" fmla="*/ 1785334 h 2237474"/>
              <a:gd name="connsiteX114" fmla="*/ 4513724 w 12192000"/>
              <a:gd name="connsiteY114" fmla="*/ 1791996 h 2237474"/>
              <a:gd name="connsiteX115" fmla="*/ 4459810 w 12192000"/>
              <a:gd name="connsiteY115" fmla="*/ 1797886 h 2237474"/>
              <a:gd name="connsiteX116" fmla="*/ 4379064 w 12192000"/>
              <a:gd name="connsiteY116" fmla="*/ 1817177 h 2237474"/>
              <a:gd name="connsiteX117" fmla="*/ 4319209 w 12192000"/>
              <a:gd name="connsiteY117" fmla="*/ 1834833 h 2237474"/>
              <a:gd name="connsiteX118" fmla="*/ 4290981 w 12192000"/>
              <a:gd name="connsiteY118" fmla="*/ 1839677 h 2237474"/>
              <a:gd name="connsiteX119" fmla="*/ 4285792 w 12192000"/>
              <a:gd name="connsiteY119" fmla="*/ 1836231 h 2237474"/>
              <a:gd name="connsiteX120" fmla="*/ 4238372 w 12192000"/>
              <a:gd name="connsiteY120" fmla="*/ 1851480 h 2237474"/>
              <a:gd name="connsiteX121" fmla="*/ 4232517 w 12192000"/>
              <a:gd name="connsiteY121" fmla="*/ 1852567 h 2237474"/>
              <a:gd name="connsiteX122" fmla="*/ 4191732 w 12192000"/>
              <a:gd name="connsiteY122" fmla="*/ 1857328 h 2237474"/>
              <a:gd name="connsiteX123" fmla="*/ 4065532 w 12192000"/>
              <a:gd name="connsiteY123" fmla="*/ 1855477 h 2237474"/>
              <a:gd name="connsiteX124" fmla="*/ 4028460 w 12192000"/>
              <a:gd name="connsiteY124" fmla="*/ 1855137 h 2237474"/>
              <a:gd name="connsiteX125" fmla="*/ 4002267 w 12192000"/>
              <a:gd name="connsiteY125" fmla="*/ 1852352 h 2237474"/>
              <a:gd name="connsiteX126" fmla="*/ 3931396 w 12192000"/>
              <a:gd name="connsiteY126" fmla="*/ 1858915 h 2237474"/>
              <a:gd name="connsiteX127" fmla="*/ 3812162 w 12192000"/>
              <a:gd name="connsiteY127" fmla="*/ 1875501 h 2237474"/>
              <a:gd name="connsiteX128" fmla="*/ 3729530 w 12192000"/>
              <a:gd name="connsiteY128" fmla="*/ 1864513 h 2237474"/>
              <a:gd name="connsiteX129" fmla="*/ 3680177 w 12192000"/>
              <a:gd name="connsiteY129" fmla="*/ 1881552 h 2237474"/>
              <a:gd name="connsiteX130" fmla="*/ 3567259 w 12192000"/>
              <a:gd name="connsiteY130" fmla="*/ 1893482 h 2237474"/>
              <a:gd name="connsiteX131" fmla="*/ 3405770 w 12192000"/>
              <a:gd name="connsiteY131" fmla="*/ 1904591 h 2237474"/>
              <a:gd name="connsiteX132" fmla="*/ 3280097 w 12192000"/>
              <a:gd name="connsiteY132" fmla="*/ 1919610 h 2237474"/>
              <a:gd name="connsiteX133" fmla="*/ 3123424 w 12192000"/>
              <a:gd name="connsiteY133" fmla="*/ 1952930 h 2237474"/>
              <a:gd name="connsiteX134" fmla="*/ 3009910 w 12192000"/>
              <a:gd name="connsiteY134" fmla="*/ 1957866 h 2237474"/>
              <a:gd name="connsiteX135" fmla="*/ 2995934 w 12192000"/>
              <a:gd name="connsiteY135" fmla="*/ 1967085 h 2237474"/>
              <a:gd name="connsiteX136" fmla="*/ 2980071 w 12192000"/>
              <a:gd name="connsiteY136" fmla="*/ 1972988 h 2237474"/>
              <a:gd name="connsiteX137" fmla="*/ 2978094 w 12192000"/>
              <a:gd name="connsiteY137" fmla="*/ 1972369 h 2237474"/>
              <a:gd name="connsiteX138" fmla="*/ 2942858 w 12192000"/>
              <a:gd name="connsiteY138" fmla="*/ 1981367 h 2237474"/>
              <a:gd name="connsiteX139" fmla="*/ 2875436 w 12192000"/>
              <a:gd name="connsiteY139" fmla="*/ 1996977 h 2237474"/>
              <a:gd name="connsiteX140" fmla="*/ 2874892 w 12192000"/>
              <a:gd name="connsiteY140" fmla="*/ 1996085 h 2237474"/>
              <a:gd name="connsiteX141" fmla="*/ 2864145 w 12192000"/>
              <a:gd name="connsiteY141" fmla="*/ 1994061 h 2237474"/>
              <a:gd name="connsiteX142" fmla="*/ 2843662 w 12192000"/>
              <a:gd name="connsiteY142" fmla="*/ 1992498 h 2237474"/>
              <a:gd name="connsiteX143" fmla="*/ 2796128 w 12192000"/>
              <a:gd name="connsiteY143" fmla="*/ 1976403 h 2237474"/>
              <a:gd name="connsiteX144" fmla="*/ 2756784 w 12192000"/>
              <a:gd name="connsiteY144" fmla="*/ 1985116 h 2237474"/>
              <a:gd name="connsiteX145" fmla="*/ 2748833 w 12192000"/>
              <a:gd name="connsiteY145" fmla="*/ 1986323 h 2237474"/>
              <a:gd name="connsiteX146" fmla="*/ 2748661 w 12192000"/>
              <a:gd name="connsiteY146" fmla="*/ 1986122 h 2237474"/>
              <a:gd name="connsiteX147" fmla="*/ 2740251 w 12192000"/>
              <a:gd name="connsiteY147" fmla="*/ 1986946 h 2237474"/>
              <a:gd name="connsiteX148" fmla="*/ 2718916 w 12192000"/>
              <a:gd name="connsiteY148" fmla="*/ 1990867 h 2237474"/>
              <a:gd name="connsiteX149" fmla="*/ 2713522 w 12192000"/>
              <a:gd name="connsiteY149" fmla="*/ 1990173 h 2237474"/>
              <a:gd name="connsiteX150" fmla="*/ 2680597 w 12192000"/>
              <a:gd name="connsiteY150" fmla="*/ 1984996 h 2237474"/>
              <a:gd name="connsiteX151" fmla="*/ 2578178 w 12192000"/>
              <a:gd name="connsiteY151" fmla="*/ 1990531 h 2237474"/>
              <a:gd name="connsiteX152" fmla="*/ 2476147 w 12192000"/>
              <a:gd name="connsiteY152" fmla="*/ 1998305 h 2237474"/>
              <a:gd name="connsiteX153" fmla="*/ 2373568 w 12192000"/>
              <a:gd name="connsiteY153" fmla="*/ 2003219 h 2237474"/>
              <a:gd name="connsiteX154" fmla="*/ 2321399 w 12192000"/>
              <a:gd name="connsiteY154" fmla="*/ 1989467 h 2237474"/>
              <a:gd name="connsiteX155" fmla="*/ 2315525 w 12192000"/>
              <a:gd name="connsiteY155" fmla="*/ 1989708 h 2237474"/>
              <a:gd name="connsiteX156" fmla="*/ 2300792 w 12192000"/>
              <a:gd name="connsiteY156" fmla="*/ 1994290 h 2237474"/>
              <a:gd name="connsiteX157" fmla="*/ 2295469 w 12192000"/>
              <a:gd name="connsiteY157" fmla="*/ 1996659 h 2237474"/>
              <a:gd name="connsiteX158" fmla="*/ 2287219 w 12192000"/>
              <a:gd name="connsiteY158" fmla="*/ 1998750 h 2237474"/>
              <a:gd name="connsiteX159" fmla="*/ 2286948 w 12192000"/>
              <a:gd name="connsiteY159" fmla="*/ 1998596 h 2237474"/>
              <a:gd name="connsiteX160" fmla="*/ 2243069 w 12192000"/>
              <a:gd name="connsiteY160" fmla="*/ 2015111 h 2237474"/>
              <a:gd name="connsiteX161" fmla="*/ 2186609 w 12192000"/>
              <a:gd name="connsiteY161" fmla="*/ 2008263 h 2237474"/>
              <a:gd name="connsiteX162" fmla="*/ 2164831 w 12192000"/>
              <a:gd name="connsiteY162" fmla="*/ 2010143 h 2237474"/>
              <a:gd name="connsiteX163" fmla="*/ 2152836 w 12192000"/>
              <a:gd name="connsiteY163" fmla="*/ 2010048 h 2237474"/>
              <a:gd name="connsiteX164" fmla="*/ 2117102 w 12192000"/>
              <a:gd name="connsiteY164" fmla="*/ 2023004 h 2237474"/>
              <a:gd name="connsiteX165" fmla="*/ 2111935 w 12192000"/>
              <a:gd name="connsiteY165" fmla="*/ 2023163 h 2237474"/>
              <a:gd name="connsiteX166" fmla="*/ 2089991 w 12192000"/>
              <a:gd name="connsiteY166" fmla="*/ 2034193 h 2237474"/>
              <a:gd name="connsiteX167" fmla="*/ 2058061 w 12192000"/>
              <a:gd name="connsiteY167" fmla="*/ 2047942 h 2237474"/>
              <a:gd name="connsiteX168" fmla="*/ 2055737 w 12192000"/>
              <a:gd name="connsiteY168" fmla="*/ 2047704 h 2237474"/>
              <a:gd name="connsiteX169" fmla="*/ 2042244 w 12192000"/>
              <a:gd name="connsiteY169" fmla="*/ 2055560 h 2237474"/>
              <a:gd name="connsiteX170" fmla="*/ 1976224 w 12192000"/>
              <a:gd name="connsiteY170" fmla="*/ 2074257 h 2237474"/>
              <a:gd name="connsiteX171" fmla="*/ 1877728 w 12192000"/>
              <a:gd name="connsiteY171" fmla="*/ 2101004 h 2237474"/>
              <a:gd name="connsiteX172" fmla="*/ 1759056 w 12192000"/>
              <a:gd name="connsiteY172" fmla="*/ 2125608 h 2237474"/>
              <a:gd name="connsiteX173" fmla="*/ 1637948 w 12192000"/>
              <a:gd name="connsiteY173" fmla="*/ 2172597 h 2237474"/>
              <a:gd name="connsiteX174" fmla="*/ 1434549 w 12192000"/>
              <a:gd name="connsiteY174" fmla="*/ 2234522 h 2237474"/>
              <a:gd name="connsiteX175" fmla="*/ 1398481 w 12192000"/>
              <a:gd name="connsiteY175" fmla="*/ 2237074 h 2237474"/>
              <a:gd name="connsiteX176" fmla="*/ 1398407 w 12192000"/>
              <a:gd name="connsiteY176" fmla="*/ 2237095 h 2237474"/>
              <a:gd name="connsiteX177" fmla="*/ 1370962 w 12192000"/>
              <a:gd name="connsiteY177" fmla="*/ 2237474 h 2237474"/>
              <a:gd name="connsiteX178" fmla="*/ 1356367 w 12192000"/>
              <a:gd name="connsiteY178" fmla="*/ 2235089 h 2237474"/>
              <a:gd name="connsiteX179" fmla="*/ 1324828 w 12192000"/>
              <a:gd name="connsiteY179" fmla="*/ 2231968 h 2237474"/>
              <a:gd name="connsiteX180" fmla="*/ 1297744 w 12192000"/>
              <a:gd name="connsiteY180" fmla="*/ 2235849 h 2237474"/>
              <a:gd name="connsiteX181" fmla="*/ 1286236 w 12192000"/>
              <a:gd name="connsiteY181" fmla="*/ 2233135 h 2237474"/>
              <a:gd name="connsiteX182" fmla="*/ 1283504 w 12192000"/>
              <a:gd name="connsiteY182" fmla="*/ 2233797 h 2237474"/>
              <a:gd name="connsiteX183" fmla="*/ 1279765 w 12192000"/>
              <a:gd name="connsiteY183" fmla="*/ 2229639 h 2237474"/>
              <a:gd name="connsiteX184" fmla="*/ 1195347 w 12192000"/>
              <a:gd name="connsiteY184" fmla="*/ 2212354 h 2237474"/>
              <a:gd name="connsiteX185" fmla="*/ 970251 w 12192000"/>
              <a:gd name="connsiteY185" fmla="*/ 2221029 h 2237474"/>
              <a:gd name="connsiteX186" fmla="*/ 812914 w 12192000"/>
              <a:gd name="connsiteY186" fmla="*/ 2202752 h 2237474"/>
              <a:gd name="connsiteX187" fmla="*/ 800195 w 12192000"/>
              <a:gd name="connsiteY187" fmla="*/ 2209407 h 2237474"/>
              <a:gd name="connsiteX188" fmla="*/ 784978 w 12192000"/>
              <a:gd name="connsiteY188" fmla="*/ 2212360 h 2237474"/>
              <a:gd name="connsiteX189" fmla="*/ 681987 w 12192000"/>
              <a:gd name="connsiteY189" fmla="*/ 2216757 h 2237474"/>
              <a:gd name="connsiteX190" fmla="*/ 669923 w 12192000"/>
              <a:gd name="connsiteY190" fmla="*/ 2211682 h 2237474"/>
              <a:gd name="connsiteX191" fmla="*/ 648680 w 12192000"/>
              <a:gd name="connsiteY191" fmla="*/ 2206229 h 2237474"/>
              <a:gd name="connsiteX192" fmla="*/ 597225 w 12192000"/>
              <a:gd name="connsiteY192" fmla="*/ 2180999 h 2237474"/>
              <a:gd name="connsiteX193" fmla="*/ 558449 w 12192000"/>
              <a:gd name="connsiteY193" fmla="*/ 2182346 h 2237474"/>
              <a:gd name="connsiteX194" fmla="*/ 550517 w 12192000"/>
              <a:gd name="connsiteY194" fmla="*/ 2182060 h 2237474"/>
              <a:gd name="connsiteX195" fmla="*/ 550309 w 12192000"/>
              <a:gd name="connsiteY195" fmla="*/ 2181825 h 2237474"/>
              <a:gd name="connsiteX196" fmla="*/ 541836 w 12192000"/>
              <a:gd name="connsiteY196" fmla="*/ 2181063 h 2237474"/>
              <a:gd name="connsiteX197" fmla="*/ 536057 w 12192000"/>
              <a:gd name="connsiteY197" fmla="*/ 2181537 h 2237474"/>
              <a:gd name="connsiteX198" fmla="*/ 520671 w 12192000"/>
              <a:gd name="connsiteY198" fmla="*/ 2180980 h 2237474"/>
              <a:gd name="connsiteX199" fmla="*/ 515024 w 12192000"/>
              <a:gd name="connsiteY199" fmla="*/ 2179258 h 2237474"/>
              <a:gd name="connsiteX200" fmla="*/ 512278 w 12192000"/>
              <a:gd name="connsiteY200" fmla="*/ 2176369 h 2237474"/>
              <a:gd name="connsiteX201" fmla="*/ 480419 w 12192000"/>
              <a:gd name="connsiteY201" fmla="*/ 2167807 h 2237474"/>
              <a:gd name="connsiteX202" fmla="*/ 413835 w 12192000"/>
              <a:gd name="connsiteY202" fmla="*/ 2156783 h 2237474"/>
              <a:gd name="connsiteX203" fmla="*/ 376513 w 12192000"/>
              <a:gd name="connsiteY203" fmla="*/ 2154014 h 2237474"/>
              <a:gd name="connsiteX204" fmla="*/ 273386 w 12192000"/>
              <a:gd name="connsiteY204" fmla="*/ 2142551 h 2237474"/>
              <a:gd name="connsiteX205" fmla="*/ 169207 w 12192000"/>
              <a:gd name="connsiteY205" fmla="*/ 2128100 h 2237474"/>
              <a:gd name="connsiteX206" fmla="*/ 93149 w 12192000"/>
              <a:gd name="connsiteY206" fmla="*/ 2105324 h 2237474"/>
              <a:gd name="connsiteX207" fmla="*/ 88109 w 12192000"/>
              <a:gd name="connsiteY207" fmla="*/ 2106704 h 2237474"/>
              <a:gd name="connsiteX208" fmla="*/ 80022 w 12192000"/>
              <a:gd name="connsiteY208" fmla="*/ 2107254 h 2237474"/>
              <a:gd name="connsiteX209" fmla="*/ 79717 w 12192000"/>
              <a:gd name="connsiteY209" fmla="*/ 2107046 h 2237474"/>
              <a:gd name="connsiteX210" fmla="*/ 72352 w 12192000"/>
              <a:gd name="connsiteY210" fmla="*/ 2107991 h 2237474"/>
              <a:gd name="connsiteX211" fmla="*/ 37645 w 12192000"/>
              <a:gd name="connsiteY211" fmla="*/ 2115401 h 2237474"/>
              <a:gd name="connsiteX212" fmla="*/ 4572 w 12192000"/>
              <a:gd name="connsiteY212" fmla="*/ 2111091 h 2237474"/>
              <a:gd name="connsiteX213" fmla="*/ 0 w 12192000"/>
              <a:gd name="connsiteY213" fmla="*/ 2110468 h 2237474"/>
              <a:gd name="connsiteX214" fmla="*/ 0 w 12192000"/>
              <a:gd name="connsiteY214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11200 w 12192000"/>
              <a:gd name="connsiteY18" fmla="*/ 767513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798048 w 12192000"/>
              <a:gd name="connsiteY23" fmla="*/ 863207 h 2237474"/>
              <a:gd name="connsiteX24" fmla="*/ 9761459 w 12192000"/>
              <a:gd name="connsiteY24" fmla="*/ 862394 h 2237474"/>
              <a:gd name="connsiteX25" fmla="*/ 9705768 w 12192000"/>
              <a:gd name="connsiteY25" fmla="*/ 894610 h 2237474"/>
              <a:gd name="connsiteX26" fmla="*/ 9683005 w 12192000"/>
              <a:gd name="connsiteY26" fmla="*/ 894128 h 2237474"/>
              <a:gd name="connsiteX27" fmla="*/ 9594438 w 12192000"/>
              <a:gd name="connsiteY27" fmla="*/ 919051 h 2237474"/>
              <a:gd name="connsiteX28" fmla="*/ 9577033 w 12192000"/>
              <a:gd name="connsiteY28" fmla="*/ 922857 h 2237474"/>
              <a:gd name="connsiteX29" fmla="*/ 9544189 w 12192000"/>
              <a:gd name="connsiteY29" fmla="*/ 938966 h 2237474"/>
              <a:gd name="connsiteX30" fmla="*/ 9500499 w 12192000"/>
              <a:gd name="connsiteY30" fmla="*/ 954680 h 2237474"/>
              <a:gd name="connsiteX31" fmla="*/ 9428195 w 12192000"/>
              <a:gd name="connsiteY31" fmla="*/ 986225 h 2237474"/>
              <a:gd name="connsiteX32" fmla="*/ 9410017 w 12192000"/>
              <a:gd name="connsiteY32" fmla="*/ 993931 h 2237474"/>
              <a:gd name="connsiteX33" fmla="*/ 9392919 w 12192000"/>
              <a:gd name="connsiteY33" fmla="*/ 994656 h 2237474"/>
              <a:gd name="connsiteX34" fmla="*/ 9278619 w 12192000"/>
              <a:gd name="connsiteY34" fmla="*/ 1011878 h 2237474"/>
              <a:gd name="connsiteX35" fmla="*/ 9268019 w 12192000"/>
              <a:gd name="connsiteY35" fmla="*/ 1007442 h 2237474"/>
              <a:gd name="connsiteX36" fmla="*/ 9234662 w 12192000"/>
              <a:gd name="connsiteY36" fmla="*/ 1023056 h 2237474"/>
              <a:gd name="connsiteX37" fmla="*/ 9181033 w 12192000"/>
              <a:gd name="connsiteY37" fmla="*/ 1037921 h 2237474"/>
              <a:gd name="connsiteX38" fmla="*/ 9155969 w 12192000"/>
              <a:gd name="connsiteY38" fmla="*/ 1046804 h 2237474"/>
              <a:gd name="connsiteX39" fmla="*/ 9133985 w 12192000"/>
              <a:gd name="connsiteY39" fmla="*/ 1046450 h 2237474"/>
              <a:gd name="connsiteX40" fmla="*/ 9012987 w 12192000"/>
              <a:gd name="connsiteY40" fmla="*/ 1061986 h 2237474"/>
              <a:gd name="connsiteX41" fmla="*/ 8968445 w 12192000"/>
              <a:gd name="connsiteY41" fmla="*/ 1052169 h 2237474"/>
              <a:gd name="connsiteX42" fmla="*/ 8958984 w 12192000"/>
              <a:gd name="connsiteY42" fmla="*/ 1057212 h 2237474"/>
              <a:gd name="connsiteX43" fmla="*/ 8886001 w 12192000"/>
              <a:gd name="connsiteY43" fmla="*/ 1067468 h 2237474"/>
              <a:gd name="connsiteX44" fmla="*/ 8838610 w 12192000"/>
              <a:gd name="connsiteY44" fmla="*/ 1075091 h 2237474"/>
              <a:gd name="connsiteX45" fmla="*/ 8750383 w 12192000"/>
              <a:gd name="connsiteY45" fmla="*/ 1097387 h 2237474"/>
              <a:gd name="connsiteX46" fmla="*/ 8697365 w 12192000"/>
              <a:gd name="connsiteY46" fmla="*/ 1105869 h 2237474"/>
              <a:gd name="connsiteX47" fmla="*/ 8665605 w 12192000"/>
              <a:gd name="connsiteY47" fmla="*/ 1110791 h 2237474"/>
              <a:gd name="connsiteX48" fmla="*/ 8584946 w 12192000"/>
              <a:gd name="connsiteY48" fmla="*/ 1135226 h 2237474"/>
              <a:gd name="connsiteX49" fmla="*/ 8460755 w 12192000"/>
              <a:gd name="connsiteY49" fmla="*/ 1203427 h 2237474"/>
              <a:gd name="connsiteX50" fmla="*/ 8419755 w 12192000"/>
              <a:gd name="connsiteY50" fmla="*/ 1216260 h 2237474"/>
              <a:gd name="connsiteX51" fmla="*/ 8411626 w 12192000"/>
              <a:gd name="connsiteY51" fmla="*/ 1214397 h 2237474"/>
              <a:gd name="connsiteX52" fmla="*/ 8363469 w 12192000"/>
              <a:gd name="connsiteY52" fmla="*/ 1246658 h 2237474"/>
              <a:gd name="connsiteX53" fmla="*/ 8275497 w 12192000"/>
              <a:gd name="connsiteY53" fmla="*/ 1264396 h 2237474"/>
              <a:gd name="connsiteX54" fmla="*/ 8206287 w 12192000"/>
              <a:gd name="connsiteY54" fmla="*/ 1273060 h 2237474"/>
              <a:gd name="connsiteX55" fmla="*/ 8168705 w 12192000"/>
              <a:gd name="connsiteY55" fmla="*/ 1279956 h 2237474"/>
              <a:gd name="connsiteX56" fmla="*/ 8139997 w 12192000"/>
              <a:gd name="connsiteY56" fmla="*/ 1282713 h 2237474"/>
              <a:gd name="connsiteX57" fmla="*/ 8074238 w 12192000"/>
              <a:gd name="connsiteY57" fmla="*/ 1301895 h 2237474"/>
              <a:gd name="connsiteX58" fmla="*/ 7968292 w 12192000"/>
              <a:gd name="connsiteY58" fmla="*/ 1338779 h 2237474"/>
              <a:gd name="connsiteX59" fmla="*/ 7945122 w 12192000"/>
              <a:gd name="connsiteY59" fmla="*/ 1345477 h 2237474"/>
              <a:gd name="connsiteX60" fmla="*/ 7902328 w 12192000"/>
              <a:gd name="connsiteY60" fmla="*/ 1345865 h 2237474"/>
              <a:gd name="connsiteX61" fmla="*/ 7875879 w 12192000"/>
              <a:gd name="connsiteY61" fmla="*/ 1345646 h 2237474"/>
              <a:gd name="connsiteX62" fmla="*/ 7840612 w 12192000"/>
              <a:gd name="connsiteY62" fmla="*/ 1369373 h 2237474"/>
              <a:gd name="connsiteX63" fmla="*/ 7786819 w 12192000"/>
              <a:gd name="connsiteY63" fmla="*/ 1378970 h 2237474"/>
              <a:gd name="connsiteX64" fmla="*/ 7548172 w 12192000"/>
              <a:gd name="connsiteY64" fmla="*/ 1417460 h 2237474"/>
              <a:gd name="connsiteX65" fmla="*/ 7483437 w 12192000"/>
              <a:gd name="connsiteY65" fmla="*/ 1478152 h 2237474"/>
              <a:gd name="connsiteX66" fmla="*/ 7377870 w 12192000"/>
              <a:gd name="connsiteY66" fmla="*/ 1523319 h 2237474"/>
              <a:gd name="connsiteX67" fmla="*/ 7230737 w 12192000"/>
              <a:gd name="connsiteY67" fmla="*/ 1562633 h 2237474"/>
              <a:gd name="connsiteX68" fmla="*/ 7224458 w 12192000"/>
              <a:gd name="connsiteY68" fmla="*/ 1573008 h 2237474"/>
              <a:gd name="connsiteX69" fmla="*/ 7183121 w 12192000"/>
              <a:gd name="connsiteY69" fmla="*/ 1595162 h 2237474"/>
              <a:gd name="connsiteX70" fmla="*/ 7164601 w 12192000"/>
              <a:gd name="connsiteY70" fmla="*/ 1606490 h 2237474"/>
              <a:gd name="connsiteX71" fmla="*/ 7092727 w 12192000"/>
              <a:gd name="connsiteY71" fmla="*/ 1623628 h 2237474"/>
              <a:gd name="connsiteX72" fmla="*/ 7031309 w 12192000"/>
              <a:gd name="connsiteY72" fmla="*/ 1619451 h 2237474"/>
              <a:gd name="connsiteX73" fmla="*/ 6999084 w 12192000"/>
              <a:gd name="connsiteY73" fmla="*/ 1634317 h 2237474"/>
              <a:gd name="connsiteX74" fmla="*/ 6992107 w 12192000"/>
              <a:gd name="connsiteY74" fmla="*/ 1636860 h 2237474"/>
              <a:gd name="connsiteX75" fmla="*/ 6991765 w 12192000"/>
              <a:gd name="connsiteY75" fmla="*/ 1636725 h 2237474"/>
              <a:gd name="connsiteX76" fmla="*/ 6900177 w 12192000"/>
              <a:gd name="connsiteY76" fmla="*/ 1636016 h 2237474"/>
              <a:gd name="connsiteX77" fmla="*/ 6795372 w 12192000"/>
              <a:gd name="connsiteY77" fmla="*/ 1644845 h 2237474"/>
              <a:gd name="connsiteX78" fmla="*/ 6692251 w 12192000"/>
              <a:gd name="connsiteY78" fmla="*/ 1656357 h 2237474"/>
              <a:gd name="connsiteX79" fmla="*/ 6655235 w 12192000"/>
              <a:gd name="connsiteY79" fmla="*/ 1661869 h 2237474"/>
              <a:gd name="connsiteX80" fmla="*/ 6587857 w 12192000"/>
              <a:gd name="connsiteY80" fmla="*/ 1665769 h 2237474"/>
              <a:gd name="connsiteX81" fmla="*/ 6554894 w 12192000"/>
              <a:gd name="connsiteY81" fmla="*/ 1664428 h 2237474"/>
              <a:gd name="connsiteX82" fmla="*/ 6516595 w 12192000"/>
              <a:gd name="connsiteY82" fmla="*/ 1667475 h 2237474"/>
              <a:gd name="connsiteX83" fmla="*/ 6508541 w 12192000"/>
              <a:gd name="connsiteY83" fmla="*/ 1668757 h 2237474"/>
              <a:gd name="connsiteX84" fmla="*/ 6471012 w 12192000"/>
              <a:gd name="connsiteY84" fmla="*/ 1678604 h 2237474"/>
              <a:gd name="connsiteX85" fmla="*/ 6415265 w 12192000"/>
              <a:gd name="connsiteY85" fmla="*/ 1665317 h 2237474"/>
              <a:gd name="connsiteX86" fmla="*/ 6364035 w 12192000"/>
              <a:gd name="connsiteY86" fmla="*/ 1667683 h 2237474"/>
              <a:gd name="connsiteX87" fmla="*/ 6280959 w 12192000"/>
              <a:gd name="connsiteY87" fmla="*/ 1689329 h 2237474"/>
              <a:gd name="connsiteX88" fmla="*/ 6243319 w 12192000"/>
              <a:gd name="connsiteY88" fmla="*/ 1695560 h 2237474"/>
              <a:gd name="connsiteX89" fmla="*/ 6098321 w 12192000"/>
              <a:gd name="connsiteY89" fmla="*/ 1721646 h 2237474"/>
              <a:gd name="connsiteX90" fmla="*/ 5880652 w 12192000"/>
              <a:gd name="connsiteY90" fmla="*/ 1779643 h 2237474"/>
              <a:gd name="connsiteX91" fmla="*/ 5785959 w 12192000"/>
              <a:gd name="connsiteY91" fmla="*/ 1775307 h 2237474"/>
              <a:gd name="connsiteX92" fmla="*/ 5643534 w 12192000"/>
              <a:gd name="connsiteY92" fmla="*/ 1802919 h 2237474"/>
              <a:gd name="connsiteX93" fmla="*/ 5518799 w 12192000"/>
              <a:gd name="connsiteY93" fmla="*/ 1818312 h 2237474"/>
              <a:gd name="connsiteX94" fmla="*/ 5505014 w 12192000"/>
              <a:gd name="connsiteY94" fmla="*/ 1819259 h 2237474"/>
              <a:gd name="connsiteX95" fmla="*/ 5453307 w 12192000"/>
              <a:gd name="connsiteY95" fmla="*/ 1815450 h 2237474"/>
              <a:gd name="connsiteX96" fmla="*/ 5364192 w 12192000"/>
              <a:gd name="connsiteY96" fmla="*/ 1826074 h 2237474"/>
              <a:gd name="connsiteX97" fmla="*/ 5350380 w 12192000"/>
              <a:gd name="connsiteY97" fmla="*/ 1830891 h 2237474"/>
              <a:gd name="connsiteX98" fmla="*/ 5259633 w 12192000"/>
              <a:gd name="connsiteY98" fmla="*/ 1837160 h 2237474"/>
              <a:gd name="connsiteX99" fmla="*/ 5197513 w 12192000"/>
              <a:gd name="connsiteY99" fmla="*/ 1844718 h 2237474"/>
              <a:gd name="connsiteX100" fmla="*/ 5168852 w 12192000"/>
              <a:gd name="connsiteY100" fmla="*/ 1844846 h 2237474"/>
              <a:gd name="connsiteX101" fmla="*/ 5114927 w 12192000"/>
              <a:gd name="connsiteY101" fmla="*/ 1847827 h 2237474"/>
              <a:gd name="connsiteX102" fmla="*/ 5108970 w 12192000"/>
              <a:gd name="connsiteY102" fmla="*/ 1847935 h 2237474"/>
              <a:gd name="connsiteX103" fmla="*/ 5067961 w 12192000"/>
              <a:gd name="connsiteY103" fmla="*/ 1845917 h 2237474"/>
              <a:gd name="connsiteX104" fmla="*/ 5007075 w 12192000"/>
              <a:gd name="connsiteY104" fmla="*/ 1838626 h 2237474"/>
              <a:gd name="connsiteX105" fmla="*/ 4944087 w 12192000"/>
              <a:gd name="connsiteY105" fmla="*/ 1823332 h 2237474"/>
              <a:gd name="connsiteX106" fmla="*/ 4907662 w 12192000"/>
              <a:gd name="connsiteY106" fmla="*/ 1816900 h 2237474"/>
              <a:gd name="connsiteX107" fmla="*/ 4882386 w 12192000"/>
              <a:gd name="connsiteY107" fmla="*/ 1809844 h 2237474"/>
              <a:gd name="connsiteX108" fmla="*/ 4811440 w 12192000"/>
              <a:gd name="connsiteY108" fmla="*/ 1804655 h 2237474"/>
              <a:gd name="connsiteX109" fmla="*/ 4691075 w 12192000"/>
              <a:gd name="connsiteY109" fmla="*/ 1801389 h 2237474"/>
              <a:gd name="connsiteX110" fmla="*/ 4611738 w 12192000"/>
              <a:gd name="connsiteY110" fmla="*/ 1776964 h 2237474"/>
              <a:gd name="connsiteX111" fmla="*/ 4560070 w 12192000"/>
              <a:gd name="connsiteY111" fmla="*/ 1785640 h 2237474"/>
              <a:gd name="connsiteX112" fmla="*/ 4536503 w 12192000"/>
              <a:gd name="connsiteY112" fmla="*/ 1785334 h 2237474"/>
              <a:gd name="connsiteX113" fmla="*/ 4513724 w 12192000"/>
              <a:gd name="connsiteY113" fmla="*/ 1791996 h 2237474"/>
              <a:gd name="connsiteX114" fmla="*/ 4459810 w 12192000"/>
              <a:gd name="connsiteY114" fmla="*/ 1797886 h 2237474"/>
              <a:gd name="connsiteX115" fmla="*/ 4379064 w 12192000"/>
              <a:gd name="connsiteY115" fmla="*/ 1817177 h 2237474"/>
              <a:gd name="connsiteX116" fmla="*/ 4319209 w 12192000"/>
              <a:gd name="connsiteY116" fmla="*/ 1834833 h 2237474"/>
              <a:gd name="connsiteX117" fmla="*/ 4290981 w 12192000"/>
              <a:gd name="connsiteY117" fmla="*/ 1839677 h 2237474"/>
              <a:gd name="connsiteX118" fmla="*/ 4285792 w 12192000"/>
              <a:gd name="connsiteY118" fmla="*/ 1836231 h 2237474"/>
              <a:gd name="connsiteX119" fmla="*/ 4238372 w 12192000"/>
              <a:gd name="connsiteY119" fmla="*/ 1851480 h 2237474"/>
              <a:gd name="connsiteX120" fmla="*/ 4232517 w 12192000"/>
              <a:gd name="connsiteY120" fmla="*/ 1852567 h 2237474"/>
              <a:gd name="connsiteX121" fmla="*/ 4191732 w 12192000"/>
              <a:gd name="connsiteY121" fmla="*/ 1857328 h 2237474"/>
              <a:gd name="connsiteX122" fmla="*/ 4065532 w 12192000"/>
              <a:gd name="connsiteY122" fmla="*/ 1855477 h 2237474"/>
              <a:gd name="connsiteX123" fmla="*/ 4028460 w 12192000"/>
              <a:gd name="connsiteY123" fmla="*/ 1855137 h 2237474"/>
              <a:gd name="connsiteX124" fmla="*/ 4002267 w 12192000"/>
              <a:gd name="connsiteY124" fmla="*/ 1852352 h 2237474"/>
              <a:gd name="connsiteX125" fmla="*/ 3931396 w 12192000"/>
              <a:gd name="connsiteY125" fmla="*/ 1858915 h 2237474"/>
              <a:gd name="connsiteX126" fmla="*/ 3812162 w 12192000"/>
              <a:gd name="connsiteY126" fmla="*/ 1875501 h 2237474"/>
              <a:gd name="connsiteX127" fmla="*/ 3729530 w 12192000"/>
              <a:gd name="connsiteY127" fmla="*/ 1864513 h 2237474"/>
              <a:gd name="connsiteX128" fmla="*/ 3680177 w 12192000"/>
              <a:gd name="connsiteY128" fmla="*/ 1881552 h 2237474"/>
              <a:gd name="connsiteX129" fmla="*/ 3567259 w 12192000"/>
              <a:gd name="connsiteY129" fmla="*/ 1893482 h 2237474"/>
              <a:gd name="connsiteX130" fmla="*/ 3405770 w 12192000"/>
              <a:gd name="connsiteY130" fmla="*/ 1904591 h 2237474"/>
              <a:gd name="connsiteX131" fmla="*/ 3280097 w 12192000"/>
              <a:gd name="connsiteY131" fmla="*/ 1919610 h 2237474"/>
              <a:gd name="connsiteX132" fmla="*/ 3123424 w 12192000"/>
              <a:gd name="connsiteY132" fmla="*/ 1952930 h 2237474"/>
              <a:gd name="connsiteX133" fmla="*/ 3009910 w 12192000"/>
              <a:gd name="connsiteY133" fmla="*/ 1957866 h 2237474"/>
              <a:gd name="connsiteX134" fmla="*/ 2995934 w 12192000"/>
              <a:gd name="connsiteY134" fmla="*/ 1967085 h 2237474"/>
              <a:gd name="connsiteX135" fmla="*/ 2980071 w 12192000"/>
              <a:gd name="connsiteY135" fmla="*/ 1972988 h 2237474"/>
              <a:gd name="connsiteX136" fmla="*/ 2978094 w 12192000"/>
              <a:gd name="connsiteY136" fmla="*/ 1972369 h 2237474"/>
              <a:gd name="connsiteX137" fmla="*/ 2942858 w 12192000"/>
              <a:gd name="connsiteY137" fmla="*/ 1981367 h 2237474"/>
              <a:gd name="connsiteX138" fmla="*/ 2875436 w 12192000"/>
              <a:gd name="connsiteY138" fmla="*/ 1996977 h 2237474"/>
              <a:gd name="connsiteX139" fmla="*/ 2874892 w 12192000"/>
              <a:gd name="connsiteY139" fmla="*/ 1996085 h 2237474"/>
              <a:gd name="connsiteX140" fmla="*/ 2864145 w 12192000"/>
              <a:gd name="connsiteY140" fmla="*/ 1994061 h 2237474"/>
              <a:gd name="connsiteX141" fmla="*/ 2843662 w 12192000"/>
              <a:gd name="connsiteY141" fmla="*/ 1992498 h 2237474"/>
              <a:gd name="connsiteX142" fmla="*/ 2796128 w 12192000"/>
              <a:gd name="connsiteY142" fmla="*/ 1976403 h 2237474"/>
              <a:gd name="connsiteX143" fmla="*/ 2756784 w 12192000"/>
              <a:gd name="connsiteY143" fmla="*/ 1985116 h 2237474"/>
              <a:gd name="connsiteX144" fmla="*/ 2748833 w 12192000"/>
              <a:gd name="connsiteY144" fmla="*/ 1986323 h 2237474"/>
              <a:gd name="connsiteX145" fmla="*/ 2748661 w 12192000"/>
              <a:gd name="connsiteY145" fmla="*/ 1986122 h 2237474"/>
              <a:gd name="connsiteX146" fmla="*/ 2740251 w 12192000"/>
              <a:gd name="connsiteY146" fmla="*/ 1986946 h 2237474"/>
              <a:gd name="connsiteX147" fmla="*/ 2718916 w 12192000"/>
              <a:gd name="connsiteY147" fmla="*/ 1990867 h 2237474"/>
              <a:gd name="connsiteX148" fmla="*/ 2713522 w 12192000"/>
              <a:gd name="connsiteY148" fmla="*/ 1990173 h 2237474"/>
              <a:gd name="connsiteX149" fmla="*/ 2680597 w 12192000"/>
              <a:gd name="connsiteY149" fmla="*/ 1984996 h 2237474"/>
              <a:gd name="connsiteX150" fmla="*/ 2578178 w 12192000"/>
              <a:gd name="connsiteY150" fmla="*/ 1990531 h 2237474"/>
              <a:gd name="connsiteX151" fmla="*/ 2476147 w 12192000"/>
              <a:gd name="connsiteY151" fmla="*/ 1998305 h 2237474"/>
              <a:gd name="connsiteX152" fmla="*/ 2373568 w 12192000"/>
              <a:gd name="connsiteY152" fmla="*/ 2003219 h 2237474"/>
              <a:gd name="connsiteX153" fmla="*/ 2321399 w 12192000"/>
              <a:gd name="connsiteY153" fmla="*/ 1989467 h 2237474"/>
              <a:gd name="connsiteX154" fmla="*/ 2315525 w 12192000"/>
              <a:gd name="connsiteY154" fmla="*/ 1989708 h 2237474"/>
              <a:gd name="connsiteX155" fmla="*/ 2300792 w 12192000"/>
              <a:gd name="connsiteY155" fmla="*/ 1994290 h 2237474"/>
              <a:gd name="connsiteX156" fmla="*/ 2295469 w 12192000"/>
              <a:gd name="connsiteY156" fmla="*/ 1996659 h 2237474"/>
              <a:gd name="connsiteX157" fmla="*/ 2287219 w 12192000"/>
              <a:gd name="connsiteY157" fmla="*/ 1998750 h 2237474"/>
              <a:gd name="connsiteX158" fmla="*/ 2286948 w 12192000"/>
              <a:gd name="connsiteY158" fmla="*/ 1998596 h 2237474"/>
              <a:gd name="connsiteX159" fmla="*/ 2243069 w 12192000"/>
              <a:gd name="connsiteY159" fmla="*/ 2015111 h 2237474"/>
              <a:gd name="connsiteX160" fmla="*/ 2186609 w 12192000"/>
              <a:gd name="connsiteY160" fmla="*/ 2008263 h 2237474"/>
              <a:gd name="connsiteX161" fmla="*/ 2164831 w 12192000"/>
              <a:gd name="connsiteY161" fmla="*/ 2010143 h 2237474"/>
              <a:gd name="connsiteX162" fmla="*/ 2152836 w 12192000"/>
              <a:gd name="connsiteY162" fmla="*/ 2010048 h 2237474"/>
              <a:gd name="connsiteX163" fmla="*/ 2117102 w 12192000"/>
              <a:gd name="connsiteY163" fmla="*/ 2023004 h 2237474"/>
              <a:gd name="connsiteX164" fmla="*/ 2111935 w 12192000"/>
              <a:gd name="connsiteY164" fmla="*/ 2023163 h 2237474"/>
              <a:gd name="connsiteX165" fmla="*/ 2089991 w 12192000"/>
              <a:gd name="connsiteY165" fmla="*/ 2034193 h 2237474"/>
              <a:gd name="connsiteX166" fmla="*/ 2058061 w 12192000"/>
              <a:gd name="connsiteY166" fmla="*/ 2047942 h 2237474"/>
              <a:gd name="connsiteX167" fmla="*/ 2055737 w 12192000"/>
              <a:gd name="connsiteY167" fmla="*/ 2047704 h 2237474"/>
              <a:gd name="connsiteX168" fmla="*/ 2042244 w 12192000"/>
              <a:gd name="connsiteY168" fmla="*/ 2055560 h 2237474"/>
              <a:gd name="connsiteX169" fmla="*/ 1976224 w 12192000"/>
              <a:gd name="connsiteY169" fmla="*/ 2074257 h 2237474"/>
              <a:gd name="connsiteX170" fmla="*/ 1877728 w 12192000"/>
              <a:gd name="connsiteY170" fmla="*/ 2101004 h 2237474"/>
              <a:gd name="connsiteX171" fmla="*/ 1759056 w 12192000"/>
              <a:gd name="connsiteY171" fmla="*/ 2125608 h 2237474"/>
              <a:gd name="connsiteX172" fmla="*/ 1637948 w 12192000"/>
              <a:gd name="connsiteY172" fmla="*/ 2172597 h 2237474"/>
              <a:gd name="connsiteX173" fmla="*/ 1434549 w 12192000"/>
              <a:gd name="connsiteY173" fmla="*/ 2234522 h 2237474"/>
              <a:gd name="connsiteX174" fmla="*/ 1398481 w 12192000"/>
              <a:gd name="connsiteY174" fmla="*/ 2237074 h 2237474"/>
              <a:gd name="connsiteX175" fmla="*/ 1398407 w 12192000"/>
              <a:gd name="connsiteY175" fmla="*/ 2237095 h 2237474"/>
              <a:gd name="connsiteX176" fmla="*/ 1370962 w 12192000"/>
              <a:gd name="connsiteY176" fmla="*/ 2237474 h 2237474"/>
              <a:gd name="connsiteX177" fmla="*/ 1356367 w 12192000"/>
              <a:gd name="connsiteY177" fmla="*/ 2235089 h 2237474"/>
              <a:gd name="connsiteX178" fmla="*/ 1324828 w 12192000"/>
              <a:gd name="connsiteY178" fmla="*/ 2231968 h 2237474"/>
              <a:gd name="connsiteX179" fmla="*/ 1297744 w 12192000"/>
              <a:gd name="connsiteY179" fmla="*/ 2235849 h 2237474"/>
              <a:gd name="connsiteX180" fmla="*/ 1286236 w 12192000"/>
              <a:gd name="connsiteY180" fmla="*/ 2233135 h 2237474"/>
              <a:gd name="connsiteX181" fmla="*/ 1283504 w 12192000"/>
              <a:gd name="connsiteY181" fmla="*/ 2233797 h 2237474"/>
              <a:gd name="connsiteX182" fmla="*/ 1279765 w 12192000"/>
              <a:gd name="connsiteY182" fmla="*/ 2229639 h 2237474"/>
              <a:gd name="connsiteX183" fmla="*/ 1195347 w 12192000"/>
              <a:gd name="connsiteY183" fmla="*/ 2212354 h 2237474"/>
              <a:gd name="connsiteX184" fmla="*/ 970251 w 12192000"/>
              <a:gd name="connsiteY184" fmla="*/ 2221029 h 2237474"/>
              <a:gd name="connsiteX185" fmla="*/ 812914 w 12192000"/>
              <a:gd name="connsiteY185" fmla="*/ 2202752 h 2237474"/>
              <a:gd name="connsiteX186" fmla="*/ 800195 w 12192000"/>
              <a:gd name="connsiteY186" fmla="*/ 2209407 h 2237474"/>
              <a:gd name="connsiteX187" fmla="*/ 784978 w 12192000"/>
              <a:gd name="connsiteY187" fmla="*/ 2212360 h 2237474"/>
              <a:gd name="connsiteX188" fmla="*/ 681987 w 12192000"/>
              <a:gd name="connsiteY188" fmla="*/ 2216757 h 2237474"/>
              <a:gd name="connsiteX189" fmla="*/ 669923 w 12192000"/>
              <a:gd name="connsiteY189" fmla="*/ 2211682 h 2237474"/>
              <a:gd name="connsiteX190" fmla="*/ 648680 w 12192000"/>
              <a:gd name="connsiteY190" fmla="*/ 2206229 h 2237474"/>
              <a:gd name="connsiteX191" fmla="*/ 597225 w 12192000"/>
              <a:gd name="connsiteY191" fmla="*/ 2180999 h 2237474"/>
              <a:gd name="connsiteX192" fmla="*/ 558449 w 12192000"/>
              <a:gd name="connsiteY192" fmla="*/ 2182346 h 2237474"/>
              <a:gd name="connsiteX193" fmla="*/ 550517 w 12192000"/>
              <a:gd name="connsiteY193" fmla="*/ 2182060 h 2237474"/>
              <a:gd name="connsiteX194" fmla="*/ 550309 w 12192000"/>
              <a:gd name="connsiteY194" fmla="*/ 2181825 h 2237474"/>
              <a:gd name="connsiteX195" fmla="*/ 541836 w 12192000"/>
              <a:gd name="connsiteY195" fmla="*/ 2181063 h 2237474"/>
              <a:gd name="connsiteX196" fmla="*/ 536057 w 12192000"/>
              <a:gd name="connsiteY196" fmla="*/ 2181537 h 2237474"/>
              <a:gd name="connsiteX197" fmla="*/ 520671 w 12192000"/>
              <a:gd name="connsiteY197" fmla="*/ 2180980 h 2237474"/>
              <a:gd name="connsiteX198" fmla="*/ 515024 w 12192000"/>
              <a:gd name="connsiteY198" fmla="*/ 2179258 h 2237474"/>
              <a:gd name="connsiteX199" fmla="*/ 512278 w 12192000"/>
              <a:gd name="connsiteY199" fmla="*/ 2176369 h 2237474"/>
              <a:gd name="connsiteX200" fmla="*/ 480419 w 12192000"/>
              <a:gd name="connsiteY200" fmla="*/ 2167807 h 2237474"/>
              <a:gd name="connsiteX201" fmla="*/ 413835 w 12192000"/>
              <a:gd name="connsiteY201" fmla="*/ 2156783 h 2237474"/>
              <a:gd name="connsiteX202" fmla="*/ 376513 w 12192000"/>
              <a:gd name="connsiteY202" fmla="*/ 2154014 h 2237474"/>
              <a:gd name="connsiteX203" fmla="*/ 273386 w 12192000"/>
              <a:gd name="connsiteY203" fmla="*/ 2142551 h 2237474"/>
              <a:gd name="connsiteX204" fmla="*/ 169207 w 12192000"/>
              <a:gd name="connsiteY204" fmla="*/ 2128100 h 2237474"/>
              <a:gd name="connsiteX205" fmla="*/ 93149 w 12192000"/>
              <a:gd name="connsiteY205" fmla="*/ 2105324 h 2237474"/>
              <a:gd name="connsiteX206" fmla="*/ 88109 w 12192000"/>
              <a:gd name="connsiteY206" fmla="*/ 2106704 h 2237474"/>
              <a:gd name="connsiteX207" fmla="*/ 80022 w 12192000"/>
              <a:gd name="connsiteY207" fmla="*/ 2107254 h 2237474"/>
              <a:gd name="connsiteX208" fmla="*/ 79717 w 12192000"/>
              <a:gd name="connsiteY208" fmla="*/ 2107046 h 2237474"/>
              <a:gd name="connsiteX209" fmla="*/ 72352 w 12192000"/>
              <a:gd name="connsiteY209" fmla="*/ 2107991 h 2237474"/>
              <a:gd name="connsiteX210" fmla="*/ 37645 w 12192000"/>
              <a:gd name="connsiteY210" fmla="*/ 2115401 h 2237474"/>
              <a:gd name="connsiteX211" fmla="*/ 4572 w 12192000"/>
              <a:gd name="connsiteY211" fmla="*/ 2111091 h 2237474"/>
              <a:gd name="connsiteX212" fmla="*/ 0 w 12192000"/>
              <a:gd name="connsiteY212" fmla="*/ 2110468 h 2237474"/>
              <a:gd name="connsiteX213" fmla="*/ 0 w 12192000"/>
              <a:gd name="connsiteY213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11200 w 12192000"/>
              <a:gd name="connsiteY18" fmla="*/ 767513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798048 w 12192000"/>
              <a:gd name="connsiteY23" fmla="*/ 863207 h 2237474"/>
              <a:gd name="connsiteX24" fmla="*/ 9761459 w 12192000"/>
              <a:gd name="connsiteY24" fmla="*/ 862394 h 2237474"/>
              <a:gd name="connsiteX25" fmla="*/ 9705768 w 12192000"/>
              <a:gd name="connsiteY25" fmla="*/ 894610 h 2237474"/>
              <a:gd name="connsiteX26" fmla="*/ 9683005 w 12192000"/>
              <a:gd name="connsiteY26" fmla="*/ 894128 h 2237474"/>
              <a:gd name="connsiteX27" fmla="*/ 9594438 w 12192000"/>
              <a:gd name="connsiteY27" fmla="*/ 919051 h 2237474"/>
              <a:gd name="connsiteX28" fmla="*/ 9577033 w 12192000"/>
              <a:gd name="connsiteY28" fmla="*/ 922857 h 2237474"/>
              <a:gd name="connsiteX29" fmla="*/ 9544189 w 12192000"/>
              <a:gd name="connsiteY29" fmla="*/ 938966 h 2237474"/>
              <a:gd name="connsiteX30" fmla="*/ 9500499 w 12192000"/>
              <a:gd name="connsiteY30" fmla="*/ 954680 h 2237474"/>
              <a:gd name="connsiteX31" fmla="*/ 9428195 w 12192000"/>
              <a:gd name="connsiteY31" fmla="*/ 986225 h 2237474"/>
              <a:gd name="connsiteX32" fmla="*/ 9410017 w 12192000"/>
              <a:gd name="connsiteY32" fmla="*/ 993931 h 2237474"/>
              <a:gd name="connsiteX33" fmla="*/ 9392919 w 12192000"/>
              <a:gd name="connsiteY33" fmla="*/ 994656 h 2237474"/>
              <a:gd name="connsiteX34" fmla="*/ 9278619 w 12192000"/>
              <a:gd name="connsiteY34" fmla="*/ 1011878 h 2237474"/>
              <a:gd name="connsiteX35" fmla="*/ 9268019 w 12192000"/>
              <a:gd name="connsiteY35" fmla="*/ 1007442 h 2237474"/>
              <a:gd name="connsiteX36" fmla="*/ 9234662 w 12192000"/>
              <a:gd name="connsiteY36" fmla="*/ 1023056 h 2237474"/>
              <a:gd name="connsiteX37" fmla="*/ 9181033 w 12192000"/>
              <a:gd name="connsiteY37" fmla="*/ 1037921 h 2237474"/>
              <a:gd name="connsiteX38" fmla="*/ 9155969 w 12192000"/>
              <a:gd name="connsiteY38" fmla="*/ 1046804 h 2237474"/>
              <a:gd name="connsiteX39" fmla="*/ 9133985 w 12192000"/>
              <a:gd name="connsiteY39" fmla="*/ 1046450 h 2237474"/>
              <a:gd name="connsiteX40" fmla="*/ 9012987 w 12192000"/>
              <a:gd name="connsiteY40" fmla="*/ 1061986 h 2237474"/>
              <a:gd name="connsiteX41" fmla="*/ 8968445 w 12192000"/>
              <a:gd name="connsiteY41" fmla="*/ 1052169 h 2237474"/>
              <a:gd name="connsiteX42" fmla="*/ 8958984 w 12192000"/>
              <a:gd name="connsiteY42" fmla="*/ 1057212 h 2237474"/>
              <a:gd name="connsiteX43" fmla="*/ 8886001 w 12192000"/>
              <a:gd name="connsiteY43" fmla="*/ 1067468 h 2237474"/>
              <a:gd name="connsiteX44" fmla="*/ 8838610 w 12192000"/>
              <a:gd name="connsiteY44" fmla="*/ 1075091 h 2237474"/>
              <a:gd name="connsiteX45" fmla="*/ 8750383 w 12192000"/>
              <a:gd name="connsiteY45" fmla="*/ 1097387 h 2237474"/>
              <a:gd name="connsiteX46" fmla="*/ 8697365 w 12192000"/>
              <a:gd name="connsiteY46" fmla="*/ 1105869 h 2237474"/>
              <a:gd name="connsiteX47" fmla="*/ 8665605 w 12192000"/>
              <a:gd name="connsiteY47" fmla="*/ 1110791 h 2237474"/>
              <a:gd name="connsiteX48" fmla="*/ 8584946 w 12192000"/>
              <a:gd name="connsiteY48" fmla="*/ 1135226 h 2237474"/>
              <a:gd name="connsiteX49" fmla="*/ 8460755 w 12192000"/>
              <a:gd name="connsiteY49" fmla="*/ 1203427 h 2237474"/>
              <a:gd name="connsiteX50" fmla="*/ 8419755 w 12192000"/>
              <a:gd name="connsiteY50" fmla="*/ 1216260 h 2237474"/>
              <a:gd name="connsiteX51" fmla="*/ 8411626 w 12192000"/>
              <a:gd name="connsiteY51" fmla="*/ 1214397 h 2237474"/>
              <a:gd name="connsiteX52" fmla="*/ 8363469 w 12192000"/>
              <a:gd name="connsiteY52" fmla="*/ 1246658 h 2237474"/>
              <a:gd name="connsiteX53" fmla="*/ 8275497 w 12192000"/>
              <a:gd name="connsiteY53" fmla="*/ 1264396 h 2237474"/>
              <a:gd name="connsiteX54" fmla="*/ 8206287 w 12192000"/>
              <a:gd name="connsiteY54" fmla="*/ 1273060 h 2237474"/>
              <a:gd name="connsiteX55" fmla="*/ 8168705 w 12192000"/>
              <a:gd name="connsiteY55" fmla="*/ 1279956 h 2237474"/>
              <a:gd name="connsiteX56" fmla="*/ 8139997 w 12192000"/>
              <a:gd name="connsiteY56" fmla="*/ 1282713 h 2237474"/>
              <a:gd name="connsiteX57" fmla="*/ 8074238 w 12192000"/>
              <a:gd name="connsiteY57" fmla="*/ 1301895 h 2237474"/>
              <a:gd name="connsiteX58" fmla="*/ 7968292 w 12192000"/>
              <a:gd name="connsiteY58" fmla="*/ 1338779 h 2237474"/>
              <a:gd name="connsiteX59" fmla="*/ 7945122 w 12192000"/>
              <a:gd name="connsiteY59" fmla="*/ 1345477 h 2237474"/>
              <a:gd name="connsiteX60" fmla="*/ 7902328 w 12192000"/>
              <a:gd name="connsiteY60" fmla="*/ 1345865 h 2237474"/>
              <a:gd name="connsiteX61" fmla="*/ 7875879 w 12192000"/>
              <a:gd name="connsiteY61" fmla="*/ 1345646 h 2237474"/>
              <a:gd name="connsiteX62" fmla="*/ 7840612 w 12192000"/>
              <a:gd name="connsiteY62" fmla="*/ 1369373 h 2237474"/>
              <a:gd name="connsiteX63" fmla="*/ 7786819 w 12192000"/>
              <a:gd name="connsiteY63" fmla="*/ 1378970 h 2237474"/>
              <a:gd name="connsiteX64" fmla="*/ 7548172 w 12192000"/>
              <a:gd name="connsiteY64" fmla="*/ 1417460 h 2237474"/>
              <a:gd name="connsiteX65" fmla="*/ 7483437 w 12192000"/>
              <a:gd name="connsiteY65" fmla="*/ 1478152 h 2237474"/>
              <a:gd name="connsiteX66" fmla="*/ 7377870 w 12192000"/>
              <a:gd name="connsiteY66" fmla="*/ 1523319 h 2237474"/>
              <a:gd name="connsiteX67" fmla="*/ 7230737 w 12192000"/>
              <a:gd name="connsiteY67" fmla="*/ 1562633 h 2237474"/>
              <a:gd name="connsiteX68" fmla="*/ 7224458 w 12192000"/>
              <a:gd name="connsiteY68" fmla="*/ 1573008 h 2237474"/>
              <a:gd name="connsiteX69" fmla="*/ 7183121 w 12192000"/>
              <a:gd name="connsiteY69" fmla="*/ 1595162 h 2237474"/>
              <a:gd name="connsiteX70" fmla="*/ 7164601 w 12192000"/>
              <a:gd name="connsiteY70" fmla="*/ 1606490 h 2237474"/>
              <a:gd name="connsiteX71" fmla="*/ 7092727 w 12192000"/>
              <a:gd name="connsiteY71" fmla="*/ 1623628 h 2237474"/>
              <a:gd name="connsiteX72" fmla="*/ 7031309 w 12192000"/>
              <a:gd name="connsiteY72" fmla="*/ 1619451 h 2237474"/>
              <a:gd name="connsiteX73" fmla="*/ 6999084 w 12192000"/>
              <a:gd name="connsiteY73" fmla="*/ 1634317 h 2237474"/>
              <a:gd name="connsiteX74" fmla="*/ 6992107 w 12192000"/>
              <a:gd name="connsiteY74" fmla="*/ 1636860 h 2237474"/>
              <a:gd name="connsiteX75" fmla="*/ 6991765 w 12192000"/>
              <a:gd name="connsiteY75" fmla="*/ 1636725 h 2237474"/>
              <a:gd name="connsiteX76" fmla="*/ 6900177 w 12192000"/>
              <a:gd name="connsiteY76" fmla="*/ 1636016 h 2237474"/>
              <a:gd name="connsiteX77" fmla="*/ 6795372 w 12192000"/>
              <a:gd name="connsiteY77" fmla="*/ 1644845 h 2237474"/>
              <a:gd name="connsiteX78" fmla="*/ 6692251 w 12192000"/>
              <a:gd name="connsiteY78" fmla="*/ 1656357 h 2237474"/>
              <a:gd name="connsiteX79" fmla="*/ 6655235 w 12192000"/>
              <a:gd name="connsiteY79" fmla="*/ 1661869 h 2237474"/>
              <a:gd name="connsiteX80" fmla="*/ 6554894 w 12192000"/>
              <a:gd name="connsiteY80" fmla="*/ 1664428 h 2237474"/>
              <a:gd name="connsiteX81" fmla="*/ 6516595 w 12192000"/>
              <a:gd name="connsiteY81" fmla="*/ 1667475 h 2237474"/>
              <a:gd name="connsiteX82" fmla="*/ 6508541 w 12192000"/>
              <a:gd name="connsiteY82" fmla="*/ 1668757 h 2237474"/>
              <a:gd name="connsiteX83" fmla="*/ 6471012 w 12192000"/>
              <a:gd name="connsiteY83" fmla="*/ 1678604 h 2237474"/>
              <a:gd name="connsiteX84" fmla="*/ 6415265 w 12192000"/>
              <a:gd name="connsiteY84" fmla="*/ 1665317 h 2237474"/>
              <a:gd name="connsiteX85" fmla="*/ 6364035 w 12192000"/>
              <a:gd name="connsiteY85" fmla="*/ 1667683 h 2237474"/>
              <a:gd name="connsiteX86" fmla="*/ 6280959 w 12192000"/>
              <a:gd name="connsiteY86" fmla="*/ 1689329 h 2237474"/>
              <a:gd name="connsiteX87" fmla="*/ 6243319 w 12192000"/>
              <a:gd name="connsiteY87" fmla="*/ 1695560 h 2237474"/>
              <a:gd name="connsiteX88" fmla="*/ 6098321 w 12192000"/>
              <a:gd name="connsiteY88" fmla="*/ 1721646 h 2237474"/>
              <a:gd name="connsiteX89" fmla="*/ 5880652 w 12192000"/>
              <a:gd name="connsiteY89" fmla="*/ 1779643 h 2237474"/>
              <a:gd name="connsiteX90" fmla="*/ 5785959 w 12192000"/>
              <a:gd name="connsiteY90" fmla="*/ 1775307 h 2237474"/>
              <a:gd name="connsiteX91" fmla="*/ 5643534 w 12192000"/>
              <a:gd name="connsiteY91" fmla="*/ 1802919 h 2237474"/>
              <a:gd name="connsiteX92" fmla="*/ 5518799 w 12192000"/>
              <a:gd name="connsiteY92" fmla="*/ 1818312 h 2237474"/>
              <a:gd name="connsiteX93" fmla="*/ 5505014 w 12192000"/>
              <a:gd name="connsiteY93" fmla="*/ 1819259 h 2237474"/>
              <a:gd name="connsiteX94" fmla="*/ 5453307 w 12192000"/>
              <a:gd name="connsiteY94" fmla="*/ 1815450 h 2237474"/>
              <a:gd name="connsiteX95" fmla="*/ 5364192 w 12192000"/>
              <a:gd name="connsiteY95" fmla="*/ 1826074 h 2237474"/>
              <a:gd name="connsiteX96" fmla="*/ 5350380 w 12192000"/>
              <a:gd name="connsiteY96" fmla="*/ 1830891 h 2237474"/>
              <a:gd name="connsiteX97" fmla="*/ 5259633 w 12192000"/>
              <a:gd name="connsiteY97" fmla="*/ 1837160 h 2237474"/>
              <a:gd name="connsiteX98" fmla="*/ 5197513 w 12192000"/>
              <a:gd name="connsiteY98" fmla="*/ 1844718 h 2237474"/>
              <a:gd name="connsiteX99" fmla="*/ 5168852 w 12192000"/>
              <a:gd name="connsiteY99" fmla="*/ 1844846 h 2237474"/>
              <a:gd name="connsiteX100" fmla="*/ 5114927 w 12192000"/>
              <a:gd name="connsiteY100" fmla="*/ 1847827 h 2237474"/>
              <a:gd name="connsiteX101" fmla="*/ 5108970 w 12192000"/>
              <a:gd name="connsiteY101" fmla="*/ 1847935 h 2237474"/>
              <a:gd name="connsiteX102" fmla="*/ 5067961 w 12192000"/>
              <a:gd name="connsiteY102" fmla="*/ 1845917 h 2237474"/>
              <a:gd name="connsiteX103" fmla="*/ 5007075 w 12192000"/>
              <a:gd name="connsiteY103" fmla="*/ 1838626 h 2237474"/>
              <a:gd name="connsiteX104" fmla="*/ 4944087 w 12192000"/>
              <a:gd name="connsiteY104" fmla="*/ 1823332 h 2237474"/>
              <a:gd name="connsiteX105" fmla="*/ 4907662 w 12192000"/>
              <a:gd name="connsiteY105" fmla="*/ 1816900 h 2237474"/>
              <a:gd name="connsiteX106" fmla="*/ 4882386 w 12192000"/>
              <a:gd name="connsiteY106" fmla="*/ 1809844 h 2237474"/>
              <a:gd name="connsiteX107" fmla="*/ 4811440 w 12192000"/>
              <a:gd name="connsiteY107" fmla="*/ 1804655 h 2237474"/>
              <a:gd name="connsiteX108" fmla="*/ 4691075 w 12192000"/>
              <a:gd name="connsiteY108" fmla="*/ 1801389 h 2237474"/>
              <a:gd name="connsiteX109" fmla="*/ 4611738 w 12192000"/>
              <a:gd name="connsiteY109" fmla="*/ 1776964 h 2237474"/>
              <a:gd name="connsiteX110" fmla="*/ 4560070 w 12192000"/>
              <a:gd name="connsiteY110" fmla="*/ 1785640 h 2237474"/>
              <a:gd name="connsiteX111" fmla="*/ 4536503 w 12192000"/>
              <a:gd name="connsiteY111" fmla="*/ 1785334 h 2237474"/>
              <a:gd name="connsiteX112" fmla="*/ 4513724 w 12192000"/>
              <a:gd name="connsiteY112" fmla="*/ 1791996 h 2237474"/>
              <a:gd name="connsiteX113" fmla="*/ 4459810 w 12192000"/>
              <a:gd name="connsiteY113" fmla="*/ 1797886 h 2237474"/>
              <a:gd name="connsiteX114" fmla="*/ 4379064 w 12192000"/>
              <a:gd name="connsiteY114" fmla="*/ 1817177 h 2237474"/>
              <a:gd name="connsiteX115" fmla="*/ 4319209 w 12192000"/>
              <a:gd name="connsiteY115" fmla="*/ 1834833 h 2237474"/>
              <a:gd name="connsiteX116" fmla="*/ 4290981 w 12192000"/>
              <a:gd name="connsiteY116" fmla="*/ 1839677 h 2237474"/>
              <a:gd name="connsiteX117" fmla="*/ 4285792 w 12192000"/>
              <a:gd name="connsiteY117" fmla="*/ 1836231 h 2237474"/>
              <a:gd name="connsiteX118" fmla="*/ 4238372 w 12192000"/>
              <a:gd name="connsiteY118" fmla="*/ 1851480 h 2237474"/>
              <a:gd name="connsiteX119" fmla="*/ 4232517 w 12192000"/>
              <a:gd name="connsiteY119" fmla="*/ 1852567 h 2237474"/>
              <a:gd name="connsiteX120" fmla="*/ 4191732 w 12192000"/>
              <a:gd name="connsiteY120" fmla="*/ 1857328 h 2237474"/>
              <a:gd name="connsiteX121" fmla="*/ 4065532 w 12192000"/>
              <a:gd name="connsiteY121" fmla="*/ 1855477 h 2237474"/>
              <a:gd name="connsiteX122" fmla="*/ 4028460 w 12192000"/>
              <a:gd name="connsiteY122" fmla="*/ 1855137 h 2237474"/>
              <a:gd name="connsiteX123" fmla="*/ 4002267 w 12192000"/>
              <a:gd name="connsiteY123" fmla="*/ 1852352 h 2237474"/>
              <a:gd name="connsiteX124" fmla="*/ 3931396 w 12192000"/>
              <a:gd name="connsiteY124" fmla="*/ 1858915 h 2237474"/>
              <a:gd name="connsiteX125" fmla="*/ 3812162 w 12192000"/>
              <a:gd name="connsiteY125" fmla="*/ 1875501 h 2237474"/>
              <a:gd name="connsiteX126" fmla="*/ 3729530 w 12192000"/>
              <a:gd name="connsiteY126" fmla="*/ 1864513 h 2237474"/>
              <a:gd name="connsiteX127" fmla="*/ 3680177 w 12192000"/>
              <a:gd name="connsiteY127" fmla="*/ 1881552 h 2237474"/>
              <a:gd name="connsiteX128" fmla="*/ 3567259 w 12192000"/>
              <a:gd name="connsiteY128" fmla="*/ 1893482 h 2237474"/>
              <a:gd name="connsiteX129" fmla="*/ 3405770 w 12192000"/>
              <a:gd name="connsiteY129" fmla="*/ 1904591 h 2237474"/>
              <a:gd name="connsiteX130" fmla="*/ 3280097 w 12192000"/>
              <a:gd name="connsiteY130" fmla="*/ 1919610 h 2237474"/>
              <a:gd name="connsiteX131" fmla="*/ 3123424 w 12192000"/>
              <a:gd name="connsiteY131" fmla="*/ 1952930 h 2237474"/>
              <a:gd name="connsiteX132" fmla="*/ 3009910 w 12192000"/>
              <a:gd name="connsiteY132" fmla="*/ 1957866 h 2237474"/>
              <a:gd name="connsiteX133" fmla="*/ 2995934 w 12192000"/>
              <a:gd name="connsiteY133" fmla="*/ 1967085 h 2237474"/>
              <a:gd name="connsiteX134" fmla="*/ 2980071 w 12192000"/>
              <a:gd name="connsiteY134" fmla="*/ 1972988 h 2237474"/>
              <a:gd name="connsiteX135" fmla="*/ 2978094 w 12192000"/>
              <a:gd name="connsiteY135" fmla="*/ 1972369 h 2237474"/>
              <a:gd name="connsiteX136" fmla="*/ 2942858 w 12192000"/>
              <a:gd name="connsiteY136" fmla="*/ 1981367 h 2237474"/>
              <a:gd name="connsiteX137" fmla="*/ 2875436 w 12192000"/>
              <a:gd name="connsiteY137" fmla="*/ 1996977 h 2237474"/>
              <a:gd name="connsiteX138" fmla="*/ 2874892 w 12192000"/>
              <a:gd name="connsiteY138" fmla="*/ 1996085 h 2237474"/>
              <a:gd name="connsiteX139" fmla="*/ 2864145 w 12192000"/>
              <a:gd name="connsiteY139" fmla="*/ 1994061 h 2237474"/>
              <a:gd name="connsiteX140" fmla="*/ 2843662 w 12192000"/>
              <a:gd name="connsiteY140" fmla="*/ 1992498 h 2237474"/>
              <a:gd name="connsiteX141" fmla="*/ 2796128 w 12192000"/>
              <a:gd name="connsiteY141" fmla="*/ 1976403 h 2237474"/>
              <a:gd name="connsiteX142" fmla="*/ 2756784 w 12192000"/>
              <a:gd name="connsiteY142" fmla="*/ 1985116 h 2237474"/>
              <a:gd name="connsiteX143" fmla="*/ 2748833 w 12192000"/>
              <a:gd name="connsiteY143" fmla="*/ 1986323 h 2237474"/>
              <a:gd name="connsiteX144" fmla="*/ 2748661 w 12192000"/>
              <a:gd name="connsiteY144" fmla="*/ 1986122 h 2237474"/>
              <a:gd name="connsiteX145" fmla="*/ 2740251 w 12192000"/>
              <a:gd name="connsiteY145" fmla="*/ 1986946 h 2237474"/>
              <a:gd name="connsiteX146" fmla="*/ 2718916 w 12192000"/>
              <a:gd name="connsiteY146" fmla="*/ 1990867 h 2237474"/>
              <a:gd name="connsiteX147" fmla="*/ 2713522 w 12192000"/>
              <a:gd name="connsiteY147" fmla="*/ 1990173 h 2237474"/>
              <a:gd name="connsiteX148" fmla="*/ 2680597 w 12192000"/>
              <a:gd name="connsiteY148" fmla="*/ 1984996 h 2237474"/>
              <a:gd name="connsiteX149" fmla="*/ 2578178 w 12192000"/>
              <a:gd name="connsiteY149" fmla="*/ 1990531 h 2237474"/>
              <a:gd name="connsiteX150" fmla="*/ 2476147 w 12192000"/>
              <a:gd name="connsiteY150" fmla="*/ 1998305 h 2237474"/>
              <a:gd name="connsiteX151" fmla="*/ 2373568 w 12192000"/>
              <a:gd name="connsiteY151" fmla="*/ 2003219 h 2237474"/>
              <a:gd name="connsiteX152" fmla="*/ 2321399 w 12192000"/>
              <a:gd name="connsiteY152" fmla="*/ 1989467 h 2237474"/>
              <a:gd name="connsiteX153" fmla="*/ 2315525 w 12192000"/>
              <a:gd name="connsiteY153" fmla="*/ 1989708 h 2237474"/>
              <a:gd name="connsiteX154" fmla="*/ 2300792 w 12192000"/>
              <a:gd name="connsiteY154" fmla="*/ 1994290 h 2237474"/>
              <a:gd name="connsiteX155" fmla="*/ 2295469 w 12192000"/>
              <a:gd name="connsiteY155" fmla="*/ 1996659 h 2237474"/>
              <a:gd name="connsiteX156" fmla="*/ 2287219 w 12192000"/>
              <a:gd name="connsiteY156" fmla="*/ 1998750 h 2237474"/>
              <a:gd name="connsiteX157" fmla="*/ 2286948 w 12192000"/>
              <a:gd name="connsiteY157" fmla="*/ 1998596 h 2237474"/>
              <a:gd name="connsiteX158" fmla="*/ 2243069 w 12192000"/>
              <a:gd name="connsiteY158" fmla="*/ 2015111 h 2237474"/>
              <a:gd name="connsiteX159" fmla="*/ 2186609 w 12192000"/>
              <a:gd name="connsiteY159" fmla="*/ 2008263 h 2237474"/>
              <a:gd name="connsiteX160" fmla="*/ 2164831 w 12192000"/>
              <a:gd name="connsiteY160" fmla="*/ 2010143 h 2237474"/>
              <a:gd name="connsiteX161" fmla="*/ 2152836 w 12192000"/>
              <a:gd name="connsiteY161" fmla="*/ 2010048 h 2237474"/>
              <a:gd name="connsiteX162" fmla="*/ 2117102 w 12192000"/>
              <a:gd name="connsiteY162" fmla="*/ 2023004 h 2237474"/>
              <a:gd name="connsiteX163" fmla="*/ 2111935 w 12192000"/>
              <a:gd name="connsiteY163" fmla="*/ 2023163 h 2237474"/>
              <a:gd name="connsiteX164" fmla="*/ 2089991 w 12192000"/>
              <a:gd name="connsiteY164" fmla="*/ 2034193 h 2237474"/>
              <a:gd name="connsiteX165" fmla="*/ 2058061 w 12192000"/>
              <a:gd name="connsiteY165" fmla="*/ 2047942 h 2237474"/>
              <a:gd name="connsiteX166" fmla="*/ 2055737 w 12192000"/>
              <a:gd name="connsiteY166" fmla="*/ 2047704 h 2237474"/>
              <a:gd name="connsiteX167" fmla="*/ 2042244 w 12192000"/>
              <a:gd name="connsiteY167" fmla="*/ 2055560 h 2237474"/>
              <a:gd name="connsiteX168" fmla="*/ 1976224 w 12192000"/>
              <a:gd name="connsiteY168" fmla="*/ 2074257 h 2237474"/>
              <a:gd name="connsiteX169" fmla="*/ 1877728 w 12192000"/>
              <a:gd name="connsiteY169" fmla="*/ 2101004 h 2237474"/>
              <a:gd name="connsiteX170" fmla="*/ 1759056 w 12192000"/>
              <a:gd name="connsiteY170" fmla="*/ 2125608 h 2237474"/>
              <a:gd name="connsiteX171" fmla="*/ 1637948 w 12192000"/>
              <a:gd name="connsiteY171" fmla="*/ 2172597 h 2237474"/>
              <a:gd name="connsiteX172" fmla="*/ 1434549 w 12192000"/>
              <a:gd name="connsiteY172" fmla="*/ 2234522 h 2237474"/>
              <a:gd name="connsiteX173" fmla="*/ 1398481 w 12192000"/>
              <a:gd name="connsiteY173" fmla="*/ 2237074 h 2237474"/>
              <a:gd name="connsiteX174" fmla="*/ 1398407 w 12192000"/>
              <a:gd name="connsiteY174" fmla="*/ 2237095 h 2237474"/>
              <a:gd name="connsiteX175" fmla="*/ 1370962 w 12192000"/>
              <a:gd name="connsiteY175" fmla="*/ 2237474 h 2237474"/>
              <a:gd name="connsiteX176" fmla="*/ 1356367 w 12192000"/>
              <a:gd name="connsiteY176" fmla="*/ 2235089 h 2237474"/>
              <a:gd name="connsiteX177" fmla="*/ 1324828 w 12192000"/>
              <a:gd name="connsiteY177" fmla="*/ 2231968 h 2237474"/>
              <a:gd name="connsiteX178" fmla="*/ 1297744 w 12192000"/>
              <a:gd name="connsiteY178" fmla="*/ 2235849 h 2237474"/>
              <a:gd name="connsiteX179" fmla="*/ 1286236 w 12192000"/>
              <a:gd name="connsiteY179" fmla="*/ 2233135 h 2237474"/>
              <a:gd name="connsiteX180" fmla="*/ 1283504 w 12192000"/>
              <a:gd name="connsiteY180" fmla="*/ 2233797 h 2237474"/>
              <a:gd name="connsiteX181" fmla="*/ 1279765 w 12192000"/>
              <a:gd name="connsiteY181" fmla="*/ 2229639 h 2237474"/>
              <a:gd name="connsiteX182" fmla="*/ 1195347 w 12192000"/>
              <a:gd name="connsiteY182" fmla="*/ 2212354 h 2237474"/>
              <a:gd name="connsiteX183" fmla="*/ 970251 w 12192000"/>
              <a:gd name="connsiteY183" fmla="*/ 2221029 h 2237474"/>
              <a:gd name="connsiteX184" fmla="*/ 812914 w 12192000"/>
              <a:gd name="connsiteY184" fmla="*/ 2202752 h 2237474"/>
              <a:gd name="connsiteX185" fmla="*/ 800195 w 12192000"/>
              <a:gd name="connsiteY185" fmla="*/ 2209407 h 2237474"/>
              <a:gd name="connsiteX186" fmla="*/ 784978 w 12192000"/>
              <a:gd name="connsiteY186" fmla="*/ 2212360 h 2237474"/>
              <a:gd name="connsiteX187" fmla="*/ 681987 w 12192000"/>
              <a:gd name="connsiteY187" fmla="*/ 2216757 h 2237474"/>
              <a:gd name="connsiteX188" fmla="*/ 669923 w 12192000"/>
              <a:gd name="connsiteY188" fmla="*/ 2211682 h 2237474"/>
              <a:gd name="connsiteX189" fmla="*/ 648680 w 12192000"/>
              <a:gd name="connsiteY189" fmla="*/ 2206229 h 2237474"/>
              <a:gd name="connsiteX190" fmla="*/ 597225 w 12192000"/>
              <a:gd name="connsiteY190" fmla="*/ 2180999 h 2237474"/>
              <a:gd name="connsiteX191" fmla="*/ 558449 w 12192000"/>
              <a:gd name="connsiteY191" fmla="*/ 2182346 h 2237474"/>
              <a:gd name="connsiteX192" fmla="*/ 550517 w 12192000"/>
              <a:gd name="connsiteY192" fmla="*/ 2182060 h 2237474"/>
              <a:gd name="connsiteX193" fmla="*/ 550309 w 12192000"/>
              <a:gd name="connsiteY193" fmla="*/ 2181825 h 2237474"/>
              <a:gd name="connsiteX194" fmla="*/ 541836 w 12192000"/>
              <a:gd name="connsiteY194" fmla="*/ 2181063 h 2237474"/>
              <a:gd name="connsiteX195" fmla="*/ 536057 w 12192000"/>
              <a:gd name="connsiteY195" fmla="*/ 2181537 h 2237474"/>
              <a:gd name="connsiteX196" fmla="*/ 520671 w 12192000"/>
              <a:gd name="connsiteY196" fmla="*/ 2180980 h 2237474"/>
              <a:gd name="connsiteX197" fmla="*/ 515024 w 12192000"/>
              <a:gd name="connsiteY197" fmla="*/ 2179258 h 2237474"/>
              <a:gd name="connsiteX198" fmla="*/ 512278 w 12192000"/>
              <a:gd name="connsiteY198" fmla="*/ 2176369 h 2237474"/>
              <a:gd name="connsiteX199" fmla="*/ 480419 w 12192000"/>
              <a:gd name="connsiteY199" fmla="*/ 2167807 h 2237474"/>
              <a:gd name="connsiteX200" fmla="*/ 413835 w 12192000"/>
              <a:gd name="connsiteY200" fmla="*/ 2156783 h 2237474"/>
              <a:gd name="connsiteX201" fmla="*/ 376513 w 12192000"/>
              <a:gd name="connsiteY201" fmla="*/ 2154014 h 2237474"/>
              <a:gd name="connsiteX202" fmla="*/ 273386 w 12192000"/>
              <a:gd name="connsiteY202" fmla="*/ 2142551 h 2237474"/>
              <a:gd name="connsiteX203" fmla="*/ 169207 w 12192000"/>
              <a:gd name="connsiteY203" fmla="*/ 2128100 h 2237474"/>
              <a:gd name="connsiteX204" fmla="*/ 93149 w 12192000"/>
              <a:gd name="connsiteY204" fmla="*/ 2105324 h 2237474"/>
              <a:gd name="connsiteX205" fmla="*/ 88109 w 12192000"/>
              <a:gd name="connsiteY205" fmla="*/ 2106704 h 2237474"/>
              <a:gd name="connsiteX206" fmla="*/ 80022 w 12192000"/>
              <a:gd name="connsiteY206" fmla="*/ 2107254 h 2237474"/>
              <a:gd name="connsiteX207" fmla="*/ 79717 w 12192000"/>
              <a:gd name="connsiteY207" fmla="*/ 2107046 h 2237474"/>
              <a:gd name="connsiteX208" fmla="*/ 72352 w 12192000"/>
              <a:gd name="connsiteY208" fmla="*/ 2107991 h 2237474"/>
              <a:gd name="connsiteX209" fmla="*/ 37645 w 12192000"/>
              <a:gd name="connsiteY209" fmla="*/ 2115401 h 2237474"/>
              <a:gd name="connsiteX210" fmla="*/ 4572 w 12192000"/>
              <a:gd name="connsiteY210" fmla="*/ 2111091 h 2237474"/>
              <a:gd name="connsiteX211" fmla="*/ 0 w 12192000"/>
              <a:gd name="connsiteY211" fmla="*/ 2110468 h 2237474"/>
              <a:gd name="connsiteX212" fmla="*/ 0 w 12192000"/>
              <a:gd name="connsiteY21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11200 w 12192000"/>
              <a:gd name="connsiteY18" fmla="*/ 767513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798048 w 12192000"/>
              <a:gd name="connsiteY23" fmla="*/ 863207 h 2237474"/>
              <a:gd name="connsiteX24" fmla="*/ 9761459 w 12192000"/>
              <a:gd name="connsiteY24" fmla="*/ 862394 h 2237474"/>
              <a:gd name="connsiteX25" fmla="*/ 9705768 w 12192000"/>
              <a:gd name="connsiteY25" fmla="*/ 894610 h 2237474"/>
              <a:gd name="connsiteX26" fmla="*/ 9683005 w 12192000"/>
              <a:gd name="connsiteY26" fmla="*/ 894128 h 2237474"/>
              <a:gd name="connsiteX27" fmla="*/ 9594438 w 12192000"/>
              <a:gd name="connsiteY27" fmla="*/ 919051 h 2237474"/>
              <a:gd name="connsiteX28" fmla="*/ 9577033 w 12192000"/>
              <a:gd name="connsiteY28" fmla="*/ 922857 h 2237474"/>
              <a:gd name="connsiteX29" fmla="*/ 9544189 w 12192000"/>
              <a:gd name="connsiteY29" fmla="*/ 938966 h 2237474"/>
              <a:gd name="connsiteX30" fmla="*/ 9500499 w 12192000"/>
              <a:gd name="connsiteY30" fmla="*/ 954680 h 2237474"/>
              <a:gd name="connsiteX31" fmla="*/ 9428195 w 12192000"/>
              <a:gd name="connsiteY31" fmla="*/ 986225 h 2237474"/>
              <a:gd name="connsiteX32" fmla="*/ 9410017 w 12192000"/>
              <a:gd name="connsiteY32" fmla="*/ 993931 h 2237474"/>
              <a:gd name="connsiteX33" fmla="*/ 9392919 w 12192000"/>
              <a:gd name="connsiteY33" fmla="*/ 994656 h 2237474"/>
              <a:gd name="connsiteX34" fmla="*/ 9278619 w 12192000"/>
              <a:gd name="connsiteY34" fmla="*/ 1011878 h 2237474"/>
              <a:gd name="connsiteX35" fmla="*/ 9268019 w 12192000"/>
              <a:gd name="connsiteY35" fmla="*/ 1007442 h 2237474"/>
              <a:gd name="connsiteX36" fmla="*/ 9234662 w 12192000"/>
              <a:gd name="connsiteY36" fmla="*/ 1023056 h 2237474"/>
              <a:gd name="connsiteX37" fmla="*/ 9181033 w 12192000"/>
              <a:gd name="connsiteY37" fmla="*/ 1037921 h 2237474"/>
              <a:gd name="connsiteX38" fmla="*/ 9155969 w 12192000"/>
              <a:gd name="connsiteY38" fmla="*/ 1046804 h 2237474"/>
              <a:gd name="connsiteX39" fmla="*/ 9133985 w 12192000"/>
              <a:gd name="connsiteY39" fmla="*/ 1046450 h 2237474"/>
              <a:gd name="connsiteX40" fmla="*/ 9012987 w 12192000"/>
              <a:gd name="connsiteY40" fmla="*/ 1061986 h 2237474"/>
              <a:gd name="connsiteX41" fmla="*/ 8968445 w 12192000"/>
              <a:gd name="connsiteY41" fmla="*/ 1052169 h 2237474"/>
              <a:gd name="connsiteX42" fmla="*/ 8958984 w 12192000"/>
              <a:gd name="connsiteY42" fmla="*/ 1057212 h 2237474"/>
              <a:gd name="connsiteX43" fmla="*/ 8886001 w 12192000"/>
              <a:gd name="connsiteY43" fmla="*/ 1067468 h 2237474"/>
              <a:gd name="connsiteX44" fmla="*/ 8838610 w 12192000"/>
              <a:gd name="connsiteY44" fmla="*/ 1075091 h 2237474"/>
              <a:gd name="connsiteX45" fmla="*/ 8750383 w 12192000"/>
              <a:gd name="connsiteY45" fmla="*/ 1097387 h 2237474"/>
              <a:gd name="connsiteX46" fmla="*/ 8697365 w 12192000"/>
              <a:gd name="connsiteY46" fmla="*/ 1105869 h 2237474"/>
              <a:gd name="connsiteX47" fmla="*/ 8665605 w 12192000"/>
              <a:gd name="connsiteY47" fmla="*/ 1110791 h 2237474"/>
              <a:gd name="connsiteX48" fmla="*/ 8584946 w 12192000"/>
              <a:gd name="connsiteY48" fmla="*/ 1135226 h 2237474"/>
              <a:gd name="connsiteX49" fmla="*/ 8460755 w 12192000"/>
              <a:gd name="connsiteY49" fmla="*/ 1203427 h 2237474"/>
              <a:gd name="connsiteX50" fmla="*/ 8419755 w 12192000"/>
              <a:gd name="connsiteY50" fmla="*/ 1216260 h 2237474"/>
              <a:gd name="connsiteX51" fmla="*/ 8411626 w 12192000"/>
              <a:gd name="connsiteY51" fmla="*/ 1214397 h 2237474"/>
              <a:gd name="connsiteX52" fmla="*/ 8363469 w 12192000"/>
              <a:gd name="connsiteY52" fmla="*/ 1246658 h 2237474"/>
              <a:gd name="connsiteX53" fmla="*/ 8275497 w 12192000"/>
              <a:gd name="connsiteY53" fmla="*/ 1264396 h 2237474"/>
              <a:gd name="connsiteX54" fmla="*/ 8206287 w 12192000"/>
              <a:gd name="connsiteY54" fmla="*/ 1273060 h 2237474"/>
              <a:gd name="connsiteX55" fmla="*/ 8168705 w 12192000"/>
              <a:gd name="connsiteY55" fmla="*/ 1279956 h 2237474"/>
              <a:gd name="connsiteX56" fmla="*/ 8139997 w 12192000"/>
              <a:gd name="connsiteY56" fmla="*/ 1282713 h 2237474"/>
              <a:gd name="connsiteX57" fmla="*/ 8074238 w 12192000"/>
              <a:gd name="connsiteY57" fmla="*/ 1301895 h 2237474"/>
              <a:gd name="connsiteX58" fmla="*/ 7968292 w 12192000"/>
              <a:gd name="connsiteY58" fmla="*/ 1338779 h 2237474"/>
              <a:gd name="connsiteX59" fmla="*/ 7945122 w 12192000"/>
              <a:gd name="connsiteY59" fmla="*/ 1345477 h 2237474"/>
              <a:gd name="connsiteX60" fmla="*/ 7902328 w 12192000"/>
              <a:gd name="connsiteY60" fmla="*/ 1345865 h 2237474"/>
              <a:gd name="connsiteX61" fmla="*/ 7875879 w 12192000"/>
              <a:gd name="connsiteY61" fmla="*/ 1345646 h 2237474"/>
              <a:gd name="connsiteX62" fmla="*/ 7840612 w 12192000"/>
              <a:gd name="connsiteY62" fmla="*/ 1369373 h 2237474"/>
              <a:gd name="connsiteX63" fmla="*/ 7786819 w 12192000"/>
              <a:gd name="connsiteY63" fmla="*/ 1378970 h 2237474"/>
              <a:gd name="connsiteX64" fmla="*/ 7548172 w 12192000"/>
              <a:gd name="connsiteY64" fmla="*/ 1417460 h 2237474"/>
              <a:gd name="connsiteX65" fmla="*/ 7483437 w 12192000"/>
              <a:gd name="connsiteY65" fmla="*/ 1478152 h 2237474"/>
              <a:gd name="connsiteX66" fmla="*/ 7377870 w 12192000"/>
              <a:gd name="connsiteY66" fmla="*/ 1523319 h 2237474"/>
              <a:gd name="connsiteX67" fmla="*/ 7230737 w 12192000"/>
              <a:gd name="connsiteY67" fmla="*/ 1562633 h 2237474"/>
              <a:gd name="connsiteX68" fmla="*/ 7224458 w 12192000"/>
              <a:gd name="connsiteY68" fmla="*/ 1573008 h 2237474"/>
              <a:gd name="connsiteX69" fmla="*/ 7183121 w 12192000"/>
              <a:gd name="connsiteY69" fmla="*/ 1595162 h 2237474"/>
              <a:gd name="connsiteX70" fmla="*/ 7164601 w 12192000"/>
              <a:gd name="connsiteY70" fmla="*/ 1606490 h 2237474"/>
              <a:gd name="connsiteX71" fmla="*/ 7092727 w 12192000"/>
              <a:gd name="connsiteY71" fmla="*/ 1623628 h 2237474"/>
              <a:gd name="connsiteX72" fmla="*/ 7031309 w 12192000"/>
              <a:gd name="connsiteY72" fmla="*/ 1619451 h 2237474"/>
              <a:gd name="connsiteX73" fmla="*/ 6999084 w 12192000"/>
              <a:gd name="connsiteY73" fmla="*/ 1634317 h 2237474"/>
              <a:gd name="connsiteX74" fmla="*/ 6992107 w 12192000"/>
              <a:gd name="connsiteY74" fmla="*/ 1636860 h 2237474"/>
              <a:gd name="connsiteX75" fmla="*/ 6900177 w 12192000"/>
              <a:gd name="connsiteY75" fmla="*/ 1636016 h 2237474"/>
              <a:gd name="connsiteX76" fmla="*/ 6795372 w 12192000"/>
              <a:gd name="connsiteY76" fmla="*/ 1644845 h 2237474"/>
              <a:gd name="connsiteX77" fmla="*/ 6692251 w 12192000"/>
              <a:gd name="connsiteY77" fmla="*/ 1656357 h 2237474"/>
              <a:gd name="connsiteX78" fmla="*/ 6655235 w 12192000"/>
              <a:gd name="connsiteY78" fmla="*/ 1661869 h 2237474"/>
              <a:gd name="connsiteX79" fmla="*/ 6554894 w 12192000"/>
              <a:gd name="connsiteY79" fmla="*/ 1664428 h 2237474"/>
              <a:gd name="connsiteX80" fmla="*/ 6516595 w 12192000"/>
              <a:gd name="connsiteY80" fmla="*/ 1667475 h 2237474"/>
              <a:gd name="connsiteX81" fmla="*/ 6508541 w 12192000"/>
              <a:gd name="connsiteY81" fmla="*/ 1668757 h 2237474"/>
              <a:gd name="connsiteX82" fmla="*/ 6471012 w 12192000"/>
              <a:gd name="connsiteY82" fmla="*/ 1678604 h 2237474"/>
              <a:gd name="connsiteX83" fmla="*/ 6415265 w 12192000"/>
              <a:gd name="connsiteY83" fmla="*/ 1665317 h 2237474"/>
              <a:gd name="connsiteX84" fmla="*/ 6364035 w 12192000"/>
              <a:gd name="connsiteY84" fmla="*/ 1667683 h 2237474"/>
              <a:gd name="connsiteX85" fmla="*/ 6280959 w 12192000"/>
              <a:gd name="connsiteY85" fmla="*/ 1689329 h 2237474"/>
              <a:gd name="connsiteX86" fmla="*/ 6243319 w 12192000"/>
              <a:gd name="connsiteY86" fmla="*/ 1695560 h 2237474"/>
              <a:gd name="connsiteX87" fmla="*/ 6098321 w 12192000"/>
              <a:gd name="connsiteY87" fmla="*/ 1721646 h 2237474"/>
              <a:gd name="connsiteX88" fmla="*/ 5880652 w 12192000"/>
              <a:gd name="connsiteY88" fmla="*/ 1779643 h 2237474"/>
              <a:gd name="connsiteX89" fmla="*/ 5785959 w 12192000"/>
              <a:gd name="connsiteY89" fmla="*/ 1775307 h 2237474"/>
              <a:gd name="connsiteX90" fmla="*/ 5643534 w 12192000"/>
              <a:gd name="connsiteY90" fmla="*/ 1802919 h 2237474"/>
              <a:gd name="connsiteX91" fmla="*/ 5518799 w 12192000"/>
              <a:gd name="connsiteY91" fmla="*/ 1818312 h 2237474"/>
              <a:gd name="connsiteX92" fmla="*/ 5505014 w 12192000"/>
              <a:gd name="connsiteY92" fmla="*/ 1819259 h 2237474"/>
              <a:gd name="connsiteX93" fmla="*/ 5453307 w 12192000"/>
              <a:gd name="connsiteY93" fmla="*/ 1815450 h 2237474"/>
              <a:gd name="connsiteX94" fmla="*/ 5364192 w 12192000"/>
              <a:gd name="connsiteY94" fmla="*/ 1826074 h 2237474"/>
              <a:gd name="connsiteX95" fmla="*/ 5350380 w 12192000"/>
              <a:gd name="connsiteY95" fmla="*/ 1830891 h 2237474"/>
              <a:gd name="connsiteX96" fmla="*/ 5259633 w 12192000"/>
              <a:gd name="connsiteY96" fmla="*/ 1837160 h 2237474"/>
              <a:gd name="connsiteX97" fmla="*/ 5197513 w 12192000"/>
              <a:gd name="connsiteY97" fmla="*/ 1844718 h 2237474"/>
              <a:gd name="connsiteX98" fmla="*/ 5168852 w 12192000"/>
              <a:gd name="connsiteY98" fmla="*/ 1844846 h 2237474"/>
              <a:gd name="connsiteX99" fmla="*/ 5114927 w 12192000"/>
              <a:gd name="connsiteY99" fmla="*/ 1847827 h 2237474"/>
              <a:gd name="connsiteX100" fmla="*/ 5108970 w 12192000"/>
              <a:gd name="connsiteY100" fmla="*/ 1847935 h 2237474"/>
              <a:gd name="connsiteX101" fmla="*/ 5067961 w 12192000"/>
              <a:gd name="connsiteY101" fmla="*/ 1845917 h 2237474"/>
              <a:gd name="connsiteX102" fmla="*/ 5007075 w 12192000"/>
              <a:gd name="connsiteY102" fmla="*/ 1838626 h 2237474"/>
              <a:gd name="connsiteX103" fmla="*/ 4944087 w 12192000"/>
              <a:gd name="connsiteY103" fmla="*/ 1823332 h 2237474"/>
              <a:gd name="connsiteX104" fmla="*/ 4907662 w 12192000"/>
              <a:gd name="connsiteY104" fmla="*/ 1816900 h 2237474"/>
              <a:gd name="connsiteX105" fmla="*/ 4882386 w 12192000"/>
              <a:gd name="connsiteY105" fmla="*/ 1809844 h 2237474"/>
              <a:gd name="connsiteX106" fmla="*/ 4811440 w 12192000"/>
              <a:gd name="connsiteY106" fmla="*/ 1804655 h 2237474"/>
              <a:gd name="connsiteX107" fmla="*/ 4691075 w 12192000"/>
              <a:gd name="connsiteY107" fmla="*/ 1801389 h 2237474"/>
              <a:gd name="connsiteX108" fmla="*/ 4611738 w 12192000"/>
              <a:gd name="connsiteY108" fmla="*/ 1776964 h 2237474"/>
              <a:gd name="connsiteX109" fmla="*/ 4560070 w 12192000"/>
              <a:gd name="connsiteY109" fmla="*/ 1785640 h 2237474"/>
              <a:gd name="connsiteX110" fmla="*/ 4536503 w 12192000"/>
              <a:gd name="connsiteY110" fmla="*/ 1785334 h 2237474"/>
              <a:gd name="connsiteX111" fmla="*/ 4513724 w 12192000"/>
              <a:gd name="connsiteY111" fmla="*/ 1791996 h 2237474"/>
              <a:gd name="connsiteX112" fmla="*/ 4459810 w 12192000"/>
              <a:gd name="connsiteY112" fmla="*/ 1797886 h 2237474"/>
              <a:gd name="connsiteX113" fmla="*/ 4379064 w 12192000"/>
              <a:gd name="connsiteY113" fmla="*/ 1817177 h 2237474"/>
              <a:gd name="connsiteX114" fmla="*/ 4319209 w 12192000"/>
              <a:gd name="connsiteY114" fmla="*/ 1834833 h 2237474"/>
              <a:gd name="connsiteX115" fmla="*/ 4290981 w 12192000"/>
              <a:gd name="connsiteY115" fmla="*/ 1839677 h 2237474"/>
              <a:gd name="connsiteX116" fmla="*/ 4285792 w 12192000"/>
              <a:gd name="connsiteY116" fmla="*/ 1836231 h 2237474"/>
              <a:gd name="connsiteX117" fmla="*/ 4238372 w 12192000"/>
              <a:gd name="connsiteY117" fmla="*/ 1851480 h 2237474"/>
              <a:gd name="connsiteX118" fmla="*/ 4232517 w 12192000"/>
              <a:gd name="connsiteY118" fmla="*/ 1852567 h 2237474"/>
              <a:gd name="connsiteX119" fmla="*/ 4191732 w 12192000"/>
              <a:gd name="connsiteY119" fmla="*/ 1857328 h 2237474"/>
              <a:gd name="connsiteX120" fmla="*/ 4065532 w 12192000"/>
              <a:gd name="connsiteY120" fmla="*/ 1855477 h 2237474"/>
              <a:gd name="connsiteX121" fmla="*/ 4028460 w 12192000"/>
              <a:gd name="connsiteY121" fmla="*/ 1855137 h 2237474"/>
              <a:gd name="connsiteX122" fmla="*/ 4002267 w 12192000"/>
              <a:gd name="connsiteY122" fmla="*/ 1852352 h 2237474"/>
              <a:gd name="connsiteX123" fmla="*/ 3931396 w 12192000"/>
              <a:gd name="connsiteY123" fmla="*/ 1858915 h 2237474"/>
              <a:gd name="connsiteX124" fmla="*/ 3812162 w 12192000"/>
              <a:gd name="connsiteY124" fmla="*/ 1875501 h 2237474"/>
              <a:gd name="connsiteX125" fmla="*/ 3729530 w 12192000"/>
              <a:gd name="connsiteY125" fmla="*/ 1864513 h 2237474"/>
              <a:gd name="connsiteX126" fmla="*/ 3680177 w 12192000"/>
              <a:gd name="connsiteY126" fmla="*/ 1881552 h 2237474"/>
              <a:gd name="connsiteX127" fmla="*/ 3567259 w 12192000"/>
              <a:gd name="connsiteY127" fmla="*/ 1893482 h 2237474"/>
              <a:gd name="connsiteX128" fmla="*/ 3405770 w 12192000"/>
              <a:gd name="connsiteY128" fmla="*/ 1904591 h 2237474"/>
              <a:gd name="connsiteX129" fmla="*/ 3280097 w 12192000"/>
              <a:gd name="connsiteY129" fmla="*/ 1919610 h 2237474"/>
              <a:gd name="connsiteX130" fmla="*/ 3123424 w 12192000"/>
              <a:gd name="connsiteY130" fmla="*/ 1952930 h 2237474"/>
              <a:gd name="connsiteX131" fmla="*/ 3009910 w 12192000"/>
              <a:gd name="connsiteY131" fmla="*/ 1957866 h 2237474"/>
              <a:gd name="connsiteX132" fmla="*/ 2995934 w 12192000"/>
              <a:gd name="connsiteY132" fmla="*/ 1967085 h 2237474"/>
              <a:gd name="connsiteX133" fmla="*/ 2980071 w 12192000"/>
              <a:gd name="connsiteY133" fmla="*/ 1972988 h 2237474"/>
              <a:gd name="connsiteX134" fmla="*/ 2978094 w 12192000"/>
              <a:gd name="connsiteY134" fmla="*/ 1972369 h 2237474"/>
              <a:gd name="connsiteX135" fmla="*/ 2942858 w 12192000"/>
              <a:gd name="connsiteY135" fmla="*/ 1981367 h 2237474"/>
              <a:gd name="connsiteX136" fmla="*/ 2875436 w 12192000"/>
              <a:gd name="connsiteY136" fmla="*/ 1996977 h 2237474"/>
              <a:gd name="connsiteX137" fmla="*/ 2874892 w 12192000"/>
              <a:gd name="connsiteY137" fmla="*/ 1996085 h 2237474"/>
              <a:gd name="connsiteX138" fmla="*/ 2864145 w 12192000"/>
              <a:gd name="connsiteY138" fmla="*/ 1994061 h 2237474"/>
              <a:gd name="connsiteX139" fmla="*/ 2843662 w 12192000"/>
              <a:gd name="connsiteY139" fmla="*/ 1992498 h 2237474"/>
              <a:gd name="connsiteX140" fmla="*/ 2796128 w 12192000"/>
              <a:gd name="connsiteY140" fmla="*/ 1976403 h 2237474"/>
              <a:gd name="connsiteX141" fmla="*/ 2756784 w 12192000"/>
              <a:gd name="connsiteY141" fmla="*/ 1985116 h 2237474"/>
              <a:gd name="connsiteX142" fmla="*/ 2748833 w 12192000"/>
              <a:gd name="connsiteY142" fmla="*/ 1986323 h 2237474"/>
              <a:gd name="connsiteX143" fmla="*/ 2748661 w 12192000"/>
              <a:gd name="connsiteY143" fmla="*/ 1986122 h 2237474"/>
              <a:gd name="connsiteX144" fmla="*/ 2740251 w 12192000"/>
              <a:gd name="connsiteY144" fmla="*/ 1986946 h 2237474"/>
              <a:gd name="connsiteX145" fmla="*/ 2718916 w 12192000"/>
              <a:gd name="connsiteY145" fmla="*/ 1990867 h 2237474"/>
              <a:gd name="connsiteX146" fmla="*/ 2713522 w 12192000"/>
              <a:gd name="connsiteY146" fmla="*/ 1990173 h 2237474"/>
              <a:gd name="connsiteX147" fmla="*/ 2680597 w 12192000"/>
              <a:gd name="connsiteY147" fmla="*/ 1984996 h 2237474"/>
              <a:gd name="connsiteX148" fmla="*/ 2578178 w 12192000"/>
              <a:gd name="connsiteY148" fmla="*/ 1990531 h 2237474"/>
              <a:gd name="connsiteX149" fmla="*/ 2476147 w 12192000"/>
              <a:gd name="connsiteY149" fmla="*/ 1998305 h 2237474"/>
              <a:gd name="connsiteX150" fmla="*/ 2373568 w 12192000"/>
              <a:gd name="connsiteY150" fmla="*/ 2003219 h 2237474"/>
              <a:gd name="connsiteX151" fmla="*/ 2321399 w 12192000"/>
              <a:gd name="connsiteY151" fmla="*/ 1989467 h 2237474"/>
              <a:gd name="connsiteX152" fmla="*/ 2315525 w 12192000"/>
              <a:gd name="connsiteY152" fmla="*/ 1989708 h 2237474"/>
              <a:gd name="connsiteX153" fmla="*/ 2300792 w 12192000"/>
              <a:gd name="connsiteY153" fmla="*/ 1994290 h 2237474"/>
              <a:gd name="connsiteX154" fmla="*/ 2295469 w 12192000"/>
              <a:gd name="connsiteY154" fmla="*/ 1996659 h 2237474"/>
              <a:gd name="connsiteX155" fmla="*/ 2287219 w 12192000"/>
              <a:gd name="connsiteY155" fmla="*/ 1998750 h 2237474"/>
              <a:gd name="connsiteX156" fmla="*/ 2286948 w 12192000"/>
              <a:gd name="connsiteY156" fmla="*/ 1998596 h 2237474"/>
              <a:gd name="connsiteX157" fmla="*/ 2243069 w 12192000"/>
              <a:gd name="connsiteY157" fmla="*/ 2015111 h 2237474"/>
              <a:gd name="connsiteX158" fmla="*/ 2186609 w 12192000"/>
              <a:gd name="connsiteY158" fmla="*/ 2008263 h 2237474"/>
              <a:gd name="connsiteX159" fmla="*/ 2164831 w 12192000"/>
              <a:gd name="connsiteY159" fmla="*/ 2010143 h 2237474"/>
              <a:gd name="connsiteX160" fmla="*/ 2152836 w 12192000"/>
              <a:gd name="connsiteY160" fmla="*/ 2010048 h 2237474"/>
              <a:gd name="connsiteX161" fmla="*/ 2117102 w 12192000"/>
              <a:gd name="connsiteY161" fmla="*/ 2023004 h 2237474"/>
              <a:gd name="connsiteX162" fmla="*/ 2111935 w 12192000"/>
              <a:gd name="connsiteY162" fmla="*/ 2023163 h 2237474"/>
              <a:gd name="connsiteX163" fmla="*/ 2089991 w 12192000"/>
              <a:gd name="connsiteY163" fmla="*/ 2034193 h 2237474"/>
              <a:gd name="connsiteX164" fmla="*/ 2058061 w 12192000"/>
              <a:gd name="connsiteY164" fmla="*/ 2047942 h 2237474"/>
              <a:gd name="connsiteX165" fmla="*/ 2055737 w 12192000"/>
              <a:gd name="connsiteY165" fmla="*/ 2047704 h 2237474"/>
              <a:gd name="connsiteX166" fmla="*/ 2042244 w 12192000"/>
              <a:gd name="connsiteY166" fmla="*/ 2055560 h 2237474"/>
              <a:gd name="connsiteX167" fmla="*/ 1976224 w 12192000"/>
              <a:gd name="connsiteY167" fmla="*/ 2074257 h 2237474"/>
              <a:gd name="connsiteX168" fmla="*/ 1877728 w 12192000"/>
              <a:gd name="connsiteY168" fmla="*/ 2101004 h 2237474"/>
              <a:gd name="connsiteX169" fmla="*/ 1759056 w 12192000"/>
              <a:gd name="connsiteY169" fmla="*/ 2125608 h 2237474"/>
              <a:gd name="connsiteX170" fmla="*/ 1637948 w 12192000"/>
              <a:gd name="connsiteY170" fmla="*/ 2172597 h 2237474"/>
              <a:gd name="connsiteX171" fmla="*/ 1434549 w 12192000"/>
              <a:gd name="connsiteY171" fmla="*/ 2234522 h 2237474"/>
              <a:gd name="connsiteX172" fmla="*/ 1398481 w 12192000"/>
              <a:gd name="connsiteY172" fmla="*/ 2237074 h 2237474"/>
              <a:gd name="connsiteX173" fmla="*/ 1398407 w 12192000"/>
              <a:gd name="connsiteY173" fmla="*/ 2237095 h 2237474"/>
              <a:gd name="connsiteX174" fmla="*/ 1370962 w 12192000"/>
              <a:gd name="connsiteY174" fmla="*/ 2237474 h 2237474"/>
              <a:gd name="connsiteX175" fmla="*/ 1356367 w 12192000"/>
              <a:gd name="connsiteY175" fmla="*/ 2235089 h 2237474"/>
              <a:gd name="connsiteX176" fmla="*/ 1324828 w 12192000"/>
              <a:gd name="connsiteY176" fmla="*/ 2231968 h 2237474"/>
              <a:gd name="connsiteX177" fmla="*/ 1297744 w 12192000"/>
              <a:gd name="connsiteY177" fmla="*/ 2235849 h 2237474"/>
              <a:gd name="connsiteX178" fmla="*/ 1286236 w 12192000"/>
              <a:gd name="connsiteY178" fmla="*/ 2233135 h 2237474"/>
              <a:gd name="connsiteX179" fmla="*/ 1283504 w 12192000"/>
              <a:gd name="connsiteY179" fmla="*/ 2233797 h 2237474"/>
              <a:gd name="connsiteX180" fmla="*/ 1279765 w 12192000"/>
              <a:gd name="connsiteY180" fmla="*/ 2229639 h 2237474"/>
              <a:gd name="connsiteX181" fmla="*/ 1195347 w 12192000"/>
              <a:gd name="connsiteY181" fmla="*/ 2212354 h 2237474"/>
              <a:gd name="connsiteX182" fmla="*/ 970251 w 12192000"/>
              <a:gd name="connsiteY182" fmla="*/ 2221029 h 2237474"/>
              <a:gd name="connsiteX183" fmla="*/ 812914 w 12192000"/>
              <a:gd name="connsiteY183" fmla="*/ 2202752 h 2237474"/>
              <a:gd name="connsiteX184" fmla="*/ 800195 w 12192000"/>
              <a:gd name="connsiteY184" fmla="*/ 2209407 h 2237474"/>
              <a:gd name="connsiteX185" fmla="*/ 784978 w 12192000"/>
              <a:gd name="connsiteY185" fmla="*/ 2212360 h 2237474"/>
              <a:gd name="connsiteX186" fmla="*/ 681987 w 12192000"/>
              <a:gd name="connsiteY186" fmla="*/ 2216757 h 2237474"/>
              <a:gd name="connsiteX187" fmla="*/ 669923 w 12192000"/>
              <a:gd name="connsiteY187" fmla="*/ 2211682 h 2237474"/>
              <a:gd name="connsiteX188" fmla="*/ 648680 w 12192000"/>
              <a:gd name="connsiteY188" fmla="*/ 2206229 h 2237474"/>
              <a:gd name="connsiteX189" fmla="*/ 597225 w 12192000"/>
              <a:gd name="connsiteY189" fmla="*/ 2180999 h 2237474"/>
              <a:gd name="connsiteX190" fmla="*/ 558449 w 12192000"/>
              <a:gd name="connsiteY190" fmla="*/ 2182346 h 2237474"/>
              <a:gd name="connsiteX191" fmla="*/ 550517 w 12192000"/>
              <a:gd name="connsiteY191" fmla="*/ 2182060 h 2237474"/>
              <a:gd name="connsiteX192" fmla="*/ 550309 w 12192000"/>
              <a:gd name="connsiteY192" fmla="*/ 2181825 h 2237474"/>
              <a:gd name="connsiteX193" fmla="*/ 541836 w 12192000"/>
              <a:gd name="connsiteY193" fmla="*/ 2181063 h 2237474"/>
              <a:gd name="connsiteX194" fmla="*/ 536057 w 12192000"/>
              <a:gd name="connsiteY194" fmla="*/ 2181537 h 2237474"/>
              <a:gd name="connsiteX195" fmla="*/ 520671 w 12192000"/>
              <a:gd name="connsiteY195" fmla="*/ 2180980 h 2237474"/>
              <a:gd name="connsiteX196" fmla="*/ 515024 w 12192000"/>
              <a:gd name="connsiteY196" fmla="*/ 2179258 h 2237474"/>
              <a:gd name="connsiteX197" fmla="*/ 512278 w 12192000"/>
              <a:gd name="connsiteY197" fmla="*/ 2176369 h 2237474"/>
              <a:gd name="connsiteX198" fmla="*/ 480419 w 12192000"/>
              <a:gd name="connsiteY198" fmla="*/ 2167807 h 2237474"/>
              <a:gd name="connsiteX199" fmla="*/ 413835 w 12192000"/>
              <a:gd name="connsiteY199" fmla="*/ 2156783 h 2237474"/>
              <a:gd name="connsiteX200" fmla="*/ 376513 w 12192000"/>
              <a:gd name="connsiteY200" fmla="*/ 2154014 h 2237474"/>
              <a:gd name="connsiteX201" fmla="*/ 273386 w 12192000"/>
              <a:gd name="connsiteY201" fmla="*/ 2142551 h 2237474"/>
              <a:gd name="connsiteX202" fmla="*/ 169207 w 12192000"/>
              <a:gd name="connsiteY202" fmla="*/ 2128100 h 2237474"/>
              <a:gd name="connsiteX203" fmla="*/ 93149 w 12192000"/>
              <a:gd name="connsiteY203" fmla="*/ 2105324 h 2237474"/>
              <a:gd name="connsiteX204" fmla="*/ 88109 w 12192000"/>
              <a:gd name="connsiteY204" fmla="*/ 2106704 h 2237474"/>
              <a:gd name="connsiteX205" fmla="*/ 80022 w 12192000"/>
              <a:gd name="connsiteY205" fmla="*/ 2107254 h 2237474"/>
              <a:gd name="connsiteX206" fmla="*/ 79717 w 12192000"/>
              <a:gd name="connsiteY206" fmla="*/ 2107046 h 2237474"/>
              <a:gd name="connsiteX207" fmla="*/ 72352 w 12192000"/>
              <a:gd name="connsiteY207" fmla="*/ 2107991 h 2237474"/>
              <a:gd name="connsiteX208" fmla="*/ 37645 w 12192000"/>
              <a:gd name="connsiteY208" fmla="*/ 2115401 h 2237474"/>
              <a:gd name="connsiteX209" fmla="*/ 4572 w 12192000"/>
              <a:gd name="connsiteY209" fmla="*/ 2111091 h 2237474"/>
              <a:gd name="connsiteX210" fmla="*/ 0 w 12192000"/>
              <a:gd name="connsiteY210" fmla="*/ 2110468 h 2237474"/>
              <a:gd name="connsiteX211" fmla="*/ 0 w 12192000"/>
              <a:gd name="connsiteY211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11200 w 12192000"/>
              <a:gd name="connsiteY18" fmla="*/ 767513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798048 w 12192000"/>
              <a:gd name="connsiteY23" fmla="*/ 863207 h 2237474"/>
              <a:gd name="connsiteX24" fmla="*/ 9761459 w 12192000"/>
              <a:gd name="connsiteY24" fmla="*/ 862394 h 2237474"/>
              <a:gd name="connsiteX25" fmla="*/ 9705768 w 12192000"/>
              <a:gd name="connsiteY25" fmla="*/ 894610 h 2237474"/>
              <a:gd name="connsiteX26" fmla="*/ 9683005 w 12192000"/>
              <a:gd name="connsiteY26" fmla="*/ 894128 h 2237474"/>
              <a:gd name="connsiteX27" fmla="*/ 9594438 w 12192000"/>
              <a:gd name="connsiteY27" fmla="*/ 919051 h 2237474"/>
              <a:gd name="connsiteX28" fmla="*/ 9577033 w 12192000"/>
              <a:gd name="connsiteY28" fmla="*/ 922857 h 2237474"/>
              <a:gd name="connsiteX29" fmla="*/ 9544189 w 12192000"/>
              <a:gd name="connsiteY29" fmla="*/ 938966 h 2237474"/>
              <a:gd name="connsiteX30" fmla="*/ 9500499 w 12192000"/>
              <a:gd name="connsiteY30" fmla="*/ 954680 h 2237474"/>
              <a:gd name="connsiteX31" fmla="*/ 9428195 w 12192000"/>
              <a:gd name="connsiteY31" fmla="*/ 986225 h 2237474"/>
              <a:gd name="connsiteX32" fmla="*/ 9410017 w 12192000"/>
              <a:gd name="connsiteY32" fmla="*/ 993931 h 2237474"/>
              <a:gd name="connsiteX33" fmla="*/ 9392919 w 12192000"/>
              <a:gd name="connsiteY33" fmla="*/ 994656 h 2237474"/>
              <a:gd name="connsiteX34" fmla="*/ 9278619 w 12192000"/>
              <a:gd name="connsiteY34" fmla="*/ 1011878 h 2237474"/>
              <a:gd name="connsiteX35" fmla="*/ 9268019 w 12192000"/>
              <a:gd name="connsiteY35" fmla="*/ 1007442 h 2237474"/>
              <a:gd name="connsiteX36" fmla="*/ 9234662 w 12192000"/>
              <a:gd name="connsiteY36" fmla="*/ 1023056 h 2237474"/>
              <a:gd name="connsiteX37" fmla="*/ 9181033 w 12192000"/>
              <a:gd name="connsiteY37" fmla="*/ 1037921 h 2237474"/>
              <a:gd name="connsiteX38" fmla="*/ 9155969 w 12192000"/>
              <a:gd name="connsiteY38" fmla="*/ 1046804 h 2237474"/>
              <a:gd name="connsiteX39" fmla="*/ 9133985 w 12192000"/>
              <a:gd name="connsiteY39" fmla="*/ 1046450 h 2237474"/>
              <a:gd name="connsiteX40" fmla="*/ 9012987 w 12192000"/>
              <a:gd name="connsiteY40" fmla="*/ 1061986 h 2237474"/>
              <a:gd name="connsiteX41" fmla="*/ 8968445 w 12192000"/>
              <a:gd name="connsiteY41" fmla="*/ 1052169 h 2237474"/>
              <a:gd name="connsiteX42" fmla="*/ 8958984 w 12192000"/>
              <a:gd name="connsiteY42" fmla="*/ 1057212 h 2237474"/>
              <a:gd name="connsiteX43" fmla="*/ 8886001 w 12192000"/>
              <a:gd name="connsiteY43" fmla="*/ 1067468 h 2237474"/>
              <a:gd name="connsiteX44" fmla="*/ 8838610 w 12192000"/>
              <a:gd name="connsiteY44" fmla="*/ 1075091 h 2237474"/>
              <a:gd name="connsiteX45" fmla="*/ 8750383 w 12192000"/>
              <a:gd name="connsiteY45" fmla="*/ 1097387 h 2237474"/>
              <a:gd name="connsiteX46" fmla="*/ 8697365 w 12192000"/>
              <a:gd name="connsiteY46" fmla="*/ 1105869 h 2237474"/>
              <a:gd name="connsiteX47" fmla="*/ 8665605 w 12192000"/>
              <a:gd name="connsiteY47" fmla="*/ 1110791 h 2237474"/>
              <a:gd name="connsiteX48" fmla="*/ 8584946 w 12192000"/>
              <a:gd name="connsiteY48" fmla="*/ 1135226 h 2237474"/>
              <a:gd name="connsiteX49" fmla="*/ 8460755 w 12192000"/>
              <a:gd name="connsiteY49" fmla="*/ 1203427 h 2237474"/>
              <a:gd name="connsiteX50" fmla="*/ 8419755 w 12192000"/>
              <a:gd name="connsiteY50" fmla="*/ 1216260 h 2237474"/>
              <a:gd name="connsiteX51" fmla="*/ 8411626 w 12192000"/>
              <a:gd name="connsiteY51" fmla="*/ 1214397 h 2237474"/>
              <a:gd name="connsiteX52" fmla="*/ 8363469 w 12192000"/>
              <a:gd name="connsiteY52" fmla="*/ 1246658 h 2237474"/>
              <a:gd name="connsiteX53" fmla="*/ 8275497 w 12192000"/>
              <a:gd name="connsiteY53" fmla="*/ 1264396 h 2237474"/>
              <a:gd name="connsiteX54" fmla="*/ 8206287 w 12192000"/>
              <a:gd name="connsiteY54" fmla="*/ 1273060 h 2237474"/>
              <a:gd name="connsiteX55" fmla="*/ 8168705 w 12192000"/>
              <a:gd name="connsiteY55" fmla="*/ 1279956 h 2237474"/>
              <a:gd name="connsiteX56" fmla="*/ 8139997 w 12192000"/>
              <a:gd name="connsiteY56" fmla="*/ 1282713 h 2237474"/>
              <a:gd name="connsiteX57" fmla="*/ 8074238 w 12192000"/>
              <a:gd name="connsiteY57" fmla="*/ 1301895 h 2237474"/>
              <a:gd name="connsiteX58" fmla="*/ 7968292 w 12192000"/>
              <a:gd name="connsiteY58" fmla="*/ 1338779 h 2237474"/>
              <a:gd name="connsiteX59" fmla="*/ 7945122 w 12192000"/>
              <a:gd name="connsiteY59" fmla="*/ 1345477 h 2237474"/>
              <a:gd name="connsiteX60" fmla="*/ 7902328 w 12192000"/>
              <a:gd name="connsiteY60" fmla="*/ 1345865 h 2237474"/>
              <a:gd name="connsiteX61" fmla="*/ 7875879 w 12192000"/>
              <a:gd name="connsiteY61" fmla="*/ 1345646 h 2237474"/>
              <a:gd name="connsiteX62" fmla="*/ 7840612 w 12192000"/>
              <a:gd name="connsiteY62" fmla="*/ 1369373 h 2237474"/>
              <a:gd name="connsiteX63" fmla="*/ 7786819 w 12192000"/>
              <a:gd name="connsiteY63" fmla="*/ 1378970 h 2237474"/>
              <a:gd name="connsiteX64" fmla="*/ 7548172 w 12192000"/>
              <a:gd name="connsiteY64" fmla="*/ 1417460 h 2237474"/>
              <a:gd name="connsiteX65" fmla="*/ 7483437 w 12192000"/>
              <a:gd name="connsiteY65" fmla="*/ 1478152 h 2237474"/>
              <a:gd name="connsiteX66" fmla="*/ 7377870 w 12192000"/>
              <a:gd name="connsiteY66" fmla="*/ 1523319 h 2237474"/>
              <a:gd name="connsiteX67" fmla="*/ 7230737 w 12192000"/>
              <a:gd name="connsiteY67" fmla="*/ 1562633 h 2237474"/>
              <a:gd name="connsiteX68" fmla="*/ 7224458 w 12192000"/>
              <a:gd name="connsiteY68" fmla="*/ 1573008 h 2237474"/>
              <a:gd name="connsiteX69" fmla="*/ 7183121 w 12192000"/>
              <a:gd name="connsiteY69" fmla="*/ 1595162 h 2237474"/>
              <a:gd name="connsiteX70" fmla="*/ 7164601 w 12192000"/>
              <a:gd name="connsiteY70" fmla="*/ 1606490 h 2237474"/>
              <a:gd name="connsiteX71" fmla="*/ 7092727 w 12192000"/>
              <a:gd name="connsiteY71" fmla="*/ 1623628 h 2237474"/>
              <a:gd name="connsiteX72" fmla="*/ 7031309 w 12192000"/>
              <a:gd name="connsiteY72" fmla="*/ 1619451 h 2237474"/>
              <a:gd name="connsiteX73" fmla="*/ 6999084 w 12192000"/>
              <a:gd name="connsiteY73" fmla="*/ 1634317 h 2237474"/>
              <a:gd name="connsiteX74" fmla="*/ 6992107 w 12192000"/>
              <a:gd name="connsiteY74" fmla="*/ 1636860 h 2237474"/>
              <a:gd name="connsiteX75" fmla="*/ 6900177 w 12192000"/>
              <a:gd name="connsiteY75" fmla="*/ 1636016 h 2237474"/>
              <a:gd name="connsiteX76" fmla="*/ 6795372 w 12192000"/>
              <a:gd name="connsiteY76" fmla="*/ 1644845 h 2237474"/>
              <a:gd name="connsiteX77" fmla="*/ 6692251 w 12192000"/>
              <a:gd name="connsiteY77" fmla="*/ 1656357 h 2237474"/>
              <a:gd name="connsiteX78" fmla="*/ 6655235 w 12192000"/>
              <a:gd name="connsiteY78" fmla="*/ 1661869 h 2237474"/>
              <a:gd name="connsiteX79" fmla="*/ 6554894 w 12192000"/>
              <a:gd name="connsiteY79" fmla="*/ 1664428 h 2237474"/>
              <a:gd name="connsiteX80" fmla="*/ 6516595 w 12192000"/>
              <a:gd name="connsiteY80" fmla="*/ 1667475 h 2237474"/>
              <a:gd name="connsiteX81" fmla="*/ 6508541 w 12192000"/>
              <a:gd name="connsiteY81" fmla="*/ 1668757 h 2237474"/>
              <a:gd name="connsiteX82" fmla="*/ 6471012 w 12192000"/>
              <a:gd name="connsiteY82" fmla="*/ 1678604 h 2237474"/>
              <a:gd name="connsiteX83" fmla="*/ 6364035 w 12192000"/>
              <a:gd name="connsiteY83" fmla="*/ 1667683 h 2237474"/>
              <a:gd name="connsiteX84" fmla="*/ 6280959 w 12192000"/>
              <a:gd name="connsiteY84" fmla="*/ 1689329 h 2237474"/>
              <a:gd name="connsiteX85" fmla="*/ 6243319 w 12192000"/>
              <a:gd name="connsiteY85" fmla="*/ 1695560 h 2237474"/>
              <a:gd name="connsiteX86" fmla="*/ 6098321 w 12192000"/>
              <a:gd name="connsiteY86" fmla="*/ 1721646 h 2237474"/>
              <a:gd name="connsiteX87" fmla="*/ 5880652 w 12192000"/>
              <a:gd name="connsiteY87" fmla="*/ 1779643 h 2237474"/>
              <a:gd name="connsiteX88" fmla="*/ 5785959 w 12192000"/>
              <a:gd name="connsiteY88" fmla="*/ 1775307 h 2237474"/>
              <a:gd name="connsiteX89" fmla="*/ 5643534 w 12192000"/>
              <a:gd name="connsiteY89" fmla="*/ 1802919 h 2237474"/>
              <a:gd name="connsiteX90" fmla="*/ 5518799 w 12192000"/>
              <a:gd name="connsiteY90" fmla="*/ 1818312 h 2237474"/>
              <a:gd name="connsiteX91" fmla="*/ 5505014 w 12192000"/>
              <a:gd name="connsiteY91" fmla="*/ 1819259 h 2237474"/>
              <a:gd name="connsiteX92" fmla="*/ 5453307 w 12192000"/>
              <a:gd name="connsiteY92" fmla="*/ 1815450 h 2237474"/>
              <a:gd name="connsiteX93" fmla="*/ 5364192 w 12192000"/>
              <a:gd name="connsiteY93" fmla="*/ 1826074 h 2237474"/>
              <a:gd name="connsiteX94" fmla="*/ 5350380 w 12192000"/>
              <a:gd name="connsiteY94" fmla="*/ 1830891 h 2237474"/>
              <a:gd name="connsiteX95" fmla="*/ 5259633 w 12192000"/>
              <a:gd name="connsiteY95" fmla="*/ 1837160 h 2237474"/>
              <a:gd name="connsiteX96" fmla="*/ 5197513 w 12192000"/>
              <a:gd name="connsiteY96" fmla="*/ 1844718 h 2237474"/>
              <a:gd name="connsiteX97" fmla="*/ 5168852 w 12192000"/>
              <a:gd name="connsiteY97" fmla="*/ 1844846 h 2237474"/>
              <a:gd name="connsiteX98" fmla="*/ 5114927 w 12192000"/>
              <a:gd name="connsiteY98" fmla="*/ 1847827 h 2237474"/>
              <a:gd name="connsiteX99" fmla="*/ 5108970 w 12192000"/>
              <a:gd name="connsiteY99" fmla="*/ 1847935 h 2237474"/>
              <a:gd name="connsiteX100" fmla="*/ 5067961 w 12192000"/>
              <a:gd name="connsiteY100" fmla="*/ 1845917 h 2237474"/>
              <a:gd name="connsiteX101" fmla="*/ 5007075 w 12192000"/>
              <a:gd name="connsiteY101" fmla="*/ 1838626 h 2237474"/>
              <a:gd name="connsiteX102" fmla="*/ 4944087 w 12192000"/>
              <a:gd name="connsiteY102" fmla="*/ 1823332 h 2237474"/>
              <a:gd name="connsiteX103" fmla="*/ 4907662 w 12192000"/>
              <a:gd name="connsiteY103" fmla="*/ 1816900 h 2237474"/>
              <a:gd name="connsiteX104" fmla="*/ 4882386 w 12192000"/>
              <a:gd name="connsiteY104" fmla="*/ 1809844 h 2237474"/>
              <a:gd name="connsiteX105" fmla="*/ 4811440 w 12192000"/>
              <a:gd name="connsiteY105" fmla="*/ 1804655 h 2237474"/>
              <a:gd name="connsiteX106" fmla="*/ 4691075 w 12192000"/>
              <a:gd name="connsiteY106" fmla="*/ 1801389 h 2237474"/>
              <a:gd name="connsiteX107" fmla="*/ 4611738 w 12192000"/>
              <a:gd name="connsiteY107" fmla="*/ 1776964 h 2237474"/>
              <a:gd name="connsiteX108" fmla="*/ 4560070 w 12192000"/>
              <a:gd name="connsiteY108" fmla="*/ 1785640 h 2237474"/>
              <a:gd name="connsiteX109" fmla="*/ 4536503 w 12192000"/>
              <a:gd name="connsiteY109" fmla="*/ 1785334 h 2237474"/>
              <a:gd name="connsiteX110" fmla="*/ 4513724 w 12192000"/>
              <a:gd name="connsiteY110" fmla="*/ 1791996 h 2237474"/>
              <a:gd name="connsiteX111" fmla="*/ 4459810 w 12192000"/>
              <a:gd name="connsiteY111" fmla="*/ 1797886 h 2237474"/>
              <a:gd name="connsiteX112" fmla="*/ 4379064 w 12192000"/>
              <a:gd name="connsiteY112" fmla="*/ 1817177 h 2237474"/>
              <a:gd name="connsiteX113" fmla="*/ 4319209 w 12192000"/>
              <a:gd name="connsiteY113" fmla="*/ 1834833 h 2237474"/>
              <a:gd name="connsiteX114" fmla="*/ 4290981 w 12192000"/>
              <a:gd name="connsiteY114" fmla="*/ 1839677 h 2237474"/>
              <a:gd name="connsiteX115" fmla="*/ 4285792 w 12192000"/>
              <a:gd name="connsiteY115" fmla="*/ 1836231 h 2237474"/>
              <a:gd name="connsiteX116" fmla="*/ 4238372 w 12192000"/>
              <a:gd name="connsiteY116" fmla="*/ 1851480 h 2237474"/>
              <a:gd name="connsiteX117" fmla="*/ 4232517 w 12192000"/>
              <a:gd name="connsiteY117" fmla="*/ 1852567 h 2237474"/>
              <a:gd name="connsiteX118" fmla="*/ 4191732 w 12192000"/>
              <a:gd name="connsiteY118" fmla="*/ 1857328 h 2237474"/>
              <a:gd name="connsiteX119" fmla="*/ 4065532 w 12192000"/>
              <a:gd name="connsiteY119" fmla="*/ 1855477 h 2237474"/>
              <a:gd name="connsiteX120" fmla="*/ 4028460 w 12192000"/>
              <a:gd name="connsiteY120" fmla="*/ 1855137 h 2237474"/>
              <a:gd name="connsiteX121" fmla="*/ 4002267 w 12192000"/>
              <a:gd name="connsiteY121" fmla="*/ 1852352 h 2237474"/>
              <a:gd name="connsiteX122" fmla="*/ 3931396 w 12192000"/>
              <a:gd name="connsiteY122" fmla="*/ 1858915 h 2237474"/>
              <a:gd name="connsiteX123" fmla="*/ 3812162 w 12192000"/>
              <a:gd name="connsiteY123" fmla="*/ 1875501 h 2237474"/>
              <a:gd name="connsiteX124" fmla="*/ 3729530 w 12192000"/>
              <a:gd name="connsiteY124" fmla="*/ 1864513 h 2237474"/>
              <a:gd name="connsiteX125" fmla="*/ 3680177 w 12192000"/>
              <a:gd name="connsiteY125" fmla="*/ 1881552 h 2237474"/>
              <a:gd name="connsiteX126" fmla="*/ 3567259 w 12192000"/>
              <a:gd name="connsiteY126" fmla="*/ 1893482 h 2237474"/>
              <a:gd name="connsiteX127" fmla="*/ 3405770 w 12192000"/>
              <a:gd name="connsiteY127" fmla="*/ 1904591 h 2237474"/>
              <a:gd name="connsiteX128" fmla="*/ 3280097 w 12192000"/>
              <a:gd name="connsiteY128" fmla="*/ 1919610 h 2237474"/>
              <a:gd name="connsiteX129" fmla="*/ 3123424 w 12192000"/>
              <a:gd name="connsiteY129" fmla="*/ 1952930 h 2237474"/>
              <a:gd name="connsiteX130" fmla="*/ 3009910 w 12192000"/>
              <a:gd name="connsiteY130" fmla="*/ 1957866 h 2237474"/>
              <a:gd name="connsiteX131" fmla="*/ 2995934 w 12192000"/>
              <a:gd name="connsiteY131" fmla="*/ 1967085 h 2237474"/>
              <a:gd name="connsiteX132" fmla="*/ 2980071 w 12192000"/>
              <a:gd name="connsiteY132" fmla="*/ 1972988 h 2237474"/>
              <a:gd name="connsiteX133" fmla="*/ 2978094 w 12192000"/>
              <a:gd name="connsiteY133" fmla="*/ 1972369 h 2237474"/>
              <a:gd name="connsiteX134" fmla="*/ 2942858 w 12192000"/>
              <a:gd name="connsiteY134" fmla="*/ 1981367 h 2237474"/>
              <a:gd name="connsiteX135" fmla="*/ 2875436 w 12192000"/>
              <a:gd name="connsiteY135" fmla="*/ 1996977 h 2237474"/>
              <a:gd name="connsiteX136" fmla="*/ 2874892 w 12192000"/>
              <a:gd name="connsiteY136" fmla="*/ 1996085 h 2237474"/>
              <a:gd name="connsiteX137" fmla="*/ 2864145 w 12192000"/>
              <a:gd name="connsiteY137" fmla="*/ 1994061 h 2237474"/>
              <a:gd name="connsiteX138" fmla="*/ 2843662 w 12192000"/>
              <a:gd name="connsiteY138" fmla="*/ 1992498 h 2237474"/>
              <a:gd name="connsiteX139" fmla="*/ 2796128 w 12192000"/>
              <a:gd name="connsiteY139" fmla="*/ 1976403 h 2237474"/>
              <a:gd name="connsiteX140" fmla="*/ 2756784 w 12192000"/>
              <a:gd name="connsiteY140" fmla="*/ 1985116 h 2237474"/>
              <a:gd name="connsiteX141" fmla="*/ 2748833 w 12192000"/>
              <a:gd name="connsiteY141" fmla="*/ 1986323 h 2237474"/>
              <a:gd name="connsiteX142" fmla="*/ 2748661 w 12192000"/>
              <a:gd name="connsiteY142" fmla="*/ 1986122 h 2237474"/>
              <a:gd name="connsiteX143" fmla="*/ 2740251 w 12192000"/>
              <a:gd name="connsiteY143" fmla="*/ 1986946 h 2237474"/>
              <a:gd name="connsiteX144" fmla="*/ 2718916 w 12192000"/>
              <a:gd name="connsiteY144" fmla="*/ 1990867 h 2237474"/>
              <a:gd name="connsiteX145" fmla="*/ 2713522 w 12192000"/>
              <a:gd name="connsiteY145" fmla="*/ 1990173 h 2237474"/>
              <a:gd name="connsiteX146" fmla="*/ 2680597 w 12192000"/>
              <a:gd name="connsiteY146" fmla="*/ 1984996 h 2237474"/>
              <a:gd name="connsiteX147" fmla="*/ 2578178 w 12192000"/>
              <a:gd name="connsiteY147" fmla="*/ 1990531 h 2237474"/>
              <a:gd name="connsiteX148" fmla="*/ 2476147 w 12192000"/>
              <a:gd name="connsiteY148" fmla="*/ 1998305 h 2237474"/>
              <a:gd name="connsiteX149" fmla="*/ 2373568 w 12192000"/>
              <a:gd name="connsiteY149" fmla="*/ 2003219 h 2237474"/>
              <a:gd name="connsiteX150" fmla="*/ 2321399 w 12192000"/>
              <a:gd name="connsiteY150" fmla="*/ 1989467 h 2237474"/>
              <a:gd name="connsiteX151" fmla="*/ 2315525 w 12192000"/>
              <a:gd name="connsiteY151" fmla="*/ 1989708 h 2237474"/>
              <a:gd name="connsiteX152" fmla="*/ 2300792 w 12192000"/>
              <a:gd name="connsiteY152" fmla="*/ 1994290 h 2237474"/>
              <a:gd name="connsiteX153" fmla="*/ 2295469 w 12192000"/>
              <a:gd name="connsiteY153" fmla="*/ 1996659 h 2237474"/>
              <a:gd name="connsiteX154" fmla="*/ 2287219 w 12192000"/>
              <a:gd name="connsiteY154" fmla="*/ 1998750 h 2237474"/>
              <a:gd name="connsiteX155" fmla="*/ 2286948 w 12192000"/>
              <a:gd name="connsiteY155" fmla="*/ 1998596 h 2237474"/>
              <a:gd name="connsiteX156" fmla="*/ 2243069 w 12192000"/>
              <a:gd name="connsiteY156" fmla="*/ 2015111 h 2237474"/>
              <a:gd name="connsiteX157" fmla="*/ 2186609 w 12192000"/>
              <a:gd name="connsiteY157" fmla="*/ 2008263 h 2237474"/>
              <a:gd name="connsiteX158" fmla="*/ 2164831 w 12192000"/>
              <a:gd name="connsiteY158" fmla="*/ 2010143 h 2237474"/>
              <a:gd name="connsiteX159" fmla="*/ 2152836 w 12192000"/>
              <a:gd name="connsiteY159" fmla="*/ 2010048 h 2237474"/>
              <a:gd name="connsiteX160" fmla="*/ 2117102 w 12192000"/>
              <a:gd name="connsiteY160" fmla="*/ 2023004 h 2237474"/>
              <a:gd name="connsiteX161" fmla="*/ 2111935 w 12192000"/>
              <a:gd name="connsiteY161" fmla="*/ 2023163 h 2237474"/>
              <a:gd name="connsiteX162" fmla="*/ 2089991 w 12192000"/>
              <a:gd name="connsiteY162" fmla="*/ 2034193 h 2237474"/>
              <a:gd name="connsiteX163" fmla="*/ 2058061 w 12192000"/>
              <a:gd name="connsiteY163" fmla="*/ 2047942 h 2237474"/>
              <a:gd name="connsiteX164" fmla="*/ 2055737 w 12192000"/>
              <a:gd name="connsiteY164" fmla="*/ 2047704 h 2237474"/>
              <a:gd name="connsiteX165" fmla="*/ 2042244 w 12192000"/>
              <a:gd name="connsiteY165" fmla="*/ 2055560 h 2237474"/>
              <a:gd name="connsiteX166" fmla="*/ 1976224 w 12192000"/>
              <a:gd name="connsiteY166" fmla="*/ 2074257 h 2237474"/>
              <a:gd name="connsiteX167" fmla="*/ 1877728 w 12192000"/>
              <a:gd name="connsiteY167" fmla="*/ 2101004 h 2237474"/>
              <a:gd name="connsiteX168" fmla="*/ 1759056 w 12192000"/>
              <a:gd name="connsiteY168" fmla="*/ 2125608 h 2237474"/>
              <a:gd name="connsiteX169" fmla="*/ 1637948 w 12192000"/>
              <a:gd name="connsiteY169" fmla="*/ 2172597 h 2237474"/>
              <a:gd name="connsiteX170" fmla="*/ 1434549 w 12192000"/>
              <a:gd name="connsiteY170" fmla="*/ 2234522 h 2237474"/>
              <a:gd name="connsiteX171" fmla="*/ 1398481 w 12192000"/>
              <a:gd name="connsiteY171" fmla="*/ 2237074 h 2237474"/>
              <a:gd name="connsiteX172" fmla="*/ 1398407 w 12192000"/>
              <a:gd name="connsiteY172" fmla="*/ 2237095 h 2237474"/>
              <a:gd name="connsiteX173" fmla="*/ 1370962 w 12192000"/>
              <a:gd name="connsiteY173" fmla="*/ 2237474 h 2237474"/>
              <a:gd name="connsiteX174" fmla="*/ 1356367 w 12192000"/>
              <a:gd name="connsiteY174" fmla="*/ 2235089 h 2237474"/>
              <a:gd name="connsiteX175" fmla="*/ 1324828 w 12192000"/>
              <a:gd name="connsiteY175" fmla="*/ 2231968 h 2237474"/>
              <a:gd name="connsiteX176" fmla="*/ 1297744 w 12192000"/>
              <a:gd name="connsiteY176" fmla="*/ 2235849 h 2237474"/>
              <a:gd name="connsiteX177" fmla="*/ 1286236 w 12192000"/>
              <a:gd name="connsiteY177" fmla="*/ 2233135 h 2237474"/>
              <a:gd name="connsiteX178" fmla="*/ 1283504 w 12192000"/>
              <a:gd name="connsiteY178" fmla="*/ 2233797 h 2237474"/>
              <a:gd name="connsiteX179" fmla="*/ 1279765 w 12192000"/>
              <a:gd name="connsiteY179" fmla="*/ 2229639 h 2237474"/>
              <a:gd name="connsiteX180" fmla="*/ 1195347 w 12192000"/>
              <a:gd name="connsiteY180" fmla="*/ 2212354 h 2237474"/>
              <a:gd name="connsiteX181" fmla="*/ 970251 w 12192000"/>
              <a:gd name="connsiteY181" fmla="*/ 2221029 h 2237474"/>
              <a:gd name="connsiteX182" fmla="*/ 812914 w 12192000"/>
              <a:gd name="connsiteY182" fmla="*/ 2202752 h 2237474"/>
              <a:gd name="connsiteX183" fmla="*/ 800195 w 12192000"/>
              <a:gd name="connsiteY183" fmla="*/ 2209407 h 2237474"/>
              <a:gd name="connsiteX184" fmla="*/ 784978 w 12192000"/>
              <a:gd name="connsiteY184" fmla="*/ 2212360 h 2237474"/>
              <a:gd name="connsiteX185" fmla="*/ 681987 w 12192000"/>
              <a:gd name="connsiteY185" fmla="*/ 2216757 h 2237474"/>
              <a:gd name="connsiteX186" fmla="*/ 669923 w 12192000"/>
              <a:gd name="connsiteY186" fmla="*/ 2211682 h 2237474"/>
              <a:gd name="connsiteX187" fmla="*/ 648680 w 12192000"/>
              <a:gd name="connsiteY187" fmla="*/ 2206229 h 2237474"/>
              <a:gd name="connsiteX188" fmla="*/ 597225 w 12192000"/>
              <a:gd name="connsiteY188" fmla="*/ 2180999 h 2237474"/>
              <a:gd name="connsiteX189" fmla="*/ 558449 w 12192000"/>
              <a:gd name="connsiteY189" fmla="*/ 2182346 h 2237474"/>
              <a:gd name="connsiteX190" fmla="*/ 550517 w 12192000"/>
              <a:gd name="connsiteY190" fmla="*/ 2182060 h 2237474"/>
              <a:gd name="connsiteX191" fmla="*/ 550309 w 12192000"/>
              <a:gd name="connsiteY191" fmla="*/ 2181825 h 2237474"/>
              <a:gd name="connsiteX192" fmla="*/ 541836 w 12192000"/>
              <a:gd name="connsiteY192" fmla="*/ 2181063 h 2237474"/>
              <a:gd name="connsiteX193" fmla="*/ 536057 w 12192000"/>
              <a:gd name="connsiteY193" fmla="*/ 2181537 h 2237474"/>
              <a:gd name="connsiteX194" fmla="*/ 520671 w 12192000"/>
              <a:gd name="connsiteY194" fmla="*/ 2180980 h 2237474"/>
              <a:gd name="connsiteX195" fmla="*/ 515024 w 12192000"/>
              <a:gd name="connsiteY195" fmla="*/ 2179258 h 2237474"/>
              <a:gd name="connsiteX196" fmla="*/ 512278 w 12192000"/>
              <a:gd name="connsiteY196" fmla="*/ 2176369 h 2237474"/>
              <a:gd name="connsiteX197" fmla="*/ 480419 w 12192000"/>
              <a:gd name="connsiteY197" fmla="*/ 2167807 h 2237474"/>
              <a:gd name="connsiteX198" fmla="*/ 413835 w 12192000"/>
              <a:gd name="connsiteY198" fmla="*/ 2156783 h 2237474"/>
              <a:gd name="connsiteX199" fmla="*/ 376513 w 12192000"/>
              <a:gd name="connsiteY199" fmla="*/ 2154014 h 2237474"/>
              <a:gd name="connsiteX200" fmla="*/ 273386 w 12192000"/>
              <a:gd name="connsiteY200" fmla="*/ 2142551 h 2237474"/>
              <a:gd name="connsiteX201" fmla="*/ 169207 w 12192000"/>
              <a:gd name="connsiteY201" fmla="*/ 2128100 h 2237474"/>
              <a:gd name="connsiteX202" fmla="*/ 93149 w 12192000"/>
              <a:gd name="connsiteY202" fmla="*/ 2105324 h 2237474"/>
              <a:gd name="connsiteX203" fmla="*/ 88109 w 12192000"/>
              <a:gd name="connsiteY203" fmla="*/ 2106704 h 2237474"/>
              <a:gd name="connsiteX204" fmla="*/ 80022 w 12192000"/>
              <a:gd name="connsiteY204" fmla="*/ 2107254 h 2237474"/>
              <a:gd name="connsiteX205" fmla="*/ 79717 w 12192000"/>
              <a:gd name="connsiteY205" fmla="*/ 2107046 h 2237474"/>
              <a:gd name="connsiteX206" fmla="*/ 72352 w 12192000"/>
              <a:gd name="connsiteY206" fmla="*/ 2107991 h 2237474"/>
              <a:gd name="connsiteX207" fmla="*/ 37645 w 12192000"/>
              <a:gd name="connsiteY207" fmla="*/ 2115401 h 2237474"/>
              <a:gd name="connsiteX208" fmla="*/ 4572 w 12192000"/>
              <a:gd name="connsiteY208" fmla="*/ 2111091 h 2237474"/>
              <a:gd name="connsiteX209" fmla="*/ 0 w 12192000"/>
              <a:gd name="connsiteY209" fmla="*/ 2110468 h 2237474"/>
              <a:gd name="connsiteX210" fmla="*/ 0 w 12192000"/>
              <a:gd name="connsiteY210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11200 w 12192000"/>
              <a:gd name="connsiteY18" fmla="*/ 767513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798048 w 12192000"/>
              <a:gd name="connsiteY23" fmla="*/ 863207 h 2237474"/>
              <a:gd name="connsiteX24" fmla="*/ 9761459 w 12192000"/>
              <a:gd name="connsiteY24" fmla="*/ 862394 h 2237474"/>
              <a:gd name="connsiteX25" fmla="*/ 9705768 w 12192000"/>
              <a:gd name="connsiteY25" fmla="*/ 894610 h 2237474"/>
              <a:gd name="connsiteX26" fmla="*/ 9683005 w 12192000"/>
              <a:gd name="connsiteY26" fmla="*/ 894128 h 2237474"/>
              <a:gd name="connsiteX27" fmla="*/ 9594438 w 12192000"/>
              <a:gd name="connsiteY27" fmla="*/ 919051 h 2237474"/>
              <a:gd name="connsiteX28" fmla="*/ 9577033 w 12192000"/>
              <a:gd name="connsiteY28" fmla="*/ 922857 h 2237474"/>
              <a:gd name="connsiteX29" fmla="*/ 9544189 w 12192000"/>
              <a:gd name="connsiteY29" fmla="*/ 938966 h 2237474"/>
              <a:gd name="connsiteX30" fmla="*/ 9500499 w 12192000"/>
              <a:gd name="connsiteY30" fmla="*/ 954680 h 2237474"/>
              <a:gd name="connsiteX31" fmla="*/ 9428195 w 12192000"/>
              <a:gd name="connsiteY31" fmla="*/ 986225 h 2237474"/>
              <a:gd name="connsiteX32" fmla="*/ 9410017 w 12192000"/>
              <a:gd name="connsiteY32" fmla="*/ 993931 h 2237474"/>
              <a:gd name="connsiteX33" fmla="*/ 9392919 w 12192000"/>
              <a:gd name="connsiteY33" fmla="*/ 994656 h 2237474"/>
              <a:gd name="connsiteX34" fmla="*/ 9278619 w 12192000"/>
              <a:gd name="connsiteY34" fmla="*/ 1011878 h 2237474"/>
              <a:gd name="connsiteX35" fmla="*/ 9268019 w 12192000"/>
              <a:gd name="connsiteY35" fmla="*/ 1007442 h 2237474"/>
              <a:gd name="connsiteX36" fmla="*/ 9234662 w 12192000"/>
              <a:gd name="connsiteY36" fmla="*/ 1023056 h 2237474"/>
              <a:gd name="connsiteX37" fmla="*/ 9181033 w 12192000"/>
              <a:gd name="connsiteY37" fmla="*/ 1037921 h 2237474"/>
              <a:gd name="connsiteX38" fmla="*/ 9155969 w 12192000"/>
              <a:gd name="connsiteY38" fmla="*/ 1046804 h 2237474"/>
              <a:gd name="connsiteX39" fmla="*/ 9133985 w 12192000"/>
              <a:gd name="connsiteY39" fmla="*/ 1046450 h 2237474"/>
              <a:gd name="connsiteX40" fmla="*/ 9012987 w 12192000"/>
              <a:gd name="connsiteY40" fmla="*/ 1061986 h 2237474"/>
              <a:gd name="connsiteX41" fmla="*/ 8968445 w 12192000"/>
              <a:gd name="connsiteY41" fmla="*/ 1052169 h 2237474"/>
              <a:gd name="connsiteX42" fmla="*/ 8958984 w 12192000"/>
              <a:gd name="connsiteY42" fmla="*/ 1057212 h 2237474"/>
              <a:gd name="connsiteX43" fmla="*/ 8886001 w 12192000"/>
              <a:gd name="connsiteY43" fmla="*/ 1067468 h 2237474"/>
              <a:gd name="connsiteX44" fmla="*/ 8838610 w 12192000"/>
              <a:gd name="connsiteY44" fmla="*/ 1075091 h 2237474"/>
              <a:gd name="connsiteX45" fmla="*/ 8750383 w 12192000"/>
              <a:gd name="connsiteY45" fmla="*/ 1097387 h 2237474"/>
              <a:gd name="connsiteX46" fmla="*/ 8665605 w 12192000"/>
              <a:gd name="connsiteY46" fmla="*/ 1110791 h 2237474"/>
              <a:gd name="connsiteX47" fmla="*/ 8584946 w 12192000"/>
              <a:gd name="connsiteY47" fmla="*/ 1135226 h 2237474"/>
              <a:gd name="connsiteX48" fmla="*/ 8460755 w 12192000"/>
              <a:gd name="connsiteY48" fmla="*/ 1203427 h 2237474"/>
              <a:gd name="connsiteX49" fmla="*/ 8419755 w 12192000"/>
              <a:gd name="connsiteY49" fmla="*/ 1216260 h 2237474"/>
              <a:gd name="connsiteX50" fmla="*/ 8411626 w 12192000"/>
              <a:gd name="connsiteY50" fmla="*/ 1214397 h 2237474"/>
              <a:gd name="connsiteX51" fmla="*/ 8363469 w 12192000"/>
              <a:gd name="connsiteY51" fmla="*/ 1246658 h 2237474"/>
              <a:gd name="connsiteX52" fmla="*/ 8275497 w 12192000"/>
              <a:gd name="connsiteY52" fmla="*/ 1264396 h 2237474"/>
              <a:gd name="connsiteX53" fmla="*/ 8206287 w 12192000"/>
              <a:gd name="connsiteY53" fmla="*/ 1273060 h 2237474"/>
              <a:gd name="connsiteX54" fmla="*/ 8168705 w 12192000"/>
              <a:gd name="connsiteY54" fmla="*/ 1279956 h 2237474"/>
              <a:gd name="connsiteX55" fmla="*/ 8139997 w 12192000"/>
              <a:gd name="connsiteY55" fmla="*/ 1282713 h 2237474"/>
              <a:gd name="connsiteX56" fmla="*/ 8074238 w 12192000"/>
              <a:gd name="connsiteY56" fmla="*/ 1301895 h 2237474"/>
              <a:gd name="connsiteX57" fmla="*/ 7968292 w 12192000"/>
              <a:gd name="connsiteY57" fmla="*/ 1338779 h 2237474"/>
              <a:gd name="connsiteX58" fmla="*/ 7945122 w 12192000"/>
              <a:gd name="connsiteY58" fmla="*/ 1345477 h 2237474"/>
              <a:gd name="connsiteX59" fmla="*/ 7902328 w 12192000"/>
              <a:gd name="connsiteY59" fmla="*/ 1345865 h 2237474"/>
              <a:gd name="connsiteX60" fmla="*/ 7875879 w 12192000"/>
              <a:gd name="connsiteY60" fmla="*/ 1345646 h 2237474"/>
              <a:gd name="connsiteX61" fmla="*/ 7840612 w 12192000"/>
              <a:gd name="connsiteY61" fmla="*/ 1369373 h 2237474"/>
              <a:gd name="connsiteX62" fmla="*/ 7786819 w 12192000"/>
              <a:gd name="connsiteY62" fmla="*/ 1378970 h 2237474"/>
              <a:gd name="connsiteX63" fmla="*/ 7548172 w 12192000"/>
              <a:gd name="connsiteY63" fmla="*/ 1417460 h 2237474"/>
              <a:gd name="connsiteX64" fmla="*/ 7483437 w 12192000"/>
              <a:gd name="connsiteY64" fmla="*/ 1478152 h 2237474"/>
              <a:gd name="connsiteX65" fmla="*/ 7377870 w 12192000"/>
              <a:gd name="connsiteY65" fmla="*/ 1523319 h 2237474"/>
              <a:gd name="connsiteX66" fmla="*/ 7230737 w 12192000"/>
              <a:gd name="connsiteY66" fmla="*/ 1562633 h 2237474"/>
              <a:gd name="connsiteX67" fmla="*/ 7224458 w 12192000"/>
              <a:gd name="connsiteY67" fmla="*/ 1573008 h 2237474"/>
              <a:gd name="connsiteX68" fmla="*/ 7183121 w 12192000"/>
              <a:gd name="connsiteY68" fmla="*/ 1595162 h 2237474"/>
              <a:gd name="connsiteX69" fmla="*/ 7164601 w 12192000"/>
              <a:gd name="connsiteY69" fmla="*/ 1606490 h 2237474"/>
              <a:gd name="connsiteX70" fmla="*/ 7092727 w 12192000"/>
              <a:gd name="connsiteY70" fmla="*/ 1623628 h 2237474"/>
              <a:gd name="connsiteX71" fmla="*/ 7031309 w 12192000"/>
              <a:gd name="connsiteY71" fmla="*/ 1619451 h 2237474"/>
              <a:gd name="connsiteX72" fmla="*/ 6999084 w 12192000"/>
              <a:gd name="connsiteY72" fmla="*/ 1634317 h 2237474"/>
              <a:gd name="connsiteX73" fmla="*/ 6992107 w 12192000"/>
              <a:gd name="connsiteY73" fmla="*/ 1636860 h 2237474"/>
              <a:gd name="connsiteX74" fmla="*/ 6900177 w 12192000"/>
              <a:gd name="connsiteY74" fmla="*/ 1636016 h 2237474"/>
              <a:gd name="connsiteX75" fmla="*/ 6795372 w 12192000"/>
              <a:gd name="connsiteY75" fmla="*/ 1644845 h 2237474"/>
              <a:gd name="connsiteX76" fmla="*/ 6692251 w 12192000"/>
              <a:gd name="connsiteY76" fmla="*/ 1656357 h 2237474"/>
              <a:gd name="connsiteX77" fmla="*/ 6655235 w 12192000"/>
              <a:gd name="connsiteY77" fmla="*/ 1661869 h 2237474"/>
              <a:gd name="connsiteX78" fmla="*/ 6554894 w 12192000"/>
              <a:gd name="connsiteY78" fmla="*/ 1664428 h 2237474"/>
              <a:gd name="connsiteX79" fmla="*/ 6516595 w 12192000"/>
              <a:gd name="connsiteY79" fmla="*/ 1667475 h 2237474"/>
              <a:gd name="connsiteX80" fmla="*/ 6508541 w 12192000"/>
              <a:gd name="connsiteY80" fmla="*/ 1668757 h 2237474"/>
              <a:gd name="connsiteX81" fmla="*/ 6471012 w 12192000"/>
              <a:gd name="connsiteY81" fmla="*/ 1678604 h 2237474"/>
              <a:gd name="connsiteX82" fmla="*/ 6364035 w 12192000"/>
              <a:gd name="connsiteY82" fmla="*/ 1667683 h 2237474"/>
              <a:gd name="connsiteX83" fmla="*/ 6280959 w 12192000"/>
              <a:gd name="connsiteY83" fmla="*/ 1689329 h 2237474"/>
              <a:gd name="connsiteX84" fmla="*/ 6243319 w 12192000"/>
              <a:gd name="connsiteY84" fmla="*/ 1695560 h 2237474"/>
              <a:gd name="connsiteX85" fmla="*/ 6098321 w 12192000"/>
              <a:gd name="connsiteY85" fmla="*/ 1721646 h 2237474"/>
              <a:gd name="connsiteX86" fmla="*/ 5880652 w 12192000"/>
              <a:gd name="connsiteY86" fmla="*/ 1779643 h 2237474"/>
              <a:gd name="connsiteX87" fmla="*/ 5785959 w 12192000"/>
              <a:gd name="connsiteY87" fmla="*/ 1775307 h 2237474"/>
              <a:gd name="connsiteX88" fmla="*/ 5643534 w 12192000"/>
              <a:gd name="connsiteY88" fmla="*/ 1802919 h 2237474"/>
              <a:gd name="connsiteX89" fmla="*/ 5518799 w 12192000"/>
              <a:gd name="connsiteY89" fmla="*/ 1818312 h 2237474"/>
              <a:gd name="connsiteX90" fmla="*/ 5505014 w 12192000"/>
              <a:gd name="connsiteY90" fmla="*/ 1819259 h 2237474"/>
              <a:gd name="connsiteX91" fmla="*/ 5453307 w 12192000"/>
              <a:gd name="connsiteY91" fmla="*/ 1815450 h 2237474"/>
              <a:gd name="connsiteX92" fmla="*/ 5364192 w 12192000"/>
              <a:gd name="connsiteY92" fmla="*/ 1826074 h 2237474"/>
              <a:gd name="connsiteX93" fmla="*/ 5350380 w 12192000"/>
              <a:gd name="connsiteY93" fmla="*/ 1830891 h 2237474"/>
              <a:gd name="connsiteX94" fmla="*/ 5259633 w 12192000"/>
              <a:gd name="connsiteY94" fmla="*/ 1837160 h 2237474"/>
              <a:gd name="connsiteX95" fmla="*/ 5197513 w 12192000"/>
              <a:gd name="connsiteY95" fmla="*/ 1844718 h 2237474"/>
              <a:gd name="connsiteX96" fmla="*/ 5168852 w 12192000"/>
              <a:gd name="connsiteY96" fmla="*/ 1844846 h 2237474"/>
              <a:gd name="connsiteX97" fmla="*/ 5114927 w 12192000"/>
              <a:gd name="connsiteY97" fmla="*/ 1847827 h 2237474"/>
              <a:gd name="connsiteX98" fmla="*/ 5108970 w 12192000"/>
              <a:gd name="connsiteY98" fmla="*/ 1847935 h 2237474"/>
              <a:gd name="connsiteX99" fmla="*/ 5067961 w 12192000"/>
              <a:gd name="connsiteY99" fmla="*/ 1845917 h 2237474"/>
              <a:gd name="connsiteX100" fmla="*/ 5007075 w 12192000"/>
              <a:gd name="connsiteY100" fmla="*/ 1838626 h 2237474"/>
              <a:gd name="connsiteX101" fmla="*/ 4944087 w 12192000"/>
              <a:gd name="connsiteY101" fmla="*/ 1823332 h 2237474"/>
              <a:gd name="connsiteX102" fmla="*/ 4907662 w 12192000"/>
              <a:gd name="connsiteY102" fmla="*/ 1816900 h 2237474"/>
              <a:gd name="connsiteX103" fmla="*/ 4882386 w 12192000"/>
              <a:gd name="connsiteY103" fmla="*/ 1809844 h 2237474"/>
              <a:gd name="connsiteX104" fmla="*/ 4811440 w 12192000"/>
              <a:gd name="connsiteY104" fmla="*/ 1804655 h 2237474"/>
              <a:gd name="connsiteX105" fmla="*/ 4691075 w 12192000"/>
              <a:gd name="connsiteY105" fmla="*/ 1801389 h 2237474"/>
              <a:gd name="connsiteX106" fmla="*/ 4611738 w 12192000"/>
              <a:gd name="connsiteY106" fmla="*/ 1776964 h 2237474"/>
              <a:gd name="connsiteX107" fmla="*/ 4560070 w 12192000"/>
              <a:gd name="connsiteY107" fmla="*/ 1785640 h 2237474"/>
              <a:gd name="connsiteX108" fmla="*/ 4536503 w 12192000"/>
              <a:gd name="connsiteY108" fmla="*/ 1785334 h 2237474"/>
              <a:gd name="connsiteX109" fmla="*/ 4513724 w 12192000"/>
              <a:gd name="connsiteY109" fmla="*/ 1791996 h 2237474"/>
              <a:gd name="connsiteX110" fmla="*/ 4459810 w 12192000"/>
              <a:gd name="connsiteY110" fmla="*/ 1797886 h 2237474"/>
              <a:gd name="connsiteX111" fmla="*/ 4379064 w 12192000"/>
              <a:gd name="connsiteY111" fmla="*/ 1817177 h 2237474"/>
              <a:gd name="connsiteX112" fmla="*/ 4319209 w 12192000"/>
              <a:gd name="connsiteY112" fmla="*/ 1834833 h 2237474"/>
              <a:gd name="connsiteX113" fmla="*/ 4290981 w 12192000"/>
              <a:gd name="connsiteY113" fmla="*/ 1839677 h 2237474"/>
              <a:gd name="connsiteX114" fmla="*/ 4285792 w 12192000"/>
              <a:gd name="connsiteY114" fmla="*/ 1836231 h 2237474"/>
              <a:gd name="connsiteX115" fmla="*/ 4238372 w 12192000"/>
              <a:gd name="connsiteY115" fmla="*/ 1851480 h 2237474"/>
              <a:gd name="connsiteX116" fmla="*/ 4232517 w 12192000"/>
              <a:gd name="connsiteY116" fmla="*/ 1852567 h 2237474"/>
              <a:gd name="connsiteX117" fmla="*/ 4191732 w 12192000"/>
              <a:gd name="connsiteY117" fmla="*/ 1857328 h 2237474"/>
              <a:gd name="connsiteX118" fmla="*/ 4065532 w 12192000"/>
              <a:gd name="connsiteY118" fmla="*/ 1855477 h 2237474"/>
              <a:gd name="connsiteX119" fmla="*/ 4028460 w 12192000"/>
              <a:gd name="connsiteY119" fmla="*/ 1855137 h 2237474"/>
              <a:gd name="connsiteX120" fmla="*/ 4002267 w 12192000"/>
              <a:gd name="connsiteY120" fmla="*/ 1852352 h 2237474"/>
              <a:gd name="connsiteX121" fmla="*/ 3931396 w 12192000"/>
              <a:gd name="connsiteY121" fmla="*/ 1858915 h 2237474"/>
              <a:gd name="connsiteX122" fmla="*/ 3812162 w 12192000"/>
              <a:gd name="connsiteY122" fmla="*/ 1875501 h 2237474"/>
              <a:gd name="connsiteX123" fmla="*/ 3729530 w 12192000"/>
              <a:gd name="connsiteY123" fmla="*/ 1864513 h 2237474"/>
              <a:gd name="connsiteX124" fmla="*/ 3680177 w 12192000"/>
              <a:gd name="connsiteY124" fmla="*/ 1881552 h 2237474"/>
              <a:gd name="connsiteX125" fmla="*/ 3567259 w 12192000"/>
              <a:gd name="connsiteY125" fmla="*/ 1893482 h 2237474"/>
              <a:gd name="connsiteX126" fmla="*/ 3405770 w 12192000"/>
              <a:gd name="connsiteY126" fmla="*/ 1904591 h 2237474"/>
              <a:gd name="connsiteX127" fmla="*/ 3280097 w 12192000"/>
              <a:gd name="connsiteY127" fmla="*/ 1919610 h 2237474"/>
              <a:gd name="connsiteX128" fmla="*/ 3123424 w 12192000"/>
              <a:gd name="connsiteY128" fmla="*/ 1952930 h 2237474"/>
              <a:gd name="connsiteX129" fmla="*/ 3009910 w 12192000"/>
              <a:gd name="connsiteY129" fmla="*/ 1957866 h 2237474"/>
              <a:gd name="connsiteX130" fmla="*/ 2995934 w 12192000"/>
              <a:gd name="connsiteY130" fmla="*/ 1967085 h 2237474"/>
              <a:gd name="connsiteX131" fmla="*/ 2980071 w 12192000"/>
              <a:gd name="connsiteY131" fmla="*/ 1972988 h 2237474"/>
              <a:gd name="connsiteX132" fmla="*/ 2978094 w 12192000"/>
              <a:gd name="connsiteY132" fmla="*/ 1972369 h 2237474"/>
              <a:gd name="connsiteX133" fmla="*/ 2942858 w 12192000"/>
              <a:gd name="connsiteY133" fmla="*/ 1981367 h 2237474"/>
              <a:gd name="connsiteX134" fmla="*/ 2875436 w 12192000"/>
              <a:gd name="connsiteY134" fmla="*/ 1996977 h 2237474"/>
              <a:gd name="connsiteX135" fmla="*/ 2874892 w 12192000"/>
              <a:gd name="connsiteY135" fmla="*/ 1996085 h 2237474"/>
              <a:gd name="connsiteX136" fmla="*/ 2864145 w 12192000"/>
              <a:gd name="connsiteY136" fmla="*/ 1994061 h 2237474"/>
              <a:gd name="connsiteX137" fmla="*/ 2843662 w 12192000"/>
              <a:gd name="connsiteY137" fmla="*/ 1992498 h 2237474"/>
              <a:gd name="connsiteX138" fmla="*/ 2796128 w 12192000"/>
              <a:gd name="connsiteY138" fmla="*/ 1976403 h 2237474"/>
              <a:gd name="connsiteX139" fmla="*/ 2756784 w 12192000"/>
              <a:gd name="connsiteY139" fmla="*/ 1985116 h 2237474"/>
              <a:gd name="connsiteX140" fmla="*/ 2748833 w 12192000"/>
              <a:gd name="connsiteY140" fmla="*/ 1986323 h 2237474"/>
              <a:gd name="connsiteX141" fmla="*/ 2748661 w 12192000"/>
              <a:gd name="connsiteY141" fmla="*/ 1986122 h 2237474"/>
              <a:gd name="connsiteX142" fmla="*/ 2740251 w 12192000"/>
              <a:gd name="connsiteY142" fmla="*/ 1986946 h 2237474"/>
              <a:gd name="connsiteX143" fmla="*/ 2718916 w 12192000"/>
              <a:gd name="connsiteY143" fmla="*/ 1990867 h 2237474"/>
              <a:gd name="connsiteX144" fmla="*/ 2713522 w 12192000"/>
              <a:gd name="connsiteY144" fmla="*/ 1990173 h 2237474"/>
              <a:gd name="connsiteX145" fmla="*/ 2680597 w 12192000"/>
              <a:gd name="connsiteY145" fmla="*/ 1984996 h 2237474"/>
              <a:gd name="connsiteX146" fmla="*/ 2578178 w 12192000"/>
              <a:gd name="connsiteY146" fmla="*/ 1990531 h 2237474"/>
              <a:gd name="connsiteX147" fmla="*/ 2476147 w 12192000"/>
              <a:gd name="connsiteY147" fmla="*/ 1998305 h 2237474"/>
              <a:gd name="connsiteX148" fmla="*/ 2373568 w 12192000"/>
              <a:gd name="connsiteY148" fmla="*/ 2003219 h 2237474"/>
              <a:gd name="connsiteX149" fmla="*/ 2321399 w 12192000"/>
              <a:gd name="connsiteY149" fmla="*/ 1989467 h 2237474"/>
              <a:gd name="connsiteX150" fmla="*/ 2315525 w 12192000"/>
              <a:gd name="connsiteY150" fmla="*/ 1989708 h 2237474"/>
              <a:gd name="connsiteX151" fmla="*/ 2300792 w 12192000"/>
              <a:gd name="connsiteY151" fmla="*/ 1994290 h 2237474"/>
              <a:gd name="connsiteX152" fmla="*/ 2295469 w 12192000"/>
              <a:gd name="connsiteY152" fmla="*/ 1996659 h 2237474"/>
              <a:gd name="connsiteX153" fmla="*/ 2287219 w 12192000"/>
              <a:gd name="connsiteY153" fmla="*/ 1998750 h 2237474"/>
              <a:gd name="connsiteX154" fmla="*/ 2286948 w 12192000"/>
              <a:gd name="connsiteY154" fmla="*/ 1998596 h 2237474"/>
              <a:gd name="connsiteX155" fmla="*/ 2243069 w 12192000"/>
              <a:gd name="connsiteY155" fmla="*/ 2015111 h 2237474"/>
              <a:gd name="connsiteX156" fmla="*/ 2186609 w 12192000"/>
              <a:gd name="connsiteY156" fmla="*/ 2008263 h 2237474"/>
              <a:gd name="connsiteX157" fmla="*/ 2164831 w 12192000"/>
              <a:gd name="connsiteY157" fmla="*/ 2010143 h 2237474"/>
              <a:gd name="connsiteX158" fmla="*/ 2152836 w 12192000"/>
              <a:gd name="connsiteY158" fmla="*/ 2010048 h 2237474"/>
              <a:gd name="connsiteX159" fmla="*/ 2117102 w 12192000"/>
              <a:gd name="connsiteY159" fmla="*/ 2023004 h 2237474"/>
              <a:gd name="connsiteX160" fmla="*/ 2111935 w 12192000"/>
              <a:gd name="connsiteY160" fmla="*/ 2023163 h 2237474"/>
              <a:gd name="connsiteX161" fmla="*/ 2089991 w 12192000"/>
              <a:gd name="connsiteY161" fmla="*/ 2034193 h 2237474"/>
              <a:gd name="connsiteX162" fmla="*/ 2058061 w 12192000"/>
              <a:gd name="connsiteY162" fmla="*/ 2047942 h 2237474"/>
              <a:gd name="connsiteX163" fmla="*/ 2055737 w 12192000"/>
              <a:gd name="connsiteY163" fmla="*/ 2047704 h 2237474"/>
              <a:gd name="connsiteX164" fmla="*/ 2042244 w 12192000"/>
              <a:gd name="connsiteY164" fmla="*/ 2055560 h 2237474"/>
              <a:gd name="connsiteX165" fmla="*/ 1976224 w 12192000"/>
              <a:gd name="connsiteY165" fmla="*/ 2074257 h 2237474"/>
              <a:gd name="connsiteX166" fmla="*/ 1877728 w 12192000"/>
              <a:gd name="connsiteY166" fmla="*/ 2101004 h 2237474"/>
              <a:gd name="connsiteX167" fmla="*/ 1759056 w 12192000"/>
              <a:gd name="connsiteY167" fmla="*/ 2125608 h 2237474"/>
              <a:gd name="connsiteX168" fmla="*/ 1637948 w 12192000"/>
              <a:gd name="connsiteY168" fmla="*/ 2172597 h 2237474"/>
              <a:gd name="connsiteX169" fmla="*/ 1434549 w 12192000"/>
              <a:gd name="connsiteY169" fmla="*/ 2234522 h 2237474"/>
              <a:gd name="connsiteX170" fmla="*/ 1398481 w 12192000"/>
              <a:gd name="connsiteY170" fmla="*/ 2237074 h 2237474"/>
              <a:gd name="connsiteX171" fmla="*/ 1398407 w 12192000"/>
              <a:gd name="connsiteY171" fmla="*/ 2237095 h 2237474"/>
              <a:gd name="connsiteX172" fmla="*/ 1370962 w 12192000"/>
              <a:gd name="connsiteY172" fmla="*/ 2237474 h 2237474"/>
              <a:gd name="connsiteX173" fmla="*/ 1356367 w 12192000"/>
              <a:gd name="connsiteY173" fmla="*/ 2235089 h 2237474"/>
              <a:gd name="connsiteX174" fmla="*/ 1324828 w 12192000"/>
              <a:gd name="connsiteY174" fmla="*/ 2231968 h 2237474"/>
              <a:gd name="connsiteX175" fmla="*/ 1297744 w 12192000"/>
              <a:gd name="connsiteY175" fmla="*/ 2235849 h 2237474"/>
              <a:gd name="connsiteX176" fmla="*/ 1286236 w 12192000"/>
              <a:gd name="connsiteY176" fmla="*/ 2233135 h 2237474"/>
              <a:gd name="connsiteX177" fmla="*/ 1283504 w 12192000"/>
              <a:gd name="connsiteY177" fmla="*/ 2233797 h 2237474"/>
              <a:gd name="connsiteX178" fmla="*/ 1279765 w 12192000"/>
              <a:gd name="connsiteY178" fmla="*/ 2229639 h 2237474"/>
              <a:gd name="connsiteX179" fmla="*/ 1195347 w 12192000"/>
              <a:gd name="connsiteY179" fmla="*/ 2212354 h 2237474"/>
              <a:gd name="connsiteX180" fmla="*/ 970251 w 12192000"/>
              <a:gd name="connsiteY180" fmla="*/ 2221029 h 2237474"/>
              <a:gd name="connsiteX181" fmla="*/ 812914 w 12192000"/>
              <a:gd name="connsiteY181" fmla="*/ 2202752 h 2237474"/>
              <a:gd name="connsiteX182" fmla="*/ 800195 w 12192000"/>
              <a:gd name="connsiteY182" fmla="*/ 2209407 h 2237474"/>
              <a:gd name="connsiteX183" fmla="*/ 784978 w 12192000"/>
              <a:gd name="connsiteY183" fmla="*/ 2212360 h 2237474"/>
              <a:gd name="connsiteX184" fmla="*/ 681987 w 12192000"/>
              <a:gd name="connsiteY184" fmla="*/ 2216757 h 2237474"/>
              <a:gd name="connsiteX185" fmla="*/ 669923 w 12192000"/>
              <a:gd name="connsiteY185" fmla="*/ 2211682 h 2237474"/>
              <a:gd name="connsiteX186" fmla="*/ 648680 w 12192000"/>
              <a:gd name="connsiteY186" fmla="*/ 2206229 h 2237474"/>
              <a:gd name="connsiteX187" fmla="*/ 597225 w 12192000"/>
              <a:gd name="connsiteY187" fmla="*/ 2180999 h 2237474"/>
              <a:gd name="connsiteX188" fmla="*/ 558449 w 12192000"/>
              <a:gd name="connsiteY188" fmla="*/ 2182346 h 2237474"/>
              <a:gd name="connsiteX189" fmla="*/ 550517 w 12192000"/>
              <a:gd name="connsiteY189" fmla="*/ 2182060 h 2237474"/>
              <a:gd name="connsiteX190" fmla="*/ 550309 w 12192000"/>
              <a:gd name="connsiteY190" fmla="*/ 2181825 h 2237474"/>
              <a:gd name="connsiteX191" fmla="*/ 541836 w 12192000"/>
              <a:gd name="connsiteY191" fmla="*/ 2181063 h 2237474"/>
              <a:gd name="connsiteX192" fmla="*/ 536057 w 12192000"/>
              <a:gd name="connsiteY192" fmla="*/ 2181537 h 2237474"/>
              <a:gd name="connsiteX193" fmla="*/ 520671 w 12192000"/>
              <a:gd name="connsiteY193" fmla="*/ 2180980 h 2237474"/>
              <a:gd name="connsiteX194" fmla="*/ 515024 w 12192000"/>
              <a:gd name="connsiteY194" fmla="*/ 2179258 h 2237474"/>
              <a:gd name="connsiteX195" fmla="*/ 512278 w 12192000"/>
              <a:gd name="connsiteY195" fmla="*/ 2176369 h 2237474"/>
              <a:gd name="connsiteX196" fmla="*/ 480419 w 12192000"/>
              <a:gd name="connsiteY196" fmla="*/ 2167807 h 2237474"/>
              <a:gd name="connsiteX197" fmla="*/ 413835 w 12192000"/>
              <a:gd name="connsiteY197" fmla="*/ 2156783 h 2237474"/>
              <a:gd name="connsiteX198" fmla="*/ 376513 w 12192000"/>
              <a:gd name="connsiteY198" fmla="*/ 2154014 h 2237474"/>
              <a:gd name="connsiteX199" fmla="*/ 273386 w 12192000"/>
              <a:gd name="connsiteY199" fmla="*/ 2142551 h 2237474"/>
              <a:gd name="connsiteX200" fmla="*/ 169207 w 12192000"/>
              <a:gd name="connsiteY200" fmla="*/ 2128100 h 2237474"/>
              <a:gd name="connsiteX201" fmla="*/ 93149 w 12192000"/>
              <a:gd name="connsiteY201" fmla="*/ 2105324 h 2237474"/>
              <a:gd name="connsiteX202" fmla="*/ 88109 w 12192000"/>
              <a:gd name="connsiteY202" fmla="*/ 2106704 h 2237474"/>
              <a:gd name="connsiteX203" fmla="*/ 80022 w 12192000"/>
              <a:gd name="connsiteY203" fmla="*/ 2107254 h 2237474"/>
              <a:gd name="connsiteX204" fmla="*/ 79717 w 12192000"/>
              <a:gd name="connsiteY204" fmla="*/ 2107046 h 2237474"/>
              <a:gd name="connsiteX205" fmla="*/ 72352 w 12192000"/>
              <a:gd name="connsiteY205" fmla="*/ 2107991 h 2237474"/>
              <a:gd name="connsiteX206" fmla="*/ 37645 w 12192000"/>
              <a:gd name="connsiteY206" fmla="*/ 2115401 h 2237474"/>
              <a:gd name="connsiteX207" fmla="*/ 4572 w 12192000"/>
              <a:gd name="connsiteY207" fmla="*/ 2111091 h 2237474"/>
              <a:gd name="connsiteX208" fmla="*/ 0 w 12192000"/>
              <a:gd name="connsiteY208" fmla="*/ 2110468 h 2237474"/>
              <a:gd name="connsiteX209" fmla="*/ 0 w 12192000"/>
              <a:gd name="connsiteY209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11200 w 12192000"/>
              <a:gd name="connsiteY18" fmla="*/ 767513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798048 w 12192000"/>
              <a:gd name="connsiteY23" fmla="*/ 863207 h 2237474"/>
              <a:gd name="connsiteX24" fmla="*/ 9761459 w 12192000"/>
              <a:gd name="connsiteY24" fmla="*/ 862394 h 2237474"/>
              <a:gd name="connsiteX25" fmla="*/ 9705768 w 12192000"/>
              <a:gd name="connsiteY25" fmla="*/ 894610 h 2237474"/>
              <a:gd name="connsiteX26" fmla="*/ 9683005 w 12192000"/>
              <a:gd name="connsiteY26" fmla="*/ 894128 h 2237474"/>
              <a:gd name="connsiteX27" fmla="*/ 9594438 w 12192000"/>
              <a:gd name="connsiteY27" fmla="*/ 919051 h 2237474"/>
              <a:gd name="connsiteX28" fmla="*/ 9577033 w 12192000"/>
              <a:gd name="connsiteY28" fmla="*/ 922857 h 2237474"/>
              <a:gd name="connsiteX29" fmla="*/ 9544189 w 12192000"/>
              <a:gd name="connsiteY29" fmla="*/ 938966 h 2237474"/>
              <a:gd name="connsiteX30" fmla="*/ 9500499 w 12192000"/>
              <a:gd name="connsiteY30" fmla="*/ 954680 h 2237474"/>
              <a:gd name="connsiteX31" fmla="*/ 9428195 w 12192000"/>
              <a:gd name="connsiteY31" fmla="*/ 986225 h 2237474"/>
              <a:gd name="connsiteX32" fmla="*/ 9410017 w 12192000"/>
              <a:gd name="connsiteY32" fmla="*/ 993931 h 2237474"/>
              <a:gd name="connsiteX33" fmla="*/ 9392919 w 12192000"/>
              <a:gd name="connsiteY33" fmla="*/ 994656 h 2237474"/>
              <a:gd name="connsiteX34" fmla="*/ 9278619 w 12192000"/>
              <a:gd name="connsiteY34" fmla="*/ 1011878 h 2237474"/>
              <a:gd name="connsiteX35" fmla="*/ 9268019 w 12192000"/>
              <a:gd name="connsiteY35" fmla="*/ 1007442 h 2237474"/>
              <a:gd name="connsiteX36" fmla="*/ 9234662 w 12192000"/>
              <a:gd name="connsiteY36" fmla="*/ 1023056 h 2237474"/>
              <a:gd name="connsiteX37" fmla="*/ 9181033 w 12192000"/>
              <a:gd name="connsiteY37" fmla="*/ 1037921 h 2237474"/>
              <a:gd name="connsiteX38" fmla="*/ 9155969 w 12192000"/>
              <a:gd name="connsiteY38" fmla="*/ 1046804 h 2237474"/>
              <a:gd name="connsiteX39" fmla="*/ 9133985 w 12192000"/>
              <a:gd name="connsiteY39" fmla="*/ 1046450 h 2237474"/>
              <a:gd name="connsiteX40" fmla="*/ 9012987 w 12192000"/>
              <a:gd name="connsiteY40" fmla="*/ 1061986 h 2237474"/>
              <a:gd name="connsiteX41" fmla="*/ 8968445 w 12192000"/>
              <a:gd name="connsiteY41" fmla="*/ 1052169 h 2237474"/>
              <a:gd name="connsiteX42" fmla="*/ 8958984 w 12192000"/>
              <a:gd name="connsiteY42" fmla="*/ 1057212 h 2237474"/>
              <a:gd name="connsiteX43" fmla="*/ 8886001 w 12192000"/>
              <a:gd name="connsiteY43" fmla="*/ 1067468 h 2237474"/>
              <a:gd name="connsiteX44" fmla="*/ 8838610 w 12192000"/>
              <a:gd name="connsiteY44" fmla="*/ 1075091 h 2237474"/>
              <a:gd name="connsiteX45" fmla="*/ 8750383 w 12192000"/>
              <a:gd name="connsiteY45" fmla="*/ 1097387 h 2237474"/>
              <a:gd name="connsiteX46" fmla="*/ 8665605 w 12192000"/>
              <a:gd name="connsiteY46" fmla="*/ 1110791 h 2237474"/>
              <a:gd name="connsiteX47" fmla="*/ 8584946 w 12192000"/>
              <a:gd name="connsiteY47" fmla="*/ 1135226 h 2237474"/>
              <a:gd name="connsiteX48" fmla="*/ 8460755 w 12192000"/>
              <a:gd name="connsiteY48" fmla="*/ 1203427 h 2237474"/>
              <a:gd name="connsiteX49" fmla="*/ 8419755 w 12192000"/>
              <a:gd name="connsiteY49" fmla="*/ 1216260 h 2237474"/>
              <a:gd name="connsiteX50" fmla="*/ 8411626 w 12192000"/>
              <a:gd name="connsiteY50" fmla="*/ 1214397 h 2237474"/>
              <a:gd name="connsiteX51" fmla="*/ 8363469 w 12192000"/>
              <a:gd name="connsiteY51" fmla="*/ 1246658 h 2237474"/>
              <a:gd name="connsiteX52" fmla="*/ 8275497 w 12192000"/>
              <a:gd name="connsiteY52" fmla="*/ 1264396 h 2237474"/>
              <a:gd name="connsiteX53" fmla="*/ 8206287 w 12192000"/>
              <a:gd name="connsiteY53" fmla="*/ 1273060 h 2237474"/>
              <a:gd name="connsiteX54" fmla="*/ 8168705 w 12192000"/>
              <a:gd name="connsiteY54" fmla="*/ 1279956 h 2237474"/>
              <a:gd name="connsiteX55" fmla="*/ 8139997 w 12192000"/>
              <a:gd name="connsiteY55" fmla="*/ 1282713 h 2237474"/>
              <a:gd name="connsiteX56" fmla="*/ 8074238 w 12192000"/>
              <a:gd name="connsiteY56" fmla="*/ 1301895 h 2237474"/>
              <a:gd name="connsiteX57" fmla="*/ 7968292 w 12192000"/>
              <a:gd name="connsiteY57" fmla="*/ 1338779 h 2237474"/>
              <a:gd name="connsiteX58" fmla="*/ 7902328 w 12192000"/>
              <a:gd name="connsiteY58" fmla="*/ 1345865 h 2237474"/>
              <a:gd name="connsiteX59" fmla="*/ 7875879 w 12192000"/>
              <a:gd name="connsiteY59" fmla="*/ 1345646 h 2237474"/>
              <a:gd name="connsiteX60" fmla="*/ 7840612 w 12192000"/>
              <a:gd name="connsiteY60" fmla="*/ 1369373 h 2237474"/>
              <a:gd name="connsiteX61" fmla="*/ 7786819 w 12192000"/>
              <a:gd name="connsiteY61" fmla="*/ 1378970 h 2237474"/>
              <a:gd name="connsiteX62" fmla="*/ 7548172 w 12192000"/>
              <a:gd name="connsiteY62" fmla="*/ 1417460 h 2237474"/>
              <a:gd name="connsiteX63" fmla="*/ 7483437 w 12192000"/>
              <a:gd name="connsiteY63" fmla="*/ 1478152 h 2237474"/>
              <a:gd name="connsiteX64" fmla="*/ 7377870 w 12192000"/>
              <a:gd name="connsiteY64" fmla="*/ 1523319 h 2237474"/>
              <a:gd name="connsiteX65" fmla="*/ 7230737 w 12192000"/>
              <a:gd name="connsiteY65" fmla="*/ 1562633 h 2237474"/>
              <a:gd name="connsiteX66" fmla="*/ 7224458 w 12192000"/>
              <a:gd name="connsiteY66" fmla="*/ 1573008 h 2237474"/>
              <a:gd name="connsiteX67" fmla="*/ 7183121 w 12192000"/>
              <a:gd name="connsiteY67" fmla="*/ 1595162 h 2237474"/>
              <a:gd name="connsiteX68" fmla="*/ 7164601 w 12192000"/>
              <a:gd name="connsiteY68" fmla="*/ 1606490 h 2237474"/>
              <a:gd name="connsiteX69" fmla="*/ 7092727 w 12192000"/>
              <a:gd name="connsiteY69" fmla="*/ 1623628 h 2237474"/>
              <a:gd name="connsiteX70" fmla="*/ 7031309 w 12192000"/>
              <a:gd name="connsiteY70" fmla="*/ 1619451 h 2237474"/>
              <a:gd name="connsiteX71" fmla="*/ 6999084 w 12192000"/>
              <a:gd name="connsiteY71" fmla="*/ 1634317 h 2237474"/>
              <a:gd name="connsiteX72" fmla="*/ 6992107 w 12192000"/>
              <a:gd name="connsiteY72" fmla="*/ 1636860 h 2237474"/>
              <a:gd name="connsiteX73" fmla="*/ 6900177 w 12192000"/>
              <a:gd name="connsiteY73" fmla="*/ 1636016 h 2237474"/>
              <a:gd name="connsiteX74" fmla="*/ 6795372 w 12192000"/>
              <a:gd name="connsiteY74" fmla="*/ 1644845 h 2237474"/>
              <a:gd name="connsiteX75" fmla="*/ 6692251 w 12192000"/>
              <a:gd name="connsiteY75" fmla="*/ 1656357 h 2237474"/>
              <a:gd name="connsiteX76" fmla="*/ 6655235 w 12192000"/>
              <a:gd name="connsiteY76" fmla="*/ 1661869 h 2237474"/>
              <a:gd name="connsiteX77" fmla="*/ 6554894 w 12192000"/>
              <a:gd name="connsiteY77" fmla="*/ 1664428 h 2237474"/>
              <a:gd name="connsiteX78" fmla="*/ 6516595 w 12192000"/>
              <a:gd name="connsiteY78" fmla="*/ 1667475 h 2237474"/>
              <a:gd name="connsiteX79" fmla="*/ 6508541 w 12192000"/>
              <a:gd name="connsiteY79" fmla="*/ 1668757 h 2237474"/>
              <a:gd name="connsiteX80" fmla="*/ 6471012 w 12192000"/>
              <a:gd name="connsiteY80" fmla="*/ 1678604 h 2237474"/>
              <a:gd name="connsiteX81" fmla="*/ 6364035 w 12192000"/>
              <a:gd name="connsiteY81" fmla="*/ 1667683 h 2237474"/>
              <a:gd name="connsiteX82" fmla="*/ 6280959 w 12192000"/>
              <a:gd name="connsiteY82" fmla="*/ 1689329 h 2237474"/>
              <a:gd name="connsiteX83" fmla="*/ 6243319 w 12192000"/>
              <a:gd name="connsiteY83" fmla="*/ 1695560 h 2237474"/>
              <a:gd name="connsiteX84" fmla="*/ 6098321 w 12192000"/>
              <a:gd name="connsiteY84" fmla="*/ 1721646 h 2237474"/>
              <a:gd name="connsiteX85" fmla="*/ 5880652 w 12192000"/>
              <a:gd name="connsiteY85" fmla="*/ 1779643 h 2237474"/>
              <a:gd name="connsiteX86" fmla="*/ 5785959 w 12192000"/>
              <a:gd name="connsiteY86" fmla="*/ 1775307 h 2237474"/>
              <a:gd name="connsiteX87" fmla="*/ 5643534 w 12192000"/>
              <a:gd name="connsiteY87" fmla="*/ 1802919 h 2237474"/>
              <a:gd name="connsiteX88" fmla="*/ 5518799 w 12192000"/>
              <a:gd name="connsiteY88" fmla="*/ 1818312 h 2237474"/>
              <a:gd name="connsiteX89" fmla="*/ 5505014 w 12192000"/>
              <a:gd name="connsiteY89" fmla="*/ 1819259 h 2237474"/>
              <a:gd name="connsiteX90" fmla="*/ 5453307 w 12192000"/>
              <a:gd name="connsiteY90" fmla="*/ 1815450 h 2237474"/>
              <a:gd name="connsiteX91" fmla="*/ 5364192 w 12192000"/>
              <a:gd name="connsiteY91" fmla="*/ 1826074 h 2237474"/>
              <a:gd name="connsiteX92" fmla="*/ 5350380 w 12192000"/>
              <a:gd name="connsiteY92" fmla="*/ 1830891 h 2237474"/>
              <a:gd name="connsiteX93" fmla="*/ 5259633 w 12192000"/>
              <a:gd name="connsiteY93" fmla="*/ 1837160 h 2237474"/>
              <a:gd name="connsiteX94" fmla="*/ 5197513 w 12192000"/>
              <a:gd name="connsiteY94" fmla="*/ 1844718 h 2237474"/>
              <a:gd name="connsiteX95" fmla="*/ 5168852 w 12192000"/>
              <a:gd name="connsiteY95" fmla="*/ 1844846 h 2237474"/>
              <a:gd name="connsiteX96" fmla="*/ 5114927 w 12192000"/>
              <a:gd name="connsiteY96" fmla="*/ 1847827 h 2237474"/>
              <a:gd name="connsiteX97" fmla="*/ 5108970 w 12192000"/>
              <a:gd name="connsiteY97" fmla="*/ 1847935 h 2237474"/>
              <a:gd name="connsiteX98" fmla="*/ 5067961 w 12192000"/>
              <a:gd name="connsiteY98" fmla="*/ 1845917 h 2237474"/>
              <a:gd name="connsiteX99" fmla="*/ 5007075 w 12192000"/>
              <a:gd name="connsiteY99" fmla="*/ 1838626 h 2237474"/>
              <a:gd name="connsiteX100" fmla="*/ 4944087 w 12192000"/>
              <a:gd name="connsiteY100" fmla="*/ 1823332 h 2237474"/>
              <a:gd name="connsiteX101" fmla="*/ 4907662 w 12192000"/>
              <a:gd name="connsiteY101" fmla="*/ 1816900 h 2237474"/>
              <a:gd name="connsiteX102" fmla="*/ 4882386 w 12192000"/>
              <a:gd name="connsiteY102" fmla="*/ 1809844 h 2237474"/>
              <a:gd name="connsiteX103" fmla="*/ 4811440 w 12192000"/>
              <a:gd name="connsiteY103" fmla="*/ 1804655 h 2237474"/>
              <a:gd name="connsiteX104" fmla="*/ 4691075 w 12192000"/>
              <a:gd name="connsiteY104" fmla="*/ 1801389 h 2237474"/>
              <a:gd name="connsiteX105" fmla="*/ 4611738 w 12192000"/>
              <a:gd name="connsiteY105" fmla="*/ 1776964 h 2237474"/>
              <a:gd name="connsiteX106" fmla="*/ 4560070 w 12192000"/>
              <a:gd name="connsiteY106" fmla="*/ 1785640 h 2237474"/>
              <a:gd name="connsiteX107" fmla="*/ 4536503 w 12192000"/>
              <a:gd name="connsiteY107" fmla="*/ 1785334 h 2237474"/>
              <a:gd name="connsiteX108" fmla="*/ 4513724 w 12192000"/>
              <a:gd name="connsiteY108" fmla="*/ 1791996 h 2237474"/>
              <a:gd name="connsiteX109" fmla="*/ 4459810 w 12192000"/>
              <a:gd name="connsiteY109" fmla="*/ 1797886 h 2237474"/>
              <a:gd name="connsiteX110" fmla="*/ 4379064 w 12192000"/>
              <a:gd name="connsiteY110" fmla="*/ 1817177 h 2237474"/>
              <a:gd name="connsiteX111" fmla="*/ 4319209 w 12192000"/>
              <a:gd name="connsiteY111" fmla="*/ 1834833 h 2237474"/>
              <a:gd name="connsiteX112" fmla="*/ 4290981 w 12192000"/>
              <a:gd name="connsiteY112" fmla="*/ 1839677 h 2237474"/>
              <a:gd name="connsiteX113" fmla="*/ 4285792 w 12192000"/>
              <a:gd name="connsiteY113" fmla="*/ 1836231 h 2237474"/>
              <a:gd name="connsiteX114" fmla="*/ 4238372 w 12192000"/>
              <a:gd name="connsiteY114" fmla="*/ 1851480 h 2237474"/>
              <a:gd name="connsiteX115" fmla="*/ 4232517 w 12192000"/>
              <a:gd name="connsiteY115" fmla="*/ 1852567 h 2237474"/>
              <a:gd name="connsiteX116" fmla="*/ 4191732 w 12192000"/>
              <a:gd name="connsiteY116" fmla="*/ 1857328 h 2237474"/>
              <a:gd name="connsiteX117" fmla="*/ 4065532 w 12192000"/>
              <a:gd name="connsiteY117" fmla="*/ 1855477 h 2237474"/>
              <a:gd name="connsiteX118" fmla="*/ 4028460 w 12192000"/>
              <a:gd name="connsiteY118" fmla="*/ 1855137 h 2237474"/>
              <a:gd name="connsiteX119" fmla="*/ 4002267 w 12192000"/>
              <a:gd name="connsiteY119" fmla="*/ 1852352 h 2237474"/>
              <a:gd name="connsiteX120" fmla="*/ 3931396 w 12192000"/>
              <a:gd name="connsiteY120" fmla="*/ 1858915 h 2237474"/>
              <a:gd name="connsiteX121" fmla="*/ 3812162 w 12192000"/>
              <a:gd name="connsiteY121" fmla="*/ 1875501 h 2237474"/>
              <a:gd name="connsiteX122" fmla="*/ 3729530 w 12192000"/>
              <a:gd name="connsiteY122" fmla="*/ 1864513 h 2237474"/>
              <a:gd name="connsiteX123" fmla="*/ 3680177 w 12192000"/>
              <a:gd name="connsiteY123" fmla="*/ 1881552 h 2237474"/>
              <a:gd name="connsiteX124" fmla="*/ 3567259 w 12192000"/>
              <a:gd name="connsiteY124" fmla="*/ 1893482 h 2237474"/>
              <a:gd name="connsiteX125" fmla="*/ 3405770 w 12192000"/>
              <a:gd name="connsiteY125" fmla="*/ 1904591 h 2237474"/>
              <a:gd name="connsiteX126" fmla="*/ 3280097 w 12192000"/>
              <a:gd name="connsiteY126" fmla="*/ 1919610 h 2237474"/>
              <a:gd name="connsiteX127" fmla="*/ 3123424 w 12192000"/>
              <a:gd name="connsiteY127" fmla="*/ 1952930 h 2237474"/>
              <a:gd name="connsiteX128" fmla="*/ 3009910 w 12192000"/>
              <a:gd name="connsiteY128" fmla="*/ 1957866 h 2237474"/>
              <a:gd name="connsiteX129" fmla="*/ 2995934 w 12192000"/>
              <a:gd name="connsiteY129" fmla="*/ 1967085 h 2237474"/>
              <a:gd name="connsiteX130" fmla="*/ 2980071 w 12192000"/>
              <a:gd name="connsiteY130" fmla="*/ 1972988 h 2237474"/>
              <a:gd name="connsiteX131" fmla="*/ 2978094 w 12192000"/>
              <a:gd name="connsiteY131" fmla="*/ 1972369 h 2237474"/>
              <a:gd name="connsiteX132" fmla="*/ 2942858 w 12192000"/>
              <a:gd name="connsiteY132" fmla="*/ 1981367 h 2237474"/>
              <a:gd name="connsiteX133" fmla="*/ 2875436 w 12192000"/>
              <a:gd name="connsiteY133" fmla="*/ 1996977 h 2237474"/>
              <a:gd name="connsiteX134" fmla="*/ 2874892 w 12192000"/>
              <a:gd name="connsiteY134" fmla="*/ 1996085 h 2237474"/>
              <a:gd name="connsiteX135" fmla="*/ 2864145 w 12192000"/>
              <a:gd name="connsiteY135" fmla="*/ 1994061 h 2237474"/>
              <a:gd name="connsiteX136" fmla="*/ 2843662 w 12192000"/>
              <a:gd name="connsiteY136" fmla="*/ 1992498 h 2237474"/>
              <a:gd name="connsiteX137" fmla="*/ 2796128 w 12192000"/>
              <a:gd name="connsiteY137" fmla="*/ 1976403 h 2237474"/>
              <a:gd name="connsiteX138" fmla="*/ 2756784 w 12192000"/>
              <a:gd name="connsiteY138" fmla="*/ 1985116 h 2237474"/>
              <a:gd name="connsiteX139" fmla="*/ 2748833 w 12192000"/>
              <a:gd name="connsiteY139" fmla="*/ 1986323 h 2237474"/>
              <a:gd name="connsiteX140" fmla="*/ 2748661 w 12192000"/>
              <a:gd name="connsiteY140" fmla="*/ 1986122 h 2237474"/>
              <a:gd name="connsiteX141" fmla="*/ 2740251 w 12192000"/>
              <a:gd name="connsiteY141" fmla="*/ 1986946 h 2237474"/>
              <a:gd name="connsiteX142" fmla="*/ 2718916 w 12192000"/>
              <a:gd name="connsiteY142" fmla="*/ 1990867 h 2237474"/>
              <a:gd name="connsiteX143" fmla="*/ 2713522 w 12192000"/>
              <a:gd name="connsiteY143" fmla="*/ 1990173 h 2237474"/>
              <a:gd name="connsiteX144" fmla="*/ 2680597 w 12192000"/>
              <a:gd name="connsiteY144" fmla="*/ 1984996 h 2237474"/>
              <a:gd name="connsiteX145" fmla="*/ 2578178 w 12192000"/>
              <a:gd name="connsiteY145" fmla="*/ 1990531 h 2237474"/>
              <a:gd name="connsiteX146" fmla="*/ 2476147 w 12192000"/>
              <a:gd name="connsiteY146" fmla="*/ 1998305 h 2237474"/>
              <a:gd name="connsiteX147" fmla="*/ 2373568 w 12192000"/>
              <a:gd name="connsiteY147" fmla="*/ 2003219 h 2237474"/>
              <a:gd name="connsiteX148" fmla="*/ 2321399 w 12192000"/>
              <a:gd name="connsiteY148" fmla="*/ 1989467 h 2237474"/>
              <a:gd name="connsiteX149" fmla="*/ 2315525 w 12192000"/>
              <a:gd name="connsiteY149" fmla="*/ 1989708 h 2237474"/>
              <a:gd name="connsiteX150" fmla="*/ 2300792 w 12192000"/>
              <a:gd name="connsiteY150" fmla="*/ 1994290 h 2237474"/>
              <a:gd name="connsiteX151" fmla="*/ 2295469 w 12192000"/>
              <a:gd name="connsiteY151" fmla="*/ 1996659 h 2237474"/>
              <a:gd name="connsiteX152" fmla="*/ 2287219 w 12192000"/>
              <a:gd name="connsiteY152" fmla="*/ 1998750 h 2237474"/>
              <a:gd name="connsiteX153" fmla="*/ 2286948 w 12192000"/>
              <a:gd name="connsiteY153" fmla="*/ 1998596 h 2237474"/>
              <a:gd name="connsiteX154" fmla="*/ 2243069 w 12192000"/>
              <a:gd name="connsiteY154" fmla="*/ 2015111 h 2237474"/>
              <a:gd name="connsiteX155" fmla="*/ 2186609 w 12192000"/>
              <a:gd name="connsiteY155" fmla="*/ 2008263 h 2237474"/>
              <a:gd name="connsiteX156" fmla="*/ 2164831 w 12192000"/>
              <a:gd name="connsiteY156" fmla="*/ 2010143 h 2237474"/>
              <a:gd name="connsiteX157" fmla="*/ 2152836 w 12192000"/>
              <a:gd name="connsiteY157" fmla="*/ 2010048 h 2237474"/>
              <a:gd name="connsiteX158" fmla="*/ 2117102 w 12192000"/>
              <a:gd name="connsiteY158" fmla="*/ 2023004 h 2237474"/>
              <a:gd name="connsiteX159" fmla="*/ 2111935 w 12192000"/>
              <a:gd name="connsiteY159" fmla="*/ 2023163 h 2237474"/>
              <a:gd name="connsiteX160" fmla="*/ 2089991 w 12192000"/>
              <a:gd name="connsiteY160" fmla="*/ 2034193 h 2237474"/>
              <a:gd name="connsiteX161" fmla="*/ 2058061 w 12192000"/>
              <a:gd name="connsiteY161" fmla="*/ 2047942 h 2237474"/>
              <a:gd name="connsiteX162" fmla="*/ 2055737 w 12192000"/>
              <a:gd name="connsiteY162" fmla="*/ 2047704 h 2237474"/>
              <a:gd name="connsiteX163" fmla="*/ 2042244 w 12192000"/>
              <a:gd name="connsiteY163" fmla="*/ 2055560 h 2237474"/>
              <a:gd name="connsiteX164" fmla="*/ 1976224 w 12192000"/>
              <a:gd name="connsiteY164" fmla="*/ 2074257 h 2237474"/>
              <a:gd name="connsiteX165" fmla="*/ 1877728 w 12192000"/>
              <a:gd name="connsiteY165" fmla="*/ 2101004 h 2237474"/>
              <a:gd name="connsiteX166" fmla="*/ 1759056 w 12192000"/>
              <a:gd name="connsiteY166" fmla="*/ 2125608 h 2237474"/>
              <a:gd name="connsiteX167" fmla="*/ 1637948 w 12192000"/>
              <a:gd name="connsiteY167" fmla="*/ 2172597 h 2237474"/>
              <a:gd name="connsiteX168" fmla="*/ 1434549 w 12192000"/>
              <a:gd name="connsiteY168" fmla="*/ 2234522 h 2237474"/>
              <a:gd name="connsiteX169" fmla="*/ 1398481 w 12192000"/>
              <a:gd name="connsiteY169" fmla="*/ 2237074 h 2237474"/>
              <a:gd name="connsiteX170" fmla="*/ 1398407 w 12192000"/>
              <a:gd name="connsiteY170" fmla="*/ 2237095 h 2237474"/>
              <a:gd name="connsiteX171" fmla="*/ 1370962 w 12192000"/>
              <a:gd name="connsiteY171" fmla="*/ 2237474 h 2237474"/>
              <a:gd name="connsiteX172" fmla="*/ 1356367 w 12192000"/>
              <a:gd name="connsiteY172" fmla="*/ 2235089 h 2237474"/>
              <a:gd name="connsiteX173" fmla="*/ 1324828 w 12192000"/>
              <a:gd name="connsiteY173" fmla="*/ 2231968 h 2237474"/>
              <a:gd name="connsiteX174" fmla="*/ 1297744 w 12192000"/>
              <a:gd name="connsiteY174" fmla="*/ 2235849 h 2237474"/>
              <a:gd name="connsiteX175" fmla="*/ 1286236 w 12192000"/>
              <a:gd name="connsiteY175" fmla="*/ 2233135 h 2237474"/>
              <a:gd name="connsiteX176" fmla="*/ 1283504 w 12192000"/>
              <a:gd name="connsiteY176" fmla="*/ 2233797 h 2237474"/>
              <a:gd name="connsiteX177" fmla="*/ 1279765 w 12192000"/>
              <a:gd name="connsiteY177" fmla="*/ 2229639 h 2237474"/>
              <a:gd name="connsiteX178" fmla="*/ 1195347 w 12192000"/>
              <a:gd name="connsiteY178" fmla="*/ 2212354 h 2237474"/>
              <a:gd name="connsiteX179" fmla="*/ 970251 w 12192000"/>
              <a:gd name="connsiteY179" fmla="*/ 2221029 h 2237474"/>
              <a:gd name="connsiteX180" fmla="*/ 812914 w 12192000"/>
              <a:gd name="connsiteY180" fmla="*/ 2202752 h 2237474"/>
              <a:gd name="connsiteX181" fmla="*/ 800195 w 12192000"/>
              <a:gd name="connsiteY181" fmla="*/ 2209407 h 2237474"/>
              <a:gd name="connsiteX182" fmla="*/ 784978 w 12192000"/>
              <a:gd name="connsiteY182" fmla="*/ 2212360 h 2237474"/>
              <a:gd name="connsiteX183" fmla="*/ 681987 w 12192000"/>
              <a:gd name="connsiteY183" fmla="*/ 2216757 h 2237474"/>
              <a:gd name="connsiteX184" fmla="*/ 669923 w 12192000"/>
              <a:gd name="connsiteY184" fmla="*/ 2211682 h 2237474"/>
              <a:gd name="connsiteX185" fmla="*/ 648680 w 12192000"/>
              <a:gd name="connsiteY185" fmla="*/ 2206229 h 2237474"/>
              <a:gd name="connsiteX186" fmla="*/ 597225 w 12192000"/>
              <a:gd name="connsiteY186" fmla="*/ 2180999 h 2237474"/>
              <a:gd name="connsiteX187" fmla="*/ 558449 w 12192000"/>
              <a:gd name="connsiteY187" fmla="*/ 2182346 h 2237474"/>
              <a:gd name="connsiteX188" fmla="*/ 550517 w 12192000"/>
              <a:gd name="connsiteY188" fmla="*/ 2182060 h 2237474"/>
              <a:gd name="connsiteX189" fmla="*/ 550309 w 12192000"/>
              <a:gd name="connsiteY189" fmla="*/ 2181825 h 2237474"/>
              <a:gd name="connsiteX190" fmla="*/ 541836 w 12192000"/>
              <a:gd name="connsiteY190" fmla="*/ 2181063 h 2237474"/>
              <a:gd name="connsiteX191" fmla="*/ 536057 w 12192000"/>
              <a:gd name="connsiteY191" fmla="*/ 2181537 h 2237474"/>
              <a:gd name="connsiteX192" fmla="*/ 520671 w 12192000"/>
              <a:gd name="connsiteY192" fmla="*/ 2180980 h 2237474"/>
              <a:gd name="connsiteX193" fmla="*/ 515024 w 12192000"/>
              <a:gd name="connsiteY193" fmla="*/ 2179258 h 2237474"/>
              <a:gd name="connsiteX194" fmla="*/ 512278 w 12192000"/>
              <a:gd name="connsiteY194" fmla="*/ 2176369 h 2237474"/>
              <a:gd name="connsiteX195" fmla="*/ 480419 w 12192000"/>
              <a:gd name="connsiteY195" fmla="*/ 2167807 h 2237474"/>
              <a:gd name="connsiteX196" fmla="*/ 413835 w 12192000"/>
              <a:gd name="connsiteY196" fmla="*/ 2156783 h 2237474"/>
              <a:gd name="connsiteX197" fmla="*/ 376513 w 12192000"/>
              <a:gd name="connsiteY197" fmla="*/ 2154014 h 2237474"/>
              <a:gd name="connsiteX198" fmla="*/ 273386 w 12192000"/>
              <a:gd name="connsiteY198" fmla="*/ 2142551 h 2237474"/>
              <a:gd name="connsiteX199" fmla="*/ 169207 w 12192000"/>
              <a:gd name="connsiteY199" fmla="*/ 2128100 h 2237474"/>
              <a:gd name="connsiteX200" fmla="*/ 93149 w 12192000"/>
              <a:gd name="connsiteY200" fmla="*/ 2105324 h 2237474"/>
              <a:gd name="connsiteX201" fmla="*/ 88109 w 12192000"/>
              <a:gd name="connsiteY201" fmla="*/ 2106704 h 2237474"/>
              <a:gd name="connsiteX202" fmla="*/ 80022 w 12192000"/>
              <a:gd name="connsiteY202" fmla="*/ 2107254 h 2237474"/>
              <a:gd name="connsiteX203" fmla="*/ 79717 w 12192000"/>
              <a:gd name="connsiteY203" fmla="*/ 2107046 h 2237474"/>
              <a:gd name="connsiteX204" fmla="*/ 72352 w 12192000"/>
              <a:gd name="connsiteY204" fmla="*/ 2107991 h 2237474"/>
              <a:gd name="connsiteX205" fmla="*/ 37645 w 12192000"/>
              <a:gd name="connsiteY205" fmla="*/ 2115401 h 2237474"/>
              <a:gd name="connsiteX206" fmla="*/ 4572 w 12192000"/>
              <a:gd name="connsiteY206" fmla="*/ 2111091 h 2237474"/>
              <a:gd name="connsiteX207" fmla="*/ 0 w 12192000"/>
              <a:gd name="connsiteY207" fmla="*/ 2110468 h 2237474"/>
              <a:gd name="connsiteX208" fmla="*/ 0 w 12192000"/>
              <a:gd name="connsiteY208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11200 w 12192000"/>
              <a:gd name="connsiteY18" fmla="*/ 767513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798048 w 12192000"/>
              <a:gd name="connsiteY23" fmla="*/ 863207 h 2237474"/>
              <a:gd name="connsiteX24" fmla="*/ 9705768 w 12192000"/>
              <a:gd name="connsiteY24" fmla="*/ 894610 h 2237474"/>
              <a:gd name="connsiteX25" fmla="*/ 9683005 w 12192000"/>
              <a:gd name="connsiteY25" fmla="*/ 894128 h 2237474"/>
              <a:gd name="connsiteX26" fmla="*/ 9594438 w 12192000"/>
              <a:gd name="connsiteY26" fmla="*/ 919051 h 2237474"/>
              <a:gd name="connsiteX27" fmla="*/ 9577033 w 12192000"/>
              <a:gd name="connsiteY27" fmla="*/ 922857 h 2237474"/>
              <a:gd name="connsiteX28" fmla="*/ 9544189 w 12192000"/>
              <a:gd name="connsiteY28" fmla="*/ 938966 h 2237474"/>
              <a:gd name="connsiteX29" fmla="*/ 9500499 w 12192000"/>
              <a:gd name="connsiteY29" fmla="*/ 954680 h 2237474"/>
              <a:gd name="connsiteX30" fmla="*/ 9428195 w 12192000"/>
              <a:gd name="connsiteY30" fmla="*/ 986225 h 2237474"/>
              <a:gd name="connsiteX31" fmla="*/ 9410017 w 12192000"/>
              <a:gd name="connsiteY31" fmla="*/ 993931 h 2237474"/>
              <a:gd name="connsiteX32" fmla="*/ 9392919 w 12192000"/>
              <a:gd name="connsiteY32" fmla="*/ 994656 h 2237474"/>
              <a:gd name="connsiteX33" fmla="*/ 9278619 w 12192000"/>
              <a:gd name="connsiteY33" fmla="*/ 1011878 h 2237474"/>
              <a:gd name="connsiteX34" fmla="*/ 9268019 w 12192000"/>
              <a:gd name="connsiteY34" fmla="*/ 1007442 h 2237474"/>
              <a:gd name="connsiteX35" fmla="*/ 9234662 w 12192000"/>
              <a:gd name="connsiteY35" fmla="*/ 1023056 h 2237474"/>
              <a:gd name="connsiteX36" fmla="*/ 9181033 w 12192000"/>
              <a:gd name="connsiteY36" fmla="*/ 1037921 h 2237474"/>
              <a:gd name="connsiteX37" fmla="*/ 9155969 w 12192000"/>
              <a:gd name="connsiteY37" fmla="*/ 1046804 h 2237474"/>
              <a:gd name="connsiteX38" fmla="*/ 9133985 w 12192000"/>
              <a:gd name="connsiteY38" fmla="*/ 1046450 h 2237474"/>
              <a:gd name="connsiteX39" fmla="*/ 9012987 w 12192000"/>
              <a:gd name="connsiteY39" fmla="*/ 1061986 h 2237474"/>
              <a:gd name="connsiteX40" fmla="*/ 8968445 w 12192000"/>
              <a:gd name="connsiteY40" fmla="*/ 1052169 h 2237474"/>
              <a:gd name="connsiteX41" fmla="*/ 8958984 w 12192000"/>
              <a:gd name="connsiteY41" fmla="*/ 1057212 h 2237474"/>
              <a:gd name="connsiteX42" fmla="*/ 8886001 w 12192000"/>
              <a:gd name="connsiteY42" fmla="*/ 1067468 h 2237474"/>
              <a:gd name="connsiteX43" fmla="*/ 8838610 w 12192000"/>
              <a:gd name="connsiteY43" fmla="*/ 1075091 h 2237474"/>
              <a:gd name="connsiteX44" fmla="*/ 8750383 w 12192000"/>
              <a:gd name="connsiteY44" fmla="*/ 1097387 h 2237474"/>
              <a:gd name="connsiteX45" fmla="*/ 8665605 w 12192000"/>
              <a:gd name="connsiteY45" fmla="*/ 1110791 h 2237474"/>
              <a:gd name="connsiteX46" fmla="*/ 8584946 w 12192000"/>
              <a:gd name="connsiteY46" fmla="*/ 1135226 h 2237474"/>
              <a:gd name="connsiteX47" fmla="*/ 8460755 w 12192000"/>
              <a:gd name="connsiteY47" fmla="*/ 1203427 h 2237474"/>
              <a:gd name="connsiteX48" fmla="*/ 8419755 w 12192000"/>
              <a:gd name="connsiteY48" fmla="*/ 1216260 h 2237474"/>
              <a:gd name="connsiteX49" fmla="*/ 8411626 w 12192000"/>
              <a:gd name="connsiteY49" fmla="*/ 1214397 h 2237474"/>
              <a:gd name="connsiteX50" fmla="*/ 8363469 w 12192000"/>
              <a:gd name="connsiteY50" fmla="*/ 1246658 h 2237474"/>
              <a:gd name="connsiteX51" fmla="*/ 8275497 w 12192000"/>
              <a:gd name="connsiteY51" fmla="*/ 1264396 h 2237474"/>
              <a:gd name="connsiteX52" fmla="*/ 8206287 w 12192000"/>
              <a:gd name="connsiteY52" fmla="*/ 1273060 h 2237474"/>
              <a:gd name="connsiteX53" fmla="*/ 8168705 w 12192000"/>
              <a:gd name="connsiteY53" fmla="*/ 1279956 h 2237474"/>
              <a:gd name="connsiteX54" fmla="*/ 8139997 w 12192000"/>
              <a:gd name="connsiteY54" fmla="*/ 1282713 h 2237474"/>
              <a:gd name="connsiteX55" fmla="*/ 8074238 w 12192000"/>
              <a:gd name="connsiteY55" fmla="*/ 1301895 h 2237474"/>
              <a:gd name="connsiteX56" fmla="*/ 7968292 w 12192000"/>
              <a:gd name="connsiteY56" fmla="*/ 1338779 h 2237474"/>
              <a:gd name="connsiteX57" fmla="*/ 7902328 w 12192000"/>
              <a:gd name="connsiteY57" fmla="*/ 1345865 h 2237474"/>
              <a:gd name="connsiteX58" fmla="*/ 7875879 w 12192000"/>
              <a:gd name="connsiteY58" fmla="*/ 1345646 h 2237474"/>
              <a:gd name="connsiteX59" fmla="*/ 7840612 w 12192000"/>
              <a:gd name="connsiteY59" fmla="*/ 1369373 h 2237474"/>
              <a:gd name="connsiteX60" fmla="*/ 7786819 w 12192000"/>
              <a:gd name="connsiteY60" fmla="*/ 1378970 h 2237474"/>
              <a:gd name="connsiteX61" fmla="*/ 7548172 w 12192000"/>
              <a:gd name="connsiteY61" fmla="*/ 1417460 h 2237474"/>
              <a:gd name="connsiteX62" fmla="*/ 7483437 w 12192000"/>
              <a:gd name="connsiteY62" fmla="*/ 1478152 h 2237474"/>
              <a:gd name="connsiteX63" fmla="*/ 7377870 w 12192000"/>
              <a:gd name="connsiteY63" fmla="*/ 1523319 h 2237474"/>
              <a:gd name="connsiteX64" fmla="*/ 7230737 w 12192000"/>
              <a:gd name="connsiteY64" fmla="*/ 1562633 h 2237474"/>
              <a:gd name="connsiteX65" fmla="*/ 7224458 w 12192000"/>
              <a:gd name="connsiteY65" fmla="*/ 1573008 h 2237474"/>
              <a:gd name="connsiteX66" fmla="*/ 7183121 w 12192000"/>
              <a:gd name="connsiteY66" fmla="*/ 1595162 h 2237474"/>
              <a:gd name="connsiteX67" fmla="*/ 7164601 w 12192000"/>
              <a:gd name="connsiteY67" fmla="*/ 1606490 h 2237474"/>
              <a:gd name="connsiteX68" fmla="*/ 7092727 w 12192000"/>
              <a:gd name="connsiteY68" fmla="*/ 1623628 h 2237474"/>
              <a:gd name="connsiteX69" fmla="*/ 7031309 w 12192000"/>
              <a:gd name="connsiteY69" fmla="*/ 1619451 h 2237474"/>
              <a:gd name="connsiteX70" fmla="*/ 6999084 w 12192000"/>
              <a:gd name="connsiteY70" fmla="*/ 1634317 h 2237474"/>
              <a:gd name="connsiteX71" fmla="*/ 6992107 w 12192000"/>
              <a:gd name="connsiteY71" fmla="*/ 1636860 h 2237474"/>
              <a:gd name="connsiteX72" fmla="*/ 6900177 w 12192000"/>
              <a:gd name="connsiteY72" fmla="*/ 1636016 h 2237474"/>
              <a:gd name="connsiteX73" fmla="*/ 6795372 w 12192000"/>
              <a:gd name="connsiteY73" fmla="*/ 1644845 h 2237474"/>
              <a:gd name="connsiteX74" fmla="*/ 6692251 w 12192000"/>
              <a:gd name="connsiteY74" fmla="*/ 1656357 h 2237474"/>
              <a:gd name="connsiteX75" fmla="*/ 6655235 w 12192000"/>
              <a:gd name="connsiteY75" fmla="*/ 1661869 h 2237474"/>
              <a:gd name="connsiteX76" fmla="*/ 6554894 w 12192000"/>
              <a:gd name="connsiteY76" fmla="*/ 1664428 h 2237474"/>
              <a:gd name="connsiteX77" fmla="*/ 6516595 w 12192000"/>
              <a:gd name="connsiteY77" fmla="*/ 1667475 h 2237474"/>
              <a:gd name="connsiteX78" fmla="*/ 6508541 w 12192000"/>
              <a:gd name="connsiteY78" fmla="*/ 1668757 h 2237474"/>
              <a:gd name="connsiteX79" fmla="*/ 6471012 w 12192000"/>
              <a:gd name="connsiteY79" fmla="*/ 1678604 h 2237474"/>
              <a:gd name="connsiteX80" fmla="*/ 6364035 w 12192000"/>
              <a:gd name="connsiteY80" fmla="*/ 1667683 h 2237474"/>
              <a:gd name="connsiteX81" fmla="*/ 6280959 w 12192000"/>
              <a:gd name="connsiteY81" fmla="*/ 1689329 h 2237474"/>
              <a:gd name="connsiteX82" fmla="*/ 6243319 w 12192000"/>
              <a:gd name="connsiteY82" fmla="*/ 1695560 h 2237474"/>
              <a:gd name="connsiteX83" fmla="*/ 6098321 w 12192000"/>
              <a:gd name="connsiteY83" fmla="*/ 1721646 h 2237474"/>
              <a:gd name="connsiteX84" fmla="*/ 5880652 w 12192000"/>
              <a:gd name="connsiteY84" fmla="*/ 1779643 h 2237474"/>
              <a:gd name="connsiteX85" fmla="*/ 5785959 w 12192000"/>
              <a:gd name="connsiteY85" fmla="*/ 1775307 h 2237474"/>
              <a:gd name="connsiteX86" fmla="*/ 5643534 w 12192000"/>
              <a:gd name="connsiteY86" fmla="*/ 1802919 h 2237474"/>
              <a:gd name="connsiteX87" fmla="*/ 5518799 w 12192000"/>
              <a:gd name="connsiteY87" fmla="*/ 1818312 h 2237474"/>
              <a:gd name="connsiteX88" fmla="*/ 5505014 w 12192000"/>
              <a:gd name="connsiteY88" fmla="*/ 1819259 h 2237474"/>
              <a:gd name="connsiteX89" fmla="*/ 5453307 w 12192000"/>
              <a:gd name="connsiteY89" fmla="*/ 1815450 h 2237474"/>
              <a:gd name="connsiteX90" fmla="*/ 5364192 w 12192000"/>
              <a:gd name="connsiteY90" fmla="*/ 1826074 h 2237474"/>
              <a:gd name="connsiteX91" fmla="*/ 5350380 w 12192000"/>
              <a:gd name="connsiteY91" fmla="*/ 1830891 h 2237474"/>
              <a:gd name="connsiteX92" fmla="*/ 5259633 w 12192000"/>
              <a:gd name="connsiteY92" fmla="*/ 1837160 h 2237474"/>
              <a:gd name="connsiteX93" fmla="*/ 5197513 w 12192000"/>
              <a:gd name="connsiteY93" fmla="*/ 1844718 h 2237474"/>
              <a:gd name="connsiteX94" fmla="*/ 5168852 w 12192000"/>
              <a:gd name="connsiteY94" fmla="*/ 1844846 h 2237474"/>
              <a:gd name="connsiteX95" fmla="*/ 5114927 w 12192000"/>
              <a:gd name="connsiteY95" fmla="*/ 1847827 h 2237474"/>
              <a:gd name="connsiteX96" fmla="*/ 5108970 w 12192000"/>
              <a:gd name="connsiteY96" fmla="*/ 1847935 h 2237474"/>
              <a:gd name="connsiteX97" fmla="*/ 5067961 w 12192000"/>
              <a:gd name="connsiteY97" fmla="*/ 1845917 h 2237474"/>
              <a:gd name="connsiteX98" fmla="*/ 5007075 w 12192000"/>
              <a:gd name="connsiteY98" fmla="*/ 1838626 h 2237474"/>
              <a:gd name="connsiteX99" fmla="*/ 4944087 w 12192000"/>
              <a:gd name="connsiteY99" fmla="*/ 1823332 h 2237474"/>
              <a:gd name="connsiteX100" fmla="*/ 4907662 w 12192000"/>
              <a:gd name="connsiteY100" fmla="*/ 1816900 h 2237474"/>
              <a:gd name="connsiteX101" fmla="*/ 4882386 w 12192000"/>
              <a:gd name="connsiteY101" fmla="*/ 1809844 h 2237474"/>
              <a:gd name="connsiteX102" fmla="*/ 4811440 w 12192000"/>
              <a:gd name="connsiteY102" fmla="*/ 1804655 h 2237474"/>
              <a:gd name="connsiteX103" fmla="*/ 4691075 w 12192000"/>
              <a:gd name="connsiteY103" fmla="*/ 1801389 h 2237474"/>
              <a:gd name="connsiteX104" fmla="*/ 4611738 w 12192000"/>
              <a:gd name="connsiteY104" fmla="*/ 1776964 h 2237474"/>
              <a:gd name="connsiteX105" fmla="*/ 4560070 w 12192000"/>
              <a:gd name="connsiteY105" fmla="*/ 1785640 h 2237474"/>
              <a:gd name="connsiteX106" fmla="*/ 4536503 w 12192000"/>
              <a:gd name="connsiteY106" fmla="*/ 1785334 h 2237474"/>
              <a:gd name="connsiteX107" fmla="*/ 4513724 w 12192000"/>
              <a:gd name="connsiteY107" fmla="*/ 1791996 h 2237474"/>
              <a:gd name="connsiteX108" fmla="*/ 4459810 w 12192000"/>
              <a:gd name="connsiteY108" fmla="*/ 1797886 h 2237474"/>
              <a:gd name="connsiteX109" fmla="*/ 4379064 w 12192000"/>
              <a:gd name="connsiteY109" fmla="*/ 1817177 h 2237474"/>
              <a:gd name="connsiteX110" fmla="*/ 4319209 w 12192000"/>
              <a:gd name="connsiteY110" fmla="*/ 1834833 h 2237474"/>
              <a:gd name="connsiteX111" fmla="*/ 4290981 w 12192000"/>
              <a:gd name="connsiteY111" fmla="*/ 1839677 h 2237474"/>
              <a:gd name="connsiteX112" fmla="*/ 4285792 w 12192000"/>
              <a:gd name="connsiteY112" fmla="*/ 1836231 h 2237474"/>
              <a:gd name="connsiteX113" fmla="*/ 4238372 w 12192000"/>
              <a:gd name="connsiteY113" fmla="*/ 1851480 h 2237474"/>
              <a:gd name="connsiteX114" fmla="*/ 4232517 w 12192000"/>
              <a:gd name="connsiteY114" fmla="*/ 1852567 h 2237474"/>
              <a:gd name="connsiteX115" fmla="*/ 4191732 w 12192000"/>
              <a:gd name="connsiteY115" fmla="*/ 1857328 h 2237474"/>
              <a:gd name="connsiteX116" fmla="*/ 4065532 w 12192000"/>
              <a:gd name="connsiteY116" fmla="*/ 1855477 h 2237474"/>
              <a:gd name="connsiteX117" fmla="*/ 4028460 w 12192000"/>
              <a:gd name="connsiteY117" fmla="*/ 1855137 h 2237474"/>
              <a:gd name="connsiteX118" fmla="*/ 4002267 w 12192000"/>
              <a:gd name="connsiteY118" fmla="*/ 1852352 h 2237474"/>
              <a:gd name="connsiteX119" fmla="*/ 3931396 w 12192000"/>
              <a:gd name="connsiteY119" fmla="*/ 1858915 h 2237474"/>
              <a:gd name="connsiteX120" fmla="*/ 3812162 w 12192000"/>
              <a:gd name="connsiteY120" fmla="*/ 1875501 h 2237474"/>
              <a:gd name="connsiteX121" fmla="*/ 3729530 w 12192000"/>
              <a:gd name="connsiteY121" fmla="*/ 1864513 h 2237474"/>
              <a:gd name="connsiteX122" fmla="*/ 3680177 w 12192000"/>
              <a:gd name="connsiteY122" fmla="*/ 1881552 h 2237474"/>
              <a:gd name="connsiteX123" fmla="*/ 3567259 w 12192000"/>
              <a:gd name="connsiteY123" fmla="*/ 1893482 h 2237474"/>
              <a:gd name="connsiteX124" fmla="*/ 3405770 w 12192000"/>
              <a:gd name="connsiteY124" fmla="*/ 1904591 h 2237474"/>
              <a:gd name="connsiteX125" fmla="*/ 3280097 w 12192000"/>
              <a:gd name="connsiteY125" fmla="*/ 1919610 h 2237474"/>
              <a:gd name="connsiteX126" fmla="*/ 3123424 w 12192000"/>
              <a:gd name="connsiteY126" fmla="*/ 1952930 h 2237474"/>
              <a:gd name="connsiteX127" fmla="*/ 3009910 w 12192000"/>
              <a:gd name="connsiteY127" fmla="*/ 1957866 h 2237474"/>
              <a:gd name="connsiteX128" fmla="*/ 2995934 w 12192000"/>
              <a:gd name="connsiteY128" fmla="*/ 1967085 h 2237474"/>
              <a:gd name="connsiteX129" fmla="*/ 2980071 w 12192000"/>
              <a:gd name="connsiteY129" fmla="*/ 1972988 h 2237474"/>
              <a:gd name="connsiteX130" fmla="*/ 2978094 w 12192000"/>
              <a:gd name="connsiteY130" fmla="*/ 1972369 h 2237474"/>
              <a:gd name="connsiteX131" fmla="*/ 2942858 w 12192000"/>
              <a:gd name="connsiteY131" fmla="*/ 1981367 h 2237474"/>
              <a:gd name="connsiteX132" fmla="*/ 2875436 w 12192000"/>
              <a:gd name="connsiteY132" fmla="*/ 1996977 h 2237474"/>
              <a:gd name="connsiteX133" fmla="*/ 2874892 w 12192000"/>
              <a:gd name="connsiteY133" fmla="*/ 1996085 h 2237474"/>
              <a:gd name="connsiteX134" fmla="*/ 2864145 w 12192000"/>
              <a:gd name="connsiteY134" fmla="*/ 1994061 h 2237474"/>
              <a:gd name="connsiteX135" fmla="*/ 2843662 w 12192000"/>
              <a:gd name="connsiteY135" fmla="*/ 1992498 h 2237474"/>
              <a:gd name="connsiteX136" fmla="*/ 2796128 w 12192000"/>
              <a:gd name="connsiteY136" fmla="*/ 1976403 h 2237474"/>
              <a:gd name="connsiteX137" fmla="*/ 2756784 w 12192000"/>
              <a:gd name="connsiteY137" fmla="*/ 1985116 h 2237474"/>
              <a:gd name="connsiteX138" fmla="*/ 2748833 w 12192000"/>
              <a:gd name="connsiteY138" fmla="*/ 1986323 h 2237474"/>
              <a:gd name="connsiteX139" fmla="*/ 2748661 w 12192000"/>
              <a:gd name="connsiteY139" fmla="*/ 1986122 h 2237474"/>
              <a:gd name="connsiteX140" fmla="*/ 2740251 w 12192000"/>
              <a:gd name="connsiteY140" fmla="*/ 1986946 h 2237474"/>
              <a:gd name="connsiteX141" fmla="*/ 2718916 w 12192000"/>
              <a:gd name="connsiteY141" fmla="*/ 1990867 h 2237474"/>
              <a:gd name="connsiteX142" fmla="*/ 2713522 w 12192000"/>
              <a:gd name="connsiteY142" fmla="*/ 1990173 h 2237474"/>
              <a:gd name="connsiteX143" fmla="*/ 2680597 w 12192000"/>
              <a:gd name="connsiteY143" fmla="*/ 1984996 h 2237474"/>
              <a:gd name="connsiteX144" fmla="*/ 2578178 w 12192000"/>
              <a:gd name="connsiteY144" fmla="*/ 1990531 h 2237474"/>
              <a:gd name="connsiteX145" fmla="*/ 2476147 w 12192000"/>
              <a:gd name="connsiteY145" fmla="*/ 1998305 h 2237474"/>
              <a:gd name="connsiteX146" fmla="*/ 2373568 w 12192000"/>
              <a:gd name="connsiteY146" fmla="*/ 2003219 h 2237474"/>
              <a:gd name="connsiteX147" fmla="*/ 2321399 w 12192000"/>
              <a:gd name="connsiteY147" fmla="*/ 1989467 h 2237474"/>
              <a:gd name="connsiteX148" fmla="*/ 2315525 w 12192000"/>
              <a:gd name="connsiteY148" fmla="*/ 1989708 h 2237474"/>
              <a:gd name="connsiteX149" fmla="*/ 2300792 w 12192000"/>
              <a:gd name="connsiteY149" fmla="*/ 1994290 h 2237474"/>
              <a:gd name="connsiteX150" fmla="*/ 2295469 w 12192000"/>
              <a:gd name="connsiteY150" fmla="*/ 1996659 h 2237474"/>
              <a:gd name="connsiteX151" fmla="*/ 2287219 w 12192000"/>
              <a:gd name="connsiteY151" fmla="*/ 1998750 h 2237474"/>
              <a:gd name="connsiteX152" fmla="*/ 2286948 w 12192000"/>
              <a:gd name="connsiteY152" fmla="*/ 1998596 h 2237474"/>
              <a:gd name="connsiteX153" fmla="*/ 2243069 w 12192000"/>
              <a:gd name="connsiteY153" fmla="*/ 2015111 h 2237474"/>
              <a:gd name="connsiteX154" fmla="*/ 2186609 w 12192000"/>
              <a:gd name="connsiteY154" fmla="*/ 2008263 h 2237474"/>
              <a:gd name="connsiteX155" fmla="*/ 2164831 w 12192000"/>
              <a:gd name="connsiteY155" fmla="*/ 2010143 h 2237474"/>
              <a:gd name="connsiteX156" fmla="*/ 2152836 w 12192000"/>
              <a:gd name="connsiteY156" fmla="*/ 2010048 h 2237474"/>
              <a:gd name="connsiteX157" fmla="*/ 2117102 w 12192000"/>
              <a:gd name="connsiteY157" fmla="*/ 2023004 h 2237474"/>
              <a:gd name="connsiteX158" fmla="*/ 2111935 w 12192000"/>
              <a:gd name="connsiteY158" fmla="*/ 2023163 h 2237474"/>
              <a:gd name="connsiteX159" fmla="*/ 2089991 w 12192000"/>
              <a:gd name="connsiteY159" fmla="*/ 2034193 h 2237474"/>
              <a:gd name="connsiteX160" fmla="*/ 2058061 w 12192000"/>
              <a:gd name="connsiteY160" fmla="*/ 2047942 h 2237474"/>
              <a:gd name="connsiteX161" fmla="*/ 2055737 w 12192000"/>
              <a:gd name="connsiteY161" fmla="*/ 2047704 h 2237474"/>
              <a:gd name="connsiteX162" fmla="*/ 2042244 w 12192000"/>
              <a:gd name="connsiteY162" fmla="*/ 2055560 h 2237474"/>
              <a:gd name="connsiteX163" fmla="*/ 1976224 w 12192000"/>
              <a:gd name="connsiteY163" fmla="*/ 2074257 h 2237474"/>
              <a:gd name="connsiteX164" fmla="*/ 1877728 w 12192000"/>
              <a:gd name="connsiteY164" fmla="*/ 2101004 h 2237474"/>
              <a:gd name="connsiteX165" fmla="*/ 1759056 w 12192000"/>
              <a:gd name="connsiteY165" fmla="*/ 2125608 h 2237474"/>
              <a:gd name="connsiteX166" fmla="*/ 1637948 w 12192000"/>
              <a:gd name="connsiteY166" fmla="*/ 2172597 h 2237474"/>
              <a:gd name="connsiteX167" fmla="*/ 1434549 w 12192000"/>
              <a:gd name="connsiteY167" fmla="*/ 2234522 h 2237474"/>
              <a:gd name="connsiteX168" fmla="*/ 1398481 w 12192000"/>
              <a:gd name="connsiteY168" fmla="*/ 2237074 h 2237474"/>
              <a:gd name="connsiteX169" fmla="*/ 1398407 w 12192000"/>
              <a:gd name="connsiteY169" fmla="*/ 2237095 h 2237474"/>
              <a:gd name="connsiteX170" fmla="*/ 1370962 w 12192000"/>
              <a:gd name="connsiteY170" fmla="*/ 2237474 h 2237474"/>
              <a:gd name="connsiteX171" fmla="*/ 1356367 w 12192000"/>
              <a:gd name="connsiteY171" fmla="*/ 2235089 h 2237474"/>
              <a:gd name="connsiteX172" fmla="*/ 1324828 w 12192000"/>
              <a:gd name="connsiteY172" fmla="*/ 2231968 h 2237474"/>
              <a:gd name="connsiteX173" fmla="*/ 1297744 w 12192000"/>
              <a:gd name="connsiteY173" fmla="*/ 2235849 h 2237474"/>
              <a:gd name="connsiteX174" fmla="*/ 1286236 w 12192000"/>
              <a:gd name="connsiteY174" fmla="*/ 2233135 h 2237474"/>
              <a:gd name="connsiteX175" fmla="*/ 1283504 w 12192000"/>
              <a:gd name="connsiteY175" fmla="*/ 2233797 h 2237474"/>
              <a:gd name="connsiteX176" fmla="*/ 1279765 w 12192000"/>
              <a:gd name="connsiteY176" fmla="*/ 2229639 h 2237474"/>
              <a:gd name="connsiteX177" fmla="*/ 1195347 w 12192000"/>
              <a:gd name="connsiteY177" fmla="*/ 2212354 h 2237474"/>
              <a:gd name="connsiteX178" fmla="*/ 970251 w 12192000"/>
              <a:gd name="connsiteY178" fmla="*/ 2221029 h 2237474"/>
              <a:gd name="connsiteX179" fmla="*/ 812914 w 12192000"/>
              <a:gd name="connsiteY179" fmla="*/ 2202752 h 2237474"/>
              <a:gd name="connsiteX180" fmla="*/ 800195 w 12192000"/>
              <a:gd name="connsiteY180" fmla="*/ 2209407 h 2237474"/>
              <a:gd name="connsiteX181" fmla="*/ 784978 w 12192000"/>
              <a:gd name="connsiteY181" fmla="*/ 2212360 h 2237474"/>
              <a:gd name="connsiteX182" fmla="*/ 681987 w 12192000"/>
              <a:gd name="connsiteY182" fmla="*/ 2216757 h 2237474"/>
              <a:gd name="connsiteX183" fmla="*/ 669923 w 12192000"/>
              <a:gd name="connsiteY183" fmla="*/ 2211682 h 2237474"/>
              <a:gd name="connsiteX184" fmla="*/ 648680 w 12192000"/>
              <a:gd name="connsiteY184" fmla="*/ 2206229 h 2237474"/>
              <a:gd name="connsiteX185" fmla="*/ 597225 w 12192000"/>
              <a:gd name="connsiteY185" fmla="*/ 2180999 h 2237474"/>
              <a:gd name="connsiteX186" fmla="*/ 558449 w 12192000"/>
              <a:gd name="connsiteY186" fmla="*/ 2182346 h 2237474"/>
              <a:gd name="connsiteX187" fmla="*/ 550517 w 12192000"/>
              <a:gd name="connsiteY187" fmla="*/ 2182060 h 2237474"/>
              <a:gd name="connsiteX188" fmla="*/ 550309 w 12192000"/>
              <a:gd name="connsiteY188" fmla="*/ 2181825 h 2237474"/>
              <a:gd name="connsiteX189" fmla="*/ 541836 w 12192000"/>
              <a:gd name="connsiteY189" fmla="*/ 2181063 h 2237474"/>
              <a:gd name="connsiteX190" fmla="*/ 536057 w 12192000"/>
              <a:gd name="connsiteY190" fmla="*/ 2181537 h 2237474"/>
              <a:gd name="connsiteX191" fmla="*/ 520671 w 12192000"/>
              <a:gd name="connsiteY191" fmla="*/ 2180980 h 2237474"/>
              <a:gd name="connsiteX192" fmla="*/ 515024 w 12192000"/>
              <a:gd name="connsiteY192" fmla="*/ 2179258 h 2237474"/>
              <a:gd name="connsiteX193" fmla="*/ 512278 w 12192000"/>
              <a:gd name="connsiteY193" fmla="*/ 2176369 h 2237474"/>
              <a:gd name="connsiteX194" fmla="*/ 480419 w 12192000"/>
              <a:gd name="connsiteY194" fmla="*/ 2167807 h 2237474"/>
              <a:gd name="connsiteX195" fmla="*/ 413835 w 12192000"/>
              <a:gd name="connsiteY195" fmla="*/ 2156783 h 2237474"/>
              <a:gd name="connsiteX196" fmla="*/ 376513 w 12192000"/>
              <a:gd name="connsiteY196" fmla="*/ 2154014 h 2237474"/>
              <a:gd name="connsiteX197" fmla="*/ 273386 w 12192000"/>
              <a:gd name="connsiteY197" fmla="*/ 2142551 h 2237474"/>
              <a:gd name="connsiteX198" fmla="*/ 169207 w 12192000"/>
              <a:gd name="connsiteY198" fmla="*/ 2128100 h 2237474"/>
              <a:gd name="connsiteX199" fmla="*/ 93149 w 12192000"/>
              <a:gd name="connsiteY199" fmla="*/ 2105324 h 2237474"/>
              <a:gd name="connsiteX200" fmla="*/ 88109 w 12192000"/>
              <a:gd name="connsiteY200" fmla="*/ 2106704 h 2237474"/>
              <a:gd name="connsiteX201" fmla="*/ 80022 w 12192000"/>
              <a:gd name="connsiteY201" fmla="*/ 2107254 h 2237474"/>
              <a:gd name="connsiteX202" fmla="*/ 79717 w 12192000"/>
              <a:gd name="connsiteY202" fmla="*/ 2107046 h 2237474"/>
              <a:gd name="connsiteX203" fmla="*/ 72352 w 12192000"/>
              <a:gd name="connsiteY203" fmla="*/ 2107991 h 2237474"/>
              <a:gd name="connsiteX204" fmla="*/ 37645 w 12192000"/>
              <a:gd name="connsiteY204" fmla="*/ 2115401 h 2237474"/>
              <a:gd name="connsiteX205" fmla="*/ 4572 w 12192000"/>
              <a:gd name="connsiteY205" fmla="*/ 2111091 h 2237474"/>
              <a:gd name="connsiteX206" fmla="*/ 0 w 12192000"/>
              <a:gd name="connsiteY206" fmla="*/ 2110468 h 2237474"/>
              <a:gd name="connsiteX207" fmla="*/ 0 w 12192000"/>
              <a:gd name="connsiteY207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11200 w 12192000"/>
              <a:gd name="connsiteY18" fmla="*/ 767513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798048 w 12192000"/>
              <a:gd name="connsiteY23" fmla="*/ 863207 h 2237474"/>
              <a:gd name="connsiteX24" fmla="*/ 9683005 w 12192000"/>
              <a:gd name="connsiteY24" fmla="*/ 894128 h 2237474"/>
              <a:gd name="connsiteX25" fmla="*/ 9594438 w 12192000"/>
              <a:gd name="connsiteY25" fmla="*/ 919051 h 2237474"/>
              <a:gd name="connsiteX26" fmla="*/ 9577033 w 12192000"/>
              <a:gd name="connsiteY26" fmla="*/ 922857 h 2237474"/>
              <a:gd name="connsiteX27" fmla="*/ 9544189 w 12192000"/>
              <a:gd name="connsiteY27" fmla="*/ 938966 h 2237474"/>
              <a:gd name="connsiteX28" fmla="*/ 9500499 w 12192000"/>
              <a:gd name="connsiteY28" fmla="*/ 954680 h 2237474"/>
              <a:gd name="connsiteX29" fmla="*/ 9428195 w 12192000"/>
              <a:gd name="connsiteY29" fmla="*/ 986225 h 2237474"/>
              <a:gd name="connsiteX30" fmla="*/ 9410017 w 12192000"/>
              <a:gd name="connsiteY30" fmla="*/ 993931 h 2237474"/>
              <a:gd name="connsiteX31" fmla="*/ 9392919 w 12192000"/>
              <a:gd name="connsiteY31" fmla="*/ 994656 h 2237474"/>
              <a:gd name="connsiteX32" fmla="*/ 9278619 w 12192000"/>
              <a:gd name="connsiteY32" fmla="*/ 1011878 h 2237474"/>
              <a:gd name="connsiteX33" fmla="*/ 9268019 w 12192000"/>
              <a:gd name="connsiteY33" fmla="*/ 1007442 h 2237474"/>
              <a:gd name="connsiteX34" fmla="*/ 9234662 w 12192000"/>
              <a:gd name="connsiteY34" fmla="*/ 1023056 h 2237474"/>
              <a:gd name="connsiteX35" fmla="*/ 9181033 w 12192000"/>
              <a:gd name="connsiteY35" fmla="*/ 1037921 h 2237474"/>
              <a:gd name="connsiteX36" fmla="*/ 9155969 w 12192000"/>
              <a:gd name="connsiteY36" fmla="*/ 1046804 h 2237474"/>
              <a:gd name="connsiteX37" fmla="*/ 9133985 w 12192000"/>
              <a:gd name="connsiteY37" fmla="*/ 1046450 h 2237474"/>
              <a:gd name="connsiteX38" fmla="*/ 9012987 w 12192000"/>
              <a:gd name="connsiteY38" fmla="*/ 1061986 h 2237474"/>
              <a:gd name="connsiteX39" fmla="*/ 8968445 w 12192000"/>
              <a:gd name="connsiteY39" fmla="*/ 1052169 h 2237474"/>
              <a:gd name="connsiteX40" fmla="*/ 8958984 w 12192000"/>
              <a:gd name="connsiteY40" fmla="*/ 1057212 h 2237474"/>
              <a:gd name="connsiteX41" fmla="*/ 8886001 w 12192000"/>
              <a:gd name="connsiteY41" fmla="*/ 1067468 h 2237474"/>
              <a:gd name="connsiteX42" fmla="*/ 8838610 w 12192000"/>
              <a:gd name="connsiteY42" fmla="*/ 1075091 h 2237474"/>
              <a:gd name="connsiteX43" fmla="*/ 8750383 w 12192000"/>
              <a:gd name="connsiteY43" fmla="*/ 1097387 h 2237474"/>
              <a:gd name="connsiteX44" fmla="*/ 8665605 w 12192000"/>
              <a:gd name="connsiteY44" fmla="*/ 1110791 h 2237474"/>
              <a:gd name="connsiteX45" fmla="*/ 8584946 w 12192000"/>
              <a:gd name="connsiteY45" fmla="*/ 1135226 h 2237474"/>
              <a:gd name="connsiteX46" fmla="*/ 8460755 w 12192000"/>
              <a:gd name="connsiteY46" fmla="*/ 1203427 h 2237474"/>
              <a:gd name="connsiteX47" fmla="*/ 8419755 w 12192000"/>
              <a:gd name="connsiteY47" fmla="*/ 1216260 h 2237474"/>
              <a:gd name="connsiteX48" fmla="*/ 8411626 w 12192000"/>
              <a:gd name="connsiteY48" fmla="*/ 1214397 h 2237474"/>
              <a:gd name="connsiteX49" fmla="*/ 8363469 w 12192000"/>
              <a:gd name="connsiteY49" fmla="*/ 1246658 h 2237474"/>
              <a:gd name="connsiteX50" fmla="*/ 8275497 w 12192000"/>
              <a:gd name="connsiteY50" fmla="*/ 1264396 h 2237474"/>
              <a:gd name="connsiteX51" fmla="*/ 8206287 w 12192000"/>
              <a:gd name="connsiteY51" fmla="*/ 1273060 h 2237474"/>
              <a:gd name="connsiteX52" fmla="*/ 8168705 w 12192000"/>
              <a:gd name="connsiteY52" fmla="*/ 1279956 h 2237474"/>
              <a:gd name="connsiteX53" fmla="*/ 8139997 w 12192000"/>
              <a:gd name="connsiteY53" fmla="*/ 1282713 h 2237474"/>
              <a:gd name="connsiteX54" fmla="*/ 8074238 w 12192000"/>
              <a:gd name="connsiteY54" fmla="*/ 1301895 h 2237474"/>
              <a:gd name="connsiteX55" fmla="*/ 7968292 w 12192000"/>
              <a:gd name="connsiteY55" fmla="*/ 1338779 h 2237474"/>
              <a:gd name="connsiteX56" fmla="*/ 7902328 w 12192000"/>
              <a:gd name="connsiteY56" fmla="*/ 1345865 h 2237474"/>
              <a:gd name="connsiteX57" fmla="*/ 7875879 w 12192000"/>
              <a:gd name="connsiteY57" fmla="*/ 1345646 h 2237474"/>
              <a:gd name="connsiteX58" fmla="*/ 7840612 w 12192000"/>
              <a:gd name="connsiteY58" fmla="*/ 1369373 h 2237474"/>
              <a:gd name="connsiteX59" fmla="*/ 7786819 w 12192000"/>
              <a:gd name="connsiteY59" fmla="*/ 1378970 h 2237474"/>
              <a:gd name="connsiteX60" fmla="*/ 7548172 w 12192000"/>
              <a:gd name="connsiteY60" fmla="*/ 1417460 h 2237474"/>
              <a:gd name="connsiteX61" fmla="*/ 7483437 w 12192000"/>
              <a:gd name="connsiteY61" fmla="*/ 1478152 h 2237474"/>
              <a:gd name="connsiteX62" fmla="*/ 7377870 w 12192000"/>
              <a:gd name="connsiteY62" fmla="*/ 1523319 h 2237474"/>
              <a:gd name="connsiteX63" fmla="*/ 7230737 w 12192000"/>
              <a:gd name="connsiteY63" fmla="*/ 1562633 h 2237474"/>
              <a:gd name="connsiteX64" fmla="*/ 7224458 w 12192000"/>
              <a:gd name="connsiteY64" fmla="*/ 1573008 h 2237474"/>
              <a:gd name="connsiteX65" fmla="*/ 7183121 w 12192000"/>
              <a:gd name="connsiteY65" fmla="*/ 1595162 h 2237474"/>
              <a:gd name="connsiteX66" fmla="*/ 7164601 w 12192000"/>
              <a:gd name="connsiteY66" fmla="*/ 1606490 h 2237474"/>
              <a:gd name="connsiteX67" fmla="*/ 7092727 w 12192000"/>
              <a:gd name="connsiteY67" fmla="*/ 1623628 h 2237474"/>
              <a:gd name="connsiteX68" fmla="*/ 7031309 w 12192000"/>
              <a:gd name="connsiteY68" fmla="*/ 1619451 h 2237474"/>
              <a:gd name="connsiteX69" fmla="*/ 6999084 w 12192000"/>
              <a:gd name="connsiteY69" fmla="*/ 1634317 h 2237474"/>
              <a:gd name="connsiteX70" fmla="*/ 6992107 w 12192000"/>
              <a:gd name="connsiteY70" fmla="*/ 1636860 h 2237474"/>
              <a:gd name="connsiteX71" fmla="*/ 6900177 w 12192000"/>
              <a:gd name="connsiteY71" fmla="*/ 1636016 h 2237474"/>
              <a:gd name="connsiteX72" fmla="*/ 6795372 w 12192000"/>
              <a:gd name="connsiteY72" fmla="*/ 1644845 h 2237474"/>
              <a:gd name="connsiteX73" fmla="*/ 6692251 w 12192000"/>
              <a:gd name="connsiteY73" fmla="*/ 1656357 h 2237474"/>
              <a:gd name="connsiteX74" fmla="*/ 6655235 w 12192000"/>
              <a:gd name="connsiteY74" fmla="*/ 1661869 h 2237474"/>
              <a:gd name="connsiteX75" fmla="*/ 6554894 w 12192000"/>
              <a:gd name="connsiteY75" fmla="*/ 1664428 h 2237474"/>
              <a:gd name="connsiteX76" fmla="*/ 6516595 w 12192000"/>
              <a:gd name="connsiteY76" fmla="*/ 1667475 h 2237474"/>
              <a:gd name="connsiteX77" fmla="*/ 6508541 w 12192000"/>
              <a:gd name="connsiteY77" fmla="*/ 1668757 h 2237474"/>
              <a:gd name="connsiteX78" fmla="*/ 6471012 w 12192000"/>
              <a:gd name="connsiteY78" fmla="*/ 1678604 h 2237474"/>
              <a:gd name="connsiteX79" fmla="*/ 6364035 w 12192000"/>
              <a:gd name="connsiteY79" fmla="*/ 1667683 h 2237474"/>
              <a:gd name="connsiteX80" fmla="*/ 6280959 w 12192000"/>
              <a:gd name="connsiteY80" fmla="*/ 1689329 h 2237474"/>
              <a:gd name="connsiteX81" fmla="*/ 6243319 w 12192000"/>
              <a:gd name="connsiteY81" fmla="*/ 1695560 h 2237474"/>
              <a:gd name="connsiteX82" fmla="*/ 6098321 w 12192000"/>
              <a:gd name="connsiteY82" fmla="*/ 1721646 h 2237474"/>
              <a:gd name="connsiteX83" fmla="*/ 5880652 w 12192000"/>
              <a:gd name="connsiteY83" fmla="*/ 1779643 h 2237474"/>
              <a:gd name="connsiteX84" fmla="*/ 5785959 w 12192000"/>
              <a:gd name="connsiteY84" fmla="*/ 1775307 h 2237474"/>
              <a:gd name="connsiteX85" fmla="*/ 5643534 w 12192000"/>
              <a:gd name="connsiteY85" fmla="*/ 1802919 h 2237474"/>
              <a:gd name="connsiteX86" fmla="*/ 5518799 w 12192000"/>
              <a:gd name="connsiteY86" fmla="*/ 1818312 h 2237474"/>
              <a:gd name="connsiteX87" fmla="*/ 5505014 w 12192000"/>
              <a:gd name="connsiteY87" fmla="*/ 1819259 h 2237474"/>
              <a:gd name="connsiteX88" fmla="*/ 5453307 w 12192000"/>
              <a:gd name="connsiteY88" fmla="*/ 1815450 h 2237474"/>
              <a:gd name="connsiteX89" fmla="*/ 5364192 w 12192000"/>
              <a:gd name="connsiteY89" fmla="*/ 1826074 h 2237474"/>
              <a:gd name="connsiteX90" fmla="*/ 5350380 w 12192000"/>
              <a:gd name="connsiteY90" fmla="*/ 1830891 h 2237474"/>
              <a:gd name="connsiteX91" fmla="*/ 5259633 w 12192000"/>
              <a:gd name="connsiteY91" fmla="*/ 1837160 h 2237474"/>
              <a:gd name="connsiteX92" fmla="*/ 5197513 w 12192000"/>
              <a:gd name="connsiteY92" fmla="*/ 1844718 h 2237474"/>
              <a:gd name="connsiteX93" fmla="*/ 5168852 w 12192000"/>
              <a:gd name="connsiteY93" fmla="*/ 1844846 h 2237474"/>
              <a:gd name="connsiteX94" fmla="*/ 5114927 w 12192000"/>
              <a:gd name="connsiteY94" fmla="*/ 1847827 h 2237474"/>
              <a:gd name="connsiteX95" fmla="*/ 5108970 w 12192000"/>
              <a:gd name="connsiteY95" fmla="*/ 1847935 h 2237474"/>
              <a:gd name="connsiteX96" fmla="*/ 5067961 w 12192000"/>
              <a:gd name="connsiteY96" fmla="*/ 1845917 h 2237474"/>
              <a:gd name="connsiteX97" fmla="*/ 5007075 w 12192000"/>
              <a:gd name="connsiteY97" fmla="*/ 1838626 h 2237474"/>
              <a:gd name="connsiteX98" fmla="*/ 4944087 w 12192000"/>
              <a:gd name="connsiteY98" fmla="*/ 1823332 h 2237474"/>
              <a:gd name="connsiteX99" fmla="*/ 4907662 w 12192000"/>
              <a:gd name="connsiteY99" fmla="*/ 1816900 h 2237474"/>
              <a:gd name="connsiteX100" fmla="*/ 4882386 w 12192000"/>
              <a:gd name="connsiteY100" fmla="*/ 1809844 h 2237474"/>
              <a:gd name="connsiteX101" fmla="*/ 4811440 w 12192000"/>
              <a:gd name="connsiteY101" fmla="*/ 1804655 h 2237474"/>
              <a:gd name="connsiteX102" fmla="*/ 4691075 w 12192000"/>
              <a:gd name="connsiteY102" fmla="*/ 1801389 h 2237474"/>
              <a:gd name="connsiteX103" fmla="*/ 4611738 w 12192000"/>
              <a:gd name="connsiteY103" fmla="*/ 1776964 h 2237474"/>
              <a:gd name="connsiteX104" fmla="*/ 4560070 w 12192000"/>
              <a:gd name="connsiteY104" fmla="*/ 1785640 h 2237474"/>
              <a:gd name="connsiteX105" fmla="*/ 4536503 w 12192000"/>
              <a:gd name="connsiteY105" fmla="*/ 1785334 h 2237474"/>
              <a:gd name="connsiteX106" fmla="*/ 4513724 w 12192000"/>
              <a:gd name="connsiteY106" fmla="*/ 1791996 h 2237474"/>
              <a:gd name="connsiteX107" fmla="*/ 4459810 w 12192000"/>
              <a:gd name="connsiteY107" fmla="*/ 1797886 h 2237474"/>
              <a:gd name="connsiteX108" fmla="*/ 4379064 w 12192000"/>
              <a:gd name="connsiteY108" fmla="*/ 1817177 h 2237474"/>
              <a:gd name="connsiteX109" fmla="*/ 4319209 w 12192000"/>
              <a:gd name="connsiteY109" fmla="*/ 1834833 h 2237474"/>
              <a:gd name="connsiteX110" fmla="*/ 4290981 w 12192000"/>
              <a:gd name="connsiteY110" fmla="*/ 1839677 h 2237474"/>
              <a:gd name="connsiteX111" fmla="*/ 4285792 w 12192000"/>
              <a:gd name="connsiteY111" fmla="*/ 1836231 h 2237474"/>
              <a:gd name="connsiteX112" fmla="*/ 4238372 w 12192000"/>
              <a:gd name="connsiteY112" fmla="*/ 1851480 h 2237474"/>
              <a:gd name="connsiteX113" fmla="*/ 4232517 w 12192000"/>
              <a:gd name="connsiteY113" fmla="*/ 1852567 h 2237474"/>
              <a:gd name="connsiteX114" fmla="*/ 4191732 w 12192000"/>
              <a:gd name="connsiteY114" fmla="*/ 1857328 h 2237474"/>
              <a:gd name="connsiteX115" fmla="*/ 4065532 w 12192000"/>
              <a:gd name="connsiteY115" fmla="*/ 1855477 h 2237474"/>
              <a:gd name="connsiteX116" fmla="*/ 4028460 w 12192000"/>
              <a:gd name="connsiteY116" fmla="*/ 1855137 h 2237474"/>
              <a:gd name="connsiteX117" fmla="*/ 4002267 w 12192000"/>
              <a:gd name="connsiteY117" fmla="*/ 1852352 h 2237474"/>
              <a:gd name="connsiteX118" fmla="*/ 3931396 w 12192000"/>
              <a:gd name="connsiteY118" fmla="*/ 1858915 h 2237474"/>
              <a:gd name="connsiteX119" fmla="*/ 3812162 w 12192000"/>
              <a:gd name="connsiteY119" fmla="*/ 1875501 h 2237474"/>
              <a:gd name="connsiteX120" fmla="*/ 3729530 w 12192000"/>
              <a:gd name="connsiteY120" fmla="*/ 1864513 h 2237474"/>
              <a:gd name="connsiteX121" fmla="*/ 3680177 w 12192000"/>
              <a:gd name="connsiteY121" fmla="*/ 1881552 h 2237474"/>
              <a:gd name="connsiteX122" fmla="*/ 3567259 w 12192000"/>
              <a:gd name="connsiteY122" fmla="*/ 1893482 h 2237474"/>
              <a:gd name="connsiteX123" fmla="*/ 3405770 w 12192000"/>
              <a:gd name="connsiteY123" fmla="*/ 1904591 h 2237474"/>
              <a:gd name="connsiteX124" fmla="*/ 3280097 w 12192000"/>
              <a:gd name="connsiteY124" fmla="*/ 1919610 h 2237474"/>
              <a:gd name="connsiteX125" fmla="*/ 3123424 w 12192000"/>
              <a:gd name="connsiteY125" fmla="*/ 1952930 h 2237474"/>
              <a:gd name="connsiteX126" fmla="*/ 3009910 w 12192000"/>
              <a:gd name="connsiteY126" fmla="*/ 1957866 h 2237474"/>
              <a:gd name="connsiteX127" fmla="*/ 2995934 w 12192000"/>
              <a:gd name="connsiteY127" fmla="*/ 1967085 h 2237474"/>
              <a:gd name="connsiteX128" fmla="*/ 2980071 w 12192000"/>
              <a:gd name="connsiteY128" fmla="*/ 1972988 h 2237474"/>
              <a:gd name="connsiteX129" fmla="*/ 2978094 w 12192000"/>
              <a:gd name="connsiteY129" fmla="*/ 1972369 h 2237474"/>
              <a:gd name="connsiteX130" fmla="*/ 2942858 w 12192000"/>
              <a:gd name="connsiteY130" fmla="*/ 1981367 h 2237474"/>
              <a:gd name="connsiteX131" fmla="*/ 2875436 w 12192000"/>
              <a:gd name="connsiteY131" fmla="*/ 1996977 h 2237474"/>
              <a:gd name="connsiteX132" fmla="*/ 2874892 w 12192000"/>
              <a:gd name="connsiteY132" fmla="*/ 1996085 h 2237474"/>
              <a:gd name="connsiteX133" fmla="*/ 2864145 w 12192000"/>
              <a:gd name="connsiteY133" fmla="*/ 1994061 h 2237474"/>
              <a:gd name="connsiteX134" fmla="*/ 2843662 w 12192000"/>
              <a:gd name="connsiteY134" fmla="*/ 1992498 h 2237474"/>
              <a:gd name="connsiteX135" fmla="*/ 2796128 w 12192000"/>
              <a:gd name="connsiteY135" fmla="*/ 1976403 h 2237474"/>
              <a:gd name="connsiteX136" fmla="*/ 2756784 w 12192000"/>
              <a:gd name="connsiteY136" fmla="*/ 1985116 h 2237474"/>
              <a:gd name="connsiteX137" fmla="*/ 2748833 w 12192000"/>
              <a:gd name="connsiteY137" fmla="*/ 1986323 h 2237474"/>
              <a:gd name="connsiteX138" fmla="*/ 2748661 w 12192000"/>
              <a:gd name="connsiteY138" fmla="*/ 1986122 h 2237474"/>
              <a:gd name="connsiteX139" fmla="*/ 2740251 w 12192000"/>
              <a:gd name="connsiteY139" fmla="*/ 1986946 h 2237474"/>
              <a:gd name="connsiteX140" fmla="*/ 2718916 w 12192000"/>
              <a:gd name="connsiteY140" fmla="*/ 1990867 h 2237474"/>
              <a:gd name="connsiteX141" fmla="*/ 2713522 w 12192000"/>
              <a:gd name="connsiteY141" fmla="*/ 1990173 h 2237474"/>
              <a:gd name="connsiteX142" fmla="*/ 2680597 w 12192000"/>
              <a:gd name="connsiteY142" fmla="*/ 1984996 h 2237474"/>
              <a:gd name="connsiteX143" fmla="*/ 2578178 w 12192000"/>
              <a:gd name="connsiteY143" fmla="*/ 1990531 h 2237474"/>
              <a:gd name="connsiteX144" fmla="*/ 2476147 w 12192000"/>
              <a:gd name="connsiteY144" fmla="*/ 1998305 h 2237474"/>
              <a:gd name="connsiteX145" fmla="*/ 2373568 w 12192000"/>
              <a:gd name="connsiteY145" fmla="*/ 2003219 h 2237474"/>
              <a:gd name="connsiteX146" fmla="*/ 2321399 w 12192000"/>
              <a:gd name="connsiteY146" fmla="*/ 1989467 h 2237474"/>
              <a:gd name="connsiteX147" fmla="*/ 2315525 w 12192000"/>
              <a:gd name="connsiteY147" fmla="*/ 1989708 h 2237474"/>
              <a:gd name="connsiteX148" fmla="*/ 2300792 w 12192000"/>
              <a:gd name="connsiteY148" fmla="*/ 1994290 h 2237474"/>
              <a:gd name="connsiteX149" fmla="*/ 2295469 w 12192000"/>
              <a:gd name="connsiteY149" fmla="*/ 1996659 h 2237474"/>
              <a:gd name="connsiteX150" fmla="*/ 2287219 w 12192000"/>
              <a:gd name="connsiteY150" fmla="*/ 1998750 h 2237474"/>
              <a:gd name="connsiteX151" fmla="*/ 2286948 w 12192000"/>
              <a:gd name="connsiteY151" fmla="*/ 1998596 h 2237474"/>
              <a:gd name="connsiteX152" fmla="*/ 2243069 w 12192000"/>
              <a:gd name="connsiteY152" fmla="*/ 2015111 h 2237474"/>
              <a:gd name="connsiteX153" fmla="*/ 2186609 w 12192000"/>
              <a:gd name="connsiteY153" fmla="*/ 2008263 h 2237474"/>
              <a:gd name="connsiteX154" fmla="*/ 2164831 w 12192000"/>
              <a:gd name="connsiteY154" fmla="*/ 2010143 h 2237474"/>
              <a:gd name="connsiteX155" fmla="*/ 2152836 w 12192000"/>
              <a:gd name="connsiteY155" fmla="*/ 2010048 h 2237474"/>
              <a:gd name="connsiteX156" fmla="*/ 2117102 w 12192000"/>
              <a:gd name="connsiteY156" fmla="*/ 2023004 h 2237474"/>
              <a:gd name="connsiteX157" fmla="*/ 2111935 w 12192000"/>
              <a:gd name="connsiteY157" fmla="*/ 2023163 h 2237474"/>
              <a:gd name="connsiteX158" fmla="*/ 2089991 w 12192000"/>
              <a:gd name="connsiteY158" fmla="*/ 2034193 h 2237474"/>
              <a:gd name="connsiteX159" fmla="*/ 2058061 w 12192000"/>
              <a:gd name="connsiteY159" fmla="*/ 2047942 h 2237474"/>
              <a:gd name="connsiteX160" fmla="*/ 2055737 w 12192000"/>
              <a:gd name="connsiteY160" fmla="*/ 2047704 h 2237474"/>
              <a:gd name="connsiteX161" fmla="*/ 2042244 w 12192000"/>
              <a:gd name="connsiteY161" fmla="*/ 2055560 h 2237474"/>
              <a:gd name="connsiteX162" fmla="*/ 1976224 w 12192000"/>
              <a:gd name="connsiteY162" fmla="*/ 2074257 h 2237474"/>
              <a:gd name="connsiteX163" fmla="*/ 1877728 w 12192000"/>
              <a:gd name="connsiteY163" fmla="*/ 2101004 h 2237474"/>
              <a:gd name="connsiteX164" fmla="*/ 1759056 w 12192000"/>
              <a:gd name="connsiteY164" fmla="*/ 2125608 h 2237474"/>
              <a:gd name="connsiteX165" fmla="*/ 1637948 w 12192000"/>
              <a:gd name="connsiteY165" fmla="*/ 2172597 h 2237474"/>
              <a:gd name="connsiteX166" fmla="*/ 1434549 w 12192000"/>
              <a:gd name="connsiteY166" fmla="*/ 2234522 h 2237474"/>
              <a:gd name="connsiteX167" fmla="*/ 1398481 w 12192000"/>
              <a:gd name="connsiteY167" fmla="*/ 2237074 h 2237474"/>
              <a:gd name="connsiteX168" fmla="*/ 1398407 w 12192000"/>
              <a:gd name="connsiteY168" fmla="*/ 2237095 h 2237474"/>
              <a:gd name="connsiteX169" fmla="*/ 1370962 w 12192000"/>
              <a:gd name="connsiteY169" fmla="*/ 2237474 h 2237474"/>
              <a:gd name="connsiteX170" fmla="*/ 1356367 w 12192000"/>
              <a:gd name="connsiteY170" fmla="*/ 2235089 h 2237474"/>
              <a:gd name="connsiteX171" fmla="*/ 1324828 w 12192000"/>
              <a:gd name="connsiteY171" fmla="*/ 2231968 h 2237474"/>
              <a:gd name="connsiteX172" fmla="*/ 1297744 w 12192000"/>
              <a:gd name="connsiteY172" fmla="*/ 2235849 h 2237474"/>
              <a:gd name="connsiteX173" fmla="*/ 1286236 w 12192000"/>
              <a:gd name="connsiteY173" fmla="*/ 2233135 h 2237474"/>
              <a:gd name="connsiteX174" fmla="*/ 1283504 w 12192000"/>
              <a:gd name="connsiteY174" fmla="*/ 2233797 h 2237474"/>
              <a:gd name="connsiteX175" fmla="*/ 1279765 w 12192000"/>
              <a:gd name="connsiteY175" fmla="*/ 2229639 h 2237474"/>
              <a:gd name="connsiteX176" fmla="*/ 1195347 w 12192000"/>
              <a:gd name="connsiteY176" fmla="*/ 2212354 h 2237474"/>
              <a:gd name="connsiteX177" fmla="*/ 970251 w 12192000"/>
              <a:gd name="connsiteY177" fmla="*/ 2221029 h 2237474"/>
              <a:gd name="connsiteX178" fmla="*/ 812914 w 12192000"/>
              <a:gd name="connsiteY178" fmla="*/ 2202752 h 2237474"/>
              <a:gd name="connsiteX179" fmla="*/ 800195 w 12192000"/>
              <a:gd name="connsiteY179" fmla="*/ 2209407 h 2237474"/>
              <a:gd name="connsiteX180" fmla="*/ 784978 w 12192000"/>
              <a:gd name="connsiteY180" fmla="*/ 2212360 h 2237474"/>
              <a:gd name="connsiteX181" fmla="*/ 681987 w 12192000"/>
              <a:gd name="connsiteY181" fmla="*/ 2216757 h 2237474"/>
              <a:gd name="connsiteX182" fmla="*/ 669923 w 12192000"/>
              <a:gd name="connsiteY182" fmla="*/ 2211682 h 2237474"/>
              <a:gd name="connsiteX183" fmla="*/ 648680 w 12192000"/>
              <a:gd name="connsiteY183" fmla="*/ 2206229 h 2237474"/>
              <a:gd name="connsiteX184" fmla="*/ 597225 w 12192000"/>
              <a:gd name="connsiteY184" fmla="*/ 2180999 h 2237474"/>
              <a:gd name="connsiteX185" fmla="*/ 558449 w 12192000"/>
              <a:gd name="connsiteY185" fmla="*/ 2182346 h 2237474"/>
              <a:gd name="connsiteX186" fmla="*/ 550517 w 12192000"/>
              <a:gd name="connsiteY186" fmla="*/ 2182060 h 2237474"/>
              <a:gd name="connsiteX187" fmla="*/ 550309 w 12192000"/>
              <a:gd name="connsiteY187" fmla="*/ 2181825 h 2237474"/>
              <a:gd name="connsiteX188" fmla="*/ 541836 w 12192000"/>
              <a:gd name="connsiteY188" fmla="*/ 2181063 h 2237474"/>
              <a:gd name="connsiteX189" fmla="*/ 536057 w 12192000"/>
              <a:gd name="connsiteY189" fmla="*/ 2181537 h 2237474"/>
              <a:gd name="connsiteX190" fmla="*/ 520671 w 12192000"/>
              <a:gd name="connsiteY190" fmla="*/ 2180980 h 2237474"/>
              <a:gd name="connsiteX191" fmla="*/ 515024 w 12192000"/>
              <a:gd name="connsiteY191" fmla="*/ 2179258 h 2237474"/>
              <a:gd name="connsiteX192" fmla="*/ 512278 w 12192000"/>
              <a:gd name="connsiteY192" fmla="*/ 2176369 h 2237474"/>
              <a:gd name="connsiteX193" fmla="*/ 480419 w 12192000"/>
              <a:gd name="connsiteY193" fmla="*/ 2167807 h 2237474"/>
              <a:gd name="connsiteX194" fmla="*/ 413835 w 12192000"/>
              <a:gd name="connsiteY194" fmla="*/ 2156783 h 2237474"/>
              <a:gd name="connsiteX195" fmla="*/ 376513 w 12192000"/>
              <a:gd name="connsiteY195" fmla="*/ 2154014 h 2237474"/>
              <a:gd name="connsiteX196" fmla="*/ 273386 w 12192000"/>
              <a:gd name="connsiteY196" fmla="*/ 2142551 h 2237474"/>
              <a:gd name="connsiteX197" fmla="*/ 169207 w 12192000"/>
              <a:gd name="connsiteY197" fmla="*/ 2128100 h 2237474"/>
              <a:gd name="connsiteX198" fmla="*/ 93149 w 12192000"/>
              <a:gd name="connsiteY198" fmla="*/ 2105324 h 2237474"/>
              <a:gd name="connsiteX199" fmla="*/ 88109 w 12192000"/>
              <a:gd name="connsiteY199" fmla="*/ 2106704 h 2237474"/>
              <a:gd name="connsiteX200" fmla="*/ 80022 w 12192000"/>
              <a:gd name="connsiteY200" fmla="*/ 2107254 h 2237474"/>
              <a:gd name="connsiteX201" fmla="*/ 79717 w 12192000"/>
              <a:gd name="connsiteY201" fmla="*/ 2107046 h 2237474"/>
              <a:gd name="connsiteX202" fmla="*/ 72352 w 12192000"/>
              <a:gd name="connsiteY202" fmla="*/ 2107991 h 2237474"/>
              <a:gd name="connsiteX203" fmla="*/ 37645 w 12192000"/>
              <a:gd name="connsiteY203" fmla="*/ 2115401 h 2237474"/>
              <a:gd name="connsiteX204" fmla="*/ 4572 w 12192000"/>
              <a:gd name="connsiteY204" fmla="*/ 2111091 h 2237474"/>
              <a:gd name="connsiteX205" fmla="*/ 0 w 12192000"/>
              <a:gd name="connsiteY205" fmla="*/ 2110468 h 2237474"/>
              <a:gd name="connsiteX206" fmla="*/ 0 w 12192000"/>
              <a:gd name="connsiteY206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11200 w 12192000"/>
              <a:gd name="connsiteY18" fmla="*/ 767513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798048 w 12192000"/>
              <a:gd name="connsiteY23" fmla="*/ 863207 h 2237474"/>
              <a:gd name="connsiteX24" fmla="*/ 9683005 w 12192000"/>
              <a:gd name="connsiteY24" fmla="*/ 894128 h 2237474"/>
              <a:gd name="connsiteX25" fmla="*/ 9594438 w 12192000"/>
              <a:gd name="connsiteY25" fmla="*/ 919051 h 2237474"/>
              <a:gd name="connsiteX26" fmla="*/ 9577033 w 12192000"/>
              <a:gd name="connsiteY26" fmla="*/ 922857 h 2237474"/>
              <a:gd name="connsiteX27" fmla="*/ 9544189 w 12192000"/>
              <a:gd name="connsiteY27" fmla="*/ 938966 h 2237474"/>
              <a:gd name="connsiteX28" fmla="*/ 9500499 w 12192000"/>
              <a:gd name="connsiteY28" fmla="*/ 954680 h 2237474"/>
              <a:gd name="connsiteX29" fmla="*/ 9428195 w 12192000"/>
              <a:gd name="connsiteY29" fmla="*/ 986225 h 2237474"/>
              <a:gd name="connsiteX30" fmla="*/ 9410017 w 12192000"/>
              <a:gd name="connsiteY30" fmla="*/ 993931 h 2237474"/>
              <a:gd name="connsiteX31" fmla="*/ 9392919 w 12192000"/>
              <a:gd name="connsiteY31" fmla="*/ 994656 h 2237474"/>
              <a:gd name="connsiteX32" fmla="*/ 9278619 w 12192000"/>
              <a:gd name="connsiteY32" fmla="*/ 1011878 h 2237474"/>
              <a:gd name="connsiteX33" fmla="*/ 9268019 w 12192000"/>
              <a:gd name="connsiteY33" fmla="*/ 1007442 h 2237474"/>
              <a:gd name="connsiteX34" fmla="*/ 9234662 w 12192000"/>
              <a:gd name="connsiteY34" fmla="*/ 1023056 h 2237474"/>
              <a:gd name="connsiteX35" fmla="*/ 9181033 w 12192000"/>
              <a:gd name="connsiteY35" fmla="*/ 1037921 h 2237474"/>
              <a:gd name="connsiteX36" fmla="*/ 9155969 w 12192000"/>
              <a:gd name="connsiteY36" fmla="*/ 1046804 h 2237474"/>
              <a:gd name="connsiteX37" fmla="*/ 9133985 w 12192000"/>
              <a:gd name="connsiteY37" fmla="*/ 1046450 h 2237474"/>
              <a:gd name="connsiteX38" fmla="*/ 9012987 w 12192000"/>
              <a:gd name="connsiteY38" fmla="*/ 1061986 h 2237474"/>
              <a:gd name="connsiteX39" fmla="*/ 8968445 w 12192000"/>
              <a:gd name="connsiteY39" fmla="*/ 1052169 h 2237474"/>
              <a:gd name="connsiteX40" fmla="*/ 8958984 w 12192000"/>
              <a:gd name="connsiteY40" fmla="*/ 1057212 h 2237474"/>
              <a:gd name="connsiteX41" fmla="*/ 8886001 w 12192000"/>
              <a:gd name="connsiteY41" fmla="*/ 1067468 h 2237474"/>
              <a:gd name="connsiteX42" fmla="*/ 8838610 w 12192000"/>
              <a:gd name="connsiteY42" fmla="*/ 1075091 h 2237474"/>
              <a:gd name="connsiteX43" fmla="*/ 8750383 w 12192000"/>
              <a:gd name="connsiteY43" fmla="*/ 1097387 h 2237474"/>
              <a:gd name="connsiteX44" fmla="*/ 8665605 w 12192000"/>
              <a:gd name="connsiteY44" fmla="*/ 1110791 h 2237474"/>
              <a:gd name="connsiteX45" fmla="*/ 8584946 w 12192000"/>
              <a:gd name="connsiteY45" fmla="*/ 1135226 h 2237474"/>
              <a:gd name="connsiteX46" fmla="*/ 8460755 w 12192000"/>
              <a:gd name="connsiteY46" fmla="*/ 1203427 h 2237474"/>
              <a:gd name="connsiteX47" fmla="*/ 8419755 w 12192000"/>
              <a:gd name="connsiteY47" fmla="*/ 1216260 h 2237474"/>
              <a:gd name="connsiteX48" fmla="*/ 8411626 w 12192000"/>
              <a:gd name="connsiteY48" fmla="*/ 1214397 h 2237474"/>
              <a:gd name="connsiteX49" fmla="*/ 8363469 w 12192000"/>
              <a:gd name="connsiteY49" fmla="*/ 1246658 h 2237474"/>
              <a:gd name="connsiteX50" fmla="*/ 8275497 w 12192000"/>
              <a:gd name="connsiteY50" fmla="*/ 1264396 h 2237474"/>
              <a:gd name="connsiteX51" fmla="*/ 8206287 w 12192000"/>
              <a:gd name="connsiteY51" fmla="*/ 1273060 h 2237474"/>
              <a:gd name="connsiteX52" fmla="*/ 8168705 w 12192000"/>
              <a:gd name="connsiteY52" fmla="*/ 1279956 h 2237474"/>
              <a:gd name="connsiteX53" fmla="*/ 8139997 w 12192000"/>
              <a:gd name="connsiteY53" fmla="*/ 1282713 h 2237474"/>
              <a:gd name="connsiteX54" fmla="*/ 8074238 w 12192000"/>
              <a:gd name="connsiteY54" fmla="*/ 1301895 h 2237474"/>
              <a:gd name="connsiteX55" fmla="*/ 7968292 w 12192000"/>
              <a:gd name="connsiteY55" fmla="*/ 1338779 h 2237474"/>
              <a:gd name="connsiteX56" fmla="*/ 7902328 w 12192000"/>
              <a:gd name="connsiteY56" fmla="*/ 1345865 h 2237474"/>
              <a:gd name="connsiteX57" fmla="*/ 7875879 w 12192000"/>
              <a:gd name="connsiteY57" fmla="*/ 1345646 h 2237474"/>
              <a:gd name="connsiteX58" fmla="*/ 7840612 w 12192000"/>
              <a:gd name="connsiteY58" fmla="*/ 1369373 h 2237474"/>
              <a:gd name="connsiteX59" fmla="*/ 7786819 w 12192000"/>
              <a:gd name="connsiteY59" fmla="*/ 1378970 h 2237474"/>
              <a:gd name="connsiteX60" fmla="*/ 7548172 w 12192000"/>
              <a:gd name="connsiteY60" fmla="*/ 1417460 h 2237474"/>
              <a:gd name="connsiteX61" fmla="*/ 7483437 w 12192000"/>
              <a:gd name="connsiteY61" fmla="*/ 1478152 h 2237474"/>
              <a:gd name="connsiteX62" fmla="*/ 7377870 w 12192000"/>
              <a:gd name="connsiteY62" fmla="*/ 1523319 h 2237474"/>
              <a:gd name="connsiteX63" fmla="*/ 7230737 w 12192000"/>
              <a:gd name="connsiteY63" fmla="*/ 1562633 h 2237474"/>
              <a:gd name="connsiteX64" fmla="*/ 7224458 w 12192000"/>
              <a:gd name="connsiteY64" fmla="*/ 1573008 h 2237474"/>
              <a:gd name="connsiteX65" fmla="*/ 7183121 w 12192000"/>
              <a:gd name="connsiteY65" fmla="*/ 1595162 h 2237474"/>
              <a:gd name="connsiteX66" fmla="*/ 7164601 w 12192000"/>
              <a:gd name="connsiteY66" fmla="*/ 1606490 h 2237474"/>
              <a:gd name="connsiteX67" fmla="*/ 7092727 w 12192000"/>
              <a:gd name="connsiteY67" fmla="*/ 1623628 h 2237474"/>
              <a:gd name="connsiteX68" fmla="*/ 7031309 w 12192000"/>
              <a:gd name="connsiteY68" fmla="*/ 1619451 h 2237474"/>
              <a:gd name="connsiteX69" fmla="*/ 6999084 w 12192000"/>
              <a:gd name="connsiteY69" fmla="*/ 1634317 h 2237474"/>
              <a:gd name="connsiteX70" fmla="*/ 6992107 w 12192000"/>
              <a:gd name="connsiteY70" fmla="*/ 1636860 h 2237474"/>
              <a:gd name="connsiteX71" fmla="*/ 6900177 w 12192000"/>
              <a:gd name="connsiteY71" fmla="*/ 1636016 h 2237474"/>
              <a:gd name="connsiteX72" fmla="*/ 6795372 w 12192000"/>
              <a:gd name="connsiteY72" fmla="*/ 1644845 h 2237474"/>
              <a:gd name="connsiteX73" fmla="*/ 6692251 w 12192000"/>
              <a:gd name="connsiteY73" fmla="*/ 1656357 h 2237474"/>
              <a:gd name="connsiteX74" fmla="*/ 6655235 w 12192000"/>
              <a:gd name="connsiteY74" fmla="*/ 1661869 h 2237474"/>
              <a:gd name="connsiteX75" fmla="*/ 6554894 w 12192000"/>
              <a:gd name="connsiteY75" fmla="*/ 1664428 h 2237474"/>
              <a:gd name="connsiteX76" fmla="*/ 6516595 w 12192000"/>
              <a:gd name="connsiteY76" fmla="*/ 1667475 h 2237474"/>
              <a:gd name="connsiteX77" fmla="*/ 6508541 w 12192000"/>
              <a:gd name="connsiteY77" fmla="*/ 1668757 h 2237474"/>
              <a:gd name="connsiteX78" fmla="*/ 6471012 w 12192000"/>
              <a:gd name="connsiteY78" fmla="*/ 1678604 h 2237474"/>
              <a:gd name="connsiteX79" fmla="*/ 6364035 w 12192000"/>
              <a:gd name="connsiteY79" fmla="*/ 1667683 h 2237474"/>
              <a:gd name="connsiteX80" fmla="*/ 6280959 w 12192000"/>
              <a:gd name="connsiteY80" fmla="*/ 1689329 h 2237474"/>
              <a:gd name="connsiteX81" fmla="*/ 6243319 w 12192000"/>
              <a:gd name="connsiteY81" fmla="*/ 1695560 h 2237474"/>
              <a:gd name="connsiteX82" fmla="*/ 6098321 w 12192000"/>
              <a:gd name="connsiteY82" fmla="*/ 1721646 h 2237474"/>
              <a:gd name="connsiteX83" fmla="*/ 5880652 w 12192000"/>
              <a:gd name="connsiteY83" fmla="*/ 1779643 h 2237474"/>
              <a:gd name="connsiteX84" fmla="*/ 5785959 w 12192000"/>
              <a:gd name="connsiteY84" fmla="*/ 1775307 h 2237474"/>
              <a:gd name="connsiteX85" fmla="*/ 5643534 w 12192000"/>
              <a:gd name="connsiteY85" fmla="*/ 1802919 h 2237474"/>
              <a:gd name="connsiteX86" fmla="*/ 5518799 w 12192000"/>
              <a:gd name="connsiteY86" fmla="*/ 1818312 h 2237474"/>
              <a:gd name="connsiteX87" fmla="*/ 5505014 w 12192000"/>
              <a:gd name="connsiteY87" fmla="*/ 1819259 h 2237474"/>
              <a:gd name="connsiteX88" fmla="*/ 5453307 w 12192000"/>
              <a:gd name="connsiteY88" fmla="*/ 1815450 h 2237474"/>
              <a:gd name="connsiteX89" fmla="*/ 5364192 w 12192000"/>
              <a:gd name="connsiteY89" fmla="*/ 1826074 h 2237474"/>
              <a:gd name="connsiteX90" fmla="*/ 5350380 w 12192000"/>
              <a:gd name="connsiteY90" fmla="*/ 1830891 h 2237474"/>
              <a:gd name="connsiteX91" fmla="*/ 5259633 w 12192000"/>
              <a:gd name="connsiteY91" fmla="*/ 1837160 h 2237474"/>
              <a:gd name="connsiteX92" fmla="*/ 5197513 w 12192000"/>
              <a:gd name="connsiteY92" fmla="*/ 1844718 h 2237474"/>
              <a:gd name="connsiteX93" fmla="*/ 5168852 w 12192000"/>
              <a:gd name="connsiteY93" fmla="*/ 1844846 h 2237474"/>
              <a:gd name="connsiteX94" fmla="*/ 5114927 w 12192000"/>
              <a:gd name="connsiteY94" fmla="*/ 1847827 h 2237474"/>
              <a:gd name="connsiteX95" fmla="*/ 5108970 w 12192000"/>
              <a:gd name="connsiteY95" fmla="*/ 1847935 h 2237474"/>
              <a:gd name="connsiteX96" fmla="*/ 5067961 w 12192000"/>
              <a:gd name="connsiteY96" fmla="*/ 1845917 h 2237474"/>
              <a:gd name="connsiteX97" fmla="*/ 5007075 w 12192000"/>
              <a:gd name="connsiteY97" fmla="*/ 1838626 h 2237474"/>
              <a:gd name="connsiteX98" fmla="*/ 4944087 w 12192000"/>
              <a:gd name="connsiteY98" fmla="*/ 1823332 h 2237474"/>
              <a:gd name="connsiteX99" fmla="*/ 4907662 w 12192000"/>
              <a:gd name="connsiteY99" fmla="*/ 1816900 h 2237474"/>
              <a:gd name="connsiteX100" fmla="*/ 4882386 w 12192000"/>
              <a:gd name="connsiteY100" fmla="*/ 1809844 h 2237474"/>
              <a:gd name="connsiteX101" fmla="*/ 4811440 w 12192000"/>
              <a:gd name="connsiteY101" fmla="*/ 1804655 h 2237474"/>
              <a:gd name="connsiteX102" fmla="*/ 4691075 w 12192000"/>
              <a:gd name="connsiteY102" fmla="*/ 1801389 h 2237474"/>
              <a:gd name="connsiteX103" fmla="*/ 4611738 w 12192000"/>
              <a:gd name="connsiteY103" fmla="*/ 1776964 h 2237474"/>
              <a:gd name="connsiteX104" fmla="*/ 4560070 w 12192000"/>
              <a:gd name="connsiteY104" fmla="*/ 1785640 h 2237474"/>
              <a:gd name="connsiteX105" fmla="*/ 4536503 w 12192000"/>
              <a:gd name="connsiteY105" fmla="*/ 1785334 h 2237474"/>
              <a:gd name="connsiteX106" fmla="*/ 4513724 w 12192000"/>
              <a:gd name="connsiteY106" fmla="*/ 1791996 h 2237474"/>
              <a:gd name="connsiteX107" fmla="*/ 4459810 w 12192000"/>
              <a:gd name="connsiteY107" fmla="*/ 1797886 h 2237474"/>
              <a:gd name="connsiteX108" fmla="*/ 4379064 w 12192000"/>
              <a:gd name="connsiteY108" fmla="*/ 1817177 h 2237474"/>
              <a:gd name="connsiteX109" fmla="*/ 4319209 w 12192000"/>
              <a:gd name="connsiteY109" fmla="*/ 1834833 h 2237474"/>
              <a:gd name="connsiteX110" fmla="*/ 4290981 w 12192000"/>
              <a:gd name="connsiteY110" fmla="*/ 1839677 h 2237474"/>
              <a:gd name="connsiteX111" fmla="*/ 4285792 w 12192000"/>
              <a:gd name="connsiteY111" fmla="*/ 1836231 h 2237474"/>
              <a:gd name="connsiteX112" fmla="*/ 4238372 w 12192000"/>
              <a:gd name="connsiteY112" fmla="*/ 1851480 h 2237474"/>
              <a:gd name="connsiteX113" fmla="*/ 4232517 w 12192000"/>
              <a:gd name="connsiteY113" fmla="*/ 1852567 h 2237474"/>
              <a:gd name="connsiteX114" fmla="*/ 4191732 w 12192000"/>
              <a:gd name="connsiteY114" fmla="*/ 1857328 h 2237474"/>
              <a:gd name="connsiteX115" fmla="*/ 4065532 w 12192000"/>
              <a:gd name="connsiteY115" fmla="*/ 1855477 h 2237474"/>
              <a:gd name="connsiteX116" fmla="*/ 4028460 w 12192000"/>
              <a:gd name="connsiteY116" fmla="*/ 1855137 h 2237474"/>
              <a:gd name="connsiteX117" fmla="*/ 4002267 w 12192000"/>
              <a:gd name="connsiteY117" fmla="*/ 1852352 h 2237474"/>
              <a:gd name="connsiteX118" fmla="*/ 3931396 w 12192000"/>
              <a:gd name="connsiteY118" fmla="*/ 1858915 h 2237474"/>
              <a:gd name="connsiteX119" fmla="*/ 3812162 w 12192000"/>
              <a:gd name="connsiteY119" fmla="*/ 1875501 h 2237474"/>
              <a:gd name="connsiteX120" fmla="*/ 3729530 w 12192000"/>
              <a:gd name="connsiteY120" fmla="*/ 1864513 h 2237474"/>
              <a:gd name="connsiteX121" fmla="*/ 3680177 w 12192000"/>
              <a:gd name="connsiteY121" fmla="*/ 1881552 h 2237474"/>
              <a:gd name="connsiteX122" fmla="*/ 3567259 w 12192000"/>
              <a:gd name="connsiteY122" fmla="*/ 1893482 h 2237474"/>
              <a:gd name="connsiteX123" fmla="*/ 3405770 w 12192000"/>
              <a:gd name="connsiteY123" fmla="*/ 1904591 h 2237474"/>
              <a:gd name="connsiteX124" fmla="*/ 3280097 w 12192000"/>
              <a:gd name="connsiteY124" fmla="*/ 1919610 h 2237474"/>
              <a:gd name="connsiteX125" fmla="*/ 3123424 w 12192000"/>
              <a:gd name="connsiteY125" fmla="*/ 1952930 h 2237474"/>
              <a:gd name="connsiteX126" fmla="*/ 3009910 w 12192000"/>
              <a:gd name="connsiteY126" fmla="*/ 1957866 h 2237474"/>
              <a:gd name="connsiteX127" fmla="*/ 2995934 w 12192000"/>
              <a:gd name="connsiteY127" fmla="*/ 1967085 h 2237474"/>
              <a:gd name="connsiteX128" fmla="*/ 2980071 w 12192000"/>
              <a:gd name="connsiteY128" fmla="*/ 1972988 h 2237474"/>
              <a:gd name="connsiteX129" fmla="*/ 2978094 w 12192000"/>
              <a:gd name="connsiteY129" fmla="*/ 1972369 h 2237474"/>
              <a:gd name="connsiteX130" fmla="*/ 2942858 w 12192000"/>
              <a:gd name="connsiteY130" fmla="*/ 1981367 h 2237474"/>
              <a:gd name="connsiteX131" fmla="*/ 2875436 w 12192000"/>
              <a:gd name="connsiteY131" fmla="*/ 1996977 h 2237474"/>
              <a:gd name="connsiteX132" fmla="*/ 2874892 w 12192000"/>
              <a:gd name="connsiteY132" fmla="*/ 1996085 h 2237474"/>
              <a:gd name="connsiteX133" fmla="*/ 2864145 w 12192000"/>
              <a:gd name="connsiteY133" fmla="*/ 1994061 h 2237474"/>
              <a:gd name="connsiteX134" fmla="*/ 2843662 w 12192000"/>
              <a:gd name="connsiteY134" fmla="*/ 1992498 h 2237474"/>
              <a:gd name="connsiteX135" fmla="*/ 2796128 w 12192000"/>
              <a:gd name="connsiteY135" fmla="*/ 1976403 h 2237474"/>
              <a:gd name="connsiteX136" fmla="*/ 2756784 w 12192000"/>
              <a:gd name="connsiteY136" fmla="*/ 1985116 h 2237474"/>
              <a:gd name="connsiteX137" fmla="*/ 2748833 w 12192000"/>
              <a:gd name="connsiteY137" fmla="*/ 1986323 h 2237474"/>
              <a:gd name="connsiteX138" fmla="*/ 2748661 w 12192000"/>
              <a:gd name="connsiteY138" fmla="*/ 1986122 h 2237474"/>
              <a:gd name="connsiteX139" fmla="*/ 2740251 w 12192000"/>
              <a:gd name="connsiteY139" fmla="*/ 1986946 h 2237474"/>
              <a:gd name="connsiteX140" fmla="*/ 2718916 w 12192000"/>
              <a:gd name="connsiteY140" fmla="*/ 1990867 h 2237474"/>
              <a:gd name="connsiteX141" fmla="*/ 2713522 w 12192000"/>
              <a:gd name="connsiteY141" fmla="*/ 1990173 h 2237474"/>
              <a:gd name="connsiteX142" fmla="*/ 2680597 w 12192000"/>
              <a:gd name="connsiteY142" fmla="*/ 1984996 h 2237474"/>
              <a:gd name="connsiteX143" fmla="*/ 2578178 w 12192000"/>
              <a:gd name="connsiteY143" fmla="*/ 1990531 h 2237474"/>
              <a:gd name="connsiteX144" fmla="*/ 2476147 w 12192000"/>
              <a:gd name="connsiteY144" fmla="*/ 1998305 h 2237474"/>
              <a:gd name="connsiteX145" fmla="*/ 2373568 w 12192000"/>
              <a:gd name="connsiteY145" fmla="*/ 2003219 h 2237474"/>
              <a:gd name="connsiteX146" fmla="*/ 2321399 w 12192000"/>
              <a:gd name="connsiteY146" fmla="*/ 1989467 h 2237474"/>
              <a:gd name="connsiteX147" fmla="*/ 2315525 w 12192000"/>
              <a:gd name="connsiteY147" fmla="*/ 1989708 h 2237474"/>
              <a:gd name="connsiteX148" fmla="*/ 2300792 w 12192000"/>
              <a:gd name="connsiteY148" fmla="*/ 1994290 h 2237474"/>
              <a:gd name="connsiteX149" fmla="*/ 2295469 w 12192000"/>
              <a:gd name="connsiteY149" fmla="*/ 1996659 h 2237474"/>
              <a:gd name="connsiteX150" fmla="*/ 2287219 w 12192000"/>
              <a:gd name="connsiteY150" fmla="*/ 1998750 h 2237474"/>
              <a:gd name="connsiteX151" fmla="*/ 2286948 w 12192000"/>
              <a:gd name="connsiteY151" fmla="*/ 1998596 h 2237474"/>
              <a:gd name="connsiteX152" fmla="*/ 2243069 w 12192000"/>
              <a:gd name="connsiteY152" fmla="*/ 2015111 h 2237474"/>
              <a:gd name="connsiteX153" fmla="*/ 2186609 w 12192000"/>
              <a:gd name="connsiteY153" fmla="*/ 2008263 h 2237474"/>
              <a:gd name="connsiteX154" fmla="*/ 2164831 w 12192000"/>
              <a:gd name="connsiteY154" fmla="*/ 2010143 h 2237474"/>
              <a:gd name="connsiteX155" fmla="*/ 2152836 w 12192000"/>
              <a:gd name="connsiteY155" fmla="*/ 2010048 h 2237474"/>
              <a:gd name="connsiteX156" fmla="*/ 2117102 w 12192000"/>
              <a:gd name="connsiteY156" fmla="*/ 2023004 h 2237474"/>
              <a:gd name="connsiteX157" fmla="*/ 2111935 w 12192000"/>
              <a:gd name="connsiteY157" fmla="*/ 2023163 h 2237474"/>
              <a:gd name="connsiteX158" fmla="*/ 2089991 w 12192000"/>
              <a:gd name="connsiteY158" fmla="*/ 2034193 h 2237474"/>
              <a:gd name="connsiteX159" fmla="*/ 2058061 w 12192000"/>
              <a:gd name="connsiteY159" fmla="*/ 2047942 h 2237474"/>
              <a:gd name="connsiteX160" fmla="*/ 2055737 w 12192000"/>
              <a:gd name="connsiteY160" fmla="*/ 2047704 h 2237474"/>
              <a:gd name="connsiteX161" fmla="*/ 2042244 w 12192000"/>
              <a:gd name="connsiteY161" fmla="*/ 2055560 h 2237474"/>
              <a:gd name="connsiteX162" fmla="*/ 1976224 w 12192000"/>
              <a:gd name="connsiteY162" fmla="*/ 2074257 h 2237474"/>
              <a:gd name="connsiteX163" fmla="*/ 1877728 w 12192000"/>
              <a:gd name="connsiteY163" fmla="*/ 2101004 h 2237474"/>
              <a:gd name="connsiteX164" fmla="*/ 1759056 w 12192000"/>
              <a:gd name="connsiteY164" fmla="*/ 2125608 h 2237474"/>
              <a:gd name="connsiteX165" fmla="*/ 1637948 w 12192000"/>
              <a:gd name="connsiteY165" fmla="*/ 2172597 h 2237474"/>
              <a:gd name="connsiteX166" fmla="*/ 1434549 w 12192000"/>
              <a:gd name="connsiteY166" fmla="*/ 2234522 h 2237474"/>
              <a:gd name="connsiteX167" fmla="*/ 1398481 w 12192000"/>
              <a:gd name="connsiteY167" fmla="*/ 2237074 h 2237474"/>
              <a:gd name="connsiteX168" fmla="*/ 1398407 w 12192000"/>
              <a:gd name="connsiteY168" fmla="*/ 2237095 h 2237474"/>
              <a:gd name="connsiteX169" fmla="*/ 1370962 w 12192000"/>
              <a:gd name="connsiteY169" fmla="*/ 2237474 h 2237474"/>
              <a:gd name="connsiteX170" fmla="*/ 1356367 w 12192000"/>
              <a:gd name="connsiteY170" fmla="*/ 2235089 h 2237474"/>
              <a:gd name="connsiteX171" fmla="*/ 1324828 w 12192000"/>
              <a:gd name="connsiteY171" fmla="*/ 2231968 h 2237474"/>
              <a:gd name="connsiteX172" fmla="*/ 1297744 w 12192000"/>
              <a:gd name="connsiteY172" fmla="*/ 2235849 h 2237474"/>
              <a:gd name="connsiteX173" fmla="*/ 1286236 w 12192000"/>
              <a:gd name="connsiteY173" fmla="*/ 2233135 h 2237474"/>
              <a:gd name="connsiteX174" fmla="*/ 1283504 w 12192000"/>
              <a:gd name="connsiteY174" fmla="*/ 2233797 h 2237474"/>
              <a:gd name="connsiteX175" fmla="*/ 1279765 w 12192000"/>
              <a:gd name="connsiteY175" fmla="*/ 2229639 h 2237474"/>
              <a:gd name="connsiteX176" fmla="*/ 1195347 w 12192000"/>
              <a:gd name="connsiteY176" fmla="*/ 2212354 h 2237474"/>
              <a:gd name="connsiteX177" fmla="*/ 970251 w 12192000"/>
              <a:gd name="connsiteY177" fmla="*/ 2221029 h 2237474"/>
              <a:gd name="connsiteX178" fmla="*/ 812914 w 12192000"/>
              <a:gd name="connsiteY178" fmla="*/ 2202752 h 2237474"/>
              <a:gd name="connsiteX179" fmla="*/ 800195 w 12192000"/>
              <a:gd name="connsiteY179" fmla="*/ 2209407 h 2237474"/>
              <a:gd name="connsiteX180" fmla="*/ 784978 w 12192000"/>
              <a:gd name="connsiteY180" fmla="*/ 2212360 h 2237474"/>
              <a:gd name="connsiteX181" fmla="*/ 681987 w 12192000"/>
              <a:gd name="connsiteY181" fmla="*/ 2216757 h 2237474"/>
              <a:gd name="connsiteX182" fmla="*/ 669923 w 12192000"/>
              <a:gd name="connsiteY182" fmla="*/ 2211682 h 2237474"/>
              <a:gd name="connsiteX183" fmla="*/ 648680 w 12192000"/>
              <a:gd name="connsiteY183" fmla="*/ 2206229 h 2237474"/>
              <a:gd name="connsiteX184" fmla="*/ 597225 w 12192000"/>
              <a:gd name="connsiteY184" fmla="*/ 2180999 h 2237474"/>
              <a:gd name="connsiteX185" fmla="*/ 558449 w 12192000"/>
              <a:gd name="connsiteY185" fmla="*/ 2182346 h 2237474"/>
              <a:gd name="connsiteX186" fmla="*/ 550517 w 12192000"/>
              <a:gd name="connsiteY186" fmla="*/ 2182060 h 2237474"/>
              <a:gd name="connsiteX187" fmla="*/ 550309 w 12192000"/>
              <a:gd name="connsiteY187" fmla="*/ 2181825 h 2237474"/>
              <a:gd name="connsiteX188" fmla="*/ 541836 w 12192000"/>
              <a:gd name="connsiteY188" fmla="*/ 2181063 h 2237474"/>
              <a:gd name="connsiteX189" fmla="*/ 536057 w 12192000"/>
              <a:gd name="connsiteY189" fmla="*/ 2181537 h 2237474"/>
              <a:gd name="connsiteX190" fmla="*/ 520671 w 12192000"/>
              <a:gd name="connsiteY190" fmla="*/ 2180980 h 2237474"/>
              <a:gd name="connsiteX191" fmla="*/ 515024 w 12192000"/>
              <a:gd name="connsiteY191" fmla="*/ 2179258 h 2237474"/>
              <a:gd name="connsiteX192" fmla="*/ 512278 w 12192000"/>
              <a:gd name="connsiteY192" fmla="*/ 2176369 h 2237474"/>
              <a:gd name="connsiteX193" fmla="*/ 480419 w 12192000"/>
              <a:gd name="connsiteY193" fmla="*/ 2167807 h 2237474"/>
              <a:gd name="connsiteX194" fmla="*/ 413835 w 12192000"/>
              <a:gd name="connsiteY194" fmla="*/ 2156783 h 2237474"/>
              <a:gd name="connsiteX195" fmla="*/ 376513 w 12192000"/>
              <a:gd name="connsiteY195" fmla="*/ 2154014 h 2237474"/>
              <a:gd name="connsiteX196" fmla="*/ 273386 w 12192000"/>
              <a:gd name="connsiteY196" fmla="*/ 2142551 h 2237474"/>
              <a:gd name="connsiteX197" fmla="*/ 169207 w 12192000"/>
              <a:gd name="connsiteY197" fmla="*/ 2128100 h 2237474"/>
              <a:gd name="connsiteX198" fmla="*/ 93149 w 12192000"/>
              <a:gd name="connsiteY198" fmla="*/ 2105324 h 2237474"/>
              <a:gd name="connsiteX199" fmla="*/ 88109 w 12192000"/>
              <a:gd name="connsiteY199" fmla="*/ 2106704 h 2237474"/>
              <a:gd name="connsiteX200" fmla="*/ 80022 w 12192000"/>
              <a:gd name="connsiteY200" fmla="*/ 2107254 h 2237474"/>
              <a:gd name="connsiteX201" fmla="*/ 79717 w 12192000"/>
              <a:gd name="connsiteY201" fmla="*/ 2107046 h 2237474"/>
              <a:gd name="connsiteX202" fmla="*/ 72352 w 12192000"/>
              <a:gd name="connsiteY202" fmla="*/ 2107991 h 2237474"/>
              <a:gd name="connsiteX203" fmla="*/ 37645 w 12192000"/>
              <a:gd name="connsiteY203" fmla="*/ 2115401 h 2237474"/>
              <a:gd name="connsiteX204" fmla="*/ 4572 w 12192000"/>
              <a:gd name="connsiteY204" fmla="*/ 2111091 h 2237474"/>
              <a:gd name="connsiteX205" fmla="*/ 0 w 12192000"/>
              <a:gd name="connsiteY205" fmla="*/ 2110468 h 2237474"/>
              <a:gd name="connsiteX206" fmla="*/ 0 w 12192000"/>
              <a:gd name="connsiteY206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11200 w 12192000"/>
              <a:gd name="connsiteY18" fmla="*/ 767513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767091 w 12192000"/>
              <a:gd name="connsiteY23" fmla="*/ 870550 h 2237474"/>
              <a:gd name="connsiteX24" fmla="*/ 9683005 w 12192000"/>
              <a:gd name="connsiteY24" fmla="*/ 894128 h 2237474"/>
              <a:gd name="connsiteX25" fmla="*/ 9594438 w 12192000"/>
              <a:gd name="connsiteY25" fmla="*/ 919051 h 2237474"/>
              <a:gd name="connsiteX26" fmla="*/ 9577033 w 12192000"/>
              <a:gd name="connsiteY26" fmla="*/ 922857 h 2237474"/>
              <a:gd name="connsiteX27" fmla="*/ 9544189 w 12192000"/>
              <a:gd name="connsiteY27" fmla="*/ 938966 h 2237474"/>
              <a:gd name="connsiteX28" fmla="*/ 9500499 w 12192000"/>
              <a:gd name="connsiteY28" fmla="*/ 954680 h 2237474"/>
              <a:gd name="connsiteX29" fmla="*/ 9428195 w 12192000"/>
              <a:gd name="connsiteY29" fmla="*/ 986225 h 2237474"/>
              <a:gd name="connsiteX30" fmla="*/ 9410017 w 12192000"/>
              <a:gd name="connsiteY30" fmla="*/ 993931 h 2237474"/>
              <a:gd name="connsiteX31" fmla="*/ 9392919 w 12192000"/>
              <a:gd name="connsiteY31" fmla="*/ 994656 h 2237474"/>
              <a:gd name="connsiteX32" fmla="*/ 9278619 w 12192000"/>
              <a:gd name="connsiteY32" fmla="*/ 1011878 h 2237474"/>
              <a:gd name="connsiteX33" fmla="*/ 9268019 w 12192000"/>
              <a:gd name="connsiteY33" fmla="*/ 1007442 h 2237474"/>
              <a:gd name="connsiteX34" fmla="*/ 9234662 w 12192000"/>
              <a:gd name="connsiteY34" fmla="*/ 1023056 h 2237474"/>
              <a:gd name="connsiteX35" fmla="*/ 9181033 w 12192000"/>
              <a:gd name="connsiteY35" fmla="*/ 1037921 h 2237474"/>
              <a:gd name="connsiteX36" fmla="*/ 9155969 w 12192000"/>
              <a:gd name="connsiteY36" fmla="*/ 1046804 h 2237474"/>
              <a:gd name="connsiteX37" fmla="*/ 9133985 w 12192000"/>
              <a:gd name="connsiteY37" fmla="*/ 1046450 h 2237474"/>
              <a:gd name="connsiteX38" fmla="*/ 9012987 w 12192000"/>
              <a:gd name="connsiteY38" fmla="*/ 1061986 h 2237474"/>
              <a:gd name="connsiteX39" fmla="*/ 8968445 w 12192000"/>
              <a:gd name="connsiteY39" fmla="*/ 1052169 h 2237474"/>
              <a:gd name="connsiteX40" fmla="*/ 8958984 w 12192000"/>
              <a:gd name="connsiteY40" fmla="*/ 1057212 h 2237474"/>
              <a:gd name="connsiteX41" fmla="*/ 8886001 w 12192000"/>
              <a:gd name="connsiteY41" fmla="*/ 1067468 h 2237474"/>
              <a:gd name="connsiteX42" fmla="*/ 8838610 w 12192000"/>
              <a:gd name="connsiteY42" fmla="*/ 1075091 h 2237474"/>
              <a:gd name="connsiteX43" fmla="*/ 8750383 w 12192000"/>
              <a:gd name="connsiteY43" fmla="*/ 1097387 h 2237474"/>
              <a:gd name="connsiteX44" fmla="*/ 8665605 w 12192000"/>
              <a:gd name="connsiteY44" fmla="*/ 1110791 h 2237474"/>
              <a:gd name="connsiteX45" fmla="*/ 8584946 w 12192000"/>
              <a:gd name="connsiteY45" fmla="*/ 1135226 h 2237474"/>
              <a:gd name="connsiteX46" fmla="*/ 8460755 w 12192000"/>
              <a:gd name="connsiteY46" fmla="*/ 1203427 h 2237474"/>
              <a:gd name="connsiteX47" fmla="*/ 8419755 w 12192000"/>
              <a:gd name="connsiteY47" fmla="*/ 1216260 h 2237474"/>
              <a:gd name="connsiteX48" fmla="*/ 8411626 w 12192000"/>
              <a:gd name="connsiteY48" fmla="*/ 1214397 h 2237474"/>
              <a:gd name="connsiteX49" fmla="*/ 8363469 w 12192000"/>
              <a:gd name="connsiteY49" fmla="*/ 1246658 h 2237474"/>
              <a:gd name="connsiteX50" fmla="*/ 8275497 w 12192000"/>
              <a:gd name="connsiteY50" fmla="*/ 1264396 h 2237474"/>
              <a:gd name="connsiteX51" fmla="*/ 8206287 w 12192000"/>
              <a:gd name="connsiteY51" fmla="*/ 1273060 h 2237474"/>
              <a:gd name="connsiteX52" fmla="*/ 8168705 w 12192000"/>
              <a:gd name="connsiteY52" fmla="*/ 1279956 h 2237474"/>
              <a:gd name="connsiteX53" fmla="*/ 8139997 w 12192000"/>
              <a:gd name="connsiteY53" fmla="*/ 1282713 h 2237474"/>
              <a:gd name="connsiteX54" fmla="*/ 8074238 w 12192000"/>
              <a:gd name="connsiteY54" fmla="*/ 1301895 h 2237474"/>
              <a:gd name="connsiteX55" fmla="*/ 7968292 w 12192000"/>
              <a:gd name="connsiteY55" fmla="*/ 1338779 h 2237474"/>
              <a:gd name="connsiteX56" fmla="*/ 7902328 w 12192000"/>
              <a:gd name="connsiteY56" fmla="*/ 1345865 h 2237474"/>
              <a:gd name="connsiteX57" fmla="*/ 7875879 w 12192000"/>
              <a:gd name="connsiteY57" fmla="*/ 1345646 h 2237474"/>
              <a:gd name="connsiteX58" fmla="*/ 7840612 w 12192000"/>
              <a:gd name="connsiteY58" fmla="*/ 1369373 h 2237474"/>
              <a:gd name="connsiteX59" fmla="*/ 7786819 w 12192000"/>
              <a:gd name="connsiteY59" fmla="*/ 1378970 h 2237474"/>
              <a:gd name="connsiteX60" fmla="*/ 7548172 w 12192000"/>
              <a:gd name="connsiteY60" fmla="*/ 1417460 h 2237474"/>
              <a:gd name="connsiteX61" fmla="*/ 7483437 w 12192000"/>
              <a:gd name="connsiteY61" fmla="*/ 1478152 h 2237474"/>
              <a:gd name="connsiteX62" fmla="*/ 7377870 w 12192000"/>
              <a:gd name="connsiteY62" fmla="*/ 1523319 h 2237474"/>
              <a:gd name="connsiteX63" fmla="*/ 7230737 w 12192000"/>
              <a:gd name="connsiteY63" fmla="*/ 1562633 h 2237474"/>
              <a:gd name="connsiteX64" fmla="*/ 7224458 w 12192000"/>
              <a:gd name="connsiteY64" fmla="*/ 1573008 h 2237474"/>
              <a:gd name="connsiteX65" fmla="*/ 7183121 w 12192000"/>
              <a:gd name="connsiteY65" fmla="*/ 1595162 h 2237474"/>
              <a:gd name="connsiteX66" fmla="*/ 7164601 w 12192000"/>
              <a:gd name="connsiteY66" fmla="*/ 1606490 h 2237474"/>
              <a:gd name="connsiteX67" fmla="*/ 7092727 w 12192000"/>
              <a:gd name="connsiteY67" fmla="*/ 1623628 h 2237474"/>
              <a:gd name="connsiteX68" fmla="*/ 7031309 w 12192000"/>
              <a:gd name="connsiteY68" fmla="*/ 1619451 h 2237474"/>
              <a:gd name="connsiteX69" fmla="*/ 6999084 w 12192000"/>
              <a:gd name="connsiteY69" fmla="*/ 1634317 h 2237474"/>
              <a:gd name="connsiteX70" fmla="*/ 6992107 w 12192000"/>
              <a:gd name="connsiteY70" fmla="*/ 1636860 h 2237474"/>
              <a:gd name="connsiteX71" fmla="*/ 6900177 w 12192000"/>
              <a:gd name="connsiteY71" fmla="*/ 1636016 h 2237474"/>
              <a:gd name="connsiteX72" fmla="*/ 6795372 w 12192000"/>
              <a:gd name="connsiteY72" fmla="*/ 1644845 h 2237474"/>
              <a:gd name="connsiteX73" fmla="*/ 6692251 w 12192000"/>
              <a:gd name="connsiteY73" fmla="*/ 1656357 h 2237474"/>
              <a:gd name="connsiteX74" fmla="*/ 6655235 w 12192000"/>
              <a:gd name="connsiteY74" fmla="*/ 1661869 h 2237474"/>
              <a:gd name="connsiteX75" fmla="*/ 6554894 w 12192000"/>
              <a:gd name="connsiteY75" fmla="*/ 1664428 h 2237474"/>
              <a:gd name="connsiteX76" fmla="*/ 6516595 w 12192000"/>
              <a:gd name="connsiteY76" fmla="*/ 1667475 h 2237474"/>
              <a:gd name="connsiteX77" fmla="*/ 6508541 w 12192000"/>
              <a:gd name="connsiteY77" fmla="*/ 1668757 h 2237474"/>
              <a:gd name="connsiteX78" fmla="*/ 6471012 w 12192000"/>
              <a:gd name="connsiteY78" fmla="*/ 1678604 h 2237474"/>
              <a:gd name="connsiteX79" fmla="*/ 6364035 w 12192000"/>
              <a:gd name="connsiteY79" fmla="*/ 1667683 h 2237474"/>
              <a:gd name="connsiteX80" fmla="*/ 6280959 w 12192000"/>
              <a:gd name="connsiteY80" fmla="*/ 1689329 h 2237474"/>
              <a:gd name="connsiteX81" fmla="*/ 6243319 w 12192000"/>
              <a:gd name="connsiteY81" fmla="*/ 1695560 h 2237474"/>
              <a:gd name="connsiteX82" fmla="*/ 6098321 w 12192000"/>
              <a:gd name="connsiteY82" fmla="*/ 1721646 h 2237474"/>
              <a:gd name="connsiteX83" fmla="*/ 5880652 w 12192000"/>
              <a:gd name="connsiteY83" fmla="*/ 1779643 h 2237474"/>
              <a:gd name="connsiteX84" fmla="*/ 5785959 w 12192000"/>
              <a:gd name="connsiteY84" fmla="*/ 1775307 h 2237474"/>
              <a:gd name="connsiteX85" fmla="*/ 5643534 w 12192000"/>
              <a:gd name="connsiteY85" fmla="*/ 1802919 h 2237474"/>
              <a:gd name="connsiteX86" fmla="*/ 5518799 w 12192000"/>
              <a:gd name="connsiteY86" fmla="*/ 1818312 h 2237474"/>
              <a:gd name="connsiteX87" fmla="*/ 5505014 w 12192000"/>
              <a:gd name="connsiteY87" fmla="*/ 1819259 h 2237474"/>
              <a:gd name="connsiteX88" fmla="*/ 5453307 w 12192000"/>
              <a:gd name="connsiteY88" fmla="*/ 1815450 h 2237474"/>
              <a:gd name="connsiteX89" fmla="*/ 5364192 w 12192000"/>
              <a:gd name="connsiteY89" fmla="*/ 1826074 h 2237474"/>
              <a:gd name="connsiteX90" fmla="*/ 5350380 w 12192000"/>
              <a:gd name="connsiteY90" fmla="*/ 1830891 h 2237474"/>
              <a:gd name="connsiteX91" fmla="*/ 5259633 w 12192000"/>
              <a:gd name="connsiteY91" fmla="*/ 1837160 h 2237474"/>
              <a:gd name="connsiteX92" fmla="*/ 5197513 w 12192000"/>
              <a:gd name="connsiteY92" fmla="*/ 1844718 h 2237474"/>
              <a:gd name="connsiteX93" fmla="*/ 5168852 w 12192000"/>
              <a:gd name="connsiteY93" fmla="*/ 1844846 h 2237474"/>
              <a:gd name="connsiteX94" fmla="*/ 5114927 w 12192000"/>
              <a:gd name="connsiteY94" fmla="*/ 1847827 h 2237474"/>
              <a:gd name="connsiteX95" fmla="*/ 5108970 w 12192000"/>
              <a:gd name="connsiteY95" fmla="*/ 1847935 h 2237474"/>
              <a:gd name="connsiteX96" fmla="*/ 5067961 w 12192000"/>
              <a:gd name="connsiteY96" fmla="*/ 1845917 h 2237474"/>
              <a:gd name="connsiteX97" fmla="*/ 5007075 w 12192000"/>
              <a:gd name="connsiteY97" fmla="*/ 1838626 h 2237474"/>
              <a:gd name="connsiteX98" fmla="*/ 4944087 w 12192000"/>
              <a:gd name="connsiteY98" fmla="*/ 1823332 h 2237474"/>
              <a:gd name="connsiteX99" fmla="*/ 4907662 w 12192000"/>
              <a:gd name="connsiteY99" fmla="*/ 1816900 h 2237474"/>
              <a:gd name="connsiteX100" fmla="*/ 4882386 w 12192000"/>
              <a:gd name="connsiteY100" fmla="*/ 1809844 h 2237474"/>
              <a:gd name="connsiteX101" fmla="*/ 4811440 w 12192000"/>
              <a:gd name="connsiteY101" fmla="*/ 1804655 h 2237474"/>
              <a:gd name="connsiteX102" fmla="*/ 4691075 w 12192000"/>
              <a:gd name="connsiteY102" fmla="*/ 1801389 h 2237474"/>
              <a:gd name="connsiteX103" fmla="*/ 4611738 w 12192000"/>
              <a:gd name="connsiteY103" fmla="*/ 1776964 h 2237474"/>
              <a:gd name="connsiteX104" fmla="*/ 4560070 w 12192000"/>
              <a:gd name="connsiteY104" fmla="*/ 1785640 h 2237474"/>
              <a:gd name="connsiteX105" fmla="*/ 4536503 w 12192000"/>
              <a:gd name="connsiteY105" fmla="*/ 1785334 h 2237474"/>
              <a:gd name="connsiteX106" fmla="*/ 4513724 w 12192000"/>
              <a:gd name="connsiteY106" fmla="*/ 1791996 h 2237474"/>
              <a:gd name="connsiteX107" fmla="*/ 4459810 w 12192000"/>
              <a:gd name="connsiteY107" fmla="*/ 1797886 h 2237474"/>
              <a:gd name="connsiteX108" fmla="*/ 4379064 w 12192000"/>
              <a:gd name="connsiteY108" fmla="*/ 1817177 h 2237474"/>
              <a:gd name="connsiteX109" fmla="*/ 4319209 w 12192000"/>
              <a:gd name="connsiteY109" fmla="*/ 1834833 h 2237474"/>
              <a:gd name="connsiteX110" fmla="*/ 4290981 w 12192000"/>
              <a:gd name="connsiteY110" fmla="*/ 1839677 h 2237474"/>
              <a:gd name="connsiteX111" fmla="*/ 4285792 w 12192000"/>
              <a:gd name="connsiteY111" fmla="*/ 1836231 h 2237474"/>
              <a:gd name="connsiteX112" fmla="*/ 4238372 w 12192000"/>
              <a:gd name="connsiteY112" fmla="*/ 1851480 h 2237474"/>
              <a:gd name="connsiteX113" fmla="*/ 4232517 w 12192000"/>
              <a:gd name="connsiteY113" fmla="*/ 1852567 h 2237474"/>
              <a:gd name="connsiteX114" fmla="*/ 4191732 w 12192000"/>
              <a:gd name="connsiteY114" fmla="*/ 1857328 h 2237474"/>
              <a:gd name="connsiteX115" fmla="*/ 4065532 w 12192000"/>
              <a:gd name="connsiteY115" fmla="*/ 1855477 h 2237474"/>
              <a:gd name="connsiteX116" fmla="*/ 4028460 w 12192000"/>
              <a:gd name="connsiteY116" fmla="*/ 1855137 h 2237474"/>
              <a:gd name="connsiteX117" fmla="*/ 4002267 w 12192000"/>
              <a:gd name="connsiteY117" fmla="*/ 1852352 h 2237474"/>
              <a:gd name="connsiteX118" fmla="*/ 3931396 w 12192000"/>
              <a:gd name="connsiteY118" fmla="*/ 1858915 h 2237474"/>
              <a:gd name="connsiteX119" fmla="*/ 3812162 w 12192000"/>
              <a:gd name="connsiteY119" fmla="*/ 1875501 h 2237474"/>
              <a:gd name="connsiteX120" fmla="*/ 3729530 w 12192000"/>
              <a:gd name="connsiteY120" fmla="*/ 1864513 h 2237474"/>
              <a:gd name="connsiteX121" fmla="*/ 3680177 w 12192000"/>
              <a:gd name="connsiteY121" fmla="*/ 1881552 h 2237474"/>
              <a:gd name="connsiteX122" fmla="*/ 3567259 w 12192000"/>
              <a:gd name="connsiteY122" fmla="*/ 1893482 h 2237474"/>
              <a:gd name="connsiteX123" fmla="*/ 3405770 w 12192000"/>
              <a:gd name="connsiteY123" fmla="*/ 1904591 h 2237474"/>
              <a:gd name="connsiteX124" fmla="*/ 3280097 w 12192000"/>
              <a:gd name="connsiteY124" fmla="*/ 1919610 h 2237474"/>
              <a:gd name="connsiteX125" fmla="*/ 3123424 w 12192000"/>
              <a:gd name="connsiteY125" fmla="*/ 1952930 h 2237474"/>
              <a:gd name="connsiteX126" fmla="*/ 3009910 w 12192000"/>
              <a:gd name="connsiteY126" fmla="*/ 1957866 h 2237474"/>
              <a:gd name="connsiteX127" fmla="*/ 2995934 w 12192000"/>
              <a:gd name="connsiteY127" fmla="*/ 1967085 h 2237474"/>
              <a:gd name="connsiteX128" fmla="*/ 2980071 w 12192000"/>
              <a:gd name="connsiteY128" fmla="*/ 1972988 h 2237474"/>
              <a:gd name="connsiteX129" fmla="*/ 2978094 w 12192000"/>
              <a:gd name="connsiteY129" fmla="*/ 1972369 h 2237474"/>
              <a:gd name="connsiteX130" fmla="*/ 2942858 w 12192000"/>
              <a:gd name="connsiteY130" fmla="*/ 1981367 h 2237474"/>
              <a:gd name="connsiteX131" fmla="*/ 2875436 w 12192000"/>
              <a:gd name="connsiteY131" fmla="*/ 1996977 h 2237474"/>
              <a:gd name="connsiteX132" fmla="*/ 2874892 w 12192000"/>
              <a:gd name="connsiteY132" fmla="*/ 1996085 h 2237474"/>
              <a:gd name="connsiteX133" fmla="*/ 2864145 w 12192000"/>
              <a:gd name="connsiteY133" fmla="*/ 1994061 h 2237474"/>
              <a:gd name="connsiteX134" fmla="*/ 2843662 w 12192000"/>
              <a:gd name="connsiteY134" fmla="*/ 1992498 h 2237474"/>
              <a:gd name="connsiteX135" fmla="*/ 2796128 w 12192000"/>
              <a:gd name="connsiteY135" fmla="*/ 1976403 h 2237474"/>
              <a:gd name="connsiteX136" fmla="*/ 2756784 w 12192000"/>
              <a:gd name="connsiteY136" fmla="*/ 1985116 h 2237474"/>
              <a:gd name="connsiteX137" fmla="*/ 2748833 w 12192000"/>
              <a:gd name="connsiteY137" fmla="*/ 1986323 h 2237474"/>
              <a:gd name="connsiteX138" fmla="*/ 2748661 w 12192000"/>
              <a:gd name="connsiteY138" fmla="*/ 1986122 h 2237474"/>
              <a:gd name="connsiteX139" fmla="*/ 2740251 w 12192000"/>
              <a:gd name="connsiteY139" fmla="*/ 1986946 h 2237474"/>
              <a:gd name="connsiteX140" fmla="*/ 2718916 w 12192000"/>
              <a:gd name="connsiteY140" fmla="*/ 1990867 h 2237474"/>
              <a:gd name="connsiteX141" fmla="*/ 2713522 w 12192000"/>
              <a:gd name="connsiteY141" fmla="*/ 1990173 h 2237474"/>
              <a:gd name="connsiteX142" fmla="*/ 2680597 w 12192000"/>
              <a:gd name="connsiteY142" fmla="*/ 1984996 h 2237474"/>
              <a:gd name="connsiteX143" fmla="*/ 2578178 w 12192000"/>
              <a:gd name="connsiteY143" fmla="*/ 1990531 h 2237474"/>
              <a:gd name="connsiteX144" fmla="*/ 2476147 w 12192000"/>
              <a:gd name="connsiteY144" fmla="*/ 1998305 h 2237474"/>
              <a:gd name="connsiteX145" fmla="*/ 2373568 w 12192000"/>
              <a:gd name="connsiteY145" fmla="*/ 2003219 h 2237474"/>
              <a:gd name="connsiteX146" fmla="*/ 2321399 w 12192000"/>
              <a:gd name="connsiteY146" fmla="*/ 1989467 h 2237474"/>
              <a:gd name="connsiteX147" fmla="*/ 2315525 w 12192000"/>
              <a:gd name="connsiteY147" fmla="*/ 1989708 h 2237474"/>
              <a:gd name="connsiteX148" fmla="*/ 2300792 w 12192000"/>
              <a:gd name="connsiteY148" fmla="*/ 1994290 h 2237474"/>
              <a:gd name="connsiteX149" fmla="*/ 2295469 w 12192000"/>
              <a:gd name="connsiteY149" fmla="*/ 1996659 h 2237474"/>
              <a:gd name="connsiteX150" fmla="*/ 2287219 w 12192000"/>
              <a:gd name="connsiteY150" fmla="*/ 1998750 h 2237474"/>
              <a:gd name="connsiteX151" fmla="*/ 2286948 w 12192000"/>
              <a:gd name="connsiteY151" fmla="*/ 1998596 h 2237474"/>
              <a:gd name="connsiteX152" fmla="*/ 2243069 w 12192000"/>
              <a:gd name="connsiteY152" fmla="*/ 2015111 h 2237474"/>
              <a:gd name="connsiteX153" fmla="*/ 2186609 w 12192000"/>
              <a:gd name="connsiteY153" fmla="*/ 2008263 h 2237474"/>
              <a:gd name="connsiteX154" fmla="*/ 2164831 w 12192000"/>
              <a:gd name="connsiteY154" fmla="*/ 2010143 h 2237474"/>
              <a:gd name="connsiteX155" fmla="*/ 2152836 w 12192000"/>
              <a:gd name="connsiteY155" fmla="*/ 2010048 h 2237474"/>
              <a:gd name="connsiteX156" fmla="*/ 2117102 w 12192000"/>
              <a:gd name="connsiteY156" fmla="*/ 2023004 h 2237474"/>
              <a:gd name="connsiteX157" fmla="*/ 2111935 w 12192000"/>
              <a:gd name="connsiteY157" fmla="*/ 2023163 h 2237474"/>
              <a:gd name="connsiteX158" fmla="*/ 2089991 w 12192000"/>
              <a:gd name="connsiteY158" fmla="*/ 2034193 h 2237474"/>
              <a:gd name="connsiteX159" fmla="*/ 2058061 w 12192000"/>
              <a:gd name="connsiteY159" fmla="*/ 2047942 h 2237474"/>
              <a:gd name="connsiteX160" fmla="*/ 2055737 w 12192000"/>
              <a:gd name="connsiteY160" fmla="*/ 2047704 h 2237474"/>
              <a:gd name="connsiteX161" fmla="*/ 2042244 w 12192000"/>
              <a:gd name="connsiteY161" fmla="*/ 2055560 h 2237474"/>
              <a:gd name="connsiteX162" fmla="*/ 1976224 w 12192000"/>
              <a:gd name="connsiteY162" fmla="*/ 2074257 h 2237474"/>
              <a:gd name="connsiteX163" fmla="*/ 1877728 w 12192000"/>
              <a:gd name="connsiteY163" fmla="*/ 2101004 h 2237474"/>
              <a:gd name="connsiteX164" fmla="*/ 1759056 w 12192000"/>
              <a:gd name="connsiteY164" fmla="*/ 2125608 h 2237474"/>
              <a:gd name="connsiteX165" fmla="*/ 1637948 w 12192000"/>
              <a:gd name="connsiteY165" fmla="*/ 2172597 h 2237474"/>
              <a:gd name="connsiteX166" fmla="*/ 1434549 w 12192000"/>
              <a:gd name="connsiteY166" fmla="*/ 2234522 h 2237474"/>
              <a:gd name="connsiteX167" fmla="*/ 1398481 w 12192000"/>
              <a:gd name="connsiteY167" fmla="*/ 2237074 h 2237474"/>
              <a:gd name="connsiteX168" fmla="*/ 1398407 w 12192000"/>
              <a:gd name="connsiteY168" fmla="*/ 2237095 h 2237474"/>
              <a:gd name="connsiteX169" fmla="*/ 1370962 w 12192000"/>
              <a:gd name="connsiteY169" fmla="*/ 2237474 h 2237474"/>
              <a:gd name="connsiteX170" fmla="*/ 1356367 w 12192000"/>
              <a:gd name="connsiteY170" fmla="*/ 2235089 h 2237474"/>
              <a:gd name="connsiteX171" fmla="*/ 1324828 w 12192000"/>
              <a:gd name="connsiteY171" fmla="*/ 2231968 h 2237474"/>
              <a:gd name="connsiteX172" fmla="*/ 1297744 w 12192000"/>
              <a:gd name="connsiteY172" fmla="*/ 2235849 h 2237474"/>
              <a:gd name="connsiteX173" fmla="*/ 1286236 w 12192000"/>
              <a:gd name="connsiteY173" fmla="*/ 2233135 h 2237474"/>
              <a:gd name="connsiteX174" fmla="*/ 1283504 w 12192000"/>
              <a:gd name="connsiteY174" fmla="*/ 2233797 h 2237474"/>
              <a:gd name="connsiteX175" fmla="*/ 1279765 w 12192000"/>
              <a:gd name="connsiteY175" fmla="*/ 2229639 h 2237474"/>
              <a:gd name="connsiteX176" fmla="*/ 1195347 w 12192000"/>
              <a:gd name="connsiteY176" fmla="*/ 2212354 h 2237474"/>
              <a:gd name="connsiteX177" fmla="*/ 970251 w 12192000"/>
              <a:gd name="connsiteY177" fmla="*/ 2221029 h 2237474"/>
              <a:gd name="connsiteX178" fmla="*/ 812914 w 12192000"/>
              <a:gd name="connsiteY178" fmla="*/ 2202752 h 2237474"/>
              <a:gd name="connsiteX179" fmla="*/ 800195 w 12192000"/>
              <a:gd name="connsiteY179" fmla="*/ 2209407 h 2237474"/>
              <a:gd name="connsiteX180" fmla="*/ 784978 w 12192000"/>
              <a:gd name="connsiteY180" fmla="*/ 2212360 h 2237474"/>
              <a:gd name="connsiteX181" fmla="*/ 681987 w 12192000"/>
              <a:gd name="connsiteY181" fmla="*/ 2216757 h 2237474"/>
              <a:gd name="connsiteX182" fmla="*/ 669923 w 12192000"/>
              <a:gd name="connsiteY182" fmla="*/ 2211682 h 2237474"/>
              <a:gd name="connsiteX183" fmla="*/ 648680 w 12192000"/>
              <a:gd name="connsiteY183" fmla="*/ 2206229 h 2237474"/>
              <a:gd name="connsiteX184" fmla="*/ 597225 w 12192000"/>
              <a:gd name="connsiteY184" fmla="*/ 2180999 h 2237474"/>
              <a:gd name="connsiteX185" fmla="*/ 558449 w 12192000"/>
              <a:gd name="connsiteY185" fmla="*/ 2182346 h 2237474"/>
              <a:gd name="connsiteX186" fmla="*/ 550517 w 12192000"/>
              <a:gd name="connsiteY186" fmla="*/ 2182060 h 2237474"/>
              <a:gd name="connsiteX187" fmla="*/ 550309 w 12192000"/>
              <a:gd name="connsiteY187" fmla="*/ 2181825 h 2237474"/>
              <a:gd name="connsiteX188" fmla="*/ 541836 w 12192000"/>
              <a:gd name="connsiteY188" fmla="*/ 2181063 h 2237474"/>
              <a:gd name="connsiteX189" fmla="*/ 536057 w 12192000"/>
              <a:gd name="connsiteY189" fmla="*/ 2181537 h 2237474"/>
              <a:gd name="connsiteX190" fmla="*/ 520671 w 12192000"/>
              <a:gd name="connsiteY190" fmla="*/ 2180980 h 2237474"/>
              <a:gd name="connsiteX191" fmla="*/ 515024 w 12192000"/>
              <a:gd name="connsiteY191" fmla="*/ 2179258 h 2237474"/>
              <a:gd name="connsiteX192" fmla="*/ 512278 w 12192000"/>
              <a:gd name="connsiteY192" fmla="*/ 2176369 h 2237474"/>
              <a:gd name="connsiteX193" fmla="*/ 480419 w 12192000"/>
              <a:gd name="connsiteY193" fmla="*/ 2167807 h 2237474"/>
              <a:gd name="connsiteX194" fmla="*/ 413835 w 12192000"/>
              <a:gd name="connsiteY194" fmla="*/ 2156783 h 2237474"/>
              <a:gd name="connsiteX195" fmla="*/ 376513 w 12192000"/>
              <a:gd name="connsiteY195" fmla="*/ 2154014 h 2237474"/>
              <a:gd name="connsiteX196" fmla="*/ 273386 w 12192000"/>
              <a:gd name="connsiteY196" fmla="*/ 2142551 h 2237474"/>
              <a:gd name="connsiteX197" fmla="*/ 169207 w 12192000"/>
              <a:gd name="connsiteY197" fmla="*/ 2128100 h 2237474"/>
              <a:gd name="connsiteX198" fmla="*/ 93149 w 12192000"/>
              <a:gd name="connsiteY198" fmla="*/ 2105324 h 2237474"/>
              <a:gd name="connsiteX199" fmla="*/ 88109 w 12192000"/>
              <a:gd name="connsiteY199" fmla="*/ 2106704 h 2237474"/>
              <a:gd name="connsiteX200" fmla="*/ 80022 w 12192000"/>
              <a:gd name="connsiteY200" fmla="*/ 2107254 h 2237474"/>
              <a:gd name="connsiteX201" fmla="*/ 79717 w 12192000"/>
              <a:gd name="connsiteY201" fmla="*/ 2107046 h 2237474"/>
              <a:gd name="connsiteX202" fmla="*/ 72352 w 12192000"/>
              <a:gd name="connsiteY202" fmla="*/ 2107991 h 2237474"/>
              <a:gd name="connsiteX203" fmla="*/ 37645 w 12192000"/>
              <a:gd name="connsiteY203" fmla="*/ 2115401 h 2237474"/>
              <a:gd name="connsiteX204" fmla="*/ 4572 w 12192000"/>
              <a:gd name="connsiteY204" fmla="*/ 2111091 h 2237474"/>
              <a:gd name="connsiteX205" fmla="*/ 0 w 12192000"/>
              <a:gd name="connsiteY205" fmla="*/ 2110468 h 2237474"/>
              <a:gd name="connsiteX206" fmla="*/ 0 w 12192000"/>
              <a:gd name="connsiteY206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34688 w 12192000"/>
              <a:gd name="connsiteY13" fmla="*/ 757726 h 2237474"/>
              <a:gd name="connsiteX14" fmla="*/ 10805004 w 12192000"/>
              <a:gd name="connsiteY14" fmla="*/ 757573 h 2237474"/>
              <a:gd name="connsiteX15" fmla="*/ 10739478 w 12192000"/>
              <a:gd name="connsiteY15" fmla="*/ 776841 h 2237474"/>
              <a:gd name="connsiteX16" fmla="*/ 10458762 w 12192000"/>
              <a:gd name="connsiteY16" fmla="*/ 755400 h 2237474"/>
              <a:gd name="connsiteX17" fmla="*/ 10211200 w 12192000"/>
              <a:gd name="connsiteY17" fmla="*/ 767513 h 2237474"/>
              <a:gd name="connsiteX18" fmla="*/ 10167995 w 12192000"/>
              <a:gd name="connsiteY18" fmla="*/ 760843 h 2237474"/>
              <a:gd name="connsiteX19" fmla="*/ 9997044 w 12192000"/>
              <a:gd name="connsiteY19" fmla="*/ 780129 h 2237474"/>
              <a:gd name="connsiteX20" fmla="*/ 9943887 w 12192000"/>
              <a:gd name="connsiteY20" fmla="*/ 804141 h 2237474"/>
              <a:gd name="connsiteX21" fmla="*/ 9918248 w 12192000"/>
              <a:gd name="connsiteY21" fmla="*/ 816628 h 2237474"/>
              <a:gd name="connsiteX22" fmla="*/ 9767091 w 12192000"/>
              <a:gd name="connsiteY22" fmla="*/ 870550 h 2237474"/>
              <a:gd name="connsiteX23" fmla="*/ 9683005 w 12192000"/>
              <a:gd name="connsiteY23" fmla="*/ 894128 h 2237474"/>
              <a:gd name="connsiteX24" fmla="*/ 9594438 w 12192000"/>
              <a:gd name="connsiteY24" fmla="*/ 919051 h 2237474"/>
              <a:gd name="connsiteX25" fmla="*/ 9577033 w 12192000"/>
              <a:gd name="connsiteY25" fmla="*/ 922857 h 2237474"/>
              <a:gd name="connsiteX26" fmla="*/ 9544189 w 12192000"/>
              <a:gd name="connsiteY26" fmla="*/ 938966 h 2237474"/>
              <a:gd name="connsiteX27" fmla="*/ 9500499 w 12192000"/>
              <a:gd name="connsiteY27" fmla="*/ 954680 h 2237474"/>
              <a:gd name="connsiteX28" fmla="*/ 9428195 w 12192000"/>
              <a:gd name="connsiteY28" fmla="*/ 986225 h 2237474"/>
              <a:gd name="connsiteX29" fmla="*/ 9410017 w 12192000"/>
              <a:gd name="connsiteY29" fmla="*/ 993931 h 2237474"/>
              <a:gd name="connsiteX30" fmla="*/ 9392919 w 12192000"/>
              <a:gd name="connsiteY30" fmla="*/ 994656 h 2237474"/>
              <a:gd name="connsiteX31" fmla="*/ 9278619 w 12192000"/>
              <a:gd name="connsiteY31" fmla="*/ 1011878 h 2237474"/>
              <a:gd name="connsiteX32" fmla="*/ 9268019 w 12192000"/>
              <a:gd name="connsiteY32" fmla="*/ 1007442 h 2237474"/>
              <a:gd name="connsiteX33" fmla="*/ 9234662 w 12192000"/>
              <a:gd name="connsiteY33" fmla="*/ 1023056 h 2237474"/>
              <a:gd name="connsiteX34" fmla="*/ 9181033 w 12192000"/>
              <a:gd name="connsiteY34" fmla="*/ 1037921 h 2237474"/>
              <a:gd name="connsiteX35" fmla="*/ 9155969 w 12192000"/>
              <a:gd name="connsiteY35" fmla="*/ 1046804 h 2237474"/>
              <a:gd name="connsiteX36" fmla="*/ 9133985 w 12192000"/>
              <a:gd name="connsiteY36" fmla="*/ 1046450 h 2237474"/>
              <a:gd name="connsiteX37" fmla="*/ 9012987 w 12192000"/>
              <a:gd name="connsiteY37" fmla="*/ 1061986 h 2237474"/>
              <a:gd name="connsiteX38" fmla="*/ 8968445 w 12192000"/>
              <a:gd name="connsiteY38" fmla="*/ 1052169 h 2237474"/>
              <a:gd name="connsiteX39" fmla="*/ 8958984 w 12192000"/>
              <a:gd name="connsiteY39" fmla="*/ 1057212 h 2237474"/>
              <a:gd name="connsiteX40" fmla="*/ 8886001 w 12192000"/>
              <a:gd name="connsiteY40" fmla="*/ 1067468 h 2237474"/>
              <a:gd name="connsiteX41" fmla="*/ 8838610 w 12192000"/>
              <a:gd name="connsiteY41" fmla="*/ 1075091 h 2237474"/>
              <a:gd name="connsiteX42" fmla="*/ 8750383 w 12192000"/>
              <a:gd name="connsiteY42" fmla="*/ 1097387 h 2237474"/>
              <a:gd name="connsiteX43" fmla="*/ 8665605 w 12192000"/>
              <a:gd name="connsiteY43" fmla="*/ 1110791 h 2237474"/>
              <a:gd name="connsiteX44" fmla="*/ 8584946 w 12192000"/>
              <a:gd name="connsiteY44" fmla="*/ 1135226 h 2237474"/>
              <a:gd name="connsiteX45" fmla="*/ 8460755 w 12192000"/>
              <a:gd name="connsiteY45" fmla="*/ 1203427 h 2237474"/>
              <a:gd name="connsiteX46" fmla="*/ 8419755 w 12192000"/>
              <a:gd name="connsiteY46" fmla="*/ 1216260 h 2237474"/>
              <a:gd name="connsiteX47" fmla="*/ 8411626 w 12192000"/>
              <a:gd name="connsiteY47" fmla="*/ 1214397 h 2237474"/>
              <a:gd name="connsiteX48" fmla="*/ 8363469 w 12192000"/>
              <a:gd name="connsiteY48" fmla="*/ 1246658 h 2237474"/>
              <a:gd name="connsiteX49" fmla="*/ 8275497 w 12192000"/>
              <a:gd name="connsiteY49" fmla="*/ 1264396 h 2237474"/>
              <a:gd name="connsiteX50" fmla="*/ 8206287 w 12192000"/>
              <a:gd name="connsiteY50" fmla="*/ 1273060 h 2237474"/>
              <a:gd name="connsiteX51" fmla="*/ 8168705 w 12192000"/>
              <a:gd name="connsiteY51" fmla="*/ 1279956 h 2237474"/>
              <a:gd name="connsiteX52" fmla="*/ 8139997 w 12192000"/>
              <a:gd name="connsiteY52" fmla="*/ 1282713 h 2237474"/>
              <a:gd name="connsiteX53" fmla="*/ 8074238 w 12192000"/>
              <a:gd name="connsiteY53" fmla="*/ 1301895 h 2237474"/>
              <a:gd name="connsiteX54" fmla="*/ 7968292 w 12192000"/>
              <a:gd name="connsiteY54" fmla="*/ 1338779 h 2237474"/>
              <a:gd name="connsiteX55" fmla="*/ 7902328 w 12192000"/>
              <a:gd name="connsiteY55" fmla="*/ 1345865 h 2237474"/>
              <a:gd name="connsiteX56" fmla="*/ 7875879 w 12192000"/>
              <a:gd name="connsiteY56" fmla="*/ 1345646 h 2237474"/>
              <a:gd name="connsiteX57" fmla="*/ 7840612 w 12192000"/>
              <a:gd name="connsiteY57" fmla="*/ 1369373 h 2237474"/>
              <a:gd name="connsiteX58" fmla="*/ 7786819 w 12192000"/>
              <a:gd name="connsiteY58" fmla="*/ 1378970 h 2237474"/>
              <a:gd name="connsiteX59" fmla="*/ 7548172 w 12192000"/>
              <a:gd name="connsiteY59" fmla="*/ 1417460 h 2237474"/>
              <a:gd name="connsiteX60" fmla="*/ 7483437 w 12192000"/>
              <a:gd name="connsiteY60" fmla="*/ 1478152 h 2237474"/>
              <a:gd name="connsiteX61" fmla="*/ 7377870 w 12192000"/>
              <a:gd name="connsiteY61" fmla="*/ 1523319 h 2237474"/>
              <a:gd name="connsiteX62" fmla="*/ 7230737 w 12192000"/>
              <a:gd name="connsiteY62" fmla="*/ 1562633 h 2237474"/>
              <a:gd name="connsiteX63" fmla="*/ 7224458 w 12192000"/>
              <a:gd name="connsiteY63" fmla="*/ 1573008 h 2237474"/>
              <a:gd name="connsiteX64" fmla="*/ 7183121 w 12192000"/>
              <a:gd name="connsiteY64" fmla="*/ 1595162 h 2237474"/>
              <a:gd name="connsiteX65" fmla="*/ 7164601 w 12192000"/>
              <a:gd name="connsiteY65" fmla="*/ 1606490 h 2237474"/>
              <a:gd name="connsiteX66" fmla="*/ 7092727 w 12192000"/>
              <a:gd name="connsiteY66" fmla="*/ 1623628 h 2237474"/>
              <a:gd name="connsiteX67" fmla="*/ 7031309 w 12192000"/>
              <a:gd name="connsiteY67" fmla="*/ 1619451 h 2237474"/>
              <a:gd name="connsiteX68" fmla="*/ 6999084 w 12192000"/>
              <a:gd name="connsiteY68" fmla="*/ 1634317 h 2237474"/>
              <a:gd name="connsiteX69" fmla="*/ 6992107 w 12192000"/>
              <a:gd name="connsiteY69" fmla="*/ 1636860 h 2237474"/>
              <a:gd name="connsiteX70" fmla="*/ 6900177 w 12192000"/>
              <a:gd name="connsiteY70" fmla="*/ 1636016 h 2237474"/>
              <a:gd name="connsiteX71" fmla="*/ 6795372 w 12192000"/>
              <a:gd name="connsiteY71" fmla="*/ 1644845 h 2237474"/>
              <a:gd name="connsiteX72" fmla="*/ 6692251 w 12192000"/>
              <a:gd name="connsiteY72" fmla="*/ 1656357 h 2237474"/>
              <a:gd name="connsiteX73" fmla="*/ 6655235 w 12192000"/>
              <a:gd name="connsiteY73" fmla="*/ 1661869 h 2237474"/>
              <a:gd name="connsiteX74" fmla="*/ 6554894 w 12192000"/>
              <a:gd name="connsiteY74" fmla="*/ 1664428 h 2237474"/>
              <a:gd name="connsiteX75" fmla="*/ 6516595 w 12192000"/>
              <a:gd name="connsiteY75" fmla="*/ 1667475 h 2237474"/>
              <a:gd name="connsiteX76" fmla="*/ 6508541 w 12192000"/>
              <a:gd name="connsiteY76" fmla="*/ 1668757 h 2237474"/>
              <a:gd name="connsiteX77" fmla="*/ 6471012 w 12192000"/>
              <a:gd name="connsiteY77" fmla="*/ 1678604 h 2237474"/>
              <a:gd name="connsiteX78" fmla="*/ 6364035 w 12192000"/>
              <a:gd name="connsiteY78" fmla="*/ 1667683 h 2237474"/>
              <a:gd name="connsiteX79" fmla="*/ 6280959 w 12192000"/>
              <a:gd name="connsiteY79" fmla="*/ 1689329 h 2237474"/>
              <a:gd name="connsiteX80" fmla="*/ 6243319 w 12192000"/>
              <a:gd name="connsiteY80" fmla="*/ 1695560 h 2237474"/>
              <a:gd name="connsiteX81" fmla="*/ 6098321 w 12192000"/>
              <a:gd name="connsiteY81" fmla="*/ 1721646 h 2237474"/>
              <a:gd name="connsiteX82" fmla="*/ 5880652 w 12192000"/>
              <a:gd name="connsiteY82" fmla="*/ 1779643 h 2237474"/>
              <a:gd name="connsiteX83" fmla="*/ 5785959 w 12192000"/>
              <a:gd name="connsiteY83" fmla="*/ 1775307 h 2237474"/>
              <a:gd name="connsiteX84" fmla="*/ 5643534 w 12192000"/>
              <a:gd name="connsiteY84" fmla="*/ 1802919 h 2237474"/>
              <a:gd name="connsiteX85" fmla="*/ 5518799 w 12192000"/>
              <a:gd name="connsiteY85" fmla="*/ 1818312 h 2237474"/>
              <a:gd name="connsiteX86" fmla="*/ 5505014 w 12192000"/>
              <a:gd name="connsiteY86" fmla="*/ 1819259 h 2237474"/>
              <a:gd name="connsiteX87" fmla="*/ 5453307 w 12192000"/>
              <a:gd name="connsiteY87" fmla="*/ 1815450 h 2237474"/>
              <a:gd name="connsiteX88" fmla="*/ 5364192 w 12192000"/>
              <a:gd name="connsiteY88" fmla="*/ 1826074 h 2237474"/>
              <a:gd name="connsiteX89" fmla="*/ 5350380 w 12192000"/>
              <a:gd name="connsiteY89" fmla="*/ 1830891 h 2237474"/>
              <a:gd name="connsiteX90" fmla="*/ 5259633 w 12192000"/>
              <a:gd name="connsiteY90" fmla="*/ 1837160 h 2237474"/>
              <a:gd name="connsiteX91" fmla="*/ 5197513 w 12192000"/>
              <a:gd name="connsiteY91" fmla="*/ 1844718 h 2237474"/>
              <a:gd name="connsiteX92" fmla="*/ 5168852 w 12192000"/>
              <a:gd name="connsiteY92" fmla="*/ 1844846 h 2237474"/>
              <a:gd name="connsiteX93" fmla="*/ 5114927 w 12192000"/>
              <a:gd name="connsiteY93" fmla="*/ 1847827 h 2237474"/>
              <a:gd name="connsiteX94" fmla="*/ 5108970 w 12192000"/>
              <a:gd name="connsiteY94" fmla="*/ 1847935 h 2237474"/>
              <a:gd name="connsiteX95" fmla="*/ 5067961 w 12192000"/>
              <a:gd name="connsiteY95" fmla="*/ 1845917 h 2237474"/>
              <a:gd name="connsiteX96" fmla="*/ 5007075 w 12192000"/>
              <a:gd name="connsiteY96" fmla="*/ 1838626 h 2237474"/>
              <a:gd name="connsiteX97" fmla="*/ 4944087 w 12192000"/>
              <a:gd name="connsiteY97" fmla="*/ 1823332 h 2237474"/>
              <a:gd name="connsiteX98" fmla="*/ 4907662 w 12192000"/>
              <a:gd name="connsiteY98" fmla="*/ 1816900 h 2237474"/>
              <a:gd name="connsiteX99" fmla="*/ 4882386 w 12192000"/>
              <a:gd name="connsiteY99" fmla="*/ 1809844 h 2237474"/>
              <a:gd name="connsiteX100" fmla="*/ 4811440 w 12192000"/>
              <a:gd name="connsiteY100" fmla="*/ 1804655 h 2237474"/>
              <a:gd name="connsiteX101" fmla="*/ 4691075 w 12192000"/>
              <a:gd name="connsiteY101" fmla="*/ 1801389 h 2237474"/>
              <a:gd name="connsiteX102" fmla="*/ 4611738 w 12192000"/>
              <a:gd name="connsiteY102" fmla="*/ 1776964 h 2237474"/>
              <a:gd name="connsiteX103" fmla="*/ 4560070 w 12192000"/>
              <a:gd name="connsiteY103" fmla="*/ 1785640 h 2237474"/>
              <a:gd name="connsiteX104" fmla="*/ 4536503 w 12192000"/>
              <a:gd name="connsiteY104" fmla="*/ 1785334 h 2237474"/>
              <a:gd name="connsiteX105" fmla="*/ 4513724 w 12192000"/>
              <a:gd name="connsiteY105" fmla="*/ 1791996 h 2237474"/>
              <a:gd name="connsiteX106" fmla="*/ 4459810 w 12192000"/>
              <a:gd name="connsiteY106" fmla="*/ 1797886 h 2237474"/>
              <a:gd name="connsiteX107" fmla="*/ 4379064 w 12192000"/>
              <a:gd name="connsiteY107" fmla="*/ 1817177 h 2237474"/>
              <a:gd name="connsiteX108" fmla="*/ 4319209 w 12192000"/>
              <a:gd name="connsiteY108" fmla="*/ 1834833 h 2237474"/>
              <a:gd name="connsiteX109" fmla="*/ 4290981 w 12192000"/>
              <a:gd name="connsiteY109" fmla="*/ 1839677 h 2237474"/>
              <a:gd name="connsiteX110" fmla="*/ 4285792 w 12192000"/>
              <a:gd name="connsiteY110" fmla="*/ 1836231 h 2237474"/>
              <a:gd name="connsiteX111" fmla="*/ 4238372 w 12192000"/>
              <a:gd name="connsiteY111" fmla="*/ 1851480 h 2237474"/>
              <a:gd name="connsiteX112" fmla="*/ 4232517 w 12192000"/>
              <a:gd name="connsiteY112" fmla="*/ 1852567 h 2237474"/>
              <a:gd name="connsiteX113" fmla="*/ 4191732 w 12192000"/>
              <a:gd name="connsiteY113" fmla="*/ 1857328 h 2237474"/>
              <a:gd name="connsiteX114" fmla="*/ 4065532 w 12192000"/>
              <a:gd name="connsiteY114" fmla="*/ 1855477 h 2237474"/>
              <a:gd name="connsiteX115" fmla="*/ 4028460 w 12192000"/>
              <a:gd name="connsiteY115" fmla="*/ 1855137 h 2237474"/>
              <a:gd name="connsiteX116" fmla="*/ 4002267 w 12192000"/>
              <a:gd name="connsiteY116" fmla="*/ 1852352 h 2237474"/>
              <a:gd name="connsiteX117" fmla="*/ 3931396 w 12192000"/>
              <a:gd name="connsiteY117" fmla="*/ 1858915 h 2237474"/>
              <a:gd name="connsiteX118" fmla="*/ 3812162 w 12192000"/>
              <a:gd name="connsiteY118" fmla="*/ 1875501 h 2237474"/>
              <a:gd name="connsiteX119" fmla="*/ 3729530 w 12192000"/>
              <a:gd name="connsiteY119" fmla="*/ 1864513 h 2237474"/>
              <a:gd name="connsiteX120" fmla="*/ 3680177 w 12192000"/>
              <a:gd name="connsiteY120" fmla="*/ 1881552 h 2237474"/>
              <a:gd name="connsiteX121" fmla="*/ 3567259 w 12192000"/>
              <a:gd name="connsiteY121" fmla="*/ 1893482 h 2237474"/>
              <a:gd name="connsiteX122" fmla="*/ 3405770 w 12192000"/>
              <a:gd name="connsiteY122" fmla="*/ 1904591 h 2237474"/>
              <a:gd name="connsiteX123" fmla="*/ 3280097 w 12192000"/>
              <a:gd name="connsiteY123" fmla="*/ 1919610 h 2237474"/>
              <a:gd name="connsiteX124" fmla="*/ 3123424 w 12192000"/>
              <a:gd name="connsiteY124" fmla="*/ 1952930 h 2237474"/>
              <a:gd name="connsiteX125" fmla="*/ 3009910 w 12192000"/>
              <a:gd name="connsiteY125" fmla="*/ 1957866 h 2237474"/>
              <a:gd name="connsiteX126" fmla="*/ 2995934 w 12192000"/>
              <a:gd name="connsiteY126" fmla="*/ 1967085 h 2237474"/>
              <a:gd name="connsiteX127" fmla="*/ 2980071 w 12192000"/>
              <a:gd name="connsiteY127" fmla="*/ 1972988 h 2237474"/>
              <a:gd name="connsiteX128" fmla="*/ 2978094 w 12192000"/>
              <a:gd name="connsiteY128" fmla="*/ 1972369 h 2237474"/>
              <a:gd name="connsiteX129" fmla="*/ 2942858 w 12192000"/>
              <a:gd name="connsiteY129" fmla="*/ 1981367 h 2237474"/>
              <a:gd name="connsiteX130" fmla="*/ 2875436 w 12192000"/>
              <a:gd name="connsiteY130" fmla="*/ 1996977 h 2237474"/>
              <a:gd name="connsiteX131" fmla="*/ 2874892 w 12192000"/>
              <a:gd name="connsiteY131" fmla="*/ 1996085 h 2237474"/>
              <a:gd name="connsiteX132" fmla="*/ 2864145 w 12192000"/>
              <a:gd name="connsiteY132" fmla="*/ 1994061 h 2237474"/>
              <a:gd name="connsiteX133" fmla="*/ 2843662 w 12192000"/>
              <a:gd name="connsiteY133" fmla="*/ 1992498 h 2237474"/>
              <a:gd name="connsiteX134" fmla="*/ 2796128 w 12192000"/>
              <a:gd name="connsiteY134" fmla="*/ 1976403 h 2237474"/>
              <a:gd name="connsiteX135" fmla="*/ 2756784 w 12192000"/>
              <a:gd name="connsiteY135" fmla="*/ 1985116 h 2237474"/>
              <a:gd name="connsiteX136" fmla="*/ 2748833 w 12192000"/>
              <a:gd name="connsiteY136" fmla="*/ 1986323 h 2237474"/>
              <a:gd name="connsiteX137" fmla="*/ 2748661 w 12192000"/>
              <a:gd name="connsiteY137" fmla="*/ 1986122 h 2237474"/>
              <a:gd name="connsiteX138" fmla="*/ 2740251 w 12192000"/>
              <a:gd name="connsiteY138" fmla="*/ 1986946 h 2237474"/>
              <a:gd name="connsiteX139" fmla="*/ 2718916 w 12192000"/>
              <a:gd name="connsiteY139" fmla="*/ 1990867 h 2237474"/>
              <a:gd name="connsiteX140" fmla="*/ 2713522 w 12192000"/>
              <a:gd name="connsiteY140" fmla="*/ 1990173 h 2237474"/>
              <a:gd name="connsiteX141" fmla="*/ 2680597 w 12192000"/>
              <a:gd name="connsiteY141" fmla="*/ 1984996 h 2237474"/>
              <a:gd name="connsiteX142" fmla="*/ 2578178 w 12192000"/>
              <a:gd name="connsiteY142" fmla="*/ 1990531 h 2237474"/>
              <a:gd name="connsiteX143" fmla="*/ 2476147 w 12192000"/>
              <a:gd name="connsiteY143" fmla="*/ 1998305 h 2237474"/>
              <a:gd name="connsiteX144" fmla="*/ 2373568 w 12192000"/>
              <a:gd name="connsiteY144" fmla="*/ 2003219 h 2237474"/>
              <a:gd name="connsiteX145" fmla="*/ 2321399 w 12192000"/>
              <a:gd name="connsiteY145" fmla="*/ 1989467 h 2237474"/>
              <a:gd name="connsiteX146" fmla="*/ 2315525 w 12192000"/>
              <a:gd name="connsiteY146" fmla="*/ 1989708 h 2237474"/>
              <a:gd name="connsiteX147" fmla="*/ 2300792 w 12192000"/>
              <a:gd name="connsiteY147" fmla="*/ 1994290 h 2237474"/>
              <a:gd name="connsiteX148" fmla="*/ 2295469 w 12192000"/>
              <a:gd name="connsiteY148" fmla="*/ 1996659 h 2237474"/>
              <a:gd name="connsiteX149" fmla="*/ 2287219 w 12192000"/>
              <a:gd name="connsiteY149" fmla="*/ 1998750 h 2237474"/>
              <a:gd name="connsiteX150" fmla="*/ 2286948 w 12192000"/>
              <a:gd name="connsiteY150" fmla="*/ 1998596 h 2237474"/>
              <a:gd name="connsiteX151" fmla="*/ 2243069 w 12192000"/>
              <a:gd name="connsiteY151" fmla="*/ 2015111 h 2237474"/>
              <a:gd name="connsiteX152" fmla="*/ 2186609 w 12192000"/>
              <a:gd name="connsiteY152" fmla="*/ 2008263 h 2237474"/>
              <a:gd name="connsiteX153" fmla="*/ 2164831 w 12192000"/>
              <a:gd name="connsiteY153" fmla="*/ 2010143 h 2237474"/>
              <a:gd name="connsiteX154" fmla="*/ 2152836 w 12192000"/>
              <a:gd name="connsiteY154" fmla="*/ 2010048 h 2237474"/>
              <a:gd name="connsiteX155" fmla="*/ 2117102 w 12192000"/>
              <a:gd name="connsiteY155" fmla="*/ 2023004 h 2237474"/>
              <a:gd name="connsiteX156" fmla="*/ 2111935 w 12192000"/>
              <a:gd name="connsiteY156" fmla="*/ 2023163 h 2237474"/>
              <a:gd name="connsiteX157" fmla="*/ 2089991 w 12192000"/>
              <a:gd name="connsiteY157" fmla="*/ 2034193 h 2237474"/>
              <a:gd name="connsiteX158" fmla="*/ 2058061 w 12192000"/>
              <a:gd name="connsiteY158" fmla="*/ 2047942 h 2237474"/>
              <a:gd name="connsiteX159" fmla="*/ 2055737 w 12192000"/>
              <a:gd name="connsiteY159" fmla="*/ 2047704 h 2237474"/>
              <a:gd name="connsiteX160" fmla="*/ 2042244 w 12192000"/>
              <a:gd name="connsiteY160" fmla="*/ 2055560 h 2237474"/>
              <a:gd name="connsiteX161" fmla="*/ 1976224 w 12192000"/>
              <a:gd name="connsiteY161" fmla="*/ 2074257 h 2237474"/>
              <a:gd name="connsiteX162" fmla="*/ 1877728 w 12192000"/>
              <a:gd name="connsiteY162" fmla="*/ 2101004 h 2237474"/>
              <a:gd name="connsiteX163" fmla="*/ 1759056 w 12192000"/>
              <a:gd name="connsiteY163" fmla="*/ 2125608 h 2237474"/>
              <a:gd name="connsiteX164" fmla="*/ 1637948 w 12192000"/>
              <a:gd name="connsiteY164" fmla="*/ 2172597 h 2237474"/>
              <a:gd name="connsiteX165" fmla="*/ 1434549 w 12192000"/>
              <a:gd name="connsiteY165" fmla="*/ 2234522 h 2237474"/>
              <a:gd name="connsiteX166" fmla="*/ 1398481 w 12192000"/>
              <a:gd name="connsiteY166" fmla="*/ 2237074 h 2237474"/>
              <a:gd name="connsiteX167" fmla="*/ 1398407 w 12192000"/>
              <a:gd name="connsiteY167" fmla="*/ 2237095 h 2237474"/>
              <a:gd name="connsiteX168" fmla="*/ 1370962 w 12192000"/>
              <a:gd name="connsiteY168" fmla="*/ 2237474 h 2237474"/>
              <a:gd name="connsiteX169" fmla="*/ 1356367 w 12192000"/>
              <a:gd name="connsiteY169" fmla="*/ 2235089 h 2237474"/>
              <a:gd name="connsiteX170" fmla="*/ 1324828 w 12192000"/>
              <a:gd name="connsiteY170" fmla="*/ 2231968 h 2237474"/>
              <a:gd name="connsiteX171" fmla="*/ 1297744 w 12192000"/>
              <a:gd name="connsiteY171" fmla="*/ 2235849 h 2237474"/>
              <a:gd name="connsiteX172" fmla="*/ 1286236 w 12192000"/>
              <a:gd name="connsiteY172" fmla="*/ 2233135 h 2237474"/>
              <a:gd name="connsiteX173" fmla="*/ 1283504 w 12192000"/>
              <a:gd name="connsiteY173" fmla="*/ 2233797 h 2237474"/>
              <a:gd name="connsiteX174" fmla="*/ 1279765 w 12192000"/>
              <a:gd name="connsiteY174" fmla="*/ 2229639 h 2237474"/>
              <a:gd name="connsiteX175" fmla="*/ 1195347 w 12192000"/>
              <a:gd name="connsiteY175" fmla="*/ 2212354 h 2237474"/>
              <a:gd name="connsiteX176" fmla="*/ 970251 w 12192000"/>
              <a:gd name="connsiteY176" fmla="*/ 2221029 h 2237474"/>
              <a:gd name="connsiteX177" fmla="*/ 812914 w 12192000"/>
              <a:gd name="connsiteY177" fmla="*/ 2202752 h 2237474"/>
              <a:gd name="connsiteX178" fmla="*/ 800195 w 12192000"/>
              <a:gd name="connsiteY178" fmla="*/ 2209407 h 2237474"/>
              <a:gd name="connsiteX179" fmla="*/ 784978 w 12192000"/>
              <a:gd name="connsiteY179" fmla="*/ 2212360 h 2237474"/>
              <a:gd name="connsiteX180" fmla="*/ 681987 w 12192000"/>
              <a:gd name="connsiteY180" fmla="*/ 2216757 h 2237474"/>
              <a:gd name="connsiteX181" fmla="*/ 669923 w 12192000"/>
              <a:gd name="connsiteY181" fmla="*/ 2211682 h 2237474"/>
              <a:gd name="connsiteX182" fmla="*/ 648680 w 12192000"/>
              <a:gd name="connsiteY182" fmla="*/ 2206229 h 2237474"/>
              <a:gd name="connsiteX183" fmla="*/ 597225 w 12192000"/>
              <a:gd name="connsiteY183" fmla="*/ 2180999 h 2237474"/>
              <a:gd name="connsiteX184" fmla="*/ 558449 w 12192000"/>
              <a:gd name="connsiteY184" fmla="*/ 2182346 h 2237474"/>
              <a:gd name="connsiteX185" fmla="*/ 550517 w 12192000"/>
              <a:gd name="connsiteY185" fmla="*/ 2182060 h 2237474"/>
              <a:gd name="connsiteX186" fmla="*/ 550309 w 12192000"/>
              <a:gd name="connsiteY186" fmla="*/ 2181825 h 2237474"/>
              <a:gd name="connsiteX187" fmla="*/ 541836 w 12192000"/>
              <a:gd name="connsiteY187" fmla="*/ 2181063 h 2237474"/>
              <a:gd name="connsiteX188" fmla="*/ 536057 w 12192000"/>
              <a:gd name="connsiteY188" fmla="*/ 2181537 h 2237474"/>
              <a:gd name="connsiteX189" fmla="*/ 520671 w 12192000"/>
              <a:gd name="connsiteY189" fmla="*/ 2180980 h 2237474"/>
              <a:gd name="connsiteX190" fmla="*/ 515024 w 12192000"/>
              <a:gd name="connsiteY190" fmla="*/ 2179258 h 2237474"/>
              <a:gd name="connsiteX191" fmla="*/ 512278 w 12192000"/>
              <a:gd name="connsiteY191" fmla="*/ 2176369 h 2237474"/>
              <a:gd name="connsiteX192" fmla="*/ 480419 w 12192000"/>
              <a:gd name="connsiteY192" fmla="*/ 2167807 h 2237474"/>
              <a:gd name="connsiteX193" fmla="*/ 413835 w 12192000"/>
              <a:gd name="connsiteY193" fmla="*/ 2156783 h 2237474"/>
              <a:gd name="connsiteX194" fmla="*/ 376513 w 12192000"/>
              <a:gd name="connsiteY194" fmla="*/ 2154014 h 2237474"/>
              <a:gd name="connsiteX195" fmla="*/ 273386 w 12192000"/>
              <a:gd name="connsiteY195" fmla="*/ 2142551 h 2237474"/>
              <a:gd name="connsiteX196" fmla="*/ 169207 w 12192000"/>
              <a:gd name="connsiteY196" fmla="*/ 2128100 h 2237474"/>
              <a:gd name="connsiteX197" fmla="*/ 93149 w 12192000"/>
              <a:gd name="connsiteY197" fmla="*/ 2105324 h 2237474"/>
              <a:gd name="connsiteX198" fmla="*/ 88109 w 12192000"/>
              <a:gd name="connsiteY198" fmla="*/ 2106704 h 2237474"/>
              <a:gd name="connsiteX199" fmla="*/ 80022 w 12192000"/>
              <a:gd name="connsiteY199" fmla="*/ 2107254 h 2237474"/>
              <a:gd name="connsiteX200" fmla="*/ 79717 w 12192000"/>
              <a:gd name="connsiteY200" fmla="*/ 2107046 h 2237474"/>
              <a:gd name="connsiteX201" fmla="*/ 72352 w 12192000"/>
              <a:gd name="connsiteY201" fmla="*/ 2107991 h 2237474"/>
              <a:gd name="connsiteX202" fmla="*/ 37645 w 12192000"/>
              <a:gd name="connsiteY202" fmla="*/ 2115401 h 2237474"/>
              <a:gd name="connsiteX203" fmla="*/ 4572 w 12192000"/>
              <a:gd name="connsiteY203" fmla="*/ 2111091 h 2237474"/>
              <a:gd name="connsiteX204" fmla="*/ 0 w 12192000"/>
              <a:gd name="connsiteY204" fmla="*/ 2110468 h 2237474"/>
              <a:gd name="connsiteX205" fmla="*/ 0 w 12192000"/>
              <a:gd name="connsiteY20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34688 w 12192000"/>
              <a:gd name="connsiteY13" fmla="*/ 757726 h 2237474"/>
              <a:gd name="connsiteX14" fmla="*/ 10805004 w 12192000"/>
              <a:gd name="connsiteY14" fmla="*/ 757573 h 2237474"/>
              <a:gd name="connsiteX15" fmla="*/ 10739478 w 12192000"/>
              <a:gd name="connsiteY15" fmla="*/ 776841 h 2237474"/>
              <a:gd name="connsiteX16" fmla="*/ 10458762 w 12192000"/>
              <a:gd name="connsiteY16" fmla="*/ 755400 h 2237474"/>
              <a:gd name="connsiteX17" fmla="*/ 10211200 w 12192000"/>
              <a:gd name="connsiteY17" fmla="*/ 767513 h 2237474"/>
              <a:gd name="connsiteX18" fmla="*/ 10167995 w 12192000"/>
              <a:gd name="connsiteY18" fmla="*/ 760843 h 2237474"/>
              <a:gd name="connsiteX19" fmla="*/ 9997044 w 12192000"/>
              <a:gd name="connsiteY19" fmla="*/ 780129 h 2237474"/>
              <a:gd name="connsiteX20" fmla="*/ 9943887 w 12192000"/>
              <a:gd name="connsiteY20" fmla="*/ 804141 h 2237474"/>
              <a:gd name="connsiteX21" fmla="*/ 9918248 w 12192000"/>
              <a:gd name="connsiteY21" fmla="*/ 816628 h 2237474"/>
              <a:gd name="connsiteX22" fmla="*/ 9767091 w 12192000"/>
              <a:gd name="connsiteY22" fmla="*/ 870550 h 2237474"/>
              <a:gd name="connsiteX23" fmla="*/ 9683005 w 12192000"/>
              <a:gd name="connsiteY23" fmla="*/ 894128 h 2237474"/>
              <a:gd name="connsiteX24" fmla="*/ 9594438 w 12192000"/>
              <a:gd name="connsiteY24" fmla="*/ 919051 h 2237474"/>
              <a:gd name="connsiteX25" fmla="*/ 9577033 w 12192000"/>
              <a:gd name="connsiteY25" fmla="*/ 922857 h 2237474"/>
              <a:gd name="connsiteX26" fmla="*/ 9544189 w 12192000"/>
              <a:gd name="connsiteY26" fmla="*/ 938966 h 2237474"/>
              <a:gd name="connsiteX27" fmla="*/ 9500499 w 12192000"/>
              <a:gd name="connsiteY27" fmla="*/ 954680 h 2237474"/>
              <a:gd name="connsiteX28" fmla="*/ 9428195 w 12192000"/>
              <a:gd name="connsiteY28" fmla="*/ 986225 h 2237474"/>
              <a:gd name="connsiteX29" fmla="*/ 9410017 w 12192000"/>
              <a:gd name="connsiteY29" fmla="*/ 993931 h 2237474"/>
              <a:gd name="connsiteX30" fmla="*/ 9392919 w 12192000"/>
              <a:gd name="connsiteY30" fmla="*/ 994656 h 2237474"/>
              <a:gd name="connsiteX31" fmla="*/ 9278619 w 12192000"/>
              <a:gd name="connsiteY31" fmla="*/ 1011878 h 2237474"/>
              <a:gd name="connsiteX32" fmla="*/ 9268019 w 12192000"/>
              <a:gd name="connsiteY32" fmla="*/ 1007442 h 2237474"/>
              <a:gd name="connsiteX33" fmla="*/ 9234662 w 12192000"/>
              <a:gd name="connsiteY33" fmla="*/ 1023056 h 2237474"/>
              <a:gd name="connsiteX34" fmla="*/ 9181033 w 12192000"/>
              <a:gd name="connsiteY34" fmla="*/ 1037921 h 2237474"/>
              <a:gd name="connsiteX35" fmla="*/ 9155969 w 12192000"/>
              <a:gd name="connsiteY35" fmla="*/ 1046804 h 2237474"/>
              <a:gd name="connsiteX36" fmla="*/ 9133985 w 12192000"/>
              <a:gd name="connsiteY36" fmla="*/ 1046450 h 2237474"/>
              <a:gd name="connsiteX37" fmla="*/ 9012987 w 12192000"/>
              <a:gd name="connsiteY37" fmla="*/ 1061986 h 2237474"/>
              <a:gd name="connsiteX38" fmla="*/ 8968445 w 12192000"/>
              <a:gd name="connsiteY38" fmla="*/ 1052169 h 2237474"/>
              <a:gd name="connsiteX39" fmla="*/ 8958984 w 12192000"/>
              <a:gd name="connsiteY39" fmla="*/ 1057212 h 2237474"/>
              <a:gd name="connsiteX40" fmla="*/ 8886001 w 12192000"/>
              <a:gd name="connsiteY40" fmla="*/ 1067468 h 2237474"/>
              <a:gd name="connsiteX41" fmla="*/ 8838610 w 12192000"/>
              <a:gd name="connsiteY41" fmla="*/ 1075091 h 2237474"/>
              <a:gd name="connsiteX42" fmla="*/ 8750383 w 12192000"/>
              <a:gd name="connsiteY42" fmla="*/ 1097387 h 2237474"/>
              <a:gd name="connsiteX43" fmla="*/ 8665605 w 12192000"/>
              <a:gd name="connsiteY43" fmla="*/ 1110791 h 2237474"/>
              <a:gd name="connsiteX44" fmla="*/ 8584946 w 12192000"/>
              <a:gd name="connsiteY44" fmla="*/ 1135226 h 2237474"/>
              <a:gd name="connsiteX45" fmla="*/ 8460755 w 12192000"/>
              <a:gd name="connsiteY45" fmla="*/ 1203427 h 2237474"/>
              <a:gd name="connsiteX46" fmla="*/ 8419755 w 12192000"/>
              <a:gd name="connsiteY46" fmla="*/ 1216260 h 2237474"/>
              <a:gd name="connsiteX47" fmla="*/ 8411626 w 12192000"/>
              <a:gd name="connsiteY47" fmla="*/ 1214397 h 2237474"/>
              <a:gd name="connsiteX48" fmla="*/ 8363469 w 12192000"/>
              <a:gd name="connsiteY48" fmla="*/ 1246658 h 2237474"/>
              <a:gd name="connsiteX49" fmla="*/ 8275497 w 12192000"/>
              <a:gd name="connsiteY49" fmla="*/ 1264396 h 2237474"/>
              <a:gd name="connsiteX50" fmla="*/ 8206287 w 12192000"/>
              <a:gd name="connsiteY50" fmla="*/ 1273060 h 2237474"/>
              <a:gd name="connsiteX51" fmla="*/ 8168705 w 12192000"/>
              <a:gd name="connsiteY51" fmla="*/ 1279956 h 2237474"/>
              <a:gd name="connsiteX52" fmla="*/ 8139997 w 12192000"/>
              <a:gd name="connsiteY52" fmla="*/ 1282713 h 2237474"/>
              <a:gd name="connsiteX53" fmla="*/ 8074238 w 12192000"/>
              <a:gd name="connsiteY53" fmla="*/ 1301895 h 2237474"/>
              <a:gd name="connsiteX54" fmla="*/ 7968292 w 12192000"/>
              <a:gd name="connsiteY54" fmla="*/ 1338779 h 2237474"/>
              <a:gd name="connsiteX55" fmla="*/ 7902328 w 12192000"/>
              <a:gd name="connsiteY55" fmla="*/ 1345865 h 2237474"/>
              <a:gd name="connsiteX56" fmla="*/ 7875879 w 12192000"/>
              <a:gd name="connsiteY56" fmla="*/ 1345646 h 2237474"/>
              <a:gd name="connsiteX57" fmla="*/ 7840612 w 12192000"/>
              <a:gd name="connsiteY57" fmla="*/ 1369373 h 2237474"/>
              <a:gd name="connsiteX58" fmla="*/ 7786819 w 12192000"/>
              <a:gd name="connsiteY58" fmla="*/ 1378970 h 2237474"/>
              <a:gd name="connsiteX59" fmla="*/ 7548172 w 12192000"/>
              <a:gd name="connsiteY59" fmla="*/ 1417460 h 2237474"/>
              <a:gd name="connsiteX60" fmla="*/ 7483437 w 12192000"/>
              <a:gd name="connsiteY60" fmla="*/ 1478152 h 2237474"/>
              <a:gd name="connsiteX61" fmla="*/ 7377870 w 12192000"/>
              <a:gd name="connsiteY61" fmla="*/ 1523319 h 2237474"/>
              <a:gd name="connsiteX62" fmla="*/ 7230737 w 12192000"/>
              <a:gd name="connsiteY62" fmla="*/ 1562633 h 2237474"/>
              <a:gd name="connsiteX63" fmla="*/ 7224458 w 12192000"/>
              <a:gd name="connsiteY63" fmla="*/ 1573008 h 2237474"/>
              <a:gd name="connsiteX64" fmla="*/ 7183121 w 12192000"/>
              <a:gd name="connsiteY64" fmla="*/ 1595162 h 2237474"/>
              <a:gd name="connsiteX65" fmla="*/ 7164601 w 12192000"/>
              <a:gd name="connsiteY65" fmla="*/ 1606490 h 2237474"/>
              <a:gd name="connsiteX66" fmla="*/ 7092727 w 12192000"/>
              <a:gd name="connsiteY66" fmla="*/ 1623628 h 2237474"/>
              <a:gd name="connsiteX67" fmla="*/ 7031309 w 12192000"/>
              <a:gd name="connsiteY67" fmla="*/ 1619451 h 2237474"/>
              <a:gd name="connsiteX68" fmla="*/ 6999084 w 12192000"/>
              <a:gd name="connsiteY68" fmla="*/ 1634317 h 2237474"/>
              <a:gd name="connsiteX69" fmla="*/ 6992107 w 12192000"/>
              <a:gd name="connsiteY69" fmla="*/ 1636860 h 2237474"/>
              <a:gd name="connsiteX70" fmla="*/ 6900177 w 12192000"/>
              <a:gd name="connsiteY70" fmla="*/ 1636016 h 2237474"/>
              <a:gd name="connsiteX71" fmla="*/ 6795372 w 12192000"/>
              <a:gd name="connsiteY71" fmla="*/ 1644845 h 2237474"/>
              <a:gd name="connsiteX72" fmla="*/ 6692251 w 12192000"/>
              <a:gd name="connsiteY72" fmla="*/ 1656357 h 2237474"/>
              <a:gd name="connsiteX73" fmla="*/ 6655235 w 12192000"/>
              <a:gd name="connsiteY73" fmla="*/ 1661869 h 2237474"/>
              <a:gd name="connsiteX74" fmla="*/ 6554894 w 12192000"/>
              <a:gd name="connsiteY74" fmla="*/ 1664428 h 2237474"/>
              <a:gd name="connsiteX75" fmla="*/ 6516595 w 12192000"/>
              <a:gd name="connsiteY75" fmla="*/ 1667475 h 2237474"/>
              <a:gd name="connsiteX76" fmla="*/ 6508541 w 12192000"/>
              <a:gd name="connsiteY76" fmla="*/ 1668757 h 2237474"/>
              <a:gd name="connsiteX77" fmla="*/ 6471012 w 12192000"/>
              <a:gd name="connsiteY77" fmla="*/ 1678604 h 2237474"/>
              <a:gd name="connsiteX78" fmla="*/ 6364035 w 12192000"/>
              <a:gd name="connsiteY78" fmla="*/ 1667683 h 2237474"/>
              <a:gd name="connsiteX79" fmla="*/ 6280959 w 12192000"/>
              <a:gd name="connsiteY79" fmla="*/ 1689329 h 2237474"/>
              <a:gd name="connsiteX80" fmla="*/ 6243319 w 12192000"/>
              <a:gd name="connsiteY80" fmla="*/ 1695560 h 2237474"/>
              <a:gd name="connsiteX81" fmla="*/ 6098321 w 12192000"/>
              <a:gd name="connsiteY81" fmla="*/ 1721646 h 2237474"/>
              <a:gd name="connsiteX82" fmla="*/ 5880652 w 12192000"/>
              <a:gd name="connsiteY82" fmla="*/ 1779643 h 2237474"/>
              <a:gd name="connsiteX83" fmla="*/ 5785959 w 12192000"/>
              <a:gd name="connsiteY83" fmla="*/ 1775307 h 2237474"/>
              <a:gd name="connsiteX84" fmla="*/ 5643534 w 12192000"/>
              <a:gd name="connsiteY84" fmla="*/ 1802919 h 2237474"/>
              <a:gd name="connsiteX85" fmla="*/ 5518799 w 12192000"/>
              <a:gd name="connsiteY85" fmla="*/ 1818312 h 2237474"/>
              <a:gd name="connsiteX86" fmla="*/ 5505014 w 12192000"/>
              <a:gd name="connsiteY86" fmla="*/ 1819259 h 2237474"/>
              <a:gd name="connsiteX87" fmla="*/ 5453307 w 12192000"/>
              <a:gd name="connsiteY87" fmla="*/ 1815450 h 2237474"/>
              <a:gd name="connsiteX88" fmla="*/ 5364192 w 12192000"/>
              <a:gd name="connsiteY88" fmla="*/ 1826074 h 2237474"/>
              <a:gd name="connsiteX89" fmla="*/ 5350380 w 12192000"/>
              <a:gd name="connsiteY89" fmla="*/ 1830891 h 2237474"/>
              <a:gd name="connsiteX90" fmla="*/ 5259633 w 12192000"/>
              <a:gd name="connsiteY90" fmla="*/ 1837160 h 2237474"/>
              <a:gd name="connsiteX91" fmla="*/ 5197513 w 12192000"/>
              <a:gd name="connsiteY91" fmla="*/ 1844718 h 2237474"/>
              <a:gd name="connsiteX92" fmla="*/ 5168852 w 12192000"/>
              <a:gd name="connsiteY92" fmla="*/ 1844846 h 2237474"/>
              <a:gd name="connsiteX93" fmla="*/ 5114927 w 12192000"/>
              <a:gd name="connsiteY93" fmla="*/ 1847827 h 2237474"/>
              <a:gd name="connsiteX94" fmla="*/ 5108970 w 12192000"/>
              <a:gd name="connsiteY94" fmla="*/ 1847935 h 2237474"/>
              <a:gd name="connsiteX95" fmla="*/ 5067961 w 12192000"/>
              <a:gd name="connsiteY95" fmla="*/ 1845917 h 2237474"/>
              <a:gd name="connsiteX96" fmla="*/ 5007075 w 12192000"/>
              <a:gd name="connsiteY96" fmla="*/ 1838626 h 2237474"/>
              <a:gd name="connsiteX97" fmla="*/ 4944087 w 12192000"/>
              <a:gd name="connsiteY97" fmla="*/ 1823332 h 2237474"/>
              <a:gd name="connsiteX98" fmla="*/ 4907662 w 12192000"/>
              <a:gd name="connsiteY98" fmla="*/ 1816900 h 2237474"/>
              <a:gd name="connsiteX99" fmla="*/ 4882386 w 12192000"/>
              <a:gd name="connsiteY99" fmla="*/ 1809844 h 2237474"/>
              <a:gd name="connsiteX100" fmla="*/ 4811440 w 12192000"/>
              <a:gd name="connsiteY100" fmla="*/ 1804655 h 2237474"/>
              <a:gd name="connsiteX101" fmla="*/ 4691075 w 12192000"/>
              <a:gd name="connsiteY101" fmla="*/ 1801389 h 2237474"/>
              <a:gd name="connsiteX102" fmla="*/ 4611738 w 12192000"/>
              <a:gd name="connsiteY102" fmla="*/ 1776964 h 2237474"/>
              <a:gd name="connsiteX103" fmla="*/ 4560070 w 12192000"/>
              <a:gd name="connsiteY103" fmla="*/ 1785640 h 2237474"/>
              <a:gd name="connsiteX104" fmla="*/ 4536503 w 12192000"/>
              <a:gd name="connsiteY104" fmla="*/ 1785334 h 2237474"/>
              <a:gd name="connsiteX105" fmla="*/ 4513724 w 12192000"/>
              <a:gd name="connsiteY105" fmla="*/ 1791996 h 2237474"/>
              <a:gd name="connsiteX106" fmla="*/ 4459810 w 12192000"/>
              <a:gd name="connsiteY106" fmla="*/ 1797886 h 2237474"/>
              <a:gd name="connsiteX107" fmla="*/ 4379064 w 12192000"/>
              <a:gd name="connsiteY107" fmla="*/ 1817177 h 2237474"/>
              <a:gd name="connsiteX108" fmla="*/ 4319209 w 12192000"/>
              <a:gd name="connsiteY108" fmla="*/ 1834833 h 2237474"/>
              <a:gd name="connsiteX109" fmla="*/ 4290981 w 12192000"/>
              <a:gd name="connsiteY109" fmla="*/ 1839677 h 2237474"/>
              <a:gd name="connsiteX110" fmla="*/ 4285792 w 12192000"/>
              <a:gd name="connsiteY110" fmla="*/ 1836231 h 2237474"/>
              <a:gd name="connsiteX111" fmla="*/ 4238372 w 12192000"/>
              <a:gd name="connsiteY111" fmla="*/ 1851480 h 2237474"/>
              <a:gd name="connsiteX112" fmla="*/ 4232517 w 12192000"/>
              <a:gd name="connsiteY112" fmla="*/ 1852567 h 2237474"/>
              <a:gd name="connsiteX113" fmla="*/ 4191732 w 12192000"/>
              <a:gd name="connsiteY113" fmla="*/ 1857328 h 2237474"/>
              <a:gd name="connsiteX114" fmla="*/ 4065532 w 12192000"/>
              <a:gd name="connsiteY114" fmla="*/ 1855477 h 2237474"/>
              <a:gd name="connsiteX115" fmla="*/ 4028460 w 12192000"/>
              <a:gd name="connsiteY115" fmla="*/ 1855137 h 2237474"/>
              <a:gd name="connsiteX116" fmla="*/ 4002267 w 12192000"/>
              <a:gd name="connsiteY116" fmla="*/ 1852352 h 2237474"/>
              <a:gd name="connsiteX117" fmla="*/ 3931396 w 12192000"/>
              <a:gd name="connsiteY117" fmla="*/ 1858915 h 2237474"/>
              <a:gd name="connsiteX118" fmla="*/ 3812162 w 12192000"/>
              <a:gd name="connsiteY118" fmla="*/ 1875501 h 2237474"/>
              <a:gd name="connsiteX119" fmla="*/ 3729530 w 12192000"/>
              <a:gd name="connsiteY119" fmla="*/ 1864513 h 2237474"/>
              <a:gd name="connsiteX120" fmla="*/ 3680177 w 12192000"/>
              <a:gd name="connsiteY120" fmla="*/ 1881552 h 2237474"/>
              <a:gd name="connsiteX121" fmla="*/ 3567259 w 12192000"/>
              <a:gd name="connsiteY121" fmla="*/ 1893482 h 2237474"/>
              <a:gd name="connsiteX122" fmla="*/ 3405770 w 12192000"/>
              <a:gd name="connsiteY122" fmla="*/ 1904591 h 2237474"/>
              <a:gd name="connsiteX123" fmla="*/ 3280097 w 12192000"/>
              <a:gd name="connsiteY123" fmla="*/ 1919610 h 2237474"/>
              <a:gd name="connsiteX124" fmla="*/ 3123424 w 12192000"/>
              <a:gd name="connsiteY124" fmla="*/ 1952930 h 2237474"/>
              <a:gd name="connsiteX125" fmla="*/ 3009910 w 12192000"/>
              <a:gd name="connsiteY125" fmla="*/ 1957866 h 2237474"/>
              <a:gd name="connsiteX126" fmla="*/ 2995934 w 12192000"/>
              <a:gd name="connsiteY126" fmla="*/ 1967085 h 2237474"/>
              <a:gd name="connsiteX127" fmla="*/ 2980071 w 12192000"/>
              <a:gd name="connsiteY127" fmla="*/ 1972988 h 2237474"/>
              <a:gd name="connsiteX128" fmla="*/ 2978094 w 12192000"/>
              <a:gd name="connsiteY128" fmla="*/ 1972369 h 2237474"/>
              <a:gd name="connsiteX129" fmla="*/ 2942858 w 12192000"/>
              <a:gd name="connsiteY129" fmla="*/ 1981367 h 2237474"/>
              <a:gd name="connsiteX130" fmla="*/ 2875436 w 12192000"/>
              <a:gd name="connsiteY130" fmla="*/ 1996977 h 2237474"/>
              <a:gd name="connsiteX131" fmla="*/ 2874892 w 12192000"/>
              <a:gd name="connsiteY131" fmla="*/ 1996085 h 2237474"/>
              <a:gd name="connsiteX132" fmla="*/ 2864145 w 12192000"/>
              <a:gd name="connsiteY132" fmla="*/ 1994061 h 2237474"/>
              <a:gd name="connsiteX133" fmla="*/ 2843662 w 12192000"/>
              <a:gd name="connsiteY133" fmla="*/ 1992498 h 2237474"/>
              <a:gd name="connsiteX134" fmla="*/ 2796128 w 12192000"/>
              <a:gd name="connsiteY134" fmla="*/ 1976403 h 2237474"/>
              <a:gd name="connsiteX135" fmla="*/ 2756784 w 12192000"/>
              <a:gd name="connsiteY135" fmla="*/ 1985116 h 2237474"/>
              <a:gd name="connsiteX136" fmla="*/ 2748833 w 12192000"/>
              <a:gd name="connsiteY136" fmla="*/ 1986323 h 2237474"/>
              <a:gd name="connsiteX137" fmla="*/ 2748661 w 12192000"/>
              <a:gd name="connsiteY137" fmla="*/ 1986122 h 2237474"/>
              <a:gd name="connsiteX138" fmla="*/ 2740251 w 12192000"/>
              <a:gd name="connsiteY138" fmla="*/ 1986946 h 2237474"/>
              <a:gd name="connsiteX139" fmla="*/ 2718916 w 12192000"/>
              <a:gd name="connsiteY139" fmla="*/ 1990867 h 2237474"/>
              <a:gd name="connsiteX140" fmla="*/ 2713522 w 12192000"/>
              <a:gd name="connsiteY140" fmla="*/ 1990173 h 2237474"/>
              <a:gd name="connsiteX141" fmla="*/ 2680597 w 12192000"/>
              <a:gd name="connsiteY141" fmla="*/ 1984996 h 2237474"/>
              <a:gd name="connsiteX142" fmla="*/ 2578178 w 12192000"/>
              <a:gd name="connsiteY142" fmla="*/ 1990531 h 2237474"/>
              <a:gd name="connsiteX143" fmla="*/ 2476147 w 12192000"/>
              <a:gd name="connsiteY143" fmla="*/ 1998305 h 2237474"/>
              <a:gd name="connsiteX144" fmla="*/ 2373568 w 12192000"/>
              <a:gd name="connsiteY144" fmla="*/ 2003219 h 2237474"/>
              <a:gd name="connsiteX145" fmla="*/ 2321399 w 12192000"/>
              <a:gd name="connsiteY145" fmla="*/ 1989467 h 2237474"/>
              <a:gd name="connsiteX146" fmla="*/ 2315525 w 12192000"/>
              <a:gd name="connsiteY146" fmla="*/ 1989708 h 2237474"/>
              <a:gd name="connsiteX147" fmla="*/ 2300792 w 12192000"/>
              <a:gd name="connsiteY147" fmla="*/ 1994290 h 2237474"/>
              <a:gd name="connsiteX148" fmla="*/ 2295469 w 12192000"/>
              <a:gd name="connsiteY148" fmla="*/ 1996659 h 2237474"/>
              <a:gd name="connsiteX149" fmla="*/ 2287219 w 12192000"/>
              <a:gd name="connsiteY149" fmla="*/ 1998750 h 2237474"/>
              <a:gd name="connsiteX150" fmla="*/ 2286948 w 12192000"/>
              <a:gd name="connsiteY150" fmla="*/ 1998596 h 2237474"/>
              <a:gd name="connsiteX151" fmla="*/ 2243069 w 12192000"/>
              <a:gd name="connsiteY151" fmla="*/ 2015111 h 2237474"/>
              <a:gd name="connsiteX152" fmla="*/ 2186609 w 12192000"/>
              <a:gd name="connsiteY152" fmla="*/ 2008263 h 2237474"/>
              <a:gd name="connsiteX153" fmla="*/ 2164831 w 12192000"/>
              <a:gd name="connsiteY153" fmla="*/ 2010143 h 2237474"/>
              <a:gd name="connsiteX154" fmla="*/ 2152836 w 12192000"/>
              <a:gd name="connsiteY154" fmla="*/ 2010048 h 2237474"/>
              <a:gd name="connsiteX155" fmla="*/ 2117102 w 12192000"/>
              <a:gd name="connsiteY155" fmla="*/ 2023004 h 2237474"/>
              <a:gd name="connsiteX156" fmla="*/ 2111935 w 12192000"/>
              <a:gd name="connsiteY156" fmla="*/ 2023163 h 2237474"/>
              <a:gd name="connsiteX157" fmla="*/ 2089991 w 12192000"/>
              <a:gd name="connsiteY157" fmla="*/ 2034193 h 2237474"/>
              <a:gd name="connsiteX158" fmla="*/ 2058061 w 12192000"/>
              <a:gd name="connsiteY158" fmla="*/ 2047942 h 2237474"/>
              <a:gd name="connsiteX159" fmla="*/ 2055737 w 12192000"/>
              <a:gd name="connsiteY159" fmla="*/ 2047704 h 2237474"/>
              <a:gd name="connsiteX160" fmla="*/ 2042244 w 12192000"/>
              <a:gd name="connsiteY160" fmla="*/ 2055560 h 2237474"/>
              <a:gd name="connsiteX161" fmla="*/ 1976224 w 12192000"/>
              <a:gd name="connsiteY161" fmla="*/ 2074257 h 2237474"/>
              <a:gd name="connsiteX162" fmla="*/ 1877728 w 12192000"/>
              <a:gd name="connsiteY162" fmla="*/ 2101004 h 2237474"/>
              <a:gd name="connsiteX163" fmla="*/ 1759056 w 12192000"/>
              <a:gd name="connsiteY163" fmla="*/ 2125608 h 2237474"/>
              <a:gd name="connsiteX164" fmla="*/ 1637948 w 12192000"/>
              <a:gd name="connsiteY164" fmla="*/ 2172597 h 2237474"/>
              <a:gd name="connsiteX165" fmla="*/ 1434549 w 12192000"/>
              <a:gd name="connsiteY165" fmla="*/ 2234522 h 2237474"/>
              <a:gd name="connsiteX166" fmla="*/ 1398481 w 12192000"/>
              <a:gd name="connsiteY166" fmla="*/ 2237074 h 2237474"/>
              <a:gd name="connsiteX167" fmla="*/ 1398407 w 12192000"/>
              <a:gd name="connsiteY167" fmla="*/ 2237095 h 2237474"/>
              <a:gd name="connsiteX168" fmla="*/ 1370962 w 12192000"/>
              <a:gd name="connsiteY168" fmla="*/ 2237474 h 2237474"/>
              <a:gd name="connsiteX169" fmla="*/ 1356367 w 12192000"/>
              <a:gd name="connsiteY169" fmla="*/ 2235089 h 2237474"/>
              <a:gd name="connsiteX170" fmla="*/ 1324828 w 12192000"/>
              <a:gd name="connsiteY170" fmla="*/ 2231968 h 2237474"/>
              <a:gd name="connsiteX171" fmla="*/ 1297744 w 12192000"/>
              <a:gd name="connsiteY171" fmla="*/ 2235849 h 2237474"/>
              <a:gd name="connsiteX172" fmla="*/ 1286236 w 12192000"/>
              <a:gd name="connsiteY172" fmla="*/ 2233135 h 2237474"/>
              <a:gd name="connsiteX173" fmla="*/ 1283504 w 12192000"/>
              <a:gd name="connsiteY173" fmla="*/ 2233797 h 2237474"/>
              <a:gd name="connsiteX174" fmla="*/ 1279765 w 12192000"/>
              <a:gd name="connsiteY174" fmla="*/ 2229639 h 2237474"/>
              <a:gd name="connsiteX175" fmla="*/ 1195347 w 12192000"/>
              <a:gd name="connsiteY175" fmla="*/ 2212354 h 2237474"/>
              <a:gd name="connsiteX176" fmla="*/ 970251 w 12192000"/>
              <a:gd name="connsiteY176" fmla="*/ 2221029 h 2237474"/>
              <a:gd name="connsiteX177" fmla="*/ 812914 w 12192000"/>
              <a:gd name="connsiteY177" fmla="*/ 2202752 h 2237474"/>
              <a:gd name="connsiteX178" fmla="*/ 800195 w 12192000"/>
              <a:gd name="connsiteY178" fmla="*/ 2209407 h 2237474"/>
              <a:gd name="connsiteX179" fmla="*/ 784978 w 12192000"/>
              <a:gd name="connsiteY179" fmla="*/ 2212360 h 2237474"/>
              <a:gd name="connsiteX180" fmla="*/ 681987 w 12192000"/>
              <a:gd name="connsiteY180" fmla="*/ 2216757 h 2237474"/>
              <a:gd name="connsiteX181" fmla="*/ 669923 w 12192000"/>
              <a:gd name="connsiteY181" fmla="*/ 2211682 h 2237474"/>
              <a:gd name="connsiteX182" fmla="*/ 648680 w 12192000"/>
              <a:gd name="connsiteY182" fmla="*/ 2206229 h 2237474"/>
              <a:gd name="connsiteX183" fmla="*/ 597225 w 12192000"/>
              <a:gd name="connsiteY183" fmla="*/ 2180999 h 2237474"/>
              <a:gd name="connsiteX184" fmla="*/ 558449 w 12192000"/>
              <a:gd name="connsiteY184" fmla="*/ 2182346 h 2237474"/>
              <a:gd name="connsiteX185" fmla="*/ 550517 w 12192000"/>
              <a:gd name="connsiteY185" fmla="*/ 2182060 h 2237474"/>
              <a:gd name="connsiteX186" fmla="*/ 550309 w 12192000"/>
              <a:gd name="connsiteY186" fmla="*/ 2181825 h 2237474"/>
              <a:gd name="connsiteX187" fmla="*/ 541836 w 12192000"/>
              <a:gd name="connsiteY187" fmla="*/ 2181063 h 2237474"/>
              <a:gd name="connsiteX188" fmla="*/ 536057 w 12192000"/>
              <a:gd name="connsiteY188" fmla="*/ 2181537 h 2237474"/>
              <a:gd name="connsiteX189" fmla="*/ 520671 w 12192000"/>
              <a:gd name="connsiteY189" fmla="*/ 2180980 h 2237474"/>
              <a:gd name="connsiteX190" fmla="*/ 515024 w 12192000"/>
              <a:gd name="connsiteY190" fmla="*/ 2179258 h 2237474"/>
              <a:gd name="connsiteX191" fmla="*/ 512278 w 12192000"/>
              <a:gd name="connsiteY191" fmla="*/ 2176369 h 2237474"/>
              <a:gd name="connsiteX192" fmla="*/ 480419 w 12192000"/>
              <a:gd name="connsiteY192" fmla="*/ 2167807 h 2237474"/>
              <a:gd name="connsiteX193" fmla="*/ 413835 w 12192000"/>
              <a:gd name="connsiteY193" fmla="*/ 2156783 h 2237474"/>
              <a:gd name="connsiteX194" fmla="*/ 376513 w 12192000"/>
              <a:gd name="connsiteY194" fmla="*/ 2154014 h 2237474"/>
              <a:gd name="connsiteX195" fmla="*/ 273386 w 12192000"/>
              <a:gd name="connsiteY195" fmla="*/ 2142551 h 2237474"/>
              <a:gd name="connsiteX196" fmla="*/ 169207 w 12192000"/>
              <a:gd name="connsiteY196" fmla="*/ 2128100 h 2237474"/>
              <a:gd name="connsiteX197" fmla="*/ 93149 w 12192000"/>
              <a:gd name="connsiteY197" fmla="*/ 2105324 h 2237474"/>
              <a:gd name="connsiteX198" fmla="*/ 88109 w 12192000"/>
              <a:gd name="connsiteY198" fmla="*/ 2106704 h 2237474"/>
              <a:gd name="connsiteX199" fmla="*/ 80022 w 12192000"/>
              <a:gd name="connsiteY199" fmla="*/ 2107254 h 2237474"/>
              <a:gd name="connsiteX200" fmla="*/ 79717 w 12192000"/>
              <a:gd name="connsiteY200" fmla="*/ 2107046 h 2237474"/>
              <a:gd name="connsiteX201" fmla="*/ 72352 w 12192000"/>
              <a:gd name="connsiteY201" fmla="*/ 2107991 h 2237474"/>
              <a:gd name="connsiteX202" fmla="*/ 37645 w 12192000"/>
              <a:gd name="connsiteY202" fmla="*/ 2115401 h 2237474"/>
              <a:gd name="connsiteX203" fmla="*/ 4572 w 12192000"/>
              <a:gd name="connsiteY203" fmla="*/ 2111091 h 2237474"/>
              <a:gd name="connsiteX204" fmla="*/ 0 w 12192000"/>
              <a:gd name="connsiteY204" fmla="*/ 2110468 h 2237474"/>
              <a:gd name="connsiteX205" fmla="*/ 0 w 12192000"/>
              <a:gd name="connsiteY20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834800 w 12192000"/>
              <a:gd name="connsiteY7" fmla="*/ 747840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34688 w 12192000"/>
              <a:gd name="connsiteY13" fmla="*/ 757726 h 2237474"/>
              <a:gd name="connsiteX14" fmla="*/ 10805004 w 12192000"/>
              <a:gd name="connsiteY14" fmla="*/ 757573 h 2237474"/>
              <a:gd name="connsiteX15" fmla="*/ 10739478 w 12192000"/>
              <a:gd name="connsiteY15" fmla="*/ 776841 h 2237474"/>
              <a:gd name="connsiteX16" fmla="*/ 10458762 w 12192000"/>
              <a:gd name="connsiteY16" fmla="*/ 755400 h 2237474"/>
              <a:gd name="connsiteX17" fmla="*/ 10211200 w 12192000"/>
              <a:gd name="connsiteY17" fmla="*/ 767513 h 2237474"/>
              <a:gd name="connsiteX18" fmla="*/ 10167995 w 12192000"/>
              <a:gd name="connsiteY18" fmla="*/ 760843 h 2237474"/>
              <a:gd name="connsiteX19" fmla="*/ 9997044 w 12192000"/>
              <a:gd name="connsiteY19" fmla="*/ 780129 h 2237474"/>
              <a:gd name="connsiteX20" fmla="*/ 9943887 w 12192000"/>
              <a:gd name="connsiteY20" fmla="*/ 804141 h 2237474"/>
              <a:gd name="connsiteX21" fmla="*/ 9918248 w 12192000"/>
              <a:gd name="connsiteY21" fmla="*/ 816628 h 2237474"/>
              <a:gd name="connsiteX22" fmla="*/ 9767091 w 12192000"/>
              <a:gd name="connsiteY22" fmla="*/ 870550 h 2237474"/>
              <a:gd name="connsiteX23" fmla="*/ 9683005 w 12192000"/>
              <a:gd name="connsiteY23" fmla="*/ 894128 h 2237474"/>
              <a:gd name="connsiteX24" fmla="*/ 9594438 w 12192000"/>
              <a:gd name="connsiteY24" fmla="*/ 919051 h 2237474"/>
              <a:gd name="connsiteX25" fmla="*/ 9577033 w 12192000"/>
              <a:gd name="connsiteY25" fmla="*/ 922857 h 2237474"/>
              <a:gd name="connsiteX26" fmla="*/ 9544189 w 12192000"/>
              <a:gd name="connsiteY26" fmla="*/ 938966 h 2237474"/>
              <a:gd name="connsiteX27" fmla="*/ 9500499 w 12192000"/>
              <a:gd name="connsiteY27" fmla="*/ 954680 h 2237474"/>
              <a:gd name="connsiteX28" fmla="*/ 9428195 w 12192000"/>
              <a:gd name="connsiteY28" fmla="*/ 986225 h 2237474"/>
              <a:gd name="connsiteX29" fmla="*/ 9410017 w 12192000"/>
              <a:gd name="connsiteY29" fmla="*/ 993931 h 2237474"/>
              <a:gd name="connsiteX30" fmla="*/ 9392919 w 12192000"/>
              <a:gd name="connsiteY30" fmla="*/ 994656 h 2237474"/>
              <a:gd name="connsiteX31" fmla="*/ 9278619 w 12192000"/>
              <a:gd name="connsiteY31" fmla="*/ 1011878 h 2237474"/>
              <a:gd name="connsiteX32" fmla="*/ 9268019 w 12192000"/>
              <a:gd name="connsiteY32" fmla="*/ 1007442 h 2237474"/>
              <a:gd name="connsiteX33" fmla="*/ 9234662 w 12192000"/>
              <a:gd name="connsiteY33" fmla="*/ 1023056 h 2237474"/>
              <a:gd name="connsiteX34" fmla="*/ 9181033 w 12192000"/>
              <a:gd name="connsiteY34" fmla="*/ 1037921 h 2237474"/>
              <a:gd name="connsiteX35" fmla="*/ 9155969 w 12192000"/>
              <a:gd name="connsiteY35" fmla="*/ 1046804 h 2237474"/>
              <a:gd name="connsiteX36" fmla="*/ 9133985 w 12192000"/>
              <a:gd name="connsiteY36" fmla="*/ 1046450 h 2237474"/>
              <a:gd name="connsiteX37" fmla="*/ 9012987 w 12192000"/>
              <a:gd name="connsiteY37" fmla="*/ 1061986 h 2237474"/>
              <a:gd name="connsiteX38" fmla="*/ 8968445 w 12192000"/>
              <a:gd name="connsiteY38" fmla="*/ 1052169 h 2237474"/>
              <a:gd name="connsiteX39" fmla="*/ 8958984 w 12192000"/>
              <a:gd name="connsiteY39" fmla="*/ 1057212 h 2237474"/>
              <a:gd name="connsiteX40" fmla="*/ 8886001 w 12192000"/>
              <a:gd name="connsiteY40" fmla="*/ 1067468 h 2237474"/>
              <a:gd name="connsiteX41" fmla="*/ 8838610 w 12192000"/>
              <a:gd name="connsiteY41" fmla="*/ 1075091 h 2237474"/>
              <a:gd name="connsiteX42" fmla="*/ 8750383 w 12192000"/>
              <a:gd name="connsiteY42" fmla="*/ 1097387 h 2237474"/>
              <a:gd name="connsiteX43" fmla="*/ 8665605 w 12192000"/>
              <a:gd name="connsiteY43" fmla="*/ 1110791 h 2237474"/>
              <a:gd name="connsiteX44" fmla="*/ 8584946 w 12192000"/>
              <a:gd name="connsiteY44" fmla="*/ 1135226 h 2237474"/>
              <a:gd name="connsiteX45" fmla="*/ 8460755 w 12192000"/>
              <a:gd name="connsiteY45" fmla="*/ 1203427 h 2237474"/>
              <a:gd name="connsiteX46" fmla="*/ 8419755 w 12192000"/>
              <a:gd name="connsiteY46" fmla="*/ 1216260 h 2237474"/>
              <a:gd name="connsiteX47" fmla="*/ 8411626 w 12192000"/>
              <a:gd name="connsiteY47" fmla="*/ 1214397 h 2237474"/>
              <a:gd name="connsiteX48" fmla="*/ 8363469 w 12192000"/>
              <a:gd name="connsiteY48" fmla="*/ 1246658 h 2237474"/>
              <a:gd name="connsiteX49" fmla="*/ 8275497 w 12192000"/>
              <a:gd name="connsiteY49" fmla="*/ 1264396 h 2237474"/>
              <a:gd name="connsiteX50" fmla="*/ 8206287 w 12192000"/>
              <a:gd name="connsiteY50" fmla="*/ 1273060 h 2237474"/>
              <a:gd name="connsiteX51" fmla="*/ 8168705 w 12192000"/>
              <a:gd name="connsiteY51" fmla="*/ 1279956 h 2237474"/>
              <a:gd name="connsiteX52" fmla="*/ 8139997 w 12192000"/>
              <a:gd name="connsiteY52" fmla="*/ 1282713 h 2237474"/>
              <a:gd name="connsiteX53" fmla="*/ 8074238 w 12192000"/>
              <a:gd name="connsiteY53" fmla="*/ 1301895 h 2237474"/>
              <a:gd name="connsiteX54" fmla="*/ 7968292 w 12192000"/>
              <a:gd name="connsiteY54" fmla="*/ 1338779 h 2237474"/>
              <a:gd name="connsiteX55" fmla="*/ 7902328 w 12192000"/>
              <a:gd name="connsiteY55" fmla="*/ 1345865 h 2237474"/>
              <a:gd name="connsiteX56" fmla="*/ 7875879 w 12192000"/>
              <a:gd name="connsiteY56" fmla="*/ 1345646 h 2237474"/>
              <a:gd name="connsiteX57" fmla="*/ 7840612 w 12192000"/>
              <a:gd name="connsiteY57" fmla="*/ 1369373 h 2237474"/>
              <a:gd name="connsiteX58" fmla="*/ 7786819 w 12192000"/>
              <a:gd name="connsiteY58" fmla="*/ 1378970 h 2237474"/>
              <a:gd name="connsiteX59" fmla="*/ 7548172 w 12192000"/>
              <a:gd name="connsiteY59" fmla="*/ 1417460 h 2237474"/>
              <a:gd name="connsiteX60" fmla="*/ 7483437 w 12192000"/>
              <a:gd name="connsiteY60" fmla="*/ 1478152 h 2237474"/>
              <a:gd name="connsiteX61" fmla="*/ 7377870 w 12192000"/>
              <a:gd name="connsiteY61" fmla="*/ 1523319 h 2237474"/>
              <a:gd name="connsiteX62" fmla="*/ 7230737 w 12192000"/>
              <a:gd name="connsiteY62" fmla="*/ 1562633 h 2237474"/>
              <a:gd name="connsiteX63" fmla="*/ 7224458 w 12192000"/>
              <a:gd name="connsiteY63" fmla="*/ 1573008 h 2237474"/>
              <a:gd name="connsiteX64" fmla="*/ 7183121 w 12192000"/>
              <a:gd name="connsiteY64" fmla="*/ 1595162 h 2237474"/>
              <a:gd name="connsiteX65" fmla="*/ 7164601 w 12192000"/>
              <a:gd name="connsiteY65" fmla="*/ 1606490 h 2237474"/>
              <a:gd name="connsiteX66" fmla="*/ 7092727 w 12192000"/>
              <a:gd name="connsiteY66" fmla="*/ 1623628 h 2237474"/>
              <a:gd name="connsiteX67" fmla="*/ 7031309 w 12192000"/>
              <a:gd name="connsiteY67" fmla="*/ 1619451 h 2237474"/>
              <a:gd name="connsiteX68" fmla="*/ 6999084 w 12192000"/>
              <a:gd name="connsiteY68" fmla="*/ 1634317 h 2237474"/>
              <a:gd name="connsiteX69" fmla="*/ 6992107 w 12192000"/>
              <a:gd name="connsiteY69" fmla="*/ 1636860 h 2237474"/>
              <a:gd name="connsiteX70" fmla="*/ 6900177 w 12192000"/>
              <a:gd name="connsiteY70" fmla="*/ 1636016 h 2237474"/>
              <a:gd name="connsiteX71" fmla="*/ 6795372 w 12192000"/>
              <a:gd name="connsiteY71" fmla="*/ 1644845 h 2237474"/>
              <a:gd name="connsiteX72" fmla="*/ 6692251 w 12192000"/>
              <a:gd name="connsiteY72" fmla="*/ 1656357 h 2237474"/>
              <a:gd name="connsiteX73" fmla="*/ 6655235 w 12192000"/>
              <a:gd name="connsiteY73" fmla="*/ 1661869 h 2237474"/>
              <a:gd name="connsiteX74" fmla="*/ 6554894 w 12192000"/>
              <a:gd name="connsiteY74" fmla="*/ 1664428 h 2237474"/>
              <a:gd name="connsiteX75" fmla="*/ 6516595 w 12192000"/>
              <a:gd name="connsiteY75" fmla="*/ 1667475 h 2237474"/>
              <a:gd name="connsiteX76" fmla="*/ 6508541 w 12192000"/>
              <a:gd name="connsiteY76" fmla="*/ 1668757 h 2237474"/>
              <a:gd name="connsiteX77" fmla="*/ 6471012 w 12192000"/>
              <a:gd name="connsiteY77" fmla="*/ 1678604 h 2237474"/>
              <a:gd name="connsiteX78" fmla="*/ 6364035 w 12192000"/>
              <a:gd name="connsiteY78" fmla="*/ 1667683 h 2237474"/>
              <a:gd name="connsiteX79" fmla="*/ 6280959 w 12192000"/>
              <a:gd name="connsiteY79" fmla="*/ 1689329 h 2237474"/>
              <a:gd name="connsiteX80" fmla="*/ 6243319 w 12192000"/>
              <a:gd name="connsiteY80" fmla="*/ 1695560 h 2237474"/>
              <a:gd name="connsiteX81" fmla="*/ 6098321 w 12192000"/>
              <a:gd name="connsiteY81" fmla="*/ 1721646 h 2237474"/>
              <a:gd name="connsiteX82" fmla="*/ 5880652 w 12192000"/>
              <a:gd name="connsiteY82" fmla="*/ 1779643 h 2237474"/>
              <a:gd name="connsiteX83" fmla="*/ 5785959 w 12192000"/>
              <a:gd name="connsiteY83" fmla="*/ 1775307 h 2237474"/>
              <a:gd name="connsiteX84" fmla="*/ 5643534 w 12192000"/>
              <a:gd name="connsiteY84" fmla="*/ 1802919 h 2237474"/>
              <a:gd name="connsiteX85" fmla="*/ 5518799 w 12192000"/>
              <a:gd name="connsiteY85" fmla="*/ 1818312 h 2237474"/>
              <a:gd name="connsiteX86" fmla="*/ 5505014 w 12192000"/>
              <a:gd name="connsiteY86" fmla="*/ 1819259 h 2237474"/>
              <a:gd name="connsiteX87" fmla="*/ 5453307 w 12192000"/>
              <a:gd name="connsiteY87" fmla="*/ 1815450 h 2237474"/>
              <a:gd name="connsiteX88" fmla="*/ 5364192 w 12192000"/>
              <a:gd name="connsiteY88" fmla="*/ 1826074 h 2237474"/>
              <a:gd name="connsiteX89" fmla="*/ 5350380 w 12192000"/>
              <a:gd name="connsiteY89" fmla="*/ 1830891 h 2237474"/>
              <a:gd name="connsiteX90" fmla="*/ 5259633 w 12192000"/>
              <a:gd name="connsiteY90" fmla="*/ 1837160 h 2237474"/>
              <a:gd name="connsiteX91" fmla="*/ 5197513 w 12192000"/>
              <a:gd name="connsiteY91" fmla="*/ 1844718 h 2237474"/>
              <a:gd name="connsiteX92" fmla="*/ 5168852 w 12192000"/>
              <a:gd name="connsiteY92" fmla="*/ 1844846 h 2237474"/>
              <a:gd name="connsiteX93" fmla="*/ 5114927 w 12192000"/>
              <a:gd name="connsiteY93" fmla="*/ 1847827 h 2237474"/>
              <a:gd name="connsiteX94" fmla="*/ 5108970 w 12192000"/>
              <a:gd name="connsiteY94" fmla="*/ 1847935 h 2237474"/>
              <a:gd name="connsiteX95" fmla="*/ 5067961 w 12192000"/>
              <a:gd name="connsiteY95" fmla="*/ 1845917 h 2237474"/>
              <a:gd name="connsiteX96" fmla="*/ 5007075 w 12192000"/>
              <a:gd name="connsiteY96" fmla="*/ 1838626 h 2237474"/>
              <a:gd name="connsiteX97" fmla="*/ 4944087 w 12192000"/>
              <a:gd name="connsiteY97" fmla="*/ 1823332 h 2237474"/>
              <a:gd name="connsiteX98" fmla="*/ 4907662 w 12192000"/>
              <a:gd name="connsiteY98" fmla="*/ 1816900 h 2237474"/>
              <a:gd name="connsiteX99" fmla="*/ 4882386 w 12192000"/>
              <a:gd name="connsiteY99" fmla="*/ 1809844 h 2237474"/>
              <a:gd name="connsiteX100" fmla="*/ 4811440 w 12192000"/>
              <a:gd name="connsiteY100" fmla="*/ 1804655 h 2237474"/>
              <a:gd name="connsiteX101" fmla="*/ 4691075 w 12192000"/>
              <a:gd name="connsiteY101" fmla="*/ 1801389 h 2237474"/>
              <a:gd name="connsiteX102" fmla="*/ 4611738 w 12192000"/>
              <a:gd name="connsiteY102" fmla="*/ 1776964 h 2237474"/>
              <a:gd name="connsiteX103" fmla="*/ 4560070 w 12192000"/>
              <a:gd name="connsiteY103" fmla="*/ 1785640 h 2237474"/>
              <a:gd name="connsiteX104" fmla="*/ 4536503 w 12192000"/>
              <a:gd name="connsiteY104" fmla="*/ 1785334 h 2237474"/>
              <a:gd name="connsiteX105" fmla="*/ 4513724 w 12192000"/>
              <a:gd name="connsiteY105" fmla="*/ 1791996 h 2237474"/>
              <a:gd name="connsiteX106" fmla="*/ 4459810 w 12192000"/>
              <a:gd name="connsiteY106" fmla="*/ 1797886 h 2237474"/>
              <a:gd name="connsiteX107" fmla="*/ 4379064 w 12192000"/>
              <a:gd name="connsiteY107" fmla="*/ 1817177 h 2237474"/>
              <a:gd name="connsiteX108" fmla="*/ 4319209 w 12192000"/>
              <a:gd name="connsiteY108" fmla="*/ 1834833 h 2237474"/>
              <a:gd name="connsiteX109" fmla="*/ 4290981 w 12192000"/>
              <a:gd name="connsiteY109" fmla="*/ 1839677 h 2237474"/>
              <a:gd name="connsiteX110" fmla="*/ 4285792 w 12192000"/>
              <a:gd name="connsiteY110" fmla="*/ 1836231 h 2237474"/>
              <a:gd name="connsiteX111" fmla="*/ 4238372 w 12192000"/>
              <a:gd name="connsiteY111" fmla="*/ 1851480 h 2237474"/>
              <a:gd name="connsiteX112" fmla="*/ 4232517 w 12192000"/>
              <a:gd name="connsiteY112" fmla="*/ 1852567 h 2237474"/>
              <a:gd name="connsiteX113" fmla="*/ 4191732 w 12192000"/>
              <a:gd name="connsiteY113" fmla="*/ 1857328 h 2237474"/>
              <a:gd name="connsiteX114" fmla="*/ 4065532 w 12192000"/>
              <a:gd name="connsiteY114" fmla="*/ 1855477 h 2237474"/>
              <a:gd name="connsiteX115" fmla="*/ 4028460 w 12192000"/>
              <a:gd name="connsiteY115" fmla="*/ 1855137 h 2237474"/>
              <a:gd name="connsiteX116" fmla="*/ 4002267 w 12192000"/>
              <a:gd name="connsiteY116" fmla="*/ 1852352 h 2237474"/>
              <a:gd name="connsiteX117" fmla="*/ 3931396 w 12192000"/>
              <a:gd name="connsiteY117" fmla="*/ 1858915 h 2237474"/>
              <a:gd name="connsiteX118" fmla="*/ 3812162 w 12192000"/>
              <a:gd name="connsiteY118" fmla="*/ 1875501 h 2237474"/>
              <a:gd name="connsiteX119" fmla="*/ 3729530 w 12192000"/>
              <a:gd name="connsiteY119" fmla="*/ 1864513 h 2237474"/>
              <a:gd name="connsiteX120" fmla="*/ 3680177 w 12192000"/>
              <a:gd name="connsiteY120" fmla="*/ 1881552 h 2237474"/>
              <a:gd name="connsiteX121" fmla="*/ 3567259 w 12192000"/>
              <a:gd name="connsiteY121" fmla="*/ 1893482 h 2237474"/>
              <a:gd name="connsiteX122" fmla="*/ 3405770 w 12192000"/>
              <a:gd name="connsiteY122" fmla="*/ 1904591 h 2237474"/>
              <a:gd name="connsiteX123" fmla="*/ 3280097 w 12192000"/>
              <a:gd name="connsiteY123" fmla="*/ 1919610 h 2237474"/>
              <a:gd name="connsiteX124" fmla="*/ 3123424 w 12192000"/>
              <a:gd name="connsiteY124" fmla="*/ 1952930 h 2237474"/>
              <a:gd name="connsiteX125" fmla="*/ 3009910 w 12192000"/>
              <a:gd name="connsiteY125" fmla="*/ 1957866 h 2237474"/>
              <a:gd name="connsiteX126" fmla="*/ 2995934 w 12192000"/>
              <a:gd name="connsiteY126" fmla="*/ 1967085 h 2237474"/>
              <a:gd name="connsiteX127" fmla="*/ 2980071 w 12192000"/>
              <a:gd name="connsiteY127" fmla="*/ 1972988 h 2237474"/>
              <a:gd name="connsiteX128" fmla="*/ 2978094 w 12192000"/>
              <a:gd name="connsiteY128" fmla="*/ 1972369 h 2237474"/>
              <a:gd name="connsiteX129" fmla="*/ 2942858 w 12192000"/>
              <a:gd name="connsiteY129" fmla="*/ 1981367 h 2237474"/>
              <a:gd name="connsiteX130" fmla="*/ 2875436 w 12192000"/>
              <a:gd name="connsiteY130" fmla="*/ 1996977 h 2237474"/>
              <a:gd name="connsiteX131" fmla="*/ 2874892 w 12192000"/>
              <a:gd name="connsiteY131" fmla="*/ 1996085 h 2237474"/>
              <a:gd name="connsiteX132" fmla="*/ 2864145 w 12192000"/>
              <a:gd name="connsiteY132" fmla="*/ 1994061 h 2237474"/>
              <a:gd name="connsiteX133" fmla="*/ 2843662 w 12192000"/>
              <a:gd name="connsiteY133" fmla="*/ 1992498 h 2237474"/>
              <a:gd name="connsiteX134" fmla="*/ 2796128 w 12192000"/>
              <a:gd name="connsiteY134" fmla="*/ 1976403 h 2237474"/>
              <a:gd name="connsiteX135" fmla="*/ 2756784 w 12192000"/>
              <a:gd name="connsiteY135" fmla="*/ 1985116 h 2237474"/>
              <a:gd name="connsiteX136" fmla="*/ 2748833 w 12192000"/>
              <a:gd name="connsiteY136" fmla="*/ 1986323 h 2237474"/>
              <a:gd name="connsiteX137" fmla="*/ 2748661 w 12192000"/>
              <a:gd name="connsiteY137" fmla="*/ 1986122 h 2237474"/>
              <a:gd name="connsiteX138" fmla="*/ 2740251 w 12192000"/>
              <a:gd name="connsiteY138" fmla="*/ 1986946 h 2237474"/>
              <a:gd name="connsiteX139" fmla="*/ 2718916 w 12192000"/>
              <a:gd name="connsiteY139" fmla="*/ 1990867 h 2237474"/>
              <a:gd name="connsiteX140" fmla="*/ 2713522 w 12192000"/>
              <a:gd name="connsiteY140" fmla="*/ 1990173 h 2237474"/>
              <a:gd name="connsiteX141" fmla="*/ 2680597 w 12192000"/>
              <a:gd name="connsiteY141" fmla="*/ 1984996 h 2237474"/>
              <a:gd name="connsiteX142" fmla="*/ 2578178 w 12192000"/>
              <a:gd name="connsiteY142" fmla="*/ 1990531 h 2237474"/>
              <a:gd name="connsiteX143" fmla="*/ 2476147 w 12192000"/>
              <a:gd name="connsiteY143" fmla="*/ 1998305 h 2237474"/>
              <a:gd name="connsiteX144" fmla="*/ 2373568 w 12192000"/>
              <a:gd name="connsiteY144" fmla="*/ 2003219 h 2237474"/>
              <a:gd name="connsiteX145" fmla="*/ 2321399 w 12192000"/>
              <a:gd name="connsiteY145" fmla="*/ 1989467 h 2237474"/>
              <a:gd name="connsiteX146" fmla="*/ 2315525 w 12192000"/>
              <a:gd name="connsiteY146" fmla="*/ 1989708 h 2237474"/>
              <a:gd name="connsiteX147" fmla="*/ 2300792 w 12192000"/>
              <a:gd name="connsiteY147" fmla="*/ 1994290 h 2237474"/>
              <a:gd name="connsiteX148" fmla="*/ 2295469 w 12192000"/>
              <a:gd name="connsiteY148" fmla="*/ 1996659 h 2237474"/>
              <a:gd name="connsiteX149" fmla="*/ 2287219 w 12192000"/>
              <a:gd name="connsiteY149" fmla="*/ 1998750 h 2237474"/>
              <a:gd name="connsiteX150" fmla="*/ 2286948 w 12192000"/>
              <a:gd name="connsiteY150" fmla="*/ 1998596 h 2237474"/>
              <a:gd name="connsiteX151" fmla="*/ 2243069 w 12192000"/>
              <a:gd name="connsiteY151" fmla="*/ 2015111 h 2237474"/>
              <a:gd name="connsiteX152" fmla="*/ 2186609 w 12192000"/>
              <a:gd name="connsiteY152" fmla="*/ 2008263 h 2237474"/>
              <a:gd name="connsiteX153" fmla="*/ 2164831 w 12192000"/>
              <a:gd name="connsiteY153" fmla="*/ 2010143 h 2237474"/>
              <a:gd name="connsiteX154" fmla="*/ 2152836 w 12192000"/>
              <a:gd name="connsiteY154" fmla="*/ 2010048 h 2237474"/>
              <a:gd name="connsiteX155" fmla="*/ 2117102 w 12192000"/>
              <a:gd name="connsiteY155" fmla="*/ 2023004 h 2237474"/>
              <a:gd name="connsiteX156" fmla="*/ 2111935 w 12192000"/>
              <a:gd name="connsiteY156" fmla="*/ 2023163 h 2237474"/>
              <a:gd name="connsiteX157" fmla="*/ 2089991 w 12192000"/>
              <a:gd name="connsiteY157" fmla="*/ 2034193 h 2237474"/>
              <a:gd name="connsiteX158" fmla="*/ 2058061 w 12192000"/>
              <a:gd name="connsiteY158" fmla="*/ 2047942 h 2237474"/>
              <a:gd name="connsiteX159" fmla="*/ 2055737 w 12192000"/>
              <a:gd name="connsiteY159" fmla="*/ 2047704 h 2237474"/>
              <a:gd name="connsiteX160" fmla="*/ 2042244 w 12192000"/>
              <a:gd name="connsiteY160" fmla="*/ 2055560 h 2237474"/>
              <a:gd name="connsiteX161" fmla="*/ 1976224 w 12192000"/>
              <a:gd name="connsiteY161" fmla="*/ 2074257 h 2237474"/>
              <a:gd name="connsiteX162" fmla="*/ 1877728 w 12192000"/>
              <a:gd name="connsiteY162" fmla="*/ 2101004 h 2237474"/>
              <a:gd name="connsiteX163" fmla="*/ 1759056 w 12192000"/>
              <a:gd name="connsiteY163" fmla="*/ 2125608 h 2237474"/>
              <a:gd name="connsiteX164" fmla="*/ 1637948 w 12192000"/>
              <a:gd name="connsiteY164" fmla="*/ 2172597 h 2237474"/>
              <a:gd name="connsiteX165" fmla="*/ 1434549 w 12192000"/>
              <a:gd name="connsiteY165" fmla="*/ 2234522 h 2237474"/>
              <a:gd name="connsiteX166" fmla="*/ 1398481 w 12192000"/>
              <a:gd name="connsiteY166" fmla="*/ 2237074 h 2237474"/>
              <a:gd name="connsiteX167" fmla="*/ 1398407 w 12192000"/>
              <a:gd name="connsiteY167" fmla="*/ 2237095 h 2237474"/>
              <a:gd name="connsiteX168" fmla="*/ 1370962 w 12192000"/>
              <a:gd name="connsiteY168" fmla="*/ 2237474 h 2237474"/>
              <a:gd name="connsiteX169" fmla="*/ 1356367 w 12192000"/>
              <a:gd name="connsiteY169" fmla="*/ 2235089 h 2237474"/>
              <a:gd name="connsiteX170" fmla="*/ 1324828 w 12192000"/>
              <a:gd name="connsiteY170" fmla="*/ 2231968 h 2237474"/>
              <a:gd name="connsiteX171" fmla="*/ 1297744 w 12192000"/>
              <a:gd name="connsiteY171" fmla="*/ 2235849 h 2237474"/>
              <a:gd name="connsiteX172" fmla="*/ 1286236 w 12192000"/>
              <a:gd name="connsiteY172" fmla="*/ 2233135 h 2237474"/>
              <a:gd name="connsiteX173" fmla="*/ 1283504 w 12192000"/>
              <a:gd name="connsiteY173" fmla="*/ 2233797 h 2237474"/>
              <a:gd name="connsiteX174" fmla="*/ 1279765 w 12192000"/>
              <a:gd name="connsiteY174" fmla="*/ 2229639 h 2237474"/>
              <a:gd name="connsiteX175" fmla="*/ 1195347 w 12192000"/>
              <a:gd name="connsiteY175" fmla="*/ 2212354 h 2237474"/>
              <a:gd name="connsiteX176" fmla="*/ 970251 w 12192000"/>
              <a:gd name="connsiteY176" fmla="*/ 2221029 h 2237474"/>
              <a:gd name="connsiteX177" fmla="*/ 812914 w 12192000"/>
              <a:gd name="connsiteY177" fmla="*/ 2202752 h 2237474"/>
              <a:gd name="connsiteX178" fmla="*/ 800195 w 12192000"/>
              <a:gd name="connsiteY178" fmla="*/ 2209407 h 2237474"/>
              <a:gd name="connsiteX179" fmla="*/ 784978 w 12192000"/>
              <a:gd name="connsiteY179" fmla="*/ 2212360 h 2237474"/>
              <a:gd name="connsiteX180" fmla="*/ 681987 w 12192000"/>
              <a:gd name="connsiteY180" fmla="*/ 2216757 h 2237474"/>
              <a:gd name="connsiteX181" fmla="*/ 669923 w 12192000"/>
              <a:gd name="connsiteY181" fmla="*/ 2211682 h 2237474"/>
              <a:gd name="connsiteX182" fmla="*/ 648680 w 12192000"/>
              <a:gd name="connsiteY182" fmla="*/ 2206229 h 2237474"/>
              <a:gd name="connsiteX183" fmla="*/ 597225 w 12192000"/>
              <a:gd name="connsiteY183" fmla="*/ 2180999 h 2237474"/>
              <a:gd name="connsiteX184" fmla="*/ 558449 w 12192000"/>
              <a:gd name="connsiteY184" fmla="*/ 2182346 h 2237474"/>
              <a:gd name="connsiteX185" fmla="*/ 550517 w 12192000"/>
              <a:gd name="connsiteY185" fmla="*/ 2182060 h 2237474"/>
              <a:gd name="connsiteX186" fmla="*/ 550309 w 12192000"/>
              <a:gd name="connsiteY186" fmla="*/ 2181825 h 2237474"/>
              <a:gd name="connsiteX187" fmla="*/ 541836 w 12192000"/>
              <a:gd name="connsiteY187" fmla="*/ 2181063 h 2237474"/>
              <a:gd name="connsiteX188" fmla="*/ 536057 w 12192000"/>
              <a:gd name="connsiteY188" fmla="*/ 2181537 h 2237474"/>
              <a:gd name="connsiteX189" fmla="*/ 520671 w 12192000"/>
              <a:gd name="connsiteY189" fmla="*/ 2180980 h 2237474"/>
              <a:gd name="connsiteX190" fmla="*/ 515024 w 12192000"/>
              <a:gd name="connsiteY190" fmla="*/ 2179258 h 2237474"/>
              <a:gd name="connsiteX191" fmla="*/ 512278 w 12192000"/>
              <a:gd name="connsiteY191" fmla="*/ 2176369 h 2237474"/>
              <a:gd name="connsiteX192" fmla="*/ 480419 w 12192000"/>
              <a:gd name="connsiteY192" fmla="*/ 2167807 h 2237474"/>
              <a:gd name="connsiteX193" fmla="*/ 413835 w 12192000"/>
              <a:gd name="connsiteY193" fmla="*/ 2156783 h 2237474"/>
              <a:gd name="connsiteX194" fmla="*/ 376513 w 12192000"/>
              <a:gd name="connsiteY194" fmla="*/ 2154014 h 2237474"/>
              <a:gd name="connsiteX195" fmla="*/ 273386 w 12192000"/>
              <a:gd name="connsiteY195" fmla="*/ 2142551 h 2237474"/>
              <a:gd name="connsiteX196" fmla="*/ 169207 w 12192000"/>
              <a:gd name="connsiteY196" fmla="*/ 2128100 h 2237474"/>
              <a:gd name="connsiteX197" fmla="*/ 93149 w 12192000"/>
              <a:gd name="connsiteY197" fmla="*/ 2105324 h 2237474"/>
              <a:gd name="connsiteX198" fmla="*/ 88109 w 12192000"/>
              <a:gd name="connsiteY198" fmla="*/ 2106704 h 2237474"/>
              <a:gd name="connsiteX199" fmla="*/ 80022 w 12192000"/>
              <a:gd name="connsiteY199" fmla="*/ 2107254 h 2237474"/>
              <a:gd name="connsiteX200" fmla="*/ 79717 w 12192000"/>
              <a:gd name="connsiteY200" fmla="*/ 2107046 h 2237474"/>
              <a:gd name="connsiteX201" fmla="*/ 72352 w 12192000"/>
              <a:gd name="connsiteY201" fmla="*/ 2107991 h 2237474"/>
              <a:gd name="connsiteX202" fmla="*/ 37645 w 12192000"/>
              <a:gd name="connsiteY202" fmla="*/ 2115401 h 2237474"/>
              <a:gd name="connsiteX203" fmla="*/ 4572 w 12192000"/>
              <a:gd name="connsiteY203" fmla="*/ 2111091 h 2237474"/>
              <a:gd name="connsiteX204" fmla="*/ 0 w 12192000"/>
              <a:gd name="connsiteY204" fmla="*/ 2110468 h 2237474"/>
              <a:gd name="connsiteX205" fmla="*/ 0 w 12192000"/>
              <a:gd name="connsiteY20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958984 w 12192000"/>
              <a:gd name="connsiteY38" fmla="*/ 1057212 h 2237474"/>
              <a:gd name="connsiteX39" fmla="*/ 8886001 w 12192000"/>
              <a:gd name="connsiteY39" fmla="*/ 1067468 h 2237474"/>
              <a:gd name="connsiteX40" fmla="*/ 8838610 w 12192000"/>
              <a:gd name="connsiteY40" fmla="*/ 1075091 h 2237474"/>
              <a:gd name="connsiteX41" fmla="*/ 8750383 w 12192000"/>
              <a:gd name="connsiteY41" fmla="*/ 1097387 h 2237474"/>
              <a:gd name="connsiteX42" fmla="*/ 8665605 w 12192000"/>
              <a:gd name="connsiteY42" fmla="*/ 1110791 h 2237474"/>
              <a:gd name="connsiteX43" fmla="*/ 8584946 w 12192000"/>
              <a:gd name="connsiteY43" fmla="*/ 1135226 h 2237474"/>
              <a:gd name="connsiteX44" fmla="*/ 8460755 w 12192000"/>
              <a:gd name="connsiteY44" fmla="*/ 1203427 h 2237474"/>
              <a:gd name="connsiteX45" fmla="*/ 8419755 w 12192000"/>
              <a:gd name="connsiteY45" fmla="*/ 1216260 h 2237474"/>
              <a:gd name="connsiteX46" fmla="*/ 8411626 w 12192000"/>
              <a:gd name="connsiteY46" fmla="*/ 1214397 h 2237474"/>
              <a:gd name="connsiteX47" fmla="*/ 8363469 w 12192000"/>
              <a:gd name="connsiteY47" fmla="*/ 1246658 h 2237474"/>
              <a:gd name="connsiteX48" fmla="*/ 8275497 w 12192000"/>
              <a:gd name="connsiteY48" fmla="*/ 1264396 h 2237474"/>
              <a:gd name="connsiteX49" fmla="*/ 8206287 w 12192000"/>
              <a:gd name="connsiteY49" fmla="*/ 1273060 h 2237474"/>
              <a:gd name="connsiteX50" fmla="*/ 8168705 w 12192000"/>
              <a:gd name="connsiteY50" fmla="*/ 1279956 h 2237474"/>
              <a:gd name="connsiteX51" fmla="*/ 8139997 w 12192000"/>
              <a:gd name="connsiteY51" fmla="*/ 1282713 h 2237474"/>
              <a:gd name="connsiteX52" fmla="*/ 8074238 w 12192000"/>
              <a:gd name="connsiteY52" fmla="*/ 1301895 h 2237474"/>
              <a:gd name="connsiteX53" fmla="*/ 7968292 w 12192000"/>
              <a:gd name="connsiteY53" fmla="*/ 1338779 h 2237474"/>
              <a:gd name="connsiteX54" fmla="*/ 7902328 w 12192000"/>
              <a:gd name="connsiteY54" fmla="*/ 1345865 h 2237474"/>
              <a:gd name="connsiteX55" fmla="*/ 7875879 w 12192000"/>
              <a:gd name="connsiteY55" fmla="*/ 1345646 h 2237474"/>
              <a:gd name="connsiteX56" fmla="*/ 7840612 w 12192000"/>
              <a:gd name="connsiteY56" fmla="*/ 1369373 h 2237474"/>
              <a:gd name="connsiteX57" fmla="*/ 7786819 w 12192000"/>
              <a:gd name="connsiteY57" fmla="*/ 1378970 h 2237474"/>
              <a:gd name="connsiteX58" fmla="*/ 7548172 w 12192000"/>
              <a:gd name="connsiteY58" fmla="*/ 1417460 h 2237474"/>
              <a:gd name="connsiteX59" fmla="*/ 7483437 w 12192000"/>
              <a:gd name="connsiteY59" fmla="*/ 1478152 h 2237474"/>
              <a:gd name="connsiteX60" fmla="*/ 7377870 w 12192000"/>
              <a:gd name="connsiteY60" fmla="*/ 1523319 h 2237474"/>
              <a:gd name="connsiteX61" fmla="*/ 7230737 w 12192000"/>
              <a:gd name="connsiteY61" fmla="*/ 1562633 h 2237474"/>
              <a:gd name="connsiteX62" fmla="*/ 7224458 w 12192000"/>
              <a:gd name="connsiteY62" fmla="*/ 1573008 h 2237474"/>
              <a:gd name="connsiteX63" fmla="*/ 7183121 w 12192000"/>
              <a:gd name="connsiteY63" fmla="*/ 1595162 h 2237474"/>
              <a:gd name="connsiteX64" fmla="*/ 7164601 w 12192000"/>
              <a:gd name="connsiteY64" fmla="*/ 1606490 h 2237474"/>
              <a:gd name="connsiteX65" fmla="*/ 7092727 w 12192000"/>
              <a:gd name="connsiteY65" fmla="*/ 1623628 h 2237474"/>
              <a:gd name="connsiteX66" fmla="*/ 7031309 w 12192000"/>
              <a:gd name="connsiteY66" fmla="*/ 1619451 h 2237474"/>
              <a:gd name="connsiteX67" fmla="*/ 6999084 w 12192000"/>
              <a:gd name="connsiteY67" fmla="*/ 1634317 h 2237474"/>
              <a:gd name="connsiteX68" fmla="*/ 6992107 w 12192000"/>
              <a:gd name="connsiteY68" fmla="*/ 1636860 h 2237474"/>
              <a:gd name="connsiteX69" fmla="*/ 6900177 w 12192000"/>
              <a:gd name="connsiteY69" fmla="*/ 1636016 h 2237474"/>
              <a:gd name="connsiteX70" fmla="*/ 6795372 w 12192000"/>
              <a:gd name="connsiteY70" fmla="*/ 1644845 h 2237474"/>
              <a:gd name="connsiteX71" fmla="*/ 6692251 w 12192000"/>
              <a:gd name="connsiteY71" fmla="*/ 1656357 h 2237474"/>
              <a:gd name="connsiteX72" fmla="*/ 6655235 w 12192000"/>
              <a:gd name="connsiteY72" fmla="*/ 1661869 h 2237474"/>
              <a:gd name="connsiteX73" fmla="*/ 6554894 w 12192000"/>
              <a:gd name="connsiteY73" fmla="*/ 1664428 h 2237474"/>
              <a:gd name="connsiteX74" fmla="*/ 6516595 w 12192000"/>
              <a:gd name="connsiteY74" fmla="*/ 1667475 h 2237474"/>
              <a:gd name="connsiteX75" fmla="*/ 6508541 w 12192000"/>
              <a:gd name="connsiteY75" fmla="*/ 1668757 h 2237474"/>
              <a:gd name="connsiteX76" fmla="*/ 6471012 w 12192000"/>
              <a:gd name="connsiteY76" fmla="*/ 1678604 h 2237474"/>
              <a:gd name="connsiteX77" fmla="*/ 6364035 w 12192000"/>
              <a:gd name="connsiteY77" fmla="*/ 1667683 h 2237474"/>
              <a:gd name="connsiteX78" fmla="*/ 6280959 w 12192000"/>
              <a:gd name="connsiteY78" fmla="*/ 1689329 h 2237474"/>
              <a:gd name="connsiteX79" fmla="*/ 6243319 w 12192000"/>
              <a:gd name="connsiteY79" fmla="*/ 1695560 h 2237474"/>
              <a:gd name="connsiteX80" fmla="*/ 6098321 w 12192000"/>
              <a:gd name="connsiteY80" fmla="*/ 1721646 h 2237474"/>
              <a:gd name="connsiteX81" fmla="*/ 5880652 w 12192000"/>
              <a:gd name="connsiteY81" fmla="*/ 1779643 h 2237474"/>
              <a:gd name="connsiteX82" fmla="*/ 5785959 w 12192000"/>
              <a:gd name="connsiteY82" fmla="*/ 1775307 h 2237474"/>
              <a:gd name="connsiteX83" fmla="*/ 5643534 w 12192000"/>
              <a:gd name="connsiteY83" fmla="*/ 1802919 h 2237474"/>
              <a:gd name="connsiteX84" fmla="*/ 5518799 w 12192000"/>
              <a:gd name="connsiteY84" fmla="*/ 1818312 h 2237474"/>
              <a:gd name="connsiteX85" fmla="*/ 5505014 w 12192000"/>
              <a:gd name="connsiteY85" fmla="*/ 1819259 h 2237474"/>
              <a:gd name="connsiteX86" fmla="*/ 5453307 w 12192000"/>
              <a:gd name="connsiteY86" fmla="*/ 1815450 h 2237474"/>
              <a:gd name="connsiteX87" fmla="*/ 5364192 w 12192000"/>
              <a:gd name="connsiteY87" fmla="*/ 1826074 h 2237474"/>
              <a:gd name="connsiteX88" fmla="*/ 5350380 w 12192000"/>
              <a:gd name="connsiteY88" fmla="*/ 1830891 h 2237474"/>
              <a:gd name="connsiteX89" fmla="*/ 5259633 w 12192000"/>
              <a:gd name="connsiteY89" fmla="*/ 1837160 h 2237474"/>
              <a:gd name="connsiteX90" fmla="*/ 5197513 w 12192000"/>
              <a:gd name="connsiteY90" fmla="*/ 1844718 h 2237474"/>
              <a:gd name="connsiteX91" fmla="*/ 5168852 w 12192000"/>
              <a:gd name="connsiteY91" fmla="*/ 1844846 h 2237474"/>
              <a:gd name="connsiteX92" fmla="*/ 5114927 w 12192000"/>
              <a:gd name="connsiteY92" fmla="*/ 1847827 h 2237474"/>
              <a:gd name="connsiteX93" fmla="*/ 5108970 w 12192000"/>
              <a:gd name="connsiteY93" fmla="*/ 1847935 h 2237474"/>
              <a:gd name="connsiteX94" fmla="*/ 5067961 w 12192000"/>
              <a:gd name="connsiteY94" fmla="*/ 1845917 h 2237474"/>
              <a:gd name="connsiteX95" fmla="*/ 5007075 w 12192000"/>
              <a:gd name="connsiteY95" fmla="*/ 1838626 h 2237474"/>
              <a:gd name="connsiteX96" fmla="*/ 4944087 w 12192000"/>
              <a:gd name="connsiteY96" fmla="*/ 1823332 h 2237474"/>
              <a:gd name="connsiteX97" fmla="*/ 4907662 w 12192000"/>
              <a:gd name="connsiteY97" fmla="*/ 1816900 h 2237474"/>
              <a:gd name="connsiteX98" fmla="*/ 4882386 w 12192000"/>
              <a:gd name="connsiteY98" fmla="*/ 1809844 h 2237474"/>
              <a:gd name="connsiteX99" fmla="*/ 4811440 w 12192000"/>
              <a:gd name="connsiteY99" fmla="*/ 1804655 h 2237474"/>
              <a:gd name="connsiteX100" fmla="*/ 4691075 w 12192000"/>
              <a:gd name="connsiteY100" fmla="*/ 1801389 h 2237474"/>
              <a:gd name="connsiteX101" fmla="*/ 4611738 w 12192000"/>
              <a:gd name="connsiteY101" fmla="*/ 1776964 h 2237474"/>
              <a:gd name="connsiteX102" fmla="*/ 4560070 w 12192000"/>
              <a:gd name="connsiteY102" fmla="*/ 1785640 h 2237474"/>
              <a:gd name="connsiteX103" fmla="*/ 4536503 w 12192000"/>
              <a:gd name="connsiteY103" fmla="*/ 1785334 h 2237474"/>
              <a:gd name="connsiteX104" fmla="*/ 4513724 w 12192000"/>
              <a:gd name="connsiteY104" fmla="*/ 1791996 h 2237474"/>
              <a:gd name="connsiteX105" fmla="*/ 4459810 w 12192000"/>
              <a:gd name="connsiteY105" fmla="*/ 1797886 h 2237474"/>
              <a:gd name="connsiteX106" fmla="*/ 4379064 w 12192000"/>
              <a:gd name="connsiteY106" fmla="*/ 1817177 h 2237474"/>
              <a:gd name="connsiteX107" fmla="*/ 4319209 w 12192000"/>
              <a:gd name="connsiteY107" fmla="*/ 1834833 h 2237474"/>
              <a:gd name="connsiteX108" fmla="*/ 4290981 w 12192000"/>
              <a:gd name="connsiteY108" fmla="*/ 1839677 h 2237474"/>
              <a:gd name="connsiteX109" fmla="*/ 4285792 w 12192000"/>
              <a:gd name="connsiteY109" fmla="*/ 1836231 h 2237474"/>
              <a:gd name="connsiteX110" fmla="*/ 4238372 w 12192000"/>
              <a:gd name="connsiteY110" fmla="*/ 1851480 h 2237474"/>
              <a:gd name="connsiteX111" fmla="*/ 4232517 w 12192000"/>
              <a:gd name="connsiteY111" fmla="*/ 1852567 h 2237474"/>
              <a:gd name="connsiteX112" fmla="*/ 4191732 w 12192000"/>
              <a:gd name="connsiteY112" fmla="*/ 1857328 h 2237474"/>
              <a:gd name="connsiteX113" fmla="*/ 4065532 w 12192000"/>
              <a:gd name="connsiteY113" fmla="*/ 1855477 h 2237474"/>
              <a:gd name="connsiteX114" fmla="*/ 4028460 w 12192000"/>
              <a:gd name="connsiteY114" fmla="*/ 1855137 h 2237474"/>
              <a:gd name="connsiteX115" fmla="*/ 4002267 w 12192000"/>
              <a:gd name="connsiteY115" fmla="*/ 1852352 h 2237474"/>
              <a:gd name="connsiteX116" fmla="*/ 3931396 w 12192000"/>
              <a:gd name="connsiteY116" fmla="*/ 1858915 h 2237474"/>
              <a:gd name="connsiteX117" fmla="*/ 3812162 w 12192000"/>
              <a:gd name="connsiteY117" fmla="*/ 1875501 h 2237474"/>
              <a:gd name="connsiteX118" fmla="*/ 3729530 w 12192000"/>
              <a:gd name="connsiteY118" fmla="*/ 1864513 h 2237474"/>
              <a:gd name="connsiteX119" fmla="*/ 3680177 w 12192000"/>
              <a:gd name="connsiteY119" fmla="*/ 1881552 h 2237474"/>
              <a:gd name="connsiteX120" fmla="*/ 3567259 w 12192000"/>
              <a:gd name="connsiteY120" fmla="*/ 1893482 h 2237474"/>
              <a:gd name="connsiteX121" fmla="*/ 3405770 w 12192000"/>
              <a:gd name="connsiteY121" fmla="*/ 1904591 h 2237474"/>
              <a:gd name="connsiteX122" fmla="*/ 3280097 w 12192000"/>
              <a:gd name="connsiteY122" fmla="*/ 1919610 h 2237474"/>
              <a:gd name="connsiteX123" fmla="*/ 3123424 w 12192000"/>
              <a:gd name="connsiteY123" fmla="*/ 1952930 h 2237474"/>
              <a:gd name="connsiteX124" fmla="*/ 3009910 w 12192000"/>
              <a:gd name="connsiteY124" fmla="*/ 1957866 h 2237474"/>
              <a:gd name="connsiteX125" fmla="*/ 2995934 w 12192000"/>
              <a:gd name="connsiteY125" fmla="*/ 1967085 h 2237474"/>
              <a:gd name="connsiteX126" fmla="*/ 2980071 w 12192000"/>
              <a:gd name="connsiteY126" fmla="*/ 1972988 h 2237474"/>
              <a:gd name="connsiteX127" fmla="*/ 2978094 w 12192000"/>
              <a:gd name="connsiteY127" fmla="*/ 1972369 h 2237474"/>
              <a:gd name="connsiteX128" fmla="*/ 2942858 w 12192000"/>
              <a:gd name="connsiteY128" fmla="*/ 1981367 h 2237474"/>
              <a:gd name="connsiteX129" fmla="*/ 2875436 w 12192000"/>
              <a:gd name="connsiteY129" fmla="*/ 1996977 h 2237474"/>
              <a:gd name="connsiteX130" fmla="*/ 2874892 w 12192000"/>
              <a:gd name="connsiteY130" fmla="*/ 1996085 h 2237474"/>
              <a:gd name="connsiteX131" fmla="*/ 2864145 w 12192000"/>
              <a:gd name="connsiteY131" fmla="*/ 1994061 h 2237474"/>
              <a:gd name="connsiteX132" fmla="*/ 2843662 w 12192000"/>
              <a:gd name="connsiteY132" fmla="*/ 1992498 h 2237474"/>
              <a:gd name="connsiteX133" fmla="*/ 2796128 w 12192000"/>
              <a:gd name="connsiteY133" fmla="*/ 1976403 h 2237474"/>
              <a:gd name="connsiteX134" fmla="*/ 2756784 w 12192000"/>
              <a:gd name="connsiteY134" fmla="*/ 1985116 h 2237474"/>
              <a:gd name="connsiteX135" fmla="*/ 2748833 w 12192000"/>
              <a:gd name="connsiteY135" fmla="*/ 1986323 h 2237474"/>
              <a:gd name="connsiteX136" fmla="*/ 2748661 w 12192000"/>
              <a:gd name="connsiteY136" fmla="*/ 1986122 h 2237474"/>
              <a:gd name="connsiteX137" fmla="*/ 2740251 w 12192000"/>
              <a:gd name="connsiteY137" fmla="*/ 1986946 h 2237474"/>
              <a:gd name="connsiteX138" fmla="*/ 2718916 w 12192000"/>
              <a:gd name="connsiteY138" fmla="*/ 1990867 h 2237474"/>
              <a:gd name="connsiteX139" fmla="*/ 2713522 w 12192000"/>
              <a:gd name="connsiteY139" fmla="*/ 1990173 h 2237474"/>
              <a:gd name="connsiteX140" fmla="*/ 2680597 w 12192000"/>
              <a:gd name="connsiteY140" fmla="*/ 1984996 h 2237474"/>
              <a:gd name="connsiteX141" fmla="*/ 2578178 w 12192000"/>
              <a:gd name="connsiteY141" fmla="*/ 1990531 h 2237474"/>
              <a:gd name="connsiteX142" fmla="*/ 2476147 w 12192000"/>
              <a:gd name="connsiteY142" fmla="*/ 1998305 h 2237474"/>
              <a:gd name="connsiteX143" fmla="*/ 2373568 w 12192000"/>
              <a:gd name="connsiteY143" fmla="*/ 2003219 h 2237474"/>
              <a:gd name="connsiteX144" fmla="*/ 2321399 w 12192000"/>
              <a:gd name="connsiteY144" fmla="*/ 1989467 h 2237474"/>
              <a:gd name="connsiteX145" fmla="*/ 2315525 w 12192000"/>
              <a:gd name="connsiteY145" fmla="*/ 1989708 h 2237474"/>
              <a:gd name="connsiteX146" fmla="*/ 2300792 w 12192000"/>
              <a:gd name="connsiteY146" fmla="*/ 1994290 h 2237474"/>
              <a:gd name="connsiteX147" fmla="*/ 2295469 w 12192000"/>
              <a:gd name="connsiteY147" fmla="*/ 1996659 h 2237474"/>
              <a:gd name="connsiteX148" fmla="*/ 2287219 w 12192000"/>
              <a:gd name="connsiteY148" fmla="*/ 1998750 h 2237474"/>
              <a:gd name="connsiteX149" fmla="*/ 2286948 w 12192000"/>
              <a:gd name="connsiteY149" fmla="*/ 1998596 h 2237474"/>
              <a:gd name="connsiteX150" fmla="*/ 2243069 w 12192000"/>
              <a:gd name="connsiteY150" fmla="*/ 2015111 h 2237474"/>
              <a:gd name="connsiteX151" fmla="*/ 2186609 w 12192000"/>
              <a:gd name="connsiteY151" fmla="*/ 2008263 h 2237474"/>
              <a:gd name="connsiteX152" fmla="*/ 2164831 w 12192000"/>
              <a:gd name="connsiteY152" fmla="*/ 2010143 h 2237474"/>
              <a:gd name="connsiteX153" fmla="*/ 2152836 w 12192000"/>
              <a:gd name="connsiteY153" fmla="*/ 2010048 h 2237474"/>
              <a:gd name="connsiteX154" fmla="*/ 2117102 w 12192000"/>
              <a:gd name="connsiteY154" fmla="*/ 2023004 h 2237474"/>
              <a:gd name="connsiteX155" fmla="*/ 2111935 w 12192000"/>
              <a:gd name="connsiteY155" fmla="*/ 2023163 h 2237474"/>
              <a:gd name="connsiteX156" fmla="*/ 2089991 w 12192000"/>
              <a:gd name="connsiteY156" fmla="*/ 2034193 h 2237474"/>
              <a:gd name="connsiteX157" fmla="*/ 2058061 w 12192000"/>
              <a:gd name="connsiteY157" fmla="*/ 2047942 h 2237474"/>
              <a:gd name="connsiteX158" fmla="*/ 2055737 w 12192000"/>
              <a:gd name="connsiteY158" fmla="*/ 2047704 h 2237474"/>
              <a:gd name="connsiteX159" fmla="*/ 2042244 w 12192000"/>
              <a:gd name="connsiteY159" fmla="*/ 2055560 h 2237474"/>
              <a:gd name="connsiteX160" fmla="*/ 1976224 w 12192000"/>
              <a:gd name="connsiteY160" fmla="*/ 2074257 h 2237474"/>
              <a:gd name="connsiteX161" fmla="*/ 1877728 w 12192000"/>
              <a:gd name="connsiteY161" fmla="*/ 2101004 h 2237474"/>
              <a:gd name="connsiteX162" fmla="*/ 1759056 w 12192000"/>
              <a:gd name="connsiteY162" fmla="*/ 2125608 h 2237474"/>
              <a:gd name="connsiteX163" fmla="*/ 1637948 w 12192000"/>
              <a:gd name="connsiteY163" fmla="*/ 2172597 h 2237474"/>
              <a:gd name="connsiteX164" fmla="*/ 1434549 w 12192000"/>
              <a:gd name="connsiteY164" fmla="*/ 2234522 h 2237474"/>
              <a:gd name="connsiteX165" fmla="*/ 1398481 w 12192000"/>
              <a:gd name="connsiteY165" fmla="*/ 2237074 h 2237474"/>
              <a:gd name="connsiteX166" fmla="*/ 1398407 w 12192000"/>
              <a:gd name="connsiteY166" fmla="*/ 2237095 h 2237474"/>
              <a:gd name="connsiteX167" fmla="*/ 1370962 w 12192000"/>
              <a:gd name="connsiteY167" fmla="*/ 2237474 h 2237474"/>
              <a:gd name="connsiteX168" fmla="*/ 1356367 w 12192000"/>
              <a:gd name="connsiteY168" fmla="*/ 2235089 h 2237474"/>
              <a:gd name="connsiteX169" fmla="*/ 1324828 w 12192000"/>
              <a:gd name="connsiteY169" fmla="*/ 2231968 h 2237474"/>
              <a:gd name="connsiteX170" fmla="*/ 1297744 w 12192000"/>
              <a:gd name="connsiteY170" fmla="*/ 2235849 h 2237474"/>
              <a:gd name="connsiteX171" fmla="*/ 1286236 w 12192000"/>
              <a:gd name="connsiteY171" fmla="*/ 2233135 h 2237474"/>
              <a:gd name="connsiteX172" fmla="*/ 1283504 w 12192000"/>
              <a:gd name="connsiteY172" fmla="*/ 2233797 h 2237474"/>
              <a:gd name="connsiteX173" fmla="*/ 1279765 w 12192000"/>
              <a:gd name="connsiteY173" fmla="*/ 2229639 h 2237474"/>
              <a:gd name="connsiteX174" fmla="*/ 1195347 w 12192000"/>
              <a:gd name="connsiteY174" fmla="*/ 2212354 h 2237474"/>
              <a:gd name="connsiteX175" fmla="*/ 970251 w 12192000"/>
              <a:gd name="connsiteY175" fmla="*/ 2221029 h 2237474"/>
              <a:gd name="connsiteX176" fmla="*/ 812914 w 12192000"/>
              <a:gd name="connsiteY176" fmla="*/ 2202752 h 2237474"/>
              <a:gd name="connsiteX177" fmla="*/ 800195 w 12192000"/>
              <a:gd name="connsiteY177" fmla="*/ 2209407 h 2237474"/>
              <a:gd name="connsiteX178" fmla="*/ 784978 w 12192000"/>
              <a:gd name="connsiteY178" fmla="*/ 2212360 h 2237474"/>
              <a:gd name="connsiteX179" fmla="*/ 681987 w 12192000"/>
              <a:gd name="connsiteY179" fmla="*/ 2216757 h 2237474"/>
              <a:gd name="connsiteX180" fmla="*/ 669923 w 12192000"/>
              <a:gd name="connsiteY180" fmla="*/ 2211682 h 2237474"/>
              <a:gd name="connsiteX181" fmla="*/ 648680 w 12192000"/>
              <a:gd name="connsiteY181" fmla="*/ 2206229 h 2237474"/>
              <a:gd name="connsiteX182" fmla="*/ 597225 w 12192000"/>
              <a:gd name="connsiteY182" fmla="*/ 2180999 h 2237474"/>
              <a:gd name="connsiteX183" fmla="*/ 558449 w 12192000"/>
              <a:gd name="connsiteY183" fmla="*/ 2182346 h 2237474"/>
              <a:gd name="connsiteX184" fmla="*/ 550517 w 12192000"/>
              <a:gd name="connsiteY184" fmla="*/ 2182060 h 2237474"/>
              <a:gd name="connsiteX185" fmla="*/ 550309 w 12192000"/>
              <a:gd name="connsiteY185" fmla="*/ 2181825 h 2237474"/>
              <a:gd name="connsiteX186" fmla="*/ 541836 w 12192000"/>
              <a:gd name="connsiteY186" fmla="*/ 2181063 h 2237474"/>
              <a:gd name="connsiteX187" fmla="*/ 536057 w 12192000"/>
              <a:gd name="connsiteY187" fmla="*/ 2181537 h 2237474"/>
              <a:gd name="connsiteX188" fmla="*/ 520671 w 12192000"/>
              <a:gd name="connsiteY188" fmla="*/ 2180980 h 2237474"/>
              <a:gd name="connsiteX189" fmla="*/ 515024 w 12192000"/>
              <a:gd name="connsiteY189" fmla="*/ 2179258 h 2237474"/>
              <a:gd name="connsiteX190" fmla="*/ 512278 w 12192000"/>
              <a:gd name="connsiteY190" fmla="*/ 2176369 h 2237474"/>
              <a:gd name="connsiteX191" fmla="*/ 480419 w 12192000"/>
              <a:gd name="connsiteY191" fmla="*/ 2167807 h 2237474"/>
              <a:gd name="connsiteX192" fmla="*/ 413835 w 12192000"/>
              <a:gd name="connsiteY192" fmla="*/ 2156783 h 2237474"/>
              <a:gd name="connsiteX193" fmla="*/ 376513 w 12192000"/>
              <a:gd name="connsiteY193" fmla="*/ 2154014 h 2237474"/>
              <a:gd name="connsiteX194" fmla="*/ 273386 w 12192000"/>
              <a:gd name="connsiteY194" fmla="*/ 2142551 h 2237474"/>
              <a:gd name="connsiteX195" fmla="*/ 169207 w 12192000"/>
              <a:gd name="connsiteY195" fmla="*/ 2128100 h 2237474"/>
              <a:gd name="connsiteX196" fmla="*/ 93149 w 12192000"/>
              <a:gd name="connsiteY196" fmla="*/ 2105324 h 2237474"/>
              <a:gd name="connsiteX197" fmla="*/ 88109 w 12192000"/>
              <a:gd name="connsiteY197" fmla="*/ 2106704 h 2237474"/>
              <a:gd name="connsiteX198" fmla="*/ 80022 w 12192000"/>
              <a:gd name="connsiteY198" fmla="*/ 2107254 h 2237474"/>
              <a:gd name="connsiteX199" fmla="*/ 79717 w 12192000"/>
              <a:gd name="connsiteY199" fmla="*/ 2107046 h 2237474"/>
              <a:gd name="connsiteX200" fmla="*/ 72352 w 12192000"/>
              <a:gd name="connsiteY200" fmla="*/ 2107991 h 2237474"/>
              <a:gd name="connsiteX201" fmla="*/ 37645 w 12192000"/>
              <a:gd name="connsiteY201" fmla="*/ 2115401 h 2237474"/>
              <a:gd name="connsiteX202" fmla="*/ 4572 w 12192000"/>
              <a:gd name="connsiteY202" fmla="*/ 2111091 h 2237474"/>
              <a:gd name="connsiteX203" fmla="*/ 0 w 12192000"/>
              <a:gd name="connsiteY203" fmla="*/ 2110468 h 2237474"/>
              <a:gd name="connsiteX204" fmla="*/ 0 w 12192000"/>
              <a:gd name="connsiteY204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958984 w 12192000"/>
              <a:gd name="connsiteY38" fmla="*/ 1057212 h 2237474"/>
              <a:gd name="connsiteX39" fmla="*/ 8886001 w 12192000"/>
              <a:gd name="connsiteY39" fmla="*/ 1067468 h 2237474"/>
              <a:gd name="connsiteX40" fmla="*/ 8838610 w 12192000"/>
              <a:gd name="connsiteY40" fmla="*/ 1075091 h 2237474"/>
              <a:gd name="connsiteX41" fmla="*/ 8750383 w 12192000"/>
              <a:gd name="connsiteY41" fmla="*/ 1097387 h 2237474"/>
              <a:gd name="connsiteX42" fmla="*/ 8665605 w 12192000"/>
              <a:gd name="connsiteY42" fmla="*/ 1110791 h 2237474"/>
              <a:gd name="connsiteX43" fmla="*/ 8584946 w 12192000"/>
              <a:gd name="connsiteY43" fmla="*/ 1135226 h 2237474"/>
              <a:gd name="connsiteX44" fmla="*/ 8460755 w 12192000"/>
              <a:gd name="connsiteY44" fmla="*/ 1203427 h 2237474"/>
              <a:gd name="connsiteX45" fmla="*/ 8419755 w 12192000"/>
              <a:gd name="connsiteY45" fmla="*/ 1216260 h 2237474"/>
              <a:gd name="connsiteX46" fmla="*/ 8411626 w 12192000"/>
              <a:gd name="connsiteY46" fmla="*/ 1214397 h 2237474"/>
              <a:gd name="connsiteX47" fmla="*/ 8363469 w 12192000"/>
              <a:gd name="connsiteY47" fmla="*/ 1246658 h 2237474"/>
              <a:gd name="connsiteX48" fmla="*/ 8275497 w 12192000"/>
              <a:gd name="connsiteY48" fmla="*/ 1264396 h 2237474"/>
              <a:gd name="connsiteX49" fmla="*/ 8206287 w 12192000"/>
              <a:gd name="connsiteY49" fmla="*/ 1273060 h 2237474"/>
              <a:gd name="connsiteX50" fmla="*/ 8168705 w 12192000"/>
              <a:gd name="connsiteY50" fmla="*/ 1279956 h 2237474"/>
              <a:gd name="connsiteX51" fmla="*/ 8139997 w 12192000"/>
              <a:gd name="connsiteY51" fmla="*/ 1282713 h 2237474"/>
              <a:gd name="connsiteX52" fmla="*/ 8074238 w 12192000"/>
              <a:gd name="connsiteY52" fmla="*/ 1301895 h 2237474"/>
              <a:gd name="connsiteX53" fmla="*/ 7968292 w 12192000"/>
              <a:gd name="connsiteY53" fmla="*/ 1338779 h 2237474"/>
              <a:gd name="connsiteX54" fmla="*/ 7902328 w 12192000"/>
              <a:gd name="connsiteY54" fmla="*/ 1345865 h 2237474"/>
              <a:gd name="connsiteX55" fmla="*/ 7875879 w 12192000"/>
              <a:gd name="connsiteY55" fmla="*/ 1345646 h 2237474"/>
              <a:gd name="connsiteX56" fmla="*/ 7840612 w 12192000"/>
              <a:gd name="connsiteY56" fmla="*/ 1369373 h 2237474"/>
              <a:gd name="connsiteX57" fmla="*/ 7786819 w 12192000"/>
              <a:gd name="connsiteY57" fmla="*/ 1378970 h 2237474"/>
              <a:gd name="connsiteX58" fmla="*/ 7548172 w 12192000"/>
              <a:gd name="connsiteY58" fmla="*/ 1417460 h 2237474"/>
              <a:gd name="connsiteX59" fmla="*/ 7483437 w 12192000"/>
              <a:gd name="connsiteY59" fmla="*/ 1478152 h 2237474"/>
              <a:gd name="connsiteX60" fmla="*/ 7377870 w 12192000"/>
              <a:gd name="connsiteY60" fmla="*/ 1523319 h 2237474"/>
              <a:gd name="connsiteX61" fmla="*/ 7230737 w 12192000"/>
              <a:gd name="connsiteY61" fmla="*/ 1562633 h 2237474"/>
              <a:gd name="connsiteX62" fmla="*/ 7224458 w 12192000"/>
              <a:gd name="connsiteY62" fmla="*/ 1573008 h 2237474"/>
              <a:gd name="connsiteX63" fmla="*/ 7183121 w 12192000"/>
              <a:gd name="connsiteY63" fmla="*/ 1595162 h 2237474"/>
              <a:gd name="connsiteX64" fmla="*/ 7164601 w 12192000"/>
              <a:gd name="connsiteY64" fmla="*/ 1606490 h 2237474"/>
              <a:gd name="connsiteX65" fmla="*/ 7092727 w 12192000"/>
              <a:gd name="connsiteY65" fmla="*/ 1623628 h 2237474"/>
              <a:gd name="connsiteX66" fmla="*/ 7031309 w 12192000"/>
              <a:gd name="connsiteY66" fmla="*/ 1619451 h 2237474"/>
              <a:gd name="connsiteX67" fmla="*/ 6999084 w 12192000"/>
              <a:gd name="connsiteY67" fmla="*/ 1634317 h 2237474"/>
              <a:gd name="connsiteX68" fmla="*/ 6900177 w 12192000"/>
              <a:gd name="connsiteY68" fmla="*/ 1636016 h 2237474"/>
              <a:gd name="connsiteX69" fmla="*/ 6795372 w 12192000"/>
              <a:gd name="connsiteY69" fmla="*/ 1644845 h 2237474"/>
              <a:gd name="connsiteX70" fmla="*/ 6692251 w 12192000"/>
              <a:gd name="connsiteY70" fmla="*/ 1656357 h 2237474"/>
              <a:gd name="connsiteX71" fmla="*/ 6655235 w 12192000"/>
              <a:gd name="connsiteY71" fmla="*/ 1661869 h 2237474"/>
              <a:gd name="connsiteX72" fmla="*/ 6554894 w 12192000"/>
              <a:gd name="connsiteY72" fmla="*/ 1664428 h 2237474"/>
              <a:gd name="connsiteX73" fmla="*/ 6516595 w 12192000"/>
              <a:gd name="connsiteY73" fmla="*/ 1667475 h 2237474"/>
              <a:gd name="connsiteX74" fmla="*/ 6508541 w 12192000"/>
              <a:gd name="connsiteY74" fmla="*/ 1668757 h 2237474"/>
              <a:gd name="connsiteX75" fmla="*/ 6471012 w 12192000"/>
              <a:gd name="connsiteY75" fmla="*/ 1678604 h 2237474"/>
              <a:gd name="connsiteX76" fmla="*/ 6364035 w 12192000"/>
              <a:gd name="connsiteY76" fmla="*/ 1667683 h 2237474"/>
              <a:gd name="connsiteX77" fmla="*/ 6280959 w 12192000"/>
              <a:gd name="connsiteY77" fmla="*/ 1689329 h 2237474"/>
              <a:gd name="connsiteX78" fmla="*/ 6243319 w 12192000"/>
              <a:gd name="connsiteY78" fmla="*/ 1695560 h 2237474"/>
              <a:gd name="connsiteX79" fmla="*/ 6098321 w 12192000"/>
              <a:gd name="connsiteY79" fmla="*/ 1721646 h 2237474"/>
              <a:gd name="connsiteX80" fmla="*/ 5880652 w 12192000"/>
              <a:gd name="connsiteY80" fmla="*/ 1779643 h 2237474"/>
              <a:gd name="connsiteX81" fmla="*/ 5785959 w 12192000"/>
              <a:gd name="connsiteY81" fmla="*/ 1775307 h 2237474"/>
              <a:gd name="connsiteX82" fmla="*/ 5643534 w 12192000"/>
              <a:gd name="connsiteY82" fmla="*/ 1802919 h 2237474"/>
              <a:gd name="connsiteX83" fmla="*/ 5518799 w 12192000"/>
              <a:gd name="connsiteY83" fmla="*/ 1818312 h 2237474"/>
              <a:gd name="connsiteX84" fmla="*/ 5505014 w 12192000"/>
              <a:gd name="connsiteY84" fmla="*/ 1819259 h 2237474"/>
              <a:gd name="connsiteX85" fmla="*/ 5453307 w 12192000"/>
              <a:gd name="connsiteY85" fmla="*/ 1815450 h 2237474"/>
              <a:gd name="connsiteX86" fmla="*/ 5364192 w 12192000"/>
              <a:gd name="connsiteY86" fmla="*/ 1826074 h 2237474"/>
              <a:gd name="connsiteX87" fmla="*/ 5350380 w 12192000"/>
              <a:gd name="connsiteY87" fmla="*/ 1830891 h 2237474"/>
              <a:gd name="connsiteX88" fmla="*/ 5259633 w 12192000"/>
              <a:gd name="connsiteY88" fmla="*/ 1837160 h 2237474"/>
              <a:gd name="connsiteX89" fmla="*/ 5197513 w 12192000"/>
              <a:gd name="connsiteY89" fmla="*/ 1844718 h 2237474"/>
              <a:gd name="connsiteX90" fmla="*/ 5168852 w 12192000"/>
              <a:gd name="connsiteY90" fmla="*/ 1844846 h 2237474"/>
              <a:gd name="connsiteX91" fmla="*/ 5114927 w 12192000"/>
              <a:gd name="connsiteY91" fmla="*/ 1847827 h 2237474"/>
              <a:gd name="connsiteX92" fmla="*/ 5108970 w 12192000"/>
              <a:gd name="connsiteY92" fmla="*/ 1847935 h 2237474"/>
              <a:gd name="connsiteX93" fmla="*/ 5067961 w 12192000"/>
              <a:gd name="connsiteY93" fmla="*/ 1845917 h 2237474"/>
              <a:gd name="connsiteX94" fmla="*/ 5007075 w 12192000"/>
              <a:gd name="connsiteY94" fmla="*/ 1838626 h 2237474"/>
              <a:gd name="connsiteX95" fmla="*/ 4944087 w 12192000"/>
              <a:gd name="connsiteY95" fmla="*/ 1823332 h 2237474"/>
              <a:gd name="connsiteX96" fmla="*/ 4907662 w 12192000"/>
              <a:gd name="connsiteY96" fmla="*/ 1816900 h 2237474"/>
              <a:gd name="connsiteX97" fmla="*/ 4882386 w 12192000"/>
              <a:gd name="connsiteY97" fmla="*/ 1809844 h 2237474"/>
              <a:gd name="connsiteX98" fmla="*/ 4811440 w 12192000"/>
              <a:gd name="connsiteY98" fmla="*/ 1804655 h 2237474"/>
              <a:gd name="connsiteX99" fmla="*/ 4691075 w 12192000"/>
              <a:gd name="connsiteY99" fmla="*/ 1801389 h 2237474"/>
              <a:gd name="connsiteX100" fmla="*/ 4611738 w 12192000"/>
              <a:gd name="connsiteY100" fmla="*/ 1776964 h 2237474"/>
              <a:gd name="connsiteX101" fmla="*/ 4560070 w 12192000"/>
              <a:gd name="connsiteY101" fmla="*/ 1785640 h 2237474"/>
              <a:gd name="connsiteX102" fmla="*/ 4536503 w 12192000"/>
              <a:gd name="connsiteY102" fmla="*/ 1785334 h 2237474"/>
              <a:gd name="connsiteX103" fmla="*/ 4513724 w 12192000"/>
              <a:gd name="connsiteY103" fmla="*/ 1791996 h 2237474"/>
              <a:gd name="connsiteX104" fmla="*/ 4459810 w 12192000"/>
              <a:gd name="connsiteY104" fmla="*/ 1797886 h 2237474"/>
              <a:gd name="connsiteX105" fmla="*/ 4379064 w 12192000"/>
              <a:gd name="connsiteY105" fmla="*/ 1817177 h 2237474"/>
              <a:gd name="connsiteX106" fmla="*/ 4319209 w 12192000"/>
              <a:gd name="connsiteY106" fmla="*/ 1834833 h 2237474"/>
              <a:gd name="connsiteX107" fmla="*/ 4290981 w 12192000"/>
              <a:gd name="connsiteY107" fmla="*/ 1839677 h 2237474"/>
              <a:gd name="connsiteX108" fmla="*/ 4285792 w 12192000"/>
              <a:gd name="connsiteY108" fmla="*/ 1836231 h 2237474"/>
              <a:gd name="connsiteX109" fmla="*/ 4238372 w 12192000"/>
              <a:gd name="connsiteY109" fmla="*/ 1851480 h 2237474"/>
              <a:gd name="connsiteX110" fmla="*/ 4232517 w 12192000"/>
              <a:gd name="connsiteY110" fmla="*/ 1852567 h 2237474"/>
              <a:gd name="connsiteX111" fmla="*/ 4191732 w 12192000"/>
              <a:gd name="connsiteY111" fmla="*/ 1857328 h 2237474"/>
              <a:gd name="connsiteX112" fmla="*/ 4065532 w 12192000"/>
              <a:gd name="connsiteY112" fmla="*/ 1855477 h 2237474"/>
              <a:gd name="connsiteX113" fmla="*/ 4028460 w 12192000"/>
              <a:gd name="connsiteY113" fmla="*/ 1855137 h 2237474"/>
              <a:gd name="connsiteX114" fmla="*/ 4002267 w 12192000"/>
              <a:gd name="connsiteY114" fmla="*/ 1852352 h 2237474"/>
              <a:gd name="connsiteX115" fmla="*/ 3931396 w 12192000"/>
              <a:gd name="connsiteY115" fmla="*/ 1858915 h 2237474"/>
              <a:gd name="connsiteX116" fmla="*/ 3812162 w 12192000"/>
              <a:gd name="connsiteY116" fmla="*/ 1875501 h 2237474"/>
              <a:gd name="connsiteX117" fmla="*/ 3729530 w 12192000"/>
              <a:gd name="connsiteY117" fmla="*/ 1864513 h 2237474"/>
              <a:gd name="connsiteX118" fmla="*/ 3680177 w 12192000"/>
              <a:gd name="connsiteY118" fmla="*/ 1881552 h 2237474"/>
              <a:gd name="connsiteX119" fmla="*/ 3567259 w 12192000"/>
              <a:gd name="connsiteY119" fmla="*/ 1893482 h 2237474"/>
              <a:gd name="connsiteX120" fmla="*/ 3405770 w 12192000"/>
              <a:gd name="connsiteY120" fmla="*/ 1904591 h 2237474"/>
              <a:gd name="connsiteX121" fmla="*/ 3280097 w 12192000"/>
              <a:gd name="connsiteY121" fmla="*/ 1919610 h 2237474"/>
              <a:gd name="connsiteX122" fmla="*/ 3123424 w 12192000"/>
              <a:gd name="connsiteY122" fmla="*/ 1952930 h 2237474"/>
              <a:gd name="connsiteX123" fmla="*/ 3009910 w 12192000"/>
              <a:gd name="connsiteY123" fmla="*/ 1957866 h 2237474"/>
              <a:gd name="connsiteX124" fmla="*/ 2995934 w 12192000"/>
              <a:gd name="connsiteY124" fmla="*/ 1967085 h 2237474"/>
              <a:gd name="connsiteX125" fmla="*/ 2980071 w 12192000"/>
              <a:gd name="connsiteY125" fmla="*/ 1972988 h 2237474"/>
              <a:gd name="connsiteX126" fmla="*/ 2978094 w 12192000"/>
              <a:gd name="connsiteY126" fmla="*/ 1972369 h 2237474"/>
              <a:gd name="connsiteX127" fmla="*/ 2942858 w 12192000"/>
              <a:gd name="connsiteY127" fmla="*/ 1981367 h 2237474"/>
              <a:gd name="connsiteX128" fmla="*/ 2875436 w 12192000"/>
              <a:gd name="connsiteY128" fmla="*/ 1996977 h 2237474"/>
              <a:gd name="connsiteX129" fmla="*/ 2874892 w 12192000"/>
              <a:gd name="connsiteY129" fmla="*/ 1996085 h 2237474"/>
              <a:gd name="connsiteX130" fmla="*/ 2864145 w 12192000"/>
              <a:gd name="connsiteY130" fmla="*/ 1994061 h 2237474"/>
              <a:gd name="connsiteX131" fmla="*/ 2843662 w 12192000"/>
              <a:gd name="connsiteY131" fmla="*/ 1992498 h 2237474"/>
              <a:gd name="connsiteX132" fmla="*/ 2796128 w 12192000"/>
              <a:gd name="connsiteY132" fmla="*/ 1976403 h 2237474"/>
              <a:gd name="connsiteX133" fmla="*/ 2756784 w 12192000"/>
              <a:gd name="connsiteY133" fmla="*/ 1985116 h 2237474"/>
              <a:gd name="connsiteX134" fmla="*/ 2748833 w 12192000"/>
              <a:gd name="connsiteY134" fmla="*/ 1986323 h 2237474"/>
              <a:gd name="connsiteX135" fmla="*/ 2748661 w 12192000"/>
              <a:gd name="connsiteY135" fmla="*/ 1986122 h 2237474"/>
              <a:gd name="connsiteX136" fmla="*/ 2740251 w 12192000"/>
              <a:gd name="connsiteY136" fmla="*/ 1986946 h 2237474"/>
              <a:gd name="connsiteX137" fmla="*/ 2718916 w 12192000"/>
              <a:gd name="connsiteY137" fmla="*/ 1990867 h 2237474"/>
              <a:gd name="connsiteX138" fmla="*/ 2713522 w 12192000"/>
              <a:gd name="connsiteY138" fmla="*/ 1990173 h 2237474"/>
              <a:gd name="connsiteX139" fmla="*/ 2680597 w 12192000"/>
              <a:gd name="connsiteY139" fmla="*/ 1984996 h 2237474"/>
              <a:gd name="connsiteX140" fmla="*/ 2578178 w 12192000"/>
              <a:gd name="connsiteY140" fmla="*/ 1990531 h 2237474"/>
              <a:gd name="connsiteX141" fmla="*/ 2476147 w 12192000"/>
              <a:gd name="connsiteY141" fmla="*/ 1998305 h 2237474"/>
              <a:gd name="connsiteX142" fmla="*/ 2373568 w 12192000"/>
              <a:gd name="connsiteY142" fmla="*/ 2003219 h 2237474"/>
              <a:gd name="connsiteX143" fmla="*/ 2321399 w 12192000"/>
              <a:gd name="connsiteY143" fmla="*/ 1989467 h 2237474"/>
              <a:gd name="connsiteX144" fmla="*/ 2315525 w 12192000"/>
              <a:gd name="connsiteY144" fmla="*/ 1989708 h 2237474"/>
              <a:gd name="connsiteX145" fmla="*/ 2300792 w 12192000"/>
              <a:gd name="connsiteY145" fmla="*/ 1994290 h 2237474"/>
              <a:gd name="connsiteX146" fmla="*/ 2295469 w 12192000"/>
              <a:gd name="connsiteY146" fmla="*/ 1996659 h 2237474"/>
              <a:gd name="connsiteX147" fmla="*/ 2287219 w 12192000"/>
              <a:gd name="connsiteY147" fmla="*/ 1998750 h 2237474"/>
              <a:gd name="connsiteX148" fmla="*/ 2286948 w 12192000"/>
              <a:gd name="connsiteY148" fmla="*/ 1998596 h 2237474"/>
              <a:gd name="connsiteX149" fmla="*/ 2243069 w 12192000"/>
              <a:gd name="connsiteY149" fmla="*/ 2015111 h 2237474"/>
              <a:gd name="connsiteX150" fmla="*/ 2186609 w 12192000"/>
              <a:gd name="connsiteY150" fmla="*/ 2008263 h 2237474"/>
              <a:gd name="connsiteX151" fmla="*/ 2164831 w 12192000"/>
              <a:gd name="connsiteY151" fmla="*/ 2010143 h 2237474"/>
              <a:gd name="connsiteX152" fmla="*/ 2152836 w 12192000"/>
              <a:gd name="connsiteY152" fmla="*/ 2010048 h 2237474"/>
              <a:gd name="connsiteX153" fmla="*/ 2117102 w 12192000"/>
              <a:gd name="connsiteY153" fmla="*/ 2023004 h 2237474"/>
              <a:gd name="connsiteX154" fmla="*/ 2111935 w 12192000"/>
              <a:gd name="connsiteY154" fmla="*/ 2023163 h 2237474"/>
              <a:gd name="connsiteX155" fmla="*/ 2089991 w 12192000"/>
              <a:gd name="connsiteY155" fmla="*/ 2034193 h 2237474"/>
              <a:gd name="connsiteX156" fmla="*/ 2058061 w 12192000"/>
              <a:gd name="connsiteY156" fmla="*/ 2047942 h 2237474"/>
              <a:gd name="connsiteX157" fmla="*/ 2055737 w 12192000"/>
              <a:gd name="connsiteY157" fmla="*/ 2047704 h 2237474"/>
              <a:gd name="connsiteX158" fmla="*/ 2042244 w 12192000"/>
              <a:gd name="connsiteY158" fmla="*/ 2055560 h 2237474"/>
              <a:gd name="connsiteX159" fmla="*/ 1976224 w 12192000"/>
              <a:gd name="connsiteY159" fmla="*/ 2074257 h 2237474"/>
              <a:gd name="connsiteX160" fmla="*/ 1877728 w 12192000"/>
              <a:gd name="connsiteY160" fmla="*/ 2101004 h 2237474"/>
              <a:gd name="connsiteX161" fmla="*/ 1759056 w 12192000"/>
              <a:gd name="connsiteY161" fmla="*/ 2125608 h 2237474"/>
              <a:gd name="connsiteX162" fmla="*/ 1637948 w 12192000"/>
              <a:gd name="connsiteY162" fmla="*/ 2172597 h 2237474"/>
              <a:gd name="connsiteX163" fmla="*/ 1434549 w 12192000"/>
              <a:gd name="connsiteY163" fmla="*/ 2234522 h 2237474"/>
              <a:gd name="connsiteX164" fmla="*/ 1398481 w 12192000"/>
              <a:gd name="connsiteY164" fmla="*/ 2237074 h 2237474"/>
              <a:gd name="connsiteX165" fmla="*/ 1398407 w 12192000"/>
              <a:gd name="connsiteY165" fmla="*/ 2237095 h 2237474"/>
              <a:gd name="connsiteX166" fmla="*/ 1370962 w 12192000"/>
              <a:gd name="connsiteY166" fmla="*/ 2237474 h 2237474"/>
              <a:gd name="connsiteX167" fmla="*/ 1356367 w 12192000"/>
              <a:gd name="connsiteY167" fmla="*/ 2235089 h 2237474"/>
              <a:gd name="connsiteX168" fmla="*/ 1324828 w 12192000"/>
              <a:gd name="connsiteY168" fmla="*/ 2231968 h 2237474"/>
              <a:gd name="connsiteX169" fmla="*/ 1297744 w 12192000"/>
              <a:gd name="connsiteY169" fmla="*/ 2235849 h 2237474"/>
              <a:gd name="connsiteX170" fmla="*/ 1286236 w 12192000"/>
              <a:gd name="connsiteY170" fmla="*/ 2233135 h 2237474"/>
              <a:gd name="connsiteX171" fmla="*/ 1283504 w 12192000"/>
              <a:gd name="connsiteY171" fmla="*/ 2233797 h 2237474"/>
              <a:gd name="connsiteX172" fmla="*/ 1279765 w 12192000"/>
              <a:gd name="connsiteY172" fmla="*/ 2229639 h 2237474"/>
              <a:gd name="connsiteX173" fmla="*/ 1195347 w 12192000"/>
              <a:gd name="connsiteY173" fmla="*/ 2212354 h 2237474"/>
              <a:gd name="connsiteX174" fmla="*/ 970251 w 12192000"/>
              <a:gd name="connsiteY174" fmla="*/ 2221029 h 2237474"/>
              <a:gd name="connsiteX175" fmla="*/ 812914 w 12192000"/>
              <a:gd name="connsiteY175" fmla="*/ 2202752 h 2237474"/>
              <a:gd name="connsiteX176" fmla="*/ 800195 w 12192000"/>
              <a:gd name="connsiteY176" fmla="*/ 2209407 h 2237474"/>
              <a:gd name="connsiteX177" fmla="*/ 784978 w 12192000"/>
              <a:gd name="connsiteY177" fmla="*/ 2212360 h 2237474"/>
              <a:gd name="connsiteX178" fmla="*/ 681987 w 12192000"/>
              <a:gd name="connsiteY178" fmla="*/ 2216757 h 2237474"/>
              <a:gd name="connsiteX179" fmla="*/ 669923 w 12192000"/>
              <a:gd name="connsiteY179" fmla="*/ 2211682 h 2237474"/>
              <a:gd name="connsiteX180" fmla="*/ 648680 w 12192000"/>
              <a:gd name="connsiteY180" fmla="*/ 2206229 h 2237474"/>
              <a:gd name="connsiteX181" fmla="*/ 597225 w 12192000"/>
              <a:gd name="connsiteY181" fmla="*/ 2180999 h 2237474"/>
              <a:gd name="connsiteX182" fmla="*/ 558449 w 12192000"/>
              <a:gd name="connsiteY182" fmla="*/ 2182346 h 2237474"/>
              <a:gd name="connsiteX183" fmla="*/ 550517 w 12192000"/>
              <a:gd name="connsiteY183" fmla="*/ 2182060 h 2237474"/>
              <a:gd name="connsiteX184" fmla="*/ 550309 w 12192000"/>
              <a:gd name="connsiteY184" fmla="*/ 2181825 h 2237474"/>
              <a:gd name="connsiteX185" fmla="*/ 541836 w 12192000"/>
              <a:gd name="connsiteY185" fmla="*/ 2181063 h 2237474"/>
              <a:gd name="connsiteX186" fmla="*/ 536057 w 12192000"/>
              <a:gd name="connsiteY186" fmla="*/ 2181537 h 2237474"/>
              <a:gd name="connsiteX187" fmla="*/ 520671 w 12192000"/>
              <a:gd name="connsiteY187" fmla="*/ 2180980 h 2237474"/>
              <a:gd name="connsiteX188" fmla="*/ 515024 w 12192000"/>
              <a:gd name="connsiteY188" fmla="*/ 2179258 h 2237474"/>
              <a:gd name="connsiteX189" fmla="*/ 512278 w 12192000"/>
              <a:gd name="connsiteY189" fmla="*/ 2176369 h 2237474"/>
              <a:gd name="connsiteX190" fmla="*/ 480419 w 12192000"/>
              <a:gd name="connsiteY190" fmla="*/ 2167807 h 2237474"/>
              <a:gd name="connsiteX191" fmla="*/ 413835 w 12192000"/>
              <a:gd name="connsiteY191" fmla="*/ 2156783 h 2237474"/>
              <a:gd name="connsiteX192" fmla="*/ 376513 w 12192000"/>
              <a:gd name="connsiteY192" fmla="*/ 2154014 h 2237474"/>
              <a:gd name="connsiteX193" fmla="*/ 273386 w 12192000"/>
              <a:gd name="connsiteY193" fmla="*/ 2142551 h 2237474"/>
              <a:gd name="connsiteX194" fmla="*/ 169207 w 12192000"/>
              <a:gd name="connsiteY194" fmla="*/ 2128100 h 2237474"/>
              <a:gd name="connsiteX195" fmla="*/ 93149 w 12192000"/>
              <a:gd name="connsiteY195" fmla="*/ 2105324 h 2237474"/>
              <a:gd name="connsiteX196" fmla="*/ 88109 w 12192000"/>
              <a:gd name="connsiteY196" fmla="*/ 2106704 h 2237474"/>
              <a:gd name="connsiteX197" fmla="*/ 80022 w 12192000"/>
              <a:gd name="connsiteY197" fmla="*/ 2107254 h 2237474"/>
              <a:gd name="connsiteX198" fmla="*/ 79717 w 12192000"/>
              <a:gd name="connsiteY198" fmla="*/ 2107046 h 2237474"/>
              <a:gd name="connsiteX199" fmla="*/ 72352 w 12192000"/>
              <a:gd name="connsiteY199" fmla="*/ 2107991 h 2237474"/>
              <a:gd name="connsiteX200" fmla="*/ 37645 w 12192000"/>
              <a:gd name="connsiteY200" fmla="*/ 2115401 h 2237474"/>
              <a:gd name="connsiteX201" fmla="*/ 4572 w 12192000"/>
              <a:gd name="connsiteY201" fmla="*/ 2111091 h 2237474"/>
              <a:gd name="connsiteX202" fmla="*/ 0 w 12192000"/>
              <a:gd name="connsiteY202" fmla="*/ 2110468 h 2237474"/>
              <a:gd name="connsiteX203" fmla="*/ 0 w 12192000"/>
              <a:gd name="connsiteY203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958984 w 12192000"/>
              <a:gd name="connsiteY38" fmla="*/ 1057212 h 2237474"/>
              <a:gd name="connsiteX39" fmla="*/ 8886001 w 12192000"/>
              <a:gd name="connsiteY39" fmla="*/ 1067468 h 2237474"/>
              <a:gd name="connsiteX40" fmla="*/ 8838610 w 12192000"/>
              <a:gd name="connsiteY40" fmla="*/ 1075091 h 2237474"/>
              <a:gd name="connsiteX41" fmla="*/ 8750383 w 12192000"/>
              <a:gd name="connsiteY41" fmla="*/ 1097387 h 2237474"/>
              <a:gd name="connsiteX42" fmla="*/ 8665605 w 12192000"/>
              <a:gd name="connsiteY42" fmla="*/ 1110791 h 2237474"/>
              <a:gd name="connsiteX43" fmla="*/ 8584946 w 12192000"/>
              <a:gd name="connsiteY43" fmla="*/ 1135226 h 2237474"/>
              <a:gd name="connsiteX44" fmla="*/ 8460755 w 12192000"/>
              <a:gd name="connsiteY44" fmla="*/ 1203427 h 2237474"/>
              <a:gd name="connsiteX45" fmla="*/ 8419755 w 12192000"/>
              <a:gd name="connsiteY45" fmla="*/ 1216260 h 2237474"/>
              <a:gd name="connsiteX46" fmla="*/ 8411626 w 12192000"/>
              <a:gd name="connsiteY46" fmla="*/ 1214397 h 2237474"/>
              <a:gd name="connsiteX47" fmla="*/ 8363469 w 12192000"/>
              <a:gd name="connsiteY47" fmla="*/ 1246658 h 2237474"/>
              <a:gd name="connsiteX48" fmla="*/ 8275497 w 12192000"/>
              <a:gd name="connsiteY48" fmla="*/ 1264396 h 2237474"/>
              <a:gd name="connsiteX49" fmla="*/ 8206287 w 12192000"/>
              <a:gd name="connsiteY49" fmla="*/ 1273060 h 2237474"/>
              <a:gd name="connsiteX50" fmla="*/ 8168705 w 12192000"/>
              <a:gd name="connsiteY50" fmla="*/ 1279956 h 2237474"/>
              <a:gd name="connsiteX51" fmla="*/ 8139997 w 12192000"/>
              <a:gd name="connsiteY51" fmla="*/ 1282713 h 2237474"/>
              <a:gd name="connsiteX52" fmla="*/ 8074238 w 12192000"/>
              <a:gd name="connsiteY52" fmla="*/ 1301895 h 2237474"/>
              <a:gd name="connsiteX53" fmla="*/ 7968292 w 12192000"/>
              <a:gd name="connsiteY53" fmla="*/ 1338779 h 2237474"/>
              <a:gd name="connsiteX54" fmla="*/ 7902328 w 12192000"/>
              <a:gd name="connsiteY54" fmla="*/ 1345865 h 2237474"/>
              <a:gd name="connsiteX55" fmla="*/ 7875879 w 12192000"/>
              <a:gd name="connsiteY55" fmla="*/ 1345646 h 2237474"/>
              <a:gd name="connsiteX56" fmla="*/ 7840612 w 12192000"/>
              <a:gd name="connsiteY56" fmla="*/ 1369373 h 2237474"/>
              <a:gd name="connsiteX57" fmla="*/ 7786819 w 12192000"/>
              <a:gd name="connsiteY57" fmla="*/ 1378970 h 2237474"/>
              <a:gd name="connsiteX58" fmla="*/ 7548172 w 12192000"/>
              <a:gd name="connsiteY58" fmla="*/ 1417460 h 2237474"/>
              <a:gd name="connsiteX59" fmla="*/ 7483437 w 12192000"/>
              <a:gd name="connsiteY59" fmla="*/ 1478152 h 2237474"/>
              <a:gd name="connsiteX60" fmla="*/ 7377870 w 12192000"/>
              <a:gd name="connsiteY60" fmla="*/ 1523319 h 2237474"/>
              <a:gd name="connsiteX61" fmla="*/ 7230737 w 12192000"/>
              <a:gd name="connsiteY61" fmla="*/ 1562633 h 2237474"/>
              <a:gd name="connsiteX62" fmla="*/ 7224458 w 12192000"/>
              <a:gd name="connsiteY62" fmla="*/ 1573008 h 2237474"/>
              <a:gd name="connsiteX63" fmla="*/ 7183121 w 12192000"/>
              <a:gd name="connsiteY63" fmla="*/ 1595162 h 2237474"/>
              <a:gd name="connsiteX64" fmla="*/ 7164601 w 12192000"/>
              <a:gd name="connsiteY64" fmla="*/ 1606490 h 2237474"/>
              <a:gd name="connsiteX65" fmla="*/ 7092727 w 12192000"/>
              <a:gd name="connsiteY65" fmla="*/ 1623628 h 2237474"/>
              <a:gd name="connsiteX66" fmla="*/ 7031309 w 12192000"/>
              <a:gd name="connsiteY66" fmla="*/ 1619451 h 2237474"/>
              <a:gd name="connsiteX67" fmla="*/ 6900177 w 12192000"/>
              <a:gd name="connsiteY67" fmla="*/ 1636016 h 2237474"/>
              <a:gd name="connsiteX68" fmla="*/ 6795372 w 12192000"/>
              <a:gd name="connsiteY68" fmla="*/ 1644845 h 2237474"/>
              <a:gd name="connsiteX69" fmla="*/ 6692251 w 12192000"/>
              <a:gd name="connsiteY69" fmla="*/ 1656357 h 2237474"/>
              <a:gd name="connsiteX70" fmla="*/ 6655235 w 12192000"/>
              <a:gd name="connsiteY70" fmla="*/ 1661869 h 2237474"/>
              <a:gd name="connsiteX71" fmla="*/ 6554894 w 12192000"/>
              <a:gd name="connsiteY71" fmla="*/ 1664428 h 2237474"/>
              <a:gd name="connsiteX72" fmla="*/ 6516595 w 12192000"/>
              <a:gd name="connsiteY72" fmla="*/ 1667475 h 2237474"/>
              <a:gd name="connsiteX73" fmla="*/ 6508541 w 12192000"/>
              <a:gd name="connsiteY73" fmla="*/ 1668757 h 2237474"/>
              <a:gd name="connsiteX74" fmla="*/ 6471012 w 12192000"/>
              <a:gd name="connsiteY74" fmla="*/ 1678604 h 2237474"/>
              <a:gd name="connsiteX75" fmla="*/ 6364035 w 12192000"/>
              <a:gd name="connsiteY75" fmla="*/ 1667683 h 2237474"/>
              <a:gd name="connsiteX76" fmla="*/ 6280959 w 12192000"/>
              <a:gd name="connsiteY76" fmla="*/ 1689329 h 2237474"/>
              <a:gd name="connsiteX77" fmla="*/ 6243319 w 12192000"/>
              <a:gd name="connsiteY77" fmla="*/ 1695560 h 2237474"/>
              <a:gd name="connsiteX78" fmla="*/ 6098321 w 12192000"/>
              <a:gd name="connsiteY78" fmla="*/ 1721646 h 2237474"/>
              <a:gd name="connsiteX79" fmla="*/ 5880652 w 12192000"/>
              <a:gd name="connsiteY79" fmla="*/ 1779643 h 2237474"/>
              <a:gd name="connsiteX80" fmla="*/ 5785959 w 12192000"/>
              <a:gd name="connsiteY80" fmla="*/ 1775307 h 2237474"/>
              <a:gd name="connsiteX81" fmla="*/ 5643534 w 12192000"/>
              <a:gd name="connsiteY81" fmla="*/ 1802919 h 2237474"/>
              <a:gd name="connsiteX82" fmla="*/ 5518799 w 12192000"/>
              <a:gd name="connsiteY82" fmla="*/ 1818312 h 2237474"/>
              <a:gd name="connsiteX83" fmla="*/ 5505014 w 12192000"/>
              <a:gd name="connsiteY83" fmla="*/ 1819259 h 2237474"/>
              <a:gd name="connsiteX84" fmla="*/ 5453307 w 12192000"/>
              <a:gd name="connsiteY84" fmla="*/ 1815450 h 2237474"/>
              <a:gd name="connsiteX85" fmla="*/ 5364192 w 12192000"/>
              <a:gd name="connsiteY85" fmla="*/ 1826074 h 2237474"/>
              <a:gd name="connsiteX86" fmla="*/ 5350380 w 12192000"/>
              <a:gd name="connsiteY86" fmla="*/ 1830891 h 2237474"/>
              <a:gd name="connsiteX87" fmla="*/ 5259633 w 12192000"/>
              <a:gd name="connsiteY87" fmla="*/ 1837160 h 2237474"/>
              <a:gd name="connsiteX88" fmla="*/ 5197513 w 12192000"/>
              <a:gd name="connsiteY88" fmla="*/ 1844718 h 2237474"/>
              <a:gd name="connsiteX89" fmla="*/ 5168852 w 12192000"/>
              <a:gd name="connsiteY89" fmla="*/ 1844846 h 2237474"/>
              <a:gd name="connsiteX90" fmla="*/ 5114927 w 12192000"/>
              <a:gd name="connsiteY90" fmla="*/ 1847827 h 2237474"/>
              <a:gd name="connsiteX91" fmla="*/ 5108970 w 12192000"/>
              <a:gd name="connsiteY91" fmla="*/ 1847935 h 2237474"/>
              <a:gd name="connsiteX92" fmla="*/ 5067961 w 12192000"/>
              <a:gd name="connsiteY92" fmla="*/ 1845917 h 2237474"/>
              <a:gd name="connsiteX93" fmla="*/ 5007075 w 12192000"/>
              <a:gd name="connsiteY93" fmla="*/ 1838626 h 2237474"/>
              <a:gd name="connsiteX94" fmla="*/ 4944087 w 12192000"/>
              <a:gd name="connsiteY94" fmla="*/ 1823332 h 2237474"/>
              <a:gd name="connsiteX95" fmla="*/ 4907662 w 12192000"/>
              <a:gd name="connsiteY95" fmla="*/ 1816900 h 2237474"/>
              <a:gd name="connsiteX96" fmla="*/ 4882386 w 12192000"/>
              <a:gd name="connsiteY96" fmla="*/ 1809844 h 2237474"/>
              <a:gd name="connsiteX97" fmla="*/ 4811440 w 12192000"/>
              <a:gd name="connsiteY97" fmla="*/ 1804655 h 2237474"/>
              <a:gd name="connsiteX98" fmla="*/ 4691075 w 12192000"/>
              <a:gd name="connsiteY98" fmla="*/ 1801389 h 2237474"/>
              <a:gd name="connsiteX99" fmla="*/ 4611738 w 12192000"/>
              <a:gd name="connsiteY99" fmla="*/ 1776964 h 2237474"/>
              <a:gd name="connsiteX100" fmla="*/ 4560070 w 12192000"/>
              <a:gd name="connsiteY100" fmla="*/ 1785640 h 2237474"/>
              <a:gd name="connsiteX101" fmla="*/ 4536503 w 12192000"/>
              <a:gd name="connsiteY101" fmla="*/ 1785334 h 2237474"/>
              <a:gd name="connsiteX102" fmla="*/ 4513724 w 12192000"/>
              <a:gd name="connsiteY102" fmla="*/ 1791996 h 2237474"/>
              <a:gd name="connsiteX103" fmla="*/ 4459810 w 12192000"/>
              <a:gd name="connsiteY103" fmla="*/ 1797886 h 2237474"/>
              <a:gd name="connsiteX104" fmla="*/ 4379064 w 12192000"/>
              <a:gd name="connsiteY104" fmla="*/ 1817177 h 2237474"/>
              <a:gd name="connsiteX105" fmla="*/ 4319209 w 12192000"/>
              <a:gd name="connsiteY105" fmla="*/ 1834833 h 2237474"/>
              <a:gd name="connsiteX106" fmla="*/ 4290981 w 12192000"/>
              <a:gd name="connsiteY106" fmla="*/ 1839677 h 2237474"/>
              <a:gd name="connsiteX107" fmla="*/ 4285792 w 12192000"/>
              <a:gd name="connsiteY107" fmla="*/ 1836231 h 2237474"/>
              <a:gd name="connsiteX108" fmla="*/ 4238372 w 12192000"/>
              <a:gd name="connsiteY108" fmla="*/ 1851480 h 2237474"/>
              <a:gd name="connsiteX109" fmla="*/ 4232517 w 12192000"/>
              <a:gd name="connsiteY109" fmla="*/ 1852567 h 2237474"/>
              <a:gd name="connsiteX110" fmla="*/ 4191732 w 12192000"/>
              <a:gd name="connsiteY110" fmla="*/ 1857328 h 2237474"/>
              <a:gd name="connsiteX111" fmla="*/ 4065532 w 12192000"/>
              <a:gd name="connsiteY111" fmla="*/ 1855477 h 2237474"/>
              <a:gd name="connsiteX112" fmla="*/ 4028460 w 12192000"/>
              <a:gd name="connsiteY112" fmla="*/ 1855137 h 2237474"/>
              <a:gd name="connsiteX113" fmla="*/ 4002267 w 12192000"/>
              <a:gd name="connsiteY113" fmla="*/ 1852352 h 2237474"/>
              <a:gd name="connsiteX114" fmla="*/ 3931396 w 12192000"/>
              <a:gd name="connsiteY114" fmla="*/ 1858915 h 2237474"/>
              <a:gd name="connsiteX115" fmla="*/ 3812162 w 12192000"/>
              <a:gd name="connsiteY115" fmla="*/ 1875501 h 2237474"/>
              <a:gd name="connsiteX116" fmla="*/ 3729530 w 12192000"/>
              <a:gd name="connsiteY116" fmla="*/ 1864513 h 2237474"/>
              <a:gd name="connsiteX117" fmla="*/ 3680177 w 12192000"/>
              <a:gd name="connsiteY117" fmla="*/ 1881552 h 2237474"/>
              <a:gd name="connsiteX118" fmla="*/ 3567259 w 12192000"/>
              <a:gd name="connsiteY118" fmla="*/ 1893482 h 2237474"/>
              <a:gd name="connsiteX119" fmla="*/ 3405770 w 12192000"/>
              <a:gd name="connsiteY119" fmla="*/ 1904591 h 2237474"/>
              <a:gd name="connsiteX120" fmla="*/ 3280097 w 12192000"/>
              <a:gd name="connsiteY120" fmla="*/ 1919610 h 2237474"/>
              <a:gd name="connsiteX121" fmla="*/ 3123424 w 12192000"/>
              <a:gd name="connsiteY121" fmla="*/ 1952930 h 2237474"/>
              <a:gd name="connsiteX122" fmla="*/ 3009910 w 12192000"/>
              <a:gd name="connsiteY122" fmla="*/ 1957866 h 2237474"/>
              <a:gd name="connsiteX123" fmla="*/ 2995934 w 12192000"/>
              <a:gd name="connsiteY123" fmla="*/ 1967085 h 2237474"/>
              <a:gd name="connsiteX124" fmla="*/ 2980071 w 12192000"/>
              <a:gd name="connsiteY124" fmla="*/ 1972988 h 2237474"/>
              <a:gd name="connsiteX125" fmla="*/ 2978094 w 12192000"/>
              <a:gd name="connsiteY125" fmla="*/ 1972369 h 2237474"/>
              <a:gd name="connsiteX126" fmla="*/ 2942858 w 12192000"/>
              <a:gd name="connsiteY126" fmla="*/ 1981367 h 2237474"/>
              <a:gd name="connsiteX127" fmla="*/ 2875436 w 12192000"/>
              <a:gd name="connsiteY127" fmla="*/ 1996977 h 2237474"/>
              <a:gd name="connsiteX128" fmla="*/ 2874892 w 12192000"/>
              <a:gd name="connsiteY128" fmla="*/ 1996085 h 2237474"/>
              <a:gd name="connsiteX129" fmla="*/ 2864145 w 12192000"/>
              <a:gd name="connsiteY129" fmla="*/ 1994061 h 2237474"/>
              <a:gd name="connsiteX130" fmla="*/ 2843662 w 12192000"/>
              <a:gd name="connsiteY130" fmla="*/ 1992498 h 2237474"/>
              <a:gd name="connsiteX131" fmla="*/ 2796128 w 12192000"/>
              <a:gd name="connsiteY131" fmla="*/ 1976403 h 2237474"/>
              <a:gd name="connsiteX132" fmla="*/ 2756784 w 12192000"/>
              <a:gd name="connsiteY132" fmla="*/ 1985116 h 2237474"/>
              <a:gd name="connsiteX133" fmla="*/ 2748833 w 12192000"/>
              <a:gd name="connsiteY133" fmla="*/ 1986323 h 2237474"/>
              <a:gd name="connsiteX134" fmla="*/ 2748661 w 12192000"/>
              <a:gd name="connsiteY134" fmla="*/ 1986122 h 2237474"/>
              <a:gd name="connsiteX135" fmla="*/ 2740251 w 12192000"/>
              <a:gd name="connsiteY135" fmla="*/ 1986946 h 2237474"/>
              <a:gd name="connsiteX136" fmla="*/ 2718916 w 12192000"/>
              <a:gd name="connsiteY136" fmla="*/ 1990867 h 2237474"/>
              <a:gd name="connsiteX137" fmla="*/ 2713522 w 12192000"/>
              <a:gd name="connsiteY137" fmla="*/ 1990173 h 2237474"/>
              <a:gd name="connsiteX138" fmla="*/ 2680597 w 12192000"/>
              <a:gd name="connsiteY138" fmla="*/ 1984996 h 2237474"/>
              <a:gd name="connsiteX139" fmla="*/ 2578178 w 12192000"/>
              <a:gd name="connsiteY139" fmla="*/ 1990531 h 2237474"/>
              <a:gd name="connsiteX140" fmla="*/ 2476147 w 12192000"/>
              <a:gd name="connsiteY140" fmla="*/ 1998305 h 2237474"/>
              <a:gd name="connsiteX141" fmla="*/ 2373568 w 12192000"/>
              <a:gd name="connsiteY141" fmla="*/ 2003219 h 2237474"/>
              <a:gd name="connsiteX142" fmla="*/ 2321399 w 12192000"/>
              <a:gd name="connsiteY142" fmla="*/ 1989467 h 2237474"/>
              <a:gd name="connsiteX143" fmla="*/ 2315525 w 12192000"/>
              <a:gd name="connsiteY143" fmla="*/ 1989708 h 2237474"/>
              <a:gd name="connsiteX144" fmla="*/ 2300792 w 12192000"/>
              <a:gd name="connsiteY144" fmla="*/ 1994290 h 2237474"/>
              <a:gd name="connsiteX145" fmla="*/ 2295469 w 12192000"/>
              <a:gd name="connsiteY145" fmla="*/ 1996659 h 2237474"/>
              <a:gd name="connsiteX146" fmla="*/ 2287219 w 12192000"/>
              <a:gd name="connsiteY146" fmla="*/ 1998750 h 2237474"/>
              <a:gd name="connsiteX147" fmla="*/ 2286948 w 12192000"/>
              <a:gd name="connsiteY147" fmla="*/ 1998596 h 2237474"/>
              <a:gd name="connsiteX148" fmla="*/ 2243069 w 12192000"/>
              <a:gd name="connsiteY148" fmla="*/ 2015111 h 2237474"/>
              <a:gd name="connsiteX149" fmla="*/ 2186609 w 12192000"/>
              <a:gd name="connsiteY149" fmla="*/ 2008263 h 2237474"/>
              <a:gd name="connsiteX150" fmla="*/ 2164831 w 12192000"/>
              <a:gd name="connsiteY150" fmla="*/ 2010143 h 2237474"/>
              <a:gd name="connsiteX151" fmla="*/ 2152836 w 12192000"/>
              <a:gd name="connsiteY151" fmla="*/ 2010048 h 2237474"/>
              <a:gd name="connsiteX152" fmla="*/ 2117102 w 12192000"/>
              <a:gd name="connsiteY152" fmla="*/ 2023004 h 2237474"/>
              <a:gd name="connsiteX153" fmla="*/ 2111935 w 12192000"/>
              <a:gd name="connsiteY153" fmla="*/ 2023163 h 2237474"/>
              <a:gd name="connsiteX154" fmla="*/ 2089991 w 12192000"/>
              <a:gd name="connsiteY154" fmla="*/ 2034193 h 2237474"/>
              <a:gd name="connsiteX155" fmla="*/ 2058061 w 12192000"/>
              <a:gd name="connsiteY155" fmla="*/ 2047942 h 2237474"/>
              <a:gd name="connsiteX156" fmla="*/ 2055737 w 12192000"/>
              <a:gd name="connsiteY156" fmla="*/ 2047704 h 2237474"/>
              <a:gd name="connsiteX157" fmla="*/ 2042244 w 12192000"/>
              <a:gd name="connsiteY157" fmla="*/ 2055560 h 2237474"/>
              <a:gd name="connsiteX158" fmla="*/ 1976224 w 12192000"/>
              <a:gd name="connsiteY158" fmla="*/ 2074257 h 2237474"/>
              <a:gd name="connsiteX159" fmla="*/ 1877728 w 12192000"/>
              <a:gd name="connsiteY159" fmla="*/ 2101004 h 2237474"/>
              <a:gd name="connsiteX160" fmla="*/ 1759056 w 12192000"/>
              <a:gd name="connsiteY160" fmla="*/ 2125608 h 2237474"/>
              <a:gd name="connsiteX161" fmla="*/ 1637948 w 12192000"/>
              <a:gd name="connsiteY161" fmla="*/ 2172597 h 2237474"/>
              <a:gd name="connsiteX162" fmla="*/ 1434549 w 12192000"/>
              <a:gd name="connsiteY162" fmla="*/ 2234522 h 2237474"/>
              <a:gd name="connsiteX163" fmla="*/ 1398481 w 12192000"/>
              <a:gd name="connsiteY163" fmla="*/ 2237074 h 2237474"/>
              <a:gd name="connsiteX164" fmla="*/ 1398407 w 12192000"/>
              <a:gd name="connsiteY164" fmla="*/ 2237095 h 2237474"/>
              <a:gd name="connsiteX165" fmla="*/ 1370962 w 12192000"/>
              <a:gd name="connsiteY165" fmla="*/ 2237474 h 2237474"/>
              <a:gd name="connsiteX166" fmla="*/ 1356367 w 12192000"/>
              <a:gd name="connsiteY166" fmla="*/ 2235089 h 2237474"/>
              <a:gd name="connsiteX167" fmla="*/ 1324828 w 12192000"/>
              <a:gd name="connsiteY167" fmla="*/ 2231968 h 2237474"/>
              <a:gd name="connsiteX168" fmla="*/ 1297744 w 12192000"/>
              <a:gd name="connsiteY168" fmla="*/ 2235849 h 2237474"/>
              <a:gd name="connsiteX169" fmla="*/ 1286236 w 12192000"/>
              <a:gd name="connsiteY169" fmla="*/ 2233135 h 2237474"/>
              <a:gd name="connsiteX170" fmla="*/ 1283504 w 12192000"/>
              <a:gd name="connsiteY170" fmla="*/ 2233797 h 2237474"/>
              <a:gd name="connsiteX171" fmla="*/ 1279765 w 12192000"/>
              <a:gd name="connsiteY171" fmla="*/ 2229639 h 2237474"/>
              <a:gd name="connsiteX172" fmla="*/ 1195347 w 12192000"/>
              <a:gd name="connsiteY172" fmla="*/ 2212354 h 2237474"/>
              <a:gd name="connsiteX173" fmla="*/ 970251 w 12192000"/>
              <a:gd name="connsiteY173" fmla="*/ 2221029 h 2237474"/>
              <a:gd name="connsiteX174" fmla="*/ 812914 w 12192000"/>
              <a:gd name="connsiteY174" fmla="*/ 2202752 h 2237474"/>
              <a:gd name="connsiteX175" fmla="*/ 800195 w 12192000"/>
              <a:gd name="connsiteY175" fmla="*/ 2209407 h 2237474"/>
              <a:gd name="connsiteX176" fmla="*/ 784978 w 12192000"/>
              <a:gd name="connsiteY176" fmla="*/ 2212360 h 2237474"/>
              <a:gd name="connsiteX177" fmla="*/ 681987 w 12192000"/>
              <a:gd name="connsiteY177" fmla="*/ 2216757 h 2237474"/>
              <a:gd name="connsiteX178" fmla="*/ 669923 w 12192000"/>
              <a:gd name="connsiteY178" fmla="*/ 2211682 h 2237474"/>
              <a:gd name="connsiteX179" fmla="*/ 648680 w 12192000"/>
              <a:gd name="connsiteY179" fmla="*/ 2206229 h 2237474"/>
              <a:gd name="connsiteX180" fmla="*/ 597225 w 12192000"/>
              <a:gd name="connsiteY180" fmla="*/ 2180999 h 2237474"/>
              <a:gd name="connsiteX181" fmla="*/ 558449 w 12192000"/>
              <a:gd name="connsiteY181" fmla="*/ 2182346 h 2237474"/>
              <a:gd name="connsiteX182" fmla="*/ 550517 w 12192000"/>
              <a:gd name="connsiteY182" fmla="*/ 2182060 h 2237474"/>
              <a:gd name="connsiteX183" fmla="*/ 550309 w 12192000"/>
              <a:gd name="connsiteY183" fmla="*/ 2181825 h 2237474"/>
              <a:gd name="connsiteX184" fmla="*/ 541836 w 12192000"/>
              <a:gd name="connsiteY184" fmla="*/ 2181063 h 2237474"/>
              <a:gd name="connsiteX185" fmla="*/ 536057 w 12192000"/>
              <a:gd name="connsiteY185" fmla="*/ 2181537 h 2237474"/>
              <a:gd name="connsiteX186" fmla="*/ 520671 w 12192000"/>
              <a:gd name="connsiteY186" fmla="*/ 2180980 h 2237474"/>
              <a:gd name="connsiteX187" fmla="*/ 515024 w 12192000"/>
              <a:gd name="connsiteY187" fmla="*/ 2179258 h 2237474"/>
              <a:gd name="connsiteX188" fmla="*/ 512278 w 12192000"/>
              <a:gd name="connsiteY188" fmla="*/ 2176369 h 2237474"/>
              <a:gd name="connsiteX189" fmla="*/ 480419 w 12192000"/>
              <a:gd name="connsiteY189" fmla="*/ 2167807 h 2237474"/>
              <a:gd name="connsiteX190" fmla="*/ 413835 w 12192000"/>
              <a:gd name="connsiteY190" fmla="*/ 2156783 h 2237474"/>
              <a:gd name="connsiteX191" fmla="*/ 376513 w 12192000"/>
              <a:gd name="connsiteY191" fmla="*/ 2154014 h 2237474"/>
              <a:gd name="connsiteX192" fmla="*/ 273386 w 12192000"/>
              <a:gd name="connsiteY192" fmla="*/ 2142551 h 2237474"/>
              <a:gd name="connsiteX193" fmla="*/ 169207 w 12192000"/>
              <a:gd name="connsiteY193" fmla="*/ 2128100 h 2237474"/>
              <a:gd name="connsiteX194" fmla="*/ 93149 w 12192000"/>
              <a:gd name="connsiteY194" fmla="*/ 2105324 h 2237474"/>
              <a:gd name="connsiteX195" fmla="*/ 88109 w 12192000"/>
              <a:gd name="connsiteY195" fmla="*/ 2106704 h 2237474"/>
              <a:gd name="connsiteX196" fmla="*/ 80022 w 12192000"/>
              <a:gd name="connsiteY196" fmla="*/ 2107254 h 2237474"/>
              <a:gd name="connsiteX197" fmla="*/ 79717 w 12192000"/>
              <a:gd name="connsiteY197" fmla="*/ 2107046 h 2237474"/>
              <a:gd name="connsiteX198" fmla="*/ 72352 w 12192000"/>
              <a:gd name="connsiteY198" fmla="*/ 2107991 h 2237474"/>
              <a:gd name="connsiteX199" fmla="*/ 37645 w 12192000"/>
              <a:gd name="connsiteY199" fmla="*/ 2115401 h 2237474"/>
              <a:gd name="connsiteX200" fmla="*/ 4572 w 12192000"/>
              <a:gd name="connsiteY200" fmla="*/ 2111091 h 2237474"/>
              <a:gd name="connsiteX201" fmla="*/ 0 w 12192000"/>
              <a:gd name="connsiteY201" fmla="*/ 2110468 h 2237474"/>
              <a:gd name="connsiteX202" fmla="*/ 0 w 12192000"/>
              <a:gd name="connsiteY20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958984 w 12192000"/>
              <a:gd name="connsiteY38" fmla="*/ 1057212 h 2237474"/>
              <a:gd name="connsiteX39" fmla="*/ 8886001 w 12192000"/>
              <a:gd name="connsiteY39" fmla="*/ 1067468 h 2237474"/>
              <a:gd name="connsiteX40" fmla="*/ 8838610 w 12192000"/>
              <a:gd name="connsiteY40" fmla="*/ 1075091 h 2237474"/>
              <a:gd name="connsiteX41" fmla="*/ 8750383 w 12192000"/>
              <a:gd name="connsiteY41" fmla="*/ 1097387 h 2237474"/>
              <a:gd name="connsiteX42" fmla="*/ 8665605 w 12192000"/>
              <a:gd name="connsiteY42" fmla="*/ 1110791 h 2237474"/>
              <a:gd name="connsiteX43" fmla="*/ 8584946 w 12192000"/>
              <a:gd name="connsiteY43" fmla="*/ 1135226 h 2237474"/>
              <a:gd name="connsiteX44" fmla="*/ 8460755 w 12192000"/>
              <a:gd name="connsiteY44" fmla="*/ 1203427 h 2237474"/>
              <a:gd name="connsiteX45" fmla="*/ 8419755 w 12192000"/>
              <a:gd name="connsiteY45" fmla="*/ 1216260 h 2237474"/>
              <a:gd name="connsiteX46" fmla="*/ 8411626 w 12192000"/>
              <a:gd name="connsiteY46" fmla="*/ 1214397 h 2237474"/>
              <a:gd name="connsiteX47" fmla="*/ 8363469 w 12192000"/>
              <a:gd name="connsiteY47" fmla="*/ 1246658 h 2237474"/>
              <a:gd name="connsiteX48" fmla="*/ 8275497 w 12192000"/>
              <a:gd name="connsiteY48" fmla="*/ 1264396 h 2237474"/>
              <a:gd name="connsiteX49" fmla="*/ 8206287 w 12192000"/>
              <a:gd name="connsiteY49" fmla="*/ 1273060 h 2237474"/>
              <a:gd name="connsiteX50" fmla="*/ 8168705 w 12192000"/>
              <a:gd name="connsiteY50" fmla="*/ 1279956 h 2237474"/>
              <a:gd name="connsiteX51" fmla="*/ 8139997 w 12192000"/>
              <a:gd name="connsiteY51" fmla="*/ 1282713 h 2237474"/>
              <a:gd name="connsiteX52" fmla="*/ 8074238 w 12192000"/>
              <a:gd name="connsiteY52" fmla="*/ 1301895 h 2237474"/>
              <a:gd name="connsiteX53" fmla="*/ 7968292 w 12192000"/>
              <a:gd name="connsiteY53" fmla="*/ 1338779 h 2237474"/>
              <a:gd name="connsiteX54" fmla="*/ 7902328 w 12192000"/>
              <a:gd name="connsiteY54" fmla="*/ 1345865 h 2237474"/>
              <a:gd name="connsiteX55" fmla="*/ 7875879 w 12192000"/>
              <a:gd name="connsiteY55" fmla="*/ 1345646 h 2237474"/>
              <a:gd name="connsiteX56" fmla="*/ 7840612 w 12192000"/>
              <a:gd name="connsiteY56" fmla="*/ 1369373 h 2237474"/>
              <a:gd name="connsiteX57" fmla="*/ 7786819 w 12192000"/>
              <a:gd name="connsiteY57" fmla="*/ 1378970 h 2237474"/>
              <a:gd name="connsiteX58" fmla="*/ 7548172 w 12192000"/>
              <a:gd name="connsiteY58" fmla="*/ 1417460 h 2237474"/>
              <a:gd name="connsiteX59" fmla="*/ 7483437 w 12192000"/>
              <a:gd name="connsiteY59" fmla="*/ 1478152 h 2237474"/>
              <a:gd name="connsiteX60" fmla="*/ 7377870 w 12192000"/>
              <a:gd name="connsiteY60" fmla="*/ 1523319 h 2237474"/>
              <a:gd name="connsiteX61" fmla="*/ 7230737 w 12192000"/>
              <a:gd name="connsiteY61" fmla="*/ 1562633 h 2237474"/>
              <a:gd name="connsiteX62" fmla="*/ 7224458 w 12192000"/>
              <a:gd name="connsiteY62" fmla="*/ 1573008 h 2237474"/>
              <a:gd name="connsiteX63" fmla="*/ 7183121 w 12192000"/>
              <a:gd name="connsiteY63" fmla="*/ 1595162 h 2237474"/>
              <a:gd name="connsiteX64" fmla="*/ 7164601 w 12192000"/>
              <a:gd name="connsiteY64" fmla="*/ 1606490 h 2237474"/>
              <a:gd name="connsiteX65" fmla="*/ 7092727 w 12192000"/>
              <a:gd name="connsiteY65" fmla="*/ 1623628 h 2237474"/>
              <a:gd name="connsiteX66" fmla="*/ 7031309 w 12192000"/>
              <a:gd name="connsiteY66" fmla="*/ 1619451 h 2237474"/>
              <a:gd name="connsiteX67" fmla="*/ 6900177 w 12192000"/>
              <a:gd name="connsiteY67" fmla="*/ 1636016 h 2237474"/>
              <a:gd name="connsiteX68" fmla="*/ 6795372 w 12192000"/>
              <a:gd name="connsiteY68" fmla="*/ 1644845 h 2237474"/>
              <a:gd name="connsiteX69" fmla="*/ 6692251 w 12192000"/>
              <a:gd name="connsiteY69" fmla="*/ 1656357 h 2237474"/>
              <a:gd name="connsiteX70" fmla="*/ 6655235 w 12192000"/>
              <a:gd name="connsiteY70" fmla="*/ 1661869 h 2237474"/>
              <a:gd name="connsiteX71" fmla="*/ 6554894 w 12192000"/>
              <a:gd name="connsiteY71" fmla="*/ 1664428 h 2237474"/>
              <a:gd name="connsiteX72" fmla="*/ 6516595 w 12192000"/>
              <a:gd name="connsiteY72" fmla="*/ 1667475 h 2237474"/>
              <a:gd name="connsiteX73" fmla="*/ 6508541 w 12192000"/>
              <a:gd name="connsiteY73" fmla="*/ 1668757 h 2237474"/>
              <a:gd name="connsiteX74" fmla="*/ 6471012 w 12192000"/>
              <a:gd name="connsiteY74" fmla="*/ 1678604 h 2237474"/>
              <a:gd name="connsiteX75" fmla="*/ 6364035 w 12192000"/>
              <a:gd name="connsiteY75" fmla="*/ 1667683 h 2237474"/>
              <a:gd name="connsiteX76" fmla="*/ 6280959 w 12192000"/>
              <a:gd name="connsiteY76" fmla="*/ 1689329 h 2237474"/>
              <a:gd name="connsiteX77" fmla="*/ 6243319 w 12192000"/>
              <a:gd name="connsiteY77" fmla="*/ 1695560 h 2237474"/>
              <a:gd name="connsiteX78" fmla="*/ 6098321 w 12192000"/>
              <a:gd name="connsiteY78" fmla="*/ 1721646 h 2237474"/>
              <a:gd name="connsiteX79" fmla="*/ 5880652 w 12192000"/>
              <a:gd name="connsiteY79" fmla="*/ 1779643 h 2237474"/>
              <a:gd name="connsiteX80" fmla="*/ 5785959 w 12192000"/>
              <a:gd name="connsiteY80" fmla="*/ 1775307 h 2237474"/>
              <a:gd name="connsiteX81" fmla="*/ 5643534 w 12192000"/>
              <a:gd name="connsiteY81" fmla="*/ 1802919 h 2237474"/>
              <a:gd name="connsiteX82" fmla="*/ 5518799 w 12192000"/>
              <a:gd name="connsiteY82" fmla="*/ 1818312 h 2237474"/>
              <a:gd name="connsiteX83" fmla="*/ 5505014 w 12192000"/>
              <a:gd name="connsiteY83" fmla="*/ 1819259 h 2237474"/>
              <a:gd name="connsiteX84" fmla="*/ 5453307 w 12192000"/>
              <a:gd name="connsiteY84" fmla="*/ 1815450 h 2237474"/>
              <a:gd name="connsiteX85" fmla="*/ 5364192 w 12192000"/>
              <a:gd name="connsiteY85" fmla="*/ 1826074 h 2237474"/>
              <a:gd name="connsiteX86" fmla="*/ 5350380 w 12192000"/>
              <a:gd name="connsiteY86" fmla="*/ 1830891 h 2237474"/>
              <a:gd name="connsiteX87" fmla="*/ 5259633 w 12192000"/>
              <a:gd name="connsiteY87" fmla="*/ 1837160 h 2237474"/>
              <a:gd name="connsiteX88" fmla="*/ 5197513 w 12192000"/>
              <a:gd name="connsiteY88" fmla="*/ 1844718 h 2237474"/>
              <a:gd name="connsiteX89" fmla="*/ 5168852 w 12192000"/>
              <a:gd name="connsiteY89" fmla="*/ 1844846 h 2237474"/>
              <a:gd name="connsiteX90" fmla="*/ 5114927 w 12192000"/>
              <a:gd name="connsiteY90" fmla="*/ 1847827 h 2237474"/>
              <a:gd name="connsiteX91" fmla="*/ 5108970 w 12192000"/>
              <a:gd name="connsiteY91" fmla="*/ 1847935 h 2237474"/>
              <a:gd name="connsiteX92" fmla="*/ 5067961 w 12192000"/>
              <a:gd name="connsiteY92" fmla="*/ 1845917 h 2237474"/>
              <a:gd name="connsiteX93" fmla="*/ 5007075 w 12192000"/>
              <a:gd name="connsiteY93" fmla="*/ 1838626 h 2237474"/>
              <a:gd name="connsiteX94" fmla="*/ 4944087 w 12192000"/>
              <a:gd name="connsiteY94" fmla="*/ 1823332 h 2237474"/>
              <a:gd name="connsiteX95" fmla="*/ 4907662 w 12192000"/>
              <a:gd name="connsiteY95" fmla="*/ 1816900 h 2237474"/>
              <a:gd name="connsiteX96" fmla="*/ 4882386 w 12192000"/>
              <a:gd name="connsiteY96" fmla="*/ 1809844 h 2237474"/>
              <a:gd name="connsiteX97" fmla="*/ 4811440 w 12192000"/>
              <a:gd name="connsiteY97" fmla="*/ 1804655 h 2237474"/>
              <a:gd name="connsiteX98" fmla="*/ 4691075 w 12192000"/>
              <a:gd name="connsiteY98" fmla="*/ 1801389 h 2237474"/>
              <a:gd name="connsiteX99" fmla="*/ 4611738 w 12192000"/>
              <a:gd name="connsiteY99" fmla="*/ 1776964 h 2237474"/>
              <a:gd name="connsiteX100" fmla="*/ 4560070 w 12192000"/>
              <a:gd name="connsiteY100" fmla="*/ 1785640 h 2237474"/>
              <a:gd name="connsiteX101" fmla="*/ 4536503 w 12192000"/>
              <a:gd name="connsiteY101" fmla="*/ 1785334 h 2237474"/>
              <a:gd name="connsiteX102" fmla="*/ 4513724 w 12192000"/>
              <a:gd name="connsiteY102" fmla="*/ 1791996 h 2237474"/>
              <a:gd name="connsiteX103" fmla="*/ 4459810 w 12192000"/>
              <a:gd name="connsiteY103" fmla="*/ 1797886 h 2237474"/>
              <a:gd name="connsiteX104" fmla="*/ 4379064 w 12192000"/>
              <a:gd name="connsiteY104" fmla="*/ 1817177 h 2237474"/>
              <a:gd name="connsiteX105" fmla="*/ 4319209 w 12192000"/>
              <a:gd name="connsiteY105" fmla="*/ 1834833 h 2237474"/>
              <a:gd name="connsiteX106" fmla="*/ 4290981 w 12192000"/>
              <a:gd name="connsiteY106" fmla="*/ 1839677 h 2237474"/>
              <a:gd name="connsiteX107" fmla="*/ 4285792 w 12192000"/>
              <a:gd name="connsiteY107" fmla="*/ 1836231 h 2237474"/>
              <a:gd name="connsiteX108" fmla="*/ 4238372 w 12192000"/>
              <a:gd name="connsiteY108" fmla="*/ 1851480 h 2237474"/>
              <a:gd name="connsiteX109" fmla="*/ 4232517 w 12192000"/>
              <a:gd name="connsiteY109" fmla="*/ 1852567 h 2237474"/>
              <a:gd name="connsiteX110" fmla="*/ 4191732 w 12192000"/>
              <a:gd name="connsiteY110" fmla="*/ 1857328 h 2237474"/>
              <a:gd name="connsiteX111" fmla="*/ 4065532 w 12192000"/>
              <a:gd name="connsiteY111" fmla="*/ 1855477 h 2237474"/>
              <a:gd name="connsiteX112" fmla="*/ 4028460 w 12192000"/>
              <a:gd name="connsiteY112" fmla="*/ 1855137 h 2237474"/>
              <a:gd name="connsiteX113" fmla="*/ 4002267 w 12192000"/>
              <a:gd name="connsiteY113" fmla="*/ 1852352 h 2237474"/>
              <a:gd name="connsiteX114" fmla="*/ 3931396 w 12192000"/>
              <a:gd name="connsiteY114" fmla="*/ 1858915 h 2237474"/>
              <a:gd name="connsiteX115" fmla="*/ 3812162 w 12192000"/>
              <a:gd name="connsiteY115" fmla="*/ 1875501 h 2237474"/>
              <a:gd name="connsiteX116" fmla="*/ 3729530 w 12192000"/>
              <a:gd name="connsiteY116" fmla="*/ 1864513 h 2237474"/>
              <a:gd name="connsiteX117" fmla="*/ 3680177 w 12192000"/>
              <a:gd name="connsiteY117" fmla="*/ 1881552 h 2237474"/>
              <a:gd name="connsiteX118" fmla="*/ 3567259 w 12192000"/>
              <a:gd name="connsiteY118" fmla="*/ 1893482 h 2237474"/>
              <a:gd name="connsiteX119" fmla="*/ 3405770 w 12192000"/>
              <a:gd name="connsiteY119" fmla="*/ 1904591 h 2237474"/>
              <a:gd name="connsiteX120" fmla="*/ 3280097 w 12192000"/>
              <a:gd name="connsiteY120" fmla="*/ 1919610 h 2237474"/>
              <a:gd name="connsiteX121" fmla="*/ 3123424 w 12192000"/>
              <a:gd name="connsiteY121" fmla="*/ 1952930 h 2237474"/>
              <a:gd name="connsiteX122" fmla="*/ 3009910 w 12192000"/>
              <a:gd name="connsiteY122" fmla="*/ 1957866 h 2237474"/>
              <a:gd name="connsiteX123" fmla="*/ 2995934 w 12192000"/>
              <a:gd name="connsiteY123" fmla="*/ 1967085 h 2237474"/>
              <a:gd name="connsiteX124" fmla="*/ 2980071 w 12192000"/>
              <a:gd name="connsiteY124" fmla="*/ 1972988 h 2237474"/>
              <a:gd name="connsiteX125" fmla="*/ 2978094 w 12192000"/>
              <a:gd name="connsiteY125" fmla="*/ 1972369 h 2237474"/>
              <a:gd name="connsiteX126" fmla="*/ 2942858 w 12192000"/>
              <a:gd name="connsiteY126" fmla="*/ 1981367 h 2237474"/>
              <a:gd name="connsiteX127" fmla="*/ 2875436 w 12192000"/>
              <a:gd name="connsiteY127" fmla="*/ 1996977 h 2237474"/>
              <a:gd name="connsiteX128" fmla="*/ 2874892 w 12192000"/>
              <a:gd name="connsiteY128" fmla="*/ 1996085 h 2237474"/>
              <a:gd name="connsiteX129" fmla="*/ 2864145 w 12192000"/>
              <a:gd name="connsiteY129" fmla="*/ 1994061 h 2237474"/>
              <a:gd name="connsiteX130" fmla="*/ 2843662 w 12192000"/>
              <a:gd name="connsiteY130" fmla="*/ 1992498 h 2237474"/>
              <a:gd name="connsiteX131" fmla="*/ 2796128 w 12192000"/>
              <a:gd name="connsiteY131" fmla="*/ 1976403 h 2237474"/>
              <a:gd name="connsiteX132" fmla="*/ 2756784 w 12192000"/>
              <a:gd name="connsiteY132" fmla="*/ 1985116 h 2237474"/>
              <a:gd name="connsiteX133" fmla="*/ 2748833 w 12192000"/>
              <a:gd name="connsiteY133" fmla="*/ 1986323 h 2237474"/>
              <a:gd name="connsiteX134" fmla="*/ 2748661 w 12192000"/>
              <a:gd name="connsiteY134" fmla="*/ 1986122 h 2237474"/>
              <a:gd name="connsiteX135" fmla="*/ 2740251 w 12192000"/>
              <a:gd name="connsiteY135" fmla="*/ 1986946 h 2237474"/>
              <a:gd name="connsiteX136" fmla="*/ 2718916 w 12192000"/>
              <a:gd name="connsiteY136" fmla="*/ 1990867 h 2237474"/>
              <a:gd name="connsiteX137" fmla="*/ 2713522 w 12192000"/>
              <a:gd name="connsiteY137" fmla="*/ 1990173 h 2237474"/>
              <a:gd name="connsiteX138" fmla="*/ 2680597 w 12192000"/>
              <a:gd name="connsiteY138" fmla="*/ 1984996 h 2237474"/>
              <a:gd name="connsiteX139" fmla="*/ 2578178 w 12192000"/>
              <a:gd name="connsiteY139" fmla="*/ 1990531 h 2237474"/>
              <a:gd name="connsiteX140" fmla="*/ 2476147 w 12192000"/>
              <a:gd name="connsiteY140" fmla="*/ 1998305 h 2237474"/>
              <a:gd name="connsiteX141" fmla="*/ 2373568 w 12192000"/>
              <a:gd name="connsiteY141" fmla="*/ 2003219 h 2237474"/>
              <a:gd name="connsiteX142" fmla="*/ 2321399 w 12192000"/>
              <a:gd name="connsiteY142" fmla="*/ 1989467 h 2237474"/>
              <a:gd name="connsiteX143" fmla="*/ 2315525 w 12192000"/>
              <a:gd name="connsiteY143" fmla="*/ 1989708 h 2237474"/>
              <a:gd name="connsiteX144" fmla="*/ 2300792 w 12192000"/>
              <a:gd name="connsiteY144" fmla="*/ 1994290 h 2237474"/>
              <a:gd name="connsiteX145" fmla="*/ 2295469 w 12192000"/>
              <a:gd name="connsiteY145" fmla="*/ 1996659 h 2237474"/>
              <a:gd name="connsiteX146" fmla="*/ 2287219 w 12192000"/>
              <a:gd name="connsiteY146" fmla="*/ 1998750 h 2237474"/>
              <a:gd name="connsiteX147" fmla="*/ 2286948 w 12192000"/>
              <a:gd name="connsiteY147" fmla="*/ 1998596 h 2237474"/>
              <a:gd name="connsiteX148" fmla="*/ 2243069 w 12192000"/>
              <a:gd name="connsiteY148" fmla="*/ 2015111 h 2237474"/>
              <a:gd name="connsiteX149" fmla="*/ 2186609 w 12192000"/>
              <a:gd name="connsiteY149" fmla="*/ 2008263 h 2237474"/>
              <a:gd name="connsiteX150" fmla="*/ 2164831 w 12192000"/>
              <a:gd name="connsiteY150" fmla="*/ 2010143 h 2237474"/>
              <a:gd name="connsiteX151" fmla="*/ 2152836 w 12192000"/>
              <a:gd name="connsiteY151" fmla="*/ 2010048 h 2237474"/>
              <a:gd name="connsiteX152" fmla="*/ 2117102 w 12192000"/>
              <a:gd name="connsiteY152" fmla="*/ 2023004 h 2237474"/>
              <a:gd name="connsiteX153" fmla="*/ 2111935 w 12192000"/>
              <a:gd name="connsiteY153" fmla="*/ 2023163 h 2237474"/>
              <a:gd name="connsiteX154" fmla="*/ 2089991 w 12192000"/>
              <a:gd name="connsiteY154" fmla="*/ 2034193 h 2237474"/>
              <a:gd name="connsiteX155" fmla="*/ 2058061 w 12192000"/>
              <a:gd name="connsiteY155" fmla="*/ 2047942 h 2237474"/>
              <a:gd name="connsiteX156" fmla="*/ 2055737 w 12192000"/>
              <a:gd name="connsiteY156" fmla="*/ 2047704 h 2237474"/>
              <a:gd name="connsiteX157" fmla="*/ 2042244 w 12192000"/>
              <a:gd name="connsiteY157" fmla="*/ 2055560 h 2237474"/>
              <a:gd name="connsiteX158" fmla="*/ 1976224 w 12192000"/>
              <a:gd name="connsiteY158" fmla="*/ 2074257 h 2237474"/>
              <a:gd name="connsiteX159" fmla="*/ 1877728 w 12192000"/>
              <a:gd name="connsiteY159" fmla="*/ 2101004 h 2237474"/>
              <a:gd name="connsiteX160" fmla="*/ 1759056 w 12192000"/>
              <a:gd name="connsiteY160" fmla="*/ 2125608 h 2237474"/>
              <a:gd name="connsiteX161" fmla="*/ 1637948 w 12192000"/>
              <a:gd name="connsiteY161" fmla="*/ 2172597 h 2237474"/>
              <a:gd name="connsiteX162" fmla="*/ 1434549 w 12192000"/>
              <a:gd name="connsiteY162" fmla="*/ 2234522 h 2237474"/>
              <a:gd name="connsiteX163" fmla="*/ 1398481 w 12192000"/>
              <a:gd name="connsiteY163" fmla="*/ 2237074 h 2237474"/>
              <a:gd name="connsiteX164" fmla="*/ 1398407 w 12192000"/>
              <a:gd name="connsiteY164" fmla="*/ 2237095 h 2237474"/>
              <a:gd name="connsiteX165" fmla="*/ 1370962 w 12192000"/>
              <a:gd name="connsiteY165" fmla="*/ 2237474 h 2237474"/>
              <a:gd name="connsiteX166" fmla="*/ 1356367 w 12192000"/>
              <a:gd name="connsiteY166" fmla="*/ 2235089 h 2237474"/>
              <a:gd name="connsiteX167" fmla="*/ 1324828 w 12192000"/>
              <a:gd name="connsiteY167" fmla="*/ 2231968 h 2237474"/>
              <a:gd name="connsiteX168" fmla="*/ 1297744 w 12192000"/>
              <a:gd name="connsiteY168" fmla="*/ 2235849 h 2237474"/>
              <a:gd name="connsiteX169" fmla="*/ 1286236 w 12192000"/>
              <a:gd name="connsiteY169" fmla="*/ 2233135 h 2237474"/>
              <a:gd name="connsiteX170" fmla="*/ 1283504 w 12192000"/>
              <a:gd name="connsiteY170" fmla="*/ 2233797 h 2237474"/>
              <a:gd name="connsiteX171" fmla="*/ 1279765 w 12192000"/>
              <a:gd name="connsiteY171" fmla="*/ 2229639 h 2237474"/>
              <a:gd name="connsiteX172" fmla="*/ 1195347 w 12192000"/>
              <a:gd name="connsiteY172" fmla="*/ 2212354 h 2237474"/>
              <a:gd name="connsiteX173" fmla="*/ 970251 w 12192000"/>
              <a:gd name="connsiteY173" fmla="*/ 2221029 h 2237474"/>
              <a:gd name="connsiteX174" fmla="*/ 812914 w 12192000"/>
              <a:gd name="connsiteY174" fmla="*/ 2202752 h 2237474"/>
              <a:gd name="connsiteX175" fmla="*/ 800195 w 12192000"/>
              <a:gd name="connsiteY175" fmla="*/ 2209407 h 2237474"/>
              <a:gd name="connsiteX176" fmla="*/ 784978 w 12192000"/>
              <a:gd name="connsiteY176" fmla="*/ 2212360 h 2237474"/>
              <a:gd name="connsiteX177" fmla="*/ 681987 w 12192000"/>
              <a:gd name="connsiteY177" fmla="*/ 2216757 h 2237474"/>
              <a:gd name="connsiteX178" fmla="*/ 669923 w 12192000"/>
              <a:gd name="connsiteY178" fmla="*/ 2211682 h 2237474"/>
              <a:gd name="connsiteX179" fmla="*/ 648680 w 12192000"/>
              <a:gd name="connsiteY179" fmla="*/ 2206229 h 2237474"/>
              <a:gd name="connsiteX180" fmla="*/ 597225 w 12192000"/>
              <a:gd name="connsiteY180" fmla="*/ 2180999 h 2237474"/>
              <a:gd name="connsiteX181" fmla="*/ 558449 w 12192000"/>
              <a:gd name="connsiteY181" fmla="*/ 2182346 h 2237474"/>
              <a:gd name="connsiteX182" fmla="*/ 550517 w 12192000"/>
              <a:gd name="connsiteY182" fmla="*/ 2182060 h 2237474"/>
              <a:gd name="connsiteX183" fmla="*/ 550309 w 12192000"/>
              <a:gd name="connsiteY183" fmla="*/ 2181825 h 2237474"/>
              <a:gd name="connsiteX184" fmla="*/ 541836 w 12192000"/>
              <a:gd name="connsiteY184" fmla="*/ 2181063 h 2237474"/>
              <a:gd name="connsiteX185" fmla="*/ 536057 w 12192000"/>
              <a:gd name="connsiteY185" fmla="*/ 2181537 h 2237474"/>
              <a:gd name="connsiteX186" fmla="*/ 520671 w 12192000"/>
              <a:gd name="connsiteY186" fmla="*/ 2180980 h 2237474"/>
              <a:gd name="connsiteX187" fmla="*/ 515024 w 12192000"/>
              <a:gd name="connsiteY187" fmla="*/ 2179258 h 2237474"/>
              <a:gd name="connsiteX188" fmla="*/ 512278 w 12192000"/>
              <a:gd name="connsiteY188" fmla="*/ 2176369 h 2237474"/>
              <a:gd name="connsiteX189" fmla="*/ 480419 w 12192000"/>
              <a:gd name="connsiteY189" fmla="*/ 2167807 h 2237474"/>
              <a:gd name="connsiteX190" fmla="*/ 413835 w 12192000"/>
              <a:gd name="connsiteY190" fmla="*/ 2156783 h 2237474"/>
              <a:gd name="connsiteX191" fmla="*/ 376513 w 12192000"/>
              <a:gd name="connsiteY191" fmla="*/ 2154014 h 2237474"/>
              <a:gd name="connsiteX192" fmla="*/ 273386 w 12192000"/>
              <a:gd name="connsiteY192" fmla="*/ 2142551 h 2237474"/>
              <a:gd name="connsiteX193" fmla="*/ 169207 w 12192000"/>
              <a:gd name="connsiteY193" fmla="*/ 2128100 h 2237474"/>
              <a:gd name="connsiteX194" fmla="*/ 93149 w 12192000"/>
              <a:gd name="connsiteY194" fmla="*/ 2105324 h 2237474"/>
              <a:gd name="connsiteX195" fmla="*/ 88109 w 12192000"/>
              <a:gd name="connsiteY195" fmla="*/ 2106704 h 2237474"/>
              <a:gd name="connsiteX196" fmla="*/ 80022 w 12192000"/>
              <a:gd name="connsiteY196" fmla="*/ 2107254 h 2237474"/>
              <a:gd name="connsiteX197" fmla="*/ 79717 w 12192000"/>
              <a:gd name="connsiteY197" fmla="*/ 2107046 h 2237474"/>
              <a:gd name="connsiteX198" fmla="*/ 72352 w 12192000"/>
              <a:gd name="connsiteY198" fmla="*/ 2107991 h 2237474"/>
              <a:gd name="connsiteX199" fmla="*/ 37645 w 12192000"/>
              <a:gd name="connsiteY199" fmla="*/ 2115401 h 2237474"/>
              <a:gd name="connsiteX200" fmla="*/ 4572 w 12192000"/>
              <a:gd name="connsiteY200" fmla="*/ 2111091 h 2237474"/>
              <a:gd name="connsiteX201" fmla="*/ 0 w 12192000"/>
              <a:gd name="connsiteY201" fmla="*/ 2110468 h 2237474"/>
              <a:gd name="connsiteX202" fmla="*/ 0 w 12192000"/>
              <a:gd name="connsiteY20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958984 w 12192000"/>
              <a:gd name="connsiteY38" fmla="*/ 1057212 h 2237474"/>
              <a:gd name="connsiteX39" fmla="*/ 8886001 w 12192000"/>
              <a:gd name="connsiteY39" fmla="*/ 1067468 h 2237474"/>
              <a:gd name="connsiteX40" fmla="*/ 8838610 w 12192000"/>
              <a:gd name="connsiteY40" fmla="*/ 1075091 h 2237474"/>
              <a:gd name="connsiteX41" fmla="*/ 8750383 w 12192000"/>
              <a:gd name="connsiteY41" fmla="*/ 1097387 h 2237474"/>
              <a:gd name="connsiteX42" fmla="*/ 8665605 w 12192000"/>
              <a:gd name="connsiteY42" fmla="*/ 1110791 h 2237474"/>
              <a:gd name="connsiteX43" fmla="*/ 8584946 w 12192000"/>
              <a:gd name="connsiteY43" fmla="*/ 1135226 h 2237474"/>
              <a:gd name="connsiteX44" fmla="*/ 8460755 w 12192000"/>
              <a:gd name="connsiteY44" fmla="*/ 1203427 h 2237474"/>
              <a:gd name="connsiteX45" fmla="*/ 8419755 w 12192000"/>
              <a:gd name="connsiteY45" fmla="*/ 1216260 h 2237474"/>
              <a:gd name="connsiteX46" fmla="*/ 8411626 w 12192000"/>
              <a:gd name="connsiteY46" fmla="*/ 1214397 h 2237474"/>
              <a:gd name="connsiteX47" fmla="*/ 8363469 w 12192000"/>
              <a:gd name="connsiteY47" fmla="*/ 1246658 h 2237474"/>
              <a:gd name="connsiteX48" fmla="*/ 8275497 w 12192000"/>
              <a:gd name="connsiteY48" fmla="*/ 1264396 h 2237474"/>
              <a:gd name="connsiteX49" fmla="*/ 8206287 w 12192000"/>
              <a:gd name="connsiteY49" fmla="*/ 1273060 h 2237474"/>
              <a:gd name="connsiteX50" fmla="*/ 8168705 w 12192000"/>
              <a:gd name="connsiteY50" fmla="*/ 1279956 h 2237474"/>
              <a:gd name="connsiteX51" fmla="*/ 8139997 w 12192000"/>
              <a:gd name="connsiteY51" fmla="*/ 1282713 h 2237474"/>
              <a:gd name="connsiteX52" fmla="*/ 8074238 w 12192000"/>
              <a:gd name="connsiteY52" fmla="*/ 1301895 h 2237474"/>
              <a:gd name="connsiteX53" fmla="*/ 7968292 w 12192000"/>
              <a:gd name="connsiteY53" fmla="*/ 1338779 h 2237474"/>
              <a:gd name="connsiteX54" fmla="*/ 7902328 w 12192000"/>
              <a:gd name="connsiteY54" fmla="*/ 1345865 h 2237474"/>
              <a:gd name="connsiteX55" fmla="*/ 7875879 w 12192000"/>
              <a:gd name="connsiteY55" fmla="*/ 1345646 h 2237474"/>
              <a:gd name="connsiteX56" fmla="*/ 7840612 w 12192000"/>
              <a:gd name="connsiteY56" fmla="*/ 1369373 h 2237474"/>
              <a:gd name="connsiteX57" fmla="*/ 7786819 w 12192000"/>
              <a:gd name="connsiteY57" fmla="*/ 1378970 h 2237474"/>
              <a:gd name="connsiteX58" fmla="*/ 7548172 w 12192000"/>
              <a:gd name="connsiteY58" fmla="*/ 1417460 h 2237474"/>
              <a:gd name="connsiteX59" fmla="*/ 7483437 w 12192000"/>
              <a:gd name="connsiteY59" fmla="*/ 1478152 h 2237474"/>
              <a:gd name="connsiteX60" fmla="*/ 7377870 w 12192000"/>
              <a:gd name="connsiteY60" fmla="*/ 1523319 h 2237474"/>
              <a:gd name="connsiteX61" fmla="*/ 7230737 w 12192000"/>
              <a:gd name="connsiteY61" fmla="*/ 1562633 h 2237474"/>
              <a:gd name="connsiteX62" fmla="*/ 7224458 w 12192000"/>
              <a:gd name="connsiteY62" fmla="*/ 1573008 h 2237474"/>
              <a:gd name="connsiteX63" fmla="*/ 7183121 w 12192000"/>
              <a:gd name="connsiteY63" fmla="*/ 1595162 h 2237474"/>
              <a:gd name="connsiteX64" fmla="*/ 7164601 w 12192000"/>
              <a:gd name="connsiteY64" fmla="*/ 1606490 h 2237474"/>
              <a:gd name="connsiteX65" fmla="*/ 7092727 w 12192000"/>
              <a:gd name="connsiteY65" fmla="*/ 1623628 h 2237474"/>
              <a:gd name="connsiteX66" fmla="*/ 7031309 w 12192000"/>
              <a:gd name="connsiteY66" fmla="*/ 1619451 h 2237474"/>
              <a:gd name="connsiteX67" fmla="*/ 6900177 w 12192000"/>
              <a:gd name="connsiteY67" fmla="*/ 1636016 h 2237474"/>
              <a:gd name="connsiteX68" fmla="*/ 6795372 w 12192000"/>
              <a:gd name="connsiteY68" fmla="*/ 1644845 h 2237474"/>
              <a:gd name="connsiteX69" fmla="*/ 6692251 w 12192000"/>
              <a:gd name="connsiteY69" fmla="*/ 1656357 h 2237474"/>
              <a:gd name="connsiteX70" fmla="*/ 6655235 w 12192000"/>
              <a:gd name="connsiteY70" fmla="*/ 1661869 h 2237474"/>
              <a:gd name="connsiteX71" fmla="*/ 6554894 w 12192000"/>
              <a:gd name="connsiteY71" fmla="*/ 1664428 h 2237474"/>
              <a:gd name="connsiteX72" fmla="*/ 6516595 w 12192000"/>
              <a:gd name="connsiteY72" fmla="*/ 1667475 h 2237474"/>
              <a:gd name="connsiteX73" fmla="*/ 6508541 w 12192000"/>
              <a:gd name="connsiteY73" fmla="*/ 1668757 h 2237474"/>
              <a:gd name="connsiteX74" fmla="*/ 6471012 w 12192000"/>
              <a:gd name="connsiteY74" fmla="*/ 1678604 h 2237474"/>
              <a:gd name="connsiteX75" fmla="*/ 6364035 w 12192000"/>
              <a:gd name="connsiteY75" fmla="*/ 1667683 h 2237474"/>
              <a:gd name="connsiteX76" fmla="*/ 6280959 w 12192000"/>
              <a:gd name="connsiteY76" fmla="*/ 1689329 h 2237474"/>
              <a:gd name="connsiteX77" fmla="*/ 6243319 w 12192000"/>
              <a:gd name="connsiteY77" fmla="*/ 1695560 h 2237474"/>
              <a:gd name="connsiteX78" fmla="*/ 6098321 w 12192000"/>
              <a:gd name="connsiteY78" fmla="*/ 1721646 h 2237474"/>
              <a:gd name="connsiteX79" fmla="*/ 5880652 w 12192000"/>
              <a:gd name="connsiteY79" fmla="*/ 1779643 h 2237474"/>
              <a:gd name="connsiteX80" fmla="*/ 5785959 w 12192000"/>
              <a:gd name="connsiteY80" fmla="*/ 1775307 h 2237474"/>
              <a:gd name="connsiteX81" fmla="*/ 5643534 w 12192000"/>
              <a:gd name="connsiteY81" fmla="*/ 1802919 h 2237474"/>
              <a:gd name="connsiteX82" fmla="*/ 5518799 w 12192000"/>
              <a:gd name="connsiteY82" fmla="*/ 1818312 h 2237474"/>
              <a:gd name="connsiteX83" fmla="*/ 5505014 w 12192000"/>
              <a:gd name="connsiteY83" fmla="*/ 1819259 h 2237474"/>
              <a:gd name="connsiteX84" fmla="*/ 5453307 w 12192000"/>
              <a:gd name="connsiteY84" fmla="*/ 1815450 h 2237474"/>
              <a:gd name="connsiteX85" fmla="*/ 5364192 w 12192000"/>
              <a:gd name="connsiteY85" fmla="*/ 1826074 h 2237474"/>
              <a:gd name="connsiteX86" fmla="*/ 5259633 w 12192000"/>
              <a:gd name="connsiteY86" fmla="*/ 1837160 h 2237474"/>
              <a:gd name="connsiteX87" fmla="*/ 5197513 w 12192000"/>
              <a:gd name="connsiteY87" fmla="*/ 1844718 h 2237474"/>
              <a:gd name="connsiteX88" fmla="*/ 5168852 w 12192000"/>
              <a:gd name="connsiteY88" fmla="*/ 1844846 h 2237474"/>
              <a:gd name="connsiteX89" fmla="*/ 5114927 w 12192000"/>
              <a:gd name="connsiteY89" fmla="*/ 1847827 h 2237474"/>
              <a:gd name="connsiteX90" fmla="*/ 5108970 w 12192000"/>
              <a:gd name="connsiteY90" fmla="*/ 1847935 h 2237474"/>
              <a:gd name="connsiteX91" fmla="*/ 5067961 w 12192000"/>
              <a:gd name="connsiteY91" fmla="*/ 1845917 h 2237474"/>
              <a:gd name="connsiteX92" fmla="*/ 5007075 w 12192000"/>
              <a:gd name="connsiteY92" fmla="*/ 1838626 h 2237474"/>
              <a:gd name="connsiteX93" fmla="*/ 4944087 w 12192000"/>
              <a:gd name="connsiteY93" fmla="*/ 1823332 h 2237474"/>
              <a:gd name="connsiteX94" fmla="*/ 4907662 w 12192000"/>
              <a:gd name="connsiteY94" fmla="*/ 1816900 h 2237474"/>
              <a:gd name="connsiteX95" fmla="*/ 4882386 w 12192000"/>
              <a:gd name="connsiteY95" fmla="*/ 1809844 h 2237474"/>
              <a:gd name="connsiteX96" fmla="*/ 4811440 w 12192000"/>
              <a:gd name="connsiteY96" fmla="*/ 1804655 h 2237474"/>
              <a:gd name="connsiteX97" fmla="*/ 4691075 w 12192000"/>
              <a:gd name="connsiteY97" fmla="*/ 1801389 h 2237474"/>
              <a:gd name="connsiteX98" fmla="*/ 4611738 w 12192000"/>
              <a:gd name="connsiteY98" fmla="*/ 1776964 h 2237474"/>
              <a:gd name="connsiteX99" fmla="*/ 4560070 w 12192000"/>
              <a:gd name="connsiteY99" fmla="*/ 1785640 h 2237474"/>
              <a:gd name="connsiteX100" fmla="*/ 4536503 w 12192000"/>
              <a:gd name="connsiteY100" fmla="*/ 1785334 h 2237474"/>
              <a:gd name="connsiteX101" fmla="*/ 4513724 w 12192000"/>
              <a:gd name="connsiteY101" fmla="*/ 1791996 h 2237474"/>
              <a:gd name="connsiteX102" fmla="*/ 4459810 w 12192000"/>
              <a:gd name="connsiteY102" fmla="*/ 1797886 h 2237474"/>
              <a:gd name="connsiteX103" fmla="*/ 4379064 w 12192000"/>
              <a:gd name="connsiteY103" fmla="*/ 1817177 h 2237474"/>
              <a:gd name="connsiteX104" fmla="*/ 4319209 w 12192000"/>
              <a:gd name="connsiteY104" fmla="*/ 1834833 h 2237474"/>
              <a:gd name="connsiteX105" fmla="*/ 4290981 w 12192000"/>
              <a:gd name="connsiteY105" fmla="*/ 1839677 h 2237474"/>
              <a:gd name="connsiteX106" fmla="*/ 4285792 w 12192000"/>
              <a:gd name="connsiteY106" fmla="*/ 1836231 h 2237474"/>
              <a:gd name="connsiteX107" fmla="*/ 4238372 w 12192000"/>
              <a:gd name="connsiteY107" fmla="*/ 1851480 h 2237474"/>
              <a:gd name="connsiteX108" fmla="*/ 4232517 w 12192000"/>
              <a:gd name="connsiteY108" fmla="*/ 1852567 h 2237474"/>
              <a:gd name="connsiteX109" fmla="*/ 4191732 w 12192000"/>
              <a:gd name="connsiteY109" fmla="*/ 1857328 h 2237474"/>
              <a:gd name="connsiteX110" fmla="*/ 4065532 w 12192000"/>
              <a:gd name="connsiteY110" fmla="*/ 1855477 h 2237474"/>
              <a:gd name="connsiteX111" fmla="*/ 4028460 w 12192000"/>
              <a:gd name="connsiteY111" fmla="*/ 1855137 h 2237474"/>
              <a:gd name="connsiteX112" fmla="*/ 4002267 w 12192000"/>
              <a:gd name="connsiteY112" fmla="*/ 1852352 h 2237474"/>
              <a:gd name="connsiteX113" fmla="*/ 3931396 w 12192000"/>
              <a:gd name="connsiteY113" fmla="*/ 1858915 h 2237474"/>
              <a:gd name="connsiteX114" fmla="*/ 3812162 w 12192000"/>
              <a:gd name="connsiteY114" fmla="*/ 1875501 h 2237474"/>
              <a:gd name="connsiteX115" fmla="*/ 3729530 w 12192000"/>
              <a:gd name="connsiteY115" fmla="*/ 1864513 h 2237474"/>
              <a:gd name="connsiteX116" fmla="*/ 3680177 w 12192000"/>
              <a:gd name="connsiteY116" fmla="*/ 1881552 h 2237474"/>
              <a:gd name="connsiteX117" fmla="*/ 3567259 w 12192000"/>
              <a:gd name="connsiteY117" fmla="*/ 1893482 h 2237474"/>
              <a:gd name="connsiteX118" fmla="*/ 3405770 w 12192000"/>
              <a:gd name="connsiteY118" fmla="*/ 1904591 h 2237474"/>
              <a:gd name="connsiteX119" fmla="*/ 3280097 w 12192000"/>
              <a:gd name="connsiteY119" fmla="*/ 1919610 h 2237474"/>
              <a:gd name="connsiteX120" fmla="*/ 3123424 w 12192000"/>
              <a:gd name="connsiteY120" fmla="*/ 1952930 h 2237474"/>
              <a:gd name="connsiteX121" fmla="*/ 3009910 w 12192000"/>
              <a:gd name="connsiteY121" fmla="*/ 1957866 h 2237474"/>
              <a:gd name="connsiteX122" fmla="*/ 2995934 w 12192000"/>
              <a:gd name="connsiteY122" fmla="*/ 1967085 h 2237474"/>
              <a:gd name="connsiteX123" fmla="*/ 2980071 w 12192000"/>
              <a:gd name="connsiteY123" fmla="*/ 1972988 h 2237474"/>
              <a:gd name="connsiteX124" fmla="*/ 2978094 w 12192000"/>
              <a:gd name="connsiteY124" fmla="*/ 1972369 h 2237474"/>
              <a:gd name="connsiteX125" fmla="*/ 2942858 w 12192000"/>
              <a:gd name="connsiteY125" fmla="*/ 1981367 h 2237474"/>
              <a:gd name="connsiteX126" fmla="*/ 2875436 w 12192000"/>
              <a:gd name="connsiteY126" fmla="*/ 1996977 h 2237474"/>
              <a:gd name="connsiteX127" fmla="*/ 2874892 w 12192000"/>
              <a:gd name="connsiteY127" fmla="*/ 1996085 h 2237474"/>
              <a:gd name="connsiteX128" fmla="*/ 2864145 w 12192000"/>
              <a:gd name="connsiteY128" fmla="*/ 1994061 h 2237474"/>
              <a:gd name="connsiteX129" fmla="*/ 2843662 w 12192000"/>
              <a:gd name="connsiteY129" fmla="*/ 1992498 h 2237474"/>
              <a:gd name="connsiteX130" fmla="*/ 2796128 w 12192000"/>
              <a:gd name="connsiteY130" fmla="*/ 1976403 h 2237474"/>
              <a:gd name="connsiteX131" fmla="*/ 2756784 w 12192000"/>
              <a:gd name="connsiteY131" fmla="*/ 1985116 h 2237474"/>
              <a:gd name="connsiteX132" fmla="*/ 2748833 w 12192000"/>
              <a:gd name="connsiteY132" fmla="*/ 1986323 h 2237474"/>
              <a:gd name="connsiteX133" fmla="*/ 2748661 w 12192000"/>
              <a:gd name="connsiteY133" fmla="*/ 1986122 h 2237474"/>
              <a:gd name="connsiteX134" fmla="*/ 2740251 w 12192000"/>
              <a:gd name="connsiteY134" fmla="*/ 1986946 h 2237474"/>
              <a:gd name="connsiteX135" fmla="*/ 2718916 w 12192000"/>
              <a:gd name="connsiteY135" fmla="*/ 1990867 h 2237474"/>
              <a:gd name="connsiteX136" fmla="*/ 2713522 w 12192000"/>
              <a:gd name="connsiteY136" fmla="*/ 1990173 h 2237474"/>
              <a:gd name="connsiteX137" fmla="*/ 2680597 w 12192000"/>
              <a:gd name="connsiteY137" fmla="*/ 1984996 h 2237474"/>
              <a:gd name="connsiteX138" fmla="*/ 2578178 w 12192000"/>
              <a:gd name="connsiteY138" fmla="*/ 1990531 h 2237474"/>
              <a:gd name="connsiteX139" fmla="*/ 2476147 w 12192000"/>
              <a:gd name="connsiteY139" fmla="*/ 1998305 h 2237474"/>
              <a:gd name="connsiteX140" fmla="*/ 2373568 w 12192000"/>
              <a:gd name="connsiteY140" fmla="*/ 2003219 h 2237474"/>
              <a:gd name="connsiteX141" fmla="*/ 2321399 w 12192000"/>
              <a:gd name="connsiteY141" fmla="*/ 1989467 h 2237474"/>
              <a:gd name="connsiteX142" fmla="*/ 2315525 w 12192000"/>
              <a:gd name="connsiteY142" fmla="*/ 1989708 h 2237474"/>
              <a:gd name="connsiteX143" fmla="*/ 2300792 w 12192000"/>
              <a:gd name="connsiteY143" fmla="*/ 1994290 h 2237474"/>
              <a:gd name="connsiteX144" fmla="*/ 2295469 w 12192000"/>
              <a:gd name="connsiteY144" fmla="*/ 1996659 h 2237474"/>
              <a:gd name="connsiteX145" fmla="*/ 2287219 w 12192000"/>
              <a:gd name="connsiteY145" fmla="*/ 1998750 h 2237474"/>
              <a:gd name="connsiteX146" fmla="*/ 2286948 w 12192000"/>
              <a:gd name="connsiteY146" fmla="*/ 1998596 h 2237474"/>
              <a:gd name="connsiteX147" fmla="*/ 2243069 w 12192000"/>
              <a:gd name="connsiteY147" fmla="*/ 2015111 h 2237474"/>
              <a:gd name="connsiteX148" fmla="*/ 2186609 w 12192000"/>
              <a:gd name="connsiteY148" fmla="*/ 2008263 h 2237474"/>
              <a:gd name="connsiteX149" fmla="*/ 2164831 w 12192000"/>
              <a:gd name="connsiteY149" fmla="*/ 2010143 h 2237474"/>
              <a:gd name="connsiteX150" fmla="*/ 2152836 w 12192000"/>
              <a:gd name="connsiteY150" fmla="*/ 2010048 h 2237474"/>
              <a:gd name="connsiteX151" fmla="*/ 2117102 w 12192000"/>
              <a:gd name="connsiteY151" fmla="*/ 2023004 h 2237474"/>
              <a:gd name="connsiteX152" fmla="*/ 2111935 w 12192000"/>
              <a:gd name="connsiteY152" fmla="*/ 2023163 h 2237474"/>
              <a:gd name="connsiteX153" fmla="*/ 2089991 w 12192000"/>
              <a:gd name="connsiteY153" fmla="*/ 2034193 h 2237474"/>
              <a:gd name="connsiteX154" fmla="*/ 2058061 w 12192000"/>
              <a:gd name="connsiteY154" fmla="*/ 2047942 h 2237474"/>
              <a:gd name="connsiteX155" fmla="*/ 2055737 w 12192000"/>
              <a:gd name="connsiteY155" fmla="*/ 2047704 h 2237474"/>
              <a:gd name="connsiteX156" fmla="*/ 2042244 w 12192000"/>
              <a:gd name="connsiteY156" fmla="*/ 2055560 h 2237474"/>
              <a:gd name="connsiteX157" fmla="*/ 1976224 w 12192000"/>
              <a:gd name="connsiteY157" fmla="*/ 2074257 h 2237474"/>
              <a:gd name="connsiteX158" fmla="*/ 1877728 w 12192000"/>
              <a:gd name="connsiteY158" fmla="*/ 2101004 h 2237474"/>
              <a:gd name="connsiteX159" fmla="*/ 1759056 w 12192000"/>
              <a:gd name="connsiteY159" fmla="*/ 2125608 h 2237474"/>
              <a:gd name="connsiteX160" fmla="*/ 1637948 w 12192000"/>
              <a:gd name="connsiteY160" fmla="*/ 2172597 h 2237474"/>
              <a:gd name="connsiteX161" fmla="*/ 1434549 w 12192000"/>
              <a:gd name="connsiteY161" fmla="*/ 2234522 h 2237474"/>
              <a:gd name="connsiteX162" fmla="*/ 1398481 w 12192000"/>
              <a:gd name="connsiteY162" fmla="*/ 2237074 h 2237474"/>
              <a:gd name="connsiteX163" fmla="*/ 1398407 w 12192000"/>
              <a:gd name="connsiteY163" fmla="*/ 2237095 h 2237474"/>
              <a:gd name="connsiteX164" fmla="*/ 1370962 w 12192000"/>
              <a:gd name="connsiteY164" fmla="*/ 2237474 h 2237474"/>
              <a:gd name="connsiteX165" fmla="*/ 1356367 w 12192000"/>
              <a:gd name="connsiteY165" fmla="*/ 2235089 h 2237474"/>
              <a:gd name="connsiteX166" fmla="*/ 1324828 w 12192000"/>
              <a:gd name="connsiteY166" fmla="*/ 2231968 h 2237474"/>
              <a:gd name="connsiteX167" fmla="*/ 1297744 w 12192000"/>
              <a:gd name="connsiteY167" fmla="*/ 2235849 h 2237474"/>
              <a:gd name="connsiteX168" fmla="*/ 1286236 w 12192000"/>
              <a:gd name="connsiteY168" fmla="*/ 2233135 h 2237474"/>
              <a:gd name="connsiteX169" fmla="*/ 1283504 w 12192000"/>
              <a:gd name="connsiteY169" fmla="*/ 2233797 h 2237474"/>
              <a:gd name="connsiteX170" fmla="*/ 1279765 w 12192000"/>
              <a:gd name="connsiteY170" fmla="*/ 2229639 h 2237474"/>
              <a:gd name="connsiteX171" fmla="*/ 1195347 w 12192000"/>
              <a:gd name="connsiteY171" fmla="*/ 2212354 h 2237474"/>
              <a:gd name="connsiteX172" fmla="*/ 970251 w 12192000"/>
              <a:gd name="connsiteY172" fmla="*/ 2221029 h 2237474"/>
              <a:gd name="connsiteX173" fmla="*/ 812914 w 12192000"/>
              <a:gd name="connsiteY173" fmla="*/ 2202752 h 2237474"/>
              <a:gd name="connsiteX174" fmla="*/ 800195 w 12192000"/>
              <a:gd name="connsiteY174" fmla="*/ 2209407 h 2237474"/>
              <a:gd name="connsiteX175" fmla="*/ 784978 w 12192000"/>
              <a:gd name="connsiteY175" fmla="*/ 2212360 h 2237474"/>
              <a:gd name="connsiteX176" fmla="*/ 681987 w 12192000"/>
              <a:gd name="connsiteY176" fmla="*/ 2216757 h 2237474"/>
              <a:gd name="connsiteX177" fmla="*/ 669923 w 12192000"/>
              <a:gd name="connsiteY177" fmla="*/ 2211682 h 2237474"/>
              <a:gd name="connsiteX178" fmla="*/ 648680 w 12192000"/>
              <a:gd name="connsiteY178" fmla="*/ 2206229 h 2237474"/>
              <a:gd name="connsiteX179" fmla="*/ 597225 w 12192000"/>
              <a:gd name="connsiteY179" fmla="*/ 2180999 h 2237474"/>
              <a:gd name="connsiteX180" fmla="*/ 558449 w 12192000"/>
              <a:gd name="connsiteY180" fmla="*/ 2182346 h 2237474"/>
              <a:gd name="connsiteX181" fmla="*/ 550517 w 12192000"/>
              <a:gd name="connsiteY181" fmla="*/ 2182060 h 2237474"/>
              <a:gd name="connsiteX182" fmla="*/ 550309 w 12192000"/>
              <a:gd name="connsiteY182" fmla="*/ 2181825 h 2237474"/>
              <a:gd name="connsiteX183" fmla="*/ 541836 w 12192000"/>
              <a:gd name="connsiteY183" fmla="*/ 2181063 h 2237474"/>
              <a:gd name="connsiteX184" fmla="*/ 536057 w 12192000"/>
              <a:gd name="connsiteY184" fmla="*/ 2181537 h 2237474"/>
              <a:gd name="connsiteX185" fmla="*/ 520671 w 12192000"/>
              <a:gd name="connsiteY185" fmla="*/ 2180980 h 2237474"/>
              <a:gd name="connsiteX186" fmla="*/ 515024 w 12192000"/>
              <a:gd name="connsiteY186" fmla="*/ 2179258 h 2237474"/>
              <a:gd name="connsiteX187" fmla="*/ 512278 w 12192000"/>
              <a:gd name="connsiteY187" fmla="*/ 2176369 h 2237474"/>
              <a:gd name="connsiteX188" fmla="*/ 480419 w 12192000"/>
              <a:gd name="connsiteY188" fmla="*/ 2167807 h 2237474"/>
              <a:gd name="connsiteX189" fmla="*/ 413835 w 12192000"/>
              <a:gd name="connsiteY189" fmla="*/ 2156783 h 2237474"/>
              <a:gd name="connsiteX190" fmla="*/ 376513 w 12192000"/>
              <a:gd name="connsiteY190" fmla="*/ 2154014 h 2237474"/>
              <a:gd name="connsiteX191" fmla="*/ 273386 w 12192000"/>
              <a:gd name="connsiteY191" fmla="*/ 2142551 h 2237474"/>
              <a:gd name="connsiteX192" fmla="*/ 169207 w 12192000"/>
              <a:gd name="connsiteY192" fmla="*/ 2128100 h 2237474"/>
              <a:gd name="connsiteX193" fmla="*/ 93149 w 12192000"/>
              <a:gd name="connsiteY193" fmla="*/ 2105324 h 2237474"/>
              <a:gd name="connsiteX194" fmla="*/ 88109 w 12192000"/>
              <a:gd name="connsiteY194" fmla="*/ 2106704 h 2237474"/>
              <a:gd name="connsiteX195" fmla="*/ 80022 w 12192000"/>
              <a:gd name="connsiteY195" fmla="*/ 2107254 h 2237474"/>
              <a:gd name="connsiteX196" fmla="*/ 79717 w 12192000"/>
              <a:gd name="connsiteY196" fmla="*/ 2107046 h 2237474"/>
              <a:gd name="connsiteX197" fmla="*/ 72352 w 12192000"/>
              <a:gd name="connsiteY197" fmla="*/ 2107991 h 2237474"/>
              <a:gd name="connsiteX198" fmla="*/ 37645 w 12192000"/>
              <a:gd name="connsiteY198" fmla="*/ 2115401 h 2237474"/>
              <a:gd name="connsiteX199" fmla="*/ 4572 w 12192000"/>
              <a:gd name="connsiteY199" fmla="*/ 2111091 h 2237474"/>
              <a:gd name="connsiteX200" fmla="*/ 0 w 12192000"/>
              <a:gd name="connsiteY200" fmla="*/ 2110468 h 2237474"/>
              <a:gd name="connsiteX201" fmla="*/ 0 w 12192000"/>
              <a:gd name="connsiteY201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958984 w 12192000"/>
              <a:gd name="connsiteY38" fmla="*/ 1057212 h 2237474"/>
              <a:gd name="connsiteX39" fmla="*/ 8886001 w 12192000"/>
              <a:gd name="connsiteY39" fmla="*/ 1067468 h 2237474"/>
              <a:gd name="connsiteX40" fmla="*/ 8838610 w 12192000"/>
              <a:gd name="connsiteY40" fmla="*/ 1075091 h 2237474"/>
              <a:gd name="connsiteX41" fmla="*/ 8750383 w 12192000"/>
              <a:gd name="connsiteY41" fmla="*/ 1097387 h 2237474"/>
              <a:gd name="connsiteX42" fmla="*/ 8665605 w 12192000"/>
              <a:gd name="connsiteY42" fmla="*/ 1110791 h 2237474"/>
              <a:gd name="connsiteX43" fmla="*/ 8584946 w 12192000"/>
              <a:gd name="connsiteY43" fmla="*/ 1135226 h 2237474"/>
              <a:gd name="connsiteX44" fmla="*/ 8460755 w 12192000"/>
              <a:gd name="connsiteY44" fmla="*/ 1203427 h 2237474"/>
              <a:gd name="connsiteX45" fmla="*/ 8419755 w 12192000"/>
              <a:gd name="connsiteY45" fmla="*/ 1216260 h 2237474"/>
              <a:gd name="connsiteX46" fmla="*/ 8411626 w 12192000"/>
              <a:gd name="connsiteY46" fmla="*/ 1214397 h 2237474"/>
              <a:gd name="connsiteX47" fmla="*/ 8363469 w 12192000"/>
              <a:gd name="connsiteY47" fmla="*/ 1246658 h 2237474"/>
              <a:gd name="connsiteX48" fmla="*/ 8275497 w 12192000"/>
              <a:gd name="connsiteY48" fmla="*/ 1264396 h 2237474"/>
              <a:gd name="connsiteX49" fmla="*/ 8206287 w 12192000"/>
              <a:gd name="connsiteY49" fmla="*/ 1273060 h 2237474"/>
              <a:gd name="connsiteX50" fmla="*/ 8168705 w 12192000"/>
              <a:gd name="connsiteY50" fmla="*/ 1279956 h 2237474"/>
              <a:gd name="connsiteX51" fmla="*/ 8139997 w 12192000"/>
              <a:gd name="connsiteY51" fmla="*/ 1282713 h 2237474"/>
              <a:gd name="connsiteX52" fmla="*/ 8074238 w 12192000"/>
              <a:gd name="connsiteY52" fmla="*/ 1301895 h 2237474"/>
              <a:gd name="connsiteX53" fmla="*/ 7968292 w 12192000"/>
              <a:gd name="connsiteY53" fmla="*/ 1338779 h 2237474"/>
              <a:gd name="connsiteX54" fmla="*/ 7902328 w 12192000"/>
              <a:gd name="connsiteY54" fmla="*/ 1345865 h 2237474"/>
              <a:gd name="connsiteX55" fmla="*/ 7875879 w 12192000"/>
              <a:gd name="connsiteY55" fmla="*/ 1345646 h 2237474"/>
              <a:gd name="connsiteX56" fmla="*/ 7840612 w 12192000"/>
              <a:gd name="connsiteY56" fmla="*/ 1369373 h 2237474"/>
              <a:gd name="connsiteX57" fmla="*/ 7786819 w 12192000"/>
              <a:gd name="connsiteY57" fmla="*/ 1378970 h 2237474"/>
              <a:gd name="connsiteX58" fmla="*/ 7548172 w 12192000"/>
              <a:gd name="connsiteY58" fmla="*/ 1417460 h 2237474"/>
              <a:gd name="connsiteX59" fmla="*/ 7483437 w 12192000"/>
              <a:gd name="connsiteY59" fmla="*/ 1478152 h 2237474"/>
              <a:gd name="connsiteX60" fmla="*/ 7377870 w 12192000"/>
              <a:gd name="connsiteY60" fmla="*/ 1523319 h 2237474"/>
              <a:gd name="connsiteX61" fmla="*/ 7230737 w 12192000"/>
              <a:gd name="connsiteY61" fmla="*/ 1562633 h 2237474"/>
              <a:gd name="connsiteX62" fmla="*/ 7224458 w 12192000"/>
              <a:gd name="connsiteY62" fmla="*/ 1573008 h 2237474"/>
              <a:gd name="connsiteX63" fmla="*/ 7183121 w 12192000"/>
              <a:gd name="connsiteY63" fmla="*/ 1595162 h 2237474"/>
              <a:gd name="connsiteX64" fmla="*/ 7164601 w 12192000"/>
              <a:gd name="connsiteY64" fmla="*/ 1606490 h 2237474"/>
              <a:gd name="connsiteX65" fmla="*/ 7092727 w 12192000"/>
              <a:gd name="connsiteY65" fmla="*/ 1623628 h 2237474"/>
              <a:gd name="connsiteX66" fmla="*/ 7031309 w 12192000"/>
              <a:gd name="connsiteY66" fmla="*/ 1619451 h 2237474"/>
              <a:gd name="connsiteX67" fmla="*/ 6900177 w 12192000"/>
              <a:gd name="connsiteY67" fmla="*/ 1636016 h 2237474"/>
              <a:gd name="connsiteX68" fmla="*/ 6795372 w 12192000"/>
              <a:gd name="connsiteY68" fmla="*/ 1644845 h 2237474"/>
              <a:gd name="connsiteX69" fmla="*/ 6692251 w 12192000"/>
              <a:gd name="connsiteY69" fmla="*/ 1656357 h 2237474"/>
              <a:gd name="connsiteX70" fmla="*/ 6655235 w 12192000"/>
              <a:gd name="connsiteY70" fmla="*/ 1661869 h 2237474"/>
              <a:gd name="connsiteX71" fmla="*/ 6554894 w 12192000"/>
              <a:gd name="connsiteY71" fmla="*/ 1664428 h 2237474"/>
              <a:gd name="connsiteX72" fmla="*/ 6516595 w 12192000"/>
              <a:gd name="connsiteY72" fmla="*/ 1667475 h 2237474"/>
              <a:gd name="connsiteX73" fmla="*/ 6508541 w 12192000"/>
              <a:gd name="connsiteY73" fmla="*/ 1668757 h 2237474"/>
              <a:gd name="connsiteX74" fmla="*/ 6471012 w 12192000"/>
              <a:gd name="connsiteY74" fmla="*/ 1678604 h 2237474"/>
              <a:gd name="connsiteX75" fmla="*/ 6364035 w 12192000"/>
              <a:gd name="connsiteY75" fmla="*/ 1667683 h 2237474"/>
              <a:gd name="connsiteX76" fmla="*/ 6280959 w 12192000"/>
              <a:gd name="connsiteY76" fmla="*/ 1689329 h 2237474"/>
              <a:gd name="connsiteX77" fmla="*/ 6243319 w 12192000"/>
              <a:gd name="connsiteY77" fmla="*/ 1695560 h 2237474"/>
              <a:gd name="connsiteX78" fmla="*/ 6098321 w 12192000"/>
              <a:gd name="connsiteY78" fmla="*/ 1721646 h 2237474"/>
              <a:gd name="connsiteX79" fmla="*/ 5880652 w 12192000"/>
              <a:gd name="connsiteY79" fmla="*/ 1779643 h 2237474"/>
              <a:gd name="connsiteX80" fmla="*/ 5785959 w 12192000"/>
              <a:gd name="connsiteY80" fmla="*/ 1775307 h 2237474"/>
              <a:gd name="connsiteX81" fmla="*/ 5643534 w 12192000"/>
              <a:gd name="connsiteY81" fmla="*/ 1802919 h 2237474"/>
              <a:gd name="connsiteX82" fmla="*/ 5518799 w 12192000"/>
              <a:gd name="connsiteY82" fmla="*/ 1818312 h 2237474"/>
              <a:gd name="connsiteX83" fmla="*/ 5505014 w 12192000"/>
              <a:gd name="connsiteY83" fmla="*/ 1819259 h 2237474"/>
              <a:gd name="connsiteX84" fmla="*/ 5453307 w 12192000"/>
              <a:gd name="connsiteY84" fmla="*/ 1815450 h 2237474"/>
              <a:gd name="connsiteX85" fmla="*/ 5364192 w 12192000"/>
              <a:gd name="connsiteY85" fmla="*/ 1826074 h 2237474"/>
              <a:gd name="connsiteX86" fmla="*/ 5259633 w 12192000"/>
              <a:gd name="connsiteY86" fmla="*/ 1837160 h 2237474"/>
              <a:gd name="connsiteX87" fmla="*/ 5168852 w 12192000"/>
              <a:gd name="connsiteY87" fmla="*/ 1844846 h 2237474"/>
              <a:gd name="connsiteX88" fmla="*/ 5114927 w 12192000"/>
              <a:gd name="connsiteY88" fmla="*/ 1847827 h 2237474"/>
              <a:gd name="connsiteX89" fmla="*/ 5108970 w 12192000"/>
              <a:gd name="connsiteY89" fmla="*/ 1847935 h 2237474"/>
              <a:gd name="connsiteX90" fmla="*/ 5067961 w 12192000"/>
              <a:gd name="connsiteY90" fmla="*/ 1845917 h 2237474"/>
              <a:gd name="connsiteX91" fmla="*/ 5007075 w 12192000"/>
              <a:gd name="connsiteY91" fmla="*/ 1838626 h 2237474"/>
              <a:gd name="connsiteX92" fmla="*/ 4944087 w 12192000"/>
              <a:gd name="connsiteY92" fmla="*/ 1823332 h 2237474"/>
              <a:gd name="connsiteX93" fmla="*/ 4907662 w 12192000"/>
              <a:gd name="connsiteY93" fmla="*/ 1816900 h 2237474"/>
              <a:gd name="connsiteX94" fmla="*/ 4882386 w 12192000"/>
              <a:gd name="connsiteY94" fmla="*/ 1809844 h 2237474"/>
              <a:gd name="connsiteX95" fmla="*/ 4811440 w 12192000"/>
              <a:gd name="connsiteY95" fmla="*/ 1804655 h 2237474"/>
              <a:gd name="connsiteX96" fmla="*/ 4691075 w 12192000"/>
              <a:gd name="connsiteY96" fmla="*/ 1801389 h 2237474"/>
              <a:gd name="connsiteX97" fmla="*/ 4611738 w 12192000"/>
              <a:gd name="connsiteY97" fmla="*/ 1776964 h 2237474"/>
              <a:gd name="connsiteX98" fmla="*/ 4560070 w 12192000"/>
              <a:gd name="connsiteY98" fmla="*/ 1785640 h 2237474"/>
              <a:gd name="connsiteX99" fmla="*/ 4536503 w 12192000"/>
              <a:gd name="connsiteY99" fmla="*/ 1785334 h 2237474"/>
              <a:gd name="connsiteX100" fmla="*/ 4513724 w 12192000"/>
              <a:gd name="connsiteY100" fmla="*/ 1791996 h 2237474"/>
              <a:gd name="connsiteX101" fmla="*/ 4459810 w 12192000"/>
              <a:gd name="connsiteY101" fmla="*/ 1797886 h 2237474"/>
              <a:gd name="connsiteX102" fmla="*/ 4379064 w 12192000"/>
              <a:gd name="connsiteY102" fmla="*/ 1817177 h 2237474"/>
              <a:gd name="connsiteX103" fmla="*/ 4319209 w 12192000"/>
              <a:gd name="connsiteY103" fmla="*/ 1834833 h 2237474"/>
              <a:gd name="connsiteX104" fmla="*/ 4290981 w 12192000"/>
              <a:gd name="connsiteY104" fmla="*/ 1839677 h 2237474"/>
              <a:gd name="connsiteX105" fmla="*/ 4285792 w 12192000"/>
              <a:gd name="connsiteY105" fmla="*/ 1836231 h 2237474"/>
              <a:gd name="connsiteX106" fmla="*/ 4238372 w 12192000"/>
              <a:gd name="connsiteY106" fmla="*/ 1851480 h 2237474"/>
              <a:gd name="connsiteX107" fmla="*/ 4232517 w 12192000"/>
              <a:gd name="connsiteY107" fmla="*/ 1852567 h 2237474"/>
              <a:gd name="connsiteX108" fmla="*/ 4191732 w 12192000"/>
              <a:gd name="connsiteY108" fmla="*/ 1857328 h 2237474"/>
              <a:gd name="connsiteX109" fmla="*/ 4065532 w 12192000"/>
              <a:gd name="connsiteY109" fmla="*/ 1855477 h 2237474"/>
              <a:gd name="connsiteX110" fmla="*/ 4028460 w 12192000"/>
              <a:gd name="connsiteY110" fmla="*/ 1855137 h 2237474"/>
              <a:gd name="connsiteX111" fmla="*/ 4002267 w 12192000"/>
              <a:gd name="connsiteY111" fmla="*/ 1852352 h 2237474"/>
              <a:gd name="connsiteX112" fmla="*/ 3931396 w 12192000"/>
              <a:gd name="connsiteY112" fmla="*/ 1858915 h 2237474"/>
              <a:gd name="connsiteX113" fmla="*/ 3812162 w 12192000"/>
              <a:gd name="connsiteY113" fmla="*/ 1875501 h 2237474"/>
              <a:gd name="connsiteX114" fmla="*/ 3729530 w 12192000"/>
              <a:gd name="connsiteY114" fmla="*/ 1864513 h 2237474"/>
              <a:gd name="connsiteX115" fmla="*/ 3680177 w 12192000"/>
              <a:gd name="connsiteY115" fmla="*/ 1881552 h 2237474"/>
              <a:gd name="connsiteX116" fmla="*/ 3567259 w 12192000"/>
              <a:gd name="connsiteY116" fmla="*/ 1893482 h 2237474"/>
              <a:gd name="connsiteX117" fmla="*/ 3405770 w 12192000"/>
              <a:gd name="connsiteY117" fmla="*/ 1904591 h 2237474"/>
              <a:gd name="connsiteX118" fmla="*/ 3280097 w 12192000"/>
              <a:gd name="connsiteY118" fmla="*/ 1919610 h 2237474"/>
              <a:gd name="connsiteX119" fmla="*/ 3123424 w 12192000"/>
              <a:gd name="connsiteY119" fmla="*/ 1952930 h 2237474"/>
              <a:gd name="connsiteX120" fmla="*/ 3009910 w 12192000"/>
              <a:gd name="connsiteY120" fmla="*/ 1957866 h 2237474"/>
              <a:gd name="connsiteX121" fmla="*/ 2995934 w 12192000"/>
              <a:gd name="connsiteY121" fmla="*/ 1967085 h 2237474"/>
              <a:gd name="connsiteX122" fmla="*/ 2980071 w 12192000"/>
              <a:gd name="connsiteY122" fmla="*/ 1972988 h 2237474"/>
              <a:gd name="connsiteX123" fmla="*/ 2978094 w 12192000"/>
              <a:gd name="connsiteY123" fmla="*/ 1972369 h 2237474"/>
              <a:gd name="connsiteX124" fmla="*/ 2942858 w 12192000"/>
              <a:gd name="connsiteY124" fmla="*/ 1981367 h 2237474"/>
              <a:gd name="connsiteX125" fmla="*/ 2875436 w 12192000"/>
              <a:gd name="connsiteY125" fmla="*/ 1996977 h 2237474"/>
              <a:gd name="connsiteX126" fmla="*/ 2874892 w 12192000"/>
              <a:gd name="connsiteY126" fmla="*/ 1996085 h 2237474"/>
              <a:gd name="connsiteX127" fmla="*/ 2864145 w 12192000"/>
              <a:gd name="connsiteY127" fmla="*/ 1994061 h 2237474"/>
              <a:gd name="connsiteX128" fmla="*/ 2843662 w 12192000"/>
              <a:gd name="connsiteY128" fmla="*/ 1992498 h 2237474"/>
              <a:gd name="connsiteX129" fmla="*/ 2796128 w 12192000"/>
              <a:gd name="connsiteY129" fmla="*/ 1976403 h 2237474"/>
              <a:gd name="connsiteX130" fmla="*/ 2756784 w 12192000"/>
              <a:gd name="connsiteY130" fmla="*/ 1985116 h 2237474"/>
              <a:gd name="connsiteX131" fmla="*/ 2748833 w 12192000"/>
              <a:gd name="connsiteY131" fmla="*/ 1986323 h 2237474"/>
              <a:gd name="connsiteX132" fmla="*/ 2748661 w 12192000"/>
              <a:gd name="connsiteY132" fmla="*/ 1986122 h 2237474"/>
              <a:gd name="connsiteX133" fmla="*/ 2740251 w 12192000"/>
              <a:gd name="connsiteY133" fmla="*/ 1986946 h 2237474"/>
              <a:gd name="connsiteX134" fmla="*/ 2718916 w 12192000"/>
              <a:gd name="connsiteY134" fmla="*/ 1990867 h 2237474"/>
              <a:gd name="connsiteX135" fmla="*/ 2713522 w 12192000"/>
              <a:gd name="connsiteY135" fmla="*/ 1990173 h 2237474"/>
              <a:gd name="connsiteX136" fmla="*/ 2680597 w 12192000"/>
              <a:gd name="connsiteY136" fmla="*/ 1984996 h 2237474"/>
              <a:gd name="connsiteX137" fmla="*/ 2578178 w 12192000"/>
              <a:gd name="connsiteY137" fmla="*/ 1990531 h 2237474"/>
              <a:gd name="connsiteX138" fmla="*/ 2476147 w 12192000"/>
              <a:gd name="connsiteY138" fmla="*/ 1998305 h 2237474"/>
              <a:gd name="connsiteX139" fmla="*/ 2373568 w 12192000"/>
              <a:gd name="connsiteY139" fmla="*/ 2003219 h 2237474"/>
              <a:gd name="connsiteX140" fmla="*/ 2321399 w 12192000"/>
              <a:gd name="connsiteY140" fmla="*/ 1989467 h 2237474"/>
              <a:gd name="connsiteX141" fmla="*/ 2315525 w 12192000"/>
              <a:gd name="connsiteY141" fmla="*/ 1989708 h 2237474"/>
              <a:gd name="connsiteX142" fmla="*/ 2300792 w 12192000"/>
              <a:gd name="connsiteY142" fmla="*/ 1994290 h 2237474"/>
              <a:gd name="connsiteX143" fmla="*/ 2295469 w 12192000"/>
              <a:gd name="connsiteY143" fmla="*/ 1996659 h 2237474"/>
              <a:gd name="connsiteX144" fmla="*/ 2287219 w 12192000"/>
              <a:gd name="connsiteY144" fmla="*/ 1998750 h 2237474"/>
              <a:gd name="connsiteX145" fmla="*/ 2286948 w 12192000"/>
              <a:gd name="connsiteY145" fmla="*/ 1998596 h 2237474"/>
              <a:gd name="connsiteX146" fmla="*/ 2243069 w 12192000"/>
              <a:gd name="connsiteY146" fmla="*/ 2015111 h 2237474"/>
              <a:gd name="connsiteX147" fmla="*/ 2186609 w 12192000"/>
              <a:gd name="connsiteY147" fmla="*/ 2008263 h 2237474"/>
              <a:gd name="connsiteX148" fmla="*/ 2164831 w 12192000"/>
              <a:gd name="connsiteY148" fmla="*/ 2010143 h 2237474"/>
              <a:gd name="connsiteX149" fmla="*/ 2152836 w 12192000"/>
              <a:gd name="connsiteY149" fmla="*/ 2010048 h 2237474"/>
              <a:gd name="connsiteX150" fmla="*/ 2117102 w 12192000"/>
              <a:gd name="connsiteY150" fmla="*/ 2023004 h 2237474"/>
              <a:gd name="connsiteX151" fmla="*/ 2111935 w 12192000"/>
              <a:gd name="connsiteY151" fmla="*/ 2023163 h 2237474"/>
              <a:gd name="connsiteX152" fmla="*/ 2089991 w 12192000"/>
              <a:gd name="connsiteY152" fmla="*/ 2034193 h 2237474"/>
              <a:gd name="connsiteX153" fmla="*/ 2058061 w 12192000"/>
              <a:gd name="connsiteY153" fmla="*/ 2047942 h 2237474"/>
              <a:gd name="connsiteX154" fmla="*/ 2055737 w 12192000"/>
              <a:gd name="connsiteY154" fmla="*/ 2047704 h 2237474"/>
              <a:gd name="connsiteX155" fmla="*/ 2042244 w 12192000"/>
              <a:gd name="connsiteY155" fmla="*/ 2055560 h 2237474"/>
              <a:gd name="connsiteX156" fmla="*/ 1976224 w 12192000"/>
              <a:gd name="connsiteY156" fmla="*/ 2074257 h 2237474"/>
              <a:gd name="connsiteX157" fmla="*/ 1877728 w 12192000"/>
              <a:gd name="connsiteY157" fmla="*/ 2101004 h 2237474"/>
              <a:gd name="connsiteX158" fmla="*/ 1759056 w 12192000"/>
              <a:gd name="connsiteY158" fmla="*/ 2125608 h 2237474"/>
              <a:gd name="connsiteX159" fmla="*/ 1637948 w 12192000"/>
              <a:gd name="connsiteY159" fmla="*/ 2172597 h 2237474"/>
              <a:gd name="connsiteX160" fmla="*/ 1434549 w 12192000"/>
              <a:gd name="connsiteY160" fmla="*/ 2234522 h 2237474"/>
              <a:gd name="connsiteX161" fmla="*/ 1398481 w 12192000"/>
              <a:gd name="connsiteY161" fmla="*/ 2237074 h 2237474"/>
              <a:gd name="connsiteX162" fmla="*/ 1398407 w 12192000"/>
              <a:gd name="connsiteY162" fmla="*/ 2237095 h 2237474"/>
              <a:gd name="connsiteX163" fmla="*/ 1370962 w 12192000"/>
              <a:gd name="connsiteY163" fmla="*/ 2237474 h 2237474"/>
              <a:gd name="connsiteX164" fmla="*/ 1356367 w 12192000"/>
              <a:gd name="connsiteY164" fmla="*/ 2235089 h 2237474"/>
              <a:gd name="connsiteX165" fmla="*/ 1324828 w 12192000"/>
              <a:gd name="connsiteY165" fmla="*/ 2231968 h 2237474"/>
              <a:gd name="connsiteX166" fmla="*/ 1297744 w 12192000"/>
              <a:gd name="connsiteY166" fmla="*/ 2235849 h 2237474"/>
              <a:gd name="connsiteX167" fmla="*/ 1286236 w 12192000"/>
              <a:gd name="connsiteY167" fmla="*/ 2233135 h 2237474"/>
              <a:gd name="connsiteX168" fmla="*/ 1283504 w 12192000"/>
              <a:gd name="connsiteY168" fmla="*/ 2233797 h 2237474"/>
              <a:gd name="connsiteX169" fmla="*/ 1279765 w 12192000"/>
              <a:gd name="connsiteY169" fmla="*/ 2229639 h 2237474"/>
              <a:gd name="connsiteX170" fmla="*/ 1195347 w 12192000"/>
              <a:gd name="connsiteY170" fmla="*/ 2212354 h 2237474"/>
              <a:gd name="connsiteX171" fmla="*/ 970251 w 12192000"/>
              <a:gd name="connsiteY171" fmla="*/ 2221029 h 2237474"/>
              <a:gd name="connsiteX172" fmla="*/ 812914 w 12192000"/>
              <a:gd name="connsiteY172" fmla="*/ 2202752 h 2237474"/>
              <a:gd name="connsiteX173" fmla="*/ 800195 w 12192000"/>
              <a:gd name="connsiteY173" fmla="*/ 2209407 h 2237474"/>
              <a:gd name="connsiteX174" fmla="*/ 784978 w 12192000"/>
              <a:gd name="connsiteY174" fmla="*/ 2212360 h 2237474"/>
              <a:gd name="connsiteX175" fmla="*/ 681987 w 12192000"/>
              <a:gd name="connsiteY175" fmla="*/ 2216757 h 2237474"/>
              <a:gd name="connsiteX176" fmla="*/ 669923 w 12192000"/>
              <a:gd name="connsiteY176" fmla="*/ 2211682 h 2237474"/>
              <a:gd name="connsiteX177" fmla="*/ 648680 w 12192000"/>
              <a:gd name="connsiteY177" fmla="*/ 2206229 h 2237474"/>
              <a:gd name="connsiteX178" fmla="*/ 597225 w 12192000"/>
              <a:gd name="connsiteY178" fmla="*/ 2180999 h 2237474"/>
              <a:gd name="connsiteX179" fmla="*/ 558449 w 12192000"/>
              <a:gd name="connsiteY179" fmla="*/ 2182346 h 2237474"/>
              <a:gd name="connsiteX180" fmla="*/ 550517 w 12192000"/>
              <a:gd name="connsiteY180" fmla="*/ 2182060 h 2237474"/>
              <a:gd name="connsiteX181" fmla="*/ 550309 w 12192000"/>
              <a:gd name="connsiteY181" fmla="*/ 2181825 h 2237474"/>
              <a:gd name="connsiteX182" fmla="*/ 541836 w 12192000"/>
              <a:gd name="connsiteY182" fmla="*/ 2181063 h 2237474"/>
              <a:gd name="connsiteX183" fmla="*/ 536057 w 12192000"/>
              <a:gd name="connsiteY183" fmla="*/ 2181537 h 2237474"/>
              <a:gd name="connsiteX184" fmla="*/ 520671 w 12192000"/>
              <a:gd name="connsiteY184" fmla="*/ 2180980 h 2237474"/>
              <a:gd name="connsiteX185" fmla="*/ 515024 w 12192000"/>
              <a:gd name="connsiteY185" fmla="*/ 2179258 h 2237474"/>
              <a:gd name="connsiteX186" fmla="*/ 512278 w 12192000"/>
              <a:gd name="connsiteY186" fmla="*/ 2176369 h 2237474"/>
              <a:gd name="connsiteX187" fmla="*/ 480419 w 12192000"/>
              <a:gd name="connsiteY187" fmla="*/ 2167807 h 2237474"/>
              <a:gd name="connsiteX188" fmla="*/ 413835 w 12192000"/>
              <a:gd name="connsiteY188" fmla="*/ 2156783 h 2237474"/>
              <a:gd name="connsiteX189" fmla="*/ 376513 w 12192000"/>
              <a:gd name="connsiteY189" fmla="*/ 2154014 h 2237474"/>
              <a:gd name="connsiteX190" fmla="*/ 273386 w 12192000"/>
              <a:gd name="connsiteY190" fmla="*/ 2142551 h 2237474"/>
              <a:gd name="connsiteX191" fmla="*/ 169207 w 12192000"/>
              <a:gd name="connsiteY191" fmla="*/ 2128100 h 2237474"/>
              <a:gd name="connsiteX192" fmla="*/ 93149 w 12192000"/>
              <a:gd name="connsiteY192" fmla="*/ 2105324 h 2237474"/>
              <a:gd name="connsiteX193" fmla="*/ 88109 w 12192000"/>
              <a:gd name="connsiteY193" fmla="*/ 2106704 h 2237474"/>
              <a:gd name="connsiteX194" fmla="*/ 80022 w 12192000"/>
              <a:gd name="connsiteY194" fmla="*/ 2107254 h 2237474"/>
              <a:gd name="connsiteX195" fmla="*/ 79717 w 12192000"/>
              <a:gd name="connsiteY195" fmla="*/ 2107046 h 2237474"/>
              <a:gd name="connsiteX196" fmla="*/ 72352 w 12192000"/>
              <a:gd name="connsiteY196" fmla="*/ 2107991 h 2237474"/>
              <a:gd name="connsiteX197" fmla="*/ 37645 w 12192000"/>
              <a:gd name="connsiteY197" fmla="*/ 2115401 h 2237474"/>
              <a:gd name="connsiteX198" fmla="*/ 4572 w 12192000"/>
              <a:gd name="connsiteY198" fmla="*/ 2111091 h 2237474"/>
              <a:gd name="connsiteX199" fmla="*/ 0 w 12192000"/>
              <a:gd name="connsiteY199" fmla="*/ 2110468 h 2237474"/>
              <a:gd name="connsiteX200" fmla="*/ 0 w 12192000"/>
              <a:gd name="connsiteY200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958984 w 12192000"/>
              <a:gd name="connsiteY38" fmla="*/ 1057212 h 2237474"/>
              <a:gd name="connsiteX39" fmla="*/ 8886001 w 12192000"/>
              <a:gd name="connsiteY39" fmla="*/ 1067468 h 2237474"/>
              <a:gd name="connsiteX40" fmla="*/ 8838610 w 12192000"/>
              <a:gd name="connsiteY40" fmla="*/ 1075091 h 2237474"/>
              <a:gd name="connsiteX41" fmla="*/ 8750383 w 12192000"/>
              <a:gd name="connsiteY41" fmla="*/ 1097387 h 2237474"/>
              <a:gd name="connsiteX42" fmla="*/ 8665605 w 12192000"/>
              <a:gd name="connsiteY42" fmla="*/ 1110791 h 2237474"/>
              <a:gd name="connsiteX43" fmla="*/ 8584946 w 12192000"/>
              <a:gd name="connsiteY43" fmla="*/ 1135226 h 2237474"/>
              <a:gd name="connsiteX44" fmla="*/ 8460755 w 12192000"/>
              <a:gd name="connsiteY44" fmla="*/ 1203427 h 2237474"/>
              <a:gd name="connsiteX45" fmla="*/ 8419755 w 12192000"/>
              <a:gd name="connsiteY45" fmla="*/ 1216260 h 2237474"/>
              <a:gd name="connsiteX46" fmla="*/ 8411626 w 12192000"/>
              <a:gd name="connsiteY46" fmla="*/ 1214397 h 2237474"/>
              <a:gd name="connsiteX47" fmla="*/ 8363469 w 12192000"/>
              <a:gd name="connsiteY47" fmla="*/ 1246658 h 2237474"/>
              <a:gd name="connsiteX48" fmla="*/ 8275497 w 12192000"/>
              <a:gd name="connsiteY48" fmla="*/ 1264396 h 2237474"/>
              <a:gd name="connsiteX49" fmla="*/ 8206287 w 12192000"/>
              <a:gd name="connsiteY49" fmla="*/ 1273060 h 2237474"/>
              <a:gd name="connsiteX50" fmla="*/ 8168705 w 12192000"/>
              <a:gd name="connsiteY50" fmla="*/ 1279956 h 2237474"/>
              <a:gd name="connsiteX51" fmla="*/ 8139997 w 12192000"/>
              <a:gd name="connsiteY51" fmla="*/ 1282713 h 2237474"/>
              <a:gd name="connsiteX52" fmla="*/ 8074238 w 12192000"/>
              <a:gd name="connsiteY52" fmla="*/ 1301895 h 2237474"/>
              <a:gd name="connsiteX53" fmla="*/ 7968292 w 12192000"/>
              <a:gd name="connsiteY53" fmla="*/ 1338779 h 2237474"/>
              <a:gd name="connsiteX54" fmla="*/ 7902328 w 12192000"/>
              <a:gd name="connsiteY54" fmla="*/ 1345865 h 2237474"/>
              <a:gd name="connsiteX55" fmla="*/ 7875879 w 12192000"/>
              <a:gd name="connsiteY55" fmla="*/ 1345646 h 2237474"/>
              <a:gd name="connsiteX56" fmla="*/ 7840612 w 12192000"/>
              <a:gd name="connsiteY56" fmla="*/ 1369373 h 2237474"/>
              <a:gd name="connsiteX57" fmla="*/ 7786819 w 12192000"/>
              <a:gd name="connsiteY57" fmla="*/ 1378970 h 2237474"/>
              <a:gd name="connsiteX58" fmla="*/ 7548172 w 12192000"/>
              <a:gd name="connsiteY58" fmla="*/ 1417460 h 2237474"/>
              <a:gd name="connsiteX59" fmla="*/ 7483437 w 12192000"/>
              <a:gd name="connsiteY59" fmla="*/ 1478152 h 2237474"/>
              <a:gd name="connsiteX60" fmla="*/ 7377870 w 12192000"/>
              <a:gd name="connsiteY60" fmla="*/ 1523319 h 2237474"/>
              <a:gd name="connsiteX61" fmla="*/ 7230737 w 12192000"/>
              <a:gd name="connsiteY61" fmla="*/ 1562633 h 2237474"/>
              <a:gd name="connsiteX62" fmla="*/ 7224458 w 12192000"/>
              <a:gd name="connsiteY62" fmla="*/ 1573008 h 2237474"/>
              <a:gd name="connsiteX63" fmla="*/ 7183121 w 12192000"/>
              <a:gd name="connsiteY63" fmla="*/ 1595162 h 2237474"/>
              <a:gd name="connsiteX64" fmla="*/ 7164601 w 12192000"/>
              <a:gd name="connsiteY64" fmla="*/ 1606490 h 2237474"/>
              <a:gd name="connsiteX65" fmla="*/ 7092727 w 12192000"/>
              <a:gd name="connsiteY65" fmla="*/ 1623628 h 2237474"/>
              <a:gd name="connsiteX66" fmla="*/ 7031309 w 12192000"/>
              <a:gd name="connsiteY66" fmla="*/ 1619451 h 2237474"/>
              <a:gd name="connsiteX67" fmla="*/ 6900177 w 12192000"/>
              <a:gd name="connsiteY67" fmla="*/ 1636016 h 2237474"/>
              <a:gd name="connsiteX68" fmla="*/ 6795372 w 12192000"/>
              <a:gd name="connsiteY68" fmla="*/ 1644845 h 2237474"/>
              <a:gd name="connsiteX69" fmla="*/ 6692251 w 12192000"/>
              <a:gd name="connsiteY69" fmla="*/ 1656357 h 2237474"/>
              <a:gd name="connsiteX70" fmla="*/ 6655235 w 12192000"/>
              <a:gd name="connsiteY70" fmla="*/ 1661869 h 2237474"/>
              <a:gd name="connsiteX71" fmla="*/ 6554894 w 12192000"/>
              <a:gd name="connsiteY71" fmla="*/ 1664428 h 2237474"/>
              <a:gd name="connsiteX72" fmla="*/ 6516595 w 12192000"/>
              <a:gd name="connsiteY72" fmla="*/ 1667475 h 2237474"/>
              <a:gd name="connsiteX73" fmla="*/ 6508541 w 12192000"/>
              <a:gd name="connsiteY73" fmla="*/ 1668757 h 2237474"/>
              <a:gd name="connsiteX74" fmla="*/ 6471012 w 12192000"/>
              <a:gd name="connsiteY74" fmla="*/ 1678604 h 2237474"/>
              <a:gd name="connsiteX75" fmla="*/ 6364035 w 12192000"/>
              <a:gd name="connsiteY75" fmla="*/ 1667683 h 2237474"/>
              <a:gd name="connsiteX76" fmla="*/ 6280959 w 12192000"/>
              <a:gd name="connsiteY76" fmla="*/ 1689329 h 2237474"/>
              <a:gd name="connsiteX77" fmla="*/ 6243319 w 12192000"/>
              <a:gd name="connsiteY77" fmla="*/ 1695560 h 2237474"/>
              <a:gd name="connsiteX78" fmla="*/ 6098321 w 12192000"/>
              <a:gd name="connsiteY78" fmla="*/ 1721646 h 2237474"/>
              <a:gd name="connsiteX79" fmla="*/ 5880652 w 12192000"/>
              <a:gd name="connsiteY79" fmla="*/ 1779643 h 2237474"/>
              <a:gd name="connsiteX80" fmla="*/ 5785959 w 12192000"/>
              <a:gd name="connsiteY80" fmla="*/ 1775307 h 2237474"/>
              <a:gd name="connsiteX81" fmla="*/ 5643534 w 12192000"/>
              <a:gd name="connsiteY81" fmla="*/ 1802919 h 2237474"/>
              <a:gd name="connsiteX82" fmla="*/ 5518799 w 12192000"/>
              <a:gd name="connsiteY82" fmla="*/ 1818312 h 2237474"/>
              <a:gd name="connsiteX83" fmla="*/ 5505014 w 12192000"/>
              <a:gd name="connsiteY83" fmla="*/ 1819259 h 2237474"/>
              <a:gd name="connsiteX84" fmla="*/ 5453307 w 12192000"/>
              <a:gd name="connsiteY84" fmla="*/ 1815450 h 2237474"/>
              <a:gd name="connsiteX85" fmla="*/ 5364192 w 12192000"/>
              <a:gd name="connsiteY85" fmla="*/ 1826074 h 2237474"/>
              <a:gd name="connsiteX86" fmla="*/ 5259633 w 12192000"/>
              <a:gd name="connsiteY86" fmla="*/ 1837160 h 2237474"/>
              <a:gd name="connsiteX87" fmla="*/ 5149802 w 12192000"/>
              <a:gd name="connsiteY87" fmla="*/ 1844846 h 2237474"/>
              <a:gd name="connsiteX88" fmla="*/ 5114927 w 12192000"/>
              <a:gd name="connsiteY88" fmla="*/ 1847827 h 2237474"/>
              <a:gd name="connsiteX89" fmla="*/ 5108970 w 12192000"/>
              <a:gd name="connsiteY89" fmla="*/ 1847935 h 2237474"/>
              <a:gd name="connsiteX90" fmla="*/ 5067961 w 12192000"/>
              <a:gd name="connsiteY90" fmla="*/ 1845917 h 2237474"/>
              <a:gd name="connsiteX91" fmla="*/ 5007075 w 12192000"/>
              <a:gd name="connsiteY91" fmla="*/ 1838626 h 2237474"/>
              <a:gd name="connsiteX92" fmla="*/ 4944087 w 12192000"/>
              <a:gd name="connsiteY92" fmla="*/ 1823332 h 2237474"/>
              <a:gd name="connsiteX93" fmla="*/ 4907662 w 12192000"/>
              <a:gd name="connsiteY93" fmla="*/ 1816900 h 2237474"/>
              <a:gd name="connsiteX94" fmla="*/ 4882386 w 12192000"/>
              <a:gd name="connsiteY94" fmla="*/ 1809844 h 2237474"/>
              <a:gd name="connsiteX95" fmla="*/ 4811440 w 12192000"/>
              <a:gd name="connsiteY95" fmla="*/ 1804655 h 2237474"/>
              <a:gd name="connsiteX96" fmla="*/ 4691075 w 12192000"/>
              <a:gd name="connsiteY96" fmla="*/ 1801389 h 2237474"/>
              <a:gd name="connsiteX97" fmla="*/ 4611738 w 12192000"/>
              <a:gd name="connsiteY97" fmla="*/ 1776964 h 2237474"/>
              <a:gd name="connsiteX98" fmla="*/ 4560070 w 12192000"/>
              <a:gd name="connsiteY98" fmla="*/ 1785640 h 2237474"/>
              <a:gd name="connsiteX99" fmla="*/ 4536503 w 12192000"/>
              <a:gd name="connsiteY99" fmla="*/ 1785334 h 2237474"/>
              <a:gd name="connsiteX100" fmla="*/ 4513724 w 12192000"/>
              <a:gd name="connsiteY100" fmla="*/ 1791996 h 2237474"/>
              <a:gd name="connsiteX101" fmla="*/ 4459810 w 12192000"/>
              <a:gd name="connsiteY101" fmla="*/ 1797886 h 2237474"/>
              <a:gd name="connsiteX102" fmla="*/ 4379064 w 12192000"/>
              <a:gd name="connsiteY102" fmla="*/ 1817177 h 2237474"/>
              <a:gd name="connsiteX103" fmla="*/ 4319209 w 12192000"/>
              <a:gd name="connsiteY103" fmla="*/ 1834833 h 2237474"/>
              <a:gd name="connsiteX104" fmla="*/ 4290981 w 12192000"/>
              <a:gd name="connsiteY104" fmla="*/ 1839677 h 2237474"/>
              <a:gd name="connsiteX105" fmla="*/ 4285792 w 12192000"/>
              <a:gd name="connsiteY105" fmla="*/ 1836231 h 2237474"/>
              <a:gd name="connsiteX106" fmla="*/ 4238372 w 12192000"/>
              <a:gd name="connsiteY106" fmla="*/ 1851480 h 2237474"/>
              <a:gd name="connsiteX107" fmla="*/ 4232517 w 12192000"/>
              <a:gd name="connsiteY107" fmla="*/ 1852567 h 2237474"/>
              <a:gd name="connsiteX108" fmla="*/ 4191732 w 12192000"/>
              <a:gd name="connsiteY108" fmla="*/ 1857328 h 2237474"/>
              <a:gd name="connsiteX109" fmla="*/ 4065532 w 12192000"/>
              <a:gd name="connsiteY109" fmla="*/ 1855477 h 2237474"/>
              <a:gd name="connsiteX110" fmla="*/ 4028460 w 12192000"/>
              <a:gd name="connsiteY110" fmla="*/ 1855137 h 2237474"/>
              <a:gd name="connsiteX111" fmla="*/ 4002267 w 12192000"/>
              <a:gd name="connsiteY111" fmla="*/ 1852352 h 2237474"/>
              <a:gd name="connsiteX112" fmla="*/ 3931396 w 12192000"/>
              <a:gd name="connsiteY112" fmla="*/ 1858915 h 2237474"/>
              <a:gd name="connsiteX113" fmla="*/ 3812162 w 12192000"/>
              <a:gd name="connsiteY113" fmla="*/ 1875501 h 2237474"/>
              <a:gd name="connsiteX114" fmla="*/ 3729530 w 12192000"/>
              <a:gd name="connsiteY114" fmla="*/ 1864513 h 2237474"/>
              <a:gd name="connsiteX115" fmla="*/ 3680177 w 12192000"/>
              <a:gd name="connsiteY115" fmla="*/ 1881552 h 2237474"/>
              <a:gd name="connsiteX116" fmla="*/ 3567259 w 12192000"/>
              <a:gd name="connsiteY116" fmla="*/ 1893482 h 2237474"/>
              <a:gd name="connsiteX117" fmla="*/ 3405770 w 12192000"/>
              <a:gd name="connsiteY117" fmla="*/ 1904591 h 2237474"/>
              <a:gd name="connsiteX118" fmla="*/ 3280097 w 12192000"/>
              <a:gd name="connsiteY118" fmla="*/ 1919610 h 2237474"/>
              <a:gd name="connsiteX119" fmla="*/ 3123424 w 12192000"/>
              <a:gd name="connsiteY119" fmla="*/ 1952930 h 2237474"/>
              <a:gd name="connsiteX120" fmla="*/ 3009910 w 12192000"/>
              <a:gd name="connsiteY120" fmla="*/ 1957866 h 2237474"/>
              <a:gd name="connsiteX121" fmla="*/ 2995934 w 12192000"/>
              <a:gd name="connsiteY121" fmla="*/ 1967085 h 2237474"/>
              <a:gd name="connsiteX122" fmla="*/ 2980071 w 12192000"/>
              <a:gd name="connsiteY122" fmla="*/ 1972988 h 2237474"/>
              <a:gd name="connsiteX123" fmla="*/ 2978094 w 12192000"/>
              <a:gd name="connsiteY123" fmla="*/ 1972369 h 2237474"/>
              <a:gd name="connsiteX124" fmla="*/ 2942858 w 12192000"/>
              <a:gd name="connsiteY124" fmla="*/ 1981367 h 2237474"/>
              <a:gd name="connsiteX125" fmla="*/ 2875436 w 12192000"/>
              <a:gd name="connsiteY125" fmla="*/ 1996977 h 2237474"/>
              <a:gd name="connsiteX126" fmla="*/ 2874892 w 12192000"/>
              <a:gd name="connsiteY126" fmla="*/ 1996085 h 2237474"/>
              <a:gd name="connsiteX127" fmla="*/ 2864145 w 12192000"/>
              <a:gd name="connsiteY127" fmla="*/ 1994061 h 2237474"/>
              <a:gd name="connsiteX128" fmla="*/ 2843662 w 12192000"/>
              <a:gd name="connsiteY128" fmla="*/ 1992498 h 2237474"/>
              <a:gd name="connsiteX129" fmla="*/ 2796128 w 12192000"/>
              <a:gd name="connsiteY129" fmla="*/ 1976403 h 2237474"/>
              <a:gd name="connsiteX130" fmla="*/ 2756784 w 12192000"/>
              <a:gd name="connsiteY130" fmla="*/ 1985116 h 2237474"/>
              <a:gd name="connsiteX131" fmla="*/ 2748833 w 12192000"/>
              <a:gd name="connsiteY131" fmla="*/ 1986323 h 2237474"/>
              <a:gd name="connsiteX132" fmla="*/ 2748661 w 12192000"/>
              <a:gd name="connsiteY132" fmla="*/ 1986122 h 2237474"/>
              <a:gd name="connsiteX133" fmla="*/ 2740251 w 12192000"/>
              <a:gd name="connsiteY133" fmla="*/ 1986946 h 2237474"/>
              <a:gd name="connsiteX134" fmla="*/ 2718916 w 12192000"/>
              <a:gd name="connsiteY134" fmla="*/ 1990867 h 2237474"/>
              <a:gd name="connsiteX135" fmla="*/ 2713522 w 12192000"/>
              <a:gd name="connsiteY135" fmla="*/ 1990173 h 2237474"/>
              <a:gd name="connsiteX136" fmla="*/ 2680597 w 12192000"/>
              <a:gd name="connsiteY136" fmla="*/ 1984996 h 2237474"/>
              <a:gd name="connsiteX137" fmla="*/ 2578178 w 12192000"/>
              <a:gd name="connsiteY137" fmla="*/ 1990531 h 2237474"/>
              <a:gd name="connsiteX138" fmla="*/ 2476147 w 12192000"/>
              <a:gd name="connsiteY138" fmla="*/ 1998305 h 2237474"/>
              <a:gd name="connsiteX139" fmla="*/ 2373568 w 12192000"/>
              <a:gd name="connsiteY139" fmla="*/ 2003219 h 2237474"/>
              <a:gd name="connsiteX140" fmla="*/ 2321399 w 12192000"/>
              <a:gd name="connsiteY140" fmla="*/ 1989467 h 2237474"/>
              <a:gd name="connsiteX141" fmla="*/ 2315525 w 12192000"/>
              <a:gd name="connsiteY141" fmla="*/ 1989708 h 2237474"/>
              <a:gd name="connsiteX142" fmla="*/ 2300792 w 12192000"/>
              <a:gd name="connsiteY142" fmla="*/ 1994290 h 2237474"/>
              <a:gd name="connsiteX143" fmla="*/ 2295469 w 12192000"/>
              <a:gd name="connsiteY143" fmla="*/ 1996659 h 2237474"/>
              <a:gd name="connsiteX144" fmla="*/ 2287219 w 12192000"/>
              <a:gd name="connsiteY144" fmla="*/ 1998750 h 2237474"/>
              <a:gd name="connsiteX145" fmla="*/ 2286948 w 12192000"/>
              <a:gd name="connsiteY145" fmla="*/ 1998596 h 2237474"/>
              <a:gd name="connsiteX146" fmla="*/ 2243069 w 12192000"/>
              <a:gd name="connsiteY146" fmla="*/ 2015111 h 2237474"/>
              <a:gd name="connsiteX147" fmla="*/ 2186609 w 12192000"/>
              <a:gd name="connsiteY147" fmla="*/ 2008263 h 2237474"/>
              <a:gd name="connsiteX148" fmla="*/ 2164831 w 12192000"/>
              <a:gd name="connsiteY148" fmla="*/ 2010143 h 2237474"/>
              <a:gd name="connsiteX149" fmla="*/ 2152836 w 12192000"/>
              <a:gd name="connsiteY149" fmla="*/ 2010048 h 2237474"/>
              <a:gd name="connsiteX150" fmla="*/ 2117102 w 12192000"/>
              <a:gd name="connsiteY150" fmla="*/ 2023004 h 2237474"/>
              <a:gd name="connsiteX151" fmla="*/ 2111935 w 12192000"/>
              <a:gd name="connsiteY151" fmla="*/ 2023163 h 2237474"/>
              <a:gd name="connsiteX152" fmla="*/ 2089991 w 12192000"/>
              <a:gd name="connsiteY152" fmla="*/ 2034193 h 2237474"/>
              <a:gd name="connsiteX153" fmla="*/ 2058061 w 12192000"/>
              <a:gd name="connsiteY153" fmla="*/ 2047942 h 2237474"/>
              <a:gd name="connsiteX154" fmla="*/ 2055737 w 12192000"/>
              <a:gd name="connsiteY154" fmla="*/ 2047704 h 2237474"/>
              <a:gd name="connsiteX155" fmla="*/ 2042244 w 12192000"/>
              <a:gd name="connsiteY155" fmla="*/ 2055560 h 2237474"/>
              <a:gd name="connsiteX156" fmla="*/ 1976224 w 12192000"/>
              <a:gd name="connsiteY156" fmla="*/ 2074257 h 2237474"/>
              <a:gd name="connsiteX157" fmla="*/ 1877728 w 12192000"/>
              <a:gd name="connsiteY157" fmla="*/ 2101004 h 2237474"/>
              <a:gd name="connsiteX158" fmla="*/ 1759056 w 12192000"/>
              <a:gd name="connsiteY158" fmla="*/ 2125608 h 2237474"/>
              <a:gd name="connsiteX159" fmla="*/ 1637948 w 12192000"/>
              <a:gd name="connsiteY159" fmla="*/ 2172597 h 2237474"/>
              <a:gd name="connsiteX160" fmla="*/ 1434549 w 12192000"/>
              <a:gd name="connsiteY160" fmla="*/ 2234522 h 2237474"/>
              <a:gd name="connsiteX161" fmla="*/ 1398481 w 12192000"/>
              <a:gd name="connsiteY161" fmla="*/ 2237074 h 2237474"/>
              <a:gd name="connsiteX162" fmla="*/ 1398407 w 12192000"/>
              <a:gd name="connsiteY162" fmla="*/ 2237095 h 2237474"/>
              <a:gd name="connsiteX163" fmla="*/ 1370962 w 12192000"/>
              <a:gd name="connsiteY163" fmla="*/ 2237474 h 2237474"/>
              <a:gd name="connsiteX164" fmla="*/ 1356367 w 12192000"/>
              <a:gd name="connsiteY164" fmla="*/ 2235089 h 2237474"/>
              <a:gd name="connsiteX165" fmla="*/ 1324828 w 12192000"/>
              <a:gd name="connsiteY165" fmla="*/ 2231968 h 2237474"/>
              <a:gd name="connsiteX166" fmla="*/ 1297744 w 12192000"/>
              <a:gd name="connsiteY166" fmla="*/ 2235849 h 2237474"/>
              <a:gd name="connsiteX167" fmla="*/ 1286236 w 12192000"/>
              <a:gd name="connsiteY167" fmla="*/ 2233135 h 2237474"/>
              <a:gd name="connsiteX168" fmla="*/ 1283504 w 12192000"/>
              <a:gd name="connsiteY168" fmla="*/ 2233797 h 2237474"/>
              <a:gd name="connsiteX169" fmla="*/ 1279765 w 12192000"/>
              <a:gd name="connsiteY169" fmla="*/ 2229639 h 2237474"/>
              <a:gd name="connsiteX170" fmla="*/ 1195347 w 12192000"/>
              <a:gd name="connsiteY170" fmla="*/ 2212354 h 2237474"/>
              <a:gd name="connsiteX171" fmla="*/ 970251 w 12192000"/>
              <a:gd name="connsiteY171" fmla="*/ 2221029 h 2237474"/>
              <a:gd name="connsiteX172" fmla="*/ 812914 w 12192000"/>
              <a:gd name="connsiteY172" fmla="*/ 2202752 h 2237474"/>
              <a:gd name="connsiteX173" fmla="*/ 800195 w 12192000"/>
              <a:gd name="connsiteY173" fmla="*/ 2209407 h 2237474"/>
              <a:gd name="connsiteX174" fmla="*/ 784978 w 12192000"/>
              <a:gd name="connsiteY174" fmla="*/ 2212360 h 2237474"/>
              <a:gd name="connsiteX175" fmla="*/ 681987 w 12192000"/>
              <a:gd name="connsiteY175" fmla="*/ 2216757 h 2237474"/>
              <a:gd name="connsiteX176" fmla="*/ 669923 w 12192000"/>
              <a:gd name="connsiteY176" fmla="*/ 2211682 h 2237474"/>
              <a:gd name="connsiteX177" fmla="*/ 648680 w 12192000"/>
              <a:gd name="connsiteY177" fmla="*/ 2206229 h 2237474"/>
              <a:gd name="connsiteX178" fmla="*/ 597225 w 12192000"/>
              <a:gd name="connsiteY178" fmla="*/ 2180999 h 2237474"/>
              <a:gd name="connsiteX179" fmla="*/ 558449 w 12192000"/>
              <a:gd name="connsiteY179" fmla="*/ 2182346 h 2237474"/>
              <a:gd name="connsiteX180" fmla="*/ 550517 w 12192000"/>
              <a:gd name="connsiteY180" fmla="*/ 2182060 h 2237474"/>
              <a:gd name="connsiteX181" fmla="*/ 550309 w 12192000"/>
              <a:gd name="connsiteY181" fmla="*/ 2181825 h 2237474"/>
              <a:gd name="connsiteX182" fmla="*/ 541836 w 12192000"/>
              <a:gd name="connsiteY182" fmla="*/ 2181063 h 2237474"/>
              <a:gd name="connsiteX183" fmla="*/ 536057 w 12192000"/>
              <a:gd name="connsiteY183" fmla="*/ 2181537 h 2237474"/>
              <a:gd name="connsiteX184" fmla="*/ 520671 w 12192000"/>
              <a:gd name="connsiteY184" fmla="*/ 2180980 h 2237474"/>
              <a:gd name="connsiteX185" fmla="*/ 515024 w 12192000"/>
              <a:gd name="connsiteY185" fmla="*/ 2179258 h 2237474"/>
              <a:gd name="connsiteX186" fmla="*/ 512278 w 12192000"/>
              <a:gd name="connsiteY186" fmla="*/ 2176369 h 2237474"/>
              <a:gd name="connsiteX187" fmla="*/ 480419 w 12192000"/>
              <a:gd name="connsiteY187" fmla="*/ 2167807 h 2237474"/>
              <a:gd name="connsiteX188" fmla="*/ 413835 w 12192000"/>
              <a:gd name="connsiteY188" fmla="*/ 2156783 h 2237474"/>
              <a:gd name="connsiteX189" fmla="*/ 376513 w 12192000"/>
              <a:gd name="connsiteY189" fmla="*/ 2154014 h 2237474"/>
              <a:gd name="connsiteX190" fmla="*/ 273386 w 12192000"/>
              <a:gd name="connsiteY190" fmla="*/ 2142551 h 2237474"/>
              <a:gd name="connsiteX191" fmla="*/ 169207 w 12192000"/>
              <a:gd name="connsiteY191" fmla="*/ 2128100 h 2237474"/>
              <a:gd name="connsiteX192" fmla="*/ 93149 w 12192000"/>
              <a:gd name="connsiteY192" fmla="*/ 2105324 h 2237474"/>
              <a:gd name="connsiteX193" fmla="*/ 88109 w 12192000"/>
              <a:gd name="connsiteY193" fmla="*/ 2106704 h 2237474"/>
              <a:gd name="connsiteX194" fmla="*/ 80022 w 12192000"/>
              <a:gd name="connsiteY194" fmla="*/ 2107254 h 2237474"/>
              <a:gd name="connsiteX195" fmla="*/ 79717 w 12192000"/>
              <a:gd name="connsiteY195" fmla="*/ 2107046 h 2237474"/>
              <a:gd name="connsiteX196" fmla="*/ 72352 w 12192000"/>
              <a:gd name="connsiteY196" fmla="*/ 2107991 h 2237474"/>
              <a:gd name="connsiteX197" fmla="*/ 37645 w 12192000"/>
              <a:gd name="connsiteY197" fmla="*/ 2115401 h 2237474"/>
              <a:gd name="connsiteX198" fmla="*/ 4572 w 12192000"/>
              <a:gd name="connsiteY198" fmla="*/ 2111091 h 2237474"/>
              <a:gd name="connsiteX199" fmla="*/ 0 w 12192000"/>
              <a:gd name="connsiteY199" fmla="*/ 2110468 h 2237474"/>
              <a:gd name="connsiteX200" fmla="*/ 0 w 12192000"/>
              <a:gd name="connsiteY200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958984 w 12192000"/>
              <a:gd name="connsiteY38" fmla="*/ 1057212 h 2237474"/>
              <a:gd name="connsiteX39" fmla="*/ 8886001 w 12192000"/>
              <a:gd name="connsiteY39" fmla="*/ 1067468 h 2237474"/>
              <a:gd name="connsiteX40" fmla="*/ 8838610 w 12192000"/>
              <a:gd name="connsiteY40" fmla="*/ 1075091 h 2237474"/>
              <a:gd name="connsiteX41" fmla="*/ 8750383 w 12192000"/>
              <a:gd name="connsiteY41" fmla="*/ 1097387 h 2237474"/>
              <a:gd name="connsiteX42" fmla="*/ 8665605 w 12192000"/>
              <a:gd name="connsiteY42" fmla="*/ 1110791 h 2237474"/>
              <a:gd name="connsiteX43" fmla="*/ 8584946 w 12192000"/>
              <a:gd name="connsiteY43" fmla="*/ 1135226 h 2237474"/>
              <a:gd name="connsiteX44" fmla="*/ 8460755 w 12192000"/>
              <a:gd name="connsiteY44" fmla="*/ 1203427 h 2237474"/>
              <a:gd name="connsiteX45" fmla="*/ 8419755 w 12192000"/>
              <a:gd name="connsiteY45" fmla="*/ 1216260 h 2237474"/>
              <a:gd name="connsiteX46" fmla="*/ 8411626 w 12192000"/>
              <a:gd name="connsiteY46" fmla="*/ 1214397 h 2237474"/>
              <a:gd name="connsiteX47" fmla="*/ 8363469 w 12192000"/>
              <a:gd name="connsiteY47" fmla="*/ 1246658 h 2237474"/>
              <a:gd name="connsiteX48" fmla="*/ 8275497 w 12192000"/>
              <a:gd name="connsiteY48" fmla="*/ 1264396 h 2237474"/>
              <a:gd name="connsiteX49" fmla="*/ 8206287 w 12192000"/>
              <a:gd name="connsiteY49" fmla="*/ 1273060 h 2237474"/>
              <a:gd name="connsiteX50" fmla="*/ 8168705 w 12192000"/>
              <a:gd name="connsiteY50" fmla="*/ 1279956 h 2237474"/>
              <a:gd name="connsiteX51" fmla="*/ 8139997 w 12192000"/>
              <a:gd name="connsiteY51" fmla="*/ 1282713 h 2237474"/>
              <a:gd name="connsiteX52" fmla="*/ 8074238 w 12192000"/>
              <a:gd name="connsiteY52" fmla="*/ 1301895 h 2237474"/>
              <a:gd name="connsiteX53" fmla="*/ 7968292 w 12192000"/>
              <a:gd name="connsiteY53" fmla="*/ 1338779 h 2237474"/>
              <a:gd name="connsiteX54" fmla="*/ 7902328 w 12192000"/>
              <a:gd name="connsiteY54" fmla="*/ 1345865 h 2237474"/>
              <a:gd name="connsiteX55" fmla="*/ 7875879 w 12192000"/>
              <a:gd name="connsiteY55" fmla="*/ 1345646 h 2237474"/>
              <a:gd name="connsiteX56" fmla="*/ 7840612 w 12192000"/>
              <a:gd name="connsiteY56" fmla="*/ 1369373 h 2237474"/>
              <a:gd name="connsiteX57" fmla="*/ 7786819 w 12192000"/>
              <a:gd name="connsiteY57" fmla="*/ 1378970 h 2237474"/>
              <a:gd name="connsiteX58" fmla="*/ 7548172 w 12192000"/>
              <a:gd name="connsiteY58" fmla="*/ 1417460 h 2237474"/>
              <a:gd name="connsiteX59" fmla="*/ 7483437 w 12192000"/>
              <a:gd name="connsiteY59" fmla="*/ 1478152 h 2237474"/>
              <a:gd name="connsiteX60" fmla="*/ 7377870 w 12192000"/>
              <a:gd name="connsiteY60" fmla="*/ 1523319 h 2237474"/>
              <a:gd name="connsiteX61" fmla="*/ 7230737 w 12192000"/>
              <a:gd name="connsiteY61" fmla="*/ 1562633 h 2237474"/>
              <a:gd name="connsiteX62" fmla="*/ 7224458 w 12192000"/>
              <a:gd name="connsiteY62" fmla="*/ 1573008 h 2237474"/>
              <a:gd name="connsiteX63" fmla="*/ 7183121 w 12192000"/>
              <a:gd name="connsiteY63" fmla="*/ 1595162 h 2237474"/>
              <a:gd name="connsiteX64" fmla="*/ 7164601 w 12192000"/>
              <a:gd name="connsiteY64" fmla="*/ 1606490 h 2237474"/>
              <a:gd name="connsiteX65" fmla="*/ 7092727 w 12192000"/>
              <a:gd name="connsiteY65" fmla="*/ 1623628 h 2237474"/>
              <a:gd name="connsiteX66" fmla="*/ 7031309 w 12192000"/>
              <a:gd name="connsiteY66" fmla="*/ 1619451 h 2237474"/>
              <a:gd name="connsiteX67" fmla="*/ 6900177 w 12192000"/>
              <a:gd name="connsiteY67" fmla="*/ 1636016 h 2237474"/>
              <a:gd name="connsiteX68" fmla="*/ 6795372 w 12192000"/>
              <a:gd name="connsiteY68" fmla="*/ 1644845 h 2237474"/>
              <a:gd name="connsiteX69" fmla="*/ 6692251 w 12192000"/>
              <a:gd name="connsiteY69" fmla="*/ 1656357 h 2237474"/>
              <a:gd name="connsiteX70" fmla="*/ 6655235 w 12192000"/>
              <a:gd name="connsiteY70" fmla="*/ 1661869 h 2237474"/>
              <a:gd name="connsiteX71" fmla="*/ 6554894 w 12192000"/>
              <a:gd name="connsiteY71" fmla="*/ 1664428 h 2237474"/>
              <a:gd name="connsiteX72" fmla="*/ 6516595 w 12192000"/>
              <a:gd name="connsiteY72" fmla="*/ 1667475 h 2237474"/>
              <a:gd name="connsiteX73" fmla="*/ 6508541 w 12192000"/>
              <a:gd name="connsiteY73" fmla="*/ 1668757 h 2237474"/>
              <a:gd name="connsiteX74" fmla="*/ 6471012 w 12192000"/>
              <a:gd name="connsiteY74" fmla="*/ 1678604 h 2237474"/>
              <a:gd name="connsiteX75" fmla="*/ 6364035 w 12192000"/>
              <a:gd name="connsiteY75" fmla="*/ 1667683 h 2237474"/>
              <a:gd name="connsiteX76" fmla="*/ 6280959 w 12192000"/>
              <a:gd name="connsiteY76" fmla="*/ 1689329 h 2237474"/>
              <a:gd name="connsiteX77" fmla="*/ 6243319 w 12192000"/>
              <a:gd name="connsiteY77" fmla="*/ 1695560 h 2237474"/>
              <a:gd name="connsiteX78" fmla="*/ 6098321 w 12192000"/>
              <a:gd name="connsiteY78" fmla="*/ 1721646 h 2237474"/>
              <a:gd name="connsiteX79" fmla="*/ 5880652 w 12192000"/>
              <a:gd name="connsiteY79" fmla="*/ 1779643 h 2237474"/>
              <a:gd name="connsiteX80" fmla="*/ 5785959 w 12192000"/>
              <a:gd name="connsiteY80" fmla="*/ 1775307 h 2237474"/>
              <a:gd name="connsiteX81" fmla="*/ 5643534 w 12192000"/>
              <a:gd name="connsiteY81" fmla="*/ 1802919 h 2237474"/>
              <a:gd name="connsiteX82" fmla="*/ 5518799 w 12192000"/>
              <a:gd name="connsiteY82" fmla="*/ 1818312 h 2237474"/>
              <a:gd name="connsiteX83" fmla="*/ 5505014 w 12192000"/>
              <a:gd name="connsiteY83" fmla="*/ 1819259 h 2237474"/>
              <a:gd name="connsiteX84" fmla="*/ 5453307 w 12192000"/>
              <a:gd name="connsiteY84" fmla="*/ 1815450 h 2237474"/>
              <a:gd name="connsiteX85" fmla="*/ 5259633 w 12192000"/>
              <a:gd name="connsiteY85" fmla="*/ 1837160 h 2237474"/>
              <a:gd name="connsiteX86" fmla="*/ 5149802 w 12192000"/>
              <a:gd name="connsiteY86" fmla="*/ 1844846 h 2237474"/>
              <a:gd name="connsiteX87" fmla="*/ 5114927 w 12192000"/>
              <a:gd name="connsiteY87" fmla="*/ 1847827 h 2237474"/>
              <a:gd name="connsiteX88" fmla="*/ 5108970 w 12192000"/>
              <a:gd name="connsiteY88" fmla="*/ 1847935 h 2237474"/>
              <a:gd name="connsiteX89" fmla="*/ 5067961 w 12192000"/>
              <a:gd name="connsiteY89" fmla="*/ 1845917 h 2237474"/>
              <a:gd name="connsiteX90" fmla="*/ 5007075 w 12192000"/>
              <a:gd name="connsiteY90" fmla="*/ 1838626 h 2237474"/>
              <a:gd name="connsiteX91" fmla="*/ 4944087 w 12192000"/>
              <a:gd name="connsiteY91" fmla="*/ 1823332 h 2237474"/>
              <a:gd name="connsiteX92" fmla="*/ 4907662 w 12192000"/>
              <a:gd name="connsiteY92" fmla="*/ 1816900 h 2237474"/>
              <a:gd name="connsiteX93" fmla="*/ 4882386 w 12192000"/>
              <a:gd name="connsiteY93" fmla="*/ 1809844 h 2237474"/>
              <a:gd name="connsiteX94" fmla="*/ 4811440 w 12192000"/>
              <a:gd name="connsiteY94" fmla="*/ 1804655 h 2237474"/>
              <a:gd name="connsiteX95" fmla="*/ 4691075 w 12192000"/>
              <a:gd name="connsiteY95" fmla="*/ 1801389 h 2237474"/>
              <a:gd name="connsiteX96" fmla="*/ 4611738 w 12192000"/>
              <a:gd name="connsiteY96" fmla="*/ 1776964 h 2237474"/>
              <a:gd name="connsiteX97" fmla="*/ 4560070 w 12192000"/>
              <a:gd name="connsiteY97" fmla="*/ 1785640 h 2237474"/>
              <a:gd name="connsiteX98" fmla="*/ 4536503 w 12192000"/>
              <a:gd name="connsiteY98" fmla="*/ 1785334 h 2237474"/>
              <a:gd name="connsiteX99" fmla="*/ 4513724 w 12192000"/>
              <a:gd name="connsiteY99" fmla="*/ 1791996 h 2237474"/>
              <a:gd name="connsiteX100" fmla="*/ 4459810 w 12192000"/>
              <a:gd name="connsiteY100" fmla="*/ 1797886 h 2237474"/>
              <a:gd name="connsiteX101" fmla="*/ 4379064 w 12192000"/>
              <a:gd name="connsiteY101" fmla="*/ 1817177 h 2237474"/>
              <a:gd name="connsiteX102" fmla="*/ 4319209 w 12192000"/>
              <a:gd name="connsiteY102" fmla="*/ 1834833 h 2237474"/>
              <a:gd name="connsiteX103" fmla="*/ 4290981 w 12192000"/>
              <a:gd name="connsiteY103" fmla="*/ 1839677 h 2237474"/>
              <a:gd name="connsiteX104" fmla="*/ 4285792 w 12192000"/>
              <a:gd name="connsiteY104" fmla="*/ 1836231 h 2237474"/>
              <a:gd name="connsiteX105" fmla="*/ 4238372 w 12192000"/>
              <a:gd name="connsiteY105" fmla="*/ 1851480 h 2237474"/>
              <a:gd name="connsiteX106" fmla="*/ 4232517 w 12192000"/>
              <a:gd name="connsiteY106" fmla="*/ 1852567 h 2237474"/>
              <a:gd name="connsiteX107" fmla="*/ 4191732 w 12192000"/>
              <a:gd name="connsiteY107" fmla="*/ 1857328 h 2237474"/>
              <a:gd name="connsiteX108" fmla="*/ 4065532 w 12192000"/>
              <a:gd name="connsiteY108" fmla="*/ 1855477 h 2237474"/>
              <a:gd name="connsiteX109" fmla="*/ 4028460 w 12192000"/>
              <a:gd name="connsiteY109" fmla="*/ 1855137 h 2237474"/>
              <a:gd name="connsiteX110" fmla="*/ 4002267 w 12192000"/>
              <a:gd name="connsiteY110" fmla="*/ 1852352 h 2237474"/>
              <a:gd name="connsiteX111" fmla="*/ 3931396 w 12192000"/>
              <a:gd name="connsiteY111" fmla="*/ 1858915 h 2237474"/>
              <a:gd name="connsiteX112" fmla="*/ 3812162 w 12192000"/>
              <a:gd name="connsiteY112" fmla="*/ 1875501 h 2237474"/>
              <a:gd name="connsiteX113" fmla="*/ 3729530 w 12192000"/>
              <a:gd name="connsiteY113" fmla="*/ 1864513 h 2237474"/>
              <a:gd name="connsiteX114" fmla="*/ 3680177 w 12192000"/>
              <a:gd name="connsiteY114" fmla="*/ 1881552 h 2237474"/>
              <a:gd name="connsiteX115" fmla="*/ 3567259 w 12192000"/>
              <a:gd name="connsiteY115" fmla="*/ 1893482 h 2237474"/>
              <a:gd name="connsiteX116" fmla="*/ 3405770 w 12192000"/>
              <a:gd name="connsiteY116" fmla="*/ 1904591 h 2237474"/>
              <a:gd name="connsiteX117" fmla="*/ 3280097 w 12192000"/>
              <a:gd name="connsiteY117" fmla="*/ 1919610 h 2237474"/>
              <a:gd name="connsiteX118" fmla="*/ 3123424 w 12192000"/>
              <a:gd name="connsiteY118" fmla="*/ 1952930 h 2237474"/>
              <a:gd name="connsiteX119" fmla="*/ 3009910 w 12192000"/>
              <a:gd name="connsiteY119" fmla="*/ 1957866 h 2237474"/>
              <a:gd name="connsiteX120" fmla="*/ 2995934 w 12192000"/>
              <a:gd name="connsiteY120" fmla="*/ 1967085 h 2237474"/>
              <a:gd name="connsiteX121" fmla="*/ 2980071 w 12192000"/>
              <a:gd name="connsiteY121" fmla="*/ 1972988 h 2237474"/>
              <a:gd name="connsiteX122" fmla="*/ 2978094 w 12192000"/>
              <a:gd name="connsiteY122" fmla="*/ 1972369 h 2237474"/>
              <a:gd name="connsiteX123" fmla="*/ 2942858 w 12192000"/>
              <a:gd name="connsiteY123" fmla="*/ 1981367 h 2237474"/>
              <a:gd name="connsiteX124" fmla="*/ 2875436 w 12192000"/>
              <a:gd name="connsiteY124" fmla="*/ 1996977 h 2237474"/>
              <a:gd name="connsiteX125" fmla="*/ 2874892 w 12192000"/>
              <a:gd name="connsiteY125" fmla="*/ 1996085 h 2237474"/>
              <a:gd name="connsiteX126" fmla="*/ 2864145 w 12192000"/>
              <a:gd name="connsiteY126" fmla="*/ 1994061 h 2237474"/>
              <a:gd name="connsiteX127" fmla="*/ 2843662 w 12192000"/>
              <a:gd name="connsiteY127" fmla="*/ 1992498 h 2237474"/>
              <a:gd name="connsiteX128" fmla="*/ 2796128 w 12192000"/>
              <a:gd name="connsiteY128" fmla="*/ 1976403 h 2237474"/>
              <a:gd name="connsiteX129" fmla="*/ 2756784 w 12192000"/>
              <a:gd name="connsiteY129" fmla="*/ 1985116 h 2237474"/>
              <a:gd name="connsiteX130" fmla="*/ 2748833 w 12192000"/>
              <a:gd name="connsiteY130" fmla="*/ 1986323 h 2237474"/>
              <a:gd name="connsiteX131" fmla="*/ 2748661 w 12192000"/>
              <a:gd name="connsiteY131" fmla="*/ 1986122 h 2237474"/>
              <a:gd name="connsiteX132" fmla="*/ 2740251 w 12192000"/>
              <a:gd name="connsiteY132" fmla="*/ 1986946 h 2237474"/>
              <a:gd name="connsiteX133" fmla="*/ 2718916 w 12192000"/>
              <a:gd name="connsiteY133" fmla="*/ 1990867 h 2237474"/>
              <a:gd name="connsiteX134" fmla="*/ 2713522 w 12192000"/>
              <a:gd name="connsiteY134" fmla="*/ 1990173 h 2237474"/>
              <a:gd name="connsiteX135" fmla="*/ 2680597 w 12192000"/>
              <a:gd name="connsiteY135" fmla="*/ 1984996 h 2237474"/>
              <a:gd name="connsiteX136" fmla="*/ 2578178 w 12192000"/>
              <a:gd name="connsiteY136" fmla="*/ 1990531 h 2237474"/>
              <a:gd name="connsiteX137" fmla="*/ 2476147 w 12192000"/>
              <a:gd name="connsiteY137" fmla="*/ 1998305 h 2237474"/>
              <a:gd name="connsiteX138" fmla="*/ 2373568 w 12192000"/>
              <a:gd name="connsiteY138" fmla="*/ 2003219 h 2237474"/>
              <a:gd name="connsiteX139" fmla="*/ 2321399 w 12192000"/>
              <a:gd name="connsiteY139" fmla="*/ 1989467 h 2237474"/>
              <a:gd name="connsiteX140" fmla="*/ 2315525 w 12192000"/>
              <a:gd name="connsiteY140" fmla="*/ 1989708 h 2237474"/>
              <a:gd name="connsiteX141" fmla="*/ 2300792 w 12192000"/>
              <a:gd name="connsiteY141" fmla="*/ 1994290 h 2237474"/>
              <a:gd name="connsiteX142" fmla="*/ 2295469 w 12192000"/>
              <a:gd name="connsiteY142" fmla="*/ 1996659 h 2237474"/>
              <a:gd name="connsiteX143" fmla="*/ 2287219 w 12192000"/>
              <a:gd name="connsiteY143" fmla="*/ 1998750 h 2237474"/>
              <a:gd name="connsiteX144" fmla="*/ 2286948 w 12192000"/>
              <a:gd name="connsiteY144" fmla="*/ 1998596 h 2237474"/>
              <a:gd name="connsiteX145" fmla="*/ 2243069 w 12192000"/>
              <a:gd name="connsiteY145" fmla="*/ 2015111 h 2237474"/>
              <a:gd name="connsiteX146" fmla="*/ 2186609 w 12192000"/>
              <a:gd name="connsiteY146" fmla="*/ 2008263 h 2237474"/>
              <a:gd name="connsiteX147" fmla="*/ 2164831 w 12192000"/>
              <a:gd name="connsiteY147" fmla="*/ 2010143 h 2237474"/>
              <a:gd name="connsiteX148" fmla="*/ 2152836 w 12192000"/>
              <a:gd name="connsiteY148" fmla="*/ 2010048 h 2237474"/>
              <a:gd name="connsiteX149" fmla="*/ 2117102 w 12192000"/>
              <a:gd name="connsiteY149" fmla="*/ 2023004 h 2237474"/>
              <a:gd name="connsiteX150" fmla="*/ 2111935 w 12192000"/>
              <a:gd name="connsiteY150" fmla="*/ 2023163 h 2237474"/>
              <a:gd name="connsiteX151" fmla="*/ 2089991 w 12192000"/>
              <a:gd name="connsiteY151" fmla="*/ 2034193 h 2237474"/>
              <a:gd name="connsiteX152" fmla="*/ 2058061 w 12192000"/>
              <a:gd name="connsiteY152" fmla="*/ 2047942 h 2237474"/>
              <a:gd name="connsiteX153" fmla="*/ 2055737 w 12192000"/>
              <a:gd name="connsiteY153" fmla="*/ 2047704 h 2237474"/>
              <a:gd name="connsiteX154" fmla="*/ 2042244 w 12192000"/>
              <a:gd name="connsiteY154" fmla="*/ 2055560 h 2237474"/>
              <a:gd name="connsiteX155" fmla="*/ 1976224 w 12192000"/>
              <a:gd name="connsiteY155" fmla="*/ 2074257 h 2237474"/>
              <a:gd name="connsiteX156" fmla="*/ 1877728 w 12192000"/>
              <a:gd name="connsiteY156" fmla="*/ 2101004 h 2237474"/>
              <a:gd name="connsiteX157" fmla="*/ 1759056 w 12192000"/>
              <a:gd name="connsiteY157" fmla="*/ 2125608 h 2237474"/>
              <a:gd name="connsiteX158" fmla="*/ 1637948 w 12192000"/>
              <a:gd name="connsiteY158" fmla="*/ 2172597 h 2237474"/>
              <a:gd name="connsiteX159" fmla="*/ 1434549 w 12192000"/>
              <a:gd name="connsiteY159" fmla="*/ 2234522 h 2237474"/>
              <a:gd name="connsiteX160" fmla="*/ 1398481 w 12192000"/>
              <a:gd name="connsiteY160" fmla="*/ 2237074 h 2237474"/>
              <a:gd name="connsiteX161" fmla="*/ 1398407 w 12192000"/>
              <a:gd name="connsiteY161" fmla="*/ 2237095 h 2237474"/>
              <a:gd name="connsiteX162" fmla="*/ 1370962 w 12192000"/>
              <a:gd name="connsiteY162" fmla="*/ 2237474 h 2237474"/>
              <a:gd name="connsiteX163" fmla="*/ 1356367 w 12192000"/>
              <a:gd name="connsiteY163" fmla="*/ 2235089 h 2237474"/>
              <a:gd name="connsiteX164" fmla="*/ 1324828 w 12192000"/>
              <a:gd name="connsiteY164" fmla="*/ 2231968 h 2237474"/>
              <a:gd name="connsiteX165" fmla="*/ 1297744 w 12192000"/>
              <a:gd name="connsiteY165" fmla="*/ 2235849 h 2237474"/>
              <a:gd name="connsiteX166" fmla="*/ 1286236 w 12192000"/>
              <a:gd name="connsiteY166" fmla="*/ 2233135 h 2237474"/>
              <a:gd name="connsiteX167" fmla="*/ 1283504 w 12192000"/>
              <a:gd name="connsiteY167" fmla="*/ 2233797 h 2237474"/>
              <a:gd name="connsiteX168" fmla="*/ 1279765 w 12192000"/>
              <a:gd name="connsiteY168" fmla="*/ 2229639 h 2237474"/>
              <a:gd name="connsiteX169" fmla="*/ 1195347 w 12192000"/>
              <a:gd name="connsiteY169" fmla="*/ 2212354 h 2237474"/>
              <a:gd name="connsiteX170" fmla="*/ 970251 w 12192000"/>
              <a:gd name="connsiteY170" fmla="*/ 2221029 h 2237474"/>
              <a:gd name="connsiteX171" fmla="*/ 812914 w 12192000"/>
              <a:gd name="connsiteY171" fmla="*/ 2202752 h 2237474"/>
              <a:gd name="connsiteX172" fmla="*/ 800195 w 12192000"/>
              <a:gd name="connsiteY172" fmla="*/ 2209407 h 2237474"/>
              <a:gd name="connsiteX173" fmla="*/ 784978 w 12192000"/>
              <a:gd name="connsiteY173" fmla="*/ 2212360 h 2237474"/>
              <a:gd name="connsiteX174" fmla="*/ 681987 w 12192000"/>
              <a:gd name="connsiteY174" fmla="*/ 2216757 h 2237474"/>
              <a:gd name="connsiteX175" fmla="*/ 669923 w 12192000"/>
              <a:gd name="connsiteY175" fmla="*/ 2211682 h 2237474"/>
              <a:gd name="connsiteX176" fmla="*/ 648680 w 12192000"/>
              <a:gd name="connsiteY176" fmla="*/ 2206229 h 2237474"/>
              <a:gd name="connsiteX177" fmla="*/ 597225 w 12192000"/>
              <a:gd name="connsiteY177" fmla="*/ 2180999 h 2237474"/>
              <a:gd name="connsiteX178" fmla="*/ 558449 w 12192000"/>
              <a:gd name="connsiteY178" fmla="*/ 2182346 h 2237474"/>
              <a:gd name="connsiteX179" fmla="*/ 550517 w 12192000"/>
              <a:gd name="connsiteY179" fmla="*/ 2182060 h 2237474"/>
              <a:gd name="connsiteX180" fmla="*/ 550309 w 12192000"/>
              <a:gd name="connsiteY180" fmla="*/ 2181825 h 2237474"/>
              <a:gd name="connsiteX181" fmla="*/ 541836 w 12192000"/>
              <a:gd name="connsiteY181" fmla="*/ 2181063 h 2237474"/>
              <a:gd name="connsiteX182" fmla="*/ 536057 w 12192000"/>
              <a:gd name="connsiteY182" fmla="*/ 2181537 h 2237474"/>
              <a:gd name="connsiteX183" fmla="*/ 520671 w 12192000"/>
              <a:gd name="connsiteY183" fmla="*/ 2180980 h 2237474"/>
              <a:gd name="connsiteX184" fmla="*/ 515024 w 12192000"/>
              <a:gd name="connsiteY184" fmla="*/ 2179258 h 2237474"/>
              <a:gd name="connsiteX185" fmla="*/ 512278 w 12192000"/>
              <a:gd name="connsiteY185" fmla="*/ 2176369 h 2237474"/>
              <a:gd name="connsiteX186" fmla="*/ 480419 w 12192000"/>
              <a:gd name="connsiteY186" fmla="*/ 2167807 h 2237474"/>
              <a:gd name="connsiteX187" fmla="*/ 413835 w 12192000"/>
              <a:gd name="connsiteY187" fmla="*/ 2156783 h 2237474"/>
              <a:gd name="connsiteX188" fmla="*/ 376513 w 12192000"/>
              <a:gd name="connsiteY188" fmla="*/ 2154014 h 2237474"/>
              <a:gd name="connsiteX189" fmla="*/ 273386 w 12192000"/>
              <a:gd name="connsiteY189" fmla="*/ 2142551 h 2237474"/>
              <a:gd name="connsiteX190" fmla="*/ 169207 w 12192000"/>
              <a:gd name="connsiteY190" fmla="*/ 2128100 h 2237474"/>
              <a:gd name="connsiteX191" fmla="*/ 93149 w 12192000"/>
              <a:gd name="connsiteY191" fmla="*/ 2105324 h 2237474"/>
              <a:gd name="connsiteX192" fmla="*/ 88109 w 12192000"/>
              <a:gd name="connsiteY192" fmla="*/ 2106704 h 2237474"/>
              <a:gd name="connsiteX193" fmla="*/ 80022 w 12192000"/>
              <a:gd name="connsiteY193" fmla="*/ 2107254 h 2237474"/>
              <a:gd name="connsiteX194" fmla="*/ 79717 w 12192000"/>
              <a:gd name="connsiteY194" fmla="*/ 2107046 h 2237474"/>
              <a:gd name="connsiteX195" fmla="*/ 72352 w 12192000"/>
              <a:gd name="connsiteY195" fmla="*/ 2107991 h 2237474"/>
              <a:gd name="connsiteX196" fmla="*/ 37645 w 12192000"/>
              <a:gd name="connsiteY196" fmla="*/ 2115401 h 2237474"/>
              <a:gd name="connsiteX197" fmla="*/ 4572 w 12192000"/>
              <a:gd name="connsiteY197" fmla="*/ 2111091 h 2237474"/>
              <a:gd name="connsiteX198" fmla="*/ 0 w 12192000"/>
              <a:gd name="connsiteY198" fmla="*/ 2110468 h 2237474"/>
              <a:gd name="connsiteX199" fmla="*/ 0 w 12192000"/>
              <a:gd name="connsiteY199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958984 w 12192000"/>
              <a:gd name="connsiteY38" fmla="*/ 1057212 h 2237474"/>
              <a:gd name="connsiteX39" fmla="*/ 8886001 w 12192000"/>
              <a:gd name="connsiteY39" fmla="*/ 1067468 h 2237474"/>
              <a:gd name="connsiteX40" fmla="*/ 8838610 w 12192000"/>
              <a:gd name="connsiteY40" fmla="*/ 1075091 h 2237474"/>
              <a:gd name="connsiteX41" fmla="*/ 8750383 w 12192000"/>
              <a:gd name="connsiteY41" fmla="*/ 1097387 h 2237474"/>
              <a:gd name="connsiteX42" fmla="*/ 8665605 w 12192000"/>
              <a:gd name="connsiteY42" fmla="*/ 1110791 h 2237474"/>
              <a:gd name="connsiteX43" fmla="*/ 8584946 w 12192000"/>
              <a:gd name="connsiteY43" fmla="*/ 1135226 h 2237474"/>
              <a:gd name="connsiteX44" fmla="*/ 8460755 w 12192000"/>
              <a:gd name="connsiteY44" fmla="*/ 1203427 h 2237474"/>
              <a:gd name="connsiteX45" fmla="*/ 8419755 w 12192000"/>
              <a:gd name="connsiteY45" fmla="*/ 1216260 h 2237474"/>
              <a:gd name="connsiteX46" fmla="*/ 8411626 w 12192000"/>
              <a:gd name="connsiteY46" fmla="*/ 1214397 h 2237474"/>
              <a:gd name="connsiteX47" fmla="*/ 8363469 w 12192000"/>
              <a:gd name="connsiteY47" fmla="*/ 1246658 h 2237474"/>
              <a:gd name="connsiteX48" fmla="*/ 8275497 w 12192000"/>
              <a:gd name="connsiteY48" fmla="*/ 1264396 h 2237474"/>
              <a:gd name="connsiteX49" fmla="*/ 8206287 w 12192000"/>
              <a:gd name="connsiteY49" fmla="*/ 1273060 h 2237474"/>
              <a:gd name="connsiteX50" fmla="*/ 8168705 w 12192000"/>
              <a:gd name="connsiteY50" fmla="*/ 1279956 h 2237474"/>
              <a:gd name="connsiteX51" fmla="*/ 8139997 w 12192000"/>
              <a:gd name="connsiteY51" fmla="*/ 1282713 h 2237474"/>
              <a:gd name="connsiteX52" fmla="*/ 8074238 w 12192000"/>
              <a:gd name="connsiteY52" fmla="*/ 1301895 h 2237474"/>
              <a:gd name="connsiteX53" fmla="*/ 7968292 w 12192000"/>
              <a:gd name="connsiteY53" fmla="*/ 1338779 h 2237474"/>
              <a:gd name="connsiteX54" fmla="*/ 7902328 w 12192000"/>
              <a:gd name="connsiteY54" fmla="*/ 1345865 h 2237474"/>
              <a:gd name="connsiteX55" fmla="*/ 7875879 w 12192000"/>
              <a:gd name="connsiteY55" fmla="*/ 1345646 h 2237474"/>
              <a:gd name="connsiteX56" fmla="*/ 7840612 w 12192000"/>
              <a:gd name="connsiteY56" fmla="*/ 1369373 h 2237474"/>
              <a:gd name="connsiteX57" fmla="*/ 7786819 w 12192000"/>
              <a:gd name="connsiteY57" fmla="*/ 1378970 h 2237474"/>
              <a:gd name="connsiteX58" fmla="*/ 7548172 w 12192000"/>
              <a:gd name="connsiteY58" fmla="*/ 1417460 h 2237474"/>
              <a:gd name="connsiteX59" fmla="*/ 7483437 w 12192000"/>
              <a:gd name="connsiteY59" fmla="*/ 1478152 h 2237474"/>
              <a:gd name="connsiteX60" fmla="*/ 7377870 w 12192000"/>
              <a:gd name="connsiteY60" fmla="*/ 1523319 h 2237474"/>
              <a:gd name="connsiteX61" fmla="*/ 7230737 w 12192000"/>
              <a:gd name="connsiteY61" fmla="*/ 1562633 h 2237474"/>
              <a:gd name="connsiteX62" fmla="*/ 7224458 w 12192000"/>
              <a:gd name="connsiteY62" fmla="*/ 1573008 h 2237474"/>
              <a:gd name="connsiteX63" fmla="*/ 7183121 w 12192000"/>
              <a:gd name="connsiteY63" fmla="*/ 1595162 h 2237474"/>
              <a:gd name="connsiteX64" fmla="*/ 7164601 w 12192000"/>
              <a:gd name="connsiteY64" fmla="*/ 1606490 h 2237474"/>
              <a:gd name="connsiteX65" fmla="*/ 7092727 w 12192000"/>
              <a:gd name="connsiteY65" fmla="*/ 1623628 h 2237474"/>
              <a:gd name="connsiteX66" fmla="*/ 7031309 w 12192000"/>
              <a:gd name="connsiteY66" fmla="*/ 1619451 h 2237474"/>
              <a:gd name="connsiteX67" fmla="*/ 6900177 w 12192000"/>
              <a:gd name="connsiteY67" fmla="*/ 1636016 h 2237474"/>
              <a:gd name="connsiteX68" fmla="*/ 6795372 w 12192000"/>
              <a:gd name="connsiteY68" fmla="*/ 1644845 h 2237474"/>
              <a:gd name="connsiteX69" fmla="*/ 6692251 w 12192000"/>
              <a:gd name="connsiteY69" fmla="*/ 1656357 h 2237474"/>
              <a:gd name="connsiteX70" fmla="*/ 6655235 w 12192000"/>
              <a:gd name="connsiteY70" fmla="*/ 1661869 h 2237474"/>
              <a:gd name="connsiteX71" fmla="*/ 6554894 w 12192000"/>
              <a:gd name="connsiteY71" fmla="*/ 1664428 h 2237474"/>
              <a:gd name="connsiteX72" fmla="*/ 6516595 w 12192000"/>
              <a:gd name="connsiteY72" fmla="*/ 1667475 h 2237474"/>
              <a:gd name="connsiteX73" fmla="*/ 6508541 w 12192000"/>
              <a:gd name="connsiteY73" fmla="*/ 1668757 h 2237474"/>
              <a:gd name="connsiteX74" fmla="*/ 6471012 w 12192000"/>
              <a:gd name="connsiteY74" fmla="*/ 1678604 h 2237474"/>
              <a:gd name="connsiteX75" fmla="*/ 6364035 w 12192000"/>
              <a:gd name="connsiteY75" fmla="*/ 1667683 h 2237474"/>
              <a:gd name="connsiteX76" fmla="*/ 6280959 w 12192000"/>
              <a:gd name="connsiteY76" fmla="*/ 1689329 h 2237474"/>
              <a:gd name="connsiteX77" fmla="*/ 6243319 w 12192000"/>
              <a:gd name="connsiteY77" fmla="*/ 1695560 h 2237474"/>
              <a:gd name="connsiteX78" fmla="*/ 6098321 w 12192000"/>
              <a:gd name="connsiteY78" fmla="*/ 1721646 h 2237474"/>
              <a:gd name="connsiteX79" fmla="*/ 5880652 w 12192000"/>
              <a:gd name="connsiteY79" fmla="*/ 1779643 h 2237474"/>
              <a:gd name="connsiteX80" fmla="*/ 5785959 w 12192000"/>
              <a:gd name="connsiteY80" fmla="*/ 1775307 h 2237474"/>
              <a:gd name="connsiteX81" fmla="*/ 5643534 w 12192000"/>
              <a:gd name="connsiteY81" fmla="*/ 1802919 h 2237474"/>
              <a:gd name="connsiteX82" fmla="*/ 5518799 w 12192000"/>
              <a:gd name="connsiteY82" fmla="*/ 1818312 h 2237474"/>
              <a:gd name="connsiteX83" fmla="*/ 5505014 w 12192000"/>
              <a:gd name="connsiteY83" fmla="*/ 1819259 h 2237474"/>
              <a:gd name="connsiteX84" fmla="*/ 5453307 w 12192000"/>
              <a:gd name="connsiteY84" fmla="*/ 1815450 h 2237474"/>
              <a:gd name="connsiteX85" fmla="*/ 5259633 w 12192000"/>
              <a:gd name="connsiteY85" fmla="*/ 1837160 h 2237474"/>
              <a:gd name="connsiteX86" fmla="*/ 5149802 w 12192000"/>
              <a:gd name="connsiteY86" fmla="*/ 1844846 h 2237474"/>
              <a:gd name="connsiteX87" fmla="*/ 5114927 w 12192000"/>
              <a:gd name="connsiteY87" fmla="*/ 1847827 h 2237474"/>
              <a:gd name="connsiteX88" fmla="*/ 5108970 w 12192000"/>
              <a:gd name="connsiteY88" fmla="*/ 1847935 h 2237474"/>
              <a:gd name="connsiteX89" fmla="*/ 5067961 w 12192000"/>
              <a:gd name="connsiteY89" fmla="*/ 1845917 h 2237474"/>
              <a:gd name="connsiteX90" fmla="*/ 5007075 w 12192000"/>
              <a:gd name="connsiteY90" fmla="*/ 1838626 h 2237474"/>
              <a:gd name="connsiteX91" fmla="*/ 4944087 w 12192000"/>
              <a:gd name="connsiteY91" fmla="*/ 1823332 h 2237474"/>
              <a:gd name="connsiteX92" fmla="*/ 4907662 w 12192000"/>
              <a:gd name="connsiteY92" fmla="*/ 1816900 h 2237474"/>
              <a:gd name="connsiteX93" fmla="*/ 4882386 w 12192000"/>
              <a:gd name="connsiteY93" fmla="*/ 1809844 h 2237474"/>
              <a:gd name="connsiteX94" fmla="*/ 4811440 w 12192000"/>
              <a:gd name="connsiteY94" fmla="*/ 1804655 h 2237474"/>
              <a:gd name="connsiteX95" fmla="*/ 4691075 w 12192000"/>
              <a:gd name="connsiteY95" fmla="*/ 1801389 h 2237474"/>
              <a:gd name="connsiteX96" fmla="*/ 4611738 w 12192000"/>
              <a:gd name="connsiteY96" fmla="*/ 1776964 h 2237474"/>
              <a:gd name="connsiteX97" fmla="*/ 4560070 w 12192000"/>
              <a:gd name="connsiteY97" fmla="*/ 1785640 h 2237474"/>
              <a:gd name="connsiteX98" fmla="*/ 4536503 w 12192000"/>
              <a:gd name="connsiteY98" fmla="*/ 1785334 h 2237474"/>
              <a:gd name="connsiteX99" fmla="*/ 4513724 w 12192000"/>
              <a:gd name="connsiteY99" fmla="*/ 1791996 h 2237474"/>
              <a:gd name="connsiteX100" fmla="*/ 4459810 w 12192000"/>
              <a:gd name="connsiteY100" fmla="*/ 1797886 h 2237474"/>
              <a:gd name="connsiteX101" fmla="*/ 4379064 w 12192000"/>
              <a:gd name="connsiteY101" fmla="*/ 1817177 h 2237474"/>
              <a:gd name="connsiteX102" fmla="*/ 4319209 w 12192000"/>
              <a:gd name="connsiteY102" fmla="*/ 1834833 h 2237474"/>
              <a:gd name="connsiteX103" fmla="*/ 4290981 w 12192000"/>
              <a:gd name="connsiteY103" fmla="*/ 1839677 h 2237474"/>
              <a:gd name="connsiteX104" fmla="*/ 4285792 w 12192000"/>
              <a:gd name="connsiteY104" fmla="*/ 1836231 h 2237474"/>
              <a:gd name="connsiteX105" fmla="*/ 4238372 w 12192000"/>
              <a:gd name="connsiteY105" fmla="*/ 1851480 h 2237474"/>
              <a:gd name="connsiteX106" fmla="*/ 4232517 w 12192000"/>
              <a:gd name="connsiteY106" fmla="*/ 1852567 h 2237474"/>
              <a:gd name="connsiteX107" fmla="*/ 4191732 w 12192000"/>
              <a:gd name="connsiteY107" fmla="*/ 1857328 h 2237474"/>
              <a:gd name="connsiteX108" fmla="*/ 4065532 w 12192000"/>
              <a:gd name="connsiteY108" fmla="*/ 1855477 h 2237474"/>
              <a:gd name="connsiteX109" fmla="*/ 4028460 w 12192000"/>
              <a:gd name="connsiteY109" fmla="*/ 1855137 h 2237474"/>
              <a:gd name="connsiteX110" fmla="*/ 4002267 w 12192000"/>
              <a:gd name="connsiteY110" fmla="*/ 1852352 h 2237474"/>
              <a:gd name="connsiteX111" fmla="*/ 3931396 w 12192000"/>
              <a:gd name="connsiteY111" fmla="*/ 1858915 h 2237474"/>
              <a:gd name="connsiteX112" fmla="*/ 3812162 w 12192000"/>
              <a:gd name="connsiteY112" fmla="*/ 1875501 h 2237474"/>
              <a:gd name="connsiteX113" fmla="*/ 3729530 w 12192000"/>
              <a:gd name="connsiteY113" fmla="*/ 1864513 h 2237474"/>
              <a:gd name="connsiteX114" fmla="*/ 3680177 w 12192000"/>
              <a:gd name="connsiteY114" fmla="*/ 1881552 h 2237474"/>
              <a:gd name="connsiteX115" fmla="*/ 3567259 w 12192000"/>
              <a:gd name="connsiteY115" fmla="*/ 1893482 h 2237474"/>
              <a:gd name="connsiteX116" fmla="*/ 3405770 w 12192000"/>
              <a:gd name="connsiteY116" fmla="*/ 1904591 h 2237474"/>
              <a:gd name="connsiteX117" fmla="*/ 3280097 w 12192000"/>
              <a:gd name="connsiteY117" fmla="*/ 1919610 h 2237474"/>
              <a:gd name="connsiteX118" fmla="*/ 3123424 w 12192000"/>
              <a:gd name="connsiteY118" fmla="*/ 1952930 h 2237474"/>
              <a:gd name="connsiteX119" fmla="*/ 3009910 w 12192000"/>
              <a:gd name="connsiteY119" fmla="*/ 1957866 h 2237474"/>
              <a:gd name="connsiteX120" fmla="*/ 2995934 w 12192000"/>
              <a:gd name="connsiteY120" fmla="*/ 1967085 h 2237474"/>
              <a:gd name="connsiteX121" fmla="*/ 2980071 w 12192000"/>
              <a:gd name="connsiteY121" fmla="*/ 1972988 h 2237474"/>
              <a:gd name="connsiteX122" fmla="*/ 2978094 w 12192000"/>
              <a:gd name="connsiteY122" fmla="*/ 1972369 h 2237474"/>
              <a:gd name="connsiteX123" fmla="*/ 2942858 w 12192000"/>
              <a:gd name="connsiteY123" fmla="*/ 1981367 h 2237474"/>
              <a:gd name="connsiteX124" fmla="*/ 2875436 w 12192000"/>
              <a:gd name="connsiteY124" fmla="*/ 1996977 h 2237474"/>
              <a:gd name="connsiteX125" fmla="*/ 2874892 w 12192000"/>
              <a:gd name="connsiteY125" fmla="*/ 1996085 h 2237474"/>
              <a:gd name="connsiteX126" fmla="*/ 2864145 w 12192000"/>
              <a:gd name="connsiteY126" fmla="*/ 1994061 h 2237474"/>
              <a:gd name="connsiteX127" fmla="*/ 2843662 w 12192000"/>
              <a:gd name="connsiteY127" fmla="*/ 1992498 h 2237474"/>
              <a:gd name="connsiteX128" fmla="*/ 2796128 w 12192000"/>
              <a:gd name="connsiteY128" fmla="*/ 1976403 h 2237474"/>
              <a:gd name="connsiteX129" fmla="*/ 2756784 w 12192000"/>
              <a:gd name="connsiteY129" fmla="*/ 1985116 h 2237474"/>
              <a:gd name="connsiteX130" fmla="*/ 2748833 w 12192000"/>
              <a:gd name="connsiteY130" fmla="*/ 1986323 h 2237474"/>
              <a:gd name="connsiteX131" fmla="*/ 2748661 w 12192000"/>
              <a:gd name="connsiteY131" fmla="*/ 1986122 h 2237474"/>
              <a:gd name="connsiteX132" fmla="*/ 2740251 w 12192000"/>
              <a:gd name="connsiteY132" fmla="*/ 1986946 h 2237474"/>
              <a:gd name="connsiteX133" fmla="*/ 2718916 w 12192000"/>
              <a:gd name="connsiteY133" fmla="*/ 1990867 h 2237474"/>
              <a:gd name="connsiteX134" fmla="*/ 2713522 w 12192000"/>
              <a:gd name="connsiteY134" fmla="*/ 1990173 h 2237474"/>
              <a:gd name="connsiteX135" fmla="*/ 2680597 w 12192000"/>
              <a:gd name="connsiteY135" fmla="*/ 1984996 h 2237474"/>
              <a:gd name="connsiteX136" fmla="*/ 2578178 w 12192000"/>
              <a:gd name="connsiteY136" fmla="*/ 1990531 h 2237474"/>
              <a:gd name="connsiteX137" fmla="*/ 2476147 w 12192000"/>
              <a:gd name="connsiteY137" fmla="*/ 1998305 h 2237474"/>
              <a:gd name="connsiteX138" fmla="*/ 2373568 w 12192000"/>
              <a:gd name="connsiteY138" fmla="*/ 2003219 h 2237474"/>
              <a:gd name="connsiteX139" fmla="*/ 2321399 w 12192000"/>
              <a:gd name="connsiteY139" fmla="*/ 1989467 h 2237474"/>
              <a:gd name="connsiteX140" fmla="*/ 2315525 w 12192000"/>
              <a:gd name="connsiteY140" fmla="*/ 1989708 h 2237474"/>
              <a:gd name="connsiteX141" fmla="*/ 2300792 w 12192000"/>
              <a:gd name="connsiteY141" fmla="*/ 1994290 h 2237474"/>
              <a:gd name="connsiteX142" fmla="*/ 2295469 w 12192000"/>
              <a:gd name="connsiteY142" fmla="*/ 1996659 h 2237474"/>
              <a:gd name="connsiteX143" fmla="*/ 2287219 w 12192000"/>
              <a:gd name="connsiteY143" fmla="*/ 1998750 h 2237474"/>
              <a:gd name="connsiteX144" fmla="*/ 2286948 w 12192000"/>
              <a:gd name="connsiteY144" fmla="*/ 1998596 h 2237474"/>
              <a:gd name="connsiteX145" fmla="*/ 2243069 w 12192000"/>
              <a:gd name="connsiteY145" fmla="*/ 2015111 h 2237474"/>
              <a:gd name="connsiteX146" fmla="*/ 2186609 w 12192000"/>
              <a:gd name="connsiteY146" fmla="*/ 2008263 h 2237474"/>
              <a:gd name="connsiteX147" fmla="*/ 2164831 w 12192000"/>
              <a:gd name="connsiteY147" fmla="*/ 2010143 h 2237474"/>
              <a:gd name="connsiteX148" fmla="*/ 2152836 w 12192000"/>
              <a:gd name="connsiteY148" fmla="*/ 2010048 h 2237474"/>
              <a:gd name="connsiteX149" fmla="*/ 2117102 w 12192000"/>
              <a:gd name="connsiteY149" fmla="*/ 2023004 h 2237474"/>
              <a:gd name="connsiteX150" fmla="*/ 2111935 w 12192000"/>
              <a:gd name="connsiteY150" fmla="*/ 2023163 h 2237474"/>
              <a:gd name="connsiteX151" fmla="*/ 2089991 w 12192000"/>
              <a:gd name="connsiteY151" fmla="*/ 2034193 h 2237474"/>
              <a:gd name="connsiteX152" fmla="*/ 2058061 w 12192000"/>
              <a:gd name="connsiteY152" fmla="*/ 2047942 h 2237474"/>
              <a:gd name="connsiteX153" fmla="*/ 2055737 w 12192000"/>
              <a:gd name="connsiteY153" fmla="*/ 2047704 h 2237474"/>
              <a:gd name="connsiteX154" fmla="*/ 2042244 w 12192000"/>
              <a:gd name="connsiteY154" fmla="*/ 2055560 h 2237474"/>
              <a:gd name="connsiteX155" fmla="*/ 1976224 w 12192000"/>
              <a:gd name="connsiteY155" fmla="*/ 2074257 h 2237474"/>
              <a:gd name="connsiteX156" fmla="*/ 1877728 w 12192000"/>
              <a:gd name="connsiteY156" fmla="*/ 2101004 h 2237474"/>
              <a:gd name="connsiteX157" fmla="*/ 1759056 w 12192000"/>
              <a:gd name="connsiteY157" fmla="*/ 2125608 h 2237474"/>
              <a:gd name="connsiteX158" fmla="*/ 1637948 w 12192000"/>
              <a:gd name="connsiteY158" fmla="*/ 2172597 h 2237474"/>
              <a:gd name="connsiteX159" fmla="*/ 1434549 w 12192000"/>
              <a:gd name="connsiteY159" fmla="*/ 2234522 h 2237474"/>
              <a:gd name="connsiteX160" fmla="*/ 1398481 w 12192000"/>
              <a:gd name="connsiteY160" fmla="*/ 2237074 h 2237474"/>
              <a:gd name="connsiteX161" fmla="*/ 1398407 w 12192000"/>
              <a:gd name="connsiteY161" fmla="*/ 2237095 h 2237474"/>
              <a:gd name="connsiteX162" fmla="*/ 1370962 w 12192000"/>
              <a:gd name="connsiteY162" fmla="*/ 2237474 h 2237474"/>
              <a:gd name="connsiteX163" fmla="*/ 1356367 w 12192000"/>
              <a:gd name="connsiteY163" fmla="*/ 2235089 h 2237474"/>
              <a:gd name="connsiteX164" fmla="*/ 1324828 w 12192000"/>
              <a:gd name="connsiteY164" fmla="*/ 2231968 h 2237474"/>
              <a:gd name="connsiteX165" fmla="*/ 1297744 w 12192000"/>
              <a:gd name="connsiteY165" fmla="*/ 2235849 h 2237474"/>
              <a:gd name="connsiteX166" fmla="*/ 1286236 w 12192000"/>
              <a:gd name="connsiteY166" fmla="*/ 2233135 h 2237474"/>
              <a:gd name="connsiteX167" fmla="*/ 1283504 w 12192000"/>
              <a:gd name="connsiteY167" fmla="*/ 2233797 h 2237474"/>
              <a:gd name="connsiteX168" fmla="*/ 1279765 w 12192000"/>
              <a:gd name="connsiteY168" fmla="*/ 2229639 h 2237474"/>
              <a:gd name="connsiteX169" fmla="*/ 1195347 w 12192000"/>
              <a:gd name="connsiteY169" fmla="*/ 2212354 h 2237474"/>
              <a:gd name="connsiteX170" fmla="*/ 970251 w 12192000"/>
              <a:gd name="connsiteY170" fmla="*/ 2221029 h 2237474"/>
              <a:gd name="connsiteX171" fmla="*/ 812914 w 12192000"/>
              <a:gd name="connsiteY171" fmla="*/ 2202752 h 2237474"/>
              <a:gd name="connsiteX172" fmla="*/ 800195 w 12192000"/>
              <a:gd name="connsiteY172" fmla="*/ 2209407 h 2237474"/>
              <a:gd name="connsiteX173" fmla="*/ 784978 w 12192000"/>
              <a:gd name="connsiteY173" fmla="*/ 2212360 h 2237474"/>
              <a:gd name="connsiteX174" fmla="*/ 681987 w 12192000"/>
              <a:gd name="connsiteY174" fmla="*/ 2216757 h 2237474"/>
              <a:gd name="connsiteX175" fmla="*/ 669923 w 12192000"/>
              <a:gd name="connsiteY175" fmla="*/ 2211682 h 2237474"/>
              <a:gd name="connsiteX176" fmla="*/ 648680 w 12192000"/>
              <a:gd name="connsiteY176" fmla="*/ 2206229 h 2237474"/>
              <a:gd name="connsiteX177" fmla="*/ 597225 w 12192000"/>
              <a:gd name="connsiteY177" fmla="*/ 2180999 h 2237474"/>
              <a:gd name="connsiteX178" fmla="*/ 558449 w 12192000"/>
              <a:gd name="connsiteY178" fmla="*/ 2182346 h 2237474"/>
              <a:gd name="connsiteX179" fmla="*/ 550517 w 12192000"/>
              <a:gd name="connsiteY179" fmla="*/ 2182060 h 2237474"/>
              <a:gd name="connsiteX180" fmla="*/ 550309 w 12192000"/>
              <a:gd name="connsiteY180" fmla="*/ 2181825 h 2237474"/>
              <a:gd name="connsiteX181" fmla="*/ 541836 w 12192000"/>
              <a:gd name="connsiteY181" fmla="*/ 2181063 h 2237474"/>
              <a:gd name="connsiteX182" fmla="*/ 536057 w 12192000"/>
              <a:gd name="connsiteY182" fmla="*/ 2181537 h 2237474"/>
              <a:gd name="connsiteX183" fmla="*/ 520671 w 12192000"/>
              <a:gd name="connsiteY183" fmla="*/ 2180980 h 2237474"/>
              <a:gd name="connsiteX184" fmla="*/ 515024 w 12192000"/>
              <a:gd name="connsiteY184" fmla="*/ 2179258 h 2237474"/>
              <a:gd name="connsiteX185" fmla="*/ 512278 w 12192000"/>
              <a:gd name="connsiteY185" fmla="*/ 2176369 h 2237474"/>
              <a:gd name="connsiteX186" fmla="*/ 480419 w 12192000"/>
              <a:gd name="connsiteY186" fmla="*/ 2167807 h 2237474"/>
              <a:gd name="connsiteX187" fmla="*/ 413835 w 12192000"/>
              <a:gd name="connsiteY187" fmla="*/ 2156783 h 2237474"/>
              <a:gd name="connsiteX188" fmla="*/ 376513 w 12192000"/>
              <a:gd name="connsiteY188" fmla="*/ 2154014 h 2237474"/>
              <a:gd name="connsiteX189" fmla="*/ 273386 w 12192000"/>
              <a:gd name="connsiteY189" fmla="*/ 2142551 h 2237474"/>
              <a:gd name="connsiteX190" fmla="*/ 169207 w 12192000"/>
              <a:gd name="connsiteY190" fmla="*/ 2128100 h 2237474"/>
              <a:gd name="connsiteX191" fmla="*/ 93149 w 12192000"/>
              <a:gd name="connsiteY191" fmla="*/ 2105324 h 2237474"/>
              <a:gd name="connsiteX192" fmla="*/ 88109 w 12192000"/>
              <a:gd name="connsiteY192" fmla="*/ 2106704 h 2237474"/>
              <a:gd name="connsiteX193" fmla="*/ 80022 w 12192000"/>
              <a:gd name="connsiteY193" fmla="*/ 2107254 h 2237474"/>
              <a:gd name="connsiteX194" fmla="*/ 79717 w 12192000"/>
              <a:gd name="connsiteY194" fmla="*/ 2107046 h 2237474"/>
              <a:gd name="connsiteX195" fmla="*/ 72352 w 12192000"/>
              <a:gd name="connsiteY195" fmla="*/ 2107991 h 2237474"/>
              <a:gd name="connsiteX196" fmla="*/ 37645 w 12192000"/>
              <a:gd name="connsiteY196" fmla="*/ 2115401 h 2237474"/>
              <a:gd name="connsiteX197" fmla="*/ 4572 w 12192000"/>
              <a:gd name="connsiteY197" fmla="*/ 2111091 h 2237474"/>
              <a:gd name="connsiteX198" fmla="*/ 0 w 12192000"/>
              <a:gd name="connsiteY198" fmla="*/ 2110468 h 2237474"/>
              <a:gd name="connsiteX199" fmla="*/ 0 w 12192000"/>
              <a:gd name="connsiteY199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958984 w 12192000"/>
              <a:gd name="connsiteY38" fmla="*/ 1057212 h 2237474"/>
              <a:gd name="connsiteX39" fmla="*/ 8886001 w 12192000"/>
              <a:gd name="connsiteY39" fmla="*/ 1067468 h 2237474"/>
              <a:gd name="connsiteX40" fmla="*/ 8838610 w 12192000"/>
              <a:gd name="connsiteY40" fmla="*/ 1075091 h 2237474"/>
              <a:gd name="connsiteX41" fmla="*/ 8750383 w 12192000"/>
              <a:gd name="connsiteY41" fmla="*/ 1097387 h 2237474"/>
              <a:gd name="connsiteX42" fmla="*/ 8665605 w 12192000"/>
              <a:gd name="connsiteY42" fmla="*/ 1110791 h 2237474"/>
              <a:gd name="connsiteX43" fmla="*/ 8584946 w 12192000"/>
              <a:gd name="connsiteY43" fmla="*/ 1135226 h 2237474"/>
              <a:gd name="connsiteX44" fmla="*/ 8460755 w 12192000"/>
              <a:gd name="connsiteY44" fmla="*/ 1203427 h 2237474"/>
              <a:gd name="connsiteX45" fmla="*/ 8419755 w 12192000"/>
              <a:gd name="connsiteY45" fmla="*/ 1216260 h 2237474"/>
              <a:gd name="connsiteX46" fmla="*/ 8411626 w 12192000"/>
              <a:gd name="connsiteY46" fmla="*/ 1214397 h 2237474"/>
              <a:gd name="connsiteX47" fmla="*/ 8363469 w 12192000"/>
              <a:gd name="connsiteY47" fmla="*/ 1246658 h 2237474"/>
              <a:gd name="connsiteX48" fmla="*/ 8275497 w 12192000"/>
              <a:gd name="connsiteY48" fmla="*/ 1264396 h 2237474"/>
              <a:gd name="connsiteX49" fmla="*/ 8206287 w 12192000"/>
              <a:gd name="connsiteY49" fmla="*/ 1273060 h 2237474"/>
              <a:gd name="connsiteX50" fmla="*/ 8168705 w 12192000"/>
              <a:gd name="connsiteY50" fmla="*/ 1279956 h 2237474"/>
              <a:gd name="connsiteX51" fmla="*/ 8139997 w 12192000"/>
              <a:gd name="connsiteY51" fmla="*/ 1282713 h 2237474"/>
              <a:gd name="connsiteX52" fmla="*/ 8074238 w 12192000"/>
              <a:gd name="connsiteY52" fmla="*/ 1301895 h 2237474"/>
              <a:gd name="connsiteX53" fmla="*/ 7968292 w 12192000"/>
              <a:gd name="connsiteY53" fmla="*/ 1338779 h 2237474"/>
              <a:gd name="connsiteX54" fmla="*/ 7902328 w 12192000"/>
              <a:gd name="connsiteY54" fmla="*/ 1345865 h 2237474"/>
              <a:gd name="connsiteX55" fmla="*/ 7875879 w 12192000"/>
              <a:gd name="connsiteY55" fmla="*/ 1345646 h 2237474"/>
              <a:gd name="connsiteX56" fmla="*/ 7840612 w 12192000"/>
              <a:gd name="connsiteY56" fmla="*/ 1369373 h 2237474"/>
              <a:gd name="connsiteX57" fmla="*/ 7786819 w 12192000"/>
              <a:gd name="connsiteY57" fmla="*/ 1378970 h 2237474"/>
              <a:gd name="connsiteX58" fmla="*/ 7548172 w 12192000"/>
              <a:gd name="connsiteY58" fmla="*/ 1417460 h 2237474"/>
              <a:gd name="connsiteX59" fmla="*/ 7483437 w 12192000"/>
              <a:gd name="connsiteY59" fmla="*/ 1478152 h 2237474"/>
              <a:gd name="connsiteX60" fmla="*/ 7377870 w 12192000"/>
              <a:gd name="connsiteY60" fmla="*/ 1523319 h 2237474"/>
              <a:gd name="connsiteX61" fmla="*/ 7230737 w 12192000"/>
              <a:gd name="connsiteY61" fmla="*/ 1562633 h 2237474"/>
              <a:gd name="connsiteX62" fmla="*/ 7224458 w 12192000"/>
              <a:gd name="connsiteY62" fmla="*/ 1573008 h 2237474"/>
              <a:gd name="connsiteX63" fmla="*/ 7183121 w 12192000"/>
              <a:gd name="connsiteY63" fmla="*/ 1595162 h 2237474"/>
              <a:gd name="connsiteX64" fmla="*/ 7164601 w 12192000"/>
              <a:gd name="connsiteY64" fmla="*/ 1606490 h 2237474"/>
              <a:gd name="connsiteX65" fmla="*/ 7092727 w 12192000"/>
              <a:gd name="connsiteY65" fmla="*/ 1623628 h 2237474"/>
              <a:gd name="connsiteX66" fmla="*/ 7031309 w 12192000"/>
              <a:gd name="connsiteY66" fmla="*/ 1619451 h 2237474"/>
              <a:gd name="connsiteX67" fmla="*/ 6900177 w 12192000"/>
              <a:gd name="connsiteY67" fmla="*/ 1636016 h 2237474"/>
              <a:gd name="connsiteX68" fmla="*/ 6795372 w 12192000"/>
              <a:gd name="connsiteY68" fmla="*/ 1644845 h 2237474"/>
              <a:gd name="connsiteX69" fmla="*/ 6692251 w 12192000"/>
              <a:gd name="connsiteY69" fmla="*/ 1656357 h 2237474"/>
              <a:gd name="connsiteX70" fmla="*/ 6655235 w 12192000"/>
              <a:gd name="connsiteY70" fmla="*/ 1661869 h 2237474"/>
              <a:gd name="connsiteX71" fmla="*/ 6554894 w 12192000"/>
              <a:gd name="connsiteY71" fmla="*/ 1664428 h 2237474"/>
              <a:gd name="connsiteX72" fmla="*/ 6516595 w 12192000"/>
              <a:gd name="connsiteY72" fmla="*/ 1667475 h 2237474"/>
              <a:gd name="connsiteX73" fmla="*/ 6508541 w 12192000"/>
              <a:gd name="connsiteY73" fmla="*/ 1668757 h 2237474"/>
              <a:gd name="connsiteX74" fmla="*/ 6471012 w 12192000"/>
              <a:gd name="connsiteY74" fmla="*/ 1678604 h 2237474"/>
              <a:gd name="connsiteX75" fmla="*/ 6364035 w 12192000"/>
              <a:gd name="connsiteY75" fmla="*/ 1667683 h 2237474"/>
              <a:gd name="connsiteX76" fmla="*/ 6280959 w 12192000"/>
              <a:gd name="connsiteY76" fmla="*/ 1689329 h 2237474"/>
              <a:gd name="connsiteX77" fmla="*/ 6243319 w 12192000"/>
              <a:gd name="connsiteY77" fmla="*/ 1695560 h 2237474"/>
              <a:gd name="connsiteX78" fmla="*/ 6098321 w 12192000"/>
              <a:gd name="connsiteY78" fmla="*/ 1721646 h 2237474"/>
              <a:gd name="connsiteX79" fmla="*/ 5880652 w 12192000"/>
              <a:gd name="connsiteY79" fmla="*/ 1779643 h 2237474"/>
              <a:gd name="connsiteX80" fmla="*/ 5785959 w 12192000"/>
              <a:gd name="connsiteY80" fmla="*/ 1775307 h 2237474"/>
              <a:gd name="connsiteX81" fmla="*/ 5643534 w 12192000"/>
              <a:gd name="connsiteY81" fmla="*/ 1802919 h 2237474"/>
              <a:gd name="connsiteX82" fmla="*/ 5518799 w 12192000"/>
              <a:gd name="connsiteY82" fmla="*/ 1818312 h 2237474"/>
              <a:gd name="connsiteX83" fmla="*/ 5505014 w 12192000"/>
              <a:gd name="connsiteY83" fmla="*/ 1819259 h 2237474"/>
              <a:gd name="connsiteX84" fmla="*/ 5453307 w 12192000"/>
              <a:gd name="connsiteY84" fmla="*/ 1815450 h 2237474"/>
              <a:gd name="connsiteX85" fmla="*/ 5221533 w 12192000"/>
              <a:gd name="connsiteY85" fmla="*/ 1846950 h 2237474"/>
              <a:gd name="connsiteX86" fmla="*/ 5149802 w 12192000"/>
              <a:gd name="connsiteY86" fmla="*/ 1844846 h 2237474"/>
              <a:gd name="connsiteX87" fmla="*/ 5114927 w 12192000"/>
              <a:gd name="connsiteY87" fmla="*/ 1847827 h 2237474"/>
              <a:gd name="connsiteX88" fmla="*/ 5108970 w 12192000"/>
              <a:gd name="connsiteY88" fmla="*/ 1847935 h 2237474"/>
              <a:gd name="connsiteX89" fmla="*/ 5067961 w 12192000"/>
              <a:gd name="connsiteY89" fmla="*/ 1845917 h 2237474"/>
              <a:gd name="connsiteX90" fmla="*/ 5007075 w 12192000"/>
              <a:gd name="connsiteY90" fmla="*/ 1838626 h 2237474"/>
              <a:gd name="connsiteX91" fmla="*/ 4944087 w 12192000"/>
              <a:gd name="connsiteY91" fmla="*/ 1823332 h 2237474"/>
              <a:gd name="connsiteX92" fmla="*/ 4907662 w 12192000"/>
              <a:gd name="connsiteY92" fmla="*/ 1816900 h 2237474"/>
              <a:gd name="connsiteX93" fmla="*/ 4882386 w 12192000"/>
              <a:gd name="connsiteY93" fmla="*/ 1809844 h 2237474"/>
              <a:gd name="connsiteX94" fmla="*/ 4811440 w 12192000"/>
              <a:gd name="connsiteY94" fmla="*/ 1804655 h 2237474"/>
              <a:gd name="connsiteX95" fmla="*/ 4691075 w 12192000"/>
              <a:gd name="connsiteY95" fmla="*/ 1801389 h 2237474"/>
              <a:gd name="connsiteX96" fmla="*/ 4611738 w 12192000"/>
              <a:gd name="connsiteY96" fmla="*/ 1776964 h 2237474"/>
              <a:gd name="connsiteX97" fmla="*/ 4560070 w 12192000"/>
              <a:gd name="connsiteY97" fmla="*/ 1785640 h 2237474"/>
              <a:gd name="connsiteX98" fmla="*/ 4536503 w 12192000"/>
              <a:gd name="connsiteY98" fmla="*/ 1785334 h 2237474"/>
              <a:gd name="connsiteX99" fmla="*/ 4513724 w 12192000"/>
              <a:gd name="connsiteY99" fmla="*/ 1791996 h 2237474"/>
              <a:gd name="connsiteX100" fmla="*/ 4459810 w 12192000"/>
              <a:gd name="connsiteY100" fmla="*/ 1797886 h 2237474"/>
              <a:gd name="connsiteX101" fmla="*/ 4379064 w 12192000"/>
              <a:gd name="connsiteY101" fmla="*/ 1817177 h 2237474"/>
              <a:gd name="connsiteX102" fmla="*/ 4319209 w 12192000"/>
              <a:gd name="connsiteY102" fmla="*/ 1834833 h 2237474"/>
              <a:gd name="connsiteX103" fmla="*/ 4290981 w 12192000"/>
              <a:gd name="connsiteY103" fmla="*/ 1839677 h 2237474"/>
              <a:gd name="connsiteX104" fmla="*/ 4285792 w 12192000"/>
              <a:gd name="connsiteY104" fmla="*/ 1836231 h 2237474"/>
              <a:gd name="connsiteX105" fmla="*/ 4238372 w 12192000"/>
              <a:gd name="connsiteY105" fmla="*/ 1851480 h 2237474"/>
              <a:gd name="connsiteX106" fmla="*/ 4232517 w 12192000"/>
              <a:gd name="connsiteY106" fmla="*/ 1852567 h 2237474"/>
              <a:gd name="connsiteX107" fmla="*/ 4191732 w 12192000"/>
              <a:gd name="connsiteY107" fmla="*/ 1857328 h 2237474"/>
              <a:gd name="connsiteX108" fmla="*/ 4065532 w 12192000"/>
              <a:gd name="connsiteY108" fmla="*/ 1855477 h 2237474"/>
              <a:gd name="connsiteX109" fmla="*/ 4028460 w 12192000"/>
              <a:gd name="connsiteY109" fmla="*/ 1855137 h 2237474"/>
              <a:gd name="connsiteX110" fmla="*/ 4002267 w 12192000"/>
              <a:gd name="connsiteY110" fmla="*/ 1852352 h 2237474"/>
              <a:gd name="connsiteX111" fmla="*/ 3931396 w 12192000"/>
              <a:gd name="connsiteY111" fmla="*/ 1858915 h 2237474"/>
              <a:gd name="connsiteX112" fmla="*/ 3812162 w 12192000"/>
              <a:gd name="connsiteY112" fmla="*/ 1875501 h 2237474"/>
              <a:gd name="connsiteX113" fmla="*/ 3729530 w 12192000"/>
              <a:gd name="connsiteY113" fmla="*/ 1864513 h 2237474"/>
              <a:gd name="connsiteX114" fmla="*/ 3680177 w 12192000"/>
              <a:gd name="connsiteY114" fmla="*/ 1881552 h 2237474"/>
              <a:gd name="connsiteX115" fmla="*/ 3567259 w 12192000"/>
              <a:gd name="connsiteY115" fmla="*/ 1893482 h 2237474"/>
              <a:gd name="connsiteX116" fmla="*/ 3405770 w 12192000"/>
              <a:gd name="connsiteY116" fmla="*/ 1904591 h 2237474"/>
              <a:gd name="connsiteX117" fmla="*/ 3280097 w 12192000"/>
              <a:gd name="connsiteY117" fmla="*/ 1919610 h 2237474"/>
              <a:gd name="connsiteX118" fmla="*/ 3123424 w 12192000"/>
              <a:gd name="connsiteY118" fmla="*/ 1952930 h 2237474"/>
              <a:gd name="connsiteX119" fmla="*/ 3009910 w 12192000"/>
              <a:gd name="connsiteY119" fmla="*/ 1957866 h 2237474"/>
              <a:gd name="connsiteX120" fmla="*/ 2995934 w 12192000"/>
              <a:gd name="connsiteY120" fmla="*/ 1967085 h 2237474"/>
              <a:gd name="connsiteX121" fmla="*/ 2980071 w 12192000"/>
              <a:gd name="connsiteY121" fmla="*/ 1972988 h 2237474"/>
              <a:gd name="connsiteX122" fmla="*/ 2978094 w 12192000"/>
              <a:gd name="connsiteY122" fmla="*/ 1972369 h 2237474"/>
              <a:gd name="connsiteX123" fmla="*/ 2942858 w 12192000"/>
              <a:gd name="connsiteY123" fmla="*/ 1981367 h 2237474"/>
              <a:gd name="connsiteX124" fmla="*/ 2875436 w 12192000"/>
              <a:gd name="connsiteY124" fmla="*/ 1996977 h 2237474"/>
              <a:gd name="connsiteX125" fmla="*/ 2874892 w 12192000"/>
              <a:gd name="connsiteY125" fmla="*/ 1996085 h 2237474"/>
              <a:gd name="connsiteX126" fmla="*/ 2864145 w 12192000"/>
              <a:gd name="connsiteY126" fmla="*/ 1994061 h 2237474"/>
              <a:gd name="connsiteX127" fmla="*/ 2843662 w 12192000"/>
              <a:gd name="connsiteY127" fmla="*/ 1992498 h 2237474"/>
              <a:gd name="connsiteX128" fmla="*/ 2796128 w 12192000"/>
              <a:gd name="connsiteY128" fmla="*/ 1976403 h 2237474"/>
              <a:gd name="connsiteX129" fmla="*/ 2756784 w 12192000"/>
              <a:gd name="connsiteY129" fmla="*/ 1985116 h 2237474"/>
              <a:gd name="connsiteX130" fmla="*/ 2748833 w 12192000"/>
              <a:gd name="connsiteY130" fmla="*/ 1986323 h 2237474"/>
              <a:gd name="connsiteX131" fmla="*/ 2748661 w 12192000"/>
              <a:gd name="connsiteY131" fmla="*/ 1986122 h 2237474"/>
              <a:gd name="connsiteX132" fmla="*/ 2740251 w 12192000"/>
              <a:gd name="connsiteY132" fmla="*/ 1986946 h 2237474"/>
              <a:gd name="connsiteX133" fmla="*/ 2718916 w 12192000"/>
              <a:gd name="connsiteY133" fmla="*/ 1990867 h 2237474"/>
              <a:gd name="connsiteX134" fmla="*/ 2713522 w 12192000"/>
              <a:gd name="connsiteY134" fmla="*/ 1990173 h 2237474"/>
              <a:gd name="connsiteX135" fmla="*/ 2680597 w 12192000"/>
              <a:gd name="connsiteY135" fmla="*/ 1984996 h 2237474"/>
              <a:gd name="connsiteX136" fmla="*/ 2578178 w 12192000"/>
              <a:gd name="connsiteY136" fmla="*/ 1990531 h 2237474"/>
              <a:gd name="connsiteX137" fmla="*/ 2476147 w 12192000"/>
              <a:gd name="connsiteY137" fmla="*/ 1998305 h 2237474"/>
              <a:gd name="connsiteX138" fmla="*/ 2373568 w 12192000"/>
              <a:gd name="connsiteY138" fmla="*/ 2003219 h 2237474"/>
              <a:gd name="connsiteX139" fmla="*/ 2321399 w 12192000"/>
              <a:gd name="connsiteY139" fmla="*/ 1989467 h 2237474"/>
              <a:gd name="connsiteX140" fmla="*/ 2315525 w 12192000"/>
              <a:gd name="connsiteY140" fmla="*/ 1989708 h 2237474"/>
              <a:gd name="connsiteX141" fmla="*/ 2300792 w 12192000"/>
              <a:gd name="connsiteY141" fmla="*/ 1994290 h 2237474"/>
              <a:gd name="connsiteX142" fmla="*/ 2295469 w 12192000"/>
              <a:gd name="connsiteY142" fmla="*/ 1996659 h 2237474"/>
              <a:gd name="connsiteX143" fmla="*/ 2287219 w 12192000"/>
              <a:gd name="connsiteY143" fmla="*/ 1998750 h 2237474"/>
              <a:gd name="connsiteX144" fmla="*/ 2286948 w 12192000"/>
              <a:gd name="connsiteY144" fmla="*/ 1998596 h 2237474"/>
              <a:gd name="connsiteX145" fmla="*/ 2243069 w 12192000"/>
              <a:gd name="connsiteY145" fmla="*/ 2015111 h 2237474"/>
              <a:gd name="connsiteX146" fmla="*/ 2186609 w 12192000"/>
              <a:gd name="connsiteY146" fmla="*/ 2008263 h 2237474"/>
              <a:gd name="connsiteX147" fmla="*/ 2164831 w 12192000"/>
              <a:gd name="connsiteY147" fmla="*/ 2010143 h 2237474"/>
              <a:gd name="connsiteX148" fmla="*/ 2152836 w 12192000"/>
              <a:gd name="connsiteY148" fmla="*/ 2010048 h 2237474"/>
              <a:gd name="connsiteX149" fmla="*/ 2117102 w 12192000"/>
              <a:gd name="connsiteY149" fmla="*/ 2023004 h 2237474"/>
              <a:gd name="connsiteX150" fmla="*/ 2111935 w 12192000"/>
              <a:gd name="connsiteY150" fmla="*/ 2023163 h 2237474"/>
              <a:gd name="connsiteX151" fmla="*/ 2089991 w 12192000"/>
              <a:gd name="connsiteY151" fmla="*/ 2034193 h 2237474"/>
              <a:gd name="connsiteX152" fmla="*/ 2058061 w 12192000"/>
              <a:gd name="connsiteY152" fmla="*/ 2047942 h 2237474"/>
              <a:gd name="connsiteX153" fmla="*/ 2055737 w 12192000"/>
              <a:gd name="connsiteY153" fmla="*/ 2047704 h 2237474"/>
              <a:gd name="connsiteX154" fmla="*/ 2042244 w 12192000"/>
              <a:gd name="connsiteY154" fmla="*/ 2055560 h 2237474"/>
              <a:gd name="connsiteX155" fmla="*/ 1976224 w 12192000"/>
              <a:gd name="connsiteY155" fmla="*/ 2074257 h 2237474"/>
              <a:gd name="connsiteX156" fmla="*/ 1877728 w 12192000"/>
              <a:gd name="connsiteY156" fmla="*/ 2101004 h 2237474"/>
              <a:gd name="connsiteX157" fmla="*/ 1759056 w 12192000"/>
              <a:gd name="connsiteY157" fmla="*/ 2125608 h 2237474"/>
              <a:gd name="connsiteX158" fmla="*/ 1637948 w 12192000"/>
              <a:gd name="connsiteY158" fmla="*/ 2172597 h 2237474"/>
              <a:gd name="connsiteX159" fmla="*/ 1434549 w 12192000"/>
              <a:gd name="connsiteY159" fmla="*/ 2234522 h 2237474"/>
              <a:gd name="connsiteX160" fmla="*/ 1398481 w 12192000"/>
              <a:gd name="connsiteY160" fmla="*/ 2237074 h 2237474"/>
              <a:gd name="connsiteX161" fmla="*/ 1398407 w 12192000"/>
              <a:gd name="connsiteY161" fmla="*/ 2237095 h 2237474"/>
              <a:gd name="connsiteX162" fmla="*/ 1370962 w 12192000"/>
              <a:gd name="connsiteY162" fmla="*/ 2237474 h 2237474"/>
              <a:gd name="connsiteX163" fmla="*/ 1356367 w 12192000"/>
              <a:gd name="connsiteY163" fmla="*/ 2235089 h 2237474"/>
              <a:gd name="connsiteX164" fmla="*/ 1324828 w 12192000"/>
              <a:gd name="connsiteY164" fmla="*/ 2231968 h 2237474"/>
              <a:gd name="connsiteX165" fmla="*/ 1297744 w 12192000"/>
              <a:gd name="connsiteY165" fmla="*/ 2235849 h 2237474"/>
              <a:gd name="connsiteX166" fmla="*/ 1286236 w 12192000"/>
              <a:gd name="connsiteY166" fmla="*/ 2233135 h 2237474"/>
              <a:gd name="connsiteX167" fmla="*/ 1283504 w 12192000"/>
              <a:gd name="connsiteY167" fmla="*/ 2233797 h 2237474"/>
              <a:gd name="connsiteX168" fmla="*/ 1279765 w 12192000"/>
              <a:gd name="connsiteY168" fmla="*/ 2229639 h 2237474"/>
              <a:gd name="connsiteX169" fmla="*/ 1195347 w 12192000"/>
              <a:gd name="connsiteY169" fmla="*/ 2212354 h 2237474"/>
              <a:gd name="connsiteX170" fmla="*/ 970251 w 12192000"/>
              <a:gd name="connsiteY170" fmla="*/ 2221029 h 2237474"/>
              <a:gd name="connsiteX171" fmla="*/ 812914 w 12192000"/>
              <a:gd name="connsiteY171" fmla="*/ 2202752 h 2237474"/>
              <a:gd name="connsiteX172" fmla="*/ 800195 w 12192000"/>
              <a:gd name="connsiteY172" fmla="*/ 2209407 h 2237474"/>
              <a:gd name="connsiteX173" fmla="*/ 784978 w 12192000"/>
              <a:gd name="connsiteY173" fmla="*/ 2212360 h 2237474"/>
              <a:gd name="connsiteX174" fmla="*/ 681987 w 12192000"/>
              <a:gd name="connsiteY174" fmla="*/ 2216757 h 2237474"/>
              <a:gd name="connsiteX175" fmla="*/ 669923 w 12192000"/>
              <a:gd name="connsiteY175" fmla="*/ 2211682 h 2237474"/>
              <a:gd name="connsiteX176" fmla="*/ 648680 w 12192000"/>
              <a:gd name="connsiteY176" fmla="*/ 2206229 h 2237474"/>
              <a:gd name="connsiteX177" fmla="*/ 597225 w 12192000"/>
              <a:gd name="connsiteY177" fmla="*/ 2180999 h 2237474"/>
              <a:gd name="connsiteX178" fmla="*/ 558449 w 12192000"/>
              <a:gd name="connsiteY178" fmla="*/ 2182346 h 2237474"/>
              <a:gd name="connsiteX179" fmla="*/ 550517 w 12192000"/>
              <a:gd name="connsiteY179" fmla="*/ 2182060 h 2237474"/>
              <a:gd name="connsiteX180" fmla="*/ 550309 w 12192000"/>
              <a:gd name="connsiteY180" fmla="*/ 2181825 h 2237474"/>
              <a:gd name="connsiteX181" fmla="*/ 541836 w 12192000"/>
              <a:gd name="connsiteY181" fmla="*/ 2181063 h 2237474"/>
              <a:gd name="connsiteX182" fmla="*/ 536057 w 12192000"/>
              <a:gd name="connsiteY182" fmla="*/ 2181537 h 2237474"/>
              <a:gd name="connsiteX183" fmla="*/ 520671 w 12192000"/>
              <a:gd name="connsiteY183" fmla="*/ 2180980 h 2237474"/>
              <a:gd name="connsiteX184" fmla="*/ 515024 w 12192000"/>
              <a:gd name="connsiteY184" fmla="*/ 2179258 h 2237474"/>
              <a:gd name="connsiteX185" fmla="*/ 512278 w 12192000"/>
              <a:gd name="connsiteY185" fmla="*/ 2176369 h 2237474"/>
              <a:gd name="connsiteX186" fmla="*/ 480419 w 12192000"/>
              <a:gd name="connsiteY186" fmla="*/ 2167807 h 2237474"/>
              <a:gd name="connsiteX187" fmla="*/ 413835 w 12192000"/>
              <a:gd name="connsiteY187" fmla="*/ 2156783 h 2237474"/>
              <a:gd name="connsiteX188" fmla="*/ 376513 w 12192000"/>
              <a:gd name="connsiteY188" fmla="*/ 2154014 h 2237474"/>
              <a:gd name="connsiteX189" fmla="*/ 273386 w 12192000"/>
              <a:gd name="connsiteY189" fmla="*/ 2142551 h 2237474"/>
              <a:gd name="connsiteX190" fmla="*/ 169207 w 12192000"/>
              <a:gd name="connsiteY190" fmla="*/ 2128100 h 2237474"/>
              <a:gd name="connsiteX191" fmla="*/ 93149 w 12192000"/>
              <a:gd name="connsiteY191" fmla="*/ 2105324 h 2237474"/>
              <a:gd name="connsiteX192" fmla="*/ 88109 w 12192000"/>
              <a:gd name="connsiteY192" fmla="*/ 2106704 h 2237474"/>
              <a:gd name="connsiteX193" fmla="*/ 80022 w 12192000"/>
              <a:gd name="connsiteY193" fmla="*/ 2107254 h 2237474"/>
              <a:gd name="connsiteX194" fmla="*/ 79717 w 12192000"/>
              <a:gd name="connsiteY194" fmla="*/ 2107046 h 2237474"/>
              <a:gd name="connsiteX195" fmla="*/ 72352 w 12192000"/>
              <a:gd name="connsiteY195" fmla="*/ 2107991 h 2237474"/>
              <a:gd name="connsiteX196" fmla="*/ 37645 w 12192000"/>
              <a:gd name="connsiteY196" fmla="*/ 2115401 h 2237474"/>
              <a:gd name="connsiteX197" fmla="*/ 4572 w 12192000"/>
              <a:gd name="connsiteY197" fmla="*/ 2111091 h 2237474"/>
              <a:gd name="connsiteX198" fmla="*/ 0 w 12192000"/>
              <a:gd name="connsiteY198" fmla="*/ 2110468 h 2237474"/>
              <a:gd name="connsiteX199" fmla="*/ 0 w 12192000"/>
              <a:gd name="connsiteY199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958984 w 12192000"/>
              <a:gd name="connsiteY38" fmla="*/ 1057212 h 2237474"/>
              <a:gd name="connsiteX39" fmla="*/ 8886001 w 12192000"/>
              <a:gd name="connsiteY39" fmla="*/ 1067468 h 2237474"/>
              <a:gd name="connsiteX40" fmla="*/ 8838610 w 12192000"/>
              <a:gd name="connsiteY40" fmla="*/ 1075091 h 2237474"/>
              <a:gd name="connsiteX41" fmla="*/ 8750383 w 12192000"/>
              <a:gd name="connsiteY41" fmla="*/ 1097387 h 2237474"/>
              <a:gd name="connsiteX42" fmla="*/ 8665605 w 12192000"/>
              <a:gd name="connsiteY42" fmla="*/ 1110791 h 2237474"/>
              <a:gd name="connsiteX43" fmla="*/ 8584946 w 12192000"/>
              <a:gd name="connsiteY43" fmla="*/ 1135226 h 2237474"/>
              <a:gd name="connsiteX44" fmla="*/ 8460755 w 12192000"/>
              <a:gd name="connsiteY44" fmla="*/ 1203427 h 2237474"/>
              <a:gd name="connsiteX45" fmla="*/ 8419755 w 12192000"/>
              <a:gd name="connsiteY45" fmla="*/ 1216260 h 2237474"/>
              <a:gd name="connsiteX46" fmla="*/ 8411626 w 12192000"/>
              <a:gd name="connsiteY46" fmla="*/ 1214397 h 2237474"/>
              <a:gd name="connsiteX47" fmla="*/ 8363469 w 12192000"/>
              <a:gd name="connsiteY47" fmla="*/ 1246658 h 2237474"/>
              <a:gd name="connsiteX48" fmla="*/ 8275497 w 12192000"/>
              <a:gd name="connsiteY48" fmla="*/ 1264396 h 2237474"/>
              <a:gd name="connsiteX49" fmla="*/ 8206287 w 12192000"/>
              <a:gd name="connsiteY49" fmla="*/ 1273060 h 2237474"/>
              <a:gd name="connsiteX50" fmla="*/ 8168705 w 12192000"/>
              <a:gd name="connsiteY50" fmla="*/ 1279956 h 2237474"/>
              <a:gd name="connsiteX51" fmla="*/ 8139997 w 12192000"/>
              <a:gd name="connsiteY51" fmla="*/ 1282713 h 2237474"/>
              <a:gd name="connsiteX52" fmla="*/ 8074238 w 12192000"/>
              <a:gd name="connsiteY52" fmla="*/ 1301895 h 2237474"/>
              <a:gd name="connsiteX53" fmla="*/ 7968292 w 12192000"/>
              <a:gd name="connsiteY53" fmla="*/ 1338779 h 2237474"/>
              <a:gd name="connsiteX54" fmla="*/ 7902328 w 12192000"/>
              <a:gd name="connsiteY54" fmla="*/ 1345865 h 2237474"/>
              <a:gd name="connsiteX55" fmla="*/ 7875879 w 12192000"/>
              <a:gd name="connsiteY55" fmla="*/ 1345646 h 2237474"/>
              <a:gd name="connsiteX56" fmla="*/ 7840612 w 12192000"/>
              <a:gd name="connsiteY56" fmla="*/ 1369373 h 2237474"/>
              <a:gd name="connsiteX57" fmla="*/ 7786819 w 12192000"/>
              <a:gd name="connsiteY57" fmla="*/ 1378970 h 2237474"/>
              <a:gd name="connsiteX58" fmla="*/ 7548172 w 12192000"/>
              <a:gd name="connsiteY58" fmla="*/ 1417460 h 2237474"/>
              <a:gd name="connsiteX59" fmla="*/ 7483437 w 12192000"/>
              <a:gd name="connsiteY59" fmla="*/ 1478152 h 2237474"/>
              <a:gd name="connsiteX60" fmla="*/ 7377870 w 12192000"/>
              <a:gd name="connsiteY60" fmla="*/ 1523319 h 2237474"/>
              <a:gd name="connsiteX61" fmla="*/ 7230737 w 12192000"/>
              <a:gd name="connsiteY61" fmla="*/ 1562633 h 2237474"/>
              <a:gd name="connsiteX62" fmla="*/ 7224458 w 12192000"/>
              <a:gd name="connsiteY62" fmla="*/ 1573008 h 2237474"/>
              <a:gd name="connsiteX63" fmla="*/ 7183121 w 12192000"/>
              <a:gd name="connsiteY63" fmla="*/ 1595162 h 2237474"/>
              <a:gd name="connsiteX64" fmla="*/ 7164601 w 12192000"/>
              <a:gd name="connsiteY64" fmla="*/ 1606490 h 2237474"/>
              <a:gd name="connsiteX65" fmla="*/ 7092727 w 12192000"/>
              <a:gd name="connsiteY65" fmla="*/ 1623628 h 2237474"/>
              <a:gd name="connsiteX66" fmla="*/ 7031309 w 12192000"/>
              <a:gd name="connsiteY66" fmla="*/ 1619451 h 2237474"/>
              <a:gd name="connsiteX67" fmla="*/ 6900177 w 12192000"/>
              <a:gd name="connsiteY67" fmla="*/ 1636016 h 2237474"/>
              <a:gd name="connsiteX68" fmla="*/ 6795372 w 12192000"/>
              <a:gd name="connsiteY68" fmla="*/ 1644845 h 2237474"/>
              <a:gd name="connsiteX69" fmla="*/ 6692251 w 12192000"/>
              <a:gd name="connsiteY69" fmla="*/ 1656357 h 2237474"/>
              <a:gd name="connsiteX70" fmla="*/ 6655235 w 12192000"/>
              <a:gd name="connsiteY70" fmla="*/ 1661869 h 2237474"/>
              <a:gd name="connsiteX71" fmla="*/ 6554894 w 12192000"/>
              <a:gd name="connsiteY71" fmla="*/ 1664428 h 2237474"/>
              <a:gd name="connsiteX72" fmla="*/ 6516595 w 12192000"/>
              <a:gd name="connsiteY72" fmla="*/ 1667475 h 2237474"/>
              <a:gd name="connsiteX73" fmla="*/ 6508541 w 12192000"/>
              <a:gd name="connsiteY73" fmla="*/ 1668757 h 2237474"/>
              <a:gd name="connsiteX74" fmla="*/ 6471012 w 12192000"/>
              <a:gd name="connsiteY74" fmla="*/ 1678604 h 2237474"/>
              <a:gd name="connsiteX75" fmla="*/ 6364035 w 12192000"/>
              <a:gd name="connsiteY75" fmla="*/ 1667683 h 2237474"/>
              <a:gd name="connsiteX76" fmla="*/ 6280959 w 12192000"/>
              <a:gd name="connsiteY76" fmla="*/ 1689329 h 2237474"/>
              <a:gd name="connsiteX77" fmla="*/ 6243319 w 12192000"/>
              <a:gd name="connsiteY77" fmla="*/ 1695560 h 2237474"/>
              <a:gd name="connsiteX78" fmla="*/ 6098321 w 12192000"/>
              <a:gd name="connsiteY78" fmla="*/ 1721646 h 2237474"/>
              <a:gd name="connsiteX79" fmla="*/ 5880652 w 12192000"/>
              <a:gd name="connsiteY79" fmla="*/ 1779643 h 2237474"/>
              <a:gd name="connsiteX80" fmla="*/ 5785959 w 12192000"/>
              <a:gd name="connsiteY80" fmla="*/ 1775307 h 2237474"/>
              <a:gd name="connsiteX81" fmla="*/ 5643534 w 12192000"/>
              <a:gd name="connsiteY81" fmla="*/ 1802919 h 2237474"/>
              <a:gd name="connsiteX82" fmla="*/ 5518799 w 12192000"/>
              <a:gd name="connsiteY82" fmla="*/ 1818312 h 2237474"/>
              <a:gd name="connsiteX83" fmla="*/ 5505014 w 12192000"/>
              <a:gd name="connsiteY83" fmla="*/ 1819259 h 2237474"/>
              <a:gd name="connsiteX84" fmla="*/ 5453307 w 12192000"/>
              <a:gd name="connsiteY84" fmla="*/ 1815450 h 2237474"/>
              <a:gd name="connsiteX85" fmla="*/ 5221533 w 12192000"/>
              <a:gd name="connsiteY85" fmla="*/ 1846950 h 2237474"/>
              <a:gd name="connsiteX86" fmla="*/ 5149802 w 12192000"/>
              <a:gd name="connsiteY86" fmla="*/ 1844846 h 2237474"/>
              <a:gd name="connsiteX87" fmla="*/ 5114927 w 12192000"/>
              <a:gd name="connsiteY87" fmla="*/ 1847827 h 2237474"/>
              <a:gd name="connsiteX88" fmla="*/ 5108970 w 12192000"/>
              <a:gd name="connsiteY88" fmla="*/ 1847935 h 2237474"/>
              <a:gd name="connsiteX89" fmla="*/ 5067961 w 12192000"/>
              <a:gd name="connsiteY89" fmla="*/ 1845917 h 2237474"/>
              <a:gd name="connsiteX90" fmla="*/ 5007075 w 12192000"/>
              <a:gd name="connsiteY90" fmla="*/ 1838626 h 2237474"/>
              <a:gd name="connsiteX91" fmla="*/ 4944087 w 12192000"/>
              <a:gd name="connsiteY91" fmla="*/ 1823332 h 2237474"/>
              <a:gd name="connsiteX92" fmla="*/ 4907662 w 12192000"/>
              <a:gd name="connsiteY92" fmla="*/ 1816900 h 2237474"/>
              <a:gd name="connsiteX93" fmla="*/ 4882386 w 12192000"/>
              <a:gd name="connsiteY93" fmla="*/ 1809844 h 2237474"/>
              <a:gd name="connsiteX94" fmla="*/ 4811440 w 12192000"/>
              <a:gd name="connsiteY94" fmla="*/ 1804655 h 2237474"/>
              <a:gd name="connsiteX95" fmla="*/ 4691075 w 12192000"/>
              <a:gd name="connsiteY95" fmla="*/ 1801389 h 2237474"/>
              <a:gd name="connsiteX96" fmla="*/ 4611738 w 12192000"/>
              <a:gd name="connsiteY96" fmla="*/ 1776964 h 2237474"/>
              <a:gd name="connsiteX97" fmla="*/ 4560070 w 12192000"/>
              <a:gd name="connsiteY97" fmla="*/ 1785640 h 2237474"/>
              <a:gd name="connsiteX98" fmla="*/ 4536503 w 12192000"/>
              <a:gd name="connsiteY98" fmla="*/ 1785334 h 2237474"/>
              <a:gd name="connsiteX99" fmla="*/ 4513724 w 12192000"/>
              <a:gd name="connsiteY99" fmla="*/ 1791996 h 2237474"/>
              <a:gd name="connsiteX100" fmla="*/ 4459810 w 12192000"/>
              <a:gd name="connsiteY100" fmla="*/ 1797886 h 2237474"/>
              <a:gd name="connsiteX101" fmla="*/ 4379064 w 12192000"/>
              <a:gd name="connsiteY101" fmla="*/ 1817177 h 2237474"/>
              <a:gd name="connsiteX102" fmla="*/ 4319209 w 12192000"/>
              <a:gd name="connsiteY102" fmla="*/ 1834833 h 2237474"/>
              <a:gd name="connsiteX103" fmla="*/ 4290981 w 12192000"/>
              <a:gd name="connsiteY103" fmla="*/ 1839677 h 2237474"/>
              <a:gd name="connsiteX104" fmla="*/ 4238372 w 12192000"/>
              <a:gd name="connsiteY104" fmla="*/ 1851480 h 2237474"/>
              <a:gd name="connsiteX105" fmla="*/ 4232517 w 12192000"/>
              <a:gd name="connsiteY105" fmla="*/ 1852567 h 2237474"/>
              <a:gd name="connsiteX106" fmla="*/ 4191732 w 12192000"/>
              <a:gd name="connsiteY106" fmla="*/ 1857328 h 2237474"/>
              <a:gd name="connsiteX107" fmla="*/ 4065532 w 12192000"/>
              <a:gd name="connsiteY107" fmla="*/ 1855477 h 2237474"/>
              <a:gd name="connsiteX108" fmla="*/ 4028460 w 12192000"/>
              <a:gd name="connsiteY108" fmla="*/ 1855137 h 2237474"/>
              <a:gd name="connsiteX109" fmla="*/ 4002267 w 12192000"/>
              <a:gd name="connsiteY109" fmla="*/ 1852352 h 2237474"/>
              <a:gd name="connsiteX110" fmla="*/ 3931396 w 12192000"/>
              <a:gd name="connsiteY110" fmla="*/ 1858915 h 2237474"/>
              <a:gd name="connsiteX111" fmla="*/ 3812162 w 12192000"/>
              <a:gd name="connsiteY111" fmla="*/ 1875501 h 2237474"/>
              <a:gd name="connsiteX112" fmla="*/ 3729530 w 12192000"/>
              <a:gd name="connsiteY112" fmla="*/ 1864513 h 2237474"/>
              <a:gd name="connsiteX113" fmla="*/ 3680177 w 12192000"/>
              <a:gd name="connsiteY113" fmla="*/ 1881552 h 2237474"/>
              <a:gd name="connsiteX114" fmla="*/ 3567259 w 12192000"/>
              <a:gd name="connsiteY114" fmla="*/ 1893482 h 2237474"/>
              <a:gd name="connsiteX115" fmla="*/ 3405770 w 12192000"/>
              <a:gd name="connsiteY115" fmla="*/ 1904591 h 2237474"/>
              <a:gd name="connsiteX116" fmla="*/ 3280097 w 12192000"/>
              <a:gd name="connsiteY116" fmla="*/ 1919610 h 2237474"/>
              <a:gd name="connsiteX117" fmla="*/ 3123424 w 12192000"/>
              <a:gd name="connsiteY117" fmla="*/ 1952930 h 2237474"/>
              <a:gd name="connsiteX118" fmla="*/ 3009910 w 12192000"/>
              <a:gd name="connsiteY118" fmla="*/ 1957866 h 2237474"/>
              <a:gd name="connsiteX119" fmla="*/ 2995934 w 12192000"/>
              <a:gd name="connsiteY119" fmla="*/ 1967085 h 2237474"/>
              <a:gd name="connsiteX120" fmla="*/ 2980071 w 12192000"/>
              <a:gd name="connsiteY120" fmla="*/ 1972988 h 2237474"/>
              <a:gd name="connsiteX121" fmla="*/ 2978094 w 12192000"/>
              <a:gd name="connsiteY121" fmla="*/ 1972369 h 2237474"/>
              <a:gd name="connsiteX122" fmla="*/ 2942858 w 12192000"/>
              <a:gd name="connsiteY122" fmla="*/ 1981367 h 2237474"/>
              <a:gd name="connsiteX123" fmla="*/ 2875436 w 12192000"/>
              <a:gd name="connsiteY123" fmla="*/ 1996977 h 2237474"/>
              <a:gd name="connsiteX124" fmla="*/ 2874892 w 12192000"/>
              <a:gd name="connsiteY124" fmla="*/ 1996085 h 2237474"/>
              <a:gd name="connsiteX125" fmla="*/ 2864145 w 12192000"/>
              <a:gd name="connsiteY125" fmla="*/ 1994061 h 2237474"/>
              <a:gd name="connsiteX126" fmla="*/ 2843662 w 12192000"/>
              <a:gd name="connsiteY126" fmla="*/ 1992498 h 2237474"/>
              <a:gd name="connsiteX127" fmla="*/ 2796128 w 12192000"/>
              <a:gd name="connsiteY127" fmla="*/ 1976403 h 2237474"/>
              <a:gd name="connsiteX128" fmla="*/ 2756784 w 12192000"/>
              <a:gd name="connsiteY128" fmla="*/ 1985116 h 2237474"/>
              <a:gd name="connsiteX129" fmla="*/ 2748833 w 12192000"/>
              <a:gd name="connsiteY129" fmla="*/ 1986323 h 2237474"/>
              <a:gd name="connsiteX130" fmla="*/ 2748661 w 12192000"/>
              <a:gd name="connsiteY130" fmla="*/ 1986122 h 2237474"/>
              <a:gd name="connsiteX131" fmla="*/ 2740251 w 12192000"/>
              <a:gd name="connsiteY131" fmla="*/ 1986946 h 2237474"/>
              <a:gd name="connsiteX132" fmla="*/ 2718916 w 12192000"/>
              <a:gd name="connsiteY132" fmla="*/ 1990867 h 2237474"/>
              <a:gd name="connsiteX133" fmla="*/ 2713522 w 12192000"/>
              <a:gd name="connsiteY133" fmla="*/ 1990173 h 2237474"/>
              <a:gd name="connsiteX134" fmla="*/ 2680597 w 12192000"/>
              <a:gd name="connsiteY134" fmla="*/ 1984996 h 2237474"/>
              <a:gd name="connsiteX135" fmla="*/ 2578178 w 12192000"/>
              <a:gd name="connsiteY135" fmla="*/ 1990531 h 2237474"/>
              <a:gd name="connsiteX136" fmla="*/ 2476147 w 12192000"/>
              <a:gd name="connsiteY136" fmla="*/ 1998305 h 2237474"/>
              <a:gd name="connsiteX137" fmla="*/ 2373568 w 12192000"/>
              <a:gd name="connsiteY137" fmla="*/ 2003219 h 2237474"/>
              <a:gd name="connsiteX138" fmla="*/ 2321399 w 12192000"/>
              <a:gd name="connsiteY138" fmla="*/ 1989467 h 2237474"/>
              <a:gd name="connsiteX139" fmla="*/ 2315525 w 12192000"/>
              <a:gd name="connsiteY139" fmla="*/ 1989708 h 2237474"/>
              <a:gd name="connsiteX140" fmla="*/ 2300792 w 12192000"/>
              <a:gd name="connsiteY140" fmla="*/ 1994290 h 2237474"/>
              <a:gd name="connsiteX141" fmla="*/ 2295469 w 12192000"/>
              <a:gd name="connsiteY141" fmla="*/ 1996659 h 2237474"/>
              <a:gd name="connsiteX142" fmla="*/ 2287219 w 12192000"/>
              <a:gd name="connsiteY142" fmla="*/ 1998750 h 2237474"/>
              <a:gd name="connsiteX143" fmla="*/ 2286948 w 12192000"/>
              <a:gd name="connsiteY143" fmla="*/ 1998596 h 2237474"/>
              <a:gd name="connsiteX144" fmla="*/ 2243069 w 12192000"/>
              <a:gd name="connsiteY144" fmla="*/ 2015111 h 2237474"/>
              <a:gd name="connsiteX145" fmla="*/ 2186609 w 12192000"/>
              <a:gd name="connsiteY145" fmla="*/ 2008263 h 2237474"/>
              <a:gd name="connsiteX146" fmla="*/ 2164831 w 12192000"/>
              <a:gd name="connsiteY146" fmla="*/ 2010143 h 2237474"/>
              <a:gd name="connsiteX147" fmla="*/ 2152836 w 12192000"/>
              <a:gd name="connsiteY147" fmla="*/ 2010048 h 2237474"/>
              <a:gd name="connsiteX148" fmla="*/ 2117102 w 12192000"/>
              <a:gd name="connsiteY148" fmla="*/ 2023004 h 2237474"/>
              <a:gd name="connsiteX149" fmla="*/ 2111935 w 12192000"/>
              <a:gd name="connsiteY149" fmla="*/ 2023163 h 2237474"/>
              <a:gd name="connsiteX150" fmla="*/ 2089991 w 12192000"/>
              <a:gd name="connsiteY150" fmla="*/ 2034193 h 2237474"/>
              <a:gd name="connsiteX151" fmla="*/ 2058061 w 12192000"/>
              <a:gd name="connsiteY151" fmla="*/ 2047942 h 2237474"/>
              <a:gd name="connsiteX152" fmla="*/ 2055737 w 12192000"/>
              <a:gd name="connsiteY152" fmla="*/ 2047704 h 2237474"/>
              <a:gd name="connsiteX153" fmla="*/ 2042244 w 12192000"/>
              <a:gd name="connsiteY153" fmla="*/ 2055560 h 2237474"/>
              <a:gd name="connsiteX154" fmla="*/ 1976224 w 12192000"/>
              <a:gd name="connsiteY154" fmla="*/ 2074257 h 2237474"/>
              <a:gd name="connsiteX155" fmla="*/ 1877728 w 12192000"/>
              <a:gd name="connsiteY155" fmla="*/ 2101004 h 2237474"/>
              <a:gd name="connsiteX156" fmla="*/ 1759056 w 12192000"/>
              <a:gd name="connsiteY156" fmla="*/ 2125608 h 2237474"/>
              <a:gd name="connsiteX157" fmla="*/ 1637948 w 12192000"/>
              <a:gd name="connsiteY157" fmla="*/ 2172597 h 2237474"/>
              <a:gd name="connsiteX158" fmla="*/ 1434549 w 12192000"/>
              <a:gd name="connsiteY158" fmla="*/ 2234522 h 2237474"/>
              <a:gd name="connsiteX159" fmla="*/ 1398481 w 12192000"/>
              <a:gd name="connsiteY159" fmla="*/ 2237074 h 2237474"/>
              <a:gd name="connsiteX160" fmla="*/ 1398407 w 12192000"/>
              <a:gd name="connsiteY160" fmla="*/ 2237095 h 2237474"/>
              <a:gd name="connsiteX161" fmla="*/ 1370962 w 12192000"/>
              <a:gd name="connsiteY161" fmla="*/ 2237474 h 2237474"/>
              <a:gd name="connsiteX162" fmla="*/ 1356367 w 12192000"/>
              <a:gd name="connsiteY162" fmla="*/ 2235089 h 2237474"/>
              <a:gd name="connsiteX163" fmla="*/ 1324828 w 12192000"/>
              <a:gd name="connsiteY163" fmla="*/ 2231968 h 2237474"/>
              <a:gd name="connsiteX164" fmla="*/ 1297744 w 12192000"/>
              <a:gd name="connsiteY164" fmla="*/ 2235849 h 2237474"/>
              <a:gd name="connsiteX165" fmla="*/ 1286236 w 12192000"/>
              <a:gd name="connsiteY165" fmla="*/ 2233135 h 2237474"/>
              <a:gd name="connsiteX166" fmla="*/ 1283504 w 12192000"/>
              <a:gd name="connsiteY166" fmla="*/ 2233797 h 2237474"/>
              <a:gd name="connsiteX167" fmla="*/ 1279765 w 12192000"/>
              <a:gd name="connsiteY167" fmla="*/ 2229639 h 2237474"/>
              <a:gd name="connsiteX168" fmla="*/ 1195347 w 12192000"/>
              <a:gd name="connsiteY168" fmla="*/ 2212354 h 2237474"/>
              <a:gd name="connsiteX169" fmla="*/ 970251 w 12192000"/>
              <a:gd name="connsiteY169" fmla="*/ 2221029 h 2237474"/>
              <a:gd name="connsiteX170" fmla="*/ 812914 w 12192000"/>
              <a:gd name="connsiteY170" fmla="*/ 2202752 h 2237474"/>
              <a:gd name="connsiteX171" fmla="*/ 800195 w 12192000"/>
              <a:gd name="connsiteY171" fmla="*/ 2209407 h 2237474"/>
              <a:gd name="connsiteX172" fmla="*/ 784978 w 12192000"/>
              <a:gd name="connsiteY172" fmla="*/ 2212360 h 2237474"/>
              <a:gd name="connsiteX173" fmla="*/ 681987 w 12192000"/>
              <a:gd name="connsiteY173" fmla="*/ 2216757 h 2237474"/>
              <a:gd name="connsiteX174" fmla="*/ 669923 w 12192000"/>
              <a:gd name="connsiteY174" fmla="*/ 2211682 h 2237474"/>
              <a:gd name="connsiteX175" fmla="*/ 648680 w 12192000"/>
              <a:gd name="connsiteY175" fmla="*/ 2206229 h 2237474"/>
              <a:gd name="connsiteX176" fmla="*/ 597225 w 12192000"/>
              <a:gd name="connsiteY176" fmla="*/ 2180999 h 2237474"/>
              <a:gd name="connsiteX177" fmla="*/ 558449 w 12192000"/>
              <a:gd name="connsiteY177" fmla="*/ 2182346 h 2237474"/>
              <a:gd name="connsiteX178" fmla="*/ 550517 w 12192000"/>
              <a:gd name="connsiteY178" fmla="*/ 2182060 h 2237474"/>
              <a:gd name="connsiteX179" fmla="*/ 550309 w 12192000"/>
              <a:gd name="connsiteY179" fmla="*/ 2181825 h 2237474"/>
              <a:gd name="connsiteX180" fmla="*/ 541836 w 12192000"/>
              <a:gd name="connsiteY180" fmla="*/ 2181063 h 2237474"/>
              <a:gd name="connsiteX181" fmla="*/ 536057 w 12192000"/>
              <a:gd name="connsiteY181" fmla="*/ 2181537 h 2237474"/>
              <a:gd name="connsiteX182" fmla="*/ 520671 w 12192000"/>
              <a:gd name="connsiteY182" fmla="*/ 2180980 h 2237474"/>
              <a:gd name="connsiteX183" fmla="*/ 515024 w 12192000"/>
              <a:gd name="connsiteY183" fmla="*/ 2179258 h 2237474"/>
              <a:gd name="connsiteX184" fmla="*/ 512278 w 12192000"/>
              <a:gd name="connsiteY184" fmla="*/ 2176369 h 2237474"/>
              <a:gd name="connsiteX185" fmla="*/ 480419 w 12192000"/>
              <a:gd name="connsiteY185" fmla="*/ 2167807 h 2237474"/>
              <a:gd name="connsiteX186" fmla="*/ 413835 w 12192000"/>
              <a:gd name="connsiteY186" fmla="*/ 2156783 h 2237474"/>
              <a:gd name="connsiteX187" fmla="*/ 376513 w 12192000"/>
              <a:gd name="connsiteY187" fmla="*/ 2154014 h 2237474"/>
              <a:gd name="connsiteX188" fmla="*/ 273386 w 12192000"/>
              <a:gd name="connsiteY188" fmla="*/ 2142551 h 2237474"/>
              <a:gd name="connsiteX189" fmla="*/ 169207 w 12192000"/>
              <a:gd name="connsiteY189" fmla="*/ 2128100 h 2237474"/>
              <a:gd name="connsiteX190" fmla="*/ 93149 w 12192000"/>
              <a:gd name="connsiteY190" fmla="*/ 2105324 h 2237474"/>
              <a:gd name="connsiteX191" fmla="*/ 88109 w 12192000"/>
              <a:gd name="connsiteY191" fmla="*/ 2106704 h 2237474"/>
              <a:gd name="connsiteX192" fmla="*/ 80022 w 12192000"/>
              <a:gd name="connsiteY192" fmla="*/ 2107254 h 2237474"/>
              <a:gd name="connsiteX193" fmla="*/ 79717 w 12192000"/>
              <a:gd name="connsiteY193" fmla="*/ 2107046 h 2237474"/>
              <a:gd name="connsiteX194" fmla="*/ 72352 w 12192000"/>
              <a:gd name="connsiteY194" fmla="*/ 2107991 h 2237474"/>
              <a:gd name="connsiteX195" fmla="*/ 37645 w 12192000"/>
              <a:gd name="connsiteY195" fmla="*/ 2115401 h 2237474"/>
              <a:gd name="connsiteX196" fmla="*/ 4572 w 12192000"/>
              <a:gd name="connsiteY196" fmla="*/ 2111091 h 2237474"/>
              <a:gd name="connsiteX197" fmla="*/ 0 w 12192000"/>
              <a:gd name="connsiteY197" fmla="*/ 2110468 h 2237474"/>
              <a:gd name="connsiteX198" fmla="*/ 0 w 12192000"/>
              <a:gd name="connsiteY198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958984 w 12192000"/>
              <a:gd name="connsiteY38" fmla="*/ 1057212 h 2237474"/>
              <a:gd name="connsiteX39" fmla="*/ 8886001 w 12192000"/>
              <a:gd name="connsiteY39" fmla="*/ 1067468 h 2237474"/>
              <a:gd name="connsiteX40" fmla="*/ 8838610 w 12192000"/>
              <a:gd name="connsiteY40" fmla="*/ 1075091 h 2237474"/>
              <a:gd name="connsiteX41" fmla="*/ 8750383 w 12192000"/>
              <a:gd name="connsiteY41" fmla="*/ 1097387 h 2237474"/>
              <a:gd name="connsiteX42" fmla="*/ 8665605 w 12192000"/>
              <a:gd name="connsiteY42" fmla="*/ 1110791 h 2237474"/>
              <a:gd name="connsiteX43" fmla="*/ 8584946 w 12192000"/>
              <a:gd name="connsiteY43" fmla="*/ 1135226 h 2237474"/>
              <a:gd name="connsiteX44" fmla="*/ 8460755 w 12192000"/>
              <a:gd name="connsiteY44" fmla="*/ 1203427 h 2237474"/>
              <a:gd name="connsiteX45" fmla="*/ 8419755 w 12192000"/>
              <a:gd name="connsiteY45" fmla="*/ 1216260 h 2237474"/>
              <a:gd name="connsiteX46" fmla="*/ 8411626 w 12192000"/>
              <a:gd name="connsiteY46" fmla="*/ 1214397 h 2237474"/>
              <a:gd name="connsiteX47" fmla="*/ 8363469 w 12192000"/>
              <a:gd name="connsiteY47" fmla="*/ 1246658 h 2237474"/>
              <a:gd name="connsiteX48" fmla="*/ 8275497 w 12192000"/>
              <a:gd name="connsiteY48" fmla="*/ 1264396 h 2237474"/>
              <a:gd name="connsiteX49" fmla="*/ 8206287 w 12192000"/>
              <a:gd name="connsiteY49" fmla="*/ 1273060 h 2237474"/>
              <a:gd name="connsiteX50" fmla="*/ 8168705 w 12192000"/>
              <a:gd name="connsiteY50" fmla="*/ 1279956 h 2237474"/>
              <a:gd name="connsiteX51" fmla="*/ 8139997 w 12192000"/>
              <a:gd name="connsiteY51" fmla="*/ 1282713 h 2237474"/>
              <a:gd name="connsiteX52" fmla="*/ 8074238 w 12192000"/>
              <a:gd name="connsiteY52" fmla="*/ 1301895 h 2237474"/>
              <a:gd name="connsiteX53" fmla="*/ 7968292 w 12192000"/>
              <a:gd name="connsiteY53" fmla="*/ 1338779 h 2237474"/>
              <a:gd name="connsiteX54" fmla="*/ 7902328 w 12192000"/>
              <a:gd name="connsiteY54" fmla="*/ 1345865 h 2237474"/>
              <a:gd name="connsiteX55" fmla="*/ 7875879 w 12192000"/>
              <a:gd name="connsiteY55" fmla="*/ 1345646 h 2237474"/>
              <a:gd name="connsiteX56" fmla="*/ 7840612 w 12192000"/>
              <a:gd name="connsiteY56" fmla="*/ 1369373 h 2237474"/>
              <a:gd name="connsiteX57" fmla="*/ 7786819 w 12192000"/>
              <a:gd name="connsiteY57" fmla="*/ 1378970 h 2237474"/>
              <a:gd name="connsiteX58" fmla="*/ 7548172 w 12192000"/>
              <a:gd name="connsiteY58" fmla="*/ 1417460 h 2237474"/>
              <a:gd name="connsiteX59" fmla="*/ 7483437 w 12192000"/>
              <a:gd name="connsiteY59" fmla="*/ 1478152 h 2237474"/>
              <a:gd name="connsiteX60" fmla="*/ 7377870 w 12192000"/>
              <a:gd name="connsiteY60" fmla="*/ 1523319 h 2237474"/>
              <a:gd name="connsiteX61" fmla="*/ 7230737 w 12192000"/>
              <a:gd name="connsiteY61" fmla="*/ 1562633 h 2237474"/>
              <a:gd name="connsiteX62" fmla="*/ 7224458 w 12192000"/>
              <a:gd name="connsiteY62" fmla="*/ 1573008 h 2237474"/>
              <a:gd name="connsiteX63" fmla="*/ 7183121 w 12192000"/>
              <a:gd name="connsiteY63" fmla="*/ 1595162 h 2237474"/>
              <a:gd name="connsiteX64" fmla="*/ 7164601 w 12192000"/>
              <a:gd name="connsiteY64" fmla="*/ 1606490 h 2237474"/>
              <a:gd name="connsiteX65" fmla="*/ 7092727 w 12192000"/>
              <a:gd name="connsiteY65" fmla="*/ 1623628 h 2237474"/>
              <a:gd name="connsiteX66" fmla="*/ 7031309 w 12192000"/>
              <a:gd name="connsiteY66" fmla="*/ 1619451 h 2237474"/>
              <a:gd name="connsiteX67" fmla="*/ 6900177 w 12192000"/>
              <a:gd name="connsiteY67" fmla="*/ 1636016 h 2237474"/>
              <a:gd name="connsiteX68" fmla="*/ 6795372 w 12192000"/>
              <a:gd name="connsiteY68" fmla="*/ 1644845 h 2237474"/>
              <a:gd name="connsiteX69" fmla="*/ 6692251 w 12192000"/>
              <a:gd name="connsiteY69" fmla="*/ 1656357 h 2237474"/>
              <a:gd name="connsiteX70" fmla="*/ 6655235 w 12192000"/>
              <a:gd name="connsiteY70" fmla="*/ 1661869 h 2237474"/>
              <a:gd name="connsiteX71" fmla="*/ 6554894 w 12192000"/>
              <a:gd name="connsiteY71" fmla="*/ 1664428 h 2237474"/>
              <a:gd name="connsiteX72" fmla="*/ 6516595 w 12192000"/>
              <a:gd name="connsiteY72" fmla="*/ 1667475 h 2237474"/>
              <a:gd name="connsiteX73" fmla="*/ 6508541 w 12192000"/>
              <a:gd name="connsiteY73" fmla="*/ 1668757 h 2237474"/>
              <a:gd name="connsiteX74" fmla="*/ 6471012 w 12192000"/>
              <a:gd name="connsiteY74" fmla="*/ 1678604 h 2237474"/>
              <a:gd name="connsiteX75" fmla="*/ 6364035 w 12192000"/>
              <a:gd name="connsiteY75" fmla="*/ 1667683 h 2237474"/>
              <a:gd name="connsiteX76" fmla="*/ 6280959 w 12192000"/>
              <a:gd name="connsiteY76" fmla="*/ 1689329 h 2237474"/>
              <a:gd name="connsiteX77" fmla="*/ 6243319 w 12192000"/>
              <a:gd name="connsiteY77" fmla="*/ 1695560 h 2237474"/>
              <a:gd name="connsiteX78" fmla="*/ 6098321 w 12192000"/>
              <a:gd name="connsiteY78" fmla="*/ 1721646 h 2237474"/>
              <a:gd name="connsiteX79" fmla="*/ 5880652 w 12192000"/>
              <a:gd name="connsiteY79" fmla="*/ 1779643 h 2237474"/>
              <a:gd name="connsiteX80" fmla="*/ 5785959 w 12192000"/>
              <a:gd name="connsiteY80" fmla="*/ 1775307 h 2237474"/>
              <a:gd name="connsiteX81" fmla="*/ 5643534 w 12192000"/>
              <a:gd name="connsiteY81" fmla="*/ 1802919 h 2237474"/>
              <a:gd name="connsiteX82" fmla="*/ 5518799 w 12192000"/>
              <a:gd name="connsiteY82" fmla="*/ 1818312 h 2237474"/>
              <a:gd name="connsiteX83" fmla="*/ 5505014 w 12192000"/>
              <a:gd name="connsiteY83" fmla="*/ 1819259 h 2237474"/>
              <a:gd name="connsiteX84" fmla="*/ 5453307 w 12192000"/>
              <a:gd name="connsiteY84" fmla="*/ 1815450 h 2237474"/>
              <a:gd name="connsiteX85" fmla="*/ 5221533 w 12192000"/>
              <a:gd name="connsiteY85" fmla="*/ 1846950 h 2237474"/>
              <a:gd name="connsiteX86" fmla="*/ 5149802 w 12192000"/>
              <a:gd name="connsiteY86" fmla="*/ 1844846 h 2237474"/>
              <a:gd name="connsiteX87" fmla="*/ 5114927 w 12192000"/>
              <a:gd name="connsiteY87" fmla="*/ 1847827 h 2237474"/>
              <a:gd name="connsiteX88" fmla="*/ 5108970 w 12192000"/>
              <a:gd name="connsiteY88" fmla="*/ 1847935 h 2237474"/>
              <a:gd name="connsiteX89" fmla="*/ 5067961 w 12192000"/>
              <a:gd name="connsiteY89" fmla="*/ 1845917 h 2237474"/>
              <a:gd name="connsiteX90" fmla="*/ 5007075 w 12192000"/>
              <a:gd name="connsiteY90" fmla="*/ 1838626 h 2237474"/>
              <a:gd name="connsiteX91" fmla="*/ 4944087 w 12192000"/>
              <a:gd name="connsiteY91" fmla="*/ 1823332 h 2237474"/>
              <a:gd name="connsiteX92" fmla="*/ 4907662 w 12192000"/>
              <a:gd name="connsiteY92" fmla="*/ 1816900 h 2237474"/>
              <a:gd name="connsiteX93" fmla="*/ 4882386 w 12192000"/>
              <a:gd name="connsiteY93" fmla="*/ 1809844 h 2237474"/>
              <a:gd name="connsiteX94" fmla="*/ 4811440 w 12192000"/>
              <a:gd name="connsiteY94" fmla="*/ 1804655 h 2237474"/>
              <a:gd name="connsiteX95" fmla="*/ 4691075 w 12192000"/>
              <a:gd name="connsiteY95" fmla="*/ 1801389 h 2237474"/>
              <a:gd name="connsiteX96" fmla="*/ 4611738 w 12192000"/>
              <a:gd name="connsiteY96" fmla="*/ 1776964 h 2237474"/>
              <a:gd name="connsiteX97" fmla="*/ 4560070 w 12192000"/>
              <a:gd name="connsiteY97" fmla="*/ 1785640 h 2237474"/>
              <a:gd name="connsiteX98" fmla="*/ 4536503 w 12192000"/>
              <a:gd name="connsiteY98" fmla="*/ 1785334 h 2237474"/>
              <a:gd name="connsiteX99" fmla="*/ 4513724 w 12192000"/>
              <a:gd name="connsiteY99" fmla="*/ 1791996 h 2237474"/>
              <a:gd name="connsiteX100" fmla="*/ 4459810 w 12192000"/>
              <a:gd name="connsiteY100" fmla="*/ 1797886 h 2237474"/>
              <a:gd name="connsiteX101" fmla="*/ 4379064 w 12192000"/>
              <a:gd name="connsiteY101" fmla="*/ 1817177 h 2237474"/>
              <a:gd name="connsiteX102" fmla="*/ 4290981 w 12192000"/>
              <a:gd name="connsiteY102" fmla="*/ 1839677 h 2237474"/>
              <a:gd name="connsiteX103" fmla="*/ 4238372 w 12192000"/>
              <a:gd name="connsiteY103" fmla="*/ 1851480 h 2237474"/>
              <a:gd name="connsiteX104" fmla="*/ 4232517 w 12192000"/>
              <a:gd name="connsiteY104" fmla="*/ 1852567 h 2237474"/>
              <a:gd name="connsiteX105" fmla="*/ 4191732 w 12192000"/>
              <a:gd name="connsiteY105" fmla="*/ 1857328 h 2237474"/>
              <a:gd name="connsiteX106" fmla="*/ 4065532 w 12192000"/>
              <a:gd name="connsiteY106" fmla="*/ 1855477 h 2237474"/>
              <a:gd name="connsiteX107" fmla="*/ 4028460 w 12192000"/>
              <a:gd name="connsiteY107" fmla="*/ 1855137 h 2237474"/>
              <a:gd name="connsiteX108" fmla="*/ 4002267 w 12192000"/>
              <a:gd name="connsiteY108" fmla="*/ 1852352 h 2237474"/>
              <a:gd name="connsiteX109" fmla="*/ 3931396 w 12192000"/>
              <a:gd name="connsiteY109" fmla="*/ 1858915 h 2237474"/>
              <a:gd name="connsiteX110" fmla="*/ 3812162 w 12192000"/>
              <a:gd name="connsiteY110" fmla="*/ 1875501 h 2237474"/>
              <a:gd name="connsiteX111" fmla="*/ 3729530 w 12192000"/>
              <a:gd name="connsiteY111" fmla="*/ 1864513 h 2237474"/>
              <a:gd name="connsiteX112" fmla="*/ 3680177 w 12192000"/>
              <a:gd name="connsiteY112" fmla="*/ 1881552 h 2237474"/>
              <a:gd name="connsiteX113" fmla="*/ 3567259 w 12192000"/>
              <a:gd name="connsiteY113" fmla="*/ 1893482 h 2237474"/>
              <a:gd name="connsiteX114" fmla="*/ 3405770 w 12192000"/>
              <a:gd name="connsiteY114" fmla="*/ 1904591 h 2237474"/>
              <a:gd name="connsiteX115" fmla="*/ 3280097 w 12192000"/>
              <a:gd name="connsiteY115" fmla="*/ 1919610 h 2237474"/>
              <a:gd name="connsiteX116" fmla="*/ 3123424 w 12192000"/>
              <a:gd name="connsiteY116" fmla="*/ 1952930 h 2237474"/>
              <a:gd name="connsiteX117" fmla="*/ 3009910 w 12192000"/>
              <a:gd name="connsiteY117" fmla="*/ 1957866 h 2237474"/>
              <a:gd name="connsiteX118" fmla="*/ 2995934 w 12192000"/>
              <a:gd name="connsiteY118" fmla="*/ 1967085 h 2237474"/>
              <a:gd name="connsiteX119" fmla="*/ 2980071 w 12192000"/>
              <a:gd name="connsiteY119" fmla="*/ 1972988 h 2237474"/>
              <a:gd name="connsiteX120" fmla="*/ 2978094 w 12192000"/>
              <a:gd name="connsiteY120" fmla="*/ 1972369 h 2237474"/>
              <a:gd name="connsiteX121" fmla="*/ 2942858 w 12192000"/>
              <a:gd name="connsiteY121" fmla="*/ 1981367 h 2237474"/>
              <a:gd name="connsiteX122" fmla="*/ 2875436 w 12192000"/>
              <a:gd name="connsiteY122" fmla="*/ 1996977 h 2237474"/>
              <a:gd name="connsiteX123" fmla="*/ 2874892 w 12192000"/>
              <a:gd name="connsiteY123" fmla="*/ 1996085 h 2237474"/>
              <a:gd name="connsiteX124" fmla="*/ 2864145 w 12192000"/>
              <a:gd name="connsiteY124" fmla="*/ 1994061 h 2237474"/>
              <a:gd name="connsiteX125" fmla="*/ 2843662 w 12192000"/>
              <a:gd name="connsiteY125" fmla="*/ 1992498 h 2237474"/>
              <a:gd name="connsiteX126" fmla="*/ 2796128 w 12192000"/>
              <a:gd name="connsiteY126" fmla="*/ 1976403 h 2237474"/>
              <a:gd name="connsiteX127" fmla="*/ 2756784 w 12192000"/>
              <a:gd name="connsiteY127" fmla="*/ 1985116 h 2237474"/>
              <a:gd name="connsiteX128" fmla="*/ 2748833 w 12192000"/>
              <a:gd name="connsiteY128" fmla="*/ 1986323 h 2237474"/>
              <a:gd name="connsiteX129" fmla="*/ 2748661 w 12192000"/>
              <a:gd name="connsiteY129" fmla="*/ 1986122 h 2237474"/>
              <a:gd name="connsiteX130" fmla="*/ 2740251 w 12192000"/>
              <a:gd name="connsiteY130" fmla="*/ 1986946 h 2237474"/>
              <a:gd name="connsiteX131" fmla="*/ 2718916 w 12192000"/>
              <a:gd name="connsiteY131" fmla="*/ 1990867 h 2237474"/>
              <a:gd name="connsiteX132" fmla="*/ 2713522 w 12192000"/>
              <a:gd name="connsiteY132" fmla="*/ 1990173 h 2237474"/>
              <a:gd name="connsiteX133" fmla="*/ 2680597 w 12192000"/>
              <a:gd name="connsiteY133" fmla="*/ 1984996 h 2237474"/>
              <a:gd name="connsiteX134" fmla="*/ 2578178 w 12192000"/>
              <a:gd name="connsiteY134" fmla="*/ 1990531 h 2237474"/>
              <a:gd name="connsiteX135" fmla="*/ 2476147 w 12192000"/>
              <a:gd name="connsiteY135" fmla="*/ 1998305 h 2237474"/>
              <a:gd name="connsiteX136" fmla="*/ 2373568 w 12192000"/>
              <a:gd name="connsiteY136" fmla="*/ 2003219 h 2237474"/>
              <a:gd name="connsiteX137" fmla="*/ 2321399 w 12192000"/>
              <a:gd name="connsiteY137" fmla="*/ 1989467 h 2237474"/>
              <a:gd name="connsiteX138" fmla="*/ 2315525 w 12192000"/>
              <a:gd name="connsiteY138" fmla="*/ 1989708 h 2237474"/>
              <a:gd name="connsiteX139" fmla="*/ 2300792 w 12192000"/>
              <a:gd name="connsiteY139" fmla="*/ 1994290 h 2237474"/>
              <a:gd name="connsiteX140" fmla="*/ 2295469 w 12192000"/>
              <a:gd name="connsiteY140" fmla="*/ 1996659 h 2237474"/>
              <a:gd name="connsiteX141" fmla="*/ 2287219 w 12192000"/>
              <a:gd name="connsiteY141" fmla="*/ 1998750 h 2237474"/>
              <a:gd name="connsiteX142" fmla="*/ 2286948 w 12192000"/>
              <a:gd name="connsiteY142" fmla="*/ 1998596 h 2237474"/>
              <a:gd name="connsiteX143" fmla="*/ 2243069 w 12192000"/>
              <a:gd name="connsiteY143" fmla="*/ 2015111 h 2237474"/>
              <a:gd name="connsiteX144" fmla="*/ 2186609 w 12192000"/>
              <a:gd name="connsiteY144" fmla="*/ 2008263 h 2237474"/>
              <a:gd name="connsiteX145" fmla="*/ 2164831 w 12192000"/>
              <a:gd name="connsiteY145" fmla="*/ 2010143 h 2237474"/>
              <a:gd name="connsiteX146" fmla="*/ 2152836 w 12192000"/>
              <a:gd name="connsiteY146" fmla="*/ 2010048 h 2237474"/>
              <a:gd name="connsiteX147" fmla="*/ 2117102 w 12192000"/>
              <a:gd name="connsiteY147" fmla="*/ 2023004 h 2237474"/>
              <a:gd name="connsiteX148" fmla="*/ 2111935 w 12192000"/>
              <a:gd name="connsiteY148" fmla="*/ 2023163 h 2237474"/>
              <a:gd name="connsiteX149" fmla="*/ 2089991 w 12192000"/>
              <a:gd name="connsiteY149" fmla="*/ 2034193 h 2237474"/>
              <a:gd name="connsiteX150" fmla="*/ 2058061 w 12192000"/>
              <a:gd name="connsiteY150" fmla="*/ 2047942 h 2237474"/>
              <a:gd name="connsiteX151" fmla="*/ 2055737 w 12192000"/>
              <a:gd name="connsiteY151" fmla="*/ 2047704 h 2237474"/>
              <a:gd name="connsiteX152" fmla="*/ 2042244 w 12192000"/>
              <a:gd name="connsiteY152" fmla="*/ 2055560 h 2237474"/>
              <a:gd name="connsiteX153" fmla="*/ 1976224 w 12192000"/>
              <a:gd name="connsiteY153" fmla="*/ 2074257 h 2237474"/>
              <a:gd name="connsiteX154" fmla="*/ 1877728 w 12192000"/>
              <a:gd name="connsiteY154" fmla="*/ 2101004 h 2237474"/>
              <a:gd name="connsiteX155" fmla="*/ 1759056 w 12192000"/>
              <a:gd name="connsiteY155" fmla="*/ 2125608 h 2237474"/>
              <a:gd name="connsiteX156" fmla="*/ 1637948 w 12192000"/>
              <a:gd name="connsiteY156" fmla="*/ 2172597 h 2237474"/>
              <a:gd name="connsiteX157" fmla="*/ 1434549 w 12192000"/>
              <a:gd name="connsiteY157" fmla="*/ 2234522 h 2237474"/>
              <a:gd name="connsiteX158" fmla="*/ 1398481 w 12192000"/>
              <a:gd name="connsiteY158" fmla="*/ 2237074 h 2237474"/>
              <a:gd name="connsiteX159" fmla="*/ 1398407 w 12192000"/>
              <a:gd name="connsiteY159" fmla="*/ 2237095 h 2237474"/>
              <a:gd name="connsiteX160" fmla="*/ 1370962 w 12192000"/>
              <a:gd name="connsiteY160" fmla="*/ 2237474 h 2237474"/>
              <a:gd name="connsiteX161" fmla="*/ 1356367 w 12192000"/>
              <a:gd name="connsiteY161" fmla="*/ 2235089 h 2237474"/>
              <a:gd name="connsiteX162" fmla="*/ 1324828 w 12192000"/>
              <a:gd name="connsiteY162" fmla="*/ 2231968 h 2237474"/>
              <a:gd name="connsiteX163" fmla="*/ 1297744 w 12192000"/>
              <a:gd name="connsiteY163" fmla="*/ 2235849 h 2237474"/>
              <a:gd name="connsiteX164" fmla="*/ 1286236 w 12192000"/>
              <a:gd name="connsiteY164" fmla="*/ 2233135 h 2237474"/>
              <a:gd name="connsiteX165" fmla="*/ 1283504 w 12192000"/>
              <a:gd name="connsiteY165" fmla="*/ 2233797 h 2237474"/>
              <a:gd name="connsiteX166" fmla="*/ 1279765 w 12192000"/>
              <a:gd name="connsiteY166" fmla="*/ 2229639 h 2237474"/>
              <a:gd name="connsiteX167" fmla="*/ 1195347 w 12192000"/>
              <a:gd name="connsiteY167" fmla="*/ 2212354 h 2237474"/>
              <a:gd name="connsiteX168" fmla="*/ 970251 w 12192000"/>
              <a:gd name="connsiteY168" fmla="*/ 2221029 h 2237474"/>
              <a:gd name="connsiteX169" fmla="*/ 812914 w 12192000"/>
              <a:gd name="connsiteY169" fmla="*/ 2202752 h 2237474"/>
              <a:gd name="connsiteX170" fmla="*/ 800195 w 12192000"/>
              <a:gd name="connsiteY170" fmla="*/ 2209407 h 2237474"/>
              <a:gd name="connsiteX171" fmla="*/ 784978 w 12192000"/>
              <a:gd name="connsiteY171" fmla="*/ 2212360 h 2237474"/>
              <a:gd name="connsiteX172" fmla="*/ 681987 w 12192000"/>
              <a:gd name="connsiteY172" fmla="*/ 2216757 h 2237474"/>
              <a:gd name="connsiteX173" fmla="*/ 669923 w 12192000"/>
              <a:gd name="connsiteY173" fmla="*/ 2211682 h 2237474"/>
              <a:gd name="connsiteX174" fmla="*/ 648680 w 12192000"/>
              <a:gd name="connsiteY174" fmla="*/ 2206229 h 2237474"/>
              <a:gd name="connsiteX175" fmla="*/ 597225 w 12192000"/>
              <a:gd name="connsiteY175" fmla="*/ 2180999 h 2237474"/>
              <a:gd name="connsiteX176" fmla="*/ 558449 w 12192000"/>
              <a:gd name="connsiteY176" fmla="*/ 2182346 h 2237474"/>
              <a:gd name="connsiteX177" fmla="*/ 550517 w 12192000"/>
              <a:gd name="connsiteY177" fmla="*/ 2182060 h 2237474"/>
              <a:gd name="connsiteX178" fmla="*/ 550309 w 12192000"/>
              <a:gd name="connsiteY178" fmla="*/ 2181825 h 2237474"/>
              <a:gd name="connsiteX179" fmla="*/ 541836 w 12192000"/>
              <a:gd name="connsiteY179" fmla="*/ 2181063 h 2237474"/>
              <a:gd name="connsiteX180" fmla="*/ 536057 w 12192000"/>
              <a:gd name="connsiteY180" fmla="*/ 2181537 h 2237474"/>
              <a:gd name="connsiteX181" fmla="*/ 520671 w 12192000"/>
              <a:gd name="connsiteY181" fmla="*/ 2180980 h 2237474"/>
              <a:gd name="connsiteX182" fmla="*/ 515024 w 12192000"/>
              <a:gd name="connsiteY182" fmla="*/ 2179258 h 2237474"/>
              <a:gd name="connsiteX183" fmla="*/ 512278 w 12192000"/>
              <a:gd name="connsiteY183" fmla="*/ 2176369 h 2237474"/>
              <a:gd name="connsiteX184" fmla="*/ 480419 w 12192000"/>
              <a:gd name="connsiteY184" fmla="*/ 2167807 h 2237474"/>
              <a:gd name="connsiteX185" fmla="*/ 413835 w 12192000"/>
              <a:gd name="connsiteY185" fmla="*/ 2156783 h 2237474"/>
              <a:gd name="connsiteX186" fmla="*/ 376513 w 12192000"/>
              <a:gd name="connsiteY186" fmla="*/ 2154014 h 2237474"/>
              <a:gd name="connsiteX187" fmla="*/ 273386 w 12192000"/>
              <a:gd name="connsiteY187" fmla="*/ 2142551 h 2237474"/>
              <a:gd name="connsiteX188" fmla="*/ 169207 w 12192000"/>
              <a:gd name="connsiteY188" fmla="*/ 2128100 h 2237474"/>
              <a:gd name="connsiteX189" fmla="*/ 93149 w 12192000"/>
              <a:gd name="connsiteY189" fmla="*/ 2105324 h 2237474"/>
              <a:gd name="connsiteX190" fmla="*/ 88109 w 12192000"/>
              <a:gd name="connsiteY190" fmla="*/ 2106704 h 2237474"/>
              <a:gd name="connsiteX191" fmla="*/ 80022 w 12192000"/>
              <a:gd name="connsiteY191" fmla="*/ 2107254 h 2237474"/>
              <a:gd name="connsiteX192" fmla="*/ 79717 w 12192000"/>
              <a:gd name="connsiteY192" fmla="*/ 2107046 h 2237474"/>
              <a:gd name="connsiteX193" fmla="*/ 72352 w 12192000"/>
              <a:gd name="connsiteY193" fmla="*/ 2107991 h 2237474"/>
              <a:gd name="connsiteX194" fmla="*/ 37645 w 12192000"/>
              <a:gd name="connsiteY194" fmla="*/ 2115401 h 2237474"/>
              <a:gd name="connsiteX195" fmla="*/ 4572 w 12192000"/>
              <a:gd name="connsiteY195" fmla="*/ 2111091 h 2237474"/>
              <a:gd name="connsiteX196" fmla="*/ 0 w 12192000"/>
              <a:gd name="connsiteY196" fmla="*/ 2110468 h 2237474"/>
              <a:gd name="connsiteX197" fmla="*/ 0 w 12192000"/>
              <a:gd name="connsiteY197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958984 w 12192000"/>
              <a:gd name="connsiteY38" fmla="*/ 1057212 h 2237474"/>
              <a:gd name="connsiteX39" fmla="*/ 8886001 w 12192000"/>
              <a:gd name="connsiteY39" fmla="*/ 1067468 h 2237474"/>
              <a:gd name="connsiteX40" fmla="*/ 8838610 w 12192000"/>
              <a:gd name="connsiteY40" fmla="*/ 1075091 h 2237474"/>
              <a:gd name="connsiteX41" fmla="*/ 8750383 w 12192000"/>
              <a:gd name="connsiteY41" fmla="*/ 1097387 h 2237474"/>
              <a:gd name="connsiteX42" fmla="*/ 8665605 w 12192000"/>
              <a:gd name="connsiteY42" fmla="*/ 1110791 h 2237474"/>
              <a:gd name="connsiteX43" fmla="*/ 8584946 w 12192000"/>
              <a:gd name="connsiteY43" fmla="*/ 1135226 h 2237474"/>
              <a:gd name="connsiteX44" fmla="*/ 8460755 w 12192000"/>
              <a:gd name="connsiteY44" fmla="*/ 1203427 h 2237474"/>
              <a:gd name="connsiteX45" fmla="*/ 8419755 w 12192000"/>
              <a:gd name="connsiteY45" fmla="*/ 1216260 h 2237474"/>
              <a:gd name="connsiteX46" fmla="*/ 8411626 w 12192000"/>
              <a:gd name="connsiteY46" fmla="*/ 1214397 h 2237474"/>
              <a:gd name="connsiteX47" fmla="*/ 8363469 w 12192000"/>
              <a:gd name="connsiteY47" fmla="*/ 1246658 h 2237474"/>
              <a:gd name="connsiteX48" fmla="*/ 8275497 w 12192000"/>
              <a:gd name="connsiteY48" fmla="*/ 1264396 h 2237474"/>
              <a:gd name="connsiteX49" fmla="*/ 8206287 w 12192000"/>
              <a:gd name="connsiteY49" fmla="*/ 1273060 h 2237474"/>
              <a:gd name="connsiteX50" fmla="*/ 8168705 w 12192000"/>
              <a:gd name="connsiteY50" fmla="*/ 1279956 h 2237474"/>
              <a:gd name="connsiteX51" fmla="*/ 8139997 w 12192000"/>
              <a:gd name="connsiteY51" fmla="*/ 1282713 h 2237474"/>
              <a:gd name="connsiteX52" fmla="*/ 8074238 w 12192000"/>
              <a:gd name="connsiteY52" fmla="*/ 1301895 h 2237474"/>
              <a:gd name="connsiteX53" fmla="*/ 7968292 w 12192000"/>
              <a:gd name="connsiteY53" fmla="*/ 1338779 h 2237474"/>
              <a:gd name="connsiteX54" fmla="*/ 7902328 w 12192000"/>
              <a:gd name="connsiteY54" fmla="*/ 1345865 h 2237474"/>
              <a:gd name="connsiteX55" fmla="*/ 7875879 w 12192000"/>
              <a:gd name="connsiteY55" fmla="*/ 1345646 h 2237474"/>
              <a:gd name="connsiteX56" fmla="*/ 7840612 w 12192000"/>
              <a:gd name="connsiteY56" fmla="*/ 1369373 h 2237474"/>
              <a:gd name="connsiteX57" fmla="*/ 7786819 w 12192000"/>
              <a:gd name="connsiteY57" fmla="*/ 1378970 h 2237474"/>
              <a:gd name="connsiteX58" fmla="*/ 7548172 w 12192000"/>
              <a:gd name="connsiteY58" fmla="*/ 1417460 h 2237474"/>
              <a:gd name="connsiteX59" fmla="*/ 7483437 w 12192000"/>
              <a:gd name="connsiteY59" fmla="*/ 1478152 h 2237474"/>
              <a:gd name="connsiteX60" fmla="*/ 7377870 w 12192000"/>
              <a:gd name="connsiteY60" fmla="*/ 1523319 h 2237474"/>
              <a:gd name="connsiteX61" fmla="*/ 7230737 w 12192000"/>
              <a:gd name="connsiteY61" fmla="*/ 1562633 h 2237474"/>
              <a:gd name="connsiteX62" fmla="*/ 7224458 w 12192000"/>
              <a:gd name="connsiteY62" fmla="*/ 1573008 h 2237474"/>
              <a:gd name="connsiteX63" fmla="*/ 7183121 w 12192000"/>
              <a:gd name="connsiteY63" fmla="*/ 1595162 h 2237474"/>
              <a:gd name="connsiteX64" fmla="*/ 7164601 w 12192000"/>
              <a:gd name="connsiteY64" fmla="*/ 1606490 h 2237474"/>
              <a:gd name="connsiteX65" fmla="*/ 7092727 w 12192000"/>
              <a:gd name="connsiteY65" fmla="*/ 1623628 h 2237474"/>
              <a:gd name="connsiteX66" fmla="*/ 7031309 w 12192000"/>
              <a:gd name="connsiteY66" fmla="*/ 1619451 h 2237474"/>
              <a:gd name="connsiteX67" fmla="*/ 6900177 w 12192000"/>
              <a:gd name="connsiteY67" fmla="*/ 1636016 h 2237474"/>
              <a:gd name="connsiteX68" fmla="*/ 6795372 w 12192000"/>
              <a:gd name="connsiteY68" fmla="*/ 1644845 h 2237474"/>
              <a:gd name="connsiteX69" fmla="*/ 6692251 w 12192000"/>
              <a:gd name="connsiteY69" fmla="*/ 1656357 h 2237474"/>
              <a:gd name="connsiteX70" fmla="*/ 6655235 w 12192000"/>
              <a:gd name="connsiteY70" fmla="*/ 1661869 h 2237474"/>
              <a:gd name="connsiteX71" fmla="*/ 6554894 w 12192000"/>
              <a:gd name="connsiteY71" fmla="*/ 1664428 h 2237474"/>
              <a:gd name="connsiteX72" fmla="*/ 6516595 w 12192000"/>
              <a:gd name="connsiteY72" fmla="*/ 1667475 h 2237474"/>
              <a:gd name="connsiteX73" fmla="*/ 6508541 w 12192000"/>
              <a:gd name="connsiteY73" fmla="*/ 1668757 h 2237474"/>
              <a:gd name="connsiteX74" fmla="*/ 6471012 w 12192000"/>
              <a:gd name="connsiteY74" fmla="*/ 1678604 h 2237474"/>
              <a:gd name="connsiteX75" fmla="*/ 6364035 w 12192000"/>
              <a:gd name="connsiteY75" fmla="*/ 1667683 h 2237474"/>
              <a:gd name="connsiteX76" fmla="*/ 6280959 w 12192000"/>
              <a:gd name="connsiteY76" fmla="*/ 1689329 h 2237474"/>
              <a:gd name="connsiteX77" fmla="*/ 6243319 w 12192000"/>
              <a:gd name="connsiteY77" fmla="*/ 1695560 h 2237474"/>
              <a:gd name="connsiteX78" fmla="*/ 6098321 w 12192000"/>
              <a:gd name="connsiteY78" fmla="*/ 1721646 h 2237474"/>
              <a:gd name="connsiteX79" fmla="*/ 5880652 w 12192000"/>
              <a:gd name="connsiteY79" fmla="*/ 1779643 h 2237474"/>
              <a:gd name="connsiteX80" fmla="*/ 5785959 w 12192000"/>
              <a:gd name="connsiteY80" fmla="*/ 1775307 h 2237474"/>
              <a:gd name="connsiteX81" fmla="*/ 5643534 w 12192000"/>
              <a:gd name="connsiteY81" fmla="*/ 1802919 h 2237474"/>
              <a:gd name="connsiteX82" fmla="*/ 5518799 w 12192000"/>
              <a:gd name="connsiteY82" fmla="*/ 1818312 h 2237474"/>
              <a:gd name="connsiteX83" fmla="*/ 5505014 w 12192000"/>
              <a:gd name="connsiteY83" fmla="*/ 1819259 h 2237474"/>
              <a:gd name="connsiteX84" fmla="*/ 5453307 w 12192000"/>
              <a:gd name="connsiteY84" fmla="*/ 1815450 h 2237474"/>
              <a:gd name="connsiteX85" fmla="*/ 5221533 w 12192000"/>
              <a:gd name="connsiteY85" fmla="*/ 1846950 h 2237474"/>
              <a:gd name="connsiteX86" fmla="*/ 5149802 w 12192000"/>
              <a:gd name="connsiteY86" fmla="*/ 1844846 h 2237474"/>
              <a:gd name="connsiteX87" fmla="*/ 5114927 w 12192000"/>
              <a:gd name="connsiteY87" fmla="*/ 1847827 h 2237474"/>
              <a:gd name="connsiteX88" fmla="*/ 5108970 w 12192000"/>
              <a:gd name="connsiteY88" fmla="*/ 1847935 h 2237474"/>
              <a:gd name="connsiteX89" fmla="*/ 5067961 w 12192000"/>
              <a:gd name="connsiteY89" fmla="*/ 1845917 h 2237474"/>
              <a:gd name="connsiteX90" fmla="*/ 5007075 w 12192000"/>
              <a:gd name="connsiteY90" fmla="*/ 1838626 h 2237474"/>
              <a:gd name="connsiteX91" fmla="*/ 4944087 w 12192000"/>
              <a:gd name="connsiteY91" fmla="*/ 1823332 h 2237474"/>
              <a:gd name="connsiteX92" fmla="*/ 4907662 w 12192000"/>
              <a:gd name="connsiteY92" fmla="*/ 1816900 h 2237474"/>
              <a:gd name="connsiteX93" fmla="*/ 4882386 w 12192000"/>
              <a:gd name="connsiteY93" fmla="*/ 1809844 h 2237474"/>
              <a:gd name="connsiteX94" fmla="*/ 4811440 w 12192000"/>
              <a:gd name="connsiteY94" fmla="*/ 1804655 h 2237474"/>
              <a:gd name="connsiteX95" fmla="*/ 4691075 w 12192000"/>
              <a:gd name="connsiteY95" fmla="*/ 1801389 h 2237474"/>
              <a:gd name="connsiteX96" fmla="*/ 4611738 w 12192000"/>
              <a:gd name="connsiteY96" fmla="*/ 1776964 h 2237474"/>
              <a:gd name="connsiteX97" fmla="*/ 4560070 w 12192000"/>
              <a:gd name="connsiteY97" fmla="*/ 1785640 h 2237474"/>
              <a:gd name="connsiteX98" fmla="*/ 4536503 w 12192000"/>
              <a:gd name="connsiteY98" fmla="*/ 1785334 h 2237474"/>
              <a:gd name="connsiteX99" fmla="*/ 4513724 w 12192000"/>
              <a:gd name="connsiteY99" fmla="*/ 1791996 h 2237474"/>
              <a:gd name="connsiteX100" fmla="*/ 4459810 w 12192000"/>
              <a:gd name="connsiteY100" fmla="*/ 1797886 h 2237474"/>
              <a:gd name="connsiteX101" fmla="*/ 4379064 w 12192000"/>
              <a:gd name="connsiteY101" fmla="*/ 1817177 h 2237474"/>
              <a:gd name="connsiteX102" fmla="*/ 4290981 w 12192000"/>
              <a:gd name="connsiteY102" fmla="*/ 1839677 h 2237474"/>
              <a:gd name="connsiteX103" fmla="*/ 4238372 w 12192000"/>
              <a:gd name="connsiteY103" fmla="*/ 1851480 h 2237474"/>
              <a:gd name="connsiteX104" fmla="*/ 4232517 w 12192000"/>
              <a:gd name="connsiteY104" fmla="*/ 1852567 h 2237474"/>
              <a:gd name="connsiteX105" fmla="*/ 4191732 w 12192000"/>
              <a:gd name="connsiteY105" fmla="*/ 1857328 h 2237474"/>
              <a:gd name="connsiteX106" fmla="*/ 4065532 w 12192000"/>
              <a:gd name="connsiteY106" fmla="*/ 1855477 h 2237474"/>
              <a:gd name="connsiteX107" fmla="*/ 4028460 w 12192000"/>
              <a:gd name="connsiteY107" fmla="*/ 1855137 h 2237474"/>
              <a:gd name="connsiteX108" fmla="*/ 4002267 w 12192000"/>
              <a:gd name="connsiteY108" fmla="*/ 1852352 h 2237474"/>
              <a:gd name="connsiteX109" fmla="*/ 3931396 w 12192000"/>
              <a:gd name="connsiteY109" fmla="*/ 1858915 h 2237474"/>
              <a:gd name="connsiteX110" fmla="*/ 3812162 w 12192000"/>
              <a:gd name="connsiteY110" fmla="*/ 1875501 h 2237474"/>
              <a:gd name="connsiteX111" fmla="*/ 3729530 w 12192000"/>
              <a:gd name="connsiteY111" fmla="*/ 1864513 h 2237474"/>
              <a:gd name="connsiteX112" fmla="*/ 3680177 w 12192000"/>
              <a:gd name="connsiteY112" fmla="*/ 1881552 h 2237474"/>
              <a:gd name="connsiteX113" fmla="*/ 3567259 w 12192000"/>
              <a:gd name="connsiteY113" fmla="*/ 1893482 h 2237474"/>
              <a:gd name="connsiteX114" fmla="*/ 3405770 w 12192000"/>
              <a:gd name="connsiteY114" fmla="*/ 1904591 h 2237474"/>
              <a:gd name="connsiteX115" fmla="*/ 3280097 w 12192000"/>
              <a:gd name="connsiteY115" fmla="*/ 1919610 h 2237474"/>
              <a:gd name="connsiteX116" fmla="*/ 3123424 w 12192000"/>
              <a:gd name="connsiteY116" fmla="*/ 1952930 h 2237474"/>
              <a:gd name="connsiteX117" fmla="*/ 3009910 w 12192000"/>
              <a:gd name="connsiteY117" fmla="*/ 1957866 h 2237474"/>
              <a:gd name="connsiteX118" fmla="*/ 2995934 w 12192000"/>
              <a:gd name="connsiteY118" fmla="*/ 1967085 h 2237474"/>
              <a:gd name="connsiteX119" fmla="*/ 2980071 w 12192000"/>
              <a:gd name="connsiteY119" fmla="*/ 1972988 h 2237474"/>
              <a:gd name="connsiteX120" fmla="*/ 2978094 w 12192000"/>
              <a:gd name="connsiteY120" fmla="*/ 1972369 h 2237474"/>
              <a:gd name="connsiteX121" fmla="*/ 2942858 w 12192000"/>
              <a:gd name="connsiteY121" fmla="*/ 1981367 h 2237474"/>
              <a:gd name="connsiteX122" fmla="*/ 2875436 w 12192000"/>
              <a:gd name="connsiteY122" fmla="*/ 1996977 h 2237474"/>
              <a:gd name="connsiteX123" fmla="*/ 2874892 w 12192000"/>
              <a:gd name="connsiteY123" fmla="*/ 1996085 h 2237474"/>
              <a:gd name="connsiteX124" fmla="*/ 2864145 w 12192000"/>
              <a:gd name="connsiteY124" fmla="*/ 1994061 h 2237474"/>
              <a:gd name="connsiteX125" fmla="*/ 2843662 w 12192000"/>
              <a:gd name="connsiteY125" fmla="*/ 1992498 h 2237474"/>
              <a:gd name="connsiteX126" fmla="*/ 2796128 w 12192000"/>
              <a:gd name="connsiteY126" fmla="*/ 1976403 h 2237474"/>
              <a:gd name="connsiteX127" fmla="*/ 2756784 w 12192000"/>
              <a:gd name="connsiteY127" fmla="*/ 1985116 h 2237474"/>
              <a:gd name="connsiteX128" fmla="*/ 2748833 w 12192000"/>
              <a:gd name="connsiteY128" fmla="*/ 1986323 h 2237474"/>
              <a:gd name="connsiteX129" fmla="*/ 2748661 w 12192000"/>
              <a:gd name="connsiteY129" fmla="*/ 1986122 h 2237474"/>
              <a:gd name="connsiteX130" fmla="*/ 2740251 w 12192000"/>
              <a:gd name="connsiteY130" fmla="*/ 1986946 h 2237474"/>
              <a:gd name="connsiteX131" fmla="*/ 2718916 w 12192000"/>
              <a:gd name="connsiteY131" fmla="*/ 1990867 h 2237474"/>
              <a:gd name="connsiteX132" fmla="*/ 2713522 w 12192000"/>
              <a:gd name="connsiteY132" fmla="*/ 1990173 h 2237474"/>
              <a:gd name="connsiteX133" fmla="*/ 2680597 w 12192000"/>
              <a:gd name="connsiteY133" fmla="*/ 1984996 h 2237474"/>
              <a:gd name="connsiteX134" fmla="*/ 2578178 w 12192000"/>
              <a:gd name="connsiteY134" fmla="*/ 1990531 h 2237474"/>
              <a:gd name="connsiteX135" fmla="*/ 2476147 w 12192000"/>
              <a:gd name="connsiteY135" fmla="*/ 1998305 h 2237474"/>
              <a:gd name="connsiteX136" fmla="*/ 2373568 w 12192000"/>
              <a:gd name="connsiteY136" fmla="*/ 2003219 h 2237474"/>
              <a:gd name="connsiteX137" fmla="*/ 2321399 w 12192000"/>
              <a:gd name="connsiteY137" fmla="*/ 1989467 h 2237474"/>
              <a:gd name="connsiteX138" fmla="*/ 2315525 w 12192000"/>
              <a:gd name="connsiteY138" fmla="*/ 1989708 h 2237474"/>
              <a:gd name="connsiteX139" fmla="*/ 2300792 w 12192000"/>
              <a:gd name="connsiteY139" fmla="*/ 1994290 h 2237474"/>
              <a:gd name="connsiteX140" fmla="*/ 2295469 w 12192000"/>
              <a:gd name="connsiteY140" fmla="*/ 1996659 h 2237474"/>
              <a:gd name="connsiteX141" fmla="*/ 2287219 w 12192000"/>
              <a:gd name="connsiteY141" fmla="*/ 1998750 h 2237474"/>
              <a:gd name="connsiteX142" fmla="*/ 2286948 w 12192000"/>
              <a:gd name="connsiteY142" fmla="*/ 1998596 h 2237474"/>
              <a:gd name="connsiteX143" fmla="*/ 2243069 w 12192000"/>
              <a:gd name="connsiteY143" fmla="*/ 2015111 h 2237474"/>
              <a:gd name="connsiteX144" fmla="*/ 2186609 w 12192000"/>
              <a:gd name="connsiteY144" fmla="*/ 2008263 h 2237474"/>
              <a:gd name="connsiteX145" fmla="*/ 2164831 w 12192000"/>
              <a:gd name="connsiteY145" fmla="*/ 2010143 h 2237474"/>
              <a:gd name="connsiteX146" fmla="*/ 2152836 w 12192000"/>
              <a:gd name="connsiteY146" fmla="*/ 2010048 h 2237474"/>
              <a:gd name="connsiteX147" fmla="*/ 2117102 w 12192000"/>
              <a:gd name="connsiteY147" fmla="*/ 2023004 h 2237474"/>
              <a:gd name="connsiteX148" fmla="*/ 2111935 w 12192000"/>
              <a:gd name="connsiteY148" fmla="*/ 2023163 h 2237474"/>
              <a:gd name="connsiteX149" fmla="*/ 2089991 w 12192000"/>
              <a:gd name="connsiteY149" fmla="*/ 2034193 h 2237474"/>
              <a:gd name="connsiteX150" fmla="*/ 2058061 w 12192000"/>
              <a:gd name="connsiteY150" fmla="*/ 2047942 h 2237474"/>
              <a:gd name="connsiteX151" fmla="*/ 2055737 w 12192000"/>
              <a:gd name="connsiteY151" fmla="*/ 2047704 h 2237474"/>
              <a:gd name="connsiteX152" fmla="*/ 2042244 w 12192000"/>
              <a:gd name="connsiteY152" fmla="*/ 2055560 h 2237474"/>
              <a:gd name="connsiteX153" fmla="*/ 1976224 w 12192000"/>
              <a:gd name="connsiteY153" fmla="*/ 2074257 h 2237474"/>
              <a:gd name="connsiteX154" fmla="*/ 1877728 w 12192000"/>
              <a:gd name="connsiteY154" fmla="*/ 2101004 h 2237474"/>
              <a:gd name="connsiteX155" fmla="*/ 1759056 w 12192000"/>
              <a:gd name="connsiteY155" fmla="*/ 2125608 h 2237474"/>
              <a:gd name="connsiteX156" fmla="*/ 1637948 w 12192000"/>
              <a:gd name="connsiteY156" fmla="*/ 2172597 h 2237474"/>
              <a:gd name="connsiteX157" fmla="*/ 1434549 w 12192000"/>
              <a:gd name="connsiteY157" fmla="*/ 2234522 h 2237474"/>
              <a:gd name="connsiteX158" fmla="*/ 1398481 w 12192000"/>
              <a:gd name="connsiteY158" fmla="*/ 2237074 h 2237474"/>
              <a:gd name="connsiteX159" fmla="*/ 1398407 w 12192000"/>
              <a:gd name="connsiteY159" fmla="*/ 2237095 h 2237474"/>
              <a:gd name="connsiteX160" fmla="*/ 1370962 w 12192000"/>
              <a:gd name="connsiteY160" fmla="*/ 2237474 h 2237474"/>
              <a:gd name="connsiteX161" fmla="*/ 1356367 w 12192000"/>
              <a:gd name="connsiteY161" fmla="*/ 2235089 h 2237474"/>
              <a:gd name="connsiteX162" fmla="*/ 1324828 w 12192000"/>
              <a:gd name="connsiteY162" fmla="*/ 2231968 h 2237474"/>
              <a:gd name="connsiteX163" fmla="*/ 1297744 w 12192000"/>
              <a:gd name="connsiteY163" fmla="*/ 2235849 h 2237474"/>
              <a:gd name="connsiteX164" fmla="*/ 1286236 w 12192000"/>
              <a:gd name="connsiteY164" fmla="*/ 2233135 h 2237474"/>
              <a:gd name="connsiteX165" fmla="*/ 1283504 w 12192000"/>
              <a:gd name="connsiteY165" fmla="*/ 2233797 h 2237474"/>
              <a:gd name="connsiteX166" fmla="*/ 1279765 w 12192000"/>
              <a:gd name="connsiteY166" fmla="*/ 2229639 h 2237474"/>
              <a:gd name="connsiteX167" fmla="*/ 1195347 w 12192000"/>
              <a:gd name="connsiteY167" fmla="*/ 2212354 h 2237474"/>
              <a:gd name="connsiteX168" fmla="*/ 970251 w 12192000"/>
              <a:gd name="connsiteY168" fmla="*/ 2221029 h 2237474"/>
              <a:gd name="connsiteX169" fmla="*/ 812914 w 12192000"/>
              <a:gd name="connsiteY169" fmla="*/ 2202752 h 2237474"/>
              <a:gd name="connsiteX170" fmla="*/ 800195 w 12192000"/>
              <a:gd name="connsiteY170" fmla="*/ 2209407 h 2237474"/>
              <a:gd name="connsiteX171" fmla="*/ 784978 w 12192000"/>
              <a:gd name="connsiteY171" fmla="*/ 2212360 h 2237474"/>
              <a:gd name="connsiteX172" fmla="*/ 681987 w 12192000"/>
              <a:gd name="connsiteY172" fmla="*/ 2216757 h 2237474"/>
              <a:gd name="connsiteX173" fmla="*/ 669923 w 12192000"/>
              <a:gd name="connsiteY173" fmla="*/ 2211682 h 2237474"/>
              <a:gd name="connsiteX174" fmla="*/ 648680 w 12192000"/>
              <a:gd name="connsiteY174" fmla="*/ 2206229 h 2237474"/>
              <a:gd name="connsiteX175" fmla="*/ 597225 w 12192000"/>
              <a:gd name="connsiteY175" fmla="*/ 2180999 h 2237474"/>
              <a:gd name="connsiteX176" fmla="*/ 558449 w 12192000"/>
              <a:gd name="connsiteY176" fmla="*/ 2182346 h 2237474"/>
              <a:gd name="connsiteX177" fmla="*/ 550517 w 12192000"/>
              <a:gd name="connsiteY177" fmla="*/ 2182060 h 2237474"/>
              <a:gd name="connsiteX178" fmla="*/ 550309 w 12192000"/>
              <a:gd name="connsiteY178" fmla="*/ 2181825 h 2237474"/>
              <a:gd name="connsiteX179" fmla="*/ 541836 w 12192000"/>
              <a:gd name="connsiteY179" fmla="*/ 2181063 h 2237474"/>
              <a:gd name="connsiteX180" fmla="*/ 536057 w 12192000"/>
              <a:gd name="connsiteY180" fmla="*/ 2181537 h 2237474"/>
              <a:gd name="connsiteX181" fmla="*/ 520671 w 12192000"/>
              <a:gd name="connsiteY181" fmla="*/ 2180980 h 2237474"/>
              <a:gd name="connsiteX182" fmla="*/ 515024 w 12192000"/>
              <a:gd name="connsiteY182" fmla="*/ 2179258 h 2237474"/>
              <a:gd name="connsiteX183" fmla="*/ 512278 w 12192000"/>
              <a:gd name="connsiteY183" fmla="*/ 2176369 h 2237474"/>
              <a:gd name="connsiteX184" fmla="*/ 480419 w 12192000"/>
              <a:gd name="connsiteY184" fmla="*/ 2167807 h 2237474"/>
              <a:gd name="connsiteX185" fmla="*/ 413835 w 12192000"/>
              <a:gd name="connsiteY185" fmla="*/ 2156783 h 2237474"/>
              <a:gd name="connsiteX186" fmla="*/ 376513 w 12192000"/>
              <a:gd name="connsiteY186" fmla="*/ 2154014 h 2237474"/>
              <a:gd name="connsiteX187" fmla="*/ 273386 w 12192000"/>
              <a:gd name="connsiteY187" fmla="*/ 2142551 h 2237474"/>
              <a:gd name="connsiteX188" fmla="*/ 169207 w 12192000"/>
              <a:gd name="connsiteY188" fmla="*/ 2128100 h 2237474"/>
              <a:gd name="connsiteX189" fmla="*/ 93149 w 12192000"/>
              <a:gd name="connsiteY189" fmla="*/ 2105324 h 2237474"/>
              <a:gd name="connsiteX190" fmla="*/ 88109 w 12192000"/>
              <a:gd name="connsiteY190" fmla="*/ 2106704 h 2237474"/>
              <a:gd name="connsiteX191" fmla="*/ 80022 w 12192000"/>
              <a:gd name="connsiteY191" fmla="*/ 2107254 h 2237474"/>
              <a:gd name="connsiteX192" fmla="*/ 79717 w 12192000"/>
              <a:gd name="connsiteY192" fmla="*/ 2107046 h 2237474"/>
              <a:gd name="connsiteX193" fmla="*/ 72352 w 12192000"/>
              <a:gd name="connsiteY193" fmla="*/ 2107991 h 2237474"/>
              <a:gd name="connsiteX194" fmla="*/ 37645 w 12192000"/>
              <a:gd name="connsiteY194" fmla="*/ 2115401 h 2237474"/>
              <a:gd name="connsiteX195" fmla="*/ 4572 w 12192000"/>
              <a:gd name="connsiteY195" fmla="*/ 2111091 h 2237474"/>
              <a:gd name="connsiteX196" fmla="*/ 0 w 12192000"/>
              <a:gd name="connsiteY196" fmla="*/ 2110468 h 2237474"/>
              <a:gd name="connsiteX197" fmla="*/ 0 w 12192000"/>
              <a:gd name="connsiteY197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958984 w 12192000"/>
              <a:gd name="connsiteY38" fmla="*/ 1057212 h 2237474"/>
              <a:gd name="connsiteX39" fmla="*/ 8886001 w 12192000"/>
              <a:gd name="connsiteY39" fmla="*/ 1067468 h 2237474"/>
              <a:gd name="connsiteX40" fmla="*/ 8838610 w 12192000"/>
              <a:gd name="connsiteY40" fmla="*/ 1075091 h 2237474"/>
              <a:gd name="connsiteX41" fmla="*/ 8750383 w 12192000"/>
              <a:gd name="connsiteY41" fmla="*/ 1097387 h 2237474"/>
              <a:gd name="connsiteX42" fmla="*/ 8665605 w 12192000"/>
              <a:gd name="connsiteY42" fmla="*/ 1110791 h 2237474"/>
              <a:gd name="connsiteX43" fmla="*/ 8584946 w 12192000"/>
              <a:gd name="connsiteY43" fmla="*/ 1135226 h 2237474"/>
              <a:gd name="connsiteX44" fmla="*/ 8460755 w 12192000"/>
              <a:gd name="connsiteY44" fmla="*/ 1203427 h 2237474"/>
              <a:gd name="connsiteX45" fmla="*/ 8419755 w 12192000"/>
              <a:gd name="connsiteY45" fmla="*/ 1216260 h 2237474"/>
              <a:gd name="connsiteX46" fmla="*/ 8411626 w 12192000"/>
              <a:gd name="connsiteY46" fmla="*/ 1214397 h 2237474"/>
              <a:gd name="connsiteX47" fmla="*/ 8363469 w 12192000"/>
              <a:gd name="connsiteY47" fmla="*/ 1246658 h 2237474"/>
              <a:gd name="connsiteX48" fmla="*/ 8275497 w 12192000"/>
              <a:gd name="connsiteY48" fmla="*/ 1264396 h 2237474"/>
              <a:gd name="connsiteX49" fmla="*/ 8206287 w 12192000"/>
              <a:gd name="connsiteY49" fmla="*/ 1273060 h 2237474"/>
              <a:gd name="connsiteX50" fmla="*/ 8168705 w 12192000"/>
              <a:gd name="connsiteY50" fmla="*/ 1279956 h 2237474"/>
              <a:gd name="connsiteX51" fmla="*/ 8139997 w 12192000"/>
              <a:gd name="connsiteY51" fmla="*/ 1282713 h 2237474"/>
              <a:gd name="connsiteX52" fmla="*/ 8074238 w 12192000"/>
              <a:gd name="connsiteY52" fmla="*/ 1301895 h 2237474"/>
              <a:gd name="connsiteX53" fmla="*/ 7968292 w 12192000"/>
              <a:gd name="connsiteY53" fmla="*/ 1338779 h 2237474"/>
              <a:gd name="connsiteX54" fmla="*/ 7902328 w 12192000"/>
              <a:gd name="connsiteY54" fmla="*/ 1345865 h 2237474"/>
              <a:gd name="connsiteX55" fmla="*/ 7875879 w 12192000"/>
              <a:gd name="connsiteY55" fmla="*/ 1345646 h 2237474"/>
              <a:gd name="connsiteX56" fmla="*/ 7840612 w 12192000"/>
              <a:gd name="connsiteY56" fmla="*/ 1369373 h 2237474"/>
              <a:gd name="connsiteX57" fmla="*/ 7786819 w 12192000"/>
              <a:gd name="connsiteY57" fmla="*/ 1378970 h 2237474"/>
              <a:gd name="connsiteX58" fmla="*/ 7548172 w 12192000"/>
              <a:gd name="connsiteY58" fmla="*/ 1417460 h 2237474"/>
              <a:gd name="connsiteX59" fmla="*/ 7483437 w 12192000"/>
              <a:gd name="connsiteY59" fmla="*/ 1478152 h 2237474"/>
              <a:gd name="connsiteX60" fmla="*/ 7377870 w 12192000"/>
              <a:gd name="connsiteY60" fmla="*/ 1523319 h 2237474"/>
              <a:gd name="connsiteX61" fmla="*/ 7230737 w 12192000"/>
              <a:gd name="connsiteY61" fmla="*/ 1562633 h 2237474"/>
              <a:gd name="connsiteX62" fmla="*/ 7224458 w 12192000"/>
              <a:gd name="connsiteY62" fmla="*/ 1573008 h 2237474"/>
              <a:gd name="connsiteX63" fmla="*/ 7183121 w 12192000"/>
              <a:gd name="connsiteY63" fmla="*/ 1595162 h 2237474"/>
              <a:gd name="connsiteX64" fmla="*/ 7164601 w 12192000"/>
              <a:gd name="connsiteY64" fmla="*/ 1606490 h 2237474"/>
              <a:gd name="connsiteX65" fmla="*/ 7031309 w 12192000"/>
              <a:gd name="connsiteY65" fmla="*/ 1619451 h 2237474"/>
              <a:gd name="connsiteX66" fmla="*/ 6900177 w 12192000"/>
              <a:gd name="connsiteY66" fmla="*/ 1636016 h 2237474"/>
              <a:gd name="connsiteX67" fmla="*/ 6795372 w 12192000"/>
              <a:gd name="connsiteY67" fmla="*/ 1644845 h 2237474"/>
              <a:gd name="connsiteX68" fmla="*/ 6692251 w 12192000"/>
              <a:gd name="connsiteY68" fmla="*/ 1656357 h 2237474"/>
              <a:gd name="connsiteX69" fmla="*/ 6655235 w 12192000"/>
              <a:gd name="connsiteY69" fmla="*/ 1661869 h 2237474"/>
              <a:gd name="connsiteX70" fmla="*/ 6554894 w 12192000"/>
              <a:gd name="connsiteY70" fmla="*/ 1664428 h 2237474"/>
              <a:gd name="connsiteX71" fmla="*/ 6516595 w 12192000"/>
              <a:gd name="connsiteY71" fmla="*/ 1667475 h 2237474"/>
              <a:gd name="connsiteX72" fmla="*/ 6508541 w 12192000"/>
              <a:gd name="connsiteY72" fmla="*/ 1668757 h 2237474"/>
              <a:gd name="connsiteX73" fmla="*/ 6471012 w 12192000"/>
              <a:gd name="connsiteY73" fmla="*/ 1678604 h 2237474"/>
              <a:gd name="connsiteX74" fmla="*/ 6364035 w 12192000"/>
              <a:gd name="connsiteY74" fmla="*/ 1667683 h 2237474"/>
              <a:gd name="connsiteX75" fmla="*/ 6280959 w 12192000"/>
              <a:gd name="connsiteY75" fmla="*/ 1689329 h 2237474"/>
              <a:gd name="connsiteX76" fmla="*/ 6243319 w 12192000"/>
              <a:gd name="connsiteY76" fmla="*/ 1695560 h 2237474"/>
              <a:gd name="connsiteX77" fmla="*/ 6098321 w 12192000"/>
              <a:gd name="connsiteY77" fmla="*/ 1721646 h 2237474"/>
              <a:gd name="connsiteX78" fmla="*/ 5880652 w 12192000"/>
              <a:gd name="connsiteY78" fmla="*/ 1779643 h 2237474"/>
              <a:gd name="connsiteX79" fmla="*/ 5785959 w 12192000"/>
              <a:gd name="connsiteY79" fmla="*/ 1775307 h 2237474"/>
              <a:gd name="connsiteX80" fmla="*/ 5643534 w 12192000"/>
              <a:gd name="connsiteY80" fmla="*/ 1802919 h 2237474"/>
              <a:gd name="connsiteX81" fmla="*/ 5518799 w 12192000"/>
              <a:gd name="connsiteY81" fmla="*/ 1818312 h 2237474"/>
              <a:gd name="connsiteX82" fmla="*/ 5505014 w 12192000"/>
              <a:gd name="connsiteY82" fmla="*/ 1819259 h 2237474"/>
              <a:gd name="connsiteX83" fmla="*/ 5453307 w 12192000"/>
              <a:gd name="connsiteY83" fmla="*/ 1815450 h 2237474"/>
              <a:gd name="connsiteX84" fmla="*/ 5221533 w 12192000"/>
              <a:gd name="connsiteY84" fmla="*/ 1846950 h 2237474"/>
              <a:gd name="connsiteX85" fmla="*/ 5149802 w 12192000"/>
              <a:gd name="connsiteY85" fmla="*/ 1844846 h 2237474"/>
              <a:gd name="connsiteX86" fmla="*/ 5114927 w 12192000"/>
              <a:gd name="connsiteY86" fmla="*/ 1847827 h 2237474"/>
              <a:gd name="connsiteX87" fmla="*/ 5108970 w 12192000"/>
              <a:gd name="connsiteY87" fmla="*/ 1847935 h 2237474"/>
              <a:gd name="connsiteX88" fmla="*/ 5067961 w 12192000"/>
              <a:gd name="connsiteY88" fmla="*/ 1845917 h 2237474"/>
              <a:gd name="connsiteX89" fmla="*/ 5007075 w 12192000"/>
              <a:gd name="connsiteY89" fmla="*/ 1838626 h 2237474"/>
              <a:gd name="connsiteX90" fmla="*/ 4944087 w 12192000"/>
              <a:gd name="connsiteY90" fmla="*/ 1823332 h 2237474"/>
              <a:gd name="connsiteX91" fmla="*/ 4907662 w 12192000"/>
              <a:gd name="connsiteY91" fmla="*/ 1816900 h 2237474"/>
              <a:gd name="connsiteX92" fmla="*/ 4882386 w 12192000"/>
              <a:gd name="connsiteY92" fmla="*/ 1809844 h 2237474"/>
              <a:gd name="connsiteX93" fmla="*/ 4811440 w 12192000"/>
              <a:gd name="connsiteY93" fmla="*/ 1804655 h 2237474"/>
              <a:gd name="connsiteX94" fmla="*/ 4691075 w 12192000"/>
              <a:gd name="connsiteY94" fmla="*/ 1801389 h 2237474"/>
              <a:gd name="connsiteX95" fmla="*/ 4611738 w 12192000"/>
              <a:gd name="connsiteY95" fmla="*/ 1776964 h 2237474"/>
              <a:gd name="connsiteX96" fmla="*/ 4560070 w 12192000"/>
              <a:gd name="connsiteY96" fmla="*/ 1785640 h 2237474"/>
              <a:gd name="connsiteX97" fmla="*/ 4536503 w 12192000"/>
              <a:gd name="connsiteY97" fmla="*/ 1785334 h 2237474"/>
              <a:gd name="connsiteX98" fmla="*/ 4513724 w 12192000"/>
              <a:gd name="connsiteY98" fmla="*/ 1791996 h 2237474"/>
              <a:gd name="connsiteX99" fmla="*/ 4459810 w 12192000"/>
              <a:gd name="connsiteY99" fmla="*/ 1797886 h 2237474"/>
              <a:gd name="connsiteX100" fmla="*/ 4379064 w 12192000"/>
              <a:gd name="connsiteY100" fmla="*/ 1817177 h 2237474"/>
              <a:gd name="connsiteX101" fmla="*/ 4290981 w 12192000"/>
              <a:gd name="connsiteY101" fmla="*/ 1839677 h 2237474"/>
              <a:gd name="connsiteX102" fmla="*/ 4238372 w 12192000"/>
              <a:gd name="connsiteY102" fmla="*/ 1851480 h 2237474"/>
              <a:gd name="connsiteX103" fmla="*/ 4232517 w 12192000"/>
              <a:gd name="connsiteY103" fmla="*/ 1852567 h 2237474"/>
              <a:gd name="connsiteX104" fmla="*/ 4191732 w 12192000"/>
              <a:gd name="connsiteY104" fmla="*/ 1857328 h 2237474"/>
              <a:gd name="connsiteX105" fmla="*/ 4065532 w 12192000"/>
              <a:gd name="connsiteY105" fmla="*/ 1855477 h 2237474"/>
              <a:gd name="connsiteX106" fmla="*/ 4028460 w 12192000"/>
              <a:gd name="connsiteY106" fmla="*/ 1855137 h 2237474"/>
              <a:gd name="connsiteX107" fmla="*/ 4002267 w 12192000"/>
              <a:gd name="connsiteY107" fmla="*/ 1852352 h 2237474"/>
              <a:gd name="connsiteX108" fmla="*/ 3931396 w 12192000"/>
              <a:gd name="connsiteY108" fmla="*/ 1858915 h 2237474"/>
              <a:gd name="connsiteX109" fmla="*/ 3812162 w 12192000"/>
              <a:gd name="connsiteY109" fmla="*/ 1875501 h 2237474"/>
              <a:gd name="connsiteX110" fmla="*/ 3729530 w 12192000"/>
              <a:gd name="connsiteY110" fmla="*/ 1864513 h 2237474"/>
              <a:gd name="connsiteX111" fmla="*/ 3680177 w 12192000"/>
              <a:gd name="connsiteY111" fmla="*/ 1881552 h 2237474"/>
              <a:gd name="connsiteX112" fmla="*/ 3567259 w 12192000"/>
              <a:gd name="connsiteY112" fmla="*/ 1893482 h 2237474"/>
              <a:gd name="connsiteX113" fmla="*/ 3405770 w 12192000"/>
              <a:gd name="connsiteY113" fmla="*/ 1904591 h 2237474"/>
              <a:gd name="connsiteX114" fmla="*/ 3280097 w 12192000"/>
              <a:gd name="connsiteY114" fmla="*/ 1919610 h 2237474"/>
              <a:gd name="connsiteX115" fmla="*/ 3123424 w 12192000"/>
              <a:gd name="connsiteY115" fmla="*/ 1952930 h 2237474"/>
              <a:gd name="connsiteX116" fmla="*/ 3009910 w 12192000"/>
              <a:gd name="connsiteY116" fmla="*/ 1957866 h 2237474"/>
              <a:gd name="connsiteX117" fmla="*/ 2995934 w 12192000"/>
              <a:gd name="connsiteY117" fmla="*/ 1967085 h 2237474"/>
              <a:gd name="connsiteX118" fmla="*/ 2980071 w 12192000"/>
              <a:gd name="connsiteY118" fmla="*/ 1972988 h 2237474"/>
              <a:gd name="connsiteX119" fmla="*/ 2978094 w 12192000"/>
              <a:gd name="connsiteY119" fmla="*/ 1972369 h 2237474"/>
              <a:gd name="connsiteX120" fmla="*/ 2942858 w 12192000"/>
              <a:gd name="connsiteY120" fmla="*/ 1981367 h 2237474"/>
              <a:gd name="connsiteX121" fmla="*/ 2875436 w 12192000"/>
              <a:gd name="connsiteY121" fmla="*/ 1996977 h 2237474"/>
              <a:gd name="connsiteX122" fmla="*/ 2874892 w 12192000"/>
              <a:gd name="connsiteY122" fmla="*/ 1996085 h 2237474"/>
              <a:gd name="connsiteX123" fmla="*/ 2864145 w 12192000"/>
              <a:gd name="connsiteY123" fmla="*/ 1994061 h 2237474"/>
              <a:gd name="connsiteX124" fmla="*/ 2843662 w 12192000"/>
              <a:gd name="connsiteY124" fmla="*/ 1992498 h 2237474"/>
              <a:gd name="connsiteX125" fmla="*/ 2796128 w 12192000"/>
              <a:gd name="connsiteY125" fmla="*/ 1976403 h 2237474"/>
              <a:gd name="connsiteX126" fmla="*/ 2756784 w 12192000"/>
              <a:gd name="connsiteY126" fmla="*/ 1985116 h 2237474"/>
              <a:gd name="connsiteX127" fmla="*/ 2748833 w 12192000"/>
              <a:gd name="connsiteY127" fmla="*/ 1986323 h 2237474"/>
              <a:gd name="connsiteX128" fmla="*/ 2748661 w 12192000"/>
              <a:gd name="connsiteY128" fmla="*/ 1986122 h 2237474"/>
              <a:gd name="connsiteX129" fmla="*/ 2740251 w 12192000"/>
              <a:gd name="connsiteY129" fmla="*/ 1986946 h 2237474"/>
              <a:gd name="connsiteX130" fmla="*/ 2718916 w 12192000"/>
              <a:gd name="connsiteY130" fmla="*/ 1990867 h 2237474"/>
              <a:gd name="connsiteX131" fmla="*/ 2713522 w 12192000"/>
              <a:gd name="connsiteY131" fmla="*/ 1990173 h 2237474"/>
              <a:gd name="connsiteX132" fmla="*/ 2680597 w 12192000"/>
              <a:gd name="connsiteY132" fmla="*/ 1984996 h 2237474"/>
              <a:gd name="connsiteX133" fmla="*/ 2578178 w 12192000"/>
              <a:gd name="connsiteY133" fmla="*/ 1990531 h 2237474"/>
              <a:gd name="connsiteX134" fmla="*/ 2476147 w 12192000"/>
              <a:gd name="connsiteY134" fmla="*/ 1998305 h 2237474"/>
              <a:gd name="connsiteX135" fmla="*/ 2373568 w 12192000"/>
              <a:gd name="connsiteY135" fmla="*/ 2003219 h 2237474"/>
              <a:gd name="connsiteX136" fmla="*/ 2321399 w 12192000"/>
              <a:gd name="connsiteY136" fmla="*/ 1989467 h 2237474"/>
              <a:gd name="connsiteX137" fmla="*/ 2315525 w 12192000"/>
              <a:gd name="connsiteY137" fmla="*/ 1989708 h 2237474"/>
              <a:gd name="connsiteX138" fmla="*/ 2300792 w 12192000"/>
              <a:gd name="connsiteY138" fmla="*/ 1994290 h 2237474"/>
              <a:gd name="connsiteX139" fmla="*/ 2295469 w 12192000"/>
              <a:gd name="connsiteY139" fmla="*/ 1996659 h 2237474"/>
              <a:gd name="connsiteX140" fmla="*/ 2287219 w 12192000"/>
              <a:gd name="connsiteY140" fmla="*/ 1998750 h 2237474"/>
              <a:gd name="connsiteX141" fmla="*/ 2286948 w 12192000"/>
              <a:gd name="connsiteY141" fmla="*/ 1998596 h 2237474"/>
              <a:gd name="connsiteX142" fmla="*/ 2243069 w 12192000"/>
              <a:gd name="connsiteY142" fmla="*/ 2015111 h 2237474"/>
              <a:gd name="connsiteX143" fmla="*/ 2186609 w 12192000"/>
              <a:gd name="connsiteY143" fmla="*/ 2008263 h 2237474"/>
              <a:gd name="connsiteX144" fmla="*/ 2164831 w 12192000"/>
              <a:gd name="connsiteY144" fmla="*/ 2010143 h 2237474"/>
              <a:gd name="connsiteX145" fmla="*/ 2152836 w 12192000"/>
              <a:gd name="connsiteY145" fmla="*/ 2010048 h 2237474"/>
              <a:gd name="connsiteX146" fmla="*/ 2117102 w 12192000"/>
              <a:gd name="connsiteY146" fmla="*/ 2023004 h 2237474"/>
              <a:gd name="connsiteX147" fmla="*/ 2111935 w 12192000"/>
              <a:gd name="connsiteY147" fmla="*/ 2023163 h 2237474"/>
              <a:gd name="connsiteX148" fmla="*/ 2089991 w 12192000"/>
              <a:gd name="connsiteY148" fmla="*/ 2034193 h 2237474"/>
              <a:gd name="connsiteX149" fmla="*/ 2058061 w 12192000"/>
              <a:gd name="connsiteY149" fmla="*/ 2047942 h 2237474"/>
              <a:gd name="connsiteX150" fmla="*/ 2055737 w 12192000"/>
              <a:gd name="connsiteY150" fmla="*/ 2047704 h 2237474"/>
              <a:gd name="connsiteX151" fmla="*/ 2042244 w 12192000"/>
              <a:gd name="connsiteY151" fmla="*/ 2055560 h 2237474"/>
              <a:gd name="connsiteX152" fmla="*/ 1976224 w 12192000"/>
              <a:gd name="connsiteY152" fmla="*/ 2074257 h 2237474"/>
              <a:gd name="connsiteX153" fmla="*/ 1877728 w 12192000"/>
              <a:gd name="connsiteY153" fmla="*/ 2101004 h 2237474"/>
              <a:gd name="connsiteX154" fmla="*/ 1759056 w 12192000"/>
              <a:gd name="connsiteY154" fmla="*/ 2125608 h 2237474"/>
              <a:gd name="connsiteX155" fmla="*/ 1637948 w 12192000"/>
              <a:gd name="connsiteY155" fmla="*/ 2172597 h 2237474"/>
              <a:gd name="connsiteX156" fmla="*/ 1434549 w 12192000"/>
              <a:gd name="connsiteY156" fmla="*/ 2234522 h 2237474"/>
              <a:gd name="connsiteX157" fmla="*/ 1398481 w 12192000"/>
              <a:gd name="connsiteY157" fmla="*/ 2237074 h 2237474"/>
              <a:gd name="connsiteX158" fmla="*/ 1398407 w 12192000"/>
              <a:gd name="connsiteY158" fmla="*/ 2237095 h 2237474"/>
              <a:gd name="connsiteX159" fmla="*/ 1370962 w 12192000"/>
              <a:gd name="connsiteY159" fmla="*/ 2237474 h 2237474"/>
              <a:gd name="connsiteX160" fmla="*/ 1356367 w 12192000"/>
              <a:gd name="connsiteY160" fmla="*/ 2235089 h 2237474"/>
              <a:gd name="connsiteX161" fmla="*/ 1324828 w 12192000"/>
              <a:gd name="connsiteY161" fmla="*/ 2231968 h 2237474"/>
              <a:gd name="connsiteX162" fmla="*/ 1297744 w 12192000"/>
              <a:gd name="connsiteY162" fmla="*/ 2235849 h 2237474"/>
              <a:gd name="connsiteX163" fmla="*/ 1286236 w 12192000"/>
              <a:gd name="connsiteY163" fmla="*/ 2233135 h 2237474"/>
              <a:gd name="connsiteX164" fmla="*/ 1283504 w 12192000"/>
              <a:gd name="connsiteY164" fmla="*/ 2233797 h 2237474"/>
              <a:gd name="connsiteX165" fmla="*/ 1279765 w 12192000"/>
              <a:gd name="connsiteY165" fmla="*/ 2229639 h 2237474"/>
              <a:gd name="connsiteX166" fmla="*/ 1195347 w 12192000"/>
              <a:gd name="connsiteY166" fmla="*/ 2212354 h 2237474"/>
              <a:gd name="connsiteX167" fmla="*/ 970251 w 12192000"/>
              <a:gd name="connsiteY167" fmla="*/ 2221029 h 2237474"/>
              <a:gd name="connsiteX168" fmla="*/ 812914 w 12192000"/>
              <a:gd name="connsiteY168" fmla="*/ 2202752 h 2237474"/>
              <a:gd name="connsiteX169" fmla="*/ 800195 w 12192000"/>
              <a:gd name="connsiteY169" fmla="*/ 2209407 h 2237474"/>
              <a:gd name="connsiteX170" fmla="*/ 784978 w 12192000"/>
              <a:gd name="connsiteY170" fmla="*/ 2212360 h 2237474"/>
              <a:gd name="connsiteX171" fmla="*/ 681987 w 12192000"/>
              <a:gd name="connsiteY171" fmla="*/ 2216757 h 2237474"/>
              <a:gd name="connsiteX172" fmla="*/ 669923 w 12192000"/>
              <a:gd name="connsiteY172" fmla="*/ 2211682 h 2237474"/>
              <a:gd name="connsiteX173" fmla="*/ 648680 w 12192000"/>
              <a:gd name="connsiteY173" fmla="*/ 2206229 h 2237474"/>
              <a:gd name="connsiteX174" fmla="*/ 597225 w 12192000"/>
              <a:gd name="connsiteY174" fmla="*/ 2180999 h 2237474"/>
              <a:gd name="connsiteX175" fmla="*/ 558449 w 12192000"/>
              <a:gd name="connsiteY175" fmla="*/ 2182346 h 2237474"/>
              <a:gd name="connsiteX176" fmla="*/ 550517 w 12192000"/>
              <a:gd name="connsiteY176" fmla="*/ 2182060 h 2237474"/>
              <a:gd name="connsiteX177" fmla="*/ 550309 w 12192000"/>
              <a:gd name="connsiteY177" fmla="*/ 2181825 h 2237474"/>
              <a:gd name="connsiteX178" fmla="*/ 541836 w 12192000"/>
              <a:gd name="connsiteY178" fmla="*/ 2181063 h 2237474"/>
              <a:gd name="connsiteX179" fmla="*/ 536057 w 12192000"/>
              <a:gd name="connsiteY179" fmla="*/ 2181537 h 2237474"/>
              <a:gd name="connsiteX180" fmla="*/ 520671 w 12192000"/>
              <a:gd name="connsiteY180" fmla="*/ 2180980 h 2237474"/>
              <a:gd name="connsiteX181" fmla="*/ 515024 w 12192000"/>
              <a:gd name="connsiteY181" fmla="*/ 2179258 h 2237474"/>
              <a:gd name="connsiteX182" fmla="*/ 512278 w 12192000"/>
              <a:gd name="connsiteY182" fmla="*/ 2176369 h 2237474"/>
              <a:gd name="connsiteX183" fmla="*/ 480419 w 12192000"/>
              <a:gd name="connsiteY183" fmla="*/ 2167807 h 2237474"/>
              <a:gd name="connsiteX184" fmla="*/ 413835 w 12192000"/>
              <a:gd name="connsiteY184" fmla="*/ 2156783 h 2237474"/>
              <a:gd name="connsiteX185" fmla="*/ 376513 w 12192000"/>
              <a:gd name="connsiteY185" fmla="*/ 2154014 h 2237474"/>
              <a:gd name="connsiteX186" fmla="*/ 273386 w 12192000"/>
              <a:gd name="connsiteY186" fmla="*/ 2142551 h 2237474"/>
              <a:gd name="connsiteX187" fmla="*/ 169207 w 12192000"/>
              <a:gd name="connsiteY187" fmla="*/ 2128100 h 2237474"/>
              <a:gd name="connsiteX188" fmla="*/ 93149 w 12192000"/>
              <a:gd name="connsiteY188" fmla="*/ 2105324 h 2237474"/>
              <a:gd name="connsiteX189" fmla="*/ 88109 w 12192000"/>
              <a:gd name="connsiteY189" fmla="*/ 2106704 h 2237474"/>
              <a:gd name="connsiteX190" fmla="*/ 80022 w 12192000"/>
              <a:gd name="connsiteY190" fmla="*/ 2107254 h 2237474"/>
              <a:gd name="connsiteX191" fmla="*/ 79717 w 12192000"/>
              <a:gd name="connsiteY191" fmla="*/ 2107046 h 2237474"/>
              <a:gd name="connsiteX192" fmla="*/ 72352 w 12192000"/>
              <a:gd name="connsiteY192" fmla="*/ 2107991 h 2237474"/>
              <a:gd name="connsiteX193" fmla="*/ 37645 w 12192000"/>
              <a:gd name="connsiteY193" fmla="*/ 2115401 h 2237474"/>
              <a:gd name="connsiteX194" fmla="*/ 4572 w 12192000"/>
              <a:gd name="connsiteY194" fmla="*/ 2111091 h 2237474"/>
              <a:gd name="connsiteX195" fmla="*/ 0 w 12192000"/>
              <a:gd name="connsiteY195" fmla="*/ 2110468 h 2237474"/>
              <a:gd name="connsiteX196" fmla="*/ 0 w 12192000"/>
              <a:gd name="connsiteY196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958984 w 12192000"/>
              <a:gd name="connsiteY38" fmla="*/ 1057212 h 2237474"/>
              <a:gd name="connsiteX39" fmla="*/ 8886001 w 12192000"/>
              <a:gd name="connsiteY39" fmla="*/ 1067468 h 2237474"/>
              <a:gd name="connsiteX40" fmla="*/ 8838610 w 12192000"/>
              <a:gd name="connsiteY40" fmla="*/ 1075091 h 2237474"/>
              <a:gd name="connsiteX41" fmla="*/ 8750383 w 12192000"/>
              <a:gd name="connsiteY41" fmla="*/ 1097387 h 2237474"/>
              <a:gd name="connsiteX42" fmla="*/ 8665605 w 12192000"/>
              <a:gd name="connsiteY42" fmla="*/ 1110791 h 2237474"/>
              <a:gd name="connsiteX43" fmla="*/ 8584946 w 12192000"/>
              <a:gd name="connsiteY43" fmla="*/ 1135226 h 2237474"/>
              <a:gd name="connsiteX44" fmla="*/ 8460755 w 12192000"/>
              <a:gd name="connsiteY44" fmla="*/ 1203427 h 2237474"/>
              <a:gd name="connsiteX45" fmla="*/ 8419755 w 12192000"/>
              <a:gd name="connsiteY45" fmla="*/ 1216260 h 2237474"/>
              <a:gd name="connsiteX46" fmla="*/ 8411626 w 12192000"/>
              <a:gd name="connsiteY46" fmla="*/ 1214397 h 2237474"/>
              <a:gd name="connsiteX47" fmla="*/ 8363469 w 12192000"/>
              <a:gd name="connsiteY47" fmla="*/ 1246658 h 2237474"/>
              <a:gd name="connsiteX48" fmla="*/ 8275497 w 12192000"/>
              <a:gd name="connsiteY48" fmla="*/ 1264396 h 2237474"/>
              <a:gd name="connsiteX49" fmla="*/ 8206287 w 12192000"/>
              <a:gd name="connsiteY49" fmla="*/ 1273060 h 2237474"/>
              <a:gd name="connsiteX50" fmla="*/ 8168705 w 12192000"/>
              <a:gd name="connsiteY50" fmla="*/ 1279956 h 2237474"/>
              <a:gd name="connsiteX51" fmla="*/ 8139997 w 12192000"/>
              <a:gd name="connsiteY51" fmla="*/ 1282713 h 2237474"/>
              <a:gd name="connsiteX52" fmla="*/ 8074238 w 12192000"/>
              <a:gd name="connsiteY52" fmla="*/ 1301895 h 2237474"/>
              <a:gd name="connsiteX53" fmla="*/ 7968292 w 12192000"/>
              <a:gd name="connsiteY53" fmla="*/ 1338779 h 2237474"/>
              <a:gd name="connsiteX54" fmla="*/ 7902328 w 12192000"/>
              <a:gd name="connsiteY54" fmla="*/ 1345865 h 2237474"/>
              <a:gd name="connsiteX55" fmla="*/ 7875879 w 12192000"/>
              <a:gd name="connsiteY55" fmla="*/ 1345646 h 2237474"/>
              <a:gd name="connsiteX56" fmla="*/ 7840612 w 12192000"/>
              <a:gd name="connsiteY56" fmla="*/ 1369373 h 2237474"/>
              <a:gd name="connsiteX57" fmla="*/ 7786819 w 12192000"/>
              <a:gd name="connsiteY57" fmla="*/ 1378970 h 2237474"/>
              <a:gd name="connsiteX58" fmla="*/ 7548172 w 12192000"/>
              <a:gd name="connsiteY58" fmla="*/ 1417460 h 2237474"/>
              <a:gd name="connsiteX59" fmla="*/ 7483437 w 12192000"/>
              <a:gd name="connsiteY59" fmla="*/ 1478152 h 2237474"/>
              <a:gd name="connsiteX60" fmla="*/ 7377870 w 12192000"/>
              <a:gd name="connsiteY60" fmla="*/ 1523319 h 2237474"/>
              <a:gd name="connsiteX61" fmla="*/ 7230737 w 12192000"/>
              <a:gd name="connsiteY61" fmla="*/ 1562633 h 2237474"/>
              <a:gd name="connsiteX62" fmla="*/ 7224458 w 12192000"/>
              <a:gd name="connsiteY62" fmla="*/ 1573008 h 2237474"/>
              <a:gd name="connsiteX63" fmla="*/ 7183121 w 12192000"/>
              <a:gd name="connsiteY63" fmla="*/ 1595162 h 2237474"/>
              <a:gd name="connsiteX64" fmla="*/ 7164601 w 12192000"/>
              <a:gd name="connsiteY64" fmla="*/ 1606490 h 2237474"/>
              <a:gd name="connsiteX65" fmla="*/ 7031309 w 12192000"/>
              <a:gd name="connsiteY65" fmla="*/ 1619451 h 2237474"/>
              <a:gd name="connsiteX66" fmla="*/ 6900177 w 12192000"/>
              <a:gd name="connsiteY66" fmla="*/ 1636016 h 2237474"/>
              <a:gd name="connsiteX67" fmla="*/ 6795372 w 12192000"/>
              <a:gd name="connsiteY67" fmla="*/ 1644845 h 2237474"/>
              <a:gd name="connsiteX68" fmla="*/ 6692251 w 12192000"/>
              <a:gd name="connsiteY68" fmla="*/ 1656357 h 2237474"/>
              <a:gd name="connsiteX69" fmla="*/ 6655235 w 12192000"/>
              <a:gd name="connsiteY69" fmla="*/ 1661869 h 2237474"/>
              <a:gd name="connsiteX70" fmla="*/ 6554894 w 12192000"/>
              <a:gd name="connsiteY70" fmla="*/ 1664428 h 2237474"/>
              <a:gd name="connsiteX71" fmla="*/ 6516595 w 12192000"/>
              <a:gd name="connsiteY71" fmla="*/ 1667475 h 2237474"/>
              <a:gd name="connsiteX72" fmla="*/ 6508541 w 12192000"/>
              <a:gd name="connsiteY72" fmla="*/ 1668757 h 2237474"/>
              <a:gd name="connsiteX73" fmla="*/ 6471012 w 12192000"/>
              <a:gd name="connsiteY73" fmla="*/ 1678604 h 2237474"/>
              <a:gd name="connsiteX74" fmla="*/ 6364035 w 12192000"/>
              <a:gd name="connsiteY74" fmla="*/ 1667683 h 2237474"/>
              <a:gd name="connsiteX75" fmla="*/ 6280959 w 12192000"/>
              <a:gd name="connsiteY75" fmla="*/ 1689329 h 2237474"/>
              <a:gd name="connsiteX76" fmla="*/ 6243319 w 12192000"/>
              <a:gd name="connsiteY76" fmla="*/ 1695560 h 2237474"/>
              <a:gd name="connsiteX77" fmla="*/ 6098321 w 12192000"/>
              <a:gd name="connsiteY77" fmla="*/ 1721646 h 2237474"/>
              <a:gd name="connsiteX78" fmla="*/ 5880652 w 12192000"/>
              <a:gd name="connsiteY78" fmla="*/ 1779643 h 2237474"/>
              <a:gd name="connsiteX79" fmla="*/ 5785959 w 12192000"/>
              <a:gd name="connsiteY79" fmla="*/ 1775307 h 2237474"/>
              <a:gd name="connsiteX80" fmla="*/ 5643534 w 12192000"/>
              <a:gd name="connsiteY80" fmla="*/ 1802919 h 2237474"/>
              <a:gd name="connsiteX81" fmla="*/ 5518799 w 12192000"/>
              <a:gd name="connsiteY81" fmla="*/ 1818312 h 2237474"/>
              <a:gd name="connsiteX82" fmla="*/ 5505014 w 12192000"/>
              <a:gd name="connsiteY82" fmla="*/ 1819259 h 2237474"/>
              <a:gd name="connsiteX83" fmla="*/ 5453307 w 12192000"/>
              <a:gd name="connsiteY83" fmla="*/ 1815450 h 2237474"/>
              <a:gd name="connsiteX84" fmla="*/ 5221533 w 12192000"/>
              <a:gd name="connsiteY84" fmla="*/ 1846950 h 2237474"/>
              <a:gd name="connsiteX85" fmla="*/ 5149802 w 12192000"/>
              <a:gd name="connsiteY85" fmla="*/ 1844846 h 2237474"/>
              <a:gd name="connsiteX86" fmla="*/ 5114927 w 12192000"/>
              <a:gd name="connsiteY86" fmla="*/ 1847827 h 2237474"/>
              <a:gd name="connsiteX87" fmla="*/ 5108970 w 12192000"/>
              <a:gd name="connsiteY87" fmla="*/ 1847935 h 2237474"/>
              <a:gd name="connsiteX88" fmla="*/ 5067961 w 12192000"/>
              <a:gd name="connsiteY88" fmla="*/ 1845917 h 2237474"/>
              <a:gd name="connsiteX89" fmla="*/ 5007075 w 12192000"/>
              <a:gd name="connsiteY89" fmla="*/ 1838626 h 2237474"/>
              <a:gd name="connsiteX90" fmla="*/ 4944087 w 12192000"/>
              <a:gd name="connsiteY90" fmla="*/ 1823332 h 2237474"/>
              <a:gd name="connsiteX91" fmla="*/ 4907662 w 12192000"/>
              <a:gd name="connsiteY91" fmla="*/ 1816900 h 2237474"/>
              <a:gd name="connsiteX92" fmla="*/ 4882386 w 12192000"/>
              <a:gd name="connsiteY92" fmla="*/ 1809844 h 2237474"/>
              <a:gd name="connsiteX93" fmla="*/ 4811440 w 12192000"/>
              <a:gd name="connsiteY93" fmla="*/ 1804655 h 2237474"/>
              <a:gd name="connsiteX94" fmla="*/ 4691075 w 12192000"/>
              <a:gd name="connsiteY94" fmla="*/ 1801389 h 2237474"/>
              <a:gd name="connsiteX95" fmla="*/ 4611738 w 12192000"/>
              <a:gd name="connsiteY95" fmla="*/ 1776964 h 2237474"/>
              <a:gd name="connsiteX96" fmla="*/ 4560070 w 12192000"/>
              <a:gd name="connsiteY96" fmla="*/ 1785640 h 2237474"/>
              <a:gd name="connsiteX97" fmla="*/ 4536503 w 12192000"/>
              <a:gd name="connsiteY97" fmla="*/ 1785334 h 2237474"/>
              <a:gd name="connsiteX98" fmla="*/ 4513724 w 12192000"/>
              <a:gd name="connsiteY98" fmla="*/ 1791996 h 2237474"/>
              <a:gd name="connsiteX99" fmla="*/ 4459810 w 12192000"/>
              <a:gd name="connsiteY99" fmla="*/ 1797886 h 2237474"/>
              <a:gd name="connsiteX100" fmla="*/ 4379064 w 12192000"/>
              <a:gd name="connsiteY100" fmla="*/ 1817177 h 2237474"/>
              <a:gd name="connsiteX101" fmla="*/ 4290981 w 12192000"/>
              <a:gd name="connsiteY101" fmla="*/ 1839677 h 2237474"/>
              <a:gd name="connsiteX102" fmla="*/ 4238372 w 12192000"/>
              <a:gd name="connsiteY102" fmla="*/ 1851480 h 2237474"/>
              <a:gd name="connsiteX103" fmla="*/ 4232517 w 12192000"/>
              <a:gd name="connsiteY103" fmla="*/ 1852567 h 2237474"/>
              <a:gd name="connsiteX104" fmla="*/ 4191732 w 12192000"/>
              <a:gd name="connsiteY104" fmla="*/ 1857328 h 2237474"/>
              <a:gd name="connsiteX105" fmla="*/ 4065532 w 12192000"/>
              <a:gd name="connsiteY105" fmla="*/ 1855477 h 2237474"/>
              <a:gd name="connsiteX106" fmla="*/ 4028460 w 12192000"/>
              <a:gd name="connsiteY106" fmla="*/ 1855137 h 2237474"/>
              <a:gd name="connsiteX107" fmla="*/ 4002267 w 12192000"/>
              <a:gd name="connsiteY107" fmla="*/ 1852352 h 2237474"/>
              <a:gd name="connsiteX108" fmla="*/ 3931396 w 12192000"/>
              <a:gd name="connsiteY108" fmla="*/ 1858915 h 2237474"/>
              <a:gd name="connsiteX109" fmla="*/ 3812162 w 12192000"/>
              <a:gd name="connsiteY109" fmla="*/ 1875501 h 2237474"/>
              <a:gd name="connsiteX110" fmla="*/ 3729530 w 12192000"/>
              <a:gd name="connsiteY110" fmla="*/ 1864513 h 2237474"/>
              <a:gd name="connsiteX111" fmla="*/ 3680177 w 12192000"/>
              <a:gd name="connsiteY111" fmla="*/ 1881552 h 2237474"/>
              <a:gd name="connsiteX112" fmla="*/ 3567259 w 12192000"/>
              <a:gd name="connsiteY112" fmla="*/ 1893482 h 2237474"/>
              <a:gd name="connsiteX113" fmla="*/ 3405770 w 12192000"/>
              <a:gd name="connsiteY113" fmla="*/ 1904591 h 2237474"/>
              <a:gd name="connsiteX114" fmla="*/ 3280097 w 12192000"/>
              <a:gd name="connsiteY114" fmla="*/ 1919610 h 2237474"/>
              <a:gd name="connsiteX115" fmla="*/ 3123424 w 12192000"/>
              <a:gd name="connsiteY115" fmla="*/ 1952930 h 2237474"/>
              <a:gd name="connsiteX116" fmla="*/ 3009910 w 12192000"/>
              <a:gd name="connsiteY116" fmla="*/ 1957866 h 2237474"/>
              <a:gd name="connsiteX117" fmla="*/ 2995934 w 12192000"/>
              <a:gd name="connsiteY117" fmla="*/ 1967085 h 2237474"/>
              <a:gd name="connsiteX118" fmla="*/ 2980071 w 12192000"/>
              <a:gd name="connsiteY118" fmla="*/ 1972988 h 2237474"/>
              <a:gd name="connsiteX119" fmla="*/ 2978094 w 12192000"/>
              <a:gd name="connsiteY119" fmla="*/ 1972369 h 2237474"/>
              <a:gd name="connsiteX120" fmla="*/ 2942858 w 12192000"/>
              <a:gd name="connsiteY120" fmla="*/ 1981367 h 2237474"/>
              <a:gd name="connsiteX121" fmla="*/ 2875436 w 12192000"/>
              <a:gd name="connsiteY121" fmla="*/ 1996977 h 2237474"/>
              <a:gd name="connsiteX122" fmla="*/ 2874892 w 12192000"/>
              <a:gd name="connsiteY122" fmla="*/ 1996085 h 2237474"/>
              <a:gd name="connsiteX123" fmla="*/ 2864145 w 12192000"/>
              <a:gd name="connsiteY123" fmla="*/ 1994061 h 2237474"/>
              <a:gd name="connsiteX124" fmla="*/ 2843662 w 12192000"/>
              <a:gd name="connsiteY124" fmla="*/ 1992498 h 2237474"/>
              <a:gd name="connsiteX125" fmla="*/ 2796128 w 12192000"/>
              <a:gd name="connsiteY125" fmla="*/ 1976403 h 2237474"/>
              <a:gd name="connsiteX126" fmla="*/ 2756784 w 12192000"/>
              <a:gd name="connsiteY126" fmla="*/ 1985116 h 2237474"/>
              <a:gd name="connsiteX127" fmla="*/ 2748833 w 12192000"/>
              <a:gd name="connsiteY127" fmla="*/ 1986323 h 2237474"/>
              <a:gd name="connsiteX128" fmla="*/ 2748661 w 12192000"/>
              <a:gd name="connsiteY128" fmla="*/ 1986122 h 2237474"/>
              <a:gd name="connsiteX129" fmla="*/ 2740251 w 12192000"/>
              <a:gd name="connsiteY129" fmla="*/ 1986946 h 2237474"/>
              <a:gd name="connsiteX130" fmla="*/ 2718916 w 12192000"/>
              <a:gd name="connsiteY130" fmla="*/ 1990867 h 2237474"/>
              <a:gd name="connsiteX131" fmla="*/ 2713522 w 12192000"/>
              <a:gd name="connsiteY131" fmla="*/ 1990173 h 2237474"/>
              <a:gd name="connsiteX132" fmla="*/ 2680597 w 12192000"/>
              <a:gd name="connsiteY132" fmla="*/ 1984996 h 2237474"/>
              <a:gd name="connsiteX133" fmla="*/ 2578178 w 12192000"/>
              <a:gd name="connsiteY133" fmla="*/ 1990531 h 2237474"/>
              <a:gd name="connsiteX134" fmla="*/ 2476147 w 12192000"/>
              <a:gd name="connsiteY134" fmla="*/ 1998305 h 2237474"/>
              <a:gd name="connsiteX135" fmla="*/ 2373568 w 12192000"/>
              <a:gd name="connsiteY135" fmla="*/ 2003219 h 2237474"/>
              <a:gd name="connsiteX136" fmla="*/ 2321399 w 12192000"/>
              <a:gd name="connsiteY136" fmla="*/ 1989467 h 2237474"/>
              <a:gd name="connsiteX137" fmla="*/ 2315525 w 12192000"/>
              <a:gd name="connsiteY137" fmla="*/ 1989708 h 2237474"/>
              <a:gd name="connsiteX138" fmla="*/ 2300792 w 12192000"/>
              <a:gd name="connsiteY138" fmla="*/ 1994290 h 2237474"/>
              <a:gd name="connsiteX139" fmla="*/ 2295469 w 12192000"/>
              <a:gd name="connsiteY139" fmla="*/ 1996659 h 2237474"/>
              <a:gd name="connsiteX140" fmla="*/ 2287219 w 12192000"/>
              <a:gd name="connsiteY140" fmla="*/ 1998750 h 2237474"/>
              <a:gd name="connsiteX141" fmla="*/ 2286948 w 12192000"/>
              <a:gd name="connsiteY141" fmla="*/ 1998596 h 2237474"/>
              <a:gd name="connsiteX142" fmla="*/ 2243069 w 12192000"/>
              <a:gd name="connsiteY142" fmla="*/ 2015111 h 2237474"/>
              <a:gd name="connsiteX143" fmla="*/ 2186609 w 12192000"/>
              <a:gd name="connsiteY143" fmla="*/ 2008263 h 2237474"/>
              <a:gd name="connsiteX144" fmla="*/ 2164831 w 12192000"/>
              <a:gd name="connsiteY144" fmla="*/ 2010143 h 2237474"/>
              <a:gd name="connsiteX145" fmla="*/ 2152836 w 12192000"/>
              <a:gd name="connsiteY145" fmla="*/ 2010048 h 2237474"/>
              <a:gd name="connsiteX146" fmla="*/ 2117102 w 12192000"/>
              <a:gd name="connsiteY146" fmla="*/ 2023004 h 2237474"/>
              <a:gd name="connsiteX147" fmla="*/ 2111935 w 12192000"/>
              <a:gd name="connsiteY147" fmla="*/ 2023163 h 2237474"/>
              <a:gd name="connsiteX148" fmla="*/ 2089991 w 12192000"/>
              <a:gd name="connsiteY148" fmla="*/ 2034193 h 2237474"/>
              <a:gd name="connsiteX149" fmla="*/ 2058061 w 12192000"/>
              <a:gd name="connsiteY149" fmla="*/ 2047942 h 2237474"/>
              <a:gd name="connsiteX150" fmla="*/ 2055737 w 12192000"/>
              <a:gd name="connsiteY150" fmla="*/ 2047704 h 2237474"/>
              <a:gd name="connsiteX151" fmla="*/ 2042244 w 12192000"/>
              <a:gd name="connsiteY151" fmla="*/ 2055560 h 2237474"/>
              <a:gd name="connsiteX152" fmla="*/ 1976224 w 12192000"/>
              <a:gd name="connsiteY152" fmla="*/ 2074257 h 2237474"/>
              <a:gd name="connsiteX153" fmla="*/ 1877728 w 12192000"/>
              <a:gd name="connsiteY153" fmla="*/ 2101004 h 2237474"/>
              <a:gd name="connsiteX154" fmla="*/ 1759056 w 12192000"/>
              <a:gd name="connsiteY154" fmla="*/ 2125608 h 2237474"/>
              <a:gd name="connsiteX155" fmla="*/ 1637948 w 12192000"/>
              <a:gd name="connsiteY155" fmla="*/ 2172597 h 2237474"/>
              <a:gd name="connsiteX156" fmla="*/ 1434549 w 12192000"/>
              <a:gd name="connsiteY156" fmla="*/ 2234522 h 2237474"/>
              <a:gd name="connsiteX157" fmla="*/ 1398481 w 12192000"/>
              <a:gd name="connsiteY157" fmla="*/ 2237074 h 2237474"/>
              <a:gd name="connsiteX158" fmla="*/ 1398407 w 12192000"/>
              <a:gd name="connsiteY158" fmla="*/ 2237095 h 2237474"/>
              <a:gd name="connsiteX159" fmla="*/ 1370962 w 12192000"/>
              <a:gd name="connsiteY159" fmla="*/ 2237474 h 2237474"/>
              <a:gd name="connsiteX160" fmla="*/ 1356367 w 12192000"/>
              <a:gd name="connsiteY160" fmla="*/ 2235089 h 2237474"/>
              <a:gd name="connsiteX161" fmla="*/ 1324828 w 12192000"/>
              <a:gd name="connsiteY161" fmla="*/ 2231968 h 2237474"/>
              <a:gd name="connsiteX162" fmla="*/ 1297744 w 12192000"/>
              <a:gd name="connsiteY162" fmla="*/ 2235849 h 2237474"/>
              <a:gd name="connsiteX163" fmla="*/ 1286236 w 12192000"/>
              <a:gd name="connsiteY163" fmla="*/ 2233135 h 2237474"/>
              <a:gd name="connsiteX164" fmla="*/ 1283504 w 12192000"/>
              <a:gd name="connsiteY164" fmla="*/ 2233797 h 2237474"/>
              <a:gd name="connsiteX165" fmla="*/ 1279765 w 12192000"/>
              <a:gd name="connsiteY165" fmla="*/ 2229639 h 2237474"/>
              <a:gd name="connsiteX166" fmla="*/ 1195347 w 12192000"/>
              <a:gd name="connsiteY166" fmla="*/ 2212354 h 2237474"/>
              <a:gd name="connsiteX167" fmla="*/ 970251 w 12192000"/>
              <a:gd name="connsiteY167" fmla="*/ 2221029 h 2237474"/>
              <a:gd name="connsiteX168" fmla="*/ 812914 w 12192000"/>
              <a:gd name="connsiteY168" fmla="*/ 2202752 h 2237474"/>
              <a:gd name="connsiteX169" fmla="*/ 800195 w 12192000"/>
              <a:gd name="connsiteY169" fmla="*/ 2209407 h 2237474"/>
              <a:gd name="connsiteX170" fmla="*/ 784978 w 12192000"/>
              <a:gd name="connsiteY170" fmla="*/ 2212360 h 2237474"/>
              <a:gd name="connsiteX171" fmla="*/ 681987 w 12192000"/>
              <a:gd name="connsiteY171" fmla="*/ 2216757 h 2237474"/>
              <a:gd name="connsiteX172" fmla="*/ 669923 w 12192000"/>
              <a:gd name="connsiteY172" fmla="*/ 2211682 h 2237474"/>
              <a:gd name="connsiteX173" fmla="*/ 648680 w 12192000"/>
              <a:gd name="connsiteY173" fmla="*/ 2206229 h 2237474"/>
              <a:gd name="connsiteX174" fmla="*/ 597225 w 12192000"/>
              <a:gd name="connsiteY174" fmla="*/ 2180999 h 2237474"/>
              <a:gd name="connsiteX175" fmla="*/ 558449 w 12192000"/>
              <a:gd name="connsiteY175" fmla="*/ 2182346 h 2237474"/>
              <a:gd name="connsiteX176" fmla="*/ 550517 w 12192000"/>
              <a:gd name="connsiteY176" fmla="*/ 2182060 h 2237474"/>
              <a:gd name="connsiteX177" fmla="*/ 550309 w 12192000"/>
              <a:gd name="connsiteY177" fmla="*/ 2181825 h 2237474"/>
              <a:gd name="connsiteX178" fmla="*/ 541836 w 12192000"/>
              <a:gd name="connsiteY178" fmla="*/ 2181063 h 2237474"/>
              <a:gd name="connsiteX179" fmla="*/ 536057 w 12192000"/>
              <a:gd name="connsiteY179" fmla="*/ 2181537 h 2237474"/>
              <a:gd name="connsiteX180" fmla="*/ 520671 w 12192000"/>
              <a:gd name="connsiteY180" fmla="*/ 2180980 h 2237474"/>
              <a:gd name="connsiteX181" fmla="*/ 515024 w 12192000"/>
              <a:gd name="connsiteY181" fmla="*/ 2179258 h 2237474"/>
              <a:gd name="connsiteX182" fmla="*/ 512278 w 12192000"/>
              <a:gd name="connsiteY182" fmla="*/ 2176369 h 2237474"/>
              <a:gd name="connsiteX183" fmla="*/ 480419 w 12192000"/>
              <a:gd name="connsiteY183" fmla="*/ 2167807 h 2237474"/>
              <a:gd name="connsiteX184" fmla="*/ 413835 w 12192000"/>
              <a:gd name="connsiteY184" fmla="*/ 2156783 h 2237474"/>
              <a:gd name="connsiteX185" fmla="*/ 376513 w 12192000"/>
              <a:gd name="connsiteY185" fmla="*/ 2154014 h 2237474"/>
              <a:gd name="connsiteX186" fmla="*/ 273386 w 12192000"/>
              <a:gd name="connsiteY186" fmla="*/ 2142551 h 2237474"/>
              <a:gd name="connsiteX187" fmla="*/ 169207 w 12192000"/>
              <a:gd name="connsiteY187" fmla="*/ 2128100 h 2237474"/>
              <a:gd name="connsiteX188" fmla="*/ 93149 w 12192000"/>
              <a:gd name="connsiteY188" fmla="*/ 2105324 h 2237474"/>
              <a:gd name="connsiteX189" fmla="*/ 88109 w 12192000"/>
              <a:gd name="connsiteY189" fmla="*/ 2106704 h 2237474"/>
              <a:gd name="connsiteX190" fmla="*/ 80022 w 12192000"/>
              <a:gd name="connsiteY190" fmla="*/ 2107254 h 2237474"/>
              <a:gd name="connsiteX191" fmla="*/ 79717 w 12192000"/>
              <a:gd name="connsiteY191" fmla="*/ 2107046 h 2237474"/>
              <a:gd name="connsiteX192" fmla="*/ 72352 w 12192000"/>
              <a:gd name="connsiteY192" fmla="*/ 2107991 h 2237474"/>
              <a:gd name="connsiteX193" fmla="*/ 37645 w 12192000"/>
              <a:gd name="connsiteY193" fmla="*/ 2115401 h 2237474"/>
              <a:gd name="connsiteX194" fmla="*/ 4572 w 12192000"/>
              <a:gd name="connsiteY194" fmla="*/ 2111091 h 2237474"/>
              <a:gd name="connsiteX195" fmla="*/ 0 w 12192000"/>
              <a:gd name="connsiteY195" fmla="*/ 2110468 h 2237474"/>
              <a:gd name="connsiteX196" fmla="*/ 0 w 12192000"/>
              <a:gd name="connsiteY196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958984 w 12192000"/>
              <a:gd name="connsiteY38" fmla="*/ 1057212 h 2237474"/>
              <a:gd name="connsiteX39" fmla="*/ 8886001 w 12192000"/>
              <a:gd name="connsiteY39" fmla="*/ 1067468 h 2237474"/>
              <a:gd name="connsiteX40" fmla="*/ 8838610 w 12192000"/>
              <a:gd name="connsiteY40" fmla="*/ 1075091 h 2237474"/>
              <a:gd name="connsiteX41" fmla="*/ 8750383 w 12192000"/>
              <a:gd name="connsiteY41" fmla="*/ 1097387 h 2237474"/>
              <a:gd name="connsiteX42" fmla="*/ 8665605 w 12192000"/>
              <a:gd name="connsiteY42" fmla="*/ 1110791 h 2237474"/>
              <a:gd name="connsiteX43" fmla="*/ 8584946 w 12192000"/>
              <a:gd name="connsiteY43" fmla="*/ 1135226 h 2237474"/>
              <a:gd name="connsiteX44" fmla="*/ 8460755 w 12192000"/>
              <a:gd name="connsiteY44" fmla="*/ 1203427 h 2237474"/>
              <a:gd name="connsiteX45" fmla="*/ 8419755 w 12192000"/>
              <a:gd name="connsiteY45" fmla="*/ 1216260 h 2237474"/>
              <a:gd name="connsiteX46" fmla="*/ 8411626 w 12192000"/>
              <a:gd name="connsiteY46" fmla="*/ 1214397 h 2237474"/>
              <a:gd name="connsiteX47" fmla="*/ 8363469 w 12192000"/>
              <a:gd name="connsiteY47" fmla="*/ 1246658 h 2237474"/>
              <a:gd name="connsiteX48" fmla="*/ 8275497 w 12192000"/>
              <a:gd name="connsiteY48" fmla="*/ 1264396 h 2237474"/>
              <a:gd name="connsiteX49" fmla="*/ 8206287 w 12192000"/>
              <a:gd name="connsiteY49" fmla="*/ 1273060 h 2237474"/>
              <a:gd name="connsiteX50" fmla="*/ 8168705 w 12192000"/>
              <a:gd name="connsiteY50" fmla="*/ 1279956 h 2237474"/>
              <a:gd name="connsiteX51" fmla="*/ 8139997 w 12192000"/>
              <a:gd name="connsiteY51" fmla="*/ 1282713 h 2237474"/>
              <a:gd name="connsiteX52" fmla="*/ 8074238 w 12192000"/>
              <a:gd name="connsiteY52" fmla="*/ 1301895 h 2237474"/>
              <a:gd name="connsiteX53" fmla="*/ 7968292 w 12192000"/>
              <a:gd name="connsiteY53" fmla="*/ 1338779 h 2237474"/>
              <a:gd name="connsiteX54" fmla="*/ 7902328 w 12192000"/>
              <a:gd name="connsiteY54" fmla="*/ 1345865 h 2237474"/>
              <a:gd name="connsiteX55" fmla="*/ 7875879 w 12192000"/>
              <a:gd name="connsiteY55" fmla="*/ 1345646 h 2237474"/>
              <a:gd name="connsiteX56" fmla="*/ 7840612 w 12192000"/>
              <a:gd name="connsiteY56" fmla="*/ 1369373 h 2237474"/>
              <a:gd name="connsiteX57" fmla="*/ 7786819 w 12192000"/>
              <a:gd name="connsiteY57" fmla="*/ 1378970 h 2237474"/>
              <a:gd name="connsiteX58" fmla="*/ 7548172 w 12192000"/>
              <a:gd name="connsiteY58" fmla="*/ 1417460 h 2237474"/>
              <a:gd name="connsiteX59" fmla="*/ 7483437 w 12192000"/>
              <a:gd name="connsiteY59" fmla="*/ 1478152 h 2237474"/>
              <a:gd name="connsiteX60" fmla="*/ 7377870 w 12192000"/>
              <a:gd name="connsiteY60" fmla="*/ 1523319 h 2237474"/>
              <a:gd name="connsiteX61" fmla="*/ 7230737 w 12192000"/>
              <a:gd name="connsiteY61" fmla="*/ 1562633 h 2237474"/>
              <a:gd name="connsiteX62" fmla="*/ 7224458 w 12192000"/>
              <a:gd name="connsiteY62" fmla="*/ 1573008 h 2237474"/>
              <a:gd name="connsiteX63" fmla="*/ 7183121 w 12192000"/>
              <a:gd name="connsiteY63" fmla="*/ 1595162 h 2237474"/>
              <a:gd name="connsiteX64" fmla="*/ 7164601 w 12192000"/>
              <a:gd name="connsiteY64" fmla="*/ 1606490 h 2237474"/>
              <a:gd name="connsiteX65" fmla="*/ 7031309 w 12192000"/>
              <a:gd name="connsiteY65" fmla="*/ 1619451 h 2237474"/>
              <a:gd name="connsiteX66" fmla="*/ 6900177 w 12192000"/>
              <a:gd name="connsiteY66" fmla="*/ 1636016 h 2237474"/>
              <a:gd name="connsiteX67" fmla="*/ 6795372 w 12192000"/>
              <a:gd name="connsiteY67" fmla="*/ 1644845 h 2237474"/>
              <a:gd name="connsiteX68" fmla="*/ 6692251 w 12192000"/>
              <a:gd name="connsiteY68" fmla="*/ 1656357 h 2237474"/>
              <a:gd name="connsiteX69" fmla="*/ 6655235 w 12192000"/>
              <a:gd name="connsiteY69" fmla="*/ 1661869 h 2237474"/>
              <a:gd name="connsiteX70" fmla="*/ 6554894 w 12192000"/>
              <a:gd name="connsiteY70" fmla="*/ 1664428 h 2237474"/>
              <a:gd name="connsiteX71" fmla="*/ 6516595 w 12192000"/>
              <a:gd name="connsiteY71" fmla="*/ 1667475 h 2237474"/>
              <a:gd name="connsiteX72" fmla="*/ 6508541 w 12192000"/>
              <a:gd name="connsiteY72" fmla="*/ 1668757 h 2237474"/>
              <a:gd name="connsiteX73" fmla="*/ 6471012 w 12192000"/>
              <a:gd name="connsiteY73" fmla="*/ 1678604 h 2237474"/>
              <a:gd name="connsiteX74" fmla="*/ 6364035 w 12192000"/>
              <a:gd name="connsiteY74" fmla="*/ 1667683 h 2237474"/>
              <a:gd name="connsiteX75" fmla="*/ 6280959 w 12192000"/>
              <a:gd name="connsiteY75" fmla="*/ 1689329 h 2237474"/>
              <a:gd name="connsiteX76" fmla="*/ 6243319 w 12192000"/>
              <a:gd name="connsiteY76" fmla="*/ 1695560 h 2237474"/>
              <a:gd name="connsiteX77" fmla="*/ 6098321 w 12192000"/>
              <a:gd name="connsiteY77" fmla="*/ 1721646 h 2237474"/>
              <a:gd name="connsiteX78" fmla="*/ 5880652 w 12192000"/>
              <a:gd name="connsiteY78" fmla="*/ 1779643 h 2237474"/>
              <a:gd name="connsiteX79" fmla="*/ 5785959 w 12192000"/>
              <a:gd name="connsiteY79" fmla="*/ 1775307 h 2237474"/>
              <a:gd name="connsiteX80" fmla="*/ 5643534 w 12192000"/>
              <a:gd name="connsiteY80" fmla="*/ 1802919 h 2237474"/>
              <a:gd name="connsiteX81" fmla="*/ 5518799 w 12192000"/>
              <a:gd name="connsiteY81" fmla="*/ 1818312 h 2237474"/>
              <a:gd name="connsiteX82" fmla="*/ 5505014 w 12192000"/>
              <a:gd name="connsiteY82" fmla="*/ 1819259 h 2237474"/>
              <a:gd name="connsiteX83" fmla="*/ 5453307 w 12192000"/>
              <a:gd name="connsiteY83" fmla="*/ 1815450 h 2237474"/>
              <a:gd name="connsiteX84" fmla="*/ 5221533 w 12192000"/>
              <a:gd name="connsiteY84" fmla="*/ 1846950 h 2237474"/>
              <a:gd name="connsiteX85" fmla="*/ 5149802 w 12192000"/>
              <a:gd name="connsiteY85" fmla="*/ 1844846 h 2237474"/>
              <a:gd name="connsiteX86" fmla="*/ 5114927 w 12192000"/>
              <a:gd name="connsiteY86" fmla="*/ 1847827 h 2237474"/>
              <a:gd name="connsiteX87" fmla="*/ 5108970 w 12192000"/>
              <a:gd name="connsiteY87" fmla="*/ 1847935 h 2237474"/>
              <a:gd name="connsiteX88" fmla="*/ 5067961 w 12192000"/>
              <a:gd name="connsiteY88" fmla="*/ 1845917 h 2237474"/>
              <a:gd name="connsiteX89" fmla="*/ 5007075 w 12192000"/>
              <a:gd name="connsiteY89" fmla="*/ 1838626 h 2237474"/>
              <a:gd name="connsiteX90" fmla="*/ 4944087 w 12192000"/>
              <a:gd name="connsiteY90" fmla="*/ 1823332 h 2237474"/>
              <a:gd name="connsiteX91" fmla="*/ 4907662 w 12192000"/>
              <a:gd name="connsiteY91" fmla="*/ 1816900 h 2237474"/>
              <a:gd name="connsiteX92" fmla="*/ 4882386 w 12192000"/>
              <a:gd name="connsiteY92" fmla="*/ 1809844 h 2237474"/>
              <a:gd name="connsiteX93" fmla="*/ 4811440 w 12192000"/>
              <a:gd name="connsiteY93" fmla="*/ 1804655 h 2237474"/>
              <a:gd name="connsiteX94" fmla="*/ 4691075 w 12192000"/>
              <a:gd name="connsiteY94" fmla="*/ 1801389 h 2237474"/>
              <a:gd name="connsiteX95" fmla="*/ 4611738 w 12192000"/>
              <a:gd name="connsiteY95" fmla="*/ 1776964 h 2237474"/>
              <a:gd name="connsiteX96" fmla="*/ 4560070 w 12192000"/>
              <a:gd name="connsiteY96" fmla="*/ 1785640 h 2237474"/>
              <a:gd name="connsiteX97" fmla="*/ 4536503 w 12192000"/>
              <a:gd name="connsiteY97" fmla="*/ 1785334 h 2237474"/>
              <a:gd name="connsiteX98" fmla="*/ 4513724 w 12192000"/>
              <a:gd name="connsiteY98" fmla="*/ 1791996 h 2237474"/>
              <a:gd name="connsiteX99" fmla="*/ 4459810 w 12192000"/>
              <a:gd name="connsiteY99" fmla="*/ 1797886 h 2237474"/>
              <a:gd name="connsiteX100" fmla="*/ 4379064 w 12192000"/>
              <a:gd name="connsiteY100" fmla="*/ 1817177 h 2237474"/>
              <a:gd name="connsiteX101" fmla="*/ 4290981 w 12192000"/>
              <a:gd name="connsiteY101" fmla="*/ 1839677 h 2237474"/>
              <a:gd name="connsiteX102" fmla="*/ 4238372 w 12192000"/>
              <a:gd name="connsiteY102" fmla="*/ 1851480 h 2237474"/>
              <a:gd name="connsiteX103" fmla="*/ 4232517 w 12192000"/>
              <a:gd name="connsiteY103" fmla="*/ 1852567 h 2237474"/>
              <a:gd name="connsiteX104" fmla="*/ 4191732 w 12192000"/>
              <a:gd name="connsiteY104" fmla="*/ 1857328 h 2237474"/>
              <a:gd name="connsiteX105" fmla="*/ 4065532 w 12192000"/>
              <a:gd name="connsiteY105" fmla="*/ 1855477 h 2237474"/>
              <a:gd name="connsiteX106" fmla="*/ 4028460 w 12192000"/>
              <a:gd name="connsiteY106" fmla="*/ 1855137 h 2237474"/>
              <a:gd name="connsiteX107" fmla="*/ 4002267 w 12192000"/>
              <a:gd name="connsiteY107" fmla="*/ 1852352 h 2237474"/>
              <a:gd name="connsiteX108" fmla="*/ 3931396 w 12192000"/>
              <a:gd name="connsiteY108" fmla="*/ 1858915 h 2237474"/>
              <a:gd name="connsiteX109" fmla="*/ 3812162 w 12192000"/>
              <a:gd name="connsiteY109" fmla="*/ 1875501 h 2237474"/>
              <a:gd name="connsiteX110" fmla="*/ 3729530 w 12192000"/>
              <a:gd name="connsiteY110" fmla="*/ 1864513 h 2237474"/>
              <a:gd name="connsiteX111" fmla="*/ 3680177 w 12192000"/>
              <a:gd name="connsiteY111" fmla="*/ 1881552 h 2237474"/>
              <a:gd name="connsiteX112" fmla="*/ 3567259 w 12192000"/>
              <a:gd name="connsiteY112" fmla="*/ 1893482 h 2237474"/>
              <a:gd name="connsiteX113" fmla="*/ 3405770 w 12192000"/>
              <a:gd name="connsiteY113" fmla="*/ 1904591 h 2237474"/>
              <a:gd name="connsiteX114" fmla="*/ 3280097 w 12192000"/>
              <a:gd name="connsiteY114" fmla="*/ 1919610 h 2237474"/>
              <a:gd name="connsiteX115" fmla="*/ 3123424 w 12192000"/>
              <a:gd name="connsiteY115" fmla="*/ 1952930 h 2237474"/>
              <a:gd name="connsiteX116" fmla="*/ 3009910 w 12192000"/>
              <a:gd name="connsiteY116" fmla="*/ 1957866 h 2237474"/>
              <a:gd name="connsiteX117" fmla="*/ 2995934 w 12192000"/>
              <a:gd name="connsiteY117" fmla="*/ 1967085 h 2237474"/>
              <a:gd name="connsiteX118" fmla="*/ 2980071 w 12192000"/>
              <a:gd name="connsiteY118" fmla="*/ 1972988 h 2237474"/>
              <a:gd name="connsiteX119" fmla="*/ 2978094 w 12192000"/>
              <a:gd name="connsiteY119" fmla="*/ 1972369 h 2237474"/>
              <a:gd name="connsiteX120" fmla="*/ 2942858 w 12192000"/>
              <a:gd name="connsiteY120" fmla="*/ 1981367 h 2237474"/>
              <a:gd name="connsiteX121" fmla="*/ 2875436 w 12192000"/>
              <a:gd name="connsiteY121" fmla="*/ 1996977 h 2237474"/>
              <a:gd name="connsiteX122" fmla="*/ 2874892 w 12192000"/>
              <a:gd name="connsiteY122" fmla="*/ 1996085 h 2237474"/>
              <a:gd name="connsiteX123" fmla="*/ 2864145 w 12192000"/>
              <a:gd name="connsiteY123" fmla="*/ 1994061 h 2237474"/>
              <a:gd name="connsiteX124" fmla="*/ 2843662 w 12192000"/>
              <a:gd name="connsiteY124" fmla="*/ 1992498 h 2237474"/>
              <a:gd name="connsiteX125" fmla="*/ 2796128 w 12192000"/>
              <a:gd name="connsiteY125" fmla="*/ 1976403 h 2237474"/>
              <a:gd name="connsiteX126" fmla="*/ 2756784 w 12192000"/>
              <a:gd name="connsiteY126" fmla="*/ 1985116 h 2237474"/>
              <a:gd name="connsiteX127" fmla="*/ 2748833 w 12192000"/>
              <a:gd name="connsiteY127" fmla="*/ 1986323 h 2237474"/>
              <a:gd name="connsiteX128" fmla="*/ 2748661 w 12192000"/>
              <a:gd name="connsiteY128" fmla="*/ 1986122 h 2237474"/>
              <a:gd name="connsiteX129" fmla="*/ 2740251 w 12192000"/>
              <a:gd name="connsiteY129" fmla="*/ 1986946 h 2237474"/>
              <a:gd name="connsiteX130" fmla="*/ 2718916 w 12192000"/>
              <a:gd name="connsiteY130" fmla="*/ 1990867 h 2237474"/>
              <a:gd name="connsiteX131" fmla="*/ 2713522 w 12192000"/>
              <a:gd name="connsiteY131" fmla="*/ 1990173 h 2237474"/>
              <a:gd name="connsiteX132" fmla="*/ 2680597 w 12192000"/>
              <a:gd name="connsiteY132" fmla="*/ 1984996 h 2237474"/>
              <a:gd name="connsiteX133" fmla="*/ 2578178 w 12192000"/>
              <a:gd name="connsiteY133" fmla="*/ 1990531 h 2237474"/>
              <a:gd name="connsiteX134" fmla="*/ 2476147 w 12192000"/>
              <a:gd name="connsiteY134" fmla="*/ 1998305 h 2237474"/>
              <a:gd name="connsiteX135" fmla="*/ 2373568 w 12192000"/>
              <a:gd name="connsiteY135" fmla="*/ 2003219 h 2237474"/>
              <a:gd name="connsiteX136" fmla="*/ 2321399 w 12192000"/>
              <a:gd name="connsiteY136" fmla="*/ 1989467 h 2237474"/>
              <a:gd name="connsiteX137" fmla="*/ 2315525 w 12192000"/>
              <a:gd name="connsiteY137" fmla="*/ 1989708 h 2237474"/>
              <a:gd name="connsiteX138" fmla="*/ 2300792 w 12192000"/>
              <a:gd name="connsiteY138" fmla="*/ 1994290 h 2237474"/>
              <a:gd name="connsiteX139" fmla="*/ 2295469 w 12192000"/>
              <a:gd name="connsiteY139" fmla="*/ 1996659 h 2237474"/>
              <a:gd name="connsiteX140" fmla="*/ 2287219 w 12192000"/>
              <a:gd name="connsiteY140" fmla="*/ 1998750 h 2237474"/>
              <a:gd name="connsiteX141" fmla="*/ 2286948 w 12192000"/>
              <a:gd name="connsiteY141" fmla="*/ 1998596 h 2237474"/>
              <a:gd name="connsiteX142" fmla="*/ 2243069 w 12192000"/>
              <a:gd name="connsiteY142" fmla="*/ 2015111 h 2237474"/>
              <a:gd name="connsiteX143" fmla="*/ 2186609 w 12192000"/>
              <a:gd name="connsiteY143" fmla="*/ 2008263 h 2237474"/>
              <a:gd name="connsiteX144" fmla="*/ 2164831 w 12192000"/>
              <a:gd name="connsiteY144" fmla="*/ 2010143 h 2237474"/>
              <a:gd name="connsiteX145" fmla="*/ 2152836 w 12192000"/>
              <a:gd name="connsiteY145" fmla="*/ 2010048 h 2237474"/>
              <a:gd name="connsiteX146" fmla="*/ 2117102 w 12192000"/>
              <a:gd name="connsiteY146" fmla="*/ 2023004 h 2237474"/>
              <a:gd name="connsiteX147" fmla="*/ 2111935 w 12192000"/>
              <a:gd name="connsiteY147" fmla="*/ 2023163 h 2237474"/>
              <a:gd name="connsiteX148" fmla="*/ 2089991 w 12192000"/>
              <a:gd name="connsiteY148" fmla="*/ 2034193 h 2237474"/>
              <a:gd name="connsiteX149" fmla="*/ 2058061 w 12192000"/>
              <a:gd name="connsiteY149" fmla="*/ 2047942 h 2237474"/>
              <a:gd name="connsiteX150" fmla="*/ 2055737 w 12192000"/>
              <a:gd name="connsiteY150" fmla="*/ 2047704 h 2237474"/>
              <a:gd name="connsiteX151" fmla="*/ 2042244 w 12192000"/>
              <a:gd name="connsiteY151" fmla="*/ 2055560 h 2237474"/>
              <a:gd name="connsiteX152" fmla="*/ 1976224 w 12192000"/>
              <a:gd name="connsiteY152" fmla="*/ 2074257 h 2237474"/>
              <a:gd name="connsiteX153" fmla="*/ 1877728 w 12192000"/>
              <a:gd name="connsiteY153" fmla="*/ 2101004 h 2237474"/>
              <a:gd name="connsiteX154" fmla="*/ 1759056 w 12192000"/>
              <a:gd name="connsiteY154" fmla="*/ 2125608 h 2237474"/>
              <a:gd name="connsiteX155" fmla="*/ 1637948 w 12192000"/>
              <a:gd name="connsiteY155" fmla="*/ 2172597 h 2237474"/>
              <a:gd name="connsiteX156" fmla="*/ 1434549 w 12192000"/>
              <a:gd name="connsiteY156" fmla="*/ 2234522 h 2237474"/>
              <a:gd name="connsiteX157" fmla="*/ 1398481 w 12192000"/>
              <a:gd name="connsiteY157" fmla="*/ 2237074 h 2237474"/>
              <a:gd name="connsiteX158" fmla="*/ 1398407 w 12192000"/>
              <a:gd name="connsiteY158" fmla="*/ 2237095 h 2237474"/>
              <a:gd name="connsiteX159" fmla="*/ 1370962 w 12192000"/>
              <a:gd name="connsiteY159" fmla="*/ 2237474 h 2237474"/>
              <a:gd name="connsiteX160" fmla="*/ 1356367 w 12192000"/>
              <a:gd name="connsiteY160" fmla="*/ 2235089 h 2237474"/>
              <a:gd name="connsiteX161" fmla="*/ 1324828 w 12192000"/>
              <a:gd name="connsiteY161" fmla="*/ 2231968 h 2237474"/>
              <a:gd name="connsiteX162" fmla="*/ 1297744 w 12192000"/>
              <a:gd name="connsiteY162" fmla="*/ 2235849 h 2237474"/>
              <a:gd name="connsiteX163" fmla="*/ 1286236 w 12192000"/>
              <a:gd name="connsiteY163" fmla="*/ 2233135 h 2237474"/>
              <a:gd name="connsiteX164" fmla="*/ 1283504 w 12192000"/>
              <a:gd name="connsiteY164" fmla="*/ 2233797 h 2237474"/>
              <a:gd name="connsiteX165" fmla="*/ 1279765 w 12192000"/>
              <a:gd name="connsiteY165" fmla="*/ 2229639 h 2237474"/>
              <a:gd name="connsiteX166" fmla="*/ 1195347 w 12192000"/>
              <a:gd name="connsiteY166" fmla="*/ 2212354 h 2237474"/>
              <a:gd name="connsiteX167" fmla="*/ 970251 w 12192000"/>
              <a:gd name="connsiteY167" fmla="*/ 2221029 h 2237474"/>
              <a:gd name="connsiteX168" fmla="*/ 812914 w 12192000"/>
              <a:gd name="connsiteY168" fmla="*/ 2202752 h 2237474"/>
              <a:gd name="connsiteX169" fmla="*/ 800195 w 12192000"/>
              <a:gd name="connsiteY169" fmla="*/ 2209407 h 2237474"/>
              <a:gd name="connsiteX170" fmla="*/ 784978 w 12192000"/>
              <a:gd name="connsiteY170" fmla="*/ 2212360 h 2237474"/>
              <a:gd name="connsiteX171" fmla="*/ 681987 w 12192000"/>
              <a:gd name="connsiteY171" fmla="*/ 2216757 h 2237474"/>
              <a:gd name="connsiteX172" fmla="*/ 669923 w 12192000"/>
              <a:gd name="connsiteY172" fmla="*/ 2211682 h 2237474"/>
              <a:gd name="connsiteX173" fmla="*/ 648680 w 12192000"/>
              <a:gd name="connsiteY173" fmla="*/ 2206229 h 2237474"/>
              <a:gd name="connsiteX174" fmla="*/ 597225 w 12192000"/>
              <a:gd name="connsiteY174" fmla="*/ 2180999 h 2237474"/>
              <a:gd name="connsiteX175" fmla="*/ 558449 w 12192000"/>
              <a:gd name="connsiteY175" fmla="*/ 2182346 h 2237474"/>
              <a:gd name="connsiteX176" fmla="*/ 550517 w 12192000"/>
              <a:gd name="connsiteY176" fmla="*/ 2182060 h 2237474"/>
              <a:gd name="connsiteX177" fmla="*/ 550309 w 12192000"/>
              <a:gd name="connsiteY177" fmla="*/ 2181825 h 2237474"/>
              <a:gd name="connsiteX178" fmla="*/ 541836 w 12192000"/>
              <a:gd name="connsiteY178" fmla="*/ 2181063 h 2237474"/>
              <a:gd name="connsiteX179" fmla="*/ 536057 w 12192000"/>
              <a:gd name="connsiteY179" fmla="*/ 2181537 h 2237474"/>
              <a:gd name="connsiteX180" fmla="*/ 520671 w 12192000"/>
              <a:gd name="connsiteY180" fmla="*/ 2180980 h 2237474"/>
              <a:gd name="connsiteX181" fmla="*/ 515024 w 12192000"/>
              <a:gd name="connsiteY181" fmla="*/ 2179258 h 2237474"/>
              <a:gd name="connsiteX182" fmla="*/ 512278 w 12192000"/>
              <a:gd name="connsiteY182" fmla="*/ 2176369 h 2237474"/>
              <a:gd name="connsiteX183" fmla="*/ 480419 w 12192000"/>
              <a:gd name="connsiteY183" fmla="*/ 2167807 h 2237474"/>
              <a:gd name="connsiteX184" fmla="*/ 413835 w 12192000"/>
              <a:gd name="connsiteY184" fmla="*/ 2156783 h 2237474"/>
              <a:gd name="connsiteX185" fmla="*/ 376513 w 12192000"/>
              <a:gd name="connsiteY185" fmla="*/ 2154014 h 2237474"/>
              <a:gd name="connsiteX186" fmla="*/ 273386 w 12192000"/>
              <a:gd name="connsiteY186" fmla="*/ 2142551 h 2237474"/>
              <a:gd name="connsiteX187" fmla="*/ 169207 w 12192000"/>
              <a:gd name="connsiteY187" fmla="*/ 2128100 h 2237474"/>
              <a:gd name="connsiteX188" fmla="*/ 93149 w 12192000"/>
              <a:gd name="connsiteY188" fmla="*/ 2105324 h 2237474"/>
              <a:gd name="connsiteX189" fmla="*/ 88109 w 12192000"/>
              <a:gd name="connsiteY189" fmla="*/ 2106704 h 2237474"/>
              <a:gd name="connsiteX190" fmla="*/ 80022 w 12192000"/>
              <a:gd name="connsiteY190" fmla="*/ 2107254 h 2237474"/>
              <a:gd name="connsiteX191" fmla="*/ 79717 w 12192000"/>
              <a:gd name="connsiteY191" fmla="*/ 2107046 h 2237474"/>
              <a:gd name="connsiteX192" fmla="*/ 72352 w 12192000"/>
              <a:gd name="connsiteY192" fmla="*/ 2107991 h 2237474"/>
              <a:gd name="connsiteX193" fmla="*/ 37645 w 12192000"/>
              <a:gd name="connsiteY193" fmla="*/ 2115401 h 2237474"/>
              <a:gd name="connsiteX194" fmla="*/ 4572 w 12192000"/>
              <a:gd name="connsiteY194" fmla="*/ 2111091 h 2237474"/>
              <a:gd name="connsiteX195" fmla="*/ 0 w 12192000"/>
              <a:gd name="connsiteY195" fmla="*/ 2110468 h 2237474"/>
              <a:gd name="connsiteX196" fmla="*/ 0 w 12192000"/>
              <a:gd name="connsiteY196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958984 w 12192000"/>
              <a:gd name="connsiteY38" fmla="*/ 1057212 h 2237474"/>
              <a:gd name="connsiteX39" fmla="*/ 8886001 w 12192000"/>
              <a:gd name="connsiteY39" fmla="*/ 1067468 h 2237474"/>
              <a:gd name="connsiteX40" fmla="*/ 8838610 w 12192000"/>
              <a:gd name="connsiteY40" fmla="*/ 1075091 h 2237474"/>
              <a:gd name="connsiteX41" fmla="*/ 8750383 w 12192000"/>
              <a:gd name="connsiteY41" fmla="*/ 1097387 h 2237474"/>
              <a:gd name="connsiteX42" fmla="*/ 8665605 w 12192000"/>
              <a:gd name="connsiteY42" fmla="*/ 1110791 h 2237474"/>
              <a:gd name="connsiteX43" fmla="*/ 8584946 w 12192000"/>
              <a:gd name="connsiteY43" fmla="*/ 1135226 h 2237474"/>
              <a:gd name="connsiteX44" fmla="*/ 8460755 w 12192000"/>
              <a:gd name="connsiteY44" fmla="*/ 1203427 h 2237474"/>
              <a:gd name="connsiteX45" fmla="*/ 8419755 w 12192000"/>
              <a:gd name="connsiteY45" fmla="*/ 1216260 h 2237474"/>
              <a:gd name="connsiteX46" fmla="*/ 8411626 w 12192000"/>
              <a:gd name="connsiteY46" fmla="*/ 1214397 h 2237474"/>
              <a:gd name="connsiteX47" fmla="*/ 8363469 w 12192000"/>
              <a:gd name="connsiteY47" fmla="*/ 1246658 h 2237474"/>
              <a:gd name="connsiteX48" fmla="*/ 8275497 w 12192000"/>
              <a:gd name="connsiteY48" fmla="*/ 1264396 h 2237474"/>
              <a:gd name="connsiteX49" fmla="*/ 8206287 w 12192000"/>
              <a:gd name="connsiteY49" fmla="*/ 1273060 h 2237474"/>
              <a:gd name="connsiteX50" fmla="*/ 8168705 w 12192000"/>
              <a:gd name="connsiteY50" fmla="*/ 1279956 h 2237474"/>
              <a:gd name="connsiteX51" fmla="*/ 8139997 w 12192000"/>
              <a:gd name="connsiteY51" fmla="*/ 1282713 h 2237474"/>
              <a:gd name="connsiteX52" fmla="*/ 8074238 w 12192000"/>
              <a:gd name="connsiteY52" fmla="*/ 1301895 h 2237474"/>
              <a:gd name="connsiteX53" fmla="*/ 7968292 w 12192000"/>
              <a:gd name="connsiteY53" fmla="*/ 1338779 h 2237474"/>
              <a:gd name="connsiteX54" fmla="*/ 7902328 w 12192000"/>
              <a:gd name="connsiteY54" fmla="*/ 1345865 h 2237474"/>
              <a:gd name="connsiteX55" fmla="*/ 7840612 w 12192000"/>
              <a:gd name="connsiteY55" fmla="*/ 1369373 h 2237474"/>
              <a:gd name="connsiteX56" fmla="*/ 7786819 w 12192000"/>
              <a:gd name="connsiteY56" fmla="*/ 1378970 h 2237474"/>
              <a:gd name="connsiteX57" fmla="*/ 7548172 w 12192000"/>
              <a:gd name="connsiteY57" fmla="*/ 1417460 h 2237474"/>
              <a:gd name="connsiteX58" fmla="*/ 7483437 w 12192000"/>
              <a:gd name="connsiteY58" fmla="*/ 1478152 h 2237474"/>
              <a:gd name="connsiteX59" fmla="*/ 7377870 w 12192000"/>
              <a:gd name="connsiteY59" fmla="*/ 1523319 h 2237474"/>
              <a:gd name="connsiteX60" fmla="*/ 7230737 w 12192000"/>
              <a:gd name="connsiteY60" fmla="*/ 1562633 h 2237474"/>
              <a:gd name="connsiteX61" fmla="*/ 7224458 w 12192000"/>
              <a:gd name="connsiteY61" fmla="*/ 1573008 h 2237474"/>
              <a:gd name="connsiteX62" fmla="*/ 7183121 w 12192000"/>
              <a:gd name="connsiteY62" fmla="*/ 1595162 h 2237474"/>
              <a:gd name="connsiteX63" fmla="*/ 7164601 w 12192000"/>
              <a:gd name="connsiteY63" fmla="*/ 1606490 h 2237474"/>
              <a:gd name="connsiteX64" fmla="*/ 7031309 w 12192000"/>
              <a:gd name="connsiteY64" fmla="*/ 1619451 h 2237474"/>
              <a:gd name="connsiteX65" fmla="*/ 6900177 w 12192000"/>
              <a:gd name="connsiteY65" fmla="*/ 1636016 h 2237474"/>
              <a:gd name="connsiteX66" fmla="*/ 6795372 w 12192000"/>
              <a:gd name="connsiteY66" fmla="*/ 1644845 h 2237474"/>
              <a:gd name="connsiteX67" fmla="*/ 6692251 w 12192000"/>
              <a:gd name="connsiteY67" fmla="*/ 1656357 h 2237474"/>
              <a:gd name="connsiteX68" fmla="*/ 6655235 w 12192000"/>
              <a:gd name="connsiteY68" fmla="*/ 1661869 h 2237474"/>
              <a:gd name="connsiteX69" fmla="*/ 6554894 w 12192000"/>
              <a:gd name="connsiteY69" fmla="*/ 1664428 h 2237474"/>
              <a:gd name="connsiteX70" fmla="*/ 6516595 w 12192000"/>
              <a:gd name="connsiteY70" fmla="*/ 1667475 h 2237474"/>
              <a:gd name="connsiteX71" fmla="*/ 6508541 w 12192000"/>
              <a:gd name="connsiteY71" fmla="*/ 1668757 h 2237474"/>
              <a:gd name="connsiteX72" fmla="*/ 6471012 w 12192000"/>
              <a:gd name="connsiteY72" fmla="*/ 1678604 h 2237474"/>
              <a:gd name="connsiteX73" fmla="*/ 6364035 w 12192000"/>
              <a:gd name="connsiteY73" fmla="*/ 1667683 h 2237474"/>
              <a:gd name="connsiteX74" fmla="*/ 6280959 w 12192000"/>
              <a:gd name="connsiteY74" fmla="*/ 1689329 h 2237474"/>
              <a:gd name="connsiteX75" fmla="*/ 6243319 w 12192000"/>
              <a:gd name="connsiteY75" fmla="*/ 1695560 h 2237474"/>
              <a:gd name="connsiteX76" fmla="*/ 6098321 w 12192000"/>
              <a:gd name="connsiteY76" fmla="*/ 1721646 h 2237474"/>
              <a:gd name="connsiteX77" fmla="*/ 5880652 w 12192000"/>
              <a:gd name="connsiteY77" fmla="*/ 1779643 h 2237474"/>
              <a:gd name="connsiteX78" fmla="*/ 5785959 w 12192000"/>
              <a:gd name="connsiteY78" fmla="*/ 1775307 h 2237474"/>
              <a:gd name="connsiteX79" fmla="*/ 5643534 w 12192000"/>
              <a:gd name="connsiteY79" fmla="*/ 1802919 h 2237474"/>
              <a:gd name="connsiteX80" fmla="*/ 5518799 w 12192000"/>
              <a:gd name="connsiteY80" fmla="*/ 1818312 h 2237474"/>
              <a:gd name="connsiteX81" fmla="*/ 5505014 w 12192000"/>
              <a:gd name="connsiteY81" fmla="*/ 1819259 h 2237474"/>
              <a:gd name="connsiteX82" fmla="*/ 5453307 w 12192000"/>
              <a:gd name="connsiteY82" fmla="*/ 1815450 h 2237474"/>
              <a:gd name="connsiteX83" fmla="*/ 5221533 w 12192000"/>
              <a:gd name="connsiteY83" fmla="*/ 1846950 h 2237474"/>
              <a:gd name="connsiteX84" fmla="*/ 5149802 w 12192000"/>
              <a:gd name="connsiteY84" fmla="*/ 1844846 h 2237474"/>
              <a:gd name="connsiteX85" fmla="*/ 5114927 w 12192000"/>
              <a:gd name="connsiteY85" fmla="*/ 1847827 h 2237474"/>
              <a:gd name="connsiteX86" fmla="*/ 5108970 w 12192000"/>
              <a:gd name="connsiteY86" fmla="*/ 1847935 h 2237474"/>
              <a:gd name="connsiteX87" fmla="*/ 5067961 w 12192000"/>
              <a:gd name="connsiteY87" fmla="*/ 1845917 h 2237474"/>
              <a:gd name="connsiteX88" fmla="*/ 5007075 w 12192000"/>
              <a:gd name="connsiteY88" fmla="*/ 1838626 h 2237474"/>
              <a:gd name="connsiteX89" fmla="*/ 4944087 w 12192000"/>
              <a:gd name="connsiteY89" fmla="*/ 1823332 h 2237474"/>
              <a:gd name="connsiteX90" fmla="*/ 4907662 w 12192000"/>
              <a:gd name="connsiteY90" fmla="*/ 1816900 h 2237474"/>
              <a:gd name="connsiteX91" fmla="*/ 4882386 w 12192000"/>
              <a:gd name="connsiteY91" fmla="*/ 1809844 h 2237474"/>
              <a:gd name="connsiteX92" fmla="*/ 4811440 w 12192000"/>
              <a:gd name="connsiteY92" fmla="*/ 1804655 h 2237474"/>
              <a:gd name="connsiteX93" fmla="*/ 4691075 w 12192000"/>
              <a:gd name="connsiteY93" fmla="*/ 1801389 h 2237474"/>
              <a:gd name="connsiteX94" fmla="*/ 4611738 w 12192000"/>
              <a:gd name="connsiteY94" fmla="*/ 1776964 h 2237474"/>
              <a:gd name="connsiteX95" fmla="*/ 4560070 w 12192000"/>
              <a:gd name="connsiteY95" fmla="*/ 1785640 h 2237474"/>
              <a:gd name="connsiteX96" fmla="*/ 4536503 w 12192000"/>
              <a:gd name="connsiteY96" fmla="*/ 1785334 h 2237474"/>
              <a:gd name="connsiteX97" fmla="*/ 4513724 w 12192000"/>
              <a:gd name="connsiteY97" fmla="*/ 1791996 h 2237474"/>
              <a:gd name="connsiteX98" fmla="*/ 4459810 w 12192000"/>
              <a:gd name="connsiteY98" fmla="*/ 1797886 h 2237474"/>
              <a:gd name="connsiteX99" fmla="*/ 4379064 w 12192000"/>
              <a:gd name="connsiteY99" fmla="*/ 1817177 h 2237474"/>
              <a:gd name="connsiteX100" fmla="*/ 4290981 w 12192000"/>
              <a:gd name="connsiteY100" fmla="*/ 1839677 h 2237474"/>
              <a:gd name="connsiteX101" fmla="*/ 4238372 w 12192000"/>
              <a:gd name="connsiteY101" fmla="*/ 1851480 h 2237474"/>
              <a:gd name="connsiteX102" fmla="*/ 4232517 w 12192000"/>
              <a:gd name="connsiteY102" fmla="*/ 1852567 h 2237474"/>
              <a:gd name="connsiteX103" fmla="*/ 4191732 w 12192000"/>
              <a:gd name="connsiteY103" fmla="*/ 1857328 h 2237474"/>
              <a:gd name="connsiteX104" fmla="*/ 4065532 w 12192000"/>
              <a:gd name="connsiteY104" fmla="*/ 1855477 h 2237474"/>
              <a:gd name="connsiteX105" fmla="*/ 4028460 w 12192000"/>
              <a:gd name="connsiteY105" fmla="*/ 1855137 h 2237474"/>
              <a:gd name="connsiteX106" fmla="*/ 4002267 w 12192000"/>
              <a:gd name="connsiteY106" fmla="*/ 1852352 h 2237474"/>
              <a:gd name="connsiteX107" fmla="*/ 3931396 w 12192000"/>
              <a:gd name="connsiteY107" fmla="*/ 1858915 h 2237474"/>
              <a:gd name="connsiteX108" fmla="*/ 3812162 w 12192000"/>
              <a:gd name="connsiteY108" fmla="*/ 1875501 h 2237474"/>
              <a:gd name="connsiteX109" fmla="*/ 3729530 w 12192000"/>
              <a:gd name="connsiteY109" fmla="*/ 1864513 h 2237474"/>
              <a:gd name="connsiteX110" fmla="*/ 3680177 w 12192000"/>
              <a:gd name="connsiteY110" fmla="*/ 1881552 h 2237474"/>
              <a:gd name="connsiteX111" fmla="*/ 3567259 w 12192000"/>
              <a:gd name="connsiteY111" fmla="*/ 1893482 h 2237474"/>
              <a:gd name="connsiteX112" fmla="*/ 3405770 w 12192000"/>
              <a:gd name="connsiteY112" fmla="*/ 1904591 h 2237474"/>
              <a:gd name="connsiteX113" fmla="*/ 3280097 w 12192000"/>
              <a:gd name="connsiteY113" fmla="*/ 1919610 h 2237474"/>
              <a:gd name="connsiteX114" fmla="*/ 3123424 w 12192000"/>
              <a:gd name="connsiteY114" fmla="*/ 1952930 h 2237474"/>
              <a:gd name="connsiteX115" fmla="*/ 3009910 w 12192000"/>
              <a:gd name="connsiteY115" fmla="*/ 1957866 h 2237474"/>
              <a:gd name="connsiteX116" fmla="*/ 2995934 w 12192000"/>
              <a:gd name="connsiteY116" fmla="*/ 1967085 h 2237474"/>
              <a:gd name="connsiteX117" fmla="*/ 2980071 w 12192000"/>
              <a:gd name="connsiteY117" fmla="*/ 1972988 h 2237474"/>
              <a:gd name="connsiteX118" fmla="*/ 2978094 w 12192000"/>
              <a:gd name="connsiteY118" fmla="*/ 1972369 h 2237474"/>
              <a:gd name="connsiteX119" fmla="*/ 2942858 w 12192000"/>
              <a:gd name="connsiteY119" fmla="*/ 1981367 h 2237474"/>
              <a:gd name="connsiteX120" fmla="*/ 2875436 w 12192000"/>
              <a:gd name="connsiteY120" fmla="*/ 1996977 h 2237474"/>
              <a:gd name="connsiteX121" fmla="*/ 2874892 w 12192000"/>
              <a:gd name="connsiteY121" fmla="*/ 1996085 h 2237474"/>
              <a:gd name="connsiteX122" fmla="*/ 2864145 w 12192000"/>
              <a:gd name="connsiteY122" fmla="*/ 1994061 h 2237474"/>
              <a:gd name="connsiteX123" fmla="*/ 2843662 w 12192000"/>
              <a:gd name="connsiteY123" fmla="*/ 1992498 h 2237474"/>
              <a:gd name="connsiteX124" fmla="*/ 2796128 w 12192000"/>
              <a:gd name="connsiteY124" fmla="*/ 1976403 h 2237474"/>
              <a:gd name="connsiteX125" fmla="*/ 2756784 w 12192000"/>
              <a:gd name="connsiteY125" fmla="*/ 1985116 h 2237474"/>
              <a:gd name="connsiteX126" fmla="*/ 2748833 w 12192000"/>
              <a:gd name="connsiteY126" fmla="*/ 1986323 h 2237474"/>
              <a:gd name="connsiteX127" fmla="*/ 2748661 w 12192000"/>
              <a:gd name="connsiteY127" fmla="*/ 1986122 h 2237474"/>
              <a:gd name="connsiteX128" fmla="*/ 2740251 w 12192000"/>
              <a:gd name="connsiteY128" fmla="*/ 1986946 h 2237474"/>
              <a:gd name="connsiteX129" fmla="*/ 2718916 w 12192000"/>
              <a:gd name="connsiteY129" fmla="*/ 1990867 h 2237474"/>
              <a:gd name="connsiteX130" fmla="*/ 2713522 w 12192000"/>
              <a:gd name="connsiteY130" fmla="*/ 1990173 h 2237474"/>
              <a:gd name="connsiteX131" fmla="*/ 2680597 w 12192000"/>
              <a:gd name="connsiteY131" fmla="*/ 1984996 h 2237474"/>
              <a:gd name="connsiteX132" fmla="*/ 2578178 w 12192000"/>
              <a:gd name="connsiteY132" fmla="*/ 1990531 h 2237474"/>
              <a:gd name="connsiteX133" fmla="*/ 2476147 w 12192000"/>
              <a:gd name="connsiteY133" fmla="*/ 1998305 h 2237474"/>
              <a:gd name="connsiteX134" fmla="*/ 2373568 w 12192000"/>
              <a:gd name="connsiteY134" fmla="*/ 2003219 h 2237474"/>
              <a:gd name="connsiteX135" fmla="*/ 2321399 w 12192000"/>
              <a:gd name="connsiteY135" fmla="*/ 1989467 h 2237474"/>
              <a:gd name="connsiteX136" fmla="*/ 2315525 w 12192000"/>
              <a:gd name="connsiteY136" fmla="*/ 1989708 h 2237474"/>
              <a:gd name="connsiteX137" fmla="*/ 2300792 w 12192000"/>
              <a:gd name="connsiteY137" fmla="*/ 1994290 h 2237474"/>
              <a:gd name="connsiteX138" fmla="*/ 2295469 w 12192000"/>
              <a:gd name="connsiteY138" fmla="*/ 1996659 h 2237474"/>
              <a:gd name="connsiteX139" fmla="*/ 2287219 w 12192000"/>
              <a:gd name="connsiteY139" fmla="*/ 1998750 h 2237474"/>
              <a:gd name="connsiteX140" fmla="*/ 2286948 w 12192000"/>
              <a:gd name="connsiteY140" fmla="*/ 1998596 h 2237474"/>
              <a:gd name="connsiteX141" fmla="*/ 2243069 w 12192000"/>
              <a:gd name="connsiteY141" fmla="*/ 2015111 h 2237474"/>
              <a:gd name="connsiteX142" fmla="*/ 2186609 w 12192000"/>
              <a:gd name="connsiteY142" fmla="*/ 2008263 h 2237474"/>
              <a:gd name="connsiteX143" fmla="*/ 2164831 w 12192000"/>
              <a:gd name="connsiteY143" fmla="*/ 2010143 h 2237474"/>
              <a:gd name="connsiteX144" fmla="*/ 2152836 w 12192000"/>
              <a:gd name="connsiteY144" fmla="*/ 2010048 h 2237474"/>
              <a:gd name="connsiteX145" fmla="*/ 2117102 w 12192000"/>
              <a:gd name="connsiteY145" fmla="*/ 2023004 h 2237474"/>
              <a:gd name="connsiteX146" fmla="*/ 2111935 w 12192000"/>
              <a:gd name="connsiteY146" fmla="*/ 2023163 h 2237474"/>
              <a:gd name="connsiteX147" fmla="*/ 2089991 w 12192000"/>
              <a:gd name="connsiteY147" fmla="*/ 2034193 h 2237474"/>
              <a:gd name="connsiteX148" fmla="*/ 2058061 w 12192000"/>
              <a:gd name="connsiteY148" fmla="*/ 2047942 h 2237474"/>
              <a:gd name="connsiteX149" fmla="*/ 2055737 w 12192000"/>
              <a:gd name="connsiteY149" fmla="*/ 2047704 h 2237474"/>
              <a:gd name="connsiteX150" fmla="*/ 2042244 w 12192000"/>
              <a:gd name="connsiteY150" fmla="*/ 2055560 h 2237474"/>
              <a:gd name="connsiteX151" fmla="*/ 1976224 w 12192000"/>
              <a:gd name="connsiteY151" fmla="*/ 2074257 h 2237474"/>
              <a:gd name="connsiteX152" fmla="*/ 1877728 w 12192000"/>
              <a:gd name="connsiteY152" fmla="*/ 2101004 h 2237474"/>
              <a:gd name="connsiteX153" fmla="*/ 1759056 w 12192000"/>
              <a:gd name="connsiteY153" fmla="*/ 2125608 h 2237474"/>
              <a:gd name="connsiteX154" fmla="*/ 1637948 w 12192000"/>
              <a:gd name="connsiteY154" fmla="*/ 2172597 h 2237474"/>
              <a:gd name="connsiteX155" fmla="*/ 1434549 w 12192000"/>
              <a:gd name="connsiteY155" fmla="*/ 2234522 h 2237474"/>
              <a:gd name="connsiteX156" fmla="*/ 1398481 w 12192000"/>
              <a:gd name="connsiteY156" fmla="*/ 2237074 h 2237474"/>
              <a:gd name="connsiteX157" fmla="*/ 1398407 w 12192000"/>
              <a:gd name="connsiteY157" fmla="*/ 2237095 h 2237474"/>
              <a:gd name="connsiteX158" fmla="*/ 1370962 w 12192000"/>
              <a:gd name="connsiteY158" fmla="*/ 2237474 h 2237474"/>
              <a:gd name="connsiteX159" fmla="*/ 1356367 w 12192000"/>
              <a:gd name="connsiteY159" fmla="*/ 2235089 h 2237474"/>
              <a:gd name="connsiteX160" fmla="*/ 1324828 w 12192000"/>
              <a:gd name="connsiteY160" fmla="*/ 2231968 h 2237474"/>
              <a:gd name="connsiteX161" fmla="*/ 1297744 w 12192000"/>
              <a:gd name="connsiteY161" fmla="*/ 2235849 h 2237474"/>
              <a:gd name="connsiteX162" fmla="*/ 1286236 w 12192000"/>
              <a:gd name="connsiteY162" fmla="*/ 2233135 h 2237474"/>
              <a:gd name="connsiteX163" fmla="*/ 1283504 w 12192000"/>
              <a:gd name="connsiteY163" fmla="*/ 2233797 h 2237474"/>
              <a:gd name="connsiteX164" fmla="*/ 1279765 w 12192000"/>
              <a:gd name="connsiteY164" fmla="*/ 2229639 h 2237474"/>
              <a:gd name="connsiteX165" fmla="*/ 1195347 w 12192000"/>
              <a:gd name="connsiteY165" fmla="*/ 2212354 h 2237474"/>
              <a:gd name="connsiteX166" fmla="*/ 970251 w 12192000"/>
              <a:gd name="connsiteY166" fmla="*/ 2221029 h 2237474"/>
              <a:gd name="connsiteX167" fmla="*/ 812914 w 12192000"/>
              <a:gd name="connsiteY167" fmla="*/ 2202752 h 2237474"/>
              <a:gd name="connsiteX168" fmla="*/ 800195 w 12192000"/>
              <a:gd name="connsiteY168" fmla="*/ 2209407 h 2237474"/>
              <a:gd name="connsiteX169" fmla="*/ 784978 w 12192000"/>
              <a:gd name="connsiteY169" fmla="*/ 2212360 h 2237474"/>
              <a:gd name="connsiteX170" fmla="*/ 681987 w 12192000"/>
              <a:gd name="connsiteY170" fmla="*/ 2216757 h 2237474"/>
              <a:gd name="connsiteX171" fmla="*/ 669923 w 12192000"/>
              <a:gd name="connsiteY171" fmla="*/ 2211682 h 2237474"/>
              <a:gd name="connsiteX172" fmla="*/ 648680 w 12192000"/>
              <a:gd name="connsiteY172" fmla="*/ 2206229 h 2237474"/>
              <a:gd name="connsiteX173" fmla="*/ 597225 w 12192000"/>
              <a:gd name="connsiteY173" fmla="*/ 2180999 h 2237474"/>
              <a:gd name="connsiteX174" fmla="*/ 558449 w 12192000"/>
              <a:gd name="connsiteY174" fmla="*/ 2182346 h 2237474"/>
              <a:gd name="connsiteX175" fmla="*/ 550517 w 12192000"/>
              <a:gd name="connsiteY175" fmla="*/ 2182060 h 2237474"/>
              <a:gd name="connsiteX176" fmla="*/ 550309 w 12192000"/>
              <a:gd name="connsiteY176" fmla="*/ 2181825 h 2237474"/>
              <a:gd name="connsiteX177" fmla="*/ 541836 w 12192000"/>
              <a:gd name="connsiteY177" fmla="*/ 2181063 h 2237474"/>
              <a:gd name="connsiteX178" fmla="*/ 536057 w 12192000"/>
              <a:gd name="connsiteY178" fmla="*/ 2181537 h 2237474"/>
              <a:gd name="connsiteX179" fmla="*/ 520671 w 12192000"/>
              <a:gd name="connsiteY179" fmla="*/ 2180980 h 2237474"/>
              <a:gd name="connsiteX180" fmla="*/ 515024 w 12192000"/>
              <a:gd name="connsiteY180" fmla="*/ 2179258 h 2237474"/>
              <a:gd name="connsiteX181" fmla="*/ 512278 w 12192000"/>
              <a:gd name="connsiteY181" fmla="*/ 2176369 h 2237474"/>
              <a:gd name="connsiteX182" fmla="*/ 480419 w 12192000"/>
              <a:gd name="connsiteY182" fmla="*/ 2167807 h 2237474"/>
              <a:gd name="connsiteX183" fmla="*/ 413835 w 12192000"/>
              <a:gd name="connsiteY183" fmla="*/ 2156783 h 2237474"/>
              <a:gd name="connsiteX184" fmla="*/ 376513 w 12192000"/>
              <a:gd name="connsiteY184" fmla="*/ 2154014 h 2237474"/>
              <a:gd name="connsiteX185" fmla="*/ 273386 w 12192000"/>
              <a:gd name="connsiteY185" fmla="*/ 2142551 h 2237474"/>
              <a:gd name="connsiteX186" fmla="*/ 169207 w 12192000"/>
              <a:gd name="connsiteY186" fmla="*/ 2128100 h 2237474"/>
              <a:gd name="connsiteX187" fmla="*/ 93149 w 12192000"/>
              <a:gd name="connsiteY187" fmla="*/ 2105324 h 2237474"/>
              <a:gd name="connsiteX188" fmla="*/ 88109 w 12192000"/>
              <a:gd name="connsiteY188" fmla="*/ 2106704 h 2237474"/>
              <a:gd name="connsiteX189" fmla="*/ 80022 w 12192000"/>
              <a:gd name="connsiteY189" fmla="*/ 2107254 h 2237474"/>
              <a:gd name="connsiteX190" fmla="*/ 79717 w 12192000"/>
              <a:gd name="connsiteY190" fmla="*/ 2107046 h 2237474"/>
              <a:gd name="connsiteX191" fmla="*/ 72352 w 12192000"/>
              <a:gd name="connsiteY191" fmla="*/ 2107991 h 2237474"/>
              <a:gd name="connsiteX192" fmla="*/ 37645 w 12192000"/>
              <a:gd name="connsiteY192" fmla="*/ 2115401 h 2237474"/>
              <a:gd name="connsiteX193" fmla="*/ 4572 w 12192000"/>
              <a:gd name="connsiteY193" fmla="*/ 2111091 h 2237474"/>
              <a:gd name="connsiteX194" fmla="*/ 0 w 12192000"/>
              <a:gd name="connsiteY194" fmla="*/ 2110468 h 2237474"/>
              <a:gd name="connsiteX195" fmla="*/ 0 w 12192000"/>
              <a:gd name="connsiteY19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958984 w 12192000"/>
              <a:gd name="connsiteY38" fmla="*/ 1057212 h 2237474"/>
              <a:gd name="connsiteX39" fmla="*/ 8886001 w 12192000"/>
              <a:gd name="connsiteY39" fmla="*/ 1067468 h 2237474"/>
              <a:gd name="connsiteX40" fmla="*/ 8838610 w 12192000"/>
              <a:gd name="connsiteY40" fmla="*/ 1075091 h 2237474"/>
              <a:gd name="connsiteX41" fmla="*/ 8750383 w 12192000"/>
              <a:gd name="connsiteY41" fmla="*/ 1097387 h 2237474"/>
              <a:gd name="connsiteX42" fmla="*/ 8665605 w 12192000"/>
              <a:gd name="connsiteY42" fmla="*/ 1110791 h 2237474"/>
              <a:gd name="connsiteX43" fmla="*/ 8584946 w 12192000"/>
              <a:gd name="connsiteY43" fmla="*/ 1135226 h 2237474"/>
              <a:gd name="connsiteX44" fmla="*/ 8460755 w 12192000"/>
              <a:gd name="connsiteY44" fmla="*/ 1203427 h 2237474"/>
              <a:gd name="connsiteX45" fmla="*/ 8419755 w 12192000"/>
              <a:gd name="connsiteY45" fmla="*/ 1216260 h 2237474"/>
              <a:gd name="connsiteX46" fmla="*/ 8411626 w 12192000"/>
              <a:gd name="connsiteY46" fmla="*/ 1214397 h 2237474"/>
              <a:gd name="connsiteX47" fmla="*/ 8363469 w 12192000"/>
              <a:gd name="connsiteY47" fmla="*/ 1246658 h 2237474"/>
              <a:gd name="connsiteX48" fmla="*/ 8275497 w 12192000"/>
              <a:gd name="connsiteY48" fmla="*/ 1264396 h 2237474"/>
              <a:gd name="connsiteX49" fmla="*/ 8206287 w 12192000"/>
              <a:gd name="connsiteY49" fmla="*/ 1273060 h 2237474"/>
              <a:gd name="connsiteX50" fmla="*/ 8168705 w 12192000"/>
              <a:gd name="connsiteY50" fmla="*/ 1279956 h 2237474"/>
              <a:gd name="connsiteX51" fmla="*/ 8139997 w 12192000"/>
              <a:gd name="connsiteY51" fmla="*/ 1282713 h 2237474"/>
              <a:gd name="connsiteX52" fmla="*/ 8074238 w 12192000"/>
              <a:gd name="connsiteY52" fmla="*/ 1301895 h 2237474"/>
              <a:gd name="connsiteX53" fmla="*/ 7968292 w 12192000"/>
              <a:gd name="connsiteY53" fmla="*/ 1338779 h 2237474"/>
              <a:gd name="connsiteX54" fmla="*/ 7902328 w 12192000"/>
              <a:gd name="connsiteY54" fmla="*/ 1345865 h 2237474"/>
              <a:gd name="connsiteX55" fmla="*/ 7840612 w 12192000"/>
              <a:gd name="connsiteY55" fmla="*/ 1369373 h 2237474"/>
              <a:gd name="connsiteX56" fmla="*/ 7786819 w 12192000"/>
              <a:gd name="connsiteY56" fmla="*/ 1378970 h 2237474"/>
              <a:gd name="connsiteX57" fmla="*/ 7548172 w 12192000"/>
              <a:gd name="connsiteY57" fmla="*/ 1417460 h 2237474"/>
              <a:gd name="connsiteX58" fmla="*/ 7483437 w 12192000"/>
              <a:gd name="connsiteY58" fmla="*/ 1478152 h 2237474"/>
              <a:gd name="connsiteX59" fmla="*/ 7377870 w 12192000"/>
              <a:gd name="connsiteY59" fmla="*/ 1523319 h 2237474"/>
              <a:gd name="connsiteX60" fmla="*/ 7230737 w 12192000"/>
              <a:gd name="connsiteY60" fmla="*/ 1562633 h 2237474"/>
              <a:gd name="connsiteX61" fmla="*/ 7224458 w 12192000"/>
              <a:gd name="connsiteY61" fmla="*/ 1573008 h 2237474"/>
              <a:gd name="connsiteX62" fmla="*/ 7183121 w 12192000"/>
              <a:gd name="connsiteY62" fmla="*/ 1595162 h 2237474"/>
              <a:gd name="connsiteX63" fmla="*/ 7164601 w 12192000"/>
              <a:gd name="connsiteY63" fmla="*/ 1606490 h 2237474"/>
              <a:gd name="connsiteX64" fmla="*/ 7031309 w 12192000"/>
              <a:gd name="connsiteY64" fmla="*/ 1619451 h 2237474"/>
              <a:gd name="connsiteX65" fmla="*/ 6900177 w 12192000"/>
              <a:gd name="connsiteY65" fmla="*/ 1636016 h 2237474"/>
              <a:gd name="connsiteX66" fmla="*/ 6795372 w 12192000"/>
              <a:gd name="connsiteY66" fmla="*/ 1644845 h 2237474"/>
              <a:gd name="connsiteX67" fmla="*/ 6692251 w 12192000"/>
              <a:gd name="connsiteY67" fmla="*/ 1656357 h 2237474"/>
              <a:gd name="connsiteX68" fmla="*/ 6655235 w 12192000"/>
              <a:gd name="connsiteY68" fmla="*/ 1661869 h 2237474"/>
              <a:gd name="connsiteX69" fmla="*/ 6554894 w 12192000"/>
              <a:gd name="connsiteY69" fmla="*/ 1664428 h 2237474"/>
              <a:gd name="connsiteX70" fmla="*/ 6516595 w 12192000"/>
              <a:gd name="connsiteY70" fmla="*/ 1667475 h 2237474"/>
              <a:gd name="connsiteX71" fmla="*/ 6508541 w 12192000"/>
              <a:gd name="connsiteY71" fmla="*/ 1668757 h 2237474"/>
              <a:gd name="connsiteX72" fmla="*/ 6471012 w 12192000"/>
              <a:gd name="connsiteY72" fmla="*/ 1678604 h 2237474"/>
              <a:gd name="connsiteX73" fmla="*/ 6364035 w 12192000"/>
              <a:gd name="connsiteY73" fmla="*/ 1667683 h 2237474"/>
              <a:gd name="connsiteX74" fmla="*/ 6280959 w 12192000"/>
              <a:gd name="connsiteY74" fmla="*/ 1689329 h 2237474"/>
              <a:gd name="connsiteX75" fmla="*/ 6243319 w 12192000"/>
              <a:gd name="connsiteY75" fmla="*/ 1695560 h 2237474"/>
              <a:gd name="connsiteX76" fmla="*/ 6098321 w 12192000"/>
              <a:gd name="connsiteY76" fmla="*/ 1721646 h 2237474"/>
              <a:gd name="connsiteX77" fmla="*/ 5880652 w 12192000"/>
              <a:gd name="connsiteY77" fmla="*/ 1779643 h 2237474"/>
              <a:gd name="connsiteX78" fmla="*/ 5785959 w 12192000"/>
              <a:gd name="connsiteY78" fmla="*/ 1775307 h 2237474"/>
              <a:gd name="connsiteX79" fmla="*/ 5643534 w 12192000"/>
              <a:gd name="connsiteY79" fmla="*/ 1802919 h 2237474"/>
              <a:gd name="connsiteX80" fmla="*/ 5518799 w 12192000"/>
              <a:gd name="connsiteY80" fmla="*/ 1818312 h 2237474"/>
              <a:gd name="connsiteX81" fmla="*/ 5505014 w 12192000"/>
              <a:gd name="connsiteY81" fmla="*/ 1819259 h 2237474"/>
              <a:gd name="connsiteX82" fmla="*/ 5453307 w 12192000"/>
              <a:gd name="connsiteY82" fmla="*/ 1815450 h 2237474"/>
              <a:gd name="connsiteX83" fmla="*/ 5221533 w 12192000"/>
              <a:gd name="connsiteY83" fmla="*/ 1846950 h 2237474"/>
              <a:gd name="connsiteX84" fmla="*/ 5149802 w 12192000"/>
              <a:gd name="connsiteY84" fmla="*/ 1844846 h 2237474"/>
              <a:gd name="connsiteX85" fmla="*/ 5114927 w 12192000"/>
              <a:gd name="connsiteY85" fmla="*/ 1847827 h 2237474"/>
              <a:gd name="connsiteX86" fmla="*/ 5108970 w 12192000"/>
              <a:gd name="connsiteY86" fmla="*/ 1847935 h 2237474"/>
              <a:gd name="connsiteX87" fmla="*/ 5067961 w 12192000"/>
              <a:gd name="connsiteY87" fmla="*/ 1845917 h 2237474"/>
              <a:gd name="connsiteX88" fmla="*/ 5007075 w 12192000"/>
              <a:gd name="connsiteY88" fmla="*/ 1838626 h 2237474"/>
              <a:gd name="connsiteX89" fmla="*/ 4944087 w 12192000"/>
              <a:gd name="connsiteY89" fmla="*/ 1823332 h 2237474"/>
              <a:gd name="connsiteX90" fmla="*/ 4907662 w 12192000"/>
              <a:gd name="connsiteY90" fmla="*/ 1816900 h 2237474"/>
              <a:gd name="connsiteX91" fmla="*/ 4882386 w 12192000"/>
              <a:gd name="connsiteY91" fmla="*/ 1809844 h 2237474"/>
              <a:gd name="connsiteX92" fmla="*/ 4811440 w 12192000"/>
              <a:gd name="connsiteY92" fmla="*/ 1804655 h 2237474"/>
              <a:gd name="connsiteX93" fmla="*/ 4691075 w 12192000"/>
              <a:gd name="connsiteY93" fmla="*/ 1801389 h 2237474"/>
              <a:gd name="connsiteX94" fmla="*/ 4611738 w 12192000"/>
              <a:gd name="connsiteY94" fmla="*/ 1776964 h 2237474"/>
              <a:gd name="connsiteX95" fmla="*/ 4560070 w 12192000"/>
              <a:gd name="connsiteY95" fmla="*/ 1785640 h 2237474"/>
              <a:gd name="connsiteX96" fmla="*/ 4536503 w 12192000"/>
              <a:gd name="connsiteY96" fmla="*/ 1785334 h 2237474"/>
              <a:gd name="connsiteX97" fmla="*/ 4513724 w 12192000"/>
              <a:gd name="connsiteY97" fmla="*/ 1791996 h 2237474"/>
              <a:gd name="connsiteX98" fmla="*/ 4459810 w 12192000"/>
              <a:gd name="connsiteY98" fmla="*/ 1797886 h 2237474"/>
              <a:gd name="connsiteX99" fmla="*/ 4379064 w 12192000"/>
              <a:gd name="connsiteY99" fmla="*/ 1817177 h 2237474"/>
              <a:gd name="connsiteX100" fmla="*/ 4290981 w 12192000"/>
              <a:gd name="connsiteY100" fmla="*/ 1839677 h 2237474"/>
              <a:gd name="connsiteX101" fmla="*/ 4238372 w 12192000"/>
              <a:gd name="connsiteY101" fmla="*/ 1851480 h 2237474"/>
              <a:gd name="connsiteX102" fmla="*/ 4232517 w 12192000"/>
              <a:gd name="connsiteY102" fmla="*/ 1852567 h 2237474"/>
              <a:gd name="connsiteX103" fmla="*/ 4191732 w 12192000"/>
              <a:gd name="connsiteY103" fmla="*/ 1857328 h 2237474"/>
              <a:gd name="connsiteX104" fmla="*/ 4065532 w 12192000"/>
              <a:gd name="connsiteY104" fmla="*/ 1855477 h 2237474"/>
              <a:gd name="connsiteX105" fmla="*/ 4028460 w 12192000"/>
              <a:gd name="connsiteY105" fmla="*/ 1855137 h 2237474"/>
              <a:gd name="connsiteX106" fmla="*/ 4002267 w 12192000"/>
              <a:gd name="connsiteY106" fmla="*/ 1852352 h 2237474"/>
              <a:gd name="connsiteX107" fmla="*/ 3931396 w 12192000"/>
              <a:gd name="connsiteY107" fmla="*/ 1858915 h 2237474"/>
              <a:gd name="connsiteX108" fmla="*/ 3812162 w 12192000"/>
              <a:gd name="connsiteY108" fmla="*/ 1875501 h 2237474"/>
              <a:gd name="connsiteX109" fmla="*/ 3729530 w 12192000"/>
              <a:gd name="connsiteY109" fmla="*/ 1864513 h 2237474"/>
              <a:gd name="connsiteX110" fmla="*/ 3680177 w 12192000"/>
              <a:gd name="connsiteY110" fmla="*/ 1881552 h 2237474"/>
              <a:gd name="connsiteX111" fmla="*/ 3567259 w 12192000"/>
              <a:gd name="connsiteY111" fmla="*/ 1893482 h 2237474"/>
              <a:gd name="connsiteX112" fmla="*/ 3405770 w 12192000"/>
              <a:gd name="connsiteY112" fmla="*/ 1904591 h 2237474"/>
              <a:gd name="connsiteX113" fmla="*/ 3280097 w 12192000"/>
              <a:gd name="connsiteY113" fmla="*/ 1919610 h 2237474"/>
              <a:gd name="connsiteX114" fmla="*/ 3123424 w 12192000"/>
              <a:gd name="connsiteY114" fmla="*/ 1952930 h 2237474"/>
              <a:gd name="connsiteX115" fmla="*/ 3009910 w 12192000"/>
              <a:gd name="connsiteY115" fmla="*/ 1957866 h 2237474"/>
              <a:gd name="connsiteX116" fmla="*/ 2995934 w 12192000"/>
              <a:gd name="connsiteY116" fmla="*/ 1967085 h 2237474"/>
              <a:gd name="connsiteX117" fmla="*/ 2980071 w 12192000"/>
              <a:gd name="connsiteY117" fmla="*/ 1972988 h 2237474"/>
              <a:gd name="connsiteX118" fmla="*/ 2978094 w 12192000"/>
              <a:gd name="connsiteY118" fmla="*/ 1972369 h 2237474"/>
              <a:gd name="connsiteX119" fmla="*/ 2942858 w 12192000"/>
              <a:gd name="connsiteY119" fmla="*/ 1981367 h 2237474"/>
              <a:gd name="connsiteX120" fmla="*/ 2875436 w 12192000"/>
              <a:gd name="connsiteY120" fmla="*/ 1996977 h 2237474"/>
              <a:gd name="connsiteX121" fmla="*/ 2874892 w 12192000"/>
              <a:gd name="connsiteY121" fmla="*/ 1996085 h 2237474"/>
              <a:gd name="connsiteX122" fmla="*/ 2864145 w 12192000"/>
              <a:gd name="connsiteY122" fmla="*/ 1994061 h 2237474"/>
              <a:gd name="connsiteX123" fmla="*/ 2843662 w 12192000"/>
              <a:gd name="connsiteY123" fmla="*/ 1992498 h 2237474"/>
              <a:gd name="connsiteX124" fmla="*/ 2796128 w 12192000"/>
              <a:gd name="connsiteY124" fmla="*/ 1976403 h 2237474"/>
              <a:gd name="connsiteX125" fmla="*/ 2756784 w 12192000"/>
              <a:gd name="connsiteY125" fmla="*/ 1985116 h 2237474"/>
              <a:gd name="connsiteX126" fmla="*/ 2748833 w 12192000"/>
              <a:gd name="connsiteY126" fmla="*/ 1986323 h 2237474"/>
              <a:gd name="connsiteX127" fmla="*/ 2748661 w 12192000"/>
              <a:gd name="connsiteY127" fmla="*/ 1986122 h 2237474"/>
              <a:gd name="connsiteX128" fmla="*/ 2740251 w 12192000"/>
              <a:gd name="connsiteY128" fmla="*/ 1986946 h 2237474"/>
              <a:gd name="connsiteX129" fmla="*/ 2718916 w 12192000"/>
              <a:gd name="connsiteY129" fmla="*/ 1990867 h 2237474"/>
              <a:gd name="connsiteX130" fmla="*/ 2713522 w 12192000"/>
              <a:gd name="connsiteY130" fmla="*/ 1990173 h 2237474"/>
              <a:gd name="connsiteX131" fmla="*/ 2680597 w 12192000"/>
              <a:gd name="connsiteY131" fmla="*/ 1984996 h 2237474"/>
              <a:gd name="connsiteX132" fmla="*/ 2578178 w 12192000"/>
              <a:gd name="connsiteY132" fmla="*/ 1990531 h 2237474"/>
              <a:gd name="connsiteX133" fmla="*/ 2476147 w 12192000"/>
              <a:gd name="connsiteY133" fmla="*/ 1998305 h 2237474"/>
              <a:gd name="connsiteX134" fmla="*/ 2373568 w 12192000"/>
              <a:gd name="connsiteY134" fmla="*/ 2003219 h 2237474"/>
              <a:gd name="connsiteX135" fmla="*/ 2321399 w 12192000"/>
              <a:gd name="connsiteY135" fmla="*/ 1989467 h 2237474"/>
              <a:gd name="connsiteX136" fmla="*/ 2315525 w 12192000"/>
              <a:gd name="connsiteY136" fmla="*/ 1989708 h 2237474"/>
              <a:gd name="connsiteX137" fmla="*/ 2300792 w 12192000"/>
              <a:gd name="connsiteY137" fmla="*/ 1994290 h 2237474"/>
              <a:gd name="connsiteX138" fmla="*/ 2295469 w 12192000"/>
              <a:gd name="connsiteY138" fmla="*/ 1996659 h 2237474"/>
              <a:gd name="connsiteX139" fmla="*/ 2287219 w 12192000"/>
              <a:gd name="connsiteY139" fmla="*/ 1998750 h 2237474"/>
              <a:gd name="connsiteX140" fmla="*/ 2286948 w 12192000"/>
              <a:gd name="connsiteY140" fmla="*/ 1998596 h 2237474"/>
              <a:gd name="connsiteX141" fmla="*/ 2243069 w 12192000"/>
              <a:gd name="connsiteY141" fmla="*/ 2015111 h 2237474"/>
              <a:gd name="connsiteX142" fmla="*/ 2186609 w 12192000"/>
              <a:gd name="connsiteY142" fmla="*/ 2008263 h 2237474"/>
              <a:gd name="connsiteX143" fmla="*/ 2164831 w 12192000"/>
              <a:gd name="connsiteY143" fmla="*/ 2010143 h 2237474"/>
              <a:gd name="connsiteX144" fmla="*/ 2152836 w 12192000"/>
              <a:gd name="connsiteY144" fmla="*/ 2010048 h 2237474"/>
              <a:gd name="connsiteX145" fmla="*/ 2117102 w 12192000"/>
              <a:gd name="connsiteY145" fmla="*/ 2023004 h 2237474"/>
              <a:gd name="connsiteX146" fmla="*/ 2111935 w 12192000"/>
              <a:gd name="connsiteY146" fmla="*/ 2023163 h 2237474"/>
              <a:gd name="connsiteX147" fmla="*/ 2089991 w 12192000"/>
              <a:gd name="connsiteY147" fmla="*/ 2034193 h 2237474"/>
              <a:gd name="connsiteX148" fmla="*/ 2058061 w 12192000"/>
              <a:gd name="connsiteY148" fmla="*/ 2047942 h 2237474"/>
              <a:gd name="connsiteX149" fmla="*/ 2055737 w 12192000"/>
              <a:gd name="connsiteY149" fmla="*/ 2047704 h 2237474"/>
              <a:gd name="connsiteX150" fmla="*/ 2042244 w 12192000"/>
              <a:gd name="connsiteY150" fmla="*/ 2055560 h 2237474"/>
              <a:gd name="connsiteX151" fmla="*/ 1976224 w 12192000"/>
              <a:gd name="connsiteY151" fmla="*/ 2074257 h 2237474"/>
              <a:gd name="connsiteX152" fmla="*/ 1877728 w 12192000"/>
              <a:gd name="connsiteY152" fmla="*/ 2101004 h 2237474"/>
              <a:gd name="connsiteX153" fmla="*/ 1759056 w 12192000"/>
              <a:gd name="connsiteY153" fmla="*/ 2125608 h 2237474"/>
              <a:gd name="connsiteX154" fmla="*/ 1637948 w 12192000"/>
              <a:gd name="connsiteY154" fmla="*/ 2172597 h 2237474"/>
              <a:gd name="connsiteX155" fmla="*/ 1434549 w 12192000"/>
              <a:gd name="connsiteY155" fmla="*/ 2234522 h 2237474"/>
              <a:gd name="connsiteX156" fmla="*/ 1398481 w 12192000"/>
              <a:gd name="connsiteY156" fmla="*/ 2237074 h 2237474"/>
              <a:gd name="connsiteX157" fmla="*/ 1398407 w 12192000"/>
              <a:gd name="connsiteY157" fmla="*/ 2237095 h 2237474"/>
              <a:gd name="connsiteX158" fmla="*/ 1370962 w 12192000"/>
              <a:gd name="connsiteY158" fmla="*/ 2237474 h 2237474"/>
              <a:gd name="connsiteX159" fmla="*/ 1356367 w 12192000"/>
              <a:gd name="connsiteY159" fmla="*/ 2235089 h 2237474"/>
              <a:gd name="connsiteX160" fmla="*/ 1324828 w 12192000"/>
              <a:gd name="connsiteY160" fmla="*/ 2231968 h 2237474"/>
              <a:gd name="connsiteX161" fmla="*/ 1297744 w 12192000"/>
              <a:gd name="connsiteY161" fmla="*/ 2235849 h 2237474"/>
              <a:gd name="connsiteX162" fmla="*/ 1286236 w 12192000"/>
              <a:gd name="connsiteY162" fmla="*/ 2233135 h 2237474"/>
              <a:gd name="connsiteX163" fmla="*/ 1283504 w 12192000"/>
              <a:gd name="connsiteY163" fmla="*/ 2233797 h 2237474"/>
              <a:gd name="connsiteX164" fmla="*/ 1279765 w 12192000"/>
              <a:gd name="connsiteY164" fmla="*/ 2229639 h 2237474"/>
              <a:gd name="connsiteX165" fmla="*/ 1195347 w 12192000"/>
              <a:gd name="connsiteY165" fmla="*/ 2212354 h 2237474"/>
              <a:gd name="connsiteX166" fmla="*/ 970251 w 12192000"/>
              <a:gd name="connsiteY166" fmla="*/ 2221029 h 2237474"/>
              <a:gd name="connsiteX167" fmla="*/ 812914 w 12192000"/>
              <a:gd name="connsiteY167" fmla="*/ 2202752 h 2237474"/>
              <a:gd name="connsiteX168" fmla="*/ 800195 w 12192000"/>
              <a:gd name="connsiteY168" fmla="*/ 2209407 h 2237474"/>
              <a:gd name="connsiteX169" fmla="*/ 784978 w 12192000"/>
              <a:gd name="connsiteY169" fmla="*/ 2212360 h 2237474"/>
              <a:gd name="connsiteX170" fmla="*/ 681987 w 12192000"/>
              <a:gd name="connsiteY170" fmla="*/ 2216757 h 2237474"/>
              <a:gd name="connsiteX171" fmla="*/ 669923 w 12192000"/>
              <a:gd name="connsiteY171" fmla="*/ 2211682 h 2237474"/>
              <a:gd name="connsiteX172" fmla="*/ 648680 w 12192000"/>
              <a:gd name="connsiteY172" fmla="*/ 2206229 h 2237474"/>
              <a:gd name="connsiteX173" fmla="*/ 597225 w 12192000"/>
              <a:gd name="connsiteY173" fmla="*/ 2180999 h 2237474"/>
              <a:gd name="connsiteX174" fmla="*/ 558449 w 12192000"/>
              <a:gd name="connsiteY174" fmla="*/ 2182346 h 2237474"/>
              <a:gd name="connsiteX175" fmla="*/ 550517 w 12192000"/>
              <a:gd name="connsiteY175" fmla="*/ 2182060 h 2237474"/>
              <a:gd name="connsiteX176" fmla="*/ 550309 w 12192000"/>
              <a:gd name="connsiteY176" fmla="*/ 2181825 h 2237474"/>
              <a:gd name="connsiteX177" fmla="*/ 541836 w 12192000"/>
              <a:gd name="connsiteY177" fmla="*/ 2181063 h 2237474"/>
              <a:gd name="connsiteX178" fmla="*/ 536057 w 12192000"/>
              <a:gd name="connsiteY178" fmla="*/ 2181537 h 2237474"/>
              <a:gd name="connsiteX179" fmla="*/ 520671 w 12192000"/>
              <a:gd name="connsiteY179" fmla="*/ 2180980 h 2237474"/>
              <a:gd name="connsiteX180" fmla="*/ 515024 w 12192000"/>
              <a:gd name="connsiteY180" fmla="*/ 2179258 h 2237474"/>
              <a:gd name="connsiteX181" fmla="*/ 512278 w 12192000"/>
              <a:gd name="connsiteY181" fmla="*/ 2176369 h 2237474"/>
              <a:gd name="connsiteX182" fmla="*/ 480419 w 12192000"/>
              <a:gd name="connsiteY182" fmla="*/ 2167807 h 2237474"/>
              <a:gd name="connsiteX183" fmla="*/ 413835 w 12192000"/>
              <a:gd name="connsiteY183" fmla="*/ 2156783 h 2237474"/>
              <a:gd name="connsiteX184" fmla="*/ 376513 w 12192000"/>
              <a:gd name="connsiteY184" fmla="*/ 2154014 h 2237474"/>
              <a:gd name="connsiteX185" fmla="*/ 273386 w 12192000"/>
              <a:gd name="connsiteY185" fmla="*/ 2142551 h 2237474"/>
              <a:gd name="connsiteX186" fmla="*/ 169207 w 12192000"/>
              <a:gd name="connsiteY186" fmla="*/ 2128100 h 2237474"/>
              <a:gd name="connsiteX187" fmla="*/ 93149 w 12192000"/>
              <a:gd name="connsiteY187" fmla="*/ 2105324 h 2237474"/>
              <a:gd name="connsiteX188" fmla="*/ 88109 w 12192000"/>
              <a:gd name="connsiteY188" fmla="*/ 2106704 h 2237474"/>
              <a:gd name="connsiteX189" fmla="*/ 80022 w 12192000"/>
              <a:gd name="connsiteY189" fmla="*/ 2107254 h 2237474"/>
              <a:gd name="connsiteX190" fmla="*/ 79717 w 12192000"/>
              <a:gd name="connsiteY190" fmla="*/ 2107046 h 2237474"/>
              <a:gd name="connsiteX191" fmla="*/ 72352 w 12192000"/>
              <a:gd name="connsiteY191" fmla="*/ 2107991 h 2237474"/>
              <a:gd name="connsiteX192" fmla="*/ 37645 w 12192000"/>
              <a:gd name="connsiteY192" fmla="*/ 2115401 h 2237474"/>
              <a:gd name="connsiteX193" fmla="*/ 4572 w 12192000"/>
              <a:gd name="connsiteY193" fmla="*/ 2111091 h 2237474"/>
              <a:gd name="connsiteX194" fmla="*/ 0 w 12192000"/>
              <a:gd name="connsiteY194" fmla="*/ 2110468 h 2237474"/>
              <a:gd name="connsiteX195" fmla="*/ 0 w 12192000"/>
              <a:gd name="connsiteY19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958984 w 12192000"/>
              <a:gd name="connsiteY38" fmla="*/ 1057212 h 2237474"/>
              <a:gd name="connsiteX39" fmla="*/ 8886001 w 12192000"/>
              <a:gd name="connsiteY39" fmla="*/ 1067468 h 2237474"/>
              <a:gd name="connsiteX40" fmla="*/ 8838610 w 12192000"/>
              <a:gd name="connsiteY40" fmla="*/ 1075091 h 2237474"/>
              <a:gd name="connsiteX41" fmla="*/ 8750383 w 12192000"/>
              <a:gd name="connsiteY41" fmla="*/ 1097387 h 2237474"/>
              <a:gd name="connsiteX42" fmla="*/ 8665605 w 12192000"/>
              <a:gd name="connsiteY42" fmla="*/ 1110791 h 2237474"/>
              <a:gd name="connsiteX43" fmla="*/ 8584946 w 12192000"/>
              <a:gd name="connsiteY43" fmla="*/ 1135226 h 2237474"/>
              <a:gd name="connsiteX44" fmla="*/ 8460755 w 12192000"/>
              <a:gd name="connsiteY44" fmla="*/ 1203427 h 2237474"/>
              <a:gd name="connsiteX45" fmla="*/ 8419755 w 12192000"/>
              <a:gd name="connsiteY45" fmla="*/ 1216260 h 2237474"/>
              <a:gd name="connsiteX46" fmla="*/ 8411626 w 12192000"/>
              <a:gd name="connsiteY46" fmla="*/ 1214397 h 2237474"/>
              <a:gd name="connsiteX47" fmla="*/ 8363469 w 12192000"/>
              <a:gd name="connsiteY47" fmla="*/ 1246658 h 2237474"/>
              <a:gd name="connsiteX48" fmla="*/ 8275497 w 12192000"/>
              <a:gd name="connsiteY48" fmla="*/ 1264396 h 2237474"/>
              <a:gd name="connsiteX49" fmla="*/ 8206287 w 12192000"/>
              <a:gd name="connsiteY49" fmla="*/ 1273060 h 2237474"/>
              <a:gd name="connsiteX50" fmla="*/ 8168705 w 12192000"/>
              <a:gd name="connsiteY50" fmla="*/ 1279956 h 2237474"/>
              <a:gd name="connsiteX51" fmla="*/ 8139997 w 12192000"/>
              <a:gd name="connsiteY51" fmla="*/ 1282713 h 2237474"/>
              <a:gd name="connsiteX52" fmla="*/ 8074238 w 12192000"/>
              <a:gd name="connsiteY52" fmla="*/ 1301895 h 2237474"/>
              <a:gd name="connsiteX53" fmla="*/ 7942099 w 12192000"/>
              <a:gd name="connsiteY53" fmla="*/ 1336332 h 2237474"/>
              <a:gd name="connsiteX54" fmla="*/ 7902328 w 12192000"/>
              <a:gd name="connsiteY54" fmla="*/ 1345865 h 2237474"/>
              <a:gd name="connsiteX55" fmla="*/ 7840612 w 12192000"/>
              <a:gd name="connsiteY55" fmla="*/ 1369373 h 2237474"/>
              <a:gd name="connsiteX56" fmla="*/ 7786819 w 12192000"/>
              <a:gd name="connsiteY56" fmla="*/ 1378970 h 2237474"/>
              <a:gd name="connsiteX57" fmla="*/ 7548172 w 12192000"/>
              <a:gd name="connsiteY57" fmla="*/ 1417460 h 2237474"/>
              <a:gd name="connsiteX58" fmla="*/ 7483437 w 12192000"/>
              <a:gd name="connsiteY58" fmla="*/ 1478152 h 2237474"/>
              <a:gd name="connsiteX59" fmla="*/ 7377870 w 12192000"/>
              <a:gd name="connsiteY59" fmla="*/ 1523319 h 2237474"/>
              <a:gd name="connsiteX60" fmla="*/ 7230737 w 12192000"/>
              <a:gd name="connsiteY60" fmla="*/ 1562633 h 2237474"/>
              <a:gd name="connsiteX61" fmla="*/ 7224458 w 12192000"/>
              <a:gd name="connsiteY61" fmla="*/ 1573008 h 2237474"/>
              <a:gd name="connsiteX62" fmla="*/ 7183121 w 12192000"/>
              <a:gd name="connsiteY62" fmla="*/ 1595162 h 2237474"/>
              <a:gd name="connsiteX63" fmla="*/ 7164601 w 12192000"/>
              <a:gd name="connsiteY63" fmla="*/ 1606490 h 2237474"/>
              <a:gd name="connsiteX64" fmla="*/ 7031309 w 12192000"/>
              <a:gd name="connsiteY64" fmla="*/ 1619451 h 2237474"/>
              <a:gd name="connsiteX65" fmla="*/ 6900177 w 12192000"/>
              <a:gd name="connsiteY65" fmla="*/ 1636016 h 2237474"/>
              <a:gd name="connsiteX66" fmla="*/ 6795372 w 12192000"/>
              <a:gd name="connsiteY66" fmla="*/ 1644845 h 2237474"/>
              <a:gd name="connsiteX67" fmla="*/ 6692251 w 12192000"/>
              <a:gd name="connsiteY67" fmla="*/ 1656357 h 2237474"/>
              <a:gd name="connsiteX68" fmla="*/ 6655235 w 12192000"/>
              <a:gd name="connsiteY68" fmla="*/ 1661869 h 2237474"/>
              <a:gd name="connsiteX69" fmla="*/ 6554894 w 12192000"/>
              <a:gd name="connsiteY69" fmla="*/ 1664428 h 2237474"/>
              <a:gd name="connsiteX70" fmla="*/ 6516595 w 12192000"/>
              <a:gd name="connsiteY70" fmla="*/ 1667475 h 2237474"/>
              <a:gd name="connsiteX71" fmla="*/ 6508541 w 12192000"/>
              <a:gd name="connsiteY71" fmla="*/ 1668757 h 2237474"/>
              <a:gd name="connsiteX72" fmla="*/ 6471012 w 12192000"/>
              <a:gd name="connsiteY72" fmla="*/ 1678604 h 2237474"/>
              <a:gd name="connsiteX73" fmla="*/ 6364035 w 12192000"/>
              <a:gd name="connsiteY73" fmla="*/ 1667683 h 2237474"/>
              <a:gd name="connsiteX74" fmla="*/ 6280959 w 12192000"/>
              <a:gd name="connsiteY74" fmla="*/ 1689329 h 2237474"/>
              <a:gd name="connsiteX75" fmla="*/ 6243319 w 12192000"/>
              <a:gd name="connsiteY75" fmla="*/ 1695560 h 2237474"/>
              <a:gd name="connsiteX76" fmla="*/ 6098321 w 12192000"/>
              <a:gd name="connsiteY76" fmla="*/ 1721646 h 2237474"/>
              <a:gd name="connsiteX77" fmla="*/ 5880652 w 12192000"/>
              <a:gd name="connsiteY77" fmla="*/ 1779643 h 2237474"/>
              <a:gd name="connsiteX78" fmla="*/ 5785959 w 12192000"/>
              <a:gd name="connsiteY78" fmla="*/ 1775307 h 2237474"/>
              <a:gd name="connsiteX79" fmla="*/ 5643534 w 12192000"/>
              <a:gd name="connsiteY79" fmla="*/ 1802919 h 2237474"/>
              <a:gd name="connsiteX80" fmla="*/ 5518799 w 12192000"/>
              <a:gd name="connsiteY80" fmla="*/ 1818312 h 2237474"/>
              <a:gd name="connsiteX81" fmla="*/ 5505014 w 12192000"/>
              <a:gd name="connsiteY81" fmla="*/ 1819259 h 2237474"/>
              <a:gd name="connsiteX82" fmla="*/ 5453307 w 12192000"/>
              <a:gd name="connsiteY82" fmla="*/ 1815450 h 2237474"/>
              <a:gd name="connsiteX83" fmla="*/ 5221533 w 12192000"/>
              <a:gd name="connsiteY83" fmla="*/ 1846950 h 2237474"/>
              <a:gd name="connsiteX84" fmla="*/ 5149802 w 12192000"/>
              <a:gd name="connsiteY84" fmla="*/ 1844846 h 2237474"/>
              <a:gd name="connsiteX85" fmla="*/ 5114927 w 12192000"/>
              <a:gd name="connsiteY85" fmla="*/ 1847827 h 2237474"/>
              <a:gd name="connsiteX86" fmla="*/ 5108970 w 12192000"/>
              <a:gd name="connsiteY86" fmla="*/ 1847935 h 2237474"/>
              <a:gd name="connsiteX87" fmla="*/ 5067961 w 12192000"/>
              <a:gd name="connsiteY87" fmla="*/ 1845917 h 2237474"/>
              <a:gd name="connsiteX88" fmla="*/ 5007075 w 12192000"/>
              <a:gd name="connsiteY88" fmla="*/ 1838626 h 2237474"/>
              <a:gd name="connsiteX89" fmla="*/ 4944087 w 12192000"/>
              <a:gd name="connsiteY89" fmla="*/ 1823332 h 2237474"/>
              <a:gd name="connsiteX90" fmla="*/ 4907662 w 12192000"/>
              <a:gd name="connsiteY90" fmla="*/ 1816900 h 2237474"/>
              <a:gd name="connsiteX91" fmla="*/ 4882386 w 12192000"/>
              <a:gd name="connsiteY91" fmla="*/ 1809844 h 2237474"/>
              <a:gd name="connsiteX92" fmla="*/ 4811440 w 12192000"/>
              <a:gd name="connsiteY92" fmla="*/ 1804655 h 2237474"/>
              <a:gd name="connsiteX93" fmla="*/ 4691075 w 12192000"/>
              <a:gd name="connsiteY93" fmla="*/ 1801389 h 2237474"/>
              <a:gd name="connsiteX94" fmla="*/ 4611738 w 12192000"/>
              <a:gd name="connsiteY94" fmla="*/ 1776964 h 2237474"/>
              <a:gd name="connsiteX95" fmla="*/ 4560070 w 12192000"/>
              <a:gd name="connsiteY95" fmla="*/ 1785640 h 2237474"/>
              <a:gd name="connsiteX96" fmla="*/ 4536503 w 12192000"/>
              <a:gd name="connsiteY96" fmla="*/ 1785334 h 2237474"/>
              <a:gd name="connsiteX97" fmla="*/ 4513724 w 12192000"/>
              <a:gd name="connsiteY97" fmla="*/ 1791996 h 2237474"/>
              <a:gd name="connsiteX98" fmla="*/ 4459810 w 12192000"/>
              <a:gd name="connsiteY98" fmla="*/ 1797886 h 2237474"/>
              <a:gd name="connsiteX99" fmla="*/ 4379064 w 12192000"/>
              <a:gd name="connsiteY99" fmla="*/ 1817177 h 2237474"/>
              <a:gd name="connsiteX100" fmla="*/ 4290981 w 12192000"/>
              <a:gd name="connsiteY100" fmla="*/ 1839677 h 2237474"/>
              <a:gd name="connsiteX101" fmla="*/ 4238372 w 12192000"/>
              <a:gd name="connsiteY101" fmla="*/ 1851480 h 2237474"/>
              <a:gd name="connsiteX102" fmla="*/ 4232517 w 12192000"/>
              <a:gd name="connsiteY102" fmla="*/ 1852567 h 2237474"/>
              <a:gd name="connsiteX103" fmla="*/ 4191732 w 12192000"/>
              <a:gd name="connsiteY103" fmla="*/ 1857328 h 2237474"/>
              <a:gd name="connsiteX104" fmla="*/ 4065532 w 12192000"/>
              <a:gd name="connsiteY104" fmla="*/ 1855477 h 2237474"/>
              <a:gd name="connsiteX105" fmla="*/ 4028460 w 12192000"/>
              <a:gd name="connsiteY105" fmla="*/ 1855137 h 2237474"/>
              <a:gd name="connsiteX106" fmla="*/ 4002267 w 12192000"/>
              <a:gd name="connsiteY106" fmla="*/ 1852352 h 2237474"/>
              <a:gd name="connsiteX107" fmla="*/ 3931396 w 12192000"/>
              <a:gd name="connsiteY107" fmla="*/ 1858915 h 2237474"/>
              <a:gd name="connsiteX108" fmla="*/ 3812162 w 12192000"/>
              <a:gd name="connsiteY108" fmla="*/ 1875501 h 2237474"/>
              <a:gd name="connsiteX109" fmla="*/ 3729530 w 12192000"/>
              <a:gd name="connsiteY109" fmla="*/ 1864513 h 2237474"/>
              <a:gd name="connsiteX110" fmla="*/ 3680177 w 12192000"/>
              <a:gd name="connsiteY110" fmla="*/ 1881552 h 2237474"/>
              <a:gd name="connsiteX111" fmla="*/ 3567259 w 12192000"/>
              <a:gd name="connsiteY111" fmla="*/ 1893482 h 2237474"/>
              <a:gd name="connsiteX112" fmla="*/ 3405770 w 12192000"/>
              <a:gd name="connsiteY112" fmla="*/ 1904591 h 2237474"/>
              <a:gd name="connsiteX113" fmla="*/ 3280097 w 12192000"/>
              <a:gd name="connsiteY113" fmla="*/ 1919610 h 2237474"/>
              <a:gd name="connsiteX114" fmla="*/ 3123424 w 12192000"/>
              <a:gd name="connsiteY114" fmla="*/ 1952930 h 2237474"/>
              <a:gd name="connsiteX115" fmla="*/ 3009910 w 12192000"/>
              <a:gd name="connsiteY115" fmla="*/ 1957866 h 2237474"/>
              <a:gd name="connsiteX116" fmla="*/ 2995934 w 12192000"/>
              <a:gd name="connsiteY116" fmla="*/ 1967085 h 2237474"/>
              <a:gd name="connsiteX117" fmla="*/ 2980071 w 12192000"/>
              <a:gd name="connsiteY117" fmla="*/ 1972988 h 2237474"/>
              <a:gd name="connsiteX118" fmla="*/ 2978094 w 12192000"/>
              <a:gd name="connsiteY118" fmla="*/ 1972369 h 2237474"/>
              <a:gd name="connsiteX119" fmla="*/ 2942858 w 12192000"/>
              <a:gd name="connsiteY119" fmla="*/ 1981367 h 2237474"/>
              <a:gd name="connsiteX120" fmla="*/ 2875436 w 12192000"/>
              <a:gd name="connsiteY120" fmla="*/ 1996977 h 2237474"/>
              <a:gd name="connsiteX121" fmla="*/ 2874892 w 12192000"/>
              <a:gd name="connsiteY121" fmla="*/ 1996085 h 2237474"/>
              <a:gd name="connsiteX122" fmla="*/ 2864145 w 12192000"/>
              <a:gd name="connsiteY122" fmla="*/ 1994061 h 2237474"/>
              <a:gd name="connsiteX123" fmla="*/ 2843662 w 12192000"/>
              <a:gd name="connsiteY123" fmla="*/ 1992498 h 2237474"/>
              <a:gd name="connsiteX124" fmla="*/ 2796128 w 12192000"/>
              <a:gd name="connsiteY124" fmla="*/ 1976403 h 2237474"/>
              <a:gd name="connsiteX125" fmla="*/ 2756784 w 12192000"/>
              <a:gd name="connsiteY125" fmla="*/ 1985116 h 2237474"/>
              <a:gd name="connsiteX126" fmla="*/ 2748833 w 12192000"/>
              <a:gd name="connsiteY126" fmla="*/ 1986323 h 2237474"/>
              <a:gd name="connsiteX127" fmla="*/ 2748661 w 12192000"/>
              <a:gd name="connsiteY127" fmla="*/ 1986122 h 2237474"/>
              <a:gd name="connsiteX128" fmla="*/ 2740251 w 12192000"/>
              <a:gd name="connsiteY128" fmla="*/ 1986946 h 2237474"/>
              <a:gd name="connsiteX129" fmla="*/ 2718916 w 12192000"/>
              <a:gd name="connsiteY129" fmla="*/ 1990867 h 2237474"/>
              <a:gd name="connsiteX130" fmla="*/ 2713522 w 12192000"/>
              <a:gd name="connsiteY130" fmla="*/ 1990173 h 2237474"/>
              <a:gd name="connsiteX131" fmla="*/ 2680597 w 12192000"/>
              <a:gd name="connsiteY131" fmla="*/ 1984996 h 2237474"/>
              <a:gd name="connsiteX132" fmla="*/ 2578178 w 12192000"/>
              <a:gd name="connsiteY132" fmla="*/ 1990531 h 2237474"/>
              <a:gd name="connsiteX133" fmla="*/ 2476147 w 12192000"/>
              <a:gd name="connsiteY133" fmla="*/ 1998305 h 2237474"/>
              <a:gd name="connsiteX134" fmla="*/ 2373568 w 12192000"/>
              <a:gd name="connsiteY134" fmla="*/ 2003219 h 2237474"/>
              <a:gd name="connsiteX135" fmla="*/ 2321399 w 12192000"/>
              <a:gd name="connsiteY135" fmla="*/ 1989467 h 2237474"/>
              <a:gd name="connsiteX136" fmla="*/ 2315525 w 12192000"/>
              <a:gd name="connsiteY136" fmla="*/ 1989708 h 2237474"/>
              <a:gd name="connsiteX137" fmla="*/ 2300792 w 12192000"/>
              <a:gd name="connsiteY137" fmla="*/ 1994290 h 2237474"/>
              <a:gd name="connsiteX138" fmla="*/ 2295469 w 12192000"/>
              <a:gd name="connsiteY138" fmla="*/ 1996659 h 2237474"/>
              <a:gd name="connsiteX139" fmla="*/ 2287219 w 12192000"/>
              <a:gd name="connsiteY139" fmla="*/ 1998750 h 2237474"/>
              <a:gd name="connsiteX140" fmla="*/ 2286948 w 12192000"/>
              <a:gd name="connsiteY140" fmla="*/ 1998596 h 2237474"/>
              <a:gd name="connsiteX141" fmla="*/ 2243069 w 12192000"/>
              <a:gd name="connsiteY141" fmla="*/ 2015111 h 2237474"/>
              <a:gd name="connsiteX142" fmla="*/ 2186609 w 12192000"/>
              <a:gd name="connsiteY142" fmla="*/ 2008263 h 2237474"/>
              <a:gd name="connsiteX143" fmla="*/ 2164831 w 12192000"/>
              <a:gd name="connsiteY143" fmla="*/ 2010143 h 2237474"/>
              <a:gd name="connsiteX144" fmla="*/ 2152836 w 12192000"/>
              <a:gd name="connsiteY144" fmla="*/ 2010048 h 2237474"/>
              <a:gd name="connsiteX145" fmla="*/ 2117102 w 12192000"/>
              <a:gd name="connsiteY145" fmla="*/ 2023004 h 2237474"/>
              <a:gd name="connsiteX146" fmla="*/ 2111935 w 12192000"/>
              <a:gd name="connsiteY146" fmla="*/ 2023163 h 2237474"/>
              <a:gd name="connsiteX147" fmla="*/ 2089991 w 12192000"/>
              <a:gd name="connsiteY147" fmla="*/ 2034193 h 2237474"/>
              <a:gd name="connsiteX148" fmla="*/ 2058061 w 12192000"/>
              <a:gd name="connsiteY148" fmla="*/ 2047942 h 2237474"/>
              <a:gd name="connsiteX149" fmla="*/ 2055737 w 12192000"/>
              <a:gd name="connsiteY149" fmla="*/ 2047704 h 2237474"/>
              <a:gd name="connsiteX150" fmla="*/ 2042244 w 12192000"/>
              <a:gd name="connsiteY150" fmla="*/ 2055560 h 2237474"/>
              <a:gd name="connsiteX151" fmla="*/ 1976224 w 12192000"/>
              <a:gd name="connsiteY151" fmla="*/ 2074257 h 2237474"/>
              <a:gd name="connsiteX152" fmla="*/ 1877728 w 12192000"/>
              <a:gd name="connsiteY152" fmla="*/ 2101004 h 2237474"/>
              <a:gd name="connsiteX153" fmla="*/ 1759056 w 12192000"/>
              <a:gd name="connsiteY153" fmla="*/ 2125608 h 2237474"/>
              <a:gd name="connsiteX154" fmla="*/ 1637948 w 12192000"/>
              <a:gd name="connsiteY154" fmla="*/ 2172597 h 2237474"/>
              <a:gd name="connsiteX155" fmla="*/ 1434549 w 12192000"/>
              <a:gd name="connsiteY155" fmla="*/ 2234522 h 2237474"/>
              <a:gd name="connsiteX156" fmla="*/ 1398481 w 12192000"/>
              <a:gd name="connsiteY156" fmla="*/ 2237074 h 2237474"/>
              <a:gd name="connsiteX157" fmla="*/ 1398407 w 12192000"/>
              <a:gd name="connsiteY157" fmla="*/ 2237095 h 2237474"/>
              <a:gd name="connsiteX158" fmla="*/ 1370962 w 12192000"/>
              <a:gd name="connsiteY158" fmla="*/ 2237474 h 2237474"/>
              <a:gd name="connsiteX159" fmla="*/ 1356367 w 12192000"/>
              <a:gd name="connsiteY159" fmla="*/ 2235089 h 2237474"/>
              <a:gd name="connsiteX160" fmla="*/ 1324828 w 12192000"/>
              <a:gd name="connsiteY160" fmla="*/ 2231968 h 2237474"/>
              <a:gd name="connsiteX161" fmla="*/ 1297744 w 12192000"/>
              <a:gd name="connsiteY161" fmla="*/ 2235849 h 2237474"/>
              <a:gd name="connsiteX162" fmla="*/ 1286236 w 12192000"/>
              <a:gd name="connsiteY162" fmla="*/ 2233135 h 2237474"/>
              <a:gd name="connsiteX163" fmla="*/ 1283504 w 12192000"/>
              <a:gd name="connsiteY163" fmla="*/ 2233797 h 2237474"/>
              <a:gd name="connsiteX164" fmla="*/ 1279765 w 12192000"/>
              <a:gd name="connsiteY164" fmla="*/ 2229639 h 2237474"/>
              <a:gd name="connsiteX165" fmla="*/ 1195347 w 12192000"/>
              <a:gd name="connsiteY165" fmla="*/ 2212354 h 2237474"/>
              <a:gd name="connsiteX166" fmla="*/ 970251 w 12192000"/>
              <a:gd name="connsiteY166" fmla="*/ 2221029 h 2237474"/>
              <a:gd name="connsiteX167" fmla="*/ 812914 w 12192000"/>
              <a:gd name="connsiteY167" fmla="*/ 2202752 h 2237474"/>
              <a:gd name="connsiteX168" fmla="*/ 800195 w 12192000"/>
              <a:gd name="connsiteY168" fmla="*/ 2209407 h 2237474"/>
              <a:gd name="connsiteX169" fmla="*/ 784978 w 12192000"/>
              <a:gd name="connsiteY169" fmla="*/ 2212360 h 2237474"/>
              <a:gd name="connsiteX170" fmla="*/ 681987 w 12192000"/>
              <a:gd name="connsiteY170" fmla="*/ 2216757 h 2237474"/>
              <a:gd name="connsiteX171" fmla="*/ 669923 w 12192000"/>
              <a:gd name="connsiteY171" fmla="*/ 2211682 h 2237474"/>
              <a:gd name="connsiteX172" fmla="*/ 648680 w 12192000"/>
              <a:gd name="connsiteY172" fmla="*/ 2206229 h 2237474"/>
              <a:gd name="connsiteX173" fmla="*/ 597225 w 12192000"/>
              <a:gd name="connsiteY173" fmla="*/ 2180999 h 2237474"/>
              <a:gd name="connsiteX174" fmla="*/ 558449 w 12192000"/>
              <a:gd name="connsiteY174" fmla="*/ 2182346 h 2237474"/>
              <a:gd name="connsiteX175" fmla="*/ 550517 w 12192000"/>
              <a:gd name="connsiteY175" fmla="*/ 2182060 h 2237474"/>
              <a:gd name="connsiteX176" fmla="*/ 550309 w 12192000"/>
              <a:gd name="connsiteY176" fmla="*/ 2181825 h 2237474"/>
              <a:gd name="connsiteX177" fmla="*/ 541836 w 12192000"/>
              <a:gd name="connsiteY177" fmla="*/ 2181063 h 2237474"/>
              <a:gd name="connsiteX178" fmla="*/ 536057 w 12192000"/>
              <a:gd name="connsiteY178" fmla="*/ 2181537 h 2237474"/>
              <a:gd name="connsiteX179" fmla="*/ 520671 w 12192000"/>
              <a:gd name="connsiteY179" fmla="*/ 2180980 h 2237474"/>
              <a:gd name="connsiteX180" fmla="*/ 515024 w 12192000"/>
              <a:gd name="connsiteY180" fmla="*/ 2179258 h 2237474"/>
              <a:gd name="connsiteX181" fmla="*/ 512278 w 12192000"/>
              <a:gd name="connsiteY181" fmla="*/ 2176369 h 2237474"/>
              <a:gd name="connsiteX182" fmla="*/ 480419 w 12192000"/>
              <a:gd name="connsiteY182" fmla="*/ 2167807 h 2237474"/>
              <a:gd name="connsiteX183" fmla="*/ 413835 w 12192000"/>
              <a:gd name="connsiteY183" fmla="*/ 2156783 h 2237474"/>
              <a:gd name="connsiteX184" fmla="*/ 376513 w 12192000"/>
              <a:gd name="connsiteY184" fmla="*/ 2154014 h 2237474"/>
              <a:gd name="connsiteX185" fmla="*/ 273386 w 12192000"/>
              <a:gd name="connsiteY185" fmla="*/ 2142551 h 2237474"/>
              <a:gd name="connsiteX186" fmla="*/ 169207 w 12192000"/>
              <a:gd name="connsiteY186" fmla="*/ 2128100 h 2237474"/>
              <a:gd name="connsiteX187" fmla="*/ 93149 w 12192000"/>
              <a:gd name="connsiteY187" fmla="*/ 2105324 h 2237474"/>
              <a:gd name="connsiteX188" fmla="*/ 88109 w 12192000"/>
              <a:gd name="connsiteY188" fmla="*/ 2106704 h 2237474"/>
              <a:gd name="connsiteX189" fmla="*/ 80022 w 12192000"/>
              <a:gd name="connsiteY189" fmla="*/ 2107254 h 2237474"/>
              <a:gd name="connsiteX190" fmla="*/ 79717 w 12192000"/>
              <a:gd name="connsiteY190" fmla="*/ 2107046 h 2237474"/>
              <a:gd name="connsiteX191" fmla="*/ 72352 w 12192000"/>
              <a:gd name="connsiteY191" fmla="*/ 2107991 h 2237474"/>
              <a:gd name="connsiteX192" fmla="*/ 37645 w 12192000"/>
              <a:gd name="connsiteY192" fmla="*/ 2115401 h 2237474"/>
              <a:gd name="connsiteX193" fmla="*/ 4572 w 12192000"/>
              <a:gd name="connsiteY193" fmla="*/ 2111091 h 2237474"/>
              <a:gd name="connsiteX194" fmla="*/ 0 w 12192000"/>
              <a:gd name="connsiteY194" fmla="*/ 2110468 h 2237474"/>
              <a:gd name="connsiteX195" fmla="*/ 0 w 12192000"/>
              <a:gd name="connsiteY19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958984 w 12192000"/>
              <a:gd name="connsiteY38" fmla="*/ 1057212 h 2237474"/>
              <a:gd name="connsiteX39" fmla="*/ 8886001 w 12192000"/>
              <a:gd name="connsiteY39" fmla="*/ 1067468 h 2237474"/>
              <a:gd name="connsiteX40" fmla="*/ 8838610 w 12192000"/>
              <a:gd name="connsiteY40" fmla="*/ 1075091 h 2237474"/>
              <a:gd name="connsiteX41" fmla="*/ 8750383 w 12192000"/>
              <a:gd name="connsiteY41" fmla="*/ 1097387 h 2237474"/>
              <a:gd name="connsiteX42" fmla="*/ 8665605 w 12192000"/>
              <a:gd name="connsiteY42" fmla="*/ 1110791 h 2237474"/>
              <a:gd name="connsiteX43" fmla="*/ 8584946 w 12192000"/>
              <a:gd name="connsiteY43" fmla="*/ 1135226 h 2237474"/>
              <a:gd name="connsiteX44" fmla="*/ 8460755 w 12192000"/>
              <a:gd name="connsiteY44" fmla="*/ 1203427 h 2237474"/>
              <a:gd name="connsiteX45" fmla="*/ 8419755 w 12192000"/>
              <a:gd name="connsiteY45" fmla="*/ 1216260 h 2237474"/>
              <a:gd name="connsiteX46" fmla="*/ 8411626 w 12192000"/>
              <a:gd name="connsiteY46" fmla="*/ 1214397 h 2237474"/>
              <a:gd name="connsiteX47" fmla="*/ 8363469 w 12192000"/>
              <a:gd name="connsiteY47" fmla="*/ 1246658 h 2237474"/>
              <a:gd name="connsiteX48" fmla="*/ 8275497 w 12192000"/>
              <a:gd name="connsiteY48" fmla="*/ 1264396 h 2237474"/>
              <a:gd name="connsiteX49" fmla="*/ 8206287 w 12192000"/>
              <a:gd name="connsiteY49" fmla="*/ 1273060 h 2237474"/>
              <a:gd name="connsiteX50" fmla="*/ 8139997 w 12192000"/>
              <a:gd name="connsiteY50" fmla="*/ 1282713 h 2237474"/>
              <a:gd name="connsiteX51" fmla="*/ 8074238 w 12192000"/>
              <a:gd name="connsiteY51" fmla="*/ 1301895 h 2237474"/>
              <a:gd name="connsiteX52" fmla="*/ 7942099 w 12192000"/>
              <a:gd name="connsiteY52" fmla="*/ 1336332 h 2237474"/>
              <a:gd name="connsiteX53" fmla="*/ 7902328 w 12192000"/>
              <a:gd name="connsiteY53" fmla="*/ 1345865 h 2237474"/>
              <a:gd name="connsiteX54" fmla="*/ 7840612 w 12192000"/>
              <a:gd name="connsiteY54" fmla="*/ 1369373 h 2237474"/>
              <a:gd name="connsiteX55" fmla="*/ 7786819 w 12192000"/>
              <a:gd name="connsiteY55" fmla="*/ 1378970 h 2237474"/>
              <a:gd name="connsiteX56" fmla="*/ 7548172 w 12192000"/>
              <a:gd name="connsiteY56" fmla="*/ 1417460 h 2237474"/>
              <a:gd name="connsiteX57" fmla="*/ 7483437 w 12192000"/>
              <a:gd name="connsiteY57" fmla="*/ 1478152 h 2237474"/>
              <a:gd name="connsiteX58" fmla="*/ 7377870 w 12192000"/>
              <a:gd name="connsiteY58" fmla="*/ 1523319 h 2237474"/>
              <a:gd name="connsiteX59" fmla="*/ 7230737 w 12192000"/>
              <a:gd name="connsiteY59" fmla="*/ 1562633 h 2237474"/>
              <a:gd name="connsiteX60" fmla="*/ 7224458 w 12192000"/>
              <a:gd name="connsiteY60" fmla="*/ 1573008 h 2237474"/>
              <a:gd name="connsiteX61" fmla="*/ 7183121 w 12192000"/>
              <a:gd name="connsiteY61" fmla="*/ 1595162 h 2237474"/>
              <a:gd name="connsiteX62" fmla="*/ 7164601 w 12192000"/>
              <a:gd name="connsiteY62" fmla="*/ 1606490 h 2237474"/>
              <a:gd name="connsiteX63" fmla="*/ 7031309 w 12192000"/>
              <a:gd name="connsiteY63" fmla="*/ 1619451 h 2237474"/>
              <a:gd name="connsiteX64" fmla="*/ 6900177 w 12192000"/>
              <a:gd name="connsiteY64" fmla="*/ 1636016 h 2237474"/>
              <a:gd name="connsiteX65" fmla="*/ 6795372 w 12192000"/>
              <a:gd name="connsiteY65" fmla="*/ 1644845 h 2237474"/>
              <a:gd name="connsiteX66" fmla="*/ 6692251 w 12192000"/>
              <a:gd name="connsiteY66" fmla="*/ 1656357 h 2237474"/>
              <a:gd name="connsiteX67" fmla="*/ 6655235 w 12192000"/>
              <a:gd name="connsiteY67" fmla="*/ 1661869 h 2237474"/>
              <a:gd name="connsiteX68" fmla="*/ 6554894 w 12192000"/>
              <a:gd name="connsiteY68" fmla="*/ 1664428 h 2237474"/>
              <a:gd name="connsiteX69" fmla="*/ 6516595 w 12192000"/>
              <a:gd name="connsiteY69" fmla="*/ 1667475 h 2237474"/>
              <a:gd name="connsiteX70" fmla="*/ 6508541 w 12192000"/>
              <a:gd name="connsiteY70" fmla="*/ 1668757 h 2237474"/>
              <a:gd name="connsiteX71" fmla="*/ 6471012 w 12192000"/>
              <a:gd name="connsiteY71" fmla="*/ 1678604 h 2237474"/>
              <a:gd name="connsiteX72" fmla="*/ 6364035 w 12192000"/>
              <a:gd name="connsiteY72" fmla="*/ 1667683 h 2237474"/>
              <a:gd name="connsiteX73" fmla="*/ 6280959 w 12192000"/>
              <a:gd name="connsiteY73" fmla="*/ 1689329 h 2237474"/>
              <a:gd name="connsiteX74" fmla="*/ 6243319 w 12192000"/>
              <a:gd name="connsiteY74" fmla="*/ 1695560 h 2237474"/>
              <a:gd name="connsiteX75" fmla="*/ 6098321 w 12192000"/>
              <a:gd name="connsiteY75" fmla="*/ 1721646 h 2237474"/>
              <a:gd name="connsiteX76" fmla="*/ 5880652 w 12192000"/>
              <a:gd name="connsiteY76" fmla="*/ 1779643 h 2237474"/>
              <a:gd name="connsiteX77" fmla="*/ 5785959 w 12192000"/>
              <a:gd name="connsiteY77" fmla="*/ 1775307 h 2237474"/>
              <a:gd name="connsiteX78" fmla="*/ 5643534 w 12192000"/>
              <a:gd name="connsiteY78" fmla="*/ 1802919 h 2237474"/>
              <a:gd name="connsiteX79" fmla="*/ 5518799 w 12192000"/>
              <a:gd name="connsiteY79" fmla="*/ 1818312 h 2237474"/>
              <a:gd name="connsiteX80" fmla="*/ 5505014 w 12192000"/>
              <a:gd name="connsiteY80" fmla="*/ 1819259 h 2237474"/>
              <a:gd name="connsiteX81" fmla="*/ 5453307 w 12192000"/>
              <a:gd name="connsiteY81" fmla="*/ 1815450 h 2237474"/>
              <a:gd name="connsiteX82" fmla="*/ 5221533 w 12192000"/>
              <a:gd name="connsiteY82" fmla="*/ 1846950 h 2237474"/>
              <a:gd name="connsiteX83" fmla="*/ 5149802 w 12192000"/>
              <a:gd name="connsiteY83" fmla="*/ 1844846 h 2237474"/>
              <a:gd name="connsiteX84" fmla="*/ 5114927 w 12192000"/>
              <a:gd name="connsiteY84" fmla="*/ 1847827 h 2237474"/>
              <a:gd name="connsiteX85" fmla="*/ 5108970 w 12192000"/>
              <a:gd name="connsiteY85" fmla="*/ 1847935 h 2237474"/>
              <a:gd name="connsiteX86" fmla="*/ 5067961 w 12192000"/>
              <a:gd name="connsiteY86" fmla="*/ 1845917 h 2237474"/>
              <a:gd name="connsiteX87" fmla="*/ 5007075 w 12192000"/>
              <a:gd name="connsiteY87" fmla="*/ 1838626 h 2237474"/>
              <a:gd name="connsiteX88" fmla="*/ 4944087 w 12192000"/>
              <a:gd name="connsiteY88" fmla="*/ 1823332 h 2237474"/>
              <a:gd name="connsiteX89" fmla="*/ 4907662 w 12192000"/>
              <a:gd name="connsiteY89" fmla="*/ 1816900 h 2237474"/>
              <a:gd name="connsiteX90" fmla="*/ 4882386 w 12192000"/>
              <a:gd name="connsiteY90" fmla="*/ 1809844 h 2237474"/>
              <a:gd name="connsiteX91" fmla="*/ 4811440 w 12192000"/>
              <a:gd name="connsiteY91" fmla="*/ 1804655 h 2237474"/>
              <a:gd name="connsiteX92" fmla="*/ 4691075 w 12192000"/>
              <a:gd name="connsiteY92" fmla="*/ 1801389 h 2237474"/>
              <a:gd name="connsiteX93" fmla="*/ 4611738 w 12192000"/>
              <a:gd name="connsiteY93" fmla="*/ 1776964 h 2237474"/>
              <a:gd name="connsiteX94" fmla="*/ 4560070 w 12192000"/>
              <a:gd name="connsiteY94" fmla="*/ 1785640 h 2237474"/>
              <a:gd name="connsiteX95" fmla="*/ 4536503 w 12192000"/>
              <a:gd name="connsiteY95" fmla="*/ 1785334 h 2237474"/>
              <a:gd name="connsiteX96" fmla="*/ 4513724 w 12192000"/>
              <a:gd name="connsiteY96" fmla="*/ 1791996 h 2237474"/>
              <a:gd name="connsiteX97" fmla="*/ 4459810 w 12192000"/>
              <a:gd name="connsiteY97" fmla="*/ 1797886 h 2237474"/>
              <a:gd name="connsiteX98" fmla="*/ 4379064 w 12192000"/>
              <a:gd name="connsiteY98" fmla="*/ 1817177 h 2237474"/>
              <a:gd name="connsiteX99" fmla="*/ 4290981 w 12192000"/>
              <a:gd name="connsiteY99" fmla="*/ 1839677 h 2237474"/>
              <a:gd name="connsiteX100" fmla="*/ 4238372 w 12192000"/>
              <a:gd name="connsiteY100" fmla="*/ 1851480 h 2237474"/>
              <a:gd name="connsiteX101" fmla="*/ 4232517 w 12192000"/>
              <a:gd name="connsiteY101" fmla="*/ 1852567 h 2237474"/>
              <a:gd name="connsiteX102" fmla="*/ 4191732 w 12192000"/>
              <a:gd name="connsiteY102" fmla="*/ 1857328 h 2237474"/>
              <a:gd name="connsiteX103" fmla="*/ 4065532 w 12192000"/>
              <a:gd name="connsiteY103" fmla="*/ 1855477 h 2237474"/>
              <a:gd name="connsiteX104" fmla="*/ 4028460 w 12192000"/>
              <a:gd name="connsiteY104" fmla="*/ 1855137 h 2237474"/>
              <a:gd name="connsiteX105" fmla="*/ 4002267 w 12192000"/>
              <a:gd name="connsiteY105" fmla="*/ 1852352 h 2237474"/>
              <a:gd name="connsiteX106" fmla="*/ 3931396 w 12192000"/>
              <a:gd name="connsiteY106" fmla="*/ 1858915 h 2237474"/>
              <a:gd name="connsiteX107" fmla="*/ 3812162 w 12192000"/>
              <a:gd name="connsiteY107" fmla="*/ 1875501 h 2237474"/>
              <a:gd name="connsiteX108" fmla="*/ 3729530 w 12192000"/>
              <a:gd name="connsiteY108" fmla="*/ 1864513 h 2237474"/>
              <a:gd name="connsiteX109" fmla="*/ 3680177 w 12192000"/>
              <a:gd name="connsiteY109" fmla="*/ 1881552 h 2237474"/>
              <a:gd name="connsiteX110" fmla="*/ 3567259 w 12192000"/>
              <a:gd name="connsiteY110" fmla="*/ 1893482 h 2237474"/>
              <a:gd name="connsiteX111" fmla="*/ 3405770 w 12192000"/>
              <a:gd name="connsiteY111" fmla="*/ 1904591 h 2237474"/>
              <a:gd name="connsiteX112" fmla="*/ 3280097 w 12192000"/>
              <a:gd name="connsiteY112" fmla="*/ 1919610 h 2237474"/>
              <a:gd name="connsiteX113" fmla="*/ 3123424 w 12192000"/>
              <a:gd name="connsiteY113" fmla="*/ 1952930 h 2237474"/>
              <a:gd name="connsiteX114" fmla="*/ 3009910 w 12192000"/>
              <a:gd name="connsiteY114" fmla="*/ 1957866 h 2237474"/>
              <a:gd name="connsiteX115" fmla="*/ 2995934 w 12192000"/>
              <a:gd name="connsiteY115" fmla="*/ 1967085 h 2237474"/>
              <a:gd name="connsiteX116" fmla="*/ 2980071 w 12192000"/>
              <a:gd name="connsiteY116" fmla="*/ 1972988 h 2237474"/>
              <a:gd name="connsiteX117" fmla="*/ 2978094 w 12192000"/>
              <a:gd name="connsiteY117" fmla="*/ 1972369 h 2237474"/>
              <a:gd name="connsiteX118" fmla="*/ 2942858 w 12192000"/>
              <a:gd name="connsiteY118" fmla="*/ 1981367 h 2237474"/>
              <a:gd name="connsiteX119" fmla="*/ 2875436 w 12192000"/>
              <a:gd name="connsiteY119" fmla="*/ 1996977 h 2237474"/>
              <a:gd name="connsiteX120" fmla="*/ 2874892 w 12192000"/>
              <a:gd name="connsiteY120" fmla="*/ 1996085 h 2237474"/>
              <a:gd name="connsiteX121" fmla="*/ 2864145 w 12192000"/>
              <a:gd name="connsiteY121" fmla="*/ 1994061 h 2237474"/>
              <a:gd name="connsiteX122" fmla="*/ 2843662 w 12192000"/>
              <a:gd name="connsiteY122" fmla="*/ 1992498 h 2237474"/>
              <a:gd name="connsiteX123" fmla="*/ 2796128 w 12192000"/>
              <a:gd name="connsiteY123" fmla="*/ 1976403 h 2237474"/>
              <a:gd name="connsiteX124" fmla="*/ 2756784 w 12192000"/>
              <a:gd name="connsiteY124" fmla="*/ 1985116 h 2237474"/>
              <a:gd name="connsiteX125" fmla="*/ 2748833 w 12192000"/>
              <a:gd name="connsiteY125" fmla="*/ 1986323 h 2237474"/>
              <a:gd name="connsiteX126" fmla="*/ 2748661 w 12192000"/>
              <a:gd name="connsiteY126" fmla="*/ 1986122 h 2237474"/>
              <a:gd name="connsiteX127" fmla="*/ 2740251 w 12192000"/>
              <a:gd name="connsiteY127" fmla="*/ 1986946 h 2237474"/>
              <a:gd name="connsiteX128" fmla="*/ 2718916 w 12192000"/>
              <a:gd name="connsiteY128" fmla="*/ 1990867 h 2237474"/>
              <a:gd name="connsiteX129" fmla="*/ 2713522 w 12192000"/>
              <a:gd name="connsiteY129" fmla="*/ 1990173 h 2237474"/>
              <a:gd name="connsiteX130" fmla="*/ 2680597 w 12192000"/>
              <a:gd name="connsiteY130" fmla="*/ 1984996 h 2237474"/>
              <a:gd name="connsiteX131" fmla="*/ 2578178 w 12192000"/>
              <a:gd name="connsiteY131" fmla="*/ 1990531 h 2237474"/>
              <a:gd name="connsiteX132" fmla="*/ 2476147 w 12192000"/>
              <a:gd name="connsiteY132" fmla="*/ 1998305 h 2237474"/>
              <a:gd name="connsiteX133" fmla="*/ 2373568 w 12192000"/>
              <a:gd name="connsiteY133" fmla="*/ 2003219 h 2237474"/>
              <a:gd name="connsiteX134" fmla="*/ 2321399 w 12192000"/>
              <a:gd name="connsiteY134" fmla="*/ 1989467 h 2237474"/>
              <a:gd name="connsiteX135" fmla="*/ 2315525 w 12192000"/>
              <a:gd name="connsiteY135" fmla="*/ 1989708 h 2237474"/>
              <a:gd name="connsiteX136" fmla="*/ 2300792 w 12192000"/>
              <a:gd name="connsiteY136" fmla="*/ 1994290 h 2237474"/>
              <a:gd name="connsiteX137" fmla="*/ 2295469 w 12192000"/>
              <a:gd name="connsiteY137" fmla="*/ 1996659 h 2237474"/>
              <a:gd name="connsiteX138" fmla="*/ 2287219 w 12192000"/>
              <a:gd name="connsiteY138" fmla="*/ 1998750 h 2237474"/>
              <a:gd name="connsiteX139" fmla="*/ 2286948 w 12192000"/>
              <a:gd name="connsiteY139" fmla="*/ 1998596 h 2237474"/>
              <a:gd name="connsiteX140" fmla="*/ 2243069 w 12192000"/>
              <a:gd name="connsiteY140" fmla="*/ 2015111 h 2237474"/>
              <a:gd name="connsiteX141" fmla="*/ 2186609 w 12192000"/>
              <a:gd name="connsiteY141" fmla="*/ 2008263 h 2237474"/>
              <a:gd name="connsiteX142" fmla="*/ 2164831 w 12192000"/>
              <a:gd name="connsiteY142" fmla="*/ 2010143 h 2237474"/>
              <a:gd name="connsiteX143" fmla="*/ 2152836 w 12192000"/>
              <a:gd name="connsiteY143" fmla="*/ 2010048 h 2237474"/>
              <a:gd name="connsiteX144" fmla="*/ 2117102 w 12192000"/>
              <a:gd name="connsiteY144" fmla="*/ 2023004 h 2237474"/>
              <a:gd name="connsiteX145" fmla="*/ 2111935 w 12192000"/>
              <a:gd name="connsiteY145" fmla="*/ 2023163 h 2237474"/>
              <a:gd name="connsiteX146" fmla="*/ 2089991 w 12192000"/>
              <a:gd name="connsiteY146" fmla="*/ 2034193 h 2237474"/>
              <a:gd name="connsiteX147" fmla="*/ 2058061 w 12192000"/>
              <a:gd name="connsiteY147" fmla="*/ 2047942 h 2237474"/>
              <a:gd name="connsiteX148" fmla="*/ 2055737 w 12192000"/>
              <a:gd name="connsiteY148" fmla="*/ 2047704 h 2237474"/>
              <a:gd name="connsiteX149" fmla="*/ 2042244 w 12192000"/>
              <a:gd name="connsiteY149" fmla="*/ 2055560 h 2237474"/>
              <a:gd name="connsiteX150" fmla="*/ 1976224 w 12192000"/>
              <a:gd name="connsiteY150" fmla="*/ 2074257 h 2237474"/>
              <a:gd name="connsiteX151" fmla="*/ 1877728 w 12192000"/>
              <a:gd name="connsiteY151" fmla="*/ 2101004 h 2237474"/>
              <a:gd name="connsiteX152" fmla="*/ 1759056 w 12192000"/>
              <a:gd name="connsiteY152" fmla="*/ 2125608 h 2237474"/>
              <a:gd name="connsiteX153" fmla="*/ 1637948 w 12192000"/>
              <a:gd name="connsiteY153" fmla="*/ 2172597 h 2237474"/>
              <a:gd name="connsiteX154" fmla="*/ 1434549 w 12192000"/>
              <a:gd name="connsiteY154" fmla="*/ 2234522 h 2237474"/>
              <a:gd name="connsiteX155" fmla="*/ 1398481 w 12192000"/>
              <a:gd name="connsiteY155" fmla="*/ 2237074 h 2237474"/>
              <a:gd name="connsiteX156" fmla="*/ 1398407 w 12192000"/>
              <a:gd name="connsiteY156" fmla="*/ 2237095 h 2237474"/>
              <a:gd name="connsiteX157" fmla="*/ 1370962 w 12192000"/>
              <a:gd name="connsiteY157" fmla="*/ 2237474 h 2237474"/>
              <a:gd name="connsiteX158" fmla="*/ 1356367 w 12192000"/>
              <a:gd name="connsiteY158" fmla="*/ 2235089 h 2237474"/>
              <a:gd name="connsiteX159" fmla="*/ 1324828 w 12192000"/>
              <a:gd name="connsiteY159" fmla="*/ 2231968 h 2237474"/>
              <a:gd name="connsiteX160" fmla="*/ 1297744 w 12192000"/>
              <a:gd name="connsiteY160" fmla="*/ 2235849 h 2237474"/>
              <a:gd name="connsiteX161" fmla="*/ 1286236 w 12192000"/>
              <a:gd name="connsiteY161" fmla="*/ 2233135 h 2237474"/>
              <a:gd name="connsiteX162" fmla="*/ 1283504 w 12192000"/>
              <a:gd name="connsiteY162" fmla="*/ 2233797 h 2237474"/>
              <a:gd name="connsiteX163" fmla="*/ 1279765 w 12192000"/>
              <a:gd name="connsiteY163" fmla="*/ 2229639 h 2237474"/>
              <a:gd name="connsiteX164" fmla="*/ 1195347 w 12192000"/>
              <a:gd name="connsiteY164" fmla="*/ 2212354 h 2237474"/>
              <a:gd name="connsiteX165" fmla="*/ 970251 w 12192000"/>
              <a:gd name="connsiteY165" fmla="*/ 2221029 h 2237474"/>
              <a:gd name="connsiteX166" fmla="*/ 812914 w 12192000"/>
              <a:gd name="connsiteY166" fmla="*/ 2202752 h 2237474"/>
              <a:gd name="connsiteX167" fmla="*/ 800195 w 12192000"/>
              <a:gd name="connsiteY167" fmla="*/ 2209407 h 2237474"/>
              <a:gd name="connsiteX168" fmla="*/ 784978 w 12192000"/>
              <a:gd name="connsiteY168" fmla="*/ 2212360 h 2237474"/>
              <a:gd name="connsiteX169" fmla="*/ 681987 w 12192000"/>
              <a:gd name="connsiteY169" fmla="*/ 2216757 h 2237474"/>
              <a:gd name="connsiteX170" fmla="*/ 669923 w 12192000"/>
              <a:gd name="connsiteY170" fmla="*/ 2211682 h 2237474"/>
              <a:gd name="connsiteX171" fmla="*/ 648680 w 12192000"/>
              <a:gd name="connsiteY171" fmla="*/ 2206229 h 2237474"/>
              <a:gd name="connsiteX172" fmla="*/ 597225 w 12192000"/>
              <a:gd name="connsiteY172" fmla="*/ 2180999 h 2237474"/>
              <a:gd name="connsiteX173" fmla="*/ 558449 w 12192000"/>
              <a:gd name="connsiteY173" fmla="*/ 2182346 h 2237474"/>
              <a:gd name="connsiteX174" fmla="*/ 550517 w 12192000"/>
              <a:gd name="connsiteY174" fmla="*/ 2182060 h 2237474"/>
              <a:gd name="connsiteX175" fmla="*/ 550309 w 12192000"/>
              <a:gd name="connsiteY175" fmla="*/ 2181825 h 2237474"/>
              <a:gd name="connsiteX176" fmla="*/ 541836 w 12192000"/>
              <a:gd name="connsiteY176" fmla="*/ 2181063 h 2237474"/>
              <a:gd name="connsiteX177" fmla="*/ 536057 w 12192000"/>
              <a:gd name="connsiteY177" fmla="*/ 2181537 h 2237474"/>
              <a:gd name="connsiteX178" fmla="*/ 520671 w 12192000"/>
              <a:gd name="connsiteY178" fmla="*/ 2180980 h 2237474"/>
              <a:gd name="connsiteX179" fmla="*/ 515024 w 12192000"/>
              <a:gd name="connsiteY179" fmla="*/ 2179258 h 2237474"/>
              <a:gd name="connsiteX180" fmla="*/ 512278 w 12192000"/>
              <a:gd name="connsiteY180" fmla="*/ 2176369 h 2237474"/>
              <a:gd name="connsiteX181" fmla="*/ 480419 w 12192000"/>
              <a:gd name="connsiteY181" fmla="*/ 2167807 h 2237474"/>
              <a:gd name="connsiteX182" fmla="*/ 413835 w 12192000"/>
              <a:gd name="connsiteY182" fmla="*/ 2156783 h 2237474"/>
              <a:gd name="connsiteX183" fmla="*/ 376513 w 12192000"/>
              <a:gd name="connsiteY183" fmla="*/ 2154014 h 2237474"/>
              <a:gd name="connsiteX184" fmla="*/ 273386 w 12192000"/>
              <a:gd name="connsiteY184" fmla="*/ 2142551 h 2237474"/>
              <a:gd name="connsiteX185" fmla="*/ 169207 w 12192000"/>
              <a:gd name="connsiteY185" fmla="*/ 2128100 h 2237474"/>
              <a:gd name="connsiteX186" fmla="*/ 93149 w 12192000"/>
              <a:gd name="connsiteY186" fmla="*/ 2105324 h 2237474"/>
              <a:gd name="connsiteX187" fmla="*/ 88109 w 12192000"/>
              <a:gd name="connsiteY187" fmla="*/ 2106704 h 2237474"/>
              <a:gd name="connsiteX188" fmla="*/ 80022 w 12192000"/>
              <a:gd name="connsiteY188" fmla="*/ 2107254 h 2237474"/>
              <a:gd name="connsiteX189" fmla="*/ 79717 w 12192000"/>
              <a:gd name="connsiteY189" fmla="*/ 2107046 h 2237474"/>
              <a:gd name="connsiteX190" fmla="*/ 72352 w 12192000"/>
              <a:gd name="connsiteY190" fmla="*/ 2107991 h 2237474"/>
              <a:gd name="connsiteX191" fmla="*/ 37645 w 12192000"/>
              <a:gd name="connsiteY191" fmla="*/ 2115401 h 2237474"/>
              <a:gd name="connsiteX192" fmla="*/ 4572 w 12192000"/>
              <a:gd name="connsiteY192" fmla="*/ 2111091 h 2237474"/>
              <a:gd name="connsiteX193" fmla="*/ 0 w 12192000"/>
              <a:gd name="connsiteY193" fmla="*/ 2110468 h 2237474"/>
              <a:gd name="connsiteX194" fmla="*/ 0 w 12192000"/>
              <a:gd name="connsiteY194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886001 w 12192000"/>
              <a:gd name="connsiteY38" fmla="*/ 1067468 h 2237474"/>
              <a:gd name="connsiteX39" fmla="*/ 8838610 w 12192000"/>
              <a:gd name="connsiteY39" fmla="*/ 1075091 h 2237474"/>
              <a:gd name="connsiteX40" fmla="*/ 8750383 w 12192000"/>
              <a:gd name="connsiteY40" fmla="*/ 1097387 h 2237474"/>
              <a:gd name="connsiteX41" fmla="*/ 8665605 w 12192000"/>
              <a:gd name="connsiteY41" fmla="*/ 1110791 h 2237474"/>
              <a:gd name="connsiteX42" fmla="*/ 8584946 w 12192000"/>
              <a:gd name="connsiteY42" fmla="*/ 1135226 h 2237474"/>
              <a:gd name="connsiteX43" fmla="*/ 8460755 w 12192000"/>
              <a:gd name="connsiteY43" fmla="*/ 1203427 h 2237474"/>
              <a:gd name="connsiteX44" fmla="*/ 8419755 w 12192000"/>
              <a:gd name="connsiteY44" fmla="*/ 1216260 h 2237474"/>
              <a:gd name="connsiteX45" fmla="*/ 8411626 w 12192000"/>
              <a:gd name="connsiteY45" fmla="*/ 1214397 h 2237474"/>
              <a:gd name="connsiteX46" fmla="*/ 8363469 w 12192000"/>
              <a:gd name="connsiteY46" fmla="*/ 1246658 h 2237474"/>
              <a:gd name="connsiteX47" fmla="*/ 8275497 w 12192000"/>
              <a:gd name="connsiteY47" fmla="*/ 1264396 h 2237474"/>
              <a:gd name="connsiteX48" fmla="*/ 8206287 w 12192000"/>
              <a:gd name="connsiteY48" fmla="*/ 1273060 h 2237474"/>
              <a:gd name="connsiteX49" fmla="*/ 8139997 w 12192000"/>
              <a:gd name="connsiteY49" fmla="*/ 1282713 h 2237474"/>
              <a:gd name="connsiteX50" fmla="*/ 8074238 w 12192000"/>
              <a:gd name="connsiteY50" fmla="*/ 1301895 h 2237474"/>
              <a:gd name="connsiteX51" fmla="*/ 7942099 w 12192000"/>
              <a:gd name="connsiteY51" fmla="*/ 1336332 h 2237474"/>
              <a:gd name="connsiteX52" fmla="*/ 7902328 w 12192000"/>
              <a:gd name="connsiteY52" fmla="*/ 1345865 h 2237474"/>
              <a:gd name="connsiteX53" fmla="*/ 7840612 w 12192000"/>
              <a:gd name="connsiteY53" fmla="*/ 1369373 h 2237474"/>
              <a:gd name="connsiteX54" fmla="*/ 7786819 w 12192000"/>
              <a:gd name="connsiteY54" fmla="*/ 1378970 h 2237474"/>
              <a:gd name="connsiteX55" fmla="*/ 7548172 w 12192000"/>
              <a:gd name="connsiteY55" fmla="*/ 1417460 h 2237474"/>
              <a:gd name="connsiteX56" fmla="*/ 7483437 w 12192000"/>
              <a:gd name="connsiteY56" fmla="*/ 1478152 h 2237474"/>
              <a:gd name="connsiteX57" fmla="*/ 7377870 w 12192000"/>
              <a:gd name="connsiteY57" fmla="*/ 1523319 h 2237474"/>
              <a:gd name="connsiteX58" fmla="*/ 7230737 w 12192000"/>
              <a:gd name="connsiteY58" fmla="*/ 1562633 h 2237474"/>
              <a:gd name="connsiteX59" fmla="*/ 7224458 w 12192000"/>
              <a:gd name="connsiteY59" fmla="*/ 1573008 h 2237474"/>
              <a:gd name="connsiteX60" fmla="*/ 7183121 w 12192000"/>
              <a:gd name="connsiteY60" fmla="*/ 1595162 h 2237474"/>
              <a:gd name="connsiteX61" fmla="*/ 7164601 w 12192000"/>
              <a:gd name="connsiteY61" fmla="*/ 1606490 h 2237474"/>
              <a:gd name="connsiteX62" fmla="*/ 7031309 w 12192000"/>
              <a:gd name="connsiteY62" fmla="*/ 1619451 h 2237474"/>
              <a:gd name="connsiteX63" fmla="*/ 6900177 w 12192000"/>
              <a:gd name="connsiteY63" fmla="*/ 1636016 h 2237474"/>
              <a:gd name="connsiteX64" fmla="*/ 6795372 w 12192000"/>
              <a:gd name="connsiteY64" fmla="*/ 1644845 h 2237474"/>
              <a:gd name="connsiteX65" fmla="*/ 6692251 w 12192000"/>
              <a:gd name="connsiteY65" fmla="*/ 1656357 h 2237474"/>
              <a:gd name="connsiteX66" fmla="*/ 6655235 w 12192000"/>
              <a:gd name="connsiteY66" fmla="*/ 1661869 h 2237474"/>
              <a:gd name="connsiteX67" fmla="*/ 6554894 w 12192000"/>
              <a:gd name="connsiteY67" fmla="*/ 1664428 h 2237474"/>
              <a:gd name="connsiteX68" fmla="*/ 6516595 w 12192000"/>
              <a:gd name="connsiteY68" fmla="*/ 1667475 h 2237474"/>
              <a:gd name="connsiteX69" fmla="*/ 6508541 w 12192000"/>
              <a:gd name="connsiteY69" fmla="*/ 1668757 h 2237474"/>
              <a:gd name="connsiteX70" fmla="*/ 6471012 w 12192000"/>
              <a:gd name="connsiteY70" fmla="*/ 1678604 h 2237474"/>
              <a:gd name="connsiteX71" fmla="*/ 6364035 w 12192000"/>
              <a:gd name="connsiteY71" fmla="*/ 1667683 h 2237474"/>
              <a:gd name="connsiteX72" fmla="*/ 6280959 w 12192000"/>
              <a:gd name="connsiteY72" fmla="*/ 1689329 h 2237474"/>
              <a:gd name="connsiteX73" fmla="*/ 6243319 w 12192000"/>
              <a:gd name="connsiteY73" fmla="*/ 1695560 h 2237474"/>
              <a:gd name="connsiteX74" fmla="*/ 6098321 w 12192000"/>
              <a:gd name="connsiteY74" fmla="*/ 1721646 h 2237474"/>
              <a:gd name="connsiteX75" fmla="*/ 5880652 w 12192000"/>
              <a:gd name="connsiteY75" fmla="*/ 1779643 h 2237474"/>
              <a:gd name="connsiteX76" fmla="*/ 5785959 w 12192000"/>
              <a:gd name="connsiteY76" fmla="*/ 1775307 h 2237474"/>
              <a:gd name="connsiteX77" fmla="*/ 5643534 w 12192000"/>
              <a:gd name="connsiteY77" fmla="*/ 1802919 h 2237474"/>
              <a:gd name="connsiteX78" fmla="*/ 5518799 w 12192000"/>
              <a:gd name="connsiteY78" fmla="*/ 1818312 h 2237474"/>
              <a:gd name="connsiteX79" fmla="*/ 5505014 w 12192000"/>
              <a:gd name="connsiteY79" fmla="*/ 1819259 h 2237474"/>
              <a:gd name="connsiteX80" fmla="*/ 5453307 w 12192000"/>
              <a:gd name="connsiteY80" fmla="*/ 1815450 h 2237474"/>
              <a:gd name="connsiteX81" fmla="*/ 5221533 w 12192000"/>
              <a:gd name="connsiteY81" fmla="*/ 1846950 h 2237474"/>
              <a:gd name="connsiteX82" fmla="*/ 5149802 w 12192000"/>
              <a:gd name="connsiteY82" fmla="*/ 1844846 h 2237474"/>
              <a:gd name="connsiteX83" fmla="*/ 5114927 w 12192000"/>
              <a:gd name="connsiteY83" fmla="*/ 1847827 h 2237474"/>
              <a:gd name="connsiteX84" fmla="*/ 5108970 w 12192000"/>
              <a:gd name="connsiteY84" fmla="*/ 1847935 h 2237474"/>
              <a:gd name="connsiteX85" fmla="*/ 5067961 w 12192000"/>
              <a:gd name="connsiteY85" fmla="*/ 1845917 h 2237474"/>
              <a:gd name="connsiteX86" fmla="*/ 5007075 w 12192000"/>
              <a:gd name="connsiteY86" fmla="*/ 1838626 h 2237474"/>
              <a:gd name="connsiteX87" fmla="*/ 4944087 w 12192000"/>
              <a:gd name="connsiteY87" fmla="*/ 1823332 h 2237474"/>
              <a:gd name="connsiteX88" fmla="*/ 4907662 w 12192000"/>
              <a:gd name="connsiteY88" fmla="*/ 1816900 h 2237474"/>
              <a:gd name="connsiteX89" fmla="*/ 4882386 w 12192000"/>
              <a:gd name="connsiteY89" fmla="*/ 1809844 h 2237474"/>
              <a:gd name="connsiteX90" fmla="*/ 4811440 w 12192000"/>
              <a:gd name="connsiteY90" fmla="*/ 1804655 h 2237474"/>
              <a:gd name="connsiteX91" fmla="*/ 4691075 w 12192000"/>
              <a:gd name="connsiteY91" fmla="*/ 1801389 h 2237474"/>
              <a:gd name="connsiteX92" fmla="*/ 4611738 w 12192000"/>
              <a:gd name="connsiteY92" fmla="*/ 1776964 h 2237474"/>
              <a:gd name="connsiteX93" fmla="*/ 4560070 w 12192000"/>
              <a:gd name="connsiteY93" fmla="*/ 1785640 h 2237474"/>
              <a:gd name="connsiteX94" fmla="*/ 4536503 w 12192000"/>
              <a:gd name="connsiteY94" fmla="*/ 1785334 h 2237474"/>
              <a:gd name="connsiteX95" fmla="*/ 4513724 w 12192000"/>
              <a:gd name="connsiteY95" fmla="*/ 1791996 h 2237474"/>
              <a:gd name="connsiteX96" fmla="*/ 4459810 w 12192000"/>
              <a:gd name="connsiteY96" fmla="*/ 1797886 h 2237474"/>
              <a:gd name="connsiteX97" fmla="*/ 4379064 w 12192000"/>
              <a:gd name="connsiteY97" fmla="*/ 1817177 h 2237474"/>
              <a:gd name="connsiteX98" fmla="*/ 4290981 w 12192000"/>
              <a:gd name="connsiteY98" fmla="*/ 1839677 h 2237474"/>
              <a:gd name="connsiteX99" fmla="*/ 4238372 w 12192000"/>
              <a:gd name="connsiteY99" fmla="*/ 1851480 h 2237474"/>
              <a:gd name="connsiteX100" fmla="*/ 4232517 w 12192000"/>
              <a:gd name="connsiteY100" fmla="*/ 1852567 h 2237474"/>
              <a:gd name="connsiteX101" fmla="*/ 4191732 w 12192000"/>
              <a:gd name="connsiteY101" fmla="*/ 1857328 h 2237474"/>
              <a:gd name="connsiteX102" fmla="*/ 4065532 w 12192000"/>
              <a:gd name="connsiteY102" fmla="*/ 1855477 h 2237474"/>
              <a:gd name="connsiteX103" fmla="*/ 4028460 w 12192000"/>
              <a:gd name="connsiteY103" fmla="*/ 1855137 h 2237474"/>
              <a:gd name="connsiteX104" fmla="*/ 4002267 w 12192000"/>
              <a:gd name="connsiteY104" fmla="*/ 1852352 h 2237474"/>
              <a:gd name="connsiteX105" fmla="*/ 3931396 w 12192000"/>
              <a:gd name="connsiteY105" fmla="*/ 1858915 h 2237474"/>
              <a:gd name="connsiteX106" fmla="*/ 3812162 w 12192000"/>
              <a:gd name="connsiteY106" fmla="*/ 1875501 h 2237474"/>
              <a:gd name="connsiteX107" fmla="*/ 3729530 w 12192000"/>
              <a:gd name="connsiteY107" fmla="*/ 1864513 h 2237474"/>
              <a:gd name="connsiteX108" fmla="*/ 3680177 w 12192000"/>
              <a:gd name="connsiteY108" fmla="*/ 1881552 h 2237474"/>
              <a:gd name="connsiteX109" fmla="*/ 3567259 w 12192000"/>
              <a:gd name="connsiteY109" fmla="*/ 1893482 h 2237474"/>
              <a:gd name="connsiteX110" fmla="*/ 3405770 w 12192000"/>
              <a:gd name="connsiteY110" fmla="*/ 1904591 h 2237474"/>
              <a:gd name="connsiteX111" fmla="*/ 3280097 w 12192000"/>
              <a:gd name="connsiteY111" fmla="*/ 1919610 h 2237474"/>
              <a:gd name="connsiteX112" fmla="*/ 3123424 w 12192000"/>
              <a:gd name="connsiteY112" fmla="*/ 1952930 h 2237474"/>
              <a:gd name="connsiteX113" fmla="*/ 3009910 w 12192000"/>
              <a:gd name="connsiteY113" fmla="*/ 1957866 h 2237474"/>
              <a:gd name="connsiteX114" fmla="*/ 2995934 w 12192000"/>
              <a:gd name="connsiteY114" fmla="*/ 1967085 h 2237474"/>
              <a:gd name="connsiteX115" fmla="*/ 2980071 w 12192000"/>
              <a:gd name="connsiteY115" fmla="*/ 1972988 h 2237474"/>
              <a:gd name="connsiteX116" fmla="*/ 2978094 w 12192000"/>
              <a:gd name="connsiteY116" fmla="*/ 1972369 h 2237474"/>
              <a:gd name="connsiteX117" fmla="*/ 2942858 w 12192000"/>
              <a:gd name="connsiteY117" fmla="*/ 1981367 h 2237474"/>
              <a:gd name="connsiteX118" fmla="*/ 2875436 w 12192000"/>
              <a:gd name="connsiteY118" fmla="*/ 1996977 h 2237474"/>
              <a:gd name="connsiteX119" fmla="*/ 2874892 w 12192000"/>
              <a:gd name="connsiteY119" fmla="*/ 1996085 h 2237474"/>
              <a:gd name="connsiteX120" fmla="*/ 2864145 w 12192000"/>
              <a:gd name="connsiteY120" fmla="*/ 1994061 h 2237474"/>
              <a:gd name="connsiteX121" fmla="*/ 2843662 w 12192000"/>
              <a:gd name="connsiteY121" fmla="*/ 1992498 h 2237474"/>
              <a:gd name="connsiteX122" fmla="*/ 2796128 w 12192000"/>
              <a:gd name="connsiteY122" fmla="*/ 1976403 h 2237474"/>
              <a:gd name="connsiteX123" fmla="*/ 2756784 w 12192000"/>
              <a:gd name="connsiteY123" fmla="*/ 1985116 h 2237474"/>
              <a:gd name="connsiteX124" fmla="*/ 2748833 w 12192000"/>
              <a:gd name="connsiteY124" fmla="*/ 1986323 h 2237474"/>
              <a:gd name="connsiteX125" fmla="*/ 2748661 w 12192000"/>
              <a:gd name="connsiteY125" fmla="*/ 1986122 h 2237474"/>
              <a:gd name="connsiteX126" fmla="*/ 2740251 w 12192000"/>
              <a:gd name="connsiteY126" fmla="*/ 1986946 h 2237474"/>
              <a:gd name="connsiteX127" fmla="*/ 2718916 w 12192000"/>
              <a:gd name="connsiteY127" fmla="*/ 1990867 h 2237474"/>
              <a:gd name="connsiteX128" fmla="*/ 2713522 w 12192000"/>
              <a:gd name="connsiteY128" fmla="*/ 1990173 h 2237474"/>
              <a:gd name="connsiteX129" fmla="*/ 2680597 w 12192000"/>
              <a:gd name="connsiteY129" fmla="*/ 1984996 h 2237474"/>
              <a:gd name="connsiteX130" fmla="*/ 2578178 w 12192000"/>
              <a:gd name="connsiteY130" fmla="*/ 1990531 h 2237474"/>
              <a:gd name="connsiteX131" fmla="*/ 2476147 w 12192000"/>
              <a:gd name="connsiteY131" fmla="*/ 1998305 h 2237474"/>
              <a:gd name="connsiteX132" fmla="*/ 2373568 w 12192000"/>
              <a:gd name="connsiteY132" fmla="*/ 2003219 h 2237474"/>
              <a:gd name="connsiteX133" fmla="*/ 2321399 w 12192000"/>
              <a:gd name="connsiteY133" fmla="*/ 1989467 h 2237474"/>
              <a:gd name="connsiteX134" fmla="*/ 2315525 w 12192000"/>
              <a:gd name="connsiteY134" fmla="*/ 1989708 h 2237474"/>
              <a:gd name="connsiteX135" fmla="*/ 2300792 w 12192000"/>
              <a:gd name="connsiteY135" fmla="*/ 1994290 h 2237474"/>
              <a:gd name="connsiteX136" fmla="*/ 2295469 w 12192000"/>
              <a:gd name="connsiteY136" fmla="*/ 1996659 h 2237474"/>
              <a:gd name="connsiteX137" fmla="*/ 2287219 w 12192000"/>
              <a:gd name="connsiteY137" fmla="*/ 1998750 h 2237474"/>
              <a:gd name="connsiteX138" fmla="*/ 2286948 w 12192000"/>
              <a:gd name="connsiteY138" fmla="*/ 1998596 h 2237474"/>
              <a:gd name="connsiteX139" fmla="*/ 2243069 w 12192000"/>
              <a:gd name="connsiteY139" fmla="*/ 2015111 h 2237474"/>
              <a:gd name="connsiteX140" fmla="*/ 2186609 w 12192000"/>
              <a:gd name="connsiteY140" fmla="*/ 2008263 h 2237474"/>
              <a:gd name="connsiteX141" fmla="*/ 2164831 w 12192000"/>
              <a:gd name="connsiteY141" fmla="*/ 2010143 h 2237474"/>
              <a:gd name="connsiteX142" fmla="*/ 2152836 w 12192000"/>
              <a:gd name="connsiteY142" fmla="*/ 2010048 h 2237474"/>
              <a:gd name="connsiteX143" fmla="*/ 2117102 w 12192000"/>
              <a:gd name="connsiteY143" fmla="*/ 2023004 h 2237474"/>
              <a:gd name="connsiteX144" fmla="*/ 2111935 w 12192000"/>
              <a:gd name="connsiteY144" fmla="*/ 2023163 h 2237474"/>
              <a:gd name="connsiteX145" fmla="*/ 2089991 w 12192000"/>
              <a:gd name="connsiteY145" fmla="*/ 2034193 h 2237474"/>
              <a:gd name="connsiteX146" fmla="*/ 2058061 w 12192000"/>
              <a:gd name="connsiteY146" fmla="*/ 2047942 h 2237474"/>
              <a:gd name="connsiteX147" fmla="*/ 2055737 w 12192000"/>
              <a:gd name="connsiteY147" fmla="*/ 2047704 h 2237474"/>
              <a:gd name="connsiteX148" fmla="*/ 2042244 w 12192000"/>
              <a:gd name="connsiteY148" fmla="*/ 2055560 h 2237474"/>
              <a:gd name="connsiteX149" fmla="*/ 1976224 w 12192000"/>
              <a:gd name="connsiteY149" fmla="*/ 2074257 h 2237474"/>
              <a:gd name="connsiteX150" fmla="*/ 1877728 w 12192000"/>
              <a:gd name="connsiteY150" fmla="*/ 2101004 h 2237474"/>
              <a:gd name="connsiteX151" fmla="*/ 1759056 w 12192000"/>
              <a:gd name="connsiteY151" fmla="*/ 2125608 h 2237474"/>
              <a:gd name="connsiteX152" fmla="*/ 1637948 w 12192000"/>
              <a:gd name="connsiteY152" fmla="*/ 2172597 h 2237474"/>
              <a:gd name="connsiteX153" fmla="*/ 1434549 w 12192000"/>
              <a:gd name="connsiteY153" fmla="*/ 2234522 h 2237474"/>
              <a:gd name="connsiteX154" fmla="*/ 1398481 w 12192000"/>
              <a:gd name="connsiteY154" fmla="*/ 2237074 h 2237474"/>
              <a:gd name="connsiteX155" fmla="*/ 1398407 w 12192000"/>
              <a:gd name="connsiteY155" fmla="*/ 2237095 h 2237474"/>
              <a:gd name="connsiteX156" fmla="*/ 1370962 w 12192000"/>
              <a:gd name="connsiteY156" fmla="*/ 2237474 h 2237474"/>
              <a:gd name="connsiteX157" fmla="*/ 1356367 w 12192000"/>
              <a:gd name="connsiteY157" fmla="*/ 2235089 h 2237474"/>
              <a:gd name="connsiteX158" fmla="*/ 1324828 w 12192000"/>
              <a:gd name="connsiteY158" fmla="*/ 2231968 h 2237474"/>
              <a:gd name="connsiteX159" fmla="*/ 1297744 w 12192000"/>
              <a:gd name="connsiteY159" fmla="*/ 2235849 h 2237474"/>
              <a:gd name="connsiteX160" fmla="*/ 1286236 w 12192000"/>
              <a:gd name="connsiteY160" fmla="*/ 2233135 h 2237474"/>
              <a:gd name="connsiteX161" fmla="*/ 1283504 w 12192000"/>
              <a:gd name="connsiteY161" fmla="*/ 2233797 h 2237474"/>
              <a:gd name="connsiteX162" fmla="*/ 1279765 w 12192000"/>
              <a:gd name="connsiteY162" fmla="*/ 2229639 h 2237474"/>
              <a:gd name="connsiteX163" fmla="*/ 1195347 w 12192000"/>
              <a:gd name="connsiteY163" fmla="*/ 2212354 h 2237474"/>
              <a:gd name="connsiteX164" fmla="*/ 970251 w 12192000"/>
              <a:gd name="connsiteY164" fmla="*/ 2221029 h 2237474"/>
              <a:gd name="connsiteX165" fmla="*/ 812914 w 12192000"/>
              <a:gd name="connsiteY165" fmla="*/ 2202752 h 2237474"/>
              <a:gd name="connsiteX166" fmla="*/ 800195 w 12192000"/>
              <a:gd name="connsiteY166" fmla="*/ 2209407 h 2237474"/>
              <a:gd name="connsiteX167" fmla="*/ 784978 w 12192000"/>
              <a:gd name="connsiteY167" fmla="*/ 2212360 h 2237474"/>
              <a:gd name="connsiteX168" fmla="*/ 681987 w 12192000"/>
              <a:gd name="connsiteY168" fmla="*/ 2216757 h 2237474"/>
              <a:gd name="connsiteX169" fmla="*/ 669923 w 12192000"/>
              <a:gd name="connsiteY169" fmla="*/ 2211682 h 2237474"/>
              <a:gd name="connsiteX170" fmla="*/ 648680 w 12192000"/>
              <a:gd name="connsiteY170" fmla="*/ 2206229 h 2237474"/>
              <a:gd name="connsiteX171" fmla="*/ 597225 w 12192000"/>
              <a:gd name="connsiteY171" fmla="*/ 2180999 h 2237474"/>
              <a:gd name="connsiteX172" fmla="*/ 558449 w 12192000"/>
              <a:gd name="connsiteY172" fmla="*/ 2182346 h 2237474"/>
              <a:gd name="connsiteX173" fmla="*/ 550517 w 12192000"/>
              <a:gd name="connsiteY173" fmla="*/ 2182060 h 2237474"/>
              <a:gd name="connsiteX174" fmla="*/ 550309 w 12192000"/>
              <a:gd name="connsiteY174" fmla="*/ 2181825 h 2237474"/>
              <a:gd name="connsiteX175" fmla="*/ 541836 w 12192000"/>
              <a:gd name="connsiteY175" fmla="*/ 2181063 h 2237474"/>
              <a:gd name="connsiteX176" fmla="*/ 536057 w 12192000"/>
              <a:gd name="connsiteY176" fmla="*/ 2181537 h 2237474"/>
              <a:gd name="connsiteX177" fmla="*/ 520671 w 12192000"/>
              <a:gd name="connsiteY177" fmla="*/ 2180980 h 2237474"/>
              <a:gd name="connsiteX178" fmla="*/ 515024 w 12192000"/>
              <a:gd name="connsiteY178" fmla="*/ 2179258 h 2237474"/>
              <a:gd name="connsiteX179" fmla="*/ 512278 w 12192000"/>
              <a:gd name="connsiteY179" fmla="*/ 2176369 h 2237474"/>
              <a:gd name="connsiteX180" fmla="*/ 480419 w 12192000"/>
              <a:gd name="connsiteY180" fmla="*/ 2167807 h 2237474"/>
              <a:gd name="connsiteX181" fmla="*/ 413835 w 12192000"/>
              <a:gd name="connsiteY181" fmla="*/ 2156783 h 2237474"/>
              <a:gd name="connsiteX182" fmla="*/ 376513 w 12192000"/>
              <a:gd name="connsiteY182" fmla="*/ 2154014 h 2237474"/>
              <a:gd name="connsiteX183" fmla="*/ 273386 w 12192000"/>
              <a:gd name="connsiteY183" fmla="*/ 2142551 h 2237474"/>
              <a:gd name="connsiteX184" fmla="*/ 169207 w 12192000"/>
              <a:gd name="connsiteY184" fmla="*/ 2128100 h 2237474"/>
              <a:gd name="connsiteX185" fmla="*/ 93149 w 12192000"/>
              <a:gd name="connsiteY185" fmla="*/ 2105324 h 2237474"/>
              <a:gd name="connsiteX186" fmla="*/ 88109 w 12192000"/>
              <a:gd name="connsiteY186" fmla="*/ 2106704 h 2237474"/>
              <a:gd name="connsiteX187" fmla="*/ 80022 w 12192000"/>
              <a:gd name="connsiteY187" fmla="*/ 2107254 h 2237474"/>
              <a:gd name="connsiteX188" fmla="*/ 79717 w 12192000"/>
              <a:gd name="connsiteY188" fmla="*/ 2107046 h 2237474"/>
              <a:gd name="connsiteX189" fmla="*/ 72352 w 12192000"/>
              <a:gd name="connsiteY189" fmla="*/ 2107991 h 2237474"/>
              <a:gd name="connsiteX190" fmla="*/ 37645 w 12192000"/>
              <a:gd name="connsiteY190" fmla="*/ 2115401 h 2237474"/>
              <a:gd name="connsiteX191" fmla="*/ 4572 w 12192000"/>
              <a:gd name="connsiteY191" fmla="*/ 2111091 h 2237474"/>
              <a:gd name="connsiteX192" fmla="*/ 0 w 12192000"/>
              <a:gd name="connsiteY192" fmla="*/ 2110468 h 2237474"/>
              <a:gd name="connsiteX193" fmla="*/ 0 w 12192000"/>
              <a:gd name="connsiteY193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03462 w 12192000"/>
              <a:gd name="connsiteY36" fmla="*/ 1042406 h 2237474"/>
              <a:gd name="connsiteX37" fmla="*/ 8968445 w 12192000"/>
              <a:gd name="connsiteY37" fmla="*/ 1052169 h 2237474"/>
              <a:gd name="connsiteX38" fmla="*/ 8886001 w 12192000"/>
              <a:gd name="connsiteY38" fmla="*/ 1067468 h 2237474"/>
              <a:gd name="connsiteX39" fmla="*/ 8838610 w 12192000"/>
              <a:gd name="connsiteY39" fmla="*/ 1075091 h 2237474"/>
              <a:gd name="connsiteX40" fmla="*/ 8750383 w 12192000"/>
              <a:gd name="connsiteY40" fmla="*/ 1097387 h 2237474"/>
              <a:gd name="connsiteX41" fmla="*/ 8665605 w 12192000"/>
              <a:gd name="connsiteY41" fmla="*/ 1110791 h 2237474"/>
              <a:gd name="connsiteX42" fmla="*/ 8584946 w 12192000"/>
              <a:gd name="connsiteY42" fmla="*/ 1135226 h 2237474"/>
              <a:gd name="connsiteX43" fmla="*/ 8460755 w 12192000"/>
              <a:gd name="connsiteY43" fmla="*/ 1203427 h 2237474"/>
              <a:gd name="connsiteX44" fmla="*/ 8419755 w 12192000"/>
              <a:gd name="connsiteY44" fmla="*/ 1216260 h 2237474"/>
              <a:gd name="connsiteX45" fmla="*/ 8411626 w 12192000"/>
              <a:gd name="connsiteY45" fmla="*/ 1214397 h 2237474"/>
              <a:gd name="connsiteX46" fmla="*/ 8363469 w 12192000"/>
              <a:gd name="connsiteY46" fmla="*/ 1246658 h 2237474"/>
              <a:gd name="connsiteX47" fmla="*/ 8275497 w 12192000"/>
              <a:gd name="connsiteY47" fmla="*/ 1264396 h 2237474"/>
              <a:gd name="connsiteX48" fmla="*/ 8206287 w 12192000"/>
              <a:gd name="connsiteY48" fmla="*/ 1273060 h 2237474"/>
              <a:gd name="connsiteX49" fmla="*/ 8139997 w 12192000"/>
              <a:gd name="connsiteY49" fmla="*/ 1282713 h 2237474"/>
              <a:gd name="connsiteX50" fmla="*/ 8074238 w 12192000"/>
              <a:gd name="connsiteY50" fmla="*/ 1301895 h 2237474"/>
              <a:gd name="connsiteX51" fmla="*/ 7942099 w 12192000"/>
              <a:gd name="connsiteY51" fmla="*/ 1336332 h 2237474"/>
              <a:gd name="connsiteX52" fmla="*/ 7902328 w 12192000"/>
              <a:gd name="connsiteY52" fmla="*/ 1345865 h 2237474"/>
              <a:gd name="connsiteX53" fmla="*/ 7840612 w 12192000"/>
              <a:gd name="connsiteY53" fmla="*/ 1369373 h 2237474"/>
              <a:gd name="connsiteX54" fmla="*/ 7786819 w 12192000"/>
              <a:gd name="connsiteY54" fmla="*/ 1378970 h 2237474"/>
              <a:gd name="connsiteX55" fmla="*/ 7548172 w 12192000"/>
              <a:gd name="connsiteY55" fmla="*/ 1417460 h 2237474"/>
              <a:gd name="connsiteX56" fmla="*/ 7483437 w 12192000"/>
              <a:gd name="connsiteY56" fmla="*/ 1478152 h 2237474"/>
              <a:gd name="connsiteX57" fmla="*/ 7377870 w 12192000"/>
              <a:gd name="connsiteY57" fmla="*/ 1523319 h 2237474"/>
              <a:gd name="connsiteX58" fmla="*/ 7230737 w 12192000"/>
              <a:gd name="connsiteY58" fmla="*/ 1562633 h 2237474"/>
              <a:gd name="connsiteX59" fmla="*/ 7224458 w 12192000"/>
              <a:gd name="connsiteY59" fmla="*/ 1573008 h 2237474"/>
              <a:gd name="connsiteX60" fmla="*/ 7183121 w 12192000"/>
              <a:gd name="connsiteY60" fmla="*/ 1595162 h 2237474"/>
              <a:gd name="connsiteX61" fmla="*/ 7164601 w 12192000"/>
              <a:gd name="connsiteY61" fmla="*/ 1606490 h 2237474"/>
              <a:gd name="connsiteX62" fmla="*/ 7031309 w 12192000"/>
              <a:gd name="connsiteY62" fmla="*/ 1619451 h 2237474"/>
              <a:gd name="connsiteX63" fmla="*/ 6900177 w 12192000"/>
              <a:gd name="connsiteY63" fmla="*/ 1636016 h 2237474"/>
              <a:gd name="connsiteX64" fmla="*/ 6795372 w 12192000"/>
              <a:gd name="connsiteY64" fmla="*/ 1644845 h 2237474"/>
              <a:gd name="connsiteX65" fmla="*/ 6692251 w 12192000"/>
              <a:gd name="connsiteY65" fmla="*/ 1656357 h 2237474"/>
              <a:gd name="connsiteX66" fmla="*/ 6655235 w 12192000"/>
              <a:gd name="connsiteY66" fmla="*/ 1661869 h 2237474"/>
              <a:gd name="connsiteX67" fmla="*/ 6554894 w 12192000"/>
              <a:gd name="connsiteY67" fmla="*/ 1664428 h 2237474"/>
              <a:gd name="connsiteX68" fmla="*/ 6516595 w 12192000"/>
              <a:gd name="connsiteY68" fmla="*/ 1667475 h 2237474"/>
              <a:gd name="connsiteX69" fmla="*/ 6508541 w 12192000"/>
              <a:gd name="connsiteY69" fmla="*/ 1668757 h 2237474"/>
              <a:gd name="connsiteX70" fmla="*/ 6471012 w 12192000"/>
              <a:gd name="connsiteY70" fmla="*/ 1678604 h 2237474"/>
              <a:gd name="connsiteX71" fmla="*/ 6364035 w 12192000"/>
              <a:gd name="connsiteY71" fmla="*/ 1667683 h 2237474"/>
              <a:gd name="connsiteX72" fmla="*/ 6280959 w 12192000"/>
              <a:gd name="connsiteY72" fmla="*/ 1689329 h 2237474"/>
              <a:gd name="connsiteX73" fmla="*/ 6243319 w 12192000"/>
              <a:gd name="connsiteY73" fmla="*/ 1695560 h 2237474"/>
              <a:gd name="connsiteX74" fmla="*/ 6098321 w 12192000"/>
              <a:gd name="connsiteY74" fmla="*/ 1721646 h 2237474"/>
              <a:gd name="connsiteX75" fmla="*/ 5880652 w 12192000"/>
              <a:gd name="connsiteY75" fmla="*/ 1779643 h 2237474"/>
              <a:gd name="connsiteX76" fmla="*/ 5785959 w 12192000"/>
              <a:gd name="connsiteY76" fmla="*/ 1775307 h 2237474"/>
              <a:gd name="connsiteX77" fmla="*/ 5643534 w 12192000"/>
              <a:gd name="connsiteY77" fmla="*/ 1802919 h 2237474"/>
              <a:gd name="connsiteX78" fmla="*/ 5518799 w 12192000"/>
              <a:gd name="connsiteY78" fmla="*/ 1818312 h 2237474"/>
              <a:gd name="connsiteX79" fmla="*/ 5505014 w 12192000"/>
              <a:gd name="connsiteY79" fmla="*/ 1819259 h 2237474"/>
              <a:gd name="connsiteX80" fmla="*/ 5453307 w 12192000"/>
              <a:gd name="connsiteY80" fmla="*/ 1815450 h 2237474"/>
              <a:gd name="connsiteX81" fmla="*/ 5221533 w 12192000"/>
              <a:gd name="connsiteY81" fmla="*/ 1846950 h 2237474"/>
              <a:gd name="connsiteX82" fmla="*/ 5149802 w 12192000"/>
              <a:gd name="connsiteY82" fmla="*/ 1844846 h 2237474"/>
              <a:gd name="connsiteX83" fmla="*/ 5114927 w 12192000"/>
              <a:gd name="connsiteY83" fmla="*/ 1847827 h 2237474"/>
              <a:gd name="connsiteX84" fmla="*/ 5108970 w 12192000"/>
              <a:gd name="connsiteY84" fmla="*/ 1847935 h 2237474"/>
              <a:gd name="connsiteX85" fmla="*/ 5067961 w 12192000"/>
              <a:gd name="connsiteY85" fmla="*/ 1845917 h 2237474"/>
              <a:gd name="connsiteX86" fmla="*/ 5007075 w 12192000"/>
              <a:gd name="connsiteY86" fmla="*/ 1838626 h 2237474"/>
              <a:gd name="connsiteX87" fmla="*/ 4944087 w 12192000"/>
              <a:gd name="connsiteY87" fmla="*/ 1823332 h 2237474"/>
              <a:gd name="connsiteX88" fmla="*/ 4907662 w 12192000"/>
              <a:gd name="connsiteY88" fmla="*/ 1816900 h 2237474"/>
              <a:gd name="connsiteX89" fmla="*/ 4882386 w 12192000"/>
              <a:gd name="connsiteY89" fmla="*/ 1809844 h 2237474"/>
              <a:gd name="connsiteX90" fmla="*/ 4811440 w 12192000"/>
              <a:gd name="connsiteY90" fmla="*/ 1804655 h 2237474"/>
              <a:gd name="connsiteX91" fmla="*/ 4691075 w 12192000"/>
              <a:gd name="connsiteY91" fmla="*/ 1801389 h 2237474"/>
              <a:gd name="connsiteX92" fmla="*/ 4611738 w 12192000"/>
              <a:gd name="connsiteY92" fmla="*/ 1776964 h 2237474"/>
              <a:gd name="connsiteX93" fmla="*/ 4560070 w 12192000"/>
              <a:gd name="connsiteY93" fmla="*/ 1785640 h 2237474"/>
              <a:gd name="connsiteX94" fmla="*/ 4536503 w 12192000"/>
              <a:gd name="connsiteY94" fmla="*/ 1785334 h 2237474"/>
              <a:gd name="connsiteX95" fmla="*/ 4513724 w 12192000"/>
              <a:gd name="connsiteY95" fmla="*/ 1791996 h 2237474"/>
              <a:gd name="connsiteX96" fmla="*/ 4459810 w 12192000"/>
              <a:gd name="connsiteY96" fmla="*/ 1797886 h 2237474"/>
              <a:gd name="connsiteX97" fmla="*/ 4379064 w 12192000"/>
              <a:gd name="connsiteY97" fmla="*/ 1817177 h 2237474"/>
              <a:gd name="connsiteX98" fmla="*/ 4290981 w 12192000"/>
              <a:gd name="connsiteY98" fmla="*/ 1839677 h 2237474"/>
              <a:gd name="connsiteX99" fmla="*/ 4238372 w 12192000"/>
              <a:gd name="connsiteY99" fmla="*/ 1851480 h 2237474"/>
              <a:gd name="connsiteX100" fmla="*/ 4232517 w 12192000"/>
              <a:gd name="connsiteY100" fmla="*/ 1852567 h 2237474"/>
              <a:gd name="connsiteX101" fmla="*/ 4191732 w 12192000"/>
              <a:gd name="connsiteY101" fmla="*/ 1857328 h 2237474"/>
              <a:gd name="connsiteX102" fmla="*/ 4065532 w 12192000"/>
              <a:gd name="connsiteY102" fmla="*/ 1855477 h 2237474"/>
              <a:gd name="connsiteX103" fmla="*/ 4028460 w 12192000"/>
              <a:gd name="connsiteY103" fmla="*/ 1855137 h 2237474"/>
              <a:gd name="connsiteX104" fmla="*/ 4002267 w 12192000"/>
              <a:gd name="connsiteY104" fmla="*/ 1852352 h 2237474"/>
              <a:gd name="connsiteX105" fmla="*/ 3931396 w 12192000"/>
              <a:gd name="connsiteY105" fmla="*/ 1858915 h 2237474"/>
              <a:gd name="connsiteX106" fmla="*/ 3812162 w 12192000"/>
              <a:gd name="connsiteY106" fmla="*/ 1875501 h 2237474"/>
              <a:gd name="connsiteX107" fmla="*/ 3729530 w 12192000"/>
              <a:gd name="connsiteY107" fmla="*/ 1864513 h 2237474"/>
              <a:gd name="connsiteX108" fmla="*/ 3680177 w 12192000"/>
              <a:gd name="connsiteY108" fmla="*/ 1881552 h 2237474"/>
              <a:gd name="connsiteX109" fmla="*/ 3567259 w 12192000"/>
              <a:gd name="connsiteY109" fmla="*/ 1893482 h 2237474"/>
              <a:gd name="connsiteX110" fmla="*/ 3405770 w 12192000"/>
              <a:gd name="connsiteY110" fmla="*/ 1904591 h 2237474"/>
              <a:gd name="connsiteX111" fmla="*/ 3280097 w 12192000"/>
              <a:gd name="connsiteY111" fmla="*/ 1919610 h 2237474"/>
              <a:gd name="connsiteX112" fmla="*/ 3123424 w 12192000"/>
              <a:gd name="connsiteY112" fmla="*/ 1952930 h 2237474"/>
              <a:gd name="connsiteX113" fmla="*/ 3009910 w 12192000"/>
              <a:gd name="connsiteY113" fmla="*/ 1957866 h 2237474"/>
              <a:gd name="connsiteX114" fmla="*/ 2995934 w 12192000"/>
              <a:gd name="connsiteY114" fmla="*/ 1967085 h 2237474"/>
              <a:gd name="connsiteX115" fmla="*/ 2980071 w 12192000"/>
              <a:gd name="connsiteY115" fmla="*/ 1972988 h 2237474"/>
              <a:gd name="connsiteX116" fmla="*/ 2978094 w 12192000"/>
              <a:gd name="connsiteY116" fmla="*/ 1972369 h 2237474"/>
              <a:gd name="connsiteX117" fmla="*/ 2942858 w 12192000"/>
              <a:gd name="connsiteY117" fmla="*/ 1981367 h 2237474"/>
              <a:gd name="connsiteX118" fmla="*/ 2875436 w 12192000"/>
              <a:gd name="connsiteY118" fmla="*/ 1996977 h 2237474"/>
              <a:gd name="connsiteX119" fmla="*/ 2874892 w 12192000"/>
              <a:gd name="connsiteY119" fmla="*/ 1996085 h 2237474"/>
              <a:gd name="connsiteX120" fmla="*/ 2864145 w 12192000"/>
              <a:gd name="connsiteY120" fmla="*/ 1994061 h 2237474"/>
              <a:gd name="connsiteX121" fmla="*/ 2843662 w 12192000"/>
              <a:gd name="connsiteY121" fmla="*/ 1992498 h 2237474"/>
              <a:gd name="connsiteX122" fmla="*/ 2796128 w 12192000"/>
              <a:gd name="connsiteY122" fmla="*/ 1976403 h 2237474"/>
              <a:gd name="connsiteX123" fmla="*/ 2756784 w 12192000"/>
              <a:gd name="connsiteY123" fmla="*/ 1985116 h 2237474"/>
              <a:gd name="connsiteX124" fmla="*/ 2748833 w 12192000"/>
              <a:gd name="connsiteY124" fmla="*/ 1986323 h 2237474"/>
              <a:gd name="connsiteX125" fmla="*/ 2748661 w 12192000"/>
              <a:gd name="connsiteY125" fmla="*/ 1986122 h 2237474"/>
              <a:gd name="connsiteX126" fmla="*/ 2740251 w 12192000"/>
              <a:gd name="connsiteY126" fmla="*/ 1986946 h 2237474"/>
              <a:gd name="connsiteX127" fmla="*/ 2718916 w 12192000"/>
              <a:gd name="connsiteY127" fmla="*/ 1990867 h 2237474"/>
              <a:gd name="connsiteX128" fmla="*/ 2713522 w 12192000"/>
              <a:gd name="connsiteY128" fmla="*/ 1990173 h 2237474"/>
              <a:gd name="connsiteX129" fmla="*/ 2680597 w 12192000"/>
              <a:gd name="connsiteY129" fmla="*/ 1984996 h 2237474"/>
              <a:gd name="connsiteX130" fmla="*/ 2578178 w 12192000"/>
              <a:gd name="connsiteY130" fmla="*/ 1990531 h 2237474"/>
              <a:gd name="connsiteX131" fmla="*/ 2476147 w 12192000"/>
              <a:gd name="connsiteY131" fmla="*/ 1998305 h 2237474"/>
              <a:gd name="connsiteX132" fmla="*/ 2373568 w 12192000"/>
              <a:gd name="connsiteY132" fmla="*/ 2003219 h 2237474"/>
              <a:gd name="connsiteX133" fmla="*/ 2321399 w 12192000"/>
              <a:gd name="connsiteY133" fmla="*/ 1989467 h 2237474"/>
              <a:gd name="connsiteX134" fmla="*/ 2315525 w 12192000"/>
              <a:gd name="connsiteY134" fmla="*/ 1989708 h 2237474"/>
              <a:gd name="connsiteX135" fmla="*/ 2300792 w 12192000"/>
              <a:gd name="connsiteY135" fmla="*/ 1994290 h 2237474"/>
              <a:gd name="connsiteX136" fmla="*/ 2295469 w 12192000"/>
              <a:gd name="connsiteY136" fmla="*/ 1996659 h 2237474"/>
              <a:gd name="connsiteX137" fmla="*/ 2287219 w 12192000"/>
              <a:gd name="connsiteY137" fmla="*/ 1998750 h 2237474"/>
              <a:gd name="connsiteX138" fmla="*/ 2286948 w 12192000"/>
              <a:gd name="connsiteY138" fmla="*/ 1998596 h 2237474"/>
              <a:gd name="connsiteX139" fmla="*/ 2243069 w 12192000"/>
              <a:gd name="connsiteY139" fmla="*/ 2015111 h 2237474"/>
              <a:gd name="connsiteX140" fmla="*/ 2186609 w 12192000"/>
              <a:gd name="connsiteY140" fmla="*/ 2008263 h 2237474"/>
              <a:gd name="connsiteX141" fmla="*/ 2164831 w 12192000"/>
              <a:gd name="connsiteY141" fmla="*/ 2010143 h 2237474"/>
              <a:gd name="connsiteX142" fmla="*/ 2152836 w 12192000"/>
              <a:gd name="connsiteY142" fmla="*/ 2010048 h 2237474"/>
              <a:gd name="connsiteX143" fmla="*/ 2117102 w 12192000"/>
              <a:gd name="connsiteY143" fmla="*/ 2023004 h 2237474"/>
              <a:gd name="connsiteX144" fmla="*/ 2111935 w 12192000"/>
              <a:gd name="connsiteY144" fmla="*/ 2023163 h 2237474"/>
              <a:gd name="connsiteX145" fmla="*/ 2089991 w 12192000"/>
              <a:gd name="connsiteY145" fmla="*/ 2034193 h 2237474"/>
              <a:gd name="connsiteX146" fmla="*/ 2058061 w 12192000"/>
              <a:gd name="connsiteY146" fmla="*/ 2047942 h 2237474"/>
              <a:gd name="connsiteX147" fmla="*/ 2055737 w 12192000"/>
              <a:gd name="connsiteY147" fmla="*/ 2047704 h 2237474"/>
              <a:gd name="connsiteX148" fmla="*/ 2042244 w 12192000"/>
              <a:gd name="connsiteY148" fmla="*/ 2055560 h 2237474"/>
              <a:gd name="connsiteX149" fmla="*/ 1976224 w 12192000"/>
              <a:gd name="connsiteY149" fmla="*/ 2074257 h 2237474"/>
              <a:gd name="connsiteX150" fmla="*/ 1877728 w 12192000"/>
              <a:gd name="connsiteY150" fmla="*/ 2101004 h 2237474"/>
              <a:gd name="connsiteX151" fmla="*/ 1759056 w 12192000"/>
              <a:gd name="connsiteY151" fmla="*/ 2125608 h 2237474"/>
              <a:gd name="connsiteX152" fmla="*/ 1637948 w 12192000"/>
              <a:gd name="connsiteY152" fmla="*/ 2172597 h 2237474"/>
              <a:gd name="connsiteX153" fmla="*/ 1434549 w 12192000"/>
              <a:gd name="connsiteY153" fmla="*/ 2234522 h 2237474"/>
              <a:gd name="connsiteX154" fmla="*/ 1398481 w 12192000"/>
              <a:gd name="connsiteY154" fmla="*/ 2237074 h 2237474"/>
              <a:gd name="connsiteX155" fmla="*/ 1398407 w 12192000"/>
              <a:gd name="connsiteY155" fmla="*/ 2237095 h 2237474"/>
              <a:gd name="connsiteX156" fmla="*/ 1370962 w 12192000"/>
              <a:gd name="connsiteY156" fmla="*/ 2237474 h 2237474"/>
              <a:gd name="connsiteX157" fmla="*/ 1356367 w 12192000"/>
              <a:gd name="connsiteY157" fmla="*/ 2235089 h 2237474"/>
              <a:gd name="connsiteX158" fmla="*/ 1324828 w 12192000"/>
              <a:gd name="connsiteY158" fmla="*/ 2231968 h 2237474"/>
              <a:gd name="connsiteX159" fmla="*/ 1297744 w 12192000"/>
              <a:gd name="connsiteY159" fmla="*/ 2235849 h 2237474"/>
              <a:gd name="connsiteX160" fmla="*/ 1286236 w 12192000"/>
              <a:gd name="connsiteY160" fmla="*/ 2233135 h 2237474"/>
              <a:gd name="connsiteX161" fmla="*/ 1283504 w 12192000"/>
              <a:gd name="connsiteY161" fmla="*/ 2233797 h 2237474"/>
              <a:gd name="connsiteX162" fmla="*/ 1279765 w 12192000"/>
              <a:gd name="connsiteY162" fmla="*/ 2229639 h 2237474"/>
              <a:gd name="connsiteX163" fmla="*/ 1195347 w 12192000"/>
              <a:gd name="connsiteY163" fmla="*/ 2212354 h 2237474"/>
              <a:gd name="connsiteX164" fmla="*/ 970251 w 12192000"/>
              <a:gd name="connsiteY164" fmla="*/ 2221029 h 2237474"/>
              <a:gd name="connsiteX165" fmla="*/ 812914 w 12192000"/>
              <a:gd name="connsiteY165" fmla="*/ 2202752 h 2237474"/>
              <a:gd name="connsiteX166" fmla="*/ 800195 w 12192000"/>
              <a:gd name="connsiteY166" fmla="*/ 2209407 h 2237474"/>
              <a:gd name="connsiteX167" fmla="*/ 784978 w 12192000"/>
              <a:gd name="connsiteY167" fmla="*/ 2212360 h 2237474"/>
              <a:gd name="connsiteX168" fmla="*/ 681987 w 12192000"/>
              <a:gd name="connsiteY168" fmla="*/ 2216757 h 2237474"/>
              <a:gd name="connsiteX169" fmla="*/ 669923 w 12192000"/>
              <a:gd name="connsiteY169" fmla="*/ 2211682 h 2237474"/>
              <a:gd name="connsiteX170" fmla="*/ 648680 w 12192000"/>
              <a:gd name="connsiteY170" fmla="*/ 2206229 h 2237474"/>
              <a:gd name="connsiteX171" fmla="*/ 597225 w 12192000"/>
              <a:gd name="connsiteY171" fmla="*/ 2180999 h 2237474"/>
              <a:gd name="connsiteX172" fmla="*/ 558449 w 12192000"/>
              <a:gd name="connsiteY172" fmla="*/ 2182346 h 2237474"/>
              <a:gd name="connsiteX173" fmla="*/ 550517 w 12192000"/>
              <a:gd name="connsiteY173" fmla="*/ 2182060 h 2237474"/>
              <a:gd name="connsiteX174" fmla="*/ 550309 w 12192000"/>
              <a:gd name="connsiteY174" fmla="*/ 2181825 h 2237474"/>
              <a:gd name="connsiteX175" fmla="*/ 541836 w 12192000"/>
              <a:gd name="connsiteY175" fmla="*/ 2181063 h 2237474"/>
              <a:gd name="connsiteX176" fmla="*/ 536057 w 12192000"/>
              <a:gd name="connsiteY176" fmla="*/ 2181537 h 2237474"/>
              <a:gd name="connsiteX177" fmla="*/ 520671 w 12192000"/>
              <a:gd name="connsiteY177" fmla="*/ 2180980 h 2237474"/>
              <a:gd name="connsiteX178" fmla="*/ 515024 w 12192000"/>
              <a:gd name="connsiteY178" fmla="*/ 2179258 h 2237474"/>
              <a:gd name="connsiteX179" fmla="*/ 512278 w 12192000"/>
              <a:gd name="connsiteY179" fmla="*/ 2176369 h 2237474"/>
              <a:gd name="connsiteX180" fmla="*/ 480419 w 12192000"/>
              <a:gd name="connsiteY180" fmla="*/ 2167807 h 2237474"/>
              <a:gd name="connsiteX181" fmla="*/ 413835 w 12192000"/>
              <a:gd name="connsiteY181" fmla="*/ 2156783 h 2237474"/>
              <a:gd name="connsiteX182" fmla="*/ 376513 w 12192000"/>
              <a:gd name="connsiteY182" fmla="*/ 2154014 h 2237474"/>
              <a:gd name="connsiteX183" fmla="*/ 273386 w 12192000"/>
              <a:gd name="connsiteY183" fmla="*/ 2142551 h 2237474"/>
              <a:gd name="connsiteX184" fmla="*/ 169207 w 12192000"/>
              <a:gd name="connsiteY184" fmla="*/ 2128100 h 2237474"/>
              <a:gd name="connsiteX185" fmla="*/ 93149 w 12192000"/>
              <a:gd name="connsiteY185" fmla="*/ 2105324 h 2237474"/>
              <a:gd name="connsiteX186" fmla="*/ 88109 w 12192000"/>
              <a:gd name="connsiteY186" fmla="*/ 2106704 h 2237474"/>
              <a:gd name="connsiteX187" fmla="*/ 80022 w 12192000"/>
              <a:gd name="connsiteY187" fmla="*/ 2107254 h 2237474"/>
              <a:gd name="connsiteX188" fmla="*/ 79717 w 12192000"/>
              <a:gd name="connsiteY188" fmla="*/ 2107046 h 2237474"/>
              <a:gd name="connsiteX189" fmla="*/ 72352 w 12192000"/>
              <a:gd name="connsiteY189" fmla="*/ 2107991 h 2237474"/>
              <a:gd name="connsiteX190" fmla="*/ 37645 w 12192000"/>
              <a:gd name="connsiteY190" fmla="*/ 2115401 h 2237474"/>
              <a:gd name="connsiteX191" fmla="*/ 4572 w 12192000"/>
              <a:gd name="connsiteY191" fmla="*/ 2111091 h 2237474"/>
              <a:gd name="connsiteX192" fmla="*/ 0 w 12192000"/>
              <a:gd name="connsiteY192" fmla="*/ 2110468 h 2237474"/>
              <a:gd name="connsiteX193" fmla="*/ 0 w 12192000"/>
              <a:gd name="connsiteY193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03462 w 12192000"/>
              <a:gd name="connsiteY36" fmla="*/ 1042406 h 2237474"/>
              <a:gd name="connsiteX37" fmla="*/ 8968445 w 12192000"/>
              <a:gd name="connsiteY37" fmla="*/ 1052169 h 2237474"/>
              <a:gd name="connsiteX38" fmla="*/ 8886001 w 12192000"/>
              <a:gd name="connsiteY38" fmla="*/ 1067468 h 2237474"/>
              <a:gd name="connsiteX39" fmla="*/ 8838610 w 12192000"/>
              <a:gd name="connsiteY39" fmla="*/ 1075091 h 2237474"/>
              <a:gd name="connsiteX40" fmla="*/ 8750383 w 12192000"/>
              <a:gd name="connsiteY40" fmla="*/ 1097387 h 2237474"/>
              <a:gd name="connsiteX41" fmla="*/ 8665605 w 12192000"/>
              <a:gd name="connsiteY41" fmla="*/ 1110791 h 2237474"/>
              <a:gd name="connsiteX42" fmla="*/ 8584946 w 12192000"/>
              <a:gd name="connsiteY42" fmla="*/ 1135226 h 2237474"/>
              <a:gd name="connsiteX43" fmla="*/ 8460755 w 12192000"/>
              <a:gd name="connsiteY43" fmla="*/ 1203427 h 2237474"/>
              <a:gd name="connsiteX44" fmla="*/ 8419755 w 12192000"/>
              <a:gd name="connsiteY44" fmla="*/ 1216260 h 2237474"/>
              <a:gd name="connsiteX45" fmla="*/ 8411626 w 12192000"/>
              <a:gd name="connsiteY45" fmla="*/ 1214397 h 2237474"/>
              <a:gd name="connsiteX46" fmla="*/ 8363469 w 12192000"/>
              <a:gd name="connsiteY46" fmla="*/ 1246658 h 2237474"/>
              <a:gd name="connsiteX47" fmla="*/ 8275497 w 12192000"/>
              <a:gd name="connsiteY47" fmla="*/ 1264396 h 2237474"/>
              <a:gd name="connsiteX48" fmla="*/ 8206287 w 12192000"/>
              <a:gd name="connsiteY48" fmla="*/ 1273060 h 2237474"/>
              <a:gd name="connsiteX49" fmla="*/ 8139997 w 12192000"/>
              <a:gd name="connsiteY49" fmla="*/ 1282713 h 2237474"/>
              <a:gd name="connsiteX50" fmla="*/ 8074238 w 12192000"/>
              <a:gd name="connsiteY50" fmla="*/ 1301895 h 2237474"/>
              <a:gd name="connsiteX51" fmla="*/ 7942099 w 12192000"/>
              <a:gd name="connsiteY51" fmla="*/ 1336332 h 2237474"/>
              <a:gd name="connsiteX52" fmla="*/ 7902328 w 12192000"/>
              <a:gd name="connsiteY52" fmla="*/ 1345865 h 2237474"/>
              <a:gd name="connsiteX53" fmla="*/ 7840612 w 12192000"/>
              <a:gd name="connsiteY53" fmla="*/ 1369373 h 2237474"/>
              <a:gd name="connsiteX54" fmla="*/ 7786819 w 12192000"/>
              <a:gd name="connsiteY54" fmla="*/ 1378970 h 2237474"/>
              <a:gd name="connsiteX55" fmla="*/ 7548172 w 12192000"/>
              <a:gd name="connsiteY55" fmla="*/ 1417460 h 2237474"/>
              <a:gd name="connsiteX56" fmla="*/ 7483437 w 12192000"/>
              <a:gd name="connsiteY56" fmla="*/ 1478152 h 2237474"/>
              <a:gd name="connsiteX57" fmla="*/ 7377870 w 12192000"/>
              <a:gd name="connsiteY57" fmla="*/ 1523319 h 2237474"/>
              <a:gd name="connsiteX58" fmla="*/ 7230737 w 12192000"/>
              <a:gd name="connsiteY58" fmla="*/ 1562633 h 2237474"/>
              <a:gd name="connsiteX59" fmla="*/ 7224458 w 12192000"/>
              <a:gd name="connsiteY59" fmla="*/ 1573008 h 2237474"/>
              <a:gd name="connsiteX60" fmla="*/ 7183121 w 12192000"/>
              <a:gd name="connsiteY60" fmla="*/ 1595162 h 2237474"/>
              <a:gd name="connsiteX61" fmla="*/ 7164601 w 12192000"/>
              <a:gd name="connsiteY61" fmla="*/ 1606490 h 2237474"/>
              <a:gd name="connsiteX62" fmla="*/ 7031309 w 12192000"/>
              <a:gd name="connsiteY62" fmla="*/ 1619451 h 2237474"/>
              <a:gd name="connsiteX63" fmla="*/ 6900177 w 12192000"/>
              <a:gd name="connsiteY63" fmla="*/ 1636016 h 2237474"/>
              <a:gd name="connsiteX64" fmla="*/ 6795372 w 12192000"/>
              <a:gd name="connsiteY64" fmla="*/ 1644845 h 2237474"/>
              <a:gd name="connsiteX65" fmla="*/ 6692251 w 12192000"/>
              <a:gd name="connsiteY65" fmla="*/ 1656357 h 2237474"/>
              <a:gd name="connsiteX66" fmla="*/ 6655235 w 12192000"/>
              <a:gd name="connsiteY66" fmla="*/ 1661869 h 2237474"/>
              <a:gd name="connsiteX67" fmla="*/ 6554894 w 12192000"/>
              <a:gd name="connsiteY67" fmla="*/ 1664428 h 2237474"/>
              <a:gd name="connsiteX68" fmla="*/ 6516595 w 12192000"/>
              <a:gd name="connsiteY68" fmla="*/ 1667475 h 2237474"/>
              <a:gd name="connsiteX69" fmla="*/ 6508541 w 12192000"/>
              <a:gd name="connsiteY69" fmla="*/ 1668757 h 2237474"/>
              <a:gd name="connsiteX70" fmla="*/ 6471012 w 12192000"/>
              <a:gd name="connsiteY70" fmla="*/ 1678604 h 2237474"/>
              <a:gd name="connsiteX71" fmla="*/ 6364035 w 12192000"/>
              <a:gd name="connsiteY71" fmla="*/ 1667683 h 2237474"/>
              <a:gd name="connsiteX72" fmla="*/ 6280959 w 12192000"/>
              <a:gd name="connsiteY72" fmla="*/ 1689329 h 2237474"/>
              <a:gd name="connsiteX73" fmla="*/ 6243319 w 12192000"/>
              <a:gd name="connsiteY73" fmla="*/ 1695560 h 2237474"/>
              <a:gd name="connsiteX74" fmla="*/ 6098321 w 12192000"/>
              <a:gd name="connsiteY74" fmla="*/ 1721646 h 2237474"/>
              <a:gd name="connsiteX75" fmla="*/ 5880652 w 12192000"/>
              <a:gd name="connsiteY75" fmla="*/ 1779643 h 2237474"/>
              <a:gd name="connsiteX76" fmla="*/ 5785959 w 12192000"/>
              <a:gd name="connsiteY76" fmla="*/ 1775307 h 2237474"/>
              <a:gd name="connsiteX77" fmla="*/ 5643534 w 12192000"/>
              <a:gd name="connsiteY77" fmla="*/ 1802919 h 2237474"/>
              <a:gd name="connsiteX78" fmla="*/ 5518799 w 12192000"/>
              <a:gd name="connsiteY78" fmla="*/ 1818312 h 2237474"/>
              <a:gd name="connsiteX79" fmla="*/ 5505014 w 12192000"/>
              <a:gd name="connsiteY79" fmla="*/ 1819259 h 2237474"/>
              <a:gd name="connsiteX80" fmla="*/ 5453307 w 12192000"/>
              <a:gd name="connsiteY80" fmla="*/ 1815450 h 2237474"/>
              <a:gd name="connsiteX81" fmla="*/ 5221533 w 12192000"/>
              <a:gd name="connsiteY81" fmla="*/ 1846950 h 2237474"/>
              <a:gd name="connsiteX82" fmla="*/ 5149802 w 12192000"/>
              <a:gd name="connsiteY82" fmla="*/ 1844846 h 2237474"/>
              <a:gd name="connsiteX83" fmla="*/ 5114927 w 12192000"/>
              <a:gd name="connsiteY83" fmla="*/ 1847827 h 2237474"/>
              <a:gd name="connsiteX84" fmla="*/ 5108970 w 12192000"/>
              <a:gd name="connsiteY84" fmla="*/ 1847935 h 2237474"/>
              <a:gd name="connsiteX85" fmla="*/ 5067961 w 12192000"/>
              <a:gd name="connsiteY85" fmla="*/ 1845917 h 2237474"/>
              <a:gd name="connsiteX86" fmla="*/ 5007075 w 12192000"/>
              <a:gd name="connsiteY86" fmla="*/ 1838626 h 2237474"/>
              <a:gd name="connsiteX87" fmla="*/ 4944087 w 12192000"/>
              <a:gd name="connsiteY87" fmla="*/ 1823332 h 2237474"/>
              <a:gd name="connsiteX88" fmla="*/ 4907662 w 12192000"/>
              <a:gd name="connsiteY88" fmla="*/ 1816900 h 2237474"/>
              <a:gd name="connsiteX89" fmla="*/ 4882386 w 12192000"/>
              <a:gd name="connsiteY89" fmla="*/ 1809844 h 2237474"/>
              <a:gd name="connsiteX90" fmla="*/ 4811440 w 12192000"/>
              <a:gd name="connsiteY90" fmla="*/ 1804655 h 2237474"/>
              <a:gd name="connsiteX91" fmla="*/ 4691075 w 12192000"/>
              <a:gd name="connsiteY91" fmla="*/ 1801389 h 2237474"/>
              <a:gd name="connsiteX92" fmla="*/ 4611738 w 12192000"/>
              <a:gd name="connsiteY92" fmla="*/ 1776964 h 2237474"/>
              <a:gd name="connsiteX93" fmla="*/ 4560070 w 12192000"/>
              <a:gd name="connsiteY93" fmla="*/ 1785640 h 2237474"/>
              <a:gd name="connsiteX94" fmla="*/ 4536503 w 12192000"/>
              <a:gd name="connsiteY94" fmla="*/ 1785334 h 2237474"/>
              <a:gd name="connsiteX95" fmla="*/ 4513724 w 12192000"/>
              <a:gd name="connsiteY95" fmla="*/ 1791996 h 2237474"/>
              <a:gd name="connsiteX96" fmla="*/ 4459810 w 12192000"/>
              <a:gd name="connsiteY96" fmla="*/ 1797886 h 2237474"/>
              <a:gd name="connsiteX97" fmla="*/ 4379064 w 12192000"/>
              <a:gd name="connsiteY97" fmla="*/ 1817177 h 2237474"/>
              <a:gd name="connsiteX98" fmla="*/ 4290981 w 12192000"/>
              <a:gd name="connsiteY98" fmla="*/ 1839677 h 2237474"/>
              <a:gd name="connsiteX99" fmla="*/ 4238372 w 12192000"/>
              <a:gd name="connsiteY99" fmla="*/ 1851480 h 2237474"/>
              <a:gd name="connsiteX100" fmla="*/ 4232517 w 12192000"/>
              <a:gd name="connsiteY100" fmla="*/ 1852567 h 2237474"/>
              <a:gd name="connsiteX101" fmla="*/ 4191732 w 12192000"/>
              <a:gd name="connsiteY101" fmla="*/ 1857328 h 2237474"/>
              <a:gd name="connsiteX102" fmla="*/ 4065532 w 12192000"/>
              <a:gd name="connsiteY102" fmla="*/ 1855477 h 2237474"/>
              <a:gd name="connsiteX103" fmla="*/ 4028460 w 12192000"/>
              <a:gd name="connsiteY103" fmla="*/ 1855137 h 2237474"/>
              <a:gd name="connsiteX104" fmla="*/ 4002267 w 12192000"/>
              <a:gd name="connsiteY104" fmla="*/ 1852352 h 2237474"/>
              <a:gd name="connsiteX105" fmla="*/ 3931396 w 12192000"/>
              <a:gd name="connsiteY105" fmla="*/ 1858915 h 2237474"/>
              <a:gd name="connsiteX106" fmla="*/ 3812162 w 12192000"/>
              <a:gd name="connsiteY106" fmla="*/ 1875501 h 2237474"/>
              <a:gd name="connsiteX107" fmla="*/ 3729530 w 12192000"/>
              <a:gd name="connsiteY107" fmla="*/ 1864513 h 2237474"/>
              <a:gd name="connsiteX108" fmla="*/ 3680177 w 12192000"/>
              <a:gd name="connsiteY108" fmla="*/ 1881552 h 2237474"/>
              <a:gd name="connsiteX109" fmla="*/ 3567259 w 12192000"/>
              <a:gd name="connsiteY109" fmla="*/ 1893482 h 2237474"/>
              <a:gd name="connsiteX110" fmla="*/ 3405770 w 12192000"/>
              <a:gd name="connsiteY110" fmla="*/ 1904591 h 2237474"/>
              <a:gd name="connsiteX111" fmla="*/ 3280097 w 12192000"/>
              <a:gd name="connsiteY111" fmla="*/ 1919610 h 2237474"/>
              <a:gd name="connsiteX112" fmla="*/ 3123424 w 12192000"/>
              <a:gd name="connsiteY112" fmla="*/ 1952930 h 2237474"/>
              <a:gd name="connsiteX113" fmla="*/ 3009910 w 12192000"/>
              <a:gd name="connsiteY113" fmla="*/ 1957866 h 2237474"/>
              <a:gd name="connsiteX114" fmla="*/ 2995934 w 12192000"/>
              <a:gd name="connsiteY114" fmla="*/ 1967085 h 2237474"/>
              <a:gd name="connsiteX115" fmla="*/ 2980071 w 12192000"/>
              <a:gd name="connsiteY115" fmla="*/ 1972988 h 2237474"/>
              <a:gd name="connsiteX116" fmla="*/ 2978094 w 12192000"/>
              <a:gd name="connsiteY116" fmla="*/ 1972369 h 2237474"/>
              <a:gd name="connsiteX117" fmla="*/ 2942858 w 12192000"/>
              <a:gd name="connsiteY117" fmla="*/ 1981367 h 2237474"/>
              <a:gd name="connsiteX118" fmla="*/ 2875436 w 12192000"/>
              <a:gd name="connsiteY118" fmla="*/ 1996977 h 2237474"/>
              <a:gd name="connsiteX119" fmla="*/ 2874892 w 12192000"/>
              <a:gd name="connsiteY119" fmla="*/ 1996085 h 2237474"/>
              <a:gd name="connsiteX120" fmla="*/ 2864145 w 12192000"/>
              <a:gd name="connsiteY120" fmla="*/ 1994061 h 2237474"/>
              <a:gd name="connsiteX121" fmla="*/ 2843662 w 12192000"/>
              <a:gd name="connsiteY121" fmla="*/ 1992498 h 2237474"/>
              <a:gd name="connsiteX122" fmla="*/ 2796128 w 12192000"/>
              <a:gd name="connsiteY122" fmla="*/ 1976403 h 2237474"/>
              <a:gd name="connsiteX123" fmla="*/ 2756784 w 12192000"/>
              <a:gd name="connsiteY123" fmla="*/ 1985116 h 2237474"/>
              <a:gd name="connsiteX124" fmla="*/ 2748833 w 12192000"/>
              <a:gd name="connsiteY124" fmla="*/ 1986323 h 2237474"/>
              <a:gd name="connsiteX125" fmla="*/ 2748661 w 12192000"/>
              <a:gd name="connsiteY125" fmla="*/ 1986122 h 2237474"/>
              <a:gd name="connsiteX126" fmla="*/ 2740251 w 12192000"/>
              <a:gd name="connsiteY126" fmla="*/ 1986946 h 2237474"/>
              <a:gd name="connsiteX127" fmla="*/ 2718916 w 12192000"/>
              <a:gd name="connsiteY127" fmla="*/ 1990867 h 2237474"/>
              <a:gd name="connsiteX128" fmla="*/ 2713522 w 12192000"/>
              <a:gd name="connsiteY128" fmla="*/ 1990173 h 2237474"/>
              <a:gd name="connsiteX129" fmla="*/ 2680597 w 12192000"/>
              <a:gd name="connsiteY129" fmla="*/ 1984996 h 2237474"/>
              <a:gd name="connsiteX130" fmla="*/ 2578178 w 12192000"/>
              <a:gd name="connsiteY130" fmla="*/ 1990531 h 2237474"/>
              <a:gd name="connsiteX131" fmla="*/ 2476147 w 12192000"/>
              <a:gd name="connsiteY131" fmla="*/ 1998305 h 2237474"/>
              <a:gd name="connsiteX132" fmla="*/ 2373568 w 12192000"/>
              <a:gd name="connsiteY132" fmla="*/ 2003219 h 2237474"/>
              <a:gd name="connsiteX133" fmla="*/ 2321399 w 12192000"/>
              <a:gd name="connsiteY133" fmla="*/ 1989467 h 2237474"/>
              <a:gd name="connsiteX134" fmla="*/ 2315525 w 12192000"/>
              <a:gd name="connsiteY134" fmla="*/ 1989708 h 2237474"/>
              <a:gd name="connsiteX135" fmla="*/ 2300792 w 12192000"/>
              <a:gd name="connsiteY135" fmla="*/ 1994290 h 2237474"/>
              <a:gd name="connsiteX136" fmla="*/ 2295469 w 12192000"/>
              <a:gd name="connsiteY136" fmla="*/ 1996659 h 2237474"/>
              <a:gd name="connsiteX137" fmla="*/ 2287219 w 12192000"/>
              <a:gd name="connsiteY137" fmla="*/ 1998750 h 2237474"/>
              <a:gd name="connsiteX138" fmla="*/ 2286948 w 12192000"/>
              <a:gd name="connsiteY138" fmla="*/ 1998596 h 2237474"/>
              <a:gd name="connsiteX139" fmla="*/ 2243069 w 12192000"/>
              <a:gd name="connsiteY139" fmla="*/ 2015111 h 2237474"/>
              <a:gd name="connsiteX140" fmla="*/ 2186609 w 12192000"/>
              <a:gd name="connsiteY140" fmla="*/ 2008263 h 2237474"/>
              <a:gd name="connsiteX141" fmla="*/ 2164831 w 12192000"/>
              <a:gd name="connsiteY141" fmla="*/ 2010143 h 2237474"/>
              <a:gd name="connsiteX142" fmla="*/ 2152836 w 12192000"/>
              <a:gd name="connsiteY142" fmla="*/ 2010048 h 2237474"/>
              <a:gd name="connsiteX143" fmla="*/ 2117102 w 12192000"/>
              <a:gd name="connsiteY143" fmla="*/ 2023004 h 2237474"/>
              <a:gd name="connsiteX144" fmla="*/ 2111935 w 12192000"/>
              <a:gd name="connsiteY144" fmla="*/ 2023163 h 2237474"/>
              <a:gd name="connsiteX145" fmla="*/ 2089991 w 12192000"/>
              <a:gd name="connsiteY145" fmla="*/ 2034193 h 2237474"/>
              <a:gd name="connsiteX146" fmla="*/ 2058061 w 12192000"/>
              <a:gd name="connsiteY146" fmla="*/ 2047942 h 2237474"/>
              <a:gd name="connsiteX147" fmla="*/ 2055737 w 12192000"/>
              <a:gd name="connsiteY147" fmla="*/ 2047704 h 2237474"/>
              <a:gd name="connsiteX148" fmla="*/ 2042244 w 12192000"/>
              <a:gd name="connsiteY148" fmla="*/ 2055560 h 2237474"/>
              <a:gd name="connsiteX149" fmla="*/ 1976224 w 12192000"/>
              <a:gd name="connsiteY149" fmla="*/ 2074257 h 2237474"/>
              <a:gd name="connsiteX150" fmla="*/ 1877728 w 12192000"/>
              <a:gd name="connsiteY150" fmla="*/ 2101004 h 2237474"/>
              <a:gd name="connsiteX151" fmla="*/ 1759056 w 12192000"/>
              <a:gd name="connsiteY151" fmla="*/ 2125608 h 2237474"/>
              <a:gd name="connsiteX152" fmla="*/ 1637948 w 12192000"/>
              <a:gd name="connsiteY152" fmla="*/ 2172597 h 2237474"/>
              <a:gd name="connsiteX153" fmla="*/ 1434549 w 12192000"/>
              <a:gd name="connsiteY153" fmla="*/ 2234522 h 2237474"/>
              <a:gd name="connsiteX154" fmla="*/ 1398481 w 12192000"/>
              <a:gd name="connsiteY154" fmla="*/ 2237074 h 2237474"/>
              <a:gd name="connsiteX155" fmla="*/ 1398407 w 12192000"/>
              <a:gd name="connsiteY155" fmla="*/ 2237095 h 2237474"/>
              <a:gd name="connsiteX156" fmla="*/ 1370962 w 12192000"/>
              <a:gd name="connsiteY156" fmla="*/ 2237474 h 2237474"/>
              <a:gd name="connsiteX157" fmla="*/ 1356367 w 12192000"/>
              <a:gd name="connsiteY157" fmla="*/ 2235089 h 2237474"/>
              <a:gd name="connsiteX158" fmla="*/ 1324828 w 12192000"/>
              <a:gd name="connsiteY158" fmla="*/ 2231968 h 2237474"/>
              <a:gd name="connsiteX159" fmla="*/ 1297744 w 12192000"/>
              <a:gd name="connsiteY159" fmla="*/ 2235849 h 2237474"/>
              <a:gd name="connsiteX160" fmla="*/ 1286236 w 12192000"/>
              <a:gd name="connsiteY160" fmla="*/ 2233135 h 2237474"/>
              <a:gd name="connsiteX161" fmla="*/ 1283504 w 12192000"/>
              <a:gd name="connsiteY161" fmla="*/ 2233797 h 2237474"/>
              <a:gd name="connsiteX162" fmla="*/ 1279765 w 12192000"/>
              <a:gd name="connsiteY162" fmla="*/ 2229639 h 2237474"/>
              <a:gd name="connsiteX163" fmla="*/ 1195347 w 12192000"/>
              <a:gd name="connsiteY163" fmla="*/ 2212354 h 2237474"/>
              <a:gd name="connsiteX164" fmla="*/ 970251 w 12192000"/>
              <a:gd name="connsiteY164" fmla="*/ 2221029 h 2237474"/>
              <a:gd name="connsiteX165" fmla="*/ 812914 w 12192000"/>
              <a:gd name="connsiteY165" fmla="*/ 2202752 h 2237474"/>
              <a:gd name="connsiteX166" fmla="*/ 800195 w 12192000"/>
              <a:gd name="connsiteY166" fmla="*/ 2209407 h 2237474"/>
              <a:gd name="connsiteX167" fmla="*/ 784978 w 12192000"/>
              <a:gd name="connsiteY167" fmla="*/ 2212360 h 2237474"/>
              <a:gd name="connsiteX168" fmla="*/ 681987 w 12192000"/>
              <a:gd name="connsiteY168" fmla="*/ 2216757 h 2237474"/>
              <a:gd name="connsiteX169" fmla="*/ 669923 w 12192000"/>
              <a:gd name="connsiteY169" fmla="*/ 2211682 h 2237474"/>
              <a:gd name="connsiteX170" fmla="*/ 648680 w 12192000"/>
              <a:gd name="connsiteY170" fmla="*/ 2206229 h 2237474"/>
              <a:gd name="connsiteX171" fmla="*/ 597225 w 12192000"/>
              <a:gd name="connsiteY171" fmla="*/ 2180999 h 2237474"/>
              <a:gd name="connsiteX172" fmla="*/ 558449 w 12192000"/>
              <a:gd name="connsiteY172" fmla="*/ 2182346 h 2237474"/>
              <a:gd name="connsiteX173" fmla="*/ 550517 w 12192000"/>
              <a:gd name="connsiteY173" fmla="*/ 2182060 h 2237474"/>
              <a:gd name="connsiteX174" fmla="*/ 550309 w 12192000"/>
              <a:gd name="connsiteY174" fmla="*/ 2181825 h 2237474"/>
              <a:gd name="connsiteX175" fmla="*/ 541836 w 12192000"/>
              <a:gd name="connsiteY175" fmla="*/ 2181063 h 2237474"/>
              <a:gd name="connsiteX176" fmla="*/ 536057 w 12192000"/>
              <a:gd name="connsiteY176" fmla="*/ 2181537 h 2237474"/>
              <a:gd name="connsiteX177" fmla="*/ 520671 w 12192000"/>
              <a:gd name="connsiteY177" fmla="*/ 2180980 h 2237474"/>
              <a:gd name="connsiteX178" fmla="*/ 515024 w 12192000"/>
              <a:gd name="connsiteY178" fmla="*/ 2179258 h 2237474"/>
              <a:gd name="connsiteX179" fmla="*/ 512278 w 12192000"/>
              <a:gd name="connsiteY179" fmla="*/ 2176369 h 2237474"/>
              <a:gd name="connsiteX180" fmla="*/ 480419 w 12192000"/>
              <a:gd name="connsiteY180" fmla="*/ 2167807 h 2237474"/>
              <a:gd name="connsiteX181" fmla="*/ 413835 w 12192000"/>
              <a:gd name="connsiteY181" fmla="*/ 2156783 h 2237474"/>
              <a:gd name="connsiteX182" fmla="*/ 376513 w 12192000"/>
              <a:gd name="connsiteY182" fmla="*/ 2154014 h 2237474"/>
              <a:gd name="connsiteX183" fmla="*/ 273386 w 12192000"/>
              <a:gd name="connsiteY183" fmla="*/ 2142551 h 2237474"/>
              <a:gd name="connsiteX184" fmla="*/ 169207 w 12192000"/>
              <a:gd name="connsiteY184" fmla="*/ 2128100 h 2237474"/>
              <a:gd name="connsiteX185" fmla="*/ 93149 w 12192000"/>
              <a:gd name="connsiteY185" fmla="*/ 2105324 h 2237474"/>
              <a:gd name="connsiteX186" fmla="*/ 88109 w 12192000"/>
              <a:gd name="connsiteY186" fmla="*/ 2106704 h 2237474"/>
              <a:gd name="connsiteX187" fmla="*/ 80022 w 12192000"/>
              <a:gd name="connsiteY187" fmla="*/ 2107254 h 2237474"/>
              <a:gd name="connsiteX188" fmla="*/ 79717 w 12192000"/>
              <a:gd name="connsiteY188" fmla="*/ 2107046 h 2237474"/>
              <a:gd name="connsiteX189" fmla="*/ 72352 w 12192000"/>
              <a:gd name="connsiteY189" fmla="*/ 2107991 h 2237474"/>
              <a:gd name="connsiteX190" fmla="*/ 37645 w 12192000"/>
              <a:gd name="connsiteY190" fmla="*/ 2115401 h 2237474"/>
              <a:gd name="connsiteX191" fmla="*/ 4572 w 12192000"/>
              <a:gd name="connsiteY191" fmla="*/ 2111091 h 2237474"/>
              <a:gd name="connsiteX192" fmla="*/ 0 w 12192000"/>
              <a:gd name="connsiteY192" fmla="*/ 2110468 h 2237474"/>
              <a:gd name="connsiteX193" fmla="*/ 0 w 12192000"/>
              <a:gd name="connsiteY193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03462 w 12192000"/>
              <a:gd name="connsiteY36" fmla="*/ 1042406 h 2237474"/>
              <a:gd name="connsiteX37" fmla="*/ 8968445 w 12192000"/>
              <a:gd name="connsiteY37" fmla="*/ 1052169 h 2237474"/>
              <a:gd name="connsiteX38" fmla="*/ 8886001 w 12192000"/>
              <a:gd name="connsiteY38" fmla="*/ 1067468 h 2237474"/>
              <a:gd name="connsiteX39" fmla="*/ 8838610 w 12192000"/>
              <a:gd name="connsiteY39" fmla="*/ 1075091 h 2237474"/>
              <a:gd name="connsiteX40" fmla="*/ 8750383 w 12192000"/>
              <a:gd name="connsiteY40" fmla="*/ 1097387 h 2237474"/>
              <a:gd name="connsiteX41" fmla="*/ 8665605 w 12192000"/>
              <a:gd name="connsiteY41" fmla="*/ 1110791 h 2237474"/>
              <a:gd name="connsiteX42" fmla="*/ 8584946 w 12192000"/>
              <a:gd name="connsiteY42" fmla="*/ 1135226 h 2237474"/>
              <a:gd name="connsiteX43" fmla="*/ 8460755 w 12192000"/>
              <a:gd name="connsiteY43" fmla="*/ 1203427 h 2237474"/>
              <a:gd name="connsiteX44" fmla="*/ 8419755 w 12192000"/>
              <a:gd name="connsiteY44" fmla="*/ 1216260 h 2237474"/>
              <a:gd name="connsiteX45" fmla="*/ 8411626 w 12192000"/>
              <a:gd name="connsiteY45" fmla="*/ 1214397 h 2237474"/>
              <a:gd name="connsiteX46" fmla="*/ 8363469 w 12192000"/>
              <a:gd name="connsiteY46" fmla="*/ 1246658 h 2237474"/>
              <a:gd name="connsiteX47" fmla="*/ 8275497 w 12192000"/>
              <a:gd name="connsiteY47" fmla="*/ 1264396 h 2237474"/>
              <a:gd name="connsiteX48" fmla="*/ 8206287 w 12192000"/>
              <a:gd name="connsiteY48" fmla="*/ 1273060 h 2237474"/>
              <a:gd name="connsiteX49" fmla="*/ 8139997 w 12192000"/>
              <a:gd name="connsiteY49" fmla="*/ 1282713 h 2237474"/>
              <a:gd name="connsiteX50" fmla="*/ 8074238 w 12192000"/>
              <a:gd name="connsiteY50" fmla="*/ 1301895 h 2237474"/>
              <a:gd name="connsiteX51" fmla="*/ 7942099 w 12192000"/>
              <a:gd name="connsiteY51" fmla="*/ 1336332 h 2237474"/>
              <a:gd name="connsiteX52" fmla="*/ 7902328 w 12192000"/>
              <a:gd name="connsiteY52" fmla="*/ 1345865 h 2237474"/>
              <a:gd name="connsiteX53" fmla="*/ 7840612 w 12192000"/>
              <a:gd name="connsiteY53" fmla="*/ 1369373 h 2237474"/>
              <a:gd name="connsiteX54" fmla="*/ 7786819 w 12192000"/>
              <a:gd name="connsiteY54" fmla="*/ 1378970 h 2237474"/>
              <a:gd name="connsiteX55" fmla="*/ 7548172 w 12192000"/>
              <a:gd name="connsiteY55" fmla="*/ 1417460 h 2237474"/>
              <a:gd name="connsiteX56" fmla="*/ 7483437 w 12192000"/>
              <a:gd name="connsiteY56" fmla="*/ 1478152 h 2237474"/>
              <a:gd name="connsiteX57" fmla="*/ 7377870 w 12192000"/>
              <a:gd name="connsiteY57" fmla="*/ 1523319 h 2237474"/>
              <a:gd name="connsiteX58" fmla="*/ 7230737 w 12192000"/>
              <a:gd name="connsiteY58" fmla="*/ 1562633 h 2237474"/>
              <a:gd name="connsiteX59" fmla="*/ 7224458 w 12192000"/>
              <a:gd name="connsiteY59" fmla="*/ 1573008 h 2237474"/>
              <a:gd name="connsiteX60" fmla="*/ 7183121 w 12192000"/>
              <a:gd name="connsiteY60" fmla="*/ 1595162 h 2237474"/>
              <a:gd name="connsiteX61" fmla="*/ 7164601 w 12192000"/>
              <a:gd name="connsiteY61" fmla="*/ 1606490 h 2237474"/>
              <a:gd name="connsiteX62" fmla="*/ 7031309 w 12192000"/>
              <a:gd name="connsiteY62" fmla="*/ 1619451 h 2237474"/>
              <a:gd name="connsiteX63" fmla="*/ 6900177 w 12192000"/>
              <a:gd name="connsiteY63" fmla="*/ 1636016 h 2237474"/>
              <a:gd name="connsiteX64" fmla="*/ 6795372 w 12192000"/>
              <a:gd name="connsiteY64" fmla="*/ 1644845 h 2237474"/>
              <a:gd name="connsiteX65" fmla="*/ 6692251 w 12192000"/>
              <a:gd name="connsiteY65" fmla="*/ 1656357 h 2237474"/>
              <a:gd name="connsiteX66" fmla="*/ 6655235 w 12192000"/>
              <a:gd name="connsiteY66" fmla="*/ 1661869 h 2237474"/>
              <a:gd name="connsiteX67" fmla="*/ 6554894 w 12192000"/>
              <a:gd name="connsiteY67" fmla="*/ 1664428 h 2237474"/>
              <a:gd name="connsiteX68" fmla="*/ 6516595 w 12192000"/>
              <a:gd name="connsiteY68" fmla="*/ 1667475 h 2237474"/>
              <a:gd name="connsiteX69" fmla="*/ 6508541 w 12192000"/>
              <a:gd name="connsiteY69" fmla="*/ 1668757 h 2237474"/>
              <a:gd name="connsiteX70" fmla="*/ 6471012 w 12192000"/>
              <a:gd name="connsiteY70" fmla="*/ 1678604 h 2237474"/>
              <a:gd name="connsiteX71" fmla="*/ 6364035 w 12192000"/>
              <a:gd name="connsiteY71" fmla="*/ 1667683 h 2237474"/>
              <a:gd name="connsiteX72" fmla="*/ 6280959 w 12192000"/>
              <a:gd name="connsiteY72" fmla="*/ 1689329 h 2237474"/>
              <a:gd name="connsiteX73" fmla="*/ 6243319 w 12192000"/>
              <a:gd name="connsiteY73" fmla="*/ 1695560 h 2237474"/>
              <a:gd name="connsiteX74" fmla="*/ 6098321 w 12192000"/>
              <a:gd name="connsiteY74" fmla="*/ 1721646 h 2237474"/>
              <a:gd name="connsiteX75" fmla="*/ 5880652 w 12192000"/>
              <a:gd name="connsiteY75" fmla="*/ 1779643 h 2237474"/>
              <a:gd name="connsiteX76" fmla="*/ 5785959 w 12192000"/>
              <a:gd name="connsiteY76" fmla="*/ 1775307 h 2237474"/>
              <a:gd name="connsiteX77" fmla="*/ 5643534 w 12192000"/>
              <a:gd name="connsiteY77" fmla="*/ 1802919 h 2237474"/>
              <a:gd name="connsiteX78" fmla="*/ 5518799 w 12192000"/>
              <a:gd name="connsiteY78" fmla="*/ 1818312 h 2237474"/>
              <a:gd name="connsiteX79" fmla="*/ 5505014 w 12192000"/>
              <a:gd name="connsiteY79" fmla="*/ 1819259 h 2237474"/>
              <a:gd name="connsiteX80" fmla="*/ 5453307 w 12192000"/>
              <a:gd name="connsiteY80" fmla="*/ 1815450 h 2237474"/>
              <a:gd name="connsiteX81" fmla="*/ 5221533 w 12192000"/>
              <a:gd name="connsiteY81" fmla="*/ 1846950 h 2237474"/>
              <a:gd name="connsiteX82" fmla="*/ 5149802 w 12192000"/>
              <a:gd name="connsiteY82" fmla="*/ 1844846 h 2237474"/>
              <a:gd name="connsiteX83" fmla="*/ 5114927 w 12192000"/>
              <a:gd name="connsiteY83" fmla="*/ 1847827 h 2237474"/>
              <a:gd name="connsiteX84" fmla="*/ 5108970 w 12192000"/>
              <a:gd name="connsiteY84" fmla="*/ 1847935 h 2237474"/>
              <a:gd name="connsiteX85" fmla="*/ 5067961 w 12192000"/>
              <a:gd name="connsiteY85" fmla="*/ 1845917 h 2237474"/>
              <a:gd name="connsiteX86" fmla="*/ 5007075 w 12192000"/>
              <a:gd name="connsiteY86" fmla="*/ 1838626 h 2237474"/>
              <a:gd name="connsiteX87" fmla="*/ 4944087 w 12192000"/>
              <a:gd name="connsiteY87" fmla="*/ 1823332 h 2237474"/>
              <a:gd name="connsiteX88" fmla="*/ 4907662 w 12192000"/>
              <a:gd name="connsiteY88" fmla="*/ 1816900 h 2237474"/>
              <a:gd name="connsiteX89" fmla="*/ 4882386 w 12192000"/>
              <a:gd name="connsiteY89" fmla="*/ 1809844 h 2237474"/>
              <a:gd name="connsiteX90" fmla="*/ 4811440 w 12192000"/>
              <a:gd name="connsiteY90" fmla="*/ 1804655 h 2237474"/>
              <a:gd name="connsiteX91" fmla="*/ 4691075 w 12192000"/>
              <a:gd name="connsiteY91" fmla="*/ 1801389 h 2237474"/>
              <a:gd name="connsiteX92" fmla="*/ 4611738 w 12192000"/>
              <a:gd name="connsiteY92" fmla="*/ 1776964 h 2237474"/>
              <a:gd name="connsiteX93" fmla="*/ 4560070 w 12192000"/>
              <a:gd name="connsiteY93" fmla="*/ 1785640 h 2237474"/>
              <a:gd name="connsiteX94" fmla="*/ 4536503 w 12192000"/>
              <a:gd name="connsiteY94" fmla="*/ 1785334 h 2237474"/>
              <a:gd name="connsiteX95" fmla="*/ 4513724 w 12192000"/>
              <a:gd name="connsiteY95" fmla="*/ 1791996 h 2237474"/>
              <a:gd name="connsiteX96" fmla="*/ 4459810 w 12192000"/>
              <a:gd name="connsiteY96" fmla="*/ 1797886 h 2237474"/>
              <a:gd name="connsiteX97" fmla="*/ 4379064 w 12192000"/>
              <a:gd name="connsiteY97" fmla="*/ 1817177 h 2237474"/>
              <a:gd name="connsiteX98" fmla="*/ 4290981 w 12192000"/>
              <a:gd name="connsiteY98" fmla="*/ 1839677 h 2237474"/>
              <a:gd name="connsiteX99" fmla="*/ 4238372 w 12192000"/>
              <a:gd name="connsiteY99" fmla="*/ 1851480 h 2237474"/>
              <a:gd name="connsiteX100" fmla="*/ 4232517 w 12192000"/>
              <a:gd name="connsiteY100" fmla="*/ 1852567 h 2237474"/>
              <a:gd name="connsiteX101" fmla="*/ 4191732 w 12192000"/>
              <a:gd name="connsiteY101" fmla="*/ 1857328 h 2237474"/>
              <a:gd name="connsiteX102" fmla="*/ 4065532 w 12192000"/>
              <a:gd name="connsiteY102" fmla="*/ 1855477 h 2237474"/>
              <a:gd name="connsiteX103" fmla="*/ 4028460 w 12192000"/>
              <a:gd name="connsiteY103" fmla="*/ 1855137 h 2237474"/>
              <a:gd name="connsiteX104" fmla="*/ 4002267 w 12192000"/>
              <a:gd name="connsiteY104" fmla="*/ 1852352 h 2237474"/>
              <a:gd name="connsiteX105" fmla="*/ 3931396 w 12192000"/>
              <a:gd name="connsiteY105" fmla="*/ 1858915 h 2237474"/>
              <a:gd name="connsiteX106" fmla="*/ 3812162 w 12192000"/>
              <a:gd name="connsiteY106" fmla="*/ 1875501 h 2237474"/>
              <a:gd name="connsiteX107" fmla="*/ 3729530 w 12192000"/>
              <a:gd name="connsiteY107" fmla="*/ 1864513 h 2237474"/>
              <a:gd name="connsiteX108" fmla="*/ 3680177 w 12192000"/>
              <a:gd name="connsiteY108" fmla="*/ 1881552 h 2237474"/>
              <a:gd name="connsiteX109" fmla="*/ 3567259 w 12192000"/>
              <a:gd name="connsiteY109" fmla="*/ 1893482 h 2237474"/>
              <a:gd name="connsiteX110" fmla="*/ 3405770 w 12192000"/>
              <a:gd name="connsiteY110" fmla="*/ 1904591 h 2237474"/>
              <a:gd name="connsiteX111" fmla="*/ 3280097 w 12192000"/>
              <a:gd name="connsiteY111" fmla="*/ 1919610 h 2237474"/>
              <a:gd name="connsiteX112" fmla="*/ 3123424 w 12192000"/>
              <a:gd name="connsiteY112" fmla="*/ 1952930 h 2237474"/>
              <a:gd name="connsiteX113" fmla="*/ 3009910 w 12192000"/>
              <a:gd name="connsiteY113" fmla="*/ 1957866 h 2237474"/>
              <a:gd name="connsiteX114" fmla="*/ 2995934 w 12192000"/>
              <a:gd name="connsiteY114" fmla="*/ 1967085 h 2237474"/>
              <a:gd name="connsiteX115" fmla="*/ 2980071 w 12192000"/>
              <a:gd name="connsiteY115" fmla="*/ 1972988 h 2237474"/>
              <a:gd name="connsiteX116" fmla="*/ 2978094 w 12192000"/>
              <a:gd name="connsiteY116" fmla="*/ 1972369 h 2237474"/>
              <a:gd name="connsiteX117" fmla="*/ 2942858 w 12192000"/>
              <a:gd name="connsiteY117" fmla="*/ 1981367 h 2237474"/>
              <a:gd name="connsiteX118" fmla="*/ 2875436 w 12192000"/>
              <a:gd name="connsiteY118" fmla="*/ 1996977 h 2237474"/>
              <a:gd name="connsiteX119" fmla="*/ 2874892 w 12192000"/>
              <a:gd name="connsiteY119" fmla="*/ 1996085 h 2237474"/>
              <a:gd name="connsiteX120" fmla="*/ 2864145 w 12192000"/>
              <a:gd name="connsiteY120" fmla="*/ 1994061 h 2237474"/>
              <a:gd name="connsiteX121" fmla="*/ 2843662 w 12192000"/>
              <a:gd name="connsiteY121" fmla="*/ 1992498 h 2237474"/>
              <a:gd name="connsiteX122" fmla="*/ 2796128 w 12192000"/>
              <a:gd name="connsiteY122" fmla="*/ 1976403 h 2237474"/>
              <a:gd name="connsiteX123" fmla="*/ 2756784 w 12192000"/>
              <a:gd name="connsiteY123" fmla="*/ 1985116 h 2237474"/>
              <a:gd name="connsiteX124" fmla="*/ 2748833 w 12192000"/>
              <a:gd name="connsiteY124" fmla="*/ 1986323 h 2237474"/>
              <a:gd name="connsiteX125" fmla="*/ 2748661 w 12192000"/>
              <a:gd name="connsiteY125" fmla="*/ 1986122 h 2237474"/>
              <a:gd name="connsiteX126" fmla="*/ 2740251 w 12192000"/>
              <a:gd name="connsiteY126" fmla="*/ 1986946 h 2237474"/>
              <a:gd name="connsiteX127" fmla="*/ 2718916 w 12192000"/>
              <a:gd name="connsiteY127" fmla="*/ 1990867 h 2237474"/>
              <a:gd name="connsiteX128" fmla="*/ 2713522 w 12192000"/>
              <a:gd name="connsiteY128" fmla="*/ 1990173 h 2237474"/>
              <a:gd name="connsiteX129" fmla="*/ 2680597 w 12192000"/>
              <a:gd name="connsiteY129" fmla="*/ 1984996 h 2237474"/>
              <a:gd name="connsiteX130" fmla="*/ 2578178 w 12192000"/>
              <a:gd name="connsiteY130" fmla="*/ 1990531 h 2237474"/>
              <a:gd name="connsiteX131" fmla="*/ 2476147 w 12192000"/>
              <a:gd name="connsiteY131" fmla="*/ 1998305 h 2237474"/>
              <a:gd name="connsiteX132" fmla="*/ 2373568 w 12192000"/>
              <a:gd name="connsiteY132" fmla="*/ 2003219 h 2237474"/>
              <a:gd name="connsiteX133" fmla="*/ 2321399 w 12192000"/>
              <a:gd name="connsiteY133" fmla="*/ 1989467 h 2237474"/>
              <a:gd name="connsiteX134" fmla="*/ 2315525 w 12192000"/>
              <a:gd name="connsiteY134" fmla="*/ 1989708 h 2237474"/>
              <a:gd name="connsiteX135" fmla="*/ 2300792 w 12192000"/>
              <a:gd name="connsiteY135" fmla="*/ 1994290 h 2237474"/>
              <a:gd name="connsiteX136" fmla="*/ 2295469 w 12192000"/>
              <a:gd name="connsiteY136" fmla="*/ 1996659 h 2237474"/>
              <a:gd name="connsiteX137" fmla="*/ 2287219 w 12192000"/>
              <a:gd name="connsiteY137" fmla="*/ 1998750 h 2237474"/>
              <a:gd name="connsiteX138" fmla="*/ 2286948 w 12192000"/>
              <a:gd name="connsiteY138" fmla="*/ 1998596 h 2237474"/>
              <a:gd name="connsiteX139" fmla="*/ 2243069 w 12192000"/>
              <a:gd name="connsiteY139" fmla="*/ 2015111 h 2237474"/>
              <a:gd name="connsiteX140" fmla="*/ 2186609 w 12192000"/>
              <a:gd name="connsiteY140" fmla="*/ 2008263 h 2237474"/>
              <a:gd name="connsiteX141" fmla="*/ 2164831 w 12192000"/>
              <a:gd name="connsiteY141" fmla="*/ 2010143 h 2237474"/>
              <a:gd name="connsiteX142" fmla="*/ 2152836 w 12192000"/>
              <a:gd name="connsiteY142" fmla="*/ 2010048 h 2237474"/>
              <a:gd name="connsiteX143" fmla="*/ 2117102 w 12192000"/>
              <a:gd name="connsiteY143" fmla="*/ 2023004 h 2237474"/>
              <a:gd name="connsiteX144" fmla="*/ 2111935 w 12192000"/>
              <a:gd name="connsiteY144" fmla="*/ 2023163 h 2237474"/>
              <a:gd name="connsiteX145" fmla="*/ 2089991 w 12192000"/>
              <a:gd name="connsiteY145" fmla="*/ 2034193 h 2237474"/>
              <a:gd name="connsiteX146" fmla="*/ 2058061 w 12192000"/>
              <a:gd name="connsiteY146" fmla="*/ 2047942 h 2237474"/>
              <a:gd name="connsiteX147" fmla="*/ 2055737 w 12192000"/>
              <a:gd name="connsiteY147" fmla="*/ 2047704 h 2237474"/>
              <a:gd name="connsiteX148" fmla="*/ 2042244 w 12192000"/>
              <a:gd name="connsiteY148" fmla="*/ 2055560 h 2237474"/>
              <a:gd name="connsiteX149" fmla="*/ 1976224 w 12192000"/>
              <a:gd name="connsiteY149" fmla="*/ 2074257 h 2237474"/>
              <a:gd name="connsiteX150" fmla="*/ 1877728 w 12192000"/>
              <a:gd name="connsiteY150" fmla="*/ 2101004 h 2237474"/>
              <a:gd name="connsiteX151" fmla="*/ 1759056 w 12192000"/>
              <a:gd name="connsiteY151" fmla="*/ 2125608 h 2237474"/>
              <a:gd name="connsiteX152" fmla="*/ 1637948 w 12192000"/>
              <a:gd name="connsiteY152" fmla="*/ 2172597 h 2237474"/>
              <a:gd name="connsiteX153" fmla="*/ 1434549 w 12192000"/>
              <a:gd name="connsiteY153" fmla="*/ 2234522 h 2237474"/>
              <a:gd name="connsiteX154" fmla="*/ 1398481 w 12192000"/>
              <a:gd name="connsiteY154" fmla="*/ 2237074 h 2237474"/>
              <a:gd name="connsiteX155" fmla="*/ 1398407 w 12192000"/>
              <a:gd name="connsiteY155" fmla="*/ 2237095 h 2237474"/>
              <a:gd name="connsiteX156" fmla="*/ 1370962 w 12192000"/>
              <a:gd name="connsiteY156" fmla="*/ 2237474 h 2237474"/>
              <a:gd name="connsiteX157" fmla="*/ 1356367 w 12192000"/>
              <a:gd name="connsiteY157" fmla="*/ 2235089 h 2237474"/>
              <a:gd name="connsiteX158" fmla="*/ 1324828 w 12192000"/>
              <a:gd name="connsiteY158" fmla="*/ 2231968 h 2237474"/>
              <a:gd name="connsiteX159" fmla="*/ 1297744 w 12192000"/>
              <a:gd name="connsiteY159" fmla="*/ 2235849 h 2237474"/>
              <a:gd name="connsiteX160" fmla="*/ 1286236 w 12192000"/>
              <a:gd name="connsiteY160" fmla="*/ 2233135 h 2237474"/>
              <a:gd name="connsiteX161" fmla="*/ 1283504 w 12192000"/>
              <a:gd name="connsiteY161" fmla="*/ 2233797 h 2237474"/>
              <a:gd name="connsiteX162" fmla="*/ 1279765 w 12192000"/>
              <a:gd name="connsiteY162" fmla="*/ 2229639 h 2237474"/>
              <a:gd name="connsiteX163" fmla="*/ 1195347 w 12192000"/>
              <a:gd name="connsiteY163" fmla="*/ 2212354 h 2237474"/>
              <a:gd name="connsiteX164" fmla="*/ 970251 w 12192000"/>
              <a:gd name="connsiteY164" fmla="*/ 2221029 h 2237474"/>
              <a:gd name="connsiteX165" fmla="*/ 812914 w 12192000"/>
              <a:gd name="connsiteY165" fmla="*/ 2202752 h 2237474"/>
              <a:gd name="connsiteX166" fmla="*/ 800195 w 12192000"/>
              <a:gd name="connsiteY166" fmla="*/ 2209407 h 2237474"/>
              <a:gd name="connsiteX167" fmla="*/ 784978 w 12192000"/>
              <a:gd name="connsiteY167" fmla="*/ 2212360 h 2237474"/>
              <a:gd name="connsiteX168" fmla="*/ 681987 w 12192000"/>
              <a:gd name="connsiteY168" fmla="*/ 2216757 h 2237474"/>
              <a:gd name="connsiteX169" fmla="*/ 669923 w 12192000"/>
              <a:gd name="connsiteY169" fmla="*/ 2211682 h 2237474"/>
              <a:gd name="connsiteX170" fmla="*/ 648680 w 12192000"/>
              <a:gd name="connsiteY170" fmla="*/ 2206229 h 2237474"/>
              <a:gd name="connsiteX171" fmla="*/ 597225 w 12192000"/>
              <a:gd name="connsiteY171" fmla="*/ 2180999 h 2237474"/>
              <a:gd name="connsiteX172" fmla="*/ 558449 w 12192000"/>
              <a:gd name="connsiteY172" fmla="*/ 2182346 h 2237474"/>
              <a:gd name="connsiteX173" fmla="*/ 550517 w 12192000"/>
              <a:gd name="connsiteY173" fmla="*/ 2182060 h 2237474"/>
              <a:gd name="connsiteX174" fmla="*/ 550309 w 12192000"/>
              <a:gd name="connsiteY174" fmla="*/ 2181825 h 2237474"/>
              <a:gd name="connsiteX175" fmla="*/ 541836 w 12192000"/>
              <a:gd name="connsiteY175" fmla="*/ 2181063 h 2237474"/>
              <a:gd name="connsiteX176" fmla="*/ 536057 w 12192000"/>
              <a:gd name="connsiteY176" fmla="*/ 2181537 h 2237474"/>
              <a:gd name="connsiteX177" fmla="*/ 520671 w 12192000"/>
              <a:gd name="connsiteY177" fmla="*/ 2180980 h 2237474"/>
              <a:gd name="connsiteX178" fmla="*/ 515024 w 12192000"/>
              <a:gd name="connsiteY178" fmla="*/ 2179258 h 2237474"/>
              <a:gd name="connsiteX179" fmla="*/ 512278 w 12192000"/>
              <a:gd name="connsiteY179" fmla="*/ 2176369 h 2237474"/>
              <a:gd name="connsiteX180" fmla="*/ 480419 w 12192000"/>
              <a:gd name="connsiteY180" fmla="*/ 2167807 h 2237474"/>
              <a:gd name="connsiteX181" fmla="*/ 413835 w 12192000"/>
              <a:gd name="connsiteY181" fmla="*/ 2156783 h 2237474"/>
              <a:gd name="connsiteX182" fmla="*/ 376513 w 12192000"/>
              <a:gd name="connsiteY182" fmla="*/ 2154014 h 2237474"/>
              <a:gd name="connsiteX183" fmla="*/ 273386 w 12192000"/>
              <a:gd name="connsiteY183" fmla="*/ 2142551 h 2237474"/>
              <a:gd name="connsiteX184" fmla="*/ 169207 w 12192000"/>
              <a:gd name="connsiteY184" fmla="*/ 2128100 h 2237474"/>
              <a:gd name="connsiteX185" fmla="*/ 93149 w 12192000"/>
              <a:gd name="connsiteY185" fmla="*/ 2105324 h 2237474"/>
              <a:gd name="connsiteX186" fmla="*/ 88109 w 12192000"/>
              <a:gd name="connsiteY186" fmla="*/ 2106704 h 2237474"/>
              <a:gd name="connsiteX187" fmla="*/ 80022 w 12192000"/>
              <a:gd name="connsiteY187" fmla="*/ 2107254 h 2237474"/>
              <a:gd name="connsiteX188" fmla="*/ 79717 w 12192000"/>
              <a:gd name="connsiteY188" fmla="*/ 2107046 h 2237474"/>
              <a:gd name="connsiteX189" fmla="*/ 72352 w 12192000"/>
              <a:gd name="connsiteY189" fmla="*/ 2107991 h 2237474"/>
              <a:gd name="connsiteX190" fmla="*/ 37645 w 12192000"/>
              <a:gd name="connsiteY190" fmla="*/ 2115401 h 2237474"/>
              <a:gd name="connsiteX191" fmla="*/ 4572 w 12192000"/>
              <a:gd name="connsiteY191" fmla="*/ 2111091 h 2237474"/>
              <a:gd name="connsiteX192" fmla="*/ 0 w 12192000"/>
              <a:gd name="connsiteY192" fmla="*/ 2110468 h 2237474"/>
              <a:gd name="connsiteX193" fmla="*/ 0 w 12192000"/>
              <a:gd name="connsiteY193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44189 w 12192000"/>
              <a:gd name="connsiteY24" fmla="*/ 938966 h 2237474"/>
              <a:gd name="connsiteX25" fmla="*/ 9500499 w 12192000"/>
              <a:gd name="connsiteY25" fmla="*/ 954680 h 2237474"/>
              <a:gd name="connsiteX26" fmla="*/ 9428195 w 12192000"/>
              <a:gd name="connsiteY26" fmla="*/ 986225 h 2237474"/>
              <a:gd name="connsiteX27" fmla="*/ 9410017 w 12192000"/>
              <a:gd name="connsiteY27" fmla="*/ 993931 h 2237474"/>
              <a:gd name="connsiteX28" fmla="*/ 9392919 w 12192000"/>
              <a:gd name="connsiteY28" fmla="*/ 994656 h 2237474"/>
              <a:gd name="connsiteX29" fmla="*/ 9278619 w 12192000"/>
              <a:gd name="connsiteY29" fmla="*/ 1011878 h 2237474"/>
              <a:gd name="connsiteX30" fmla="*/ 9268019 w 12192000"/>
              <a:gd name="connsiteY30" fmla="*/ 1007442 h 2237474"/>
              <a:gd name="connsiteX31" fmla="*/ 9234662 w 12192000"/>
              <a:gd name="connsiteY31" fmla="*/ 1023056 h 2237474"/>
              <a:gd name="connsiteX32" fmla="*/ 9181033 w 12192000"/>
              <a:gd name="connsiteY32" fmla="*/ 1037921 h 2237474"/>
              <a:gd name="connsiteX33" fmla="*/ 9155969 w 12192000"/>
              <a:gd name="connsiteY33" fmla="*/ 1046804 h 2237474"/>
              <a:gd name="connsiteX34" fmla="*/ 9133985 w 12192000"/>
              <a:gd name="connsiteY34" fmla="*/ 1046450 h 2237474"/>
              <a:gd name="connsiteX35" fmla="*/ 9003462 w 12192000"/>
              <a:gd name="connsiteY35" fmla="*/ 1042406 h 2237474"/>
              <a:gd name="connsiteX36" fmla="*/ 8968445 w 12192000"/>
              <a:gd name="connsiteY36" fmla="*/ 1052169 h 2237474"/>
              <a:gd name="connsiteX37" fmla="*/ 8886001 w 12192000"/>
              <a:gd name="connsiteY37" fmla="*/ 1067468 h 2237474"/>
              <a:gd name="connsiteX38" fmla="*/ 8838610 w 12192000"/>
              <a:gd name="connsiteY38" fmla="*/ 1075091 h 2237474"/>
              <a:gd name="connsiteX39" fmla="*/ 8750383 w 12192000"/>
              <a:gd name="connsiteY39" fmla="*/ 1097387 h 2237474"/>
              <a:gd name="connsiteX40" fmla="*/ 8665605 w 12192000"/>
              <a:gd name="connsiteY40" fmla="*/ 1110791 h 2237474"/>
              <a:gd name="connsiteX41" fmla="*/ 8584946 w 12192000"/>
              <a:gd name="connsiteY41" fmla="*/ 1135226 h 2237474"/>
              <a:gd name="connsiteX42" fmla="*/ 8460755 w 12192000"/>
              <a:gd name="connsiteY42" fmla="*/ 1203427 h 2237474"/>
              <a:gd name="connsiteX43" fmla="*/ 8419755 w 12192000"/>
              <a:gd name="connsiteY43" fmla="*/ 1216260 h 2237474"/>
              <a:gd name="connsiteX44" fmla="*/ 8411626 w 12192000"/>
              <a:gd name="connsiteY44" fmla="*/ 1214397 h 2237474"/>
              <a:gd name="connsiteX45" fmla="*/ 8363469 w 12192000"/>
              <a:gd name="connsiteY45" fmla="*/ 1246658 h 2237474"/>
              <a:gd name="connsiteX46" fmla="*/ 8275497 w 12192000"/>
              <a:gd name="connsiteY46" fmla="*/ 1264396 h 2237474"/>
              <a:gd name="connsiteX47" fmla="*/ 8206287 w 12192000"/>
              <a:gd name="connsiteY47" fmla="*/ 1273060 h 2237474"/>
              <a:gd name="connsiteX48" fmla="*/ 8139997 w 12192000"/>
              <a:gd name="connsiteY48" fmla="*/ 1282713 h 2237474"/>
              <a:gd name="connsiteX49" fmla="*/ 8074238 w 12192000"/>
              <a:gd name="connsiteY49" fmla="*/ 1301895 h 2237474"/>
              <a:gd name="connsiteX50" fmla="*/ 7942099 w 12192000"/>
              <a:gd name="connsiteY50" fmla="*/ 1336332 h 2237474"/>
              <a:gd name="connsiteX51" fmla="*/ 7902328 w 12192000"/>
              <a:gd name="connsiteY51" fmla="*/ 1345865 h 2237474"/>
              <a:gd name="connsiteX52" fmla="*/ 7840612 w 12192000"/>
              <a:gd name="connsiteY52" fmla="*/ 1369373 h 2237474"/>
              <a:gd name="connsiteX53" fmla="*/ 7786819 w 12192000"/>
              <a:gd name="connsiteY53" fmla="*/ 1378970 h 2237474"/>
              <a:gd name="connsiteX54" fmla="*/ 7548172 w 12192000"/>
              <a:gd name="connsiteY54" fmla="*/ 1417460 h 2237474"/>
              <a:gd name="connsiteX55" fmla="*/ 7483437 w 12192000"/>
              <a:gd name="connsiteY55" fmla="*/ 1478152 h 2237474"/>
              <a:gd name="connsiteX56" fmla="*/ 7377870 w 12192000"/>
              <a:gd name="connsiteY56" fmla="*/ 1523319 h 2237474"/>
              <a:gd name="connsiteX57" fmla="*/ 7230737 w 12192000"/>
              <a:gd name="connsiteY57" fmla="*/ 1562633 h 2237474"/>
              <a:gd name="connsiteX58" fmla="*/ 7224458 w 12192000"/>
              <a:gd name="connsiteY58" fmla="*/ 1573008 h 2237474"/>
              <a:gd name="connsiteX59" fmla="*/ 7183121 w 12192000"/>
              <a:gd name="connsiteY59" fmla="*/ 1595162 h 2237474"/>
              <a:gd name="connsiteX60" fmla="*/ 7164601 w 12192000"/>
              <a:gd name="connsiteY60" fmla="*/ 1606490 h 2237474"/>
              <a:gd name="connsiteX61" fmla="*/ 7031309 w 12192000"/>
              <a:gd name="connsiteY61" fmla="*/ 1619451 h 2237474"/>
              <a:gd name="connsiteX62" fmla="*/ 6900177 w 12192000"/>
              <a:gd name="connsiteY62" fmla="*/ 1636016 h 2237474"/>
              <a:gd name="connsiteX63" fmla="*/ 6795372 w 12192000"/>
              <a:gd name="connsiteY63" fmla="*/ 1644845 h 2237474"/>
              <a:gd name="connsiteX64" fmla="*/ 6692251 w 12192000"/>
              <a:gd name="connsiteY64" fmla="*/ 1656357 h 2237474"/>
              <a:gd name="connsiteX65" fmla="*/ 6655235 w 12192000"/>
              <a:gd name="connsiteY65" fmla="*/ 1661869 h 2237474"/>
              <a:gd name="connsiteX66" fmla="*/ 6554894 w 12192000"/>
              <a:gd name="connsiteY66" fmla="*/ 1664428 h 2237474"/>
              <a:gd name="connsiteX67" fmla="*/ 6516595 w 12192000"/>
              <a:gd name="connsiteY67" fmla="*/ 1667475 h 2237474"/>
              <a:gd name="connsiteX68" fmla="*/ 6508541 w 12192000"/>
              <a:gd name="connsiteY68" fmla="*/ 1668757 h 2237474"/>
              <a:gd name="connsiteX69" fmla="*/ 6471012 w 12192000"/>
              <a:gd name="connsiteY69" fmla="*/ 1678604 h 2237474"/>
              <a:gd name="connsiteX70" fmla="*/ 6364035 w 12192000"/>
              <a:gd name="connsiteY70" fmla="*/ 1667683 h 2237474"/>
              <a:gd name="connsiteX71" fmla="*/ 6280959 w 12192000"/>
              <a:gd name="connsiteY71" fmla="*/ 1689329 h 2237474"/>
              <a:gd name="connsiteX72" fmla="*/ 6243319 w 12192000"/>
              <a:gd name="connsiteY72" fmla="*/ 1695560 h 2237474"/>
              <a:gd name="connsiteX73" fmla="*/ 6098321 w 12192000"/>
              <a:gd name="connsiteY73" fmla="*/ 1721646 h 2237474"/>
              <a:gd name="connsiteX74" fmla="*/ 5880652 w 12192000"/>
              <a:gd name="connsiteY74" fmla="*/ 1779643 h 2237474"/>
              <a:gd name="connsiteX75" fmla="*/ 5785959 w 12192000"/>
              <a:gd name="connsiteY75" fmla="*/ 1775307 h 2237474"/>
              <a:gd name="connsiteX76" fmla="*/ 5643534 w 12192000"/>
              <a:gd name="connsiteY76" fmla="*/ 1802919 h 2237474"/>
              <a:gd name="connsiteX77" fmla="*/ 5518799 w 12192000"/>
              <a:gd name="connsiteY77" fmla="*/ 1818312 h 2237474"/>
              <a:gd name="connsiteX78" fmla="*/ 5505014 w 12192000"/>
              <a:gd name="connsiteY78" fmla="*/ 1819259 h 2237474"/>
              <a:gd name="connsiteX79" fmla="*/ 5453307 w 12192000"/>
              <a:gd name="connsiteY79" fmla="*/ 1815450 h 2237474"/>
              <a:gd name="connsiteX80" fmla="*/ 5221533 w 12192000"/>
              <a:gd name="connsiteY80" fmla="*/ 1846950 h 2237474"/>
              <a:gd name="connsiteX81" fmla="*/ 5149802 w 12192000"/>
              <a:gd name="connsiteY81" fmla="*/ 1844846 h 2237474"/>
              <a:gd name="connsiteX82" fmla="*/ 5114927 w 12192000"/>
              <a:gd name="connsiteY82" fmla="*/ 1847827 h 2237474"/>
              <a:gd name="connsiteX83" fmla="*/ 5108970 w 12192000"/>
              <a:gd name="connsiteY83" fmla="*/ 1847935 h 2237474"/>
              <a:gd name="connsiteX84" fmla="*/ 5067961 w 12192000"/>
              <a:gd name="connsiteY84" fmla="*/ 1845917 h 2237474"/>
              <a:gd name="connsiteX85" fmla="*/ 5007075 w 12192000"/>
              <a:gd name="connsiteY85" fmla="*/ 1838626 h 2237474"/>
              <a:gd name="connsiteX86" fmla="*/ 4944087 w 12192000"/>
              <a:gd name="connsiteY86" fmla="*/ 1823332 h 2237474"/>
              <a:gd name="connsiteX87" fmla="*/ 4907662 w 12192000"/>
              <a:gd name="connsiteY87" fmla="*/ 1816900 h 2237474"/>
              <a:gd name="connsiteX88" fmla="*/ 4882386 w 12192000"/>
              <a:gd name="connsiteY88" fmla="*/ 1809844 h 2237474"/>
              <a:gd name="connsiteX89" fmla="*/ 4811440 w 12192000"/>
              <a:gd name="connsiteY89" fmla="*/ 1804655 h 2237474"/>
              <a:gd name="connsiteX90" fmla="*/ 4691075 w 12192000"/>
              <a:gd name="connsiteY90" fmla="*/ 1801389 h 2237474"/>
              <a:gd name="connsiteX91" fmla="*/ 4611738 w 12192000"/>
              <a:gd name="connsiteY91" fmla="*/ 1776964 h 2237474"/>
              <a:gd name="connsiteX92" fmla="*/ 4560070 w 12192000"/>
              <a:gd name="connsiteY92" fmla="*/ 1785640 h 2237474"/>
              <a:gd name="connsiteX93" fmla="*/ 4536503 w 12192000"/>
              <a:gd name="connsiteY93" fmla="*/ 1785334 h 2237474"/>
              <a:gd name="connsiteX94" fmla="*/ 4513724 w 12192000"/>
              <a:gd name="connsiteY94" fmla="*/ 1791996 h 2237474"/>
              <a:gd name="connsiteX95" fmla="*/ 4459810 w 12192000"/>
              <a:gd name="connsiteY95" fmla="*/ 1797886 h 2237474"/>
              <a:gd name="connsiteX96" fmla="*/ 4379064 w 12192000"/>
              <a:gd name="connsiteY96" fmla="*/ 1817177 h 2237474"/>
              <a:gd name="connsiteX97" fmla="*/ 4290981 w 12192000"/>
              <a:gd name="connsiteY97" fmla="*/ 1839677 h 2237474"/>
              <a:gd name="connsiteX98" fmla="*/ 4238372 w 12192000"/>
              <a:gd name="connsiteY98" fmla="*/ 1851480 h 2237474"/>
              <a:gd name="connsiteX99" fmla="*/ 4232517 w 12192000"/>
              <a:gd name="connsiteY99" fmla="*/ 1852567 h 2237474"/>
              <a:gd name="connsiteX100" fmla="*/ 4191732 w 12192000"/>
              <a:gd name="connsiteY100" fmla="*/ 1857328 h 2237474"/>
              <a:gd name="connsiteX101" fmla="*/ 4065532 w 12192000"/>
              <a:gd name="connsiteY101" fmla="*/ 1855477 h 2237474"/>
              <a:gd name="connsiteX102" fmla="*/ 4028460 w 12192000"/>
              <a:gd name="connsiteY102" fmla="*/ 1855137 h 2237474"/>
              <a:gd name="connsiteX103" fmla="*/ 4002267 w 12192000"/>
              <a:gd name="connsiteY103" fmla="*/ 1852352 h 2237474"/>
              <a:gd name="connsiteX104" fmla="*/ 3931396 w 12192000"/>
              <a:gd name="connsiteY104" fmla="*/ 1858915 h 2237474"/>
              <a:gd name="connsiteX105" fmla="*/ 3812162 w 12192000"/>
              <a:gd name="connsiteY105" fmla="*/ 1875501 h 2237474"/>
              <a:gd name="connsiteX106" fmla="*/ 3729530 w 12192000"/>
              <a:gd name="connsiteY106" fmla="*/ 1864513 h 2237474"/>
              <a:gd name="connsiteX107" fmla="*/ 3680177 w 12192000"/>
              <a:gd name="connsiteY107" fmla="*/ 1881552 h 2237474"/>
              <a:gd name="connsiteX108" fmla="*/ 3567259 w 12192000"/>
              <a:gd name="connsiteY108" fmla="*/ 1893482 h 2237474"/>
              <a:gd name="connsiteX109" fmla="*/ 3405770 w 12192000"/>
              <a:gd name="connsiteY109" fmla="*/ 1904591 h 2237474"/>
              <a:gd name="connsiteX110" fmla="*/ 3280097 w 12192000"/>
              <a:gd name="connsiteY110" fmla="*/ 1919610 h 2237474"/>
              <a:gd name="connsiteX111" fmla="*/ 3123424 w 12192000"/>
              <a:gd name="connsiteY111" fmla="*/ 1952930 h 2237474"/>
              <a:gd name="connsiteX112" fmla="*/ 3009910 w 12192000"/>
              <a:gd name="connsiteY112" fmla="*/ 1957866 h 2237474"/>
              <a:gd name="connsiteX113" fmla="*/ 2995934 w 12192000"/>
              <a:gd name="connsiteY113" fmla="*/ 1967085 h 2237474"/>
              <a:gd name="connsiteX114" fmla="*/ 2980071 w 12192000"/>
              <a:gd name="connsiteY114" fmla="*/ 1972988 h 2237474"/>
              <a:gd name="connsiteX115" fmla="*/ 2978094 w 12192000"/>
              <a:gd name="connsiteY115" fmla="*/ 1972369 h 2237474"/>
              <a:gd name="connsiteX116" fmla="*/ 2942858 w 12192000"/>
              <a:gd name="connsiteY116" fmla="*/ 1981367 h 2237474"/>
              <a:gd name="connsiteX117" fmla="*/ 2875436 w 12192000"/>
              <a:gd name="connsiteY117" fmla="*/ 1996977 h 2237474"/>
              <a:gd name="connsiteX118" fmla="*/ 2874892 w 12192000"/>
              <a:gd name="connsiteY118" fmla="*/ 1996085 h 2237474"/>
              <a:gd name="connsiteX119" fmla="*/ 2864145 w 12192000"/>
              <a:gd name="connsiteY119" fmla="*/ 1994061 h 2237474"/>
              <a:gd name="connsiteX120" fmla="*/ 2843662 w 12192000"/>
              <a:gd name="connsiteY120" fmla="*/ 1992498 h 2237474"/>
              <a:gd name="connsiteX121" fmla="*/ 2796128 w 12192000"/>
              <a:gd name="connsiteY121" fmla="*/ 1976403 h 2237474"/>
              <a:gd name="connsiteX122" fmla="*/ 2756784 w 12192000"/>
              <a:gd name="connsiteY122" fmla="*/ 1985116 h 2237474"/>
              <a:gd name="connsiteX123" fmla="*/ 2748833 w 12192000"/>
              <a:gd name="connsiteY123" fmla="*/ 1986323 h 2237474"/>
              <a:gd name="connsiteX124" fmla="*/ 2748661 w 12192000"/>
              <a:gd name="connsiteY124" fmla="*/ 1986122 h 2237474"/>
              <a:gd name="connsiteX125" fmla="*/ 2740251 w 12192000"/>
              <a:gd name="connsiteY125" fmla="*/ 1986946 h 2237474"/>
              <a:gd name="connsiteX126" fmla="*/ 2718916 w 12192000"/>
              <a:gd name="connsiteY126" fmla="*/ 1990867 h 2237474"/>
              <a:gd name="connsiteX127" fmla="*/ 2713522 w 12192000"/>
              <a:gd name="connsiteY127" fmla="*/ 1990173 h 2237474"/>
              <a:gd name="connsiteX128" fmla="*/ 2680597 w 12192000"/>
              <a:gd name="connsiteY128" fmla="*/ 1984996 h 2237474"/>
              <a:gd name="connsiteX129" fmla="*/ 2578178 w 12192000"/>
              <a:gd name="connsiteY129" fmla="*/ 1990531 h 2237474"/>
              <a:gd name="connsiteX130" fmla="*/ 2476147 w 12192000"/>
              <a:gd name="connsiteY130" fmla="*/ 1998305 h 2237474"/>
              <a:gd name="connsiteX131" fmla="*/ 2373568 w 12192000"/>
              <a:gd name="connsiteY131" fmla="*/ 2003219 h 2237474"/>
              <a:gd name="connsiteX132" fmla="*/ 2321399 w 12192000"/>
              <a:gd name="connsiteY132" fmla="*/ 1989467 h 2237474"/>
              <a:gd name="connsiteX133" fmla="*/ 2315525 w 12192000"/>
              <a:gd name="connsiteY133" fmla="*/ 1989708 h 2237474"/>
              <a:gd name="connsiteX134" fmla="*/ 2300792 w 12192000"/>
              <a:gd name="connsiteY134" fmla="*/ 1994290 h 2237474"/>
              <a:gd name="connsiteX135" fmla="*/ 2295469 w 12192000"/>
              <a:gd name="connsiteY135" fmla="*/ 1996659 h 2237474"/>
              <a:gd name="connsiteX136" fmla="*/ 2287219 w 12192000"/>
              <a:gd name="connsiteY136" fmla="*/ 1998750 h 2237474"/>
              <a:gd name="connsiteX137" fmla="*/ 2286948 w 12192000"/>
              <a:gd name="connsiteY137" fmla="*/ 1998596 h 2237474"/>
              <a:gd name="connsiteX138" fmla="*/ 2243069 w 12192000"/>
              <a:gd name="connsiteY138" fmla="*/ 2015111 h 2237474"/>
              <a:gd name="connsiteX139" fmla="*/ 2186609 w 12192000"/>
              <a:gd name="connsiteY139" fmla="*/ 2008263 h 2237474"/>
              <a:gd name="connsiteX140" fmla="*/ 2164831 w 12192000"/>
              <a:gd name="connsiteY140" fmla="*/ 2010143 h 2237474"/>
              <a:gd name="connsiteX141" fmla="*/ 2152836 w 12192000"/>
              <a:gd name="connsiteY141" fmla="*/ 2010048 h 2237474"/>
              <a:gd name="connsiteX142" fmla="*/ 2117102 w 12192000"/>
              <a:gd name="connsiteY142" fmla="*/ 2023004 h 2237474"/>
              <a:gd name="connsiteX143" fmla="*/ 2111935 w 12192000"/>
              <a:gd name="connsiteY143" fmla="*/ 2023163 h 2237474"/>
              <a:gd name="connsiteX144" fmla="*/ 2089991 w 12192000"/>
              <a:gd name="connsiteY144" fmla="*/ 2034193 h 2237474"/>
              <a:gd name="connsiteX145" fmla="*/ 2058061 w 12192000"/>
              <a:gd name="connsiteY145" fmla="*/ 2047942 h 2237474"/>
              <a:gd name="connsiteX146" fmla="*/ 2055737 w 12192000"/>
              <a:gd name="connsiteY146" fmla="*/ 2047704 h 2237474"/>
              <a:gd name="connsiteX147" fmla="*/ 2042244 w 12192000"/>
              <a:gd name="connsiteY147" fmla="*/ 2055560 h 2237474"/>
              <a:gd name="connsiteX148" fmla="*/ 1976224 w 12192000"/>
              <a:gd name="connsiteY148" fmla="*/ 2074257 h 2237474"/>
              <a:gd name="connsiteX149" fmla="*/ 1877728 w 12192000"/>
              <a:gd name="connsiteY149" fmla="*/ 2101004 h 2237474"/>
              <a:gd name="connsiteX150" fmla="*/ 1759056 w 12192000"/>
              <a:gd name="connsiteY150" fmla="*/ 2125608 h 2237474"/>
              <a:gd name="connsiteX151" fmla="*/ 1637948 w 12192000"/>
              <a:gd name="connsiteY151" fmla="*/ 2172597 h 2237474"/>
              <a:gd name="connsiteX152" fmla="*/ 1434549 w 12192000"/>
              <a:gd name="connsiteY152" fmla="*/ 2234522 h 2237474"/>
              <a:gd name="connsiteX153" fmla="*/ 1398481 w 12192000"/>
              <a:gd name="connsiteY153" fmla="*/ 2237074 h 2237474"/>
              <a:gd name="connsiteX154" fmla="*/ 1398407 w 12192000"/>
              <a:gd name="connsiteY154" fmla="*/ 2237095 h 2237474"/>
              <a:gd name="connsiteX155" fmla="*/ 1370962 w 12192000"/>
              <a:gd name="connsiteY155" fmla="*/ 2237474 h 2237474"/>
              <a:gd name="connsiteX156" fmla="*/ 1356367 w 12192000"/>
              <a:gd name="connsiteY156" fmla="*/ 2235089 h 2237474"/>
              <a:gd name="connsiteX157" fmla="*/ 1324828 w 12192000"/>
              <a:gd name="connsiteY157" fmla="*/ 2231968 h 2237474"/>
              <a:gd name="connsiteX158" fmla="*/ 1297744 w 12192000"/>
              <a:gd name="connsiteY158" fmla="*/ 2235849 h 2237474"/>
              <a:gd name="connsiteX159" fmla="*/ 1286236 w 12192000"/>
              <a:gd name="connsiteY159" fmla="*/ 2233135 h 2237474"/>
              <a:gd name="connsiteX160" fmla="*/ 1283504 w 12192000"/>
              <a:gd name="connsiteY160" fmla="*/ 2233797 h 2237474"/>
              <a:gd name="connsiteX161" fmla="*/ 1279765 w 12192000"/>
              <a:gd name="connsiteY161" fmla="*/ 2229639 h 2237474"/>
              <a:gd name="connsiteX162" fmla="*/ 1195347 w 12192000"/>
              <a:gd name="connsiteY162" fmla="*/ 2212354 h 2237474"/>
              <a:gd name="connsiteX163" fmla="*/ 970251 w 12192000"/>
              <a:gd name="connsiteY163" fmla="*/ 2221029 h 2237474"/>
              <a:gd name="connsiteX164" fmla="*/ 812914 w 12192000"/>
              <a:gd name="connsiteY164" fmla="*/ 2202752 h 2237474"/>
              <a:gd name="connsiteX165" fmla="*/ 800195 w 12192000"/>
              <a:gd name="connsiteY165" fmla="*/ 2209407 h 2237474"/>
              <a:gd name="connsiteX166" fmla="*/ 784978 w 12192000"/>
              <a:gd name="connsiteY166" fmla="*/ 2212360 h 2237474"/>
              <a:gd name="connsiteX167" fmla="*/ 681987 w 12192000"/>
              <a:gd name="connsiteY167" fmla="*/ 2216757 h 2237474"/>
              <a:gd name="connsiteX168" fmla="*/ 669923 w 12192000"/>
              <a:gd name="connsiteY168" fmla="*/ 2211682 h 2237474"/>
              <a:gd name="connsiteX169" fmla="*/ 648680 w 12192000"/>
              <a:gd name="connsiteY169" fmla="*/ 2206229 h 2237474"/>
              <a:gd name="connsiteX170" fmla="*/ 597225 w 12192000"/>
              <a:gd name="connsiteY170" fmla="*/ 2180999 h 2237474"/>
              <a:gd name="connsiteX171" fmla="*/ 558449 w 12192000"/>
              <a:gd name="connsiteY171" fmla="*/ 2182346 h 2237474"/>
              <a:gd name="connsiteX172" fmla="*/ 550517 w 12192000"/>
              <a:gd name="connsiteY172" fmla="*/ 2182060 h 2237474"/>
              <a:gd name="connsiteX173" fmla="*/ 550309 w 12192000"/>
              <a:gd name="connsiteY173" fmla="*/ 2181825 h 2237474"/>
              <a:gd name="connsiteX174" fmla="*/ 541836 w 12192000"/>
              <a:gd name="connsiteY174" fmla="*/ 2181063 h 2237474"/>
              <a:gd name="connsiteX175" fmla="*/ 536057 w 12192000"/>
              <a:gd name="connsiteY175" fmla="*/ 2181537 h 2237474"/>
              <a:gd name="connsiteX176" fmla="*/ 520671 w 12192000"/>
              <a:gd name="connsiteY176" fmla="*/ 2180980 h 2237474"/>
              <a:gd name="connsiteX177" fmla="*/ 515024 w 12192000"/>
              <a:gd name="connsiteY177" fmla="*/ 2179258 h 2237474"/>
              <a:gd name="connsiteX178" fmla="*/ 512278 w 12192000"/>
              <a:gd name="connsiteY178" fmla="*/ 2176369 h 2237474"/>
              <a:gd name="connsiteX179" fmla="*/ 480419 w 12192000"/>
              <a:gd name="connsiteY179" fmla="*/ 2167807 h 2237474"/>
              <a:gd name="connsiteX180" fmla="*/ 413835 w 12192000"/>
              <a:gd name="connsiteY180" fmla="*/ 2156783 h 2237474"/>
              <a:gd name="connsiteX181" fmla="*/ 376513 w 12192000"/>
              <a:gd name="connsiteY181" fmla="*/ 2154014 h 2237474"/>
              <a:gd name="connsiteX182" fmla="*/ 273386 w 12192000"/>
              <a:gd name="connsiteY182" fmla="*/ 2142551 h 2237474"/>
              <a:gd name="connsiteX183" fmla="*/ 169207 w 12192000"/>
              <a:gd name="connsiteY183" fmla="*/ 2128100 h 2237474"/>
              <a:gd name="connsiteX184" fmla="*/ 93149 w 12192000"/>
              <a:gd name="connsiteY184" fmla="*/ 2105324 h 2237474"/>
              <a:gd name="connsiteX185" fmla="*/ 88109 w 12192000"/>
              <a:gd name="connsiteY185" fmla="*/ 2106704 h 2237474"/>
              <a:gd name="connsiteX186" fmla="*/ 80022 w 12192000"/>
              <a:gd name="connsiteY186" fmla="*/ 2107254 h 2237474"/>
              <a:gd name="connsiteX187" fmla="*/ 79717 w 12192000"/>
              <a:gd name="connsiteY187" fmla="*/ 2107046 h 2237474"/>
              <a:gd name="connsiteX188" fmla="*/ 72352 w 12192000"/>
              <a:gd name="connsiteY188" fmla="*/ 2107991 h 2237474"/>
              <a:gd name="connsiteX189" fmla="*/ 37645 w 12192000"/>
              <a:gd name="connsiteY189" fmla="*/ 2115401 h 2237474"/>
              <a:gd name="connsiteX190" fmla="*/ 4572 w 12192000"/>
              <a:gd name="connsiteY190" fmla="*/ 2111091 h 2237474"/>
              <a:gd name="connsiteX191" fmla="*/ 0 w 12192000"/>
              <a:gd name="connsiteY191" fmla="*/ 2110468 h 2237474"/>
              <a:gd name="connsiteX192" fmla="*/ 0 w 12192000"/>
              <a:gd name="connsiteY19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8975 w 12192000"/>
              <a:gd name="connsiteY12" fmla="*/ 755279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44189 w 12192000"/>
              <a:gd name="connsiteY24" fmla="*/ 938966 h 2237474"/>
              <a:gd name="connsiteX25" fmla="*/ 9500499 w 12192000"/>
              <a:gd name="connsiteY25" fmla="*/ 954680 h 2237474"/>
              <a:gd name="connsiteX26" fmla="*/ 9428195 w 12192000"/>
              <a:gd name="connsiteY26" fmla="*/ 986225 h 2237474"/>
              <a:gd name="connsiteX27" fmla="*/ 9410017 w 12192000"/>
              <a:gd name="connsiteY27" fmla="*/ 993931 h 2237474"/>
              <a:gd name="connsiteX28" fmla="*/ 9392919 w 12192000"/>
              <a:gd name="connsiteY28" fmla="*/ 994656 h 2237474"/>
              <a:gd name="connsiteX29" fmla="*/ 9278619 w 12192000"/>
              <a:gd name="connsiteY29" fmla="*/ 1011878 h 2237474"/>
              <a:gd name="connsiteX30" fmla="*/ 9268019 w 12192000"/>
              <a:gd name="connsiteY30" fmla="*/ 1007442 h 2237474"/>
              <a:gd name="connsiteX31" fmla="*/ 9234662 w 12192000"/>
              <a:gd name="connsiteY31" fmla="*/ 1023056 h 2237474"/>
              <a:gd name="connsiteX32" fmla="*/ 9181033 w 12192000"/>
              <a:gd name="connsiteY32" fmla="*/ 1037921 h 2237474"/>
              <a:gd name="connsiteX33" fmla="*/ 9155969 w 12192000"/>
              <a:gd name="connsiteY33" fmla="*/ 1046804 h 2237474"/>
              <a:gd name="connsiteX34" fmla="*/ 9133985 w 12192000"/>
              <a:gd name="connsiteY34" fmla="*/ 1046450 h 2237474"/>
              <a:gd name="connsiteX35" fmla="*/ 9003462 w 12192000"/>
              <a:gd name="connsiteY35" fmla="*/ 1042406 h 2237474"/>
              <a:gd name="connsiteX36" fmla="*/ 8968445 w 12192000"/>
              <a:gd name="connsiteY36" fmla="*/ 1052169 h 2237474"/>
              <a:gd name="connsiteX37" fmla="*/ 8886001 w 12192000"/>
              <a:gd name="connsiteY37" fmla="*/ 1067468 h 2237474"/>
              <a:gd name="connsiteX38" fmla="*/ 8838610 w 12192000"/>
              <a:gd name="connsiteY38" fmla="*/ 1075091 h 2237474"/>
              <a:gd name="connsiteX39" fmla="*/ 8750383 w 12192000"/>
              <a:gd name="connsiteY39" fmla="*/ 1097387 h 2237474"/>
              <a:gd name="connsiteX40" fmla="*/ 8665605 w 12192000"/>
              <a:gd name="connsiteY40" fmla="*/ 1110791 h 2237474"/>
              <a:gd name="connsiteX41" fmla="*/ 8584946 w 12192000"/>
              <a:gd name="connsiteY41" fmla="*/ 1135226 h 2237474"/>
              <a:gd name="connsiteX42" fmla="*/ 8460755 w 12192000"/>
              <a:gd name="connsiteY42" fmla="*/ 1203427 h 2237474"/>
              <a:gd name="connsiteX43" fmla="*/ 8419755 w 12192000"/>
              <a:gd name="connsiteY43" fmla="*/ 1216260 h 2237474"/>
              <a:gd name="connsiteX44" fmla="*/ 8411626 w 12192000"/>
              <a:gd name="connsiteY44" fmla="*/ 1214397 h 2237474"/>
              <a:gd name="connsiteX45" fmla="*/ 8363469 w 12192000"/>
              <a:gd name="connsiteY45" fmla="*/ 1246658 h 2237474"/>
              <a:gd name="connsiteX46" fmla="*/ 8275497 w 12192000"/>
              <a:gd name="connsiteY46" fmla="*/ 1264396 h 2237474"/>
              <a:gd name="connsiteX47" fmla="*/ 8206287 w 12192000"/>
              <a:gd name="connsiteY47" fmla="*/ 1273060 h 2237474"/>
              <a:gd name="connsiteX48" fmla="*/ 8139997 w 12192000"/>
              <a:gd name="connsiteY48" fmla="*/ 1282713 h 2237474"/>
              <a:gd name="connsiteX49" fmla="*/ 8074238 w 12192000"/>
              <a:gd name="connsiteY49" fmla="*/ 1301895 h 2237474"/>
              <a:gd name="connsiteX50" fmla="*/ 7942099 w 12192000"/>
              <a:gd name="connsiteY50" fmla="*/ 1336332 h 2237474"/>
              <a:gd name="connsiteX51" fmla="*/ 7902328 w 12192000"/>
              <a:gd name="connsiteY51" fmla="*/ 1345865 h 2237474"/>
              <a:gd name="connsiteX52" fmla="*/ 7840612 w 12192000"/>
              <a:gd name="connsiteY52" fmla="*/ 1369373 h 2237474"/>
              <a:gd name="connsiteX53" fmla="*/ 7786819 w 12192000"/>
              <a:gd name="connsiteY53" fmla="*/ 1378970 h 2237474"/>
              <a:gd name="connsiteX54" fmla="*/ 7548172 w 12192000"/>
              <a:gd name="connsiteY54" fmla="*/ 1417460 h 2237474"/>
              <a:gd name="connsiteX55" fmla="*/ 7483437 w 12192000"/>
              <a:gd name="connsiteY55" fmla="*/ 1478152 h 2237474"/>
              <a:gd name="connsiteX56" fmla="*/ 7377870 w 12192000"/>
              <a:gd name="connsiteY56" fmla="*/ 1523319 h 2237474"/>
              <a:gd name="connsiteX57" fmla="*/ 7230737 w 12192000"/>
              <a:gd name="connsiteY57" fmla="*/ 1562633 h 2237474"/>
              <a:gd name="connsiteX58" fmla="*/ 7224458 w 12192000"/>
              <a:gd name="connsiteY58" fmla="*/ 1573008 h 2237474"/>
              <a:gd name="connsiteX59" fmla="*/ 7183121 w 12192000"/>
              <a:gd name="connsiteY59" fmla="*/ 1595162 h 2237474"/>
              <a:gd name="connsiteX60" fmla="*/ 7164601 w 12192000"/>
              <a:gd name="connsiteY60" fmla="*/ 1606490 h 2237474"/>
              <a:gd name="connsiteX61" fmla="*/ 7031309 w 12192000"/>
              <a:gd name="connsiteY61" fmla="*/ 1619451 h 2237474"/>
              <a:gd name="connsiteX62" fmla="*/ 6900177 w 12192000"/>
              <a:gd name="connsiteY62" fmla="*/ 1636016 h 2237474"/>
              <a:gd name="connsiteX63" fmla="*/ 6795372 w 12192000"/>
              <a:gd name="connsiteY63" fmla="*/ 1644845 h 2237474"/>
              <a:gd name="connsiteX64" fmla="*/ 6692251 w 12192000"/>
              <a:gd name="connsiteY64" fmla="*/ 1656357 h 2237474"/>
              <a:gd name="connsiteX65" fmla="*/ 6655235 w 12192000"/>
              <a:gd name="connsiteY65" fmla="*/ 1661869 h 2237474"/>
              <a:gd name="connsiteX66" fmla="*/ 6554894 w 12192000"/>
              <a:gd name="connsiteY66" fmla="*/ 1664428 h 2237474"/>
              <a:gd name="connsiteX67" fmla="*/ 6516595 w 12192000"/>
              <a:gd name="connsiteY67" fmla="*/ 1667475 h 2237474"/>
              <a:gd name="connsiteX68" fmla="*/ 6508541 w 12192000"/>
              <a:gd name="connsiteY68" fmla="*/ 1668757 h 2237474"/>
              <a:gd name="connsiteX69" fmla="*/ 6471012 w 12192000"/>
              <a:gd name="connsiteY69" fmla="*/ 1678604 h 2237474"/>
              <a:gd name="connsiteX70" fmla="*/ 6364035 w 12192000"/>
              <a:gd name="connsiteY70" fmla="*/ 1667683 h 2237474"/>
              <a:gd name="connsiteX71" fmla="*/ 6280959 w 12192000"/>
              <a:gd name="connsiteY71" fmla="*/ 1689329 h 2237474"/>
              <a:gd name="connsiteX72" fmla="*/ 6243319 w 12192000"/>
              <a:gd name="connsiteY72" fmla="*/ 1695560 h 2237474"/>
              <a:gd name="connsiteX73" fmla="*/ 6098321 w 12192000"/>
              <a:gd name="connsiteY73" fmla="*/ 1721646 h 2237474"/>
              <a:gd name="connsiteX74" fmla="*/ 5880652 w 12192000"/>
              <a:gd name="connsiteY74" fmla="*/ 1779643 h 2237474"/>
              <a:gd name="connsiteX75" fmla="*/ 5785959 w 12192000"/>
              <a:gd name="connsiteY75" fmla="*/ 1775307 h 2237474"/>
              <a:gd name="connsiteX76" fmla="*/ 5643534 w 12192000"/>
              <a:gd name="connsiteY76" fmla="*/ 1802919 h 2237474"/>
              <a:gd name="connsiteX77" fmla="*/ 5518799 w 12192000"/>
              <a:gd name="connsiteY77" fmla="*/ 1818312 h 2237474"/>
              <a:gd name="connsiteX78" fmla="*/ 5505014 w 12192000"/>
              <a:gd name="connsiteY78" fmla="*/ 1819259 h 2237474"/>
              <a:gd name="connsiteX79" fmla="*/ 5453307 w 12192000"/>
              <a:gd name="connsiteY79" fmla="*/ 1815450 h 2237474"/>
              <a:gd name="connsiteX80" fmla="*/ 5221533 w 12192000"/>
              <a:gd name="connsiteY80" fmla="*/ 1846950 h 2237474"/>
              <a:gd name="connsiteX81" fmla="*/ 5149802 w 12192000"/>
              <a:gd name="connsiteY81" fmla="*/ 1844846 h 2237474"/>
              <a:gd name="connsiteX82" fmla="*/ 5114927 w 12192000"/>
              <a:gd name="connsiteY82" fmla="*/ 1847827 h 2237474"/>
              <a:gd name="connsiteX83" fmla="*/ 5108970 w 12192000"/>
              <a:gd name="connsiteY83" fmla="*/ 1847935 h 2237474"/>
              <a:gd name="connsiteX84" fmla="*/ 5067961 w 12192000"/>
              <a:gd name="connsiteY84" fmla="*/ 1845917 h 2237474"/>
              <a:gd name="connsiteX85" fmla="*/ 5007075 w 12192000"/>
              <a:gd name="connsiteY85" fmla="*/ 1838626 h 2237474"/>
              <a:gd name="connsiteX86" fmla="*/ 4944087 w 12192000"/>
              <a:gd name="connsiteY86" fmla="*/ 1823332 h 2237474"/>
              <a:gd name="connsiteX87" fmla="*/ 4907662 w 12192000"/>
              <a:gd name="connsiteY87" fmla="*/ 1816900 h 2237474"/>
              <a:gd name="connsiteX88" fmla="*/ 4882386 w 12192000"/>
              <a:gd name="connsiteY88" fmla="*/ 1809844 h 2237474"/>
              <a:gd name="connsiteX89" fmla="*/ 4811440 w 12192000"/>
              <a:gd name="connsiteY89" fmla="*/ 1804655 h 2237474"/>
              <a:gd name="connsiteX90" fmla="*/ 4691075 w 12192000"/>
              <a:gd name="connsiteY90" fmla="*/ 1801389 h 2237474"/>
              <a:gd name="connsiteX91" fmla="*/ 4611738 w 12192000"/>
              <a:gd name="connsiteY91" fmla="*/ 1776964 h 2237474"/>
              <a:gd name="connsiteX92" fmla="*/ 4560070 w 12192000"/>
              <a:gd name="connsiteY92" fmla="*/ 1785640 h 2237474"/>
              <a:gd name="connsiteX93" fmla="*/ 4536503 w 12192000"/>
              <a:gd name="connsiteY93" fmla="*/ 1785334 h 2237474"/>
              <a:gd name="connsiteX94" fmla="*/ 4513724 w 12192000"/>
              <a:gd name="connsiteY94" fmla="*/ 1791996 h 2237474"/>
              <a:gd name="connsiteX95" fmla="*/ 4459810 w 12192000"/>
              <a:gd name="connsiteY95" fmla="*/ 1797886 h 2237474"/>
              <a:gd name="connsiteX96" fmla="*/ 4379064 w 12192000"/>
              <a:gd name="connsiteY96" fmla="*/ 1817177 h 2237474"/>
              <a:gd name="connsiteX97" fmla="*/ 4290981 w 12192000"/>
              <a:gd name="connsiteY97" fmla="*/ 1839677 h 2237474"/>
              <a:gd name="connsiteX98" fmla="*/ 4238372 w 12192000"/>
              <a:gd name="connsiteY98" fmla="*/ 1851480 h 2237474"/>
              <a:gd name="connsiteX99" fmla="*/ 4232517 w 12192000"/>
              <a:gd name="connsiteY99" fmla="*/ 1852567 h 2237474"/>
              <a:gd name="connsiteX100" fmla="*/ 4191732 w 12192000"/>
              <a:gd name="connsiteY100" fmla="*/ 1857328 h 2237474"/>
              <a:gd name="connsiteX101" fmla="*/ 4065532 w 12192000"/>
              <a:gd name="connsiteY101" fmla="*/ 1855477 h 2237474"/>
              <a:gd name="connsiteX102" fmla="*/ 4028460 w 12192000"/>
              <a:gd name="connsiteY102" fmla="*/ 1855137 h 2237474"/>
              <a:gd name="connsiteX103" fmla="*/ 4002267 w 12192000"/>
              <a:gd name="connsiteY103" fmla="*/ 1852352 h 2237474"/>
              <a:gd name="connsiteX104" fmla="*/ 3931396 w 12192000"/>
              <a:gd name="connsiteY104" fmla="*/ 1858915 h 2237474"/>
              <a:gd name="connsiteX105" fmla="*/ 3812162 w 12192000"/>
              <a:gd name="connsiteY105" fmla="*/ 1875501 h 2237474"/>
              <a:gd name="connsiteX106" fmla="*/ 3729530 w 12192000"/>
              <a:gd name="connsiteY106" fmla="*/ 1864513 h 2237474"/>
              <a:gd name="connsiteX107" fmla="*/ 3680177 w 12192000"/>
              <a:gd name="connsiteY107" fmla="*/ 1881552 h 2237474"/>
              <a:gd name="connsiteX108" fmla="*/ 3567259 w 12192000"/>
              <a:gd name="connsiteY108" fmla="*/ 1893482 h 2237474"/>
              <a:gd name="connsiteX109" fmla="*/ 3405770 w 12192000"/>
              <a:gd name="connsiteY109" fmla="*/ 1904591 h 2237474"/>
              <a:gd name="connsiteX110" fmla="*/ 3280097 w 12192000"/>
              <a:gd name="connsiteY110" fmla="*/ 1919610 h 2237474"/>
              <a:gd name="connsiteX111" fmla="*/ 3123424 w 12192000"/>
              <a:gd name="connsiteY111" fmla="*/ 1952930 h 2237474"/>
              <a:gd name="connsiteX112" fmla="*/ 3009910 w 12192000"/>
              <a:gd name="connsiteY112" fmla="*/ 1957866 h 2237474"/>
              <a:gd name="connsiteX113" fmla="*/ 2995934 w 12192000"/>
              <a:gd name="connsiteY113" fmla="*/ 1967085 h 2237474"/>
              <a:gd name="connsiteX114" fmla="*/ 2980071 w 12192000"/>
              <a:gd name="connsiteY114" fmla="*/ 1972988 h 2237474"/>
              <a:gd name="connsiteX115" fmla="*/ 2978094 w 12192000"/>
              <a:gd name="connsiteY115" fmla="*/ 1972369 h 2237474"/>
              <a:gd name="connsiteX116" fmla="*/ 2942858 w 12192000"/>
              <a:gd name="connsiteY116" fmla="*/ 1981367 h 2237474"/>
              <a:gd name="connsiteX117" fmla="*/ 2875436 w 12192000"/>
              <a:gd name="connsiteY117" fmla="*/ 1996977 h 2237474"/>
              <a:gd name="connsiteX118" fmla="*/ 2874892 w 12192000"/>
              <a:gd name="connsiteY118" fmla="*/ 1996085 h 2237474"/>
              <a:gd name="connsiteX119" fmla="*/ 2864145 w 12192000"/>
              <a:gd name="connsiteY119" fmla="*/ 1994061 h 2237474"/>
              <a:gd name="connsiteX120" fmla="*/ 2843662 w 12192000"/>
              <a:gd name="connsiteY120" fmla="*/ 1992498 h 2237474"/>
              <a:gd name="connsiteX121" fmla="*/ 2796128 w 12192000"/>
              <a:gd name="connsiteY121" fmla="*/ 1976403 h 2237474"/>
              <a:gd name="connsiteX122" fmla="*/ 2756784 w 12192000"/>
              <a:gd name="connsiteY122" fmla="*/ 1985116 h 2237474"/>
              <a:gd name="connsiteX123" fmla="*/ 2748833 w 12192000"/>
              <a:gd name="connsiteY123" fmla="*/ 1986323 h 2237474"/>
              <a:gd name="connsiteX124" fmla="*/ 2748661 w 12192000"/>
              <a:gd name="connsiteY124" fmla="*/ 1986122 h 2237474"/>
              <a:gd name="connsiteX125" fmla="*/ 2740251 w 12192000"/>
              <a:gd name="connsiteY125" fmla="*/ 1986946 h 2237474"/>
              <a:gd name="connsiteX126" fmla="*/ 2718916 w 12192000"/>
              <a:gd name="connsiteY126" fmla="*/ 1990867 h 2237474"/>
              <a:gd name="connsiteX127" fmla="*/ 2713522 w 12192000"/>
              <a:gd name="connsiteY127" fmla="*/ 1990173 h 2237474"/>
              <a:gd name="connsiteX128" fmla="*/ 2680597 w 12192000"/>
              <a:gd name="connsiteY128" fmla="*/ 1984996 h 2237474"/>
              <a:gd name="connsiteX129" fmla="*/ 2578178 w 12192000"/>
              <a:gd name="connsiteY129" fmla="*/ 1990531 h 2237474"/>
              <a:gd name="connsiteX130" fmla="*/ 2476147 w 12192000"/>
              <a:gd name="connsiteY130" fmla="*/ 1998305 h 2237474"/>
              <a:gd name="connsiteX131" fmla="*/ 2373568 w 12192000"/>
              <a:gd name="connsiteY131" fmla="*/ 2003219 h 2237474"/>
              <a:gd name="connsiteX132" fmla="*/ 2321399 w 12192000"/>
              <a:gd name="connsiteY132" fmla="*/ 1989467 h 2237474"/>
              <a:gd name="connsiteX133" fmla="*/ 2315525 w 12192000"/>
              <a:gd name="connsiteY133" fmla="*/ 1989708 h 2237474"/>
              <a:gd name="connsiteX134" fmla="*/ 2300792 w 12192000"/>
              <a:gd name="connsiteY134" fmla="*/ 1994290 h 2237474"/>
              <a:gd name="connsiteX135" fmla="*/ 2295469 w 12192000"/>
              <a:gd name="connsiteY135" fmla="*/ 1996659 h 2237474"/>
              <a:gd name="connsiteX136" fmla="*/ 2287219 w 12192000"/>
              <a:gd name="connsiteY136" fmla="*/ 1998750 h 2237474"/>
              <a:gd name="connsiteX137" fmla="*/ 2286948 w 12192000"/>
              <a:gd name="connsiteY137" fmla="*/ 1998596 h 2237474"/>
              <a:gd name="connsiteX138" fmla="*/ 2243069 w 12192000"/>
              <a:gd name="connsiteY138" fmla="*/ 2015111 h 2237474"/>
              <a:gd name="connsiteX139" fmla="*/ 2186609 w 12192000"/>
              <a:gd name="connsiteY139" fmla="*/ 2008263 h 2237474"/>
              <a:gd name="connsiteX140" fmla="*/ 2164831 w 12192000"/>
              <a:gd name="connsiteY140" fmla="*/ 2010143 h 2237474"/>
              <a:gd name="connsiteX141" fmla="*/ 2152836 w 12192000"/>
              <a:gd name="connsiteY141" fmla="*/ 2010048 h 2237474"/>
              <a:gd name="connsiteX142" fmla="*/ 2117102 w 12192000"/>
              <a:gd name="connsiteY142" fmla="*/ 2023004 h 2237474"/>
              <a:gd name="connsiteX143" fmla="*/ 2111935 w 12192000"/>
              <a:gd name="connsiteY143" fmla="*/ 2023163 h 2237474"/>
              <a:gd name="connsiteX144" fmla="*/ 2089991 w 12192000"/>
              <a:gd name="connsiteY144" fmla="*/ 2034193 h 2237474"/>
              <a:gd name="connsiteX145" fmla="*/ 2058061 w 12192000"/>
              <a:gd name="connsiteY145" fmla="*/ 2047942 h 2237474"/>
              <a:gd name="connsiteX146" fmla="*/ 2055737 w 12192000"/>
              <a:gd name="connsiteY146" fmla="*/ 2047704 h 2237474"/>
              <a:gd name="connsiteX147" fmla="*/ 2042244 w 12192000"/>
              <a:gd name="connsiteY147" fmla="*/ 2055560 h 2237474"/>
              <a:gd name="connsiteX148" fmla="*/ 1976224 w 12192000"/>
              <a:gd name="connsiteY148" fmla="*/ 2074257 h 2237474"/>
              <a:gd name="connsiteX149" fmla="*/ 1877728 w 12192000"/>
              <a:gd name="connsiteY149" fmla="*/ 2101004 h 2237474"/>
              <a:gd name="connsiteX150" fmla="*/ 1759056 w 12192000"/>
              <a:gd name="connsiteY150" fmla="*/ 2125608 h 2237474"/>
              <a:gd name="connsiteX151" fmla="*/ 1637948 w 12192000"/>
              <a:gd name="connsiteY151" fmla="*/ 2172597 h 2237474"/>
              <a:gd name="connsiteX152" fmla="*/ 1434549 w 12192000"/>
              <a:gd name="connsiteY152" fmla="*/ 2234522 h 2237474"/>
              <a:gd name="connsiteX153" fmla="*/ 1398481 w 12192000"/>
              <a:gd name="connsiteY153" fmla="*/ 2237074 h 2237474"/>
              <a:gd name="connsiteX154" fmla="*/ 1398407 w 12192000"/>
              <a:gd name="connsiteY154" fmla="*/ 2237095 h 2237474"/>
              <a:gd name="connsiteX155" fmla="*/ 1370962 w 12192000"/>
              <a:gd name="connsiteY155" fmla="*/ 2237474 h 2237474"/>
              <a:gd name="connsiteX156" fmla="*/ 1356367 w 12192000"/>
              <a:gd name="connsiteY156" fmla="*/ 2235089 h 2237474"/>
              <a:gd name="connsiteX157" fmla="*/ 1324828 w 12192000"/>
              <a:gd name="connsiteY157" fmla="*/ 2231968 h 2237474"/>
              <a:gd name="connsiteX158" fmla="*/ 1297744 w 12192000"/>
              <a:gd name="connsiteY158" fmla="*/ 2235849 h 2237474"/>
              <a:gd name="connsiteX159" fmla="*/ 1286236 w 12192000"/>
              <a:gd name="connsiteY159" fmla="*/ 2233135 h 2237474"/>
              <a:gd name="connsiteX160" fmla="*/ 1283504 w 12192000"/>
              <a:gd name="connsiteY160" fmla="*/ 2233797 h 2237474"/>
              <a:gd name="connsiteX161" fmla="*/ 1279765 w 12192000"/>
              <a:gd name="connsiteY161" fmla="*/ 2229639 h 2237474"/>
              <a:gd name="connsiteX162" fmla="*/ 1195347 w 12192000"/>
              <a:gd name="connsiteY162" fmla="*/ 2212354 h 2237474"/>
              <a:gd name="connsiteX163" fmla="*/ 970251 w 12192000"/>
              <a:gd name="connsiteY163" fmla="*/ 2221029 h 2237474"/>
              <a:gd name="connsiteX164" fmla="*/ 812914 w 12192000"/>
              <a:gd name="connsiteY164" fmla="*/ 2202752 h 2237474"/>
              <a:gd name="connsiteX165" fmla="*/ 800195 w 12192000"/>
              <a:gd name="connsiteY165" fmla="*/ 2209407 h 2237474"/>
              <a:gd name="connsiteX166" fmla="*/ 784978 w 12192000"/>
              <a:gd name="connsiteY166" fmla="*/ 2212360 h 2237474"/>
              <a:gd name="connsiteX167" fmla="*/ 681987 w 12192000"/>
              <a:gd name="connsiteY167" fmla="*/ 2216757 h 2237474"/>
              <a:gd name="connsiteX168" fmla="*/ 669923 w 12192000"/>
              <a:gd name="connsiteY168" fmla="*/ 2211682 h 2237474"/>
              <a:gd name="connsiteX169" fmla="*/ 648680 w 12192000"/>
              <a:gd name="connsiteY169" fmla="*/ 2206229 h 2237474"/>
              <a:gd name="connsiteX170" fmla="*/ 597225 w 12192000"/>
              <a:gd name="connsiteY170" fmla="*/ 2180999 h 2237474"/>
              <a:gd name="connsiteX171" fmla="*/ 558449 w 12192000"/>
              <a:gd name="connsiteY171" fmla="*/ 2182346 h 2237474"/>
              <a:gd name="connsiteX172" fmla="*/ 550517 w 12192000"/>
              <a:gd name="connsiteY172" fmla="*/ 2182060 h 2237474"/>
              <a:gd name="connsiteX173" fmla="*/ 550309 w 12192000"/>
              <a:gd name="connsiteY173" fmla="*/ 2181825 h 2237474"/>
              <a:gd name="connsiteX174" fmla="*/ 541836 w 12192000"/>
              <a:gd name="connsiteY174" fmla="*/ 2181063 h 2237474"/>
              <a:gd name="connsiteX175" fmla="*/ 536057 w 12192000"/>
              <a:gd name="connsiteY175" fmla="*/ 2181537 h 2237474"/>
              <a:gd name="connsiteX176" fmla="*/ 520671 w 12192000"/>
              <a:gd name="connsiteY176" fmla="*/ 2180980 h 2237474"/>
              <a:gd name="connsiteX177" fmla="*/ 515024 w 12192000"/>
              <a:gd name="connsiteY177" fmla="*/ 2179258 h 2237474"/>
              <a:gd name="connsiteX178" fmla="*/ 512278 w 12192000"/>
              <a:gd name="connsiteY178" fmla="*/ 2176369 h 2237474"/>
              <a:gd name="connsiteX179" fmla="*/ 480419 w 12192000"/>
              <a:gd name="connsiteY179" fmla="*/ 2167807 h 2237474"/>
              <a:gd name="connsiteX180" fmla="*/ 413835 w 12192000"/>
              <a:gd name="connsiteY180" fmla="*/ 2156783 h 2237474"/>
              <a:gd name="connsiteX181" fmla="*/ 376513 w 12192000"/>
              <a:gd name="connsiteY181" fmla="*/ 2154014 h 2237474"/>
              <a:gd name="connsiteX182" fmla="*/ 273386 w 12192000"/>
              <a:gd name="connsiteY182" fmla="*/ 2142551 h 2237474"/>
              <a:gd name="connsiteX183" fmla="*/ 169207 w 12192000"/>
              <a:gd name="connsiteY183" fmla="*/ 2128100 h 2237474"/>
              <a:gd name="connsiteX184" fmla="*/ 93149 w 12192000"/>
              <a:gd name="connsiteY184" fmla="*/ 2105324 h 2237474"/>
              <a:gd name="connsiteX185" fmla="*/ 88109 w 12192000"/>
              <a:gd name="connsiteY185" fmla="*/ 2106704 h 2237474"/>
              <a:gd name="connsiteX186" fmla="*/ 80022 w 12192000"/>
              <a:gd name="connsiteY186" fmla="*/ 2107254 h 2237474"/>
              <a:gd name="connsiteX187" fmla="*/ 79717 w 12192000"/>
              <a:gd name="connsiteY187" fmla="*/ 2107046 h 2237474"/>
              <a:gd name="connsiteX188" fmla="*/ 72352 w 12192000"/>
              <a:gd name="connsiteY188" fmla="*/ 2107991 h 2237474"/>
              <a:gd name="connsiteX189" fmla="*/ 37645 w 12192000"/>
              <a:gd name="connsiteY189" fmla="*/ 2115401 h 2237474"/>
              <a:gd name="connsiteX190" fmla="*/ 4572 w 12192000"/>
              <a:gd name="connsiteY190" fmla="*/ 2111091 h 2237474"/>
              <a:gd name="connsiteX191" fmla="*/ 0 w 12192000"/>
              <a:gd name="connsiteY191" fmla="*/ 2110468 h 2237474"/>
              <a:gd name="connsiteX192" fmla="*/ 0 w 12192000"/>
              <a:gd name="connsiteY19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44189 w 12192000"/>
              <a:gd name="connsiteY24" fmla="*/ 938966 h 2237474"/>
              <a:gd name="connsiteX25" fmla="*/ 9500499 w 12192000"/>
              <a:gd name="connsiteY25" fmla="*/ 954680 h 2237474"/>
              <a:gd name="connsiteX26" fmla="*/ 9428195 w 12192000"/>
              <a:gd name="connsiteY26" fmla="*/ 986225 h 2237474"/>
              <a:gd name="connsiteX27" fmla="*/ 9410017 w 12192000"/>
              <a:gd name="connsiteY27" fmla="*/ 993931 h 2237474"/>
              <a:gd name="connsiteX28" fmla="*/ 9392919 w 12192000"/>
              <a:gd name="connsiteY28" fmla="*/ 994656 h 2237474"/>
              <a:gd name="connsiteX29" fmla="*/ 9278619 w 12192000"/>
              <a:gd name="connsiteY29" fmla="*/ 1011878 h 2237474"/>
              <a:gd name="connsiteX30" fmla="*/ 9268019 w 12192000"/>
              <a:gd name="connsiteY30" fmla="*/ 1007442 h 2237474"/>
              <a:gd name="connsiteX31" fmla="*/ 9234662 w 12192000"/>
              <a:gd name="connsiteY31" fmla="*/ 1023056 h 2237474"/>
              <a:gd name="connsiteX32" fmla="*/ 9181033 w 12192000"/>
              <a:gd name="connsiteY32" fmla="*/ 1037921 h 2237474"/>
              <a:gd name="connsiteX33" fmla="*/ 9155969 w 12192000"/>
              <a:gd name="connsiteY33" fmla="*/ 1046804 h 2237474"/>
              <a:gd name="connsiteX34" fmla="*/ 9133985 w 12192000"/>
              <a:gd name="connsiteY34" fmla="*/ 1046450 h 2237474"/>
              <a:gd name="connsiteX35" fmla="*/ 9003462 w 12192000"/>
              <a:gd name="connsiteY35" fmla="*/ 1042406 h 2237474"/>
              <a:gd name="connsiteX36" fmla="*/ 8968445 w 12192000"/>
              <a:gd name="connsiteY36" fmla="*/ 1052169 h 2237474"/>
              <a:gd name="connsiteX37" fmla="*/ 8886001 w 12192000"/>
              <a:gd name="connsiteY37" fmla="*/ 1067468 h 2237474"/>
              <a:gd name="connsiteX38" fmla="*/ 8838610 w 12192000"/>
              <a:gd name="connsiteY38" fmla="*/ 1075091 h 2237474"/>
              <a:gd name="connsiteX39" fmla="*/ 8750383 w 12192000"/>
              <a:gd name="connsiteY39" fmla="*/ 1097387 h 2237474"/>
              <a:gd name="connsiteX40" fmla="*/ 8665605 w 12192000"/>
              <a:gd name="connsiteY40" fmla="*/ 1110791 h 2237474"/>
              <a:gd name="connsiteX41" fmla="*/ 8584946 w 12192000"/>
              <a:gd name="connsiteY41" fmla="*/ 1135226 h 2237474"/>
              <a:gd name="connsiteX42" fmla="*/ 8460755 w 12192000"/>
              <a:gd name="connsiteY42" fmla="*/ 1203427 h 2237474"/>
              <a:gd name="connsiteX43" fmla="*/ 8419755 w 12192000"/>
              <a:gd name="connsiteY43" fmla="*/ 1216260 h 2237474"/>
              <a:gd name="connsiteX44" fmla="*/ 8411626 w 12192000"/>
              <a:gd name="connsiteY44" fmla="*/ 1214397 h 2237474"/>
              <a:gd name="connsiteX45" fmla="*/ 8363469 w 12192000"/>
              <a:gd name="connsiteY45" fmla="*/ 1246658 h 2237474"/>
              <a:gd name="connsiteX46" fmla="*/ 8275497 w 12192000"/>
              <a:gd name="connsiteY46" fmla="*/ 1264396 h 2237474"/>
              <a:gd name="connsiteX47" fmla="*/ 8206287 w 12192000"/>
              <a:gd name="connsiteY47" fmla="*/ 1273060 h 2237474"/>
              <a:gd name="connsiteX48" fmla="*/ 8139997 w 12192000"/>
              <a:gd name="connsiteY48" fmla="*/ 1282713 h 2237474"/>
              <a:gd name="connsiteX49" fmla="*/ 8074238 w 12192000"/>
              <a:gd name="connsiteY49" fmla="*/ 1301895 h 2237474"/>
              <a:gd name="connsiteX50" fmla="*/ 7942099 w 12192000"/>
              <a:gd name="connsiteY50" fmla="*/ 1336332 h 2237474"/>
              <a:gd name="connsiteX51" fmla="*/ 7902328 w 12192000"/>
              <a:gd name="connsiteY51" fmla="*/ 1345865 h 2237474"/>
              <a:gd name="connsiteX52" fmla="*/ 7840612 w 12192000"/>
              <a:gd name="connsiteY52" fmla="*/ 1369373 h 2237474"/>
              <a:gd name="connsiteX53" fmla="*/ 7786819 w 12192000"/>
              <a:gd name="connsiteY53" fmla="*/ 1378970 h 2237474"/>
              <a:gd name="connsiteX54" fmla="*/ 7548172 w 12192000"/>
              <a:gd name="connsiteY54" fmla="*/ 1417460 h 2237474"/>
              <a:gd name="connsiteX55" fmla="*/ 7483437 w 12192000"/>
              <a:gd name="connsiteY55" fmla="*/ 1478152 h 2237474"/>
              <a:gd name="connsiteX56" fmla="*/ 7377870 w 12192000"/>
              <a:gd name="connsiteY56" fmla="*/ 1523319 h 2237474"/>
              <a:gd name="connsiteX57" fmla="*/ 7230737 w 12192000"/>
              <a:gd name="connsiteY57" fmla="*/ 1562633 h 2237474"/>
              <a:gd name="connsiteX58" fmla="*/ 7224458 w 12192000"/>
              <a:gd name="connsiteY58" fmla="*/ 1573008 h 2237474"/>
              <a:gd name="connsiteX59" fmla="*/ 7183121 w 12192000"/>
              <a:gd name="connsiteY59" fmla="*/ 1595162 h 2237474"/>
              <a:gd name="connsiteX60" fmla="*/ 7164601 w 12192000"/>
              <a:gd name="connsiteY60" fmla="*/ 1606490 h 2237474"/>
              <a:gd name="connsiteX61" fmla="*/ 7031309 w 12192000"/>
              <a:gd name="connsiteY61" fmla="*/ 1619451 h 2237474"/>
              <a:gd name="connsiteX62" fmla="*/ 6900177 w 12192000"/>
              <a:gd name="connsiteY62" fmla="*/ 1636016 h 2237474"/>
              <a:gd name="connsiteX63" fmla="*/ 6795372 w 12192000"/>
              <a:gd name="connsiteY63" fmla="*/ 1644845 h 2237474"/>
              <a:gd name="connsiteX64" fmla="*/ 6692251 w 12192000"/>
              <a:gd name="connsiteY64" fmla="*/ 1656357 h 2237474"/>
              <a:gd name="connsiteX65" fmla="*/ 6655235 w 12192000"/>
              <a:gd name="connsiteY65" fmla="*/ 1661869 h 2237474"/>
              <a:gd name="connsiteX66" fmla="*/ 6554894 w 12192000"/>
              <a:gd name="connsiteY66" fmla="*/ 1664428 h 2237474"/>
              <a:gd name="connsiteX67" fmla="*/ 6516595 w 12192000"/>
              <a:gd name="connsiteY67" fmla="*/ 1667475 h 2237474"/>
              <a:gd name="connsiteX68" fmla="*/ 6508541 w 12192000"/>
              <a:gd name="connsiteY68" fmla="*/ 1668757 h 2237474"/>
              <a:gd name="connsiteX69" fmla="*/ 6471012 w 12192000"/>
              <a:gd name="connsiteY69" fmla="*/ 1678604 h 2237474"/>
              <a:gd name="connsiteX70" fmla="*/ 6364035 w 12192000"/>
              <a:gd name="connsiteY70" fmla="*/ 1667683 h 2237474"/>
              <a:gd name="connsiteX71" fmla="*/ 6280959 w 12192000"/>
              <a:gd name="connsiteY71" fmla="*/ 1689329 h 2237474"/>
              <a:gd name="connsiteX72" fmla="*/ 6243319 w 12192000"/>
              <a:gd name="connsiteY72" fmla="*/ 1695560 h 2237474"/>
              <a:gd name="connsiteX73" fmla="*/ 6098321 w 12192000"/>
              <a:gd name="connsiteY73" fmla="*/ 1721646 h 2237474"/>
              <a:gd name="connsiteX74" fmla="*/ 5880652 w 12192000"/>
              <a:gd name="connsiteY74" fmla="*/ 1779643 h 2237474"/>
              <a:gd name="connsiteX75" fmla="*/ 5785959 w 12192000"/>
              <a:gd name="connsiteY75" fmla="*/ 1775307 h 2237474"/>
              <a:gd name="connsiteX76" fmla="*/ 5643534 w 12192000"/>
              <a:gd name="connsiteY76" fmla="*/ 1802919 h 2237474"/>
              <a:gd name="connsiteX77" fmla="*/ 5518799 w 12192000"/>
              <a:gd name="connsiteY77" fmla="*/ 1818312 h 2237474"/>
              <a:gd name="connsiteX78" fmla="*/ 5505014 w 12192000"/>
              <a:gd name="connsiteY78" fmla="*/ 1819259 h 2237474"/>
              <a:gd name="connsiteX79" fmla="*/ 5453307 w 12192000"/>
              <a:gd name="connsiteY79" fmla="*/ 1815450 h 2237474"/>
              <a:gd name="connsiteX80" fmla="*/ 5221533 w 12192000"/>
              <a:gd name="connsiteY80" fmla="*/ 1846950 h 2237474"/>
              <a:gd name="connsiteX81" fmla="*/ 5149802 w 12192000"/>
              <a:gd name="connsiteY81" fmla="*/ 1844846 h 2237474"/>
              <a:gd name="connsiteX82" fmla="*/ 5114927 w 12192000"/>
              <a:gd name="connsiteY82" fmla="*/ 1847827 h 2237474"/>
              <a:gd name="connsiteX83" fmla="*/ 5108970 w 12192000"/>
              <a:gd name="connsiteY83" fmla="*/ 1847935 h 2237474"/>
              <a:gd name="connsiteX84" fmla="*/ 5067961 w 12192000"/>
              <a:gd name="connsiteY84" fmla="*/ 1845917 h 2237474"/>
              <a:gd name="connsiteX85" fmla="*/ 5007075 w 12192000"/>
              <a:gd name="connsiteY85" fmla="*/ 1838626 h 2237474"/>
              <a:gd name="connsiteX86" fmla="*/ 4944087 w 12192000"/>
              <a:gd name="connsiteY86" fmla="*/ 1823332 h 2237474"/>
              <a:gd name="connsiteX87" fmla="*/ 4907662 w 12192000"/>
              <a:gd name="connsiteY87" fmla="*/ 1816900 h 2237474"/>
              <a:gd name="connsiteX88" fmla="*/ 4882386 w 12192000"/>
              <a:gd name="connsiteY88" fmla="*/ 1809844 h 2237474"/>
              <a:gd name="connsiteX89" fmla="*/ 4811440 w 12192000"/>
              <a:gd name="connsiteY89" fmla="*/ 1804655 h 2237474"/>
              <a:gd name="connsiteX90" fmla="*/ 4691075 w 12192000"/>
              <a:gd name="connsiteY90" fmla="*/ 1801389 h 2237474"/>
              <a:gd name="connsiteX91" fmla="*/ 4611738 w 12192000"/>
              <a:gd name="connsiteY91" fmla="*/ 1776964 h 2237474"/>
              <a:gd name="connsiteX92" fmla="*/ 4560070 w 12192000"/>
              <a:gd name="connsiteY92" fmla="*/ 1785640 h 2237474"/>
              <a:gd name="connsiteX93" fmla="*/ 4536503 w 12192000"/>
              <a:gd name="connsiteY93" fmla="*/ 1785334 h 2237474"/>
              <a:gd name="connsiteX94" fmla="*/ 4513724 w 12192000"/>
              <a:gd name="connsiteY94" fmla="*/ 1791996 h 2237474"/>
              <a:gd name="connsiteX95" fmla="*/ 4459810 w 12192000"/>
              <a:gd name="connsiteY95" fmla="*/ 1797886 h 2237474"/>
              <a:gd name="connsiteX96" fmla="*/ 4379064 w 12192000"/>
              <a:gd name="connsiteY96" fmla="*/ 1817177 h 2237474"/>
              <a:gd name="connsiteX97" fmla="*/ 4290981 w 12192000"/>
              <a:gd name="connsiteY97" fmla="*/ 1839677 h 2237474"/>
              <a:gd name="connsiteX98" fmla="*/ 4238372 w 12192000"/>
              <a:gd name="connsiteY98" fmla="*/ 1851480 h 2237474"/>
              <a:gd name="connsiteX99" fmla="*/ 4232517 w 12192000"/>
              <a:gd name="connsiteY99" fmla="*/ 1852567 h 2237474"/>
              <a:gd name="connsiteX100" fmla="*/ 4191732 w 12192000"/>
              <a:gd name="connsiteY100" fmla="*/ 1857328 h 2237474"/>
              <a:gd name="connsiteX101" fmla="*/ 4065532 w 12192000"/>
              <a:gd name="connsiteY101" fmla="*/ 1855477 h 2237474"/>
              <a:gd name="connsiteX102" fmla="*/ 4028460 w 12192000"/>
              <a:gd name="connsiteY102" fmla="*/ 1855137 h 2237474"/>
              <a:gd name="connsiteX103" fmla="*/ 4002267 w 12192000"/>
              <a:gd name="connsiteY103" fmla="*/ 1852352 h 2237474"/>
              <a:gd name="connsiteX104" fmla="*/ 3931396 w 12192000"/>
              <a:gd name="connsiteY104" fmla="*/ 1858915 h 2237474"/>
              <a:gd name="connsiteX105" fmla="*/ 3812162 w 12192000"/>
              <a:gd name="connsiteY105" fmla="*/ 1875501 h 2237474"/>
              <a:gd name="connsiteX106" fmla="*/ 3729530 w 12192000"/>
              <a:gd name="connsiteY106" fmla="*/ 1864513 h 2237474"/>
              <a:gd name="connsiteX107" fmla="*/ 3680177 w 12192000"/>
              <a:gd name="connsiteY107" fmla="*/ 1881552 h 2237474"/>
              <a:gd name="connsiteX108" fmla="*/ 3567259 w 12192000"/>
              <a:gd name="connsiteY108" fmla="*/ 1893482 h 2237474"/>
              <a:gd name="connsiteX109" fmla="*/ 3405770 w 12192000"/>
              <a:gd name="connsiteY109" fmla="*/ 1904591 h 2237474"/>
              <a:gd name="connsiteX110" fmla="*/ 3280097 w 12192000"/>
              <a:gd name="connsiteY110" fmla="*/ 1919610 h 2237474"/>
              <a:gd name="connsiteX111" fmla="*/ 3123424 w 12192000"/>
              <a:gd name="connsiteY111" fmla="*/ 1952930 h 2237474"/>
              <a:gd name="connsiteX112" fmla="*/ 3009910 w 12192000"/>
              <a:gd name="connsiteY112" fmla="*/ 1957866 h 2237474"/>
              <a:gd name="connsiteX113" fmla="*/ 2995934 w 12192000"/>
              <a:gd name="connsiteY113" fmla="*/ 1967085 h 2237474"/>
              <a:gd name="connsiteX114" fmla="*/ 2980071 w 12192000"/>
              <a:gd name="connsiteY114" fmla="*/ 1972988 h 2237474"/>
              <a:gd name="connsiteX115" fmla="*/ 2978094 w 12192000"/>
              <a:gd name="connsiteY115" fmla="*/ 1972369 h 2237474"/>
              <a:gd name="connsiteX116" fmla="*/ 2942858 w 12192000"/>
              <a:gd name="connsiteY116" fmla="*/ 1981367 h 2237474"/>
              <a:gd name="connsiteX117" fmla="*/ 2875436 w 12192000"/>
              <a:gd name="connsiteY117" fmla="*/ 1996977 h 2237474"/>
              <a:gd name="connsiteX118" fmla="*/ 2874892 w 12192000"/>
              <a:gd name="connsiteY118" fmla="*/ 1996085 h 2237474"/>
              <a:gd name="connsiteX119" fmla="*/ 2864145 w 12192000"/>
              <a:gd name="connsiteY119" fmla="*/ 1994061 h 2237474"/>
              <a:gd name="connsiteX120" fmla="*/ 2843662 w 12192000"/>
              <a:gd name="connsiteY120" fmla="*/ 1992498 h 2237474"/>
              <a:gd name="connsiteX121" fmla="*/ 2796128 w 12192000"/>
              <a:gd name="connsiteY121" fmla="*/ 1976403 h 2237474"/>
              <a:gd name="connsiteX122" fmla="*/ 2756784 w 12192000"/>
              <a:gd name="connsiteY122" fmla="*/ 1985116 h 2237474"/>
              <a:gd name="connsiteX123" fmla="*/ 2748833 w 12192000"/>
              <a:gd name="connsiteY123" fmla="*/ 1986323 h 2237474"/>
              <a:gd name="connsiteX124" fmla="*/ 2748661 w 12192000"/>
              <a:gd name="connsiteY124" fmla="*/ 1986122 h 2237474"/>
              <a:gd name="connsiteX125" fmla="*/ 2740251 w 12192000"/>
              <a:gd name="connsiteY125" fmla="*/ 1986946 h 2237474"/>
              <a:gd name="connsiteX126" fmla="*/ 2718916 w 12192000"/>
              <a:gd name="connsiteY126" fmla="*/ 1990867 h 2237474"/>
              <a:gd name="connsiteX127" fmla="*/ 2713522 w 12192000"/>
              <a:gd name="connsiteY127" fmla="*/ 1990173 h 2237474"/>
              <a:gd name="connsiteX128" fmla="*/ 2680597 w 12192000"/>
              <a:gd name="connsiteY128" fmla="*/ 1984996 h 2237474"/>
              <a:gd name="connsiteX129" fmla="*/ 2578178 w 12192000"/>
              <a:gd name="connsiteY129" fmla="*/ 1990531 h 2237474"/>
              <a:gd name="connsiteX130" fmla="*/ 2476147 w 12192000"/>
              <a:gd name="connsiteY130" fmla="*/ 1998305 h 2237474"/>
              <a:gd name="connsiteX131" fmla="*/ 2373568 w 12192000"/>
              <a:gd name="connsiteY131" fmla="*/ 2003219 h 2237474"/>
              <a:gd name="connsiteX132" fmla="*/ 2321399 w 12192000"/>
              <a:gd name="connsiteY132" fmla="*/ 1989467 h 2237474"/>
              <a:gd name="connsiteX133" fmla="*/ 2315525 w 12192000"/>
              <a:gd name="connsiteY133" fmla="*/ 1989708 h 2237474"/>
              <a:gd name="connsiteX134" fmla="*/ 2300792 w 12192000"/>
              <a:gd name="connsiteY134" fmla="*/ 1994290 h 2237474"/>
              <a:gd name="connsiteX135" fmla="*/ 2295469 w 12192000"/>
              <a:gd name="connsiteY135" fmla="*/ 1996659 h 2237474"/>
              <a:gd name="connsiteX136" fmla="*/ 2287219 w 12192000"/>
              <a:gd name="connsiteY136" fmla="*/ 1998750 h 2237474"/>
              <a:gd name="connsiteX137" fmla="*/ 2286948 w 12192000"/>
              <a:gd name="connsiteY137" fmla="*/ 1998596 h 2237474"/>
              <a:gd name="connsiteX138" fmla="*/ 2243069 w 12192000"/>
              <a:gd name="connsiteY138" fmla="*/ 2015111 h 2237474"/>
              <a:gd name="connsiteX139" fmla="*/ 2186609 w 12192000"/>
              <a:gd name="connsiteY139" fmla="*/ 2008263 h 2237474"/>
              <a:gd name="connsiteX140" fmla="*/ 2164831 w 12192000"/>
              <a:gd name="connsiteY140" fmla="*/ 2010143 h 2237474"/>
              <a:gd name="connsiteX141" fmla="*/ 2152836 w 12192000"/>
              <a:gd name="connsiteY141" fmla="*/ 2010048 h 2237474"/>
              <a:gd name="connsiteX142" fmla="*/ 2117102 w 12192000"/>
              <a:gd name="connsiteY142" fmla="*/ 2023004 h 2237474"/>
              <a:gd name="connsiteX143" fmla="*/ 2111935 w 12192000"/>
              <a:gd name="connsiteY143" fmla="*/ 2023163 h 2237474"/>
              <a:gd name="connsiteX144" fmla="*/ 2089991 w 12192000"/>
              <a:gd name="connsiteY144" fmla="*/ 2034193 h 2237474"/>
              <a:gd name="connsiteX145" fmla="*/ 2058061 w 12192000"/>
              <a:gd name="connsiteY145" fmla="*/ 2047942 h 2237474"/>
              <a:gd name="connsiteX146" fmla="*/ 2055737 w 12192000"/>
              <a:gd name="connsiteY146" fmla="*/ 2047704 h 2237474"/>
              <a:gd name="connsiteX147" fmla="*/ 2042244 w 12192000"/>
              <a:gd name="connsiteY147" fmla="*/ 2055560 h 2237474"/>
              <a:gd name="connsiteX148" fmla="*/ 1976224 w 12192000"/>
              <a:gd name="connsiteY148" fmla="*/ 2074257 h 2237474"/>
              <a:gd name="connsiteX149" fmla="*/ 1877728 w 12192000"/>
              <a:gd name="connsiteY149" fmla="*/ 2101004 h 2237474"/>
              <a:gd name="connsiteX150" fmla="*/ 1759056 w 12192000"/>
              <a:gd name="connsiteY150" fmla="*/ 2125608 h 2237474"/>
              <a:gd name="connsiteX151" fmla="*/ 1637948 w 12192000"/>
              <a:gd name="connsiteY151" fmla="*/ 2172597 h 2237474"/>
              <a:gd name="connsiteX152" fmla="*/ 1434549 w 12192000"/>
              <a:gd name="connsiteY152" fmla="*/ 2234522 h 2237474"/>
              <a:gd name="connsiteX153" fmla="*/ 1398481 w 12192000"/>
              <a:gd name="connsiteY153" fmla="*/ 2237074 h 2237474"/>
              <a:gd name="connsiteX154" fmla="*/ 1398407 w 12192000"/>
              <a:gd name="connsiteY154" fmla="*/ 2237095 h 2237474"/>
              <a:gd name="connsiteX155" fmla="*/ 1370962 w 12192000"/>
              <a:gd name="connsiteY155" fmla="*/ 2237474 h 2237474"/>
              <a:gd name="connsiteX156" fmla="*/ 1356367 w 12192000"/>
              <a:gd name="connsiteY156" fmla="*/ 2235089 h 2237474"/>
              <a:gd name="connsiteX157" fmla="*/ 1324828 w 12192000"/>
              <a:gd name="connsiteY157" fmla="*/ 2231968 h 2237474"/>
              <a:gd name="connsiteX158" fmla="*/ 1297744 w 12192000"/>
              <a:gd name="connsiteY158" fmla="*/ 2235849 h 2237474"/>
              <a:gd name="connsiteX159" fmla="*/ 1286236 w 12192000"/>
              <a:gd name="connsiteY159" fmla="*/ 2233135 h 2237474"/>
              <a:gd name="connsiteX160" fmla="*/ 1283504 w 12192000"/>
              <a:gd name="connsiteY160" fmla="*/ 2233797 h 2237474"/>
              <a:gd name="connsiteX161" fmla="*/ 1279765 w 12192000"/>
              <a:gd name="connsiteY161" fmla="*/ 2229639 h 2237474"/>
              <a:gd name="connsiteX162" fmla="*/ 1195347 w 12192000"/>
              <a:gd name="connsiteY162" fmla="*/ 2212354 h 2237474"/>
              <a:gd name="connsiteX163" fmla="*/ 970251 w 12192000"/>
              <a:gd name="connsiteY163" fmla="*/ 2221029 h 2237474"/>
              <a:gd name="connsiteX164" fmla="*/ 812914 w 12192000"/>
              <a:gd name="connsiteY164" fmla="*/ 2202752 h 2237474"/>
              <a:gd name="connsiteX165" fmla="*/ 800195 w 12192000"/>
              <a:gd name="connsiteY165" fmla="*/ 2209407 h 2237474"/>
              <a:gd name="connsiteX166" fmla="*/ 784978 w 12192000"/>
              <a:gd name="connsiteY166" fmla="*/ 2212360 h 2237474"/>
              <a:gd name="connsiteX167" fmla="*/ 681987 w 12192000"/>
              <a:gd name="connsiteY167" fmla="*/ 2216757 h 2237474"/>
              <a:gd name="connsiteX168" fmla="*/ 669923 w 12192000"/>
              <a:gd name="connsiteY168" fmla="*/ 2211682 h 2237474"/>
              <a:gd name="connsiteX169" fmla="*/ 648680 w 12192000"/>
              <a:gd name="connsiteY169" fmla="*/ 2206229 h 2237474"/>
              <a:gd name="connsiteX170" fmla="*/ 597225 w 12192000"/>
              <a:gd name="connsiteY170" fmla="*/ 2180999 h 2237474"/>
              <a:gd name="connsiteX171" fmla="*/ 558449 w 12192000"/>
              <a:gd name="connsiteY171" fmla="*/ 2182346 h 2237474"/>
              <a:gd name="connsiteX172" fmla="*/ 550517 w 12192000"/>
              <a:gd name="connsiteY172" fmla="*/ 2182060 h 2237474"/>
              <a:gd name="connsiteX173" fmla="*/ 550309 w 12192000"/>
              <a:gd name="connsiteY173" fmla="*/ 2181825 h 2237474"/>
              <a:gd name="connsiteX174" fmla="*/ 541836 w 12192000"/>
              <a:gd name="connsiteY174" fmla="*/ 2181063 h 2237474"/>
              <a:gd name="connsiteX175" fmla="*/ 536057 w 12192000"/>
              <a:gd name="connsiteY175" fmla="*/ 2181537 h 2237474"/>
              <a:gd name="connsiteX176" fmla="*/ 520671 w 12192000"/>
              <a:gd name="connsiteY176" fmla="*/ 2180980 h 2237474"/>
              <a:gd name="connsiteX177" fmla="*/ 515024 w 12192000"/>
              <a:gd name="connsiteY177" fmla="*/ 2179258 h 2237474"/>
              <a:gd name="connsiteX178" fmla="*/ 512278 w 12192000"/>
              <a:gd name="connsiteY178" fmla="*/ 2176369 h 2237474"/>
              <a:gd name="connsiteX179" fmla="*/ 480419 w 12192000"/>
              <a:gd name="connsiteY179" fmla="*/ 2167807 h 2237474"/>
              <a:gd name="connsiteX180" fmla="*/ 413835 w 12192000"/>
              <a:gd name="connsiteY180" fmla="*/ 2156783 h 2237474"/>
              <a:gd name="connsiteX181" fmla="*/ 376513 w 12192000"/>
              <a:gd name="connsiteY181" fmla="*/ 2154014 h 2237474"/>
              <a:gd name="connsiteX182" fmla="*/ 273386 w 12192000"/>
              <a:gd name="connsiteY182" fmla="*/ 2142551 h 2237474"/>
              <a:gd name="connsiteX183" fmla="*/ 169207 w 12192000"/>
              <a:gd name="connsiteY183" fmla="*/ 2128100 h 2237474"/>
              <a:gd name="connsiteX184" fmla="*/ 93149 w 12192000"/>
              <a:gd name="connsiteY184" fmla="*/ 2105324 h 2237474"/>
              <a:gd name="connsiteX185" fmla="*/ 88109 w 12192000"/>
              <a:gd name="connsiteY185" fmla="*/ 2106704 h 2237474"/>
              <a:gd name="connsiteX186" fmla="*/ 80022 w 12192000"/>
              <a:gd name="connsiteY186" fmla="*/ 2107254 h 2237474"/>
              <a:gd name="connsiteX187" fmla="*/ 79717 w 12192000"/>
              <a:gd name="connsiteY187" fmla="*/ 2107046 h 2237474"/>
              <a:gd name="connsiteX188" fmla="*/ 72352 w 12192000"/>
              <a:gd name="connsiteY188" fmla="*/ 2107991 h 2237474"/>
              <a:gd name="connsiteX189" fmla="*/ 37645 w 12192000"/>
              <a:gd name="connsiteY189" fmla="*/ 2115401 h 2237474"/>
              <a:gd name="connsiteX190" fmla="*/ 4572 w 12192000"/>
              <a:gd name="connsiteY190" fmla="*/ 2111091 h 2237474"/>
              <a:gd name="connsiteX191" fmla="*/ 0 w 12192000"/>
              <a:gd name="connsiteY191" fmla="*/ 2110468 h 2237474"/>
              <a:gd name="connsiteX192" fmla="*/ 0 w 12192000"/>
              <a:gd name="connsiteY19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44189 w 12192000"/>
              <a:gd name="connsiteY24" fmla="*/ 938966 h 2237474"/>
              <a:gd name="connsiteX25" fmla="*/ 9500499 w 12192000"/>
              <a:gd name="connsiteY25" fmla="*/ 954680 h 2237474"/>
              <a:gd name="connsiteX26" fmla="*/ 9428195 w 12192000"/>
              <a:gd name="connsiteY26" fmla="*/ 986225 h 2237474"/>
              <a:gd name="connsiteX27" fmla="*/ 9410017 w 12192000"/>
              <a:gd name="connsiteY27" fmla="*/ 993931 h 2237474"/>
              <a:gd name="connsiteX28" fmla="*/ 9392919 w 12192000"/>
              <a:gd name="connsiteY28" fmla="*/ 994656 h 2237474"/>
              <a:gd name="connsiteX29" fmla="*/ 9278619 w 12192000"/>
              <a:gd name="connsiteY29" fmla="*/ 1011878 h 2237474"/>
              <a:gd name="connsiteX30" fmla="*/ 9268019 w 12192000"/>
              <a:gd name="connsiteY30" fmla="*/ 1007442 h 2237474"/>
              <a:gd name="connsiteX31" fmla="*/ 9234662 w 12192000"/>
              <a:gd name="connsiteY31" fmla="*/ 1023056 h 2237474"/>
              <a:gd name="connsiteX32" fmla="*/ 9181033 w 12192000"/>
              <a:gd name="connsiteY32" fmla="*/ 1037921 h 2237474"/>
              <a:gd name="connsiteX33" fmla="*/ 9155969 w 12192000"/>
              <a:gd name="connsiteY33" fmla="*/ 1046804 h 2237474"/>
              <a:gd name="connsiteX34" fmla="*/ 9133985 w 12192000"/>
              <a:gd name="connsiteY34" fmla="*/ 1046450 h 2237474"/>
              <a:gd name="connsiteX35" fmla="*/ 9003462 w 12192000"/>
              <a:gd name="connsiteY35" fmla="*/ 1042406 h 2237474"/>
              <a:gd name="connsiteX36" fmla="*/ 8968445 w 12192000"/>
              <a:gd name="connsiteY36" fmla="*/ 1052169 h 2237474"/>
              <a:gd name="connsiteX37" fmla="*/ 8886001 w 12192000"/>
              <a:gd name="connsiteY37" fmla="*/ 1067468 h 2237474"/>
              <a:gd name="connsiteX38" fmla="*/ 8838610 w 12192000"/>
              <a:gd name="connsiteY38" fmla="*/ 1075091 h 2237474"/>
              <a:gd name="connsiteX39" fmla="*/ 8750383 w 12192000"/>
              <a:gd name="connsiteY39" fmla="*/ 1097387 h 2237474"/>
              <a:gd name="connsiteX40" fmla="*/ 8665605 w 12192000"/>
              <a:gd name="connsiteY40" fmla="*/ 1110791 h 2237474"/>
              <a:gd name="connsiteX41" fmla="*/ 8584946 w 12192000"/>
              <a:gd name="connsiteY41" fmla="*/ 1135226 h 2237474"/>
              <a:gd name="connsiteX42" fmla="*/ 8460755 w 12192000"/>
              <a:gd name="connsiteY42" fmla="*/ 1203427 h 2237474"/>
              <a:gd name="connsiteX43" fmla="*/ 8419755 w 12192000"/>
              <a:gd name="connsiteY43" fmla="*/ 1216260 h 2237474"/>
              <a:gd name="connsiteX44" fmla="*/ 8411626 w 12192000"/>
              <a:gd name="connsiteY44" fmla="*/ 1214397 h 2237474"/>
              <a:gd name="connsiteX45" fmla="*/ 8363469 w 12192000"/>
              <a:gd name="connsiteY45" fmla="*/ 1246658 h 2237474"/>
              <a:gd name="connsiteX46" fmla="*/ 8275497 w 12192000"/>
              <a:gd name="connsiteY46" fmla="*/ 1264396 h 2237474"/>
              <a:gd name="connsiteX47" fmla="*/ 8206287 w 12192000"/>
              <a:gd name="connsiteY47" fmla="*/ 1273060 h 2237474"/>
              <a:gd name="connsiteX48" fmla="*/ 8139997 w 12192000"/>
              <a:gd name="connsiteY48" fmla="*/ 1282713 h 2237474"/>
              <a:gd name="connsiteX49" fmla="*/ 8074238 w 12192000"/>
              <a:gd name="connsiteY49" fmla="*/ 1301895 h 2237474"/>
              <a:gd name="connsiteX50" fmla="*/ 7942099 w 12192000"/>
              <a:gd name="connsiteY50" fmla="*/ 1336332 h 2237474"/>
              <a:gd name="connsiteX51" fmla="*/ 7902328 w 12192000"/>
              <a:gd name="connsiteY51" fmla="*/ 1345865 h 2237474"/>
              <a:gd name="connsiteX52" fmla="*/ 7840612 w 12192000"/>
              <a:gd name="connsiteY52" fmla="*/ 1369373 h 2237474"/>
              <a:gd name="connsiteX53" fmla="*/ 7786819 w 12192000"/>
              <a:gd name="connsiteY53" fmla="*/ 1378970 h 2237474"/>
              <a:gd name="connsiteX54" fmla="*/ 7548172 w 12192000"/>
              <a:gd name="connsiteY54" fmla="*/ 1417460 h 2237474"/>
              <a:gd name="connsiteX55" fmla="*/ 7483437 w 12192000"/>
              <a:gd name="connsiteY55" fmla="*/ 1478152 h 2237474"/>
              <a:gd name="connsiteX56" fmla="*/ 7377870 w 12192000"/>
              <a:gd name="connsiteY56" fmla="*/ 1523319 h 2237474"/>
              <a:gd name="connsiteX57" fmla="*/ 7230737 w 12192000"/>
              <a:gd name="connsiteY57" fmla="*/ 1562633 h 2237474"/>
              <a:gd name="connsiteX58" fmla="*/ 7224458 w 12192000"/>
              <a:gd name="connsiteY58" fmla="*/ 1573008 h 2237474"/>
              <a:gd name="connsiteX59" fmla="*/ 7183121 w 12192000"/>
              <a:gd name="connsiteY59" fmla="*/ 1595162 h 2237474"/>
              <a:gd name="connsiteX60" fmla="*/ 7164601 w 12192000"/>
              <a:gd name="connsiteY60" fmla="*/ 1606490 h 2237474"/>
              <a:gd name="connsiteX61" fmla="*/ 7031309 w 12192000"/>
              <a:gd name="connsiteY61" fmla="*/ 1619451 h 2237474"/>
              <a:gd name="connsiteX62" fmla="*/ 6900177 w 12192000"/>
              <a:gd name="connsiteY62" fmla="*/ 1636016 h 2237474"/>
              <a:gd name="connsiteX63" fmla="*/ 6795372 w 12192000"/>
              <a:gd name="connsiteY63" fmla="*/ 1644845 h 2237474"/>
              <a:gd name="connsiteX64" fmla="*/ 6692251 w 12192000"/>
              <a:gd name="connsiteY64" fmla="*/ 1656357 h 2237474"/>
              <a:gd name="connsiteX65" fmla="*/ 6655235 w 12192000"/>
              <a:gd name="connsiteY65" fmla="*/ 1661869 h 2237474"/>
              <a:gd name="connsiteX66" fmla="*/ 6554894 w 12192000"/>
              <a:gd name="connsiteY66" fmla="*/ 1664428 h 2237474"/>
              <a:gd name="connsiteX67" fmla="*/ 6516595 w 12192000"/>
              <a:gd name="connsiteY67" fmla="*/ 1667475 h 2237474"/>
              <a:gd name="connsiteX68" fmla="*/ 6508541 w 12192000"/>
              <a:gd name="connsiteY68" fmla="*/ 1668757 h 2237474"/>
              <a:gd name="connsiteX69" fmla="*/ 6471012 w 12192000"/>
              <a:gd name="connsiteY69" fmla="*/ 1678604 h 2237474"/>
              <a:gd name="connsiteX70" fmla="*/ 6364035 w 12192000"/>
              <a:gd name="connsiteY70" fmla="*/ 1667683 h 2237474"/>
              <a:gd name="connsiteX71" fmla="*/ 6280959 w 12192000"/>
              <a:gd name="connsiteY71" fmla="*/ 1689329 h 2237474"/>
              <a:gd name="connsiteX72" fmla="*/ 6243319 w 12192000"/>
              <a:gd name="connsiteY72" fmla="*/ 1695560 h 2237474"/>
              <a:gd name="connsiteX73" fmla="*/ 6098321 w 12192000"/>
              <a:gd name="connsiteY73" fmla="*/ 1721646 h 2237474"/>
              <a:gd name="connsiteX74" fmla="*/ 5880652 w 12192000"/>
              <a:gd name="connsiteY74" fmla="*/ 1779643 h 2237474"/>
              <a:gd name="connsiteX75" fmla="*/ 5785959 w 12192000"/>
              <a:gd name="connsiteY75" fmla="*/ 1775307 h 2237474"/>
              <a:gd name="connsiteX76" fmla="*/ 5643534 w 12192000"/>
              <a:gd name="connsiteY76" fmla="*/ 1802919 h 2237474"/>
              <a:gd name="connsiteX77" fmla="*/ 5518799 w 12192000"/>
              <a:gd name="connsiteY77" fmla="*/ 1818312 h 2237474"/>
              <a:gd name="connsiteX78" fmla="*/ 5505014 w 12192000"/>
              <a:gd name="connsiteY78" fmla="*/ 1819259 h 2237474"/>
              <a:gd name="connsiteX79" fmla="*/ 5453307 w 12192000"/>
              <a:gd name="connsiteY79" fmla="*/ 1815450 h 2237474"/>
              <a:gd name="connsiteX80" fmla="*/ 5221533 w 12192000"/>
              <a:gd name="connsiteY80" fmla="*/ 1846950 h 2237474"/>
              <a:gd name="connsiteX81" fmla="*/ 5149802 w 12192000"/>
              <a:gd name="connsiteY81" fmla="*/ 1844846 h 2237474"/>
              <a:gd name="connsiteX82" fmla="*/ 5114927 w 12192000"/>
              <a:gd name="connsiteY82" fmla="*/ 1847827 h 2237474"/>
              <a:gd name="connsiteX83" fmla="*/ 5108970 w 12192000"/>
              <a:gd name="connsiteY83" fmla="*/ 1847935 h 2237474"/>
              <a:gd name="connsiteX84" fmla="*/ 5067961 w 12192000"/>
              <a:gd name="connsiteY84" fmla="*/ 1845917 h 2237474"/>
              <a:gd name="connsiteX85" fmla="*/ 5007075 w 12192000"/>
              <a:gd name="connsiteY85" fmla="*/ 1838626 h 2237474"/>
              <a:gd name="connsiteX86" fmla="*/ 4944087 w 12192000"/>
              <a:gd name="connsiteY86" fmla="*/ 1823332 h 2237474"/>
              <a:gd name="connsiteX87" fmla="*/ 4907662 w 12192000"/>
              <a:gd name="connsiteY87" fmla="*/ 1816900 h 2237474"/>
              <a:gd name="connsiteX88" fmla="*/ 4882386 w 12192000"/>
              <a:gd name="connsiteY88" fmla="*/ 1809844 h 2237474"/>
              <a:gd name="connsiteX89" fmla="*/ 4811440 w 12192000"/>
              <a:gd name="connsiteY89" fmla="*/ 1804655 h 2237474"/>
              <a:gd name="connsiteX90" fmla="*/ 4691075 w 12192000"/>
              <a:gd name="connsiteY90" fmla="*/ 1801389 h 2237474"/>
              <a:gd name="connsiteX91" fmla="*/ 4611738 w 12192000"/>
              <a:gd name="connsiteY91" fmla="*/ 1776964 h 2237474"/>
              <a:gd name="connsiteX92" fmla="*/ 4560070 w 12192000"/>
              <a:gd name="connsiteY92" fmla="*/ 1785640 h 2237474"/>
              <a:gd name="connsiteX93" fmla="*/ 4536503 w 12192000"/>
              <a:gd name="connsiteY93" fmla="*/ 1785334 h 2237474"/>
              <a:gd name="connsiteX94" fmla="*/ 4513724 w 12192000"/>
              <a:gd name="connsiteY94" fmla="*/ 1791996 h 2237474"/>
              <a:gd name="connsiteX95" fmla="*/ 4459810 w 12192000"/>
              <a:gd name="connsiteY95" fmla="*/ 1797886 h 2237474"/>
              <a:gd name="connsiteX96" fmla="*/ 4379064 w 12192000"/>
              <a:gd name="connsiteY96" fmla="*/ 1817177 h 2237474"/>
              <a:gd name="connsiteX97" fmla="*/ 4290981 w 12192000"/>
              <a:gd name="connsiteY97" fmla="*/ 1839677 h 2237474"/>
              <a:gd name="connsiteX98" fmla="*/ 4238372 w 12192000"/>
              <a:gd name="connsiteY98" fmla="*/ 1851480 h 2237474"/>
              <a:gd name="connsiteX99" fmla="*/ 4232517 w 12192000"/>
              <a:gd name="connsiteY99" fmla="*/ 1852567 h 2237474"/>
              <a:gd name="connsiteX100" fmla="*/ 4191732 w 12192000"/>
              <a:gd name="connsiteY100" fmla="*/ 1857328 h 2237474"/>
              <a:gd name="connsiteX101" fmla="*/ 4065532 w 12192000"/>
              <a:gd name="connsiteY101" fmla="*/ 1855477 h 2237474"/>
              <a:gd name="connsiteX102" fmla="*/ 4028460 w 12192000"/>
              <a:gd name="connsiteY102" fmla="*/ 1855137 h 2237474"/>
              <a:gd name="connsiteX103" fmla="*/ 4002267 w 12192000"/>
              <a:gd name="connsiteY103" fmla="*/ 1852352 h 2237474"/>
              <a:gd name="connsiteX104" fmla="*/ 3931396 w 12192000"/>
              <a:gd name="connsiteY104" fmla="*/ 1858915 h 2237474"/>
              <a:gd name="connsiteX105" fmla="*/ 3812162 w 12192000"/>
              <a:gd name="connsiteY105" fmla="*/ 1875501 h 2237474"/>
              <a:gd name="connsiteX106" fmla="*/ 3729530 w 12192000"/>
              <a:gd name="connsiteY106" fmla="*/ 1864513 h 2237474"/>
              <a:gd name="connsiteX107" fmla="*/ 3680177 w 12192000"/>
              <a:gd name="connsiteY107" fmla="*/ 1881552 h 2237474"/>
              <a:gd name="connsiteX108" fmla="*/ 3567259 w 12192000"/>
              <a:gd name="connsiteY108" fmla="*/ 1893482 h 2237474"/>
              <a:gd name="connsiteX109" fmla="*/ 3405770 w 12192000"/>
              <a:gd name="connsiteY109" fmla="*/ 1904591 h 2237474"/>
              <a:gd name="connsiteX110" fmla="*/ 3280097 w 12192000"/>
              <a:gd name="connsiteY110" fmla="*/ 1919610 h 2237474"/>
              <a:gd name="connsiteX111" fmla="*/ 3123424 w 12192000"/>
              <a:gd name="connsiteY111" fmla="*/ 1952930 h 2237474"/>
              <a:gd name="connsiteX112" fmla="*/ 3009910 w 12192000"/>
              <a:gd name="connsiteY112" fmla="*/ 1957866 h 2237474"/>
              <a:gd name="connsiteX113" fmla="*/ 2995934 w 12192000"/>
              <a:gd name="connsiteY113" fmla="*/ 1967085 h 2237474"/>
              <a:gd name="connsiteX114" fmla="*/ 2980071 w 12192000"/>
              <a:gd name="connsiteY114" fmla="*/ 1972988 h 2237474"/>
              <a:gd name="connsiteX115" fmla="*/ 2978094 w 12192000"/>
              <a:gd name="connsiteY115" fmla="*/ 1972369 h 2237474"/>
              <a:gd name="connsiteX116" fmla="*/ 2942858 w 12192000"/>
              <a:gd name="connsiteY116" fmla="*/ 1981367 h 2237474"/>
              <a:gd name="connsiteX117" fmla="*/ 2875436 w 12192000"/>
              <a:gd name="connsiteY117" fmla="*/ 1996977 h 2237474"/>
              <a:gd name="connsiteX118" fmla="*/ 2874892 w 12192000"/>
              <a:gd name="connsiteY118" fmla="*/ 1996085 h 2237474"/>
              <a:gd name="connsiteX119" fmla="*/ 2864145 w 12192000"/>
              <a:gd name="connsiteY119" fmla="*/ 1994061 h 2237474"/>
              <a:gd name="connsiteX120" fmla="*/ 2843662 w 12192000"/>
              <a:gd name="connsiteY120" fmla="*/ 1992498 h 2237474"/>
              <a:gd name="connsiteX121" fmla="*/ 2796128 w 12192000"/>
              <a:gd name="connsiteY121" fmla="*/ 1976403 h 2237474"/>
              <a:gd name="connsiteX122" fmla="*/ 2756784 w 12192000"/>
              <a:gd name="connsiteY122" fmla="*/ 1985116 h 2237474"/>
              <a:gd name="connsiteX123" fmla="*/ 2748833 w 12192000"/>
              <a:gd name="connsiteY123" fmla="*/ 1986323 h 2237474"/>
              <a:gd name="connsiteX124" fmla="*/ 2748661 w 12192000"/>
              <a:gd name="connsiteY124" fmla="*/ 1986122 h 2237474"/>
              <a:gd name="connsiteX125" fmla="*/ 2740251 w 12192000"/>
              <a:gd name="connsiteY125" fmla="*/ 1986946 h 2237474"/>
              <a:gd name="connsiteX126" fmla="*/ 2718916 w 12192000"/>
              <a:gd name="connsiteY126" fmla="*/ 1990867 h 2237474"/>
              <a:gd name="connsiteX127" fmla="*/ 2713522 w 12192000"/>
              <a:gd name="connsiteY127" fmla="*/ 1990173 h 2237474"/>
              <a:gd name="connsiteX128" fmla="*/ 2680597 w 12192000"/>
              <a:gd name="connsiteY128" fmla="*/ 1984996 h 2237474"/>
              <a:gd name="connsiteX129" fmla="*/ 2578178 w 12192000"/>
              <a:gd name="connsiteY129" fmla="*/ 1990531 h 2237474"/>
              <a:gd name="connsiteX130" fmla="*/ 2476147 w 12192000"/>
              <a:gd name="connsiteY130" fmla="*/ 1998305 h 2237474"/>
              <a:gd name="connsiteX131" fmla="*/ 2373568 w 12192000"/>
              <a:gd name="connsiteY131" fmla="*/ 2003219 h 2237474"/>
              <a:gd name="connsiteX132" fmla="*/ 2321399 w 12192000"/>
              <a:gd name="connsiteY132" fmla="*/ 1989467 h 2237474"/>
              <a:gd name="connsiteX133" fmla="*/ 2315525 w 12192000"/>
              <a:gd name="connsiteY133" fmla="*/ 1989708 h 2237474"/>
              <a:gd name="connsiteX134" fmla="*/ 2300792 w 12192000"/>
              <a:gd name="connsiteY134" fmla="*/ 1994290 h 2237474"/>
              <a:gd name="connsiteX135" fmla="*/ 2295469 w 12192000"/>
              <a:gd name="connsiteY135" fmla="*/ 1996659 h 2237474"/>
              <a:gd name="connsiteX136" fmla="*/ 2287219 w 12192000"/>
              <a:gd name="connsiteY136" fmla="*/ 1998750 h 2237474"/>
              <a:gd name="connsiteX137" fmla="*/ 2286948 w 12192000"/>
              <a:gd name="connsiteY137" fmla="*/ 1998596 h 2237474"/>
              <a:gd name="connsiteX138" fmla="*/ 2243069 w 12192000"/>
              <a:gd name="connsiteY138" fmla="*/ 2015111 h 2237474"/>
              <a:gd name="connsiteX139" fmla="*/ 2186609 w 12192000"/>
              <a:gd name="connsiteY139" fmla="*/ 2008263 h 2237474"/>
              <a:gd name="connsiteX140" fmla="*/ 2164831 w 12192000"/>
              <a:gd name="connsiteY140" fmla="*/ 2010143 h 2237474"/>
              <a:gd name="connsiteX141" fmla="*/ 2152836 w 12192000"/>
              <a:gd name="connsiteY141" fmla="*/ 2010048 h 2237474"/>
              <a:gd name="connsiteX142" fmla="*/ 2117102 w 12192000"/>
              <a:gd name="connsiteY142" fmla="*/ 2023004 h 2237474"/>
              <a:gd name="connsiteX143" fmla="*/ 2111935 w 12192000"/>
              <a:gd name="connsiteY143" fmla="*/ 2023163 h 2237474"/>
              <a:gd name="connsiteX144" fmla="*/ 2089991 w 12192000"/>
              <a:gd name="connsiteY144" fmla="*/ 2034193 h 2237474"/>
              <a:gd name="connsiteX145" fmla="*/ 2058061 w 12192000"/>
              <a:gd name="connsiteY145" fmla="*/ 2047942 h 2237474"/>
              <a:gd name="connsiteX146" fmla="*/ 2055737 w 12192000"/>
              <a:gd name="connsiteY146" fmla="*/ 2047704 h 2237474"/>
              <a:gd name="connsiteX147" fmla="*/ 2042244 w 12192000"/>
              <a:gd name="connsiteY147" fmla="*/ 2055560 h 2237474"/>
              <a:gd name="connsiteX148" fmla="*/ 1976224 w 12192000"/>
              <a:gd name="connsiteY148" fmla="*/ 2074257 h 2237474"/>
              <a:gd name="connsiteX149" fmla="*/ 1877728 w 12192000"/>
              <a:gd name="connsiteY149" fmla="*/ 2101004 h 2237474"/>
              <a:gd name="connsiteX150" fmla="*/ 1759056 w 12192000"/>
              <a:gd name="connsiteY150" fmla="*/ 2125608 h 2237474"/>
              <a:gd name="connsiteX151" fmla="*/ 1637948 w 12192000"/>
              <a:gd name="connsiteY151" fmla="*/ 2172597 h 2237474"/>
              <a:gd name="connsiteX152" fmla="*/ 1434549 w 12192000"/>
              <a:gd name="connsiteY152" fmla="*/ 2234522 h 2237474"/>
              <a:gd name="connsiteX153" fmla="*/ 1398481 w 12192000"/>
              <a:gd name="connsiteY153" fmla="*/ 2237074 h 2237474"/>
              <a:gd name="connsiteX154" fmla="*/ 1398407 w 12192000"/>
              <a:gd name="connsiteY154" fmla="*/ 2237095 h 2237474"/>
              <a:gd name="connsiteX155" fmla="*/ 1370962 w 12192000"/>
              <a:gd name="connsiteY155" fmla="*/ 2237474 h 2237474"/>
              <a:gd name="connsiteX156" fmla="*/ 1356367 w 12192000"/>
              <a:gd name="connsiteY156" fmla="*/ 2235089 h 2237474"/>
              <a:gd name="connsiteX157" fmla="*/ 1324828 w 12192000"/>
              <a:gd name="connsiteY157" fmla="*/ 2231968 h 2237474"/>
              <a:gd name="connsiteX158" fmla="*/ 1297744 w 12192000"/>
              <a:gd name="connsiteY158" fmla="*/ 2235849 h 2237474"/>
              <a:gd name="connsiteX159" fmla="*/ 1286236 w 12192000"/>
              <a:gd name="connsiteY159" fmla="*/ 2233135 h 2237474"/>
              <a:gd name="connsiteX160" fmla="*/ 1283504 w 12192000"/>
              <a:gd name="connsiteY160" fmla="*/ 2233797 h 2237474"/>
              <a:gd name="connsiteX161" fmla="*/ 1279765 w 12192000"/>
              <a:gd name="connsiteY161" fmla="*/ 2229639 h 2237474"/>
              <a:gd name="connsiteX162" fmla="*/ 1195347 w 12192000"/>
              <a:gd name="connsiteY162" fmla="*/ 2212354 h 2237474"/>
              <a:gd name="connsiteX163" fmla="*/ 970251 w 12192000"/>
              <a:gd name="connsiteY163" fmla="*/ 2221029 h 2237474"/>
              <a:gd name="connsiteX164" fmla="*/ 812914 w 12192000"/>
              <a:gd name="connsiteY164" fmla="*/ 2202752 h 2237474"/>
              <a:gd name="connsiteX165" fmla="*/ 800195 w 12192000"/>
              <a:gd name="connsiteY165" fmla="*/ 2209407 h 2237474"/>
              <a:gd name="connsiteX166" fmla="*/ 784978 w 12192000"/>
              <a:gd name="connsiteY166" fmla="*/ 2212360 h 2237474"/>
              <a:gd name="connsiteX167" fmla="*/ 681987 w 12192000"/>
              <a:gd name="connsiteY167" fmla="*/ 2216757 h 2237474"/>
              <a:gd name="connsiteX168" fmla="*/ 669923 w 12192000"/>
              <a:gd name="connsiteY168" fmla="*/ 2211682 h 2237474"/>
              <a:gd name="connsiteX169" fmla="*/ 648680 w 12192000"/>
              <a:gd name="connsiteY169" fmla="*/ 2206229 h 2237474"/>
              <a:gd name="connsiteX170" fmla="*/ 597225 w 12192000"/>
              <a:gd name="connsiteY170" fmla="*/ 2180999 h 2237474"/>
              <a:gd name="connsiteX171" fmla="*/ 558449 w 12192000"/>
              <a:gd name="connsiteY171" fmla="*/ 2182346 h 2237474"/>
              <a:gd name="connsiteX172" fmla="*/ 550517 w 12192000"/>
              <a:gd name="connsiteY172" fmla="*/ 2182060 h 2237474"/>
              <a:gd name="connsiteX173" fmla="*/ 550309 w 12192000"/>
              <a:gd name="connsiteY173" fmla="*/ 2181825 h 2237474"/>
              <a:gd name="connsiteX174" fmla="*/ 541836 w 12192000"/>
              <a:gd name="connsiteY174" fmla="*/ 2181063 h 2237474"/>
              <a:gd name="connsiteX175" fmla="*/ 536057 w 12192000"/>
              <a:gd name="connsiteY175" fmla="*/ 2181537 h 2237474"/>
              <a:gd name="connsiteX176" fmla="*/ 520671 w 12192000"/>
              <a:gd name="connsiteY176" fmla="*/ 2180980 h 2237474"/>
              <a:gd name="connsiteX177" fmla="*/ 515024 w 12192000"/>
              <a:gd name="connsiteY177" fmla="*/ 2179258 h 2237474"/>
              <a:gd name="connsiteX178" fmla="*/ 512278 w 12192000"/>
              <a:gd name="connsiteY178" fmla="*/ 2176369 h 2237474"/>
              <a:gd name="connsiteX179" fmla="*/ 480419 w 12192000"/>
              <a:gd name="connsiteY179" fmla="*/ 2167807 h 2237474"/>
              <a:gd name="connsiteX180" fmla="*/ 413835 w 12192000"/>
              <a:gd name="connsiteY180" fmla="*/ 2156783 h 2237474"/>
              <a:gd name="connsiteX181" fmla="*/ 376513 w 12192000"/>
              <a:gd name="connsiteY181" fmla="*/ 2154014 h 2237474"/>
              <a:gd name="connsiteX182" fmla="*/ 273386 w 12192000"/>
              <a:gd name="connsiteY182" fmla="*/ 2142551 h 2237474"/>
              <a:gd name="connsiteX183" fmla="*/ 169207 w 12192000"/>
              <a:gd name="connsiteY183" fmla="*/ 2128100 h 2237474"/>
              <a:gd name="connsiteX184" fmla="*/ 93149 w 12192000"/>
              <a:gd name="connsiteY184" fmla="*/ 2105324 h 2237474"/>
              <a:gd name="connsiteX185" fmla="*/ 88109 w 12192000"/>
              <a:gd name="connsiteY185" fmla="*/ 2106704 h 2237474"/>
              <a:gd name="connsiteX186" fmla="*/ 80022 w 12192000"/>
              <a:gd name="connsiteY186" fmla="*/ 2107254 h 2237474"/>
              <a:gd name="connsiteX187" fmla="*/ 79717 w 12192000"/>
              <a:gd name="connsiteY187" fmla="*/ 2107046 h 2237474"/>
              <a:gd name="connsiteX188" fmla="*/ 72352 w 12192000"/>
              <a:gd name="connsiteY188" fmla="*/ 2107991 h 2237474"/>
              <a:gd name="connsiteX189" fmla="*/ 37645 w 12192000"/>
              <a:gd name="connsiteY189" fmla="*/ 2115401 h 2237474"/>
              <a:gd name="connsiteX190" fmla="*/ 4572 w 12192000"/>
              <a:gd name="connsiteY190" fmla="*/ 2111091 h 2237474"/>
              <a:gd name="connsiteX191" fmla="*/ 0 w 12192000"/>
              <a:gd name="connsiteY191" fmla="*/ 2110468 h 2237474"/>
              <a:gd name="connsiteX192" fmla="*/ 0 w 12192000"/>
              <a:gd name="connsiteY19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44189 w 12192000"/>
              <a:gd name="connsiteY24" fmla="*/ 938966 h 2237474"/>
              <a:gd name="connsiteX25" fmla="*/ 9500499 w 12192000"/>
              <a:gd name="connsiteY25" fmla="*/ 954680 h 2237474"/>
              <a:gd name="connsiteX26" fmla="*/ 9428195 w 12192000"/>
              <a:gd name="connsiteY26" fmla="*/ 986225 h 2237474"/>
              <a:gd name="connsiteX27" fmla="*/ 9410017 w 12192000"/>
              <a:gd name="connsiteY27" fmla="*/ 993931 h 2237474"/>
              <a:gd name="connsiteX28" fmla="*/ 9392919 w 12192000"/>
              <a:gd name="connsiteY28" fmla="*/ 994656 h 2237474"/>
              <a:gd name="connsiteX29" fmla="*/ 9278619 w 12192000"/>
              <a:gd name="connsiteY29" fmla="*/ 1011878 h 2237474"/>
              <a:gd name="connsiteX30" fmla="*/ 9268019 w 12192000"/>
              <a:gd name="connsiteY30" fmla="*/ 1007442 h 2237474"/>
              <a:gd name="connsiteX31" fmla="*/ 9234662 w 12192000"/>
              <a:gd name="connsiteY31" fmla="*/ 1023056 h 2237474"/>
              <a:gd name="connsiteX32" fmla="*/ 9181033 w 12192000"/>
              <a:gd name="connsiteY32" fmla="*/ 1037921 h 2237474"/>
              <a:gd name="connsiteX33" fmla="*/ 9155969 w 12192000"/>
              <a:gd name="connsiteY33" fmla="*/ 1046804 h 2237474"/>
              <a:gd name="connsiteX34" fmla="*/ 9133985 w 12192000"/>
              <a:gd name="connsiteY34" fmla="*/ 1046450 h 2237474"/>
              <a:gd name="connsiteX35" fmla="*/ 9003462 w 12192000"/>
              <a:gd name="connsiteY35" fmla="*/ 1042406 h 2237474"/>
              <a:gd name="connsiteX36" fmla="*/ 8968445 w 12192000"/>
              <a:gd name="connsiteY36" fmla="*/ 1052169 h 2237474"/>
              <a:gd name="connsiteX37" fmla="*/ 8886001 w 12192000"/>
              <a:gd name="connsiteY37" fmla="*/ 1067468 h 2237474"/>
              <a:gd name="connsiteX38" fmla="*/ 8838610 w 12192000"/>
              <a:gd name="connsiteY38" fmla="*/ 1075091 h 2237474"/>
              <a:gd name="connsiteX39" fmla="*/ 8750383 w 12192000"/>
              <a:gd name="connsiteY39" fmla="*/ 1097387 h 2237474"/>
              <a:gd name="connsiteX40" fmla="*/ 8665605 w 12192000"/>
              <a:gd name="connsiteY40" fmla="*/ 1110791 h 2237474"/>
              <a:gd name="connsiteX41" fmla="*/ 8584946 w 12192000"/>
              <a:gd name="connsiteY41" fmla="*/ 1135226 h 2237474"/>
              <a:gd name="connsiteX42" fmla="*/ 8460755 w 12192000"/>
              <a:gd name="connsiteY42" fmla="*/ 1203427 h 2237474"/>
              <a:gd name="connsiteX43" fmla="*/ 8419755 w 12192000"/>
              <a:gd name="connsiteY43" fmla="*/ 1216260 h 2237474"/>
              <a:gd name="connsiteX44" fmla="*/ 8411626 w 12192000"/>
              <a:gd name="connsiteY44" fmla="*/ 1214397 h 2237474"/>
              <a:gd name="connsiteX45" fmla="*/ 8363469 w 12192000"/>
              <a:gd name="connsiteY45" fmla="*/ 1246658 h 2237474"/>
              <a:gd name="connsiteX46" fmla="*/ 8275497 w 12192000"/>
              <a:gd name="connsiteY46" fmla="*/ 1264396 h 2237474"/>
              <a:gd name="connsiteX47" fmla="*/ 8206287 w 12192000"/>
              <a:gd name="connsiteY47" fmla="*/ 1273060 h 2237474"/>
              <a:gd name="connsiteX48" fmla="*/ 8139997 w 12192000"/>
              <a:gd name="connsiteY48" fmla="*/ 1282713 h 2237474"/>
              <a:gd name="connsiteX49" fmla="*/ 8074238 w 12192000"/>
              <a:gd name="connsiteY49" fmla="*/ 1301895 h 2237474"/>
              <a:gd name="connsiteX50" fmla="*/ 7942099 w 12192000"/>
              <a:gd name="connsiteY50" fmla="*/ 1336332 h 2237474"/>
              <a:gd name="connsiteX51" fmla="*/ 7902328 w 12192000"/>
              <a:gd name="connsiteY51" fmla="*/ 1345865 h 2237474"/>
              <a:gd name="connsiteX52" fmla="*/ 7840612 w 12192000"/>
              <a:gd name="connsiteY52" fmla="*/ 1369373 h 2237474"/>
              <a:gd name="connsiteX53" fmla="*/ 7786819 w 12192000"/>
              <a:gd name="connsiteY53" fmla="*/ 1378970 h 2237474"/>
              <a:gd name="connsiteX54" fmla="*/ 7548172 w 12192000"/>
              <a:gd name="connsiteY54" fmla="*/ 1417460 h 2237474"/>
              <a:gd name="connsiteX55" fmla="*/ 7483437 w 12192000"/>
              <a:gd name="connsiteY55" fmla="*/ 1478152 h 2237474"/>
              <a:gd name="connsiteX56" fmla="*/ 7377870 w 12192000"/>
              <a:gd name="connsiteY56" fmla="*/ 1523319 h 2237474"/>
              <a:gd name="connsiteX57" fmla="*/ 7230737 w 12192000"/>
              <a:gd name="connsiteY57" fmla="*/ 1562633 h 2237474"/>
              <a:gd name="connsiteX58" fmla="*/ 7224458 w 12192000"/>
              <a:gd name="connsiteY58" fmla="*/ 1573008 h 2237474"/>
              <a:gd name="connsiteX59" fmla="*/ 7183121 w 12192000"/>
              <a:gd name="connsiteY59" fmla="*/ 1595162 h 2237474"/>
              <a:gd name="connsiteX60" fmla="*/ 7164601 w 12192000"/>
              <a:gd name="connsiteY60" fmla="*/ 1606490 h 2237474"/>
              <a:gd name="connsiteX61" fmla="*/ 7031309 w 12192000"/>
              <a:gd name="connsiteY61" fmla="*/ 1619451 h 2237474"/>
              <a:gd name="connsiteX62" fmla="*/ 6900177 w 12192000"/>
              <a:gd name="connsiteY62" fmla="*/ 1636016 h 2237474"/>
              <a:gd name="connsiteX63" fmla="*/ 6795372 w 12192000"/>
              <a:gd name="connsiteY63" fmla="*/ 1644845 h 2237474"/>
              <a:gd name="connsiteX64" fmla="*/ 6692251 w 12192000"/>
              <a:gd name="connsiteY64" fmla="*/ 1656357 h 2237474"/>
              <a:gd name="connsiteX65" fmla="*/ 6655235 w 12192000"/>
              <a:gd name="connsiteY65" fmla="*/ 1661869 h 2237474"/>
              <a:gd name="connsiteX66" fmla="*/ 6554894 w 12192000"/>
              <a:gd name="connsiteY66" fmla="*/ 1664428 h 2237474"/>
              <a:gd name="connsiteX67" fmla="*/ 6516595 w 12192000"/>
              <a:gd name="connsiteY67" fmla="*/ 1667475 h 2237474"/>
              <a:gd name="connsiteX68" fmla="*/ 6508541 w 12192000"/>
              <a:gd name="connsiteY68" fmla="*/ 1668757 h 2237474"/>
              <a:gd name="connsiteX69" fmla="*/ 6471012 w 12192000"/>
              <a:gd name="connsiteY69" fmla="*/ 1678604 h 2237474"/>
              <a:gd name="connsiteX70" fmla="*/ 6364035 w 12192000"/>
              <a:gd name="connsiteY70" fmla="*/ 1667683 h 2237474"/>
              <a:gd name="connsiteX71" fmla="*/ 6280959 w 12192000"/>
              <a:gd name="connsiteY71" fmla="*/ 1689329 h 2237474"/>
              <a:gd name="connsiteX72" fmla="*/ 6243319 w 12192000"/>
              <a:gd name="connsiteY72" fmla="*/ 1695560 h 2237474"/>
              <a:gd name="connsiteX73" fmla="*/ 6098321 w 12192000"/>
              <a:gd name="connsiteY73" fmla="*/ 1721646 h 2237474"/>
              <a:gd name="connsiteX74" fmla="*/ 5880652 w 12192000"/>
              <a:gd name="connsiteY74" fmla="*/ 1779643 h 2237474"/>
              <a:gd name="connsiteX75" fmla="*/ 5785959 w 12192000"/>
              <a:gd name="connsiteY75" fmla="*/ 1775307 h 2237474"/>
              <a:gd name="connsiteX76" fmla="*/ 5643534 w 12192000"/>
              <a:gd name="connsiteY76" fmla="*/ 1802919 h 2237474"/>
              <a:gd name="connsiteX77" fmla="*/ 5518799 w 12192000"/>
              <a:gd name="connsiteY77" fmla="*/ 1818312 h 2237474"/>
              <a:gd name="connsiteX78" fmla="*/ 5505014 w 12192000"/>
              <a:gd name="connsiteY78" fmla="*/ 1819259 h 2237474"/>
              <a:gd name="connsiteX79" fmla="*/ 5453307 w 12192000"/>
              <a:gd name="connsiteY79" fmla="*/ 1815450 h 2237474"/>
              <a:gd name="connsiteX80" fmla="*/ 5221533 w 12192000"/>
              <a:gd name="connsiteY80" fmla="*/ 1846950 h 2237474"/>
              <a:gd name="connsiteX81" fmla="*/ 5149802 w 12192000"/>
              <a:gd name="connsiteY81" fmla="*/ 1844846 h 2237474"/>
              <a:gd name="connsiteX82" fmla="*/ 5114927 w 12192000"/>
              <a:gd name="connsiteY82" fmla="*/ 1847827 h 2237474"/>
              <a:gd name="connsiteX83" fmla="*/ 5108970 w 12192000"/>
              <a:gd name="connsiteY83" fmla="*/ 1847935 h 2237474"/>
              <a:gd name="connsiteX84" fmla="*/ 5067961 w 12192000"/>
              <a:gd name="connsiteY84" fmla="*/ 1845917 h 2237474"/>
              <a:gd name="connsiteX85" fmla="*/ 5007075 w 12192000"/>
              <a:gd name="connsiteY85" fmla="*/ 1838626 h 2237474"/>
              <a:gd name="connsiteX86" fmla="*/ 4944087 w 12192000"/>
              <a:gd name="connsiteY86" fmla="*/ 1823332 h 2237474"/>
              <a:gd name="connsiteX87" fmla="*/ 4907662 w 12192000"/>
              <a:gd name="connsiteY87" fmla="*/ 1816900 h 2237474"/>
              <a:gd name="connsiteX88" fmla="*/ 4882386 w 12192000"/>
              <a:gd name="connsiteY88" fmla="*/ 1809844 h 2237474"/>
              <a:gd name="connsiteX89" fmla="*/ 4811440 w 12192000"/>
              <a:gd name="connsiteY89" fmla="*/ 1804655 h 2237474"/>
              <a:gd name="connsiteX90" fmla="*/ 4691075 w 12192000"/>
              <a:gd name="connsiteY90" fmla="*/ 1801389 h 2237474"/>
              <a:gd name="connsiteX91" fmla="*/ 4611738 w 12192000"/>
              <a:gd name="connsiteY91" fmla="*/ 1776964 h 2237474"/>
              <a:gd name="connsiteX92" fmla="*/ 4560070 w 12192000"/>
              <a:gd name="connsiteY92" fmla="*/ 1785640 h 2237474"/>
              <a:gd name="connsiteX93" fmla="*/ 4536503 w 12192000"/>
              <a:gd name="connsiteY93" fmla="*/ 1785334 h 2237474"/>
              <a:gd name="connsiteX94" fmla="*/ 4513724 w 12192000"/>
              <a:gd name="connsiteY94" fmla="*/ 1791996 h 2237474"/>
              <a:gd name="connsiteX95" fmla="*/ 4459810 w 12192000"/>
              <a:gd name="connsiteY95" fmla="*/ 1797886 h 2237474"/>
              <a:gd name="connsiteX96" fmla="*/ 4379064 w 12192000"/>
              <a:gd name="connsiteY96" fmla="*/ 1817177 h 2237474"/>
              <a:gd name="connsiteX97" fmla="*/ 4290981 w 12192000"/>
              <a:gd name="connsiteY97" fmla="*/ 1839677 h 2237474"/>
              <a:gd name="connsiteX98" fmla="*/ 4238372 w 12192000"/>
              <a:gd name="connsiteY98" fmla="*/ 1851480 h 2237474"/>
              <a:gd name="connsiteX99" fmla="*/ 4232517 w 12192000"/>
              <a:gd name="connsiteY99" fmla="*/ 1852567 h 2237474"/>
              <a:gd name="connsiteX100" fmla="*/ 4191732 w 12192000"/>
              <a:gd name="connsiteY100" fmla="*/ 1857328 h 2237474"/>
              <a:gd name="connsiteX101" fmla="*/ 4065532 w 12192000"/>
              <a:gd name="connsiteY101" fmla="*/ 1855477 h 2237474"/>
              <a:gd name="connsiteX102" fmla="*/ 4028460 w 12192000"/>
              <a:gd name="connsiteY102" fmla="*/ 1855137 h 2237474"/>
              <a:gd name="connsiteX103" fmla="*/ 4002267 w 12192000"/>
              <a:gd name="connsiteY103" fmla="*/ 1852352 h 2237474"/>
              <a:gd name="connsiteX104" fmla="*/ 3931396 w 12192000"/>
              <a:gd name="connsiteY104" fmla="*/ 1858915 h 2237474"/>
              <a:gd name="connsiteX105" fmla="*/ 3812162 w 12192000"/>
              <a:gd name="connsiteY105" fmla="*/ 1875501 h 2237474"/>
              <a:gd name="connsiteX106" fmla="*/ 3729530 w 12192000"/>
              <a:gd name="connsiteY106" fmla="*/ 1864513 h 2237474"/>
              <a:gd name="connsiteX107" fmla="*/ 3680177 w 12192000"/>
              <a:gd name="connsiteY107" fmla="*/ 1881552 h 2237474"/>
              <a:gd name="connsiteX108" fmla="*/ 3567259 w 12192000"/>
              <a:gd name="connsiteY108" fmla="*/ 1893482 h 2237474"/>
              <a:gd name="connsiteX109" fmla="*/ 3405770 w 12192000"/>
              <a:gd name="connsiteY109" fmla="*/ 1904591 h 2237474"/>
              <a:gd name="connsiteX110" fmla="*/ 3280097 w 12192000"/>
              <a:gd name="connsiteY110" fmla="*/ 1919610 h 2237474"/>
              <a:gd name="connsiteX111" fmla="*/ 3123424 w 12192000"/>
              <a:gd name="connsiteY111" fmla="*/ 1952930 h 2237474"/>
              <a:gd name="connsiteX112" fmla="*/ 3009910 w 12192000"/>
              <a:gd name="connsiteY112" fmla="*/ 1957866 h 2237474"/>
              <a:gd name="connsiteX113" fmla="*/ 2995934 w 12192000"/>
              <a:gd name="connsiteY113" fmla="*/ 1967085 h 2237474"/>
              <a:gd name="connsiteX114" fmla="*/ 2980071 w 12192000"/>
              <a:gd name="connsiteY114" fmla="*/ 1972988 h 2237474"/>
              <a:gd name="connsiteX115" fmla="*/ 2978094 w 12192000"/>
              <a:gd name="connsiteY115" fmla="*/ 1972369 h 2237474"/>
              <a:gd name="connsiteX116" fmla="*/ 2942858 w 12192000"/>
              <a:gd name="connsiteY116" fmla="*/ 1981367 h 2237474"/>
              <a:gd name="connsiteX117" fmla="*/ 2875436 w 12192000"/>
              <a:gd name="connsiteY117" fmla="*/ 1996977 h 2237474"/>
              <a:gd name="connsiteX118" fmla="*/ 2874892 w 12192000"/>
              <a:gd name="connsiteY118" fmla="*/ 1996085 h 2237474"/>
              <a:gd name="connsiteX119" fmla="*/ 2864145 w 12192000"/>
              <a:gd name="connsiteY119" fmla="*/ 1994061 h 2237474"/>
              <a:gd name="connsiteX120" fmla="*/ 2843662 w 12192000"/>
              <a:gd name="connsiteY120" fmla="*/ 1992498 h 2237474"/>
              <a:gd name="connsiteX121" fmla="*/ 2796128 w 12192000"/>
              <a:gd name="connsiteY121" fmla="*/ 1976403 h 2237474"/>
              <a:gd name="connsiteX122" fmla="*/ 2756784 w 12192000"/>
              <a:gd name="connsiteY122" fmla="*/ 1985116 h 2237474"/>
              <a:gd name="connsiteX123" fmla="*/ 2748833 w 12192000"/>
              <a:gd name="connsiteY123" fmla="*/ 1986323 h 2237474"/>
              <a:gd name="connsiteX124" fmla="*/ 2748661 w 12192000"/>
              <a:gd name="connsiteY124" fmla="*/ 1986122 h 2237474"/>
              <a:gd name="connsiteX125" fmla="*/ 2740251 w 12192000"/>
              <a:gd name="connsiteY125" fmla="*/ 1986946 h 2237474"/>
              <a:gd name="connsiteX126" fmla="*/ 2718916 w 12192000"/>
              <a:gd name="connsiteY126" fmla="*/ 1990867 h 2237474"/>
              <a:gd name="connsiteX127" fmla="*/ 2713522 w 12192000"/>
              <a:gd name="connsiteY127" fmla="*/ 1990173 h 2237474"/>
              <a:gd name="connsiteX128" fmla="*/ 2680597 w 12192000"/>
              <a:gd name="connsiteY128" fmla="*/ 1984996 h 2237474"/>
              <a:gd name="connsiteX129" fmla="*/ 2578178 w 12192000"/>
              <a:gd name="connsiteY129" fmla="*/ 1990531 h 2237474"/>
              <a:gd name="connsiteX130" fmla="*/ 2476147 w 12192000"/>
              <a:gd name="connsiteY130" fmla="*/ 1998305 h 2237474"/>
              <a:gd name="connsiteX131" fmla="*/ 2373568 w 12192000"/>
              <a:gd name="connsiteY131" fmla="*/ 2003219 h 2237474"/>
              <a:gd name="connsiteX132" fmla="*/ 2321399 w 12192000"/>
              <a:gd name="connsiteY132" fmla="*/ 1989467 h 2237474"/>
              <a:gd name="connsiteX133" fmla="*/ 2315525 w 12192000"/>
              <a:gd name="connsiteY133" fmla="*/ 1989708 h 2237474"/>
              <a:gd name="connsiteX134" fmla="*/ 2300792 w 12192000"/>
              <a:gd name="connsiteY134" fmla="*/ 1994290 h 2237474"/>
              <a:gd name="connsiteX135" fmla="*/ 2295469 w 12192000"/>
              <a:gd name="connsiteY135" fmla="*/ 1996659 h 2237474"/>
              <a:gd name="connsiteX136" fmla="*/ 2287219 w 12192000"/>
              <a:gd name="connsiteY136" fmla="*/ 1998750 h 2237474"/>
              <a:gd name="connsiteX137" fmla="*/ 2286948 w 12192000"/>
              <a:gd name="connsiteY137" fmla="*/ 1998596 h 2237474"/>
              <a:gd name="connsiteX138" fmla="*/ 2243069 w 12192000"/>
              <a:gd name="connsiteY138" fmla="*/ 2015111 h 2237474"/>
              <a:gd name="connsiteX139" fmla="*/ 2186609 w 12192000"/>
              <a:gd name="connsiteY139" fmla="*/ 2008263 h 2237474"/>
              <a:gd name="connsiteX140" fmla="*/ 2164831 w 12192000"/>
              <a:gd name="connsiteY140" fmla="*/ 2010143 h 2237474"/>
              <a:gd name="connsiteX141" fmla="*/ 2152836 w 12192000"/>
              <a:gd name="connsiteY141" fmla="*/ 2010048 h 2237474"/>
              <a:gd name="connsiteX142" fmla="*/ 2117102 w 12192000"/>
              <a:gd name="connsiteY142" fmla="*/ 2023004 h 2237474"/>
              <a:gd name="connsiteX143" fmla="*/ 2111935 w 12192000"/>
              <a:gd name="connsiteY143" fmla="*/ 2023163 h 2237474"/>
              <a:gd name="connsiteX144" fmla="*/ 2089991 w 12192000"/>
              <a:gd name="connsiteY144" fmla="*/ 2034193 h 2237474"/>
              <a:gd name="connsiteX145" fmla="*/ 2058061 w 12192000"/>
              <a:gd name="connsiteY145" fmla="*/ 2047942 h 2237474"/>
              <a:gd name="connsiteX146" fmla="*/ 2055737 w 12192000"/>
              <a:gd name="connsiteY146" fmla="*/ 2047704 h 2237474"/>
              <a:gd name="connsiteX147" fmla="*/ 2042244 w 12192000"/>
              <a:gd name="connsiteY147" fmla="*/ 2055560 h 2237474"/>
              <a:gd name="connsiteX148" fmla="*/ 1976224 w 12192000"/>
              <a:gd name="connsiteY148" fmla="*/ 2074257 h 2237474"/>
              <a:gd name="connsiteX149" fmla="*/ 1877728 w 12192000"/>
              <a:gd name="connsiteY149" fmla="*/ 2101004 h 2237474"/>
              <a:gd name="connsiteX150" fmla="*/ 1759056 w 12192000"/>
              <a:gd name="connsiteY150" fmla="*/ 2125608 h 2237474"/>
              <a:gd name="connsiteX151" fmla="*/ 1637948 w 12192000"/>
              <a:gd name="connsiteY151" fmla="*/ 2172597 h 2237474"/>
              <a:gd name="connsiteX152" fmla="*/ 1434549 w 12192000"/>
              <a:gd name="connsiteY152" fmla="*/ 2234522 h 2237474"/>
              <a:gd name="connsiteX153" fmla="*/ 1398481 w 12192000"/>
              <a:gd name="connsiteY153" fmla="*/ 2237074 h 2237474"/>
              <a:gd name="connsiteX154" fmla="*/ 1398407 w 12192000"/>
              <a:gd name="connsiteY154" fmla="*/ 2237095 h 2237474"/>
              <a:gd name="connsiteX155" fmla="*/ 1370962 w 12192000"/>
              <a:gd name="connsiteY155" fmla="*/ 2237474 h 2237474"/>
              <a:gd name="connsiteX156" fmla="*/ 1356367 w 12192000"/>
              <a:gd name="connsiteY156" fmla="*/ 2235089 h 2237474"/>
              <a:gd name="connsiteX157" fmla="*/ 1324828 w 12192000"/>
              <a:gd name="connsiteY157" fmla="*/ 2231968 h 2237474"/>
              <a:gd name="connsiteX158" fmla="*/ 1297744 w 12192000"/>
              <a:gd name="connsiteY158" fmla="*/ 2235849 h 2237474"/>
              <a:gd name="connsiteX159" fmla="*/ 1286236 w 12192000"/>
              <a:gd name="connsiteY159" fmla="*/ 2233135 h 2237474"/>
              <a:gd name="connsiteX160" fmla="*/ 1283504 w 12192000"/>
              <a:gd name="connsiteY160" fmla="*/ 2233797 h 2237474"/>
              <a:gd name="connsiteX161" fmla="*/ 1279765 w 12192000"/>
              <a:gd name="connsiteY161" fmla="*/ 2229639 h 2237474"/>
              <a:gd name="connsiteX162" fmla="*/ 1195347 w 12192000"/>
              <a:gd name="connsiteY162" fmla="*/ 2212354 h 2237474"/>
              <a:gd name="connsiteX163" fmla="*/ 970251 w 12192000"/>
              <a:gd name="connsiteY163" fmla="*/ 2221029 h 2237474"/>
              <a:gd name="connsiteX164" fmla="*/ 812914 w 12192000"/>
              <a:gd name="connsiteY164" fmla="*/ 2202752 h 2237474"/>
              <a:gd name="connsiteX165" fmla="*/ 800195 w 12192000"/>
              <a:gd name="connsiteY165" fmla="*/ 2209407 h 2237474"/>
              <a:gd name="connsiteX166" fmla="*/ 784978 w 12192000"/>
              <a:gd name="connsiteY166" fmla="*/ 2212360 h 2237474"/>
              <a:gd name="connsiteX167" fmla="*/ 681987 w 12192000"/>
              <a:gd name="connsiteY167" fmla="*/ 2216757 h 2237474"/>
              <a:gd name="connsiteX168" fmla="*/ 669923 w 12192000"/>
              <a:gd name="connsiteY168" fmla="*/ 2211682 h 2237474"/>
              <a:gd name="connsiteX169" fmla="*/ 648680 w 12192000"/>
              <a:gd name="connsiteY169" fmla="*/ 2206229 h 2237474"/>
              <a:gd name="connsiteX170" fmla="*/ 597225 w 12192000"/>
              <a:gd name="connsiteY170" fmla="*/ 2180999 h 2237474"/>
              <a:gd name="connsiteX171" fmla="*/ 558449 w 12192000"/>
              <a:gd name="connsiteY171" fmla="*/ 2182346 h 2237474"/>
              <a:gd name="connsiteX172" fmla="*/ 550517 w 12192000"/>
              <a:gd name="connsiteY172" fmla="*/ 2182060 h 2237474"/>
              <a:gd name="connsiteX173" fmla="*/ 550309 w 12192000"/>
              <a:gd name="connsiteY173" fmla="*/ 2181825 h 2237474"/>
              <a:gd name="connsiteX174" fmla="*/ 541836 w 12192000"/>
              <a:gd name="connsiteY174" fmla="*/ 2181063 h 2237474"/>
              <a:gd name="connsiteX175" fmla="*/ 536057 w 12192000"/>
              <a:gd name="connsiteY175" fmla="*/ 2181537 h 2237474"/>
              <a:gd name="connsiteX176" fmla="*/ 520671 w 12192000"/>
              <a:gd name="connsiteY176" fmla="*/ 2180980 h 2237474"/>
              <a:gd name="connsiteX177" fmla="*/ 515024 w 12192000"/>
              <a:gd name="connsiteY177" fmla="*/ 2179258 h 2237474"/>
              <a:gd name="connsiteX178" fmla="*/ 512278 w 12192000"/>
              <a:gd name="connsiteY178" fmla="*/ 2176369 h 2237474"/>
              <a:gd name="connsiteX179" fmla="*/ 480419 w 12192000"/>
              <a:gd name="connsiteY179" fmla="*/ 2167807 h 2237474"/>
              <a:gd name="connsiteX180" fmla="*/ 413835 w 12192000"/>
              <a:gd name="connsiteY180" fmla="*/ 2156783 h 2237474"/>
              <a:gd name="connsiteX181" fmla="*/ 376513 w 12192000"/>
              <a:gd name="connsiteY181" fmla="*/ 2154014 h 2237474"/>
              <a:gd name="connsiteX182" fmla="*/ 273386 w 12192000"/>
              <a:gd name="connsiteY182" fmla="*/ 2142551 h 2237474"/>
              <a:gd name="connsiteX183" fmla="*/ 169207 w 12192000"/>
              <a:gd name="connsiteY183" fmla="*/ 2128100 h 2237474"/>
              <a:gd name="connsiteX184" fmla="*/ 93149 w 12192000"/>
              <a:gd name="connsiteY184" fmla="*/ 2105324 h 2237474"/>
              <a:gd name="connsiteX185" fmla="*/ 88109 w 12192000"/>
              <a:gd name="connsiteY185" fmla="*/ 2106704 h 2237474"/>
              <a:gd name="connsiteX186" fmla="*/ 80022 w 12192000"/>
              <a:gd name="connsiteY186" fmla="*/ 2107254 h 2237474"/>
              <a:gd name="connsiteX187" fmla="*/ 79717 w 12192000"/>
              <a:gd name="connsiteY187" fmla="*/ 2107046 h 2237474"/>
              <a:gd name="connsiteX188" fmla="*/ 72352 w 12192000"/>
              <a:gd name="connsiteY188" fmla="*/ 2107991 h 2237474"/>
              <a:gd name="connsiteX189" fmla="*/ 37645 w 12192000"/>
              <a:gd name="connsiteY189" fmla="*/ 2115401 h 2237474"/>
              <a:gd name="connsiteX190" fmla="*/ 4572 w 12192000"/>
              <a:gd name="connsiteY190" fmla="*/ 2111091 h 2237474"/>
              <a:gd name="connsiteX191" fmla="*/ 0 w 12192000"/>
              <a:gd name="connsiteY191" fmla="*/ 2110468 h 2237474"/>
              <a:gd name="connsiteX192" fmla="*/ 0 w 12192000"/>
              <a:gd name="connsiteY19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44189 w 12192000"/>
              <a:gd name="connsiteY24" fmla="*/ 938966 h 2237474"/>
              <a:gd name="connsiteX25" fmla="*/ 9500499 w 12192000"/>
              <a:gd name="connsiteY25" fmla="*/ 954680 h 2237474"/>
              <a:gd name="connsiteX26" fmla="*/ 9428195 w 12192000"/>
              <a:gd name="connsiteY26" fmla="*/ 986225 h 2237474"/>
              <a:gd name="connsiteX27" fmla="*/ 9410017 w 12192000"/>
              <a:gd name="connsiteY27" fmla="*/ 993931 h 2237474"/>
              <a:gd name="connsiteX28" fmla="*/ 9392919 w 12192000"/>
              <a:gd name="connsiteY28" fmla="*/ 994656 h 2237474"/>
              <a:gd name="connsiteX29" fmla="*/ 9278619 w 12192000"/>
              <a:gd name="connsiteY29" fmla="*/ 1011878 h 2237474"/>
              <a:gd name="connsiteX30" fmla="*/ 9268019 w 12192000"/>
              <a:gd name="connsiteY30" fmla="*/ 1007442 h 2237474"/>
              <a:gd name="connsiteX31" fmla="*/ 9234662 w 12192000"/>
              <a:gd name="connsiteY31" fmla="*/ 1023056 h 2237474"/>
              <a:gd name="connsiteX32" fmla="*/ 9181033 w 12192000"/>
              <a:gd name="connsiteY32" fmla="*/ 1037921 h 2237474"/>
              <a:gd name="connsiteX33" fmla="*/ 9155969 w 12192000"/>
              <a:gd name="connsiteY33" fmla="*/ 1046804 h 2237474"/>
              <a:gd name="connsiteX34" fmla="*/ 9133985 w 12192000"/>
              <a:gd name="connsiteY34" fmla="*/ 1046450 h 2237474"/>
              <a:gd name="connsiteX35" fmla="*/ 9003462 w 12192000"/>
              <a:gd name="connsiteY35" fmla="*/ 1042406 h 2237474"/>
              <a:gd name="connsiteX36" fmla="*/ 8968445 w 12192000"/>
              <a:gd name="connsiteY36" fmla="*/ 1052169 h 2237474"/>
              <a:gd name="connsiteX37" fmla="*/ 8886001 w 12192000"/>
              <a:gd name="connsiteY37" fmla="*/ 1067468 h 2237474"/>
              <a:gd name="connsiteX38" fmla="*/ 8838610 w 12192000"/>
              <a:gd name="connsiteY38" fmla="*/ 1075091 h 2237474"/>
              <a:gd name="connsiteX39" fmla="*/ 8750383 w 12192000"/>
              <a:gd name="connsiteY39" fmla="*/ 1097387 h 2237474"/>
              <a:gd name="connsiteX40" fmla="*/ 8665605 w 12192000"/>
              <a:gd name="connsiteY40" fmla="*/ 1110791 h 2237474"/>
              <a:gd name="connsiteX41" fmla="*/ 8584946 w 12192000"/>
              <a:gd name="connsiteY41" fmla="*/ 1135226 h 2237474"/>
              <a:gd name="connsiteX42" fmla="*/ 8460755 w 12192000"/>
              <a:gd name="connsiteY42" fmla="*/ 1203427 h 2237474"/>
              <a:gd name="connsiteX43" fmla="*/ 8419755 w 12192000"/>
              <a:gd name="connsiteY43" fmla="*/ 1216260 h 2237474"/>
              <a:gd name="connsiteX44" fmla="*/ 8411626 w 12192000"/>
              <a:gd name="connsiteY44" fmla="*/ 1214397 h 2237474"/>
              <a:gd name="connsiteX45" fmla="*/ 8363469 w 12192000"/>
              <a:gd name="connsiteY45" fmla="*/ 1246658 h 2237474"/>
              <a:gd name="connsiteX46" fmla="*/ 8275497 w 12192000"/>
              <a:gd name="connsiteY46" fmla="*/ 1264396 h 2237474"/>
              <a:gd name="connsiteX47" fmla="*/ 8206287 w 12192000"/>
              <a:gd name="connsiteY47" fmla="*/ 1273060 h 2237474"/>
              <a:gd name="connsiteX48" fmla="*/ 8139997 w 12192000"/>
              <a:gd name="connsiteY48" fmla="*/ 1282713 h 2237474"/>
              <a:gd name="connsiteX49" fmla="*/ 8074238 w 12192000"/>
              <a:gd name="connsiteY49" fmla="*/ 1301895 h 2237474"/>
              <a:gd name="connsiteX50" fmla="*/ 7942099 w 12192000"/>
              <a:gd name="connsiteY50" fmla="*/ 1336332 h 2237474"/>
              <a:gd name="connsiteX51" fmla="*/ 7902328 w 12192000"/>
              <a:gd name="connsiteY51" fmla="*/ 1345865 h 2237474"/>
              <a:gd name="connsiteX52" fmla="*/ 7840612 w 12192000"/>
              <a:gd name="connsiteY52" fmla="*/ 1369373 h 2237474"/>
              <a:gd name="connsiteX53" fmla="*/ 7786819 w 12192000"/>
              <a:gd name="connsiteY53" fmla="*/ 1378970 h 2237474"/>
              <a:gd name="connsiteX54" fmla="*/ 7548172 w 12192000"/>
              <a:gd name="connsiteY54" fmla="*/ 1417460 h 2237474"/>
              <a:gd name="connsiteX55" fmla="*/ 7483437 w 12192000"/>
              <a:gd name="connsiteY55" fmla="*/ 1478152 h 2237474"/>
              <a:gd name="connsiteX56" fmla="*/ 7377870 w 12192000"/>
              <a:gd name="connsiteY56" fmla="*/ 1523319 h 2237474"/>
              <a:gd name="connsiteX57" fmla="*/ 7230737 w 12192000"/>
              <a:gd name="connsiteY57" fmla="*/ 1562633 h 2237474"/>
              <a:gd name="connsiteX58" fmla="*/ 7224458 w 12192000"/>
              <a:gd name="connsiteY58" fmla="*/ 1573008 h 2237474"/>
              <a:gd name="connsiteX59" fmla="*/ 7183121 w 12192000"/>
              <a:gd name="connsiteY59" fmla="*/ 1595162 h 2237474"/>
              <a:gd name="connsiteX60" fmla="*/ 7164601 w 12192000"/>
              <a:gd name="connsiteY60" fmla="*/ 1606490 h 2237474"/>
              <a:gd name="connsiteX61" fmla="*/ 7031309 w 12192000"/>
              <a:gd name="connsiteY61" fmla="*/ 1619451 h 2237474"/>
              <a:gd name="connsiteX62" fmla="*/ 6900177 w 12192000"/>
              <a:gd name="connsiteY62" fmla="*/ 1636016 h 2237474"/>
              <a:gd name="connsiteX63" fmla="*/ 6795372 w 12192000"/>
              <a:gd name="connsiteY63" fmla="*/ 1644845 h 2237474"/>
              <a:gd name="connsiteX64" fmla="*/ 6692251 w 12192000"/>
              <a:gd name="connsiteY64" fmla="*/ 1656357 h 2237474"/>
              <a:gd name="connsiteX65" fmla="*/ 6655235 w 12192000"/>
              <a:gd name="connsiteY65" fmla="*/ 1661869 h 2237474"/>
              <a:gd name="connsiteX66" fmla="*/ 6554894 w 12192000"/>
              <a:gd name="connsiteY66" fmla="*/ 1664428 h 2237474"/>
              <a:gd name="connsiteX67" fmla="*/ 6516595 w 12192000"/>
              <a:gd name="connsiteY67" fmla="*/ 1667475 h 2237474"/>
              <a:gd name="connsiteX68" fmla="*/ 6508541 w 12192000"/>
              <a:gd name="connsiteY68" fmla="*/ 1668757 h 2237474"/>
              <a:gd name="connsiteX69" fmla="*/ 6471012 w 12192000"/>
              <a:gd name="connsiteY69" fmla="*/ 1678604 h 2237474"/>
              <a:gd name="connsiteX70" fmla="*/ 6364035 w 12192000"/>
              <a:gd name="connsiteY70" fmla="*/ 1667683 h 2237474"/>
              <a:gd name="connsiteX71" fmla="*/ 6280959 w 12192000"/>
              <a:gd name="connsiteY71" fmla="*/ 1689329 h 2237474"/>
              <a:gd name="connsiteX72" fmla="*/ 6243319 w 12192000"/>
              <a:gd name="connsiteY72" fmla="*/ 1695560 h 2237474"/>
              <a:gd name="connsiteX73" fmla="*/ 6098321 w 12192000"/>
              <a:gd name="connsiteY73" fmla="*/ 1721646 h 2237474"/>
              <a:gd name="connsiteX74" fmla="*/ 5880652 w 12192000"/>
              <a:gd name="connsiteY74" fmla="*/ 1779643 h 2237474"/>
              <a:gd name="connsiteX75" fmla="*/ 5785959 w 12192000"/>
              <a:gd name="connsiteY75" fmla="*/ 1775307 h 2237474"/>
              <a:gd name="connsiteX76" fmla="*/ 5643534 w 12192000"/>
              <a:gd name="connsiteY76" fmla="*/ 1802919 h 2237474"/>
              <a:gd name="connsiteX77" fmla="*/ 5518799 w 12192000"/>
              <a:gd name="connsiteY77" fmla="*/ 1818312 h 2237474"/>
              <a:gd name="connsiteX78" fmla="*/ 5505014 w 12192000"/>
              <a:gd name="connsiteY78" fmla="*/ 1819259 h 2237474"/>
              <a:gd name="connsiteX79" fmla="*/ 5453307 w 12192000"/>
              <a:gd name="connsiteY79" fmla="*/ 1815450 h 2237474"/>
              <a:gd name="connsiteX80" fmla="*/ 5221533 w 12192000"/>
              <a:gd name="connsiteY80" fmla="*/ 1846950 h 2237474"/>
              <a:gd name="connsiteX81" fmla="*/ 5149802 w 12192000"/>
              <a:gd name="connsiteY81" fmla="*/ 1844846 h 2237474"/>
              <a:gd name="connsiteX82" fmla="*/ 5114927 w 12192000"/>
              <a:gd name="connsiteY82" fmla="*/ 1847827 h 2237474"/>
              <a:gd name="connsiteX83" fmla="*/ 5108970 w 12192000"/>
              <a:gd name="connsiteY83" fmla="*/ 1847935 h 2237474"/>
              <a:gd name="connsiteX84" fmla="*/ 5067961 w 12192000"/>
              <a:gd name="connsiteY84" fmla="*/ 1845917 h 2237474"/>
              <a:gd name="connsiteX85" fmla="*/ 5007075 w 12192000"/>
              <a:gd name="connsiteY85" fmla="*/ 1838626 h 2237474"/>
              <a:gd name="connsiteX86" fmla="*/ 4944087 w 12192000"/>
              <a:gd name="connsiteY86" fmla="*/ 1823332 h 2237474"/>
              <a:gd name="connsiteX87" fmla="*/ 4907662 w 12192000"/>
              <a:gd name="connsiteY87" fmla="*/ 1816900 h 2237474"/>
              <a:gd name="connsiteX88" fmla="*/ 4882386 w 12192000"/>
              <a:gd name="connsiteY88" fmla="*/ 1809844 h 2237474"/>
              <a:gd name="connsiteX89" fmla="*/ 4811440 w 12192000"/>
              <a:gd name="connsiteY89" fmla="*/ 1804655 h 2237474"/>
              <a:gd name="connsiteX90" fmla="*/ 4691075 w 12192000"/>
              <a:gd name="connsiteY90" fmla="*/ 1801389 h 2237474"/>
              <a:gd name="connsiteX91" fmla="*/ 4611738 w 12192000"/>
              <a:gd name="connsiteY91" fmla="*/ 1776964 h 2237474"/>
              <a:gd name="connsiteX92" fmla="*/ 4560070 w 12192000"/>
              <a:gd name="connsiteY92" fmla="*/ 1785640 h 2237474"/>
              <a:gd name="connsiteX93" fmla="*/ 4536503 w 12192000"/>
              <a:gd name="connsiteY93" fmla="*/ 1785334 h 2237474"/>
              <a:gd name="connsiteX94" fmla="*/ 4513724 w 12192000"/>
              <a:gd name="connsiteY94" fmla="*/ 1791996 h 2237474"/>
              <a:gd name="connsiteX95" fmla="*/ 4459810 w 12192000"/>
              <a:gd name="connsiteY95" fmla="*/ 1797886 h 2237474"/>
              <a:gd name="connsiteX96" fmla="*/ 4379064 w 12192000"/>
              <a:gd name="connsiteY96" fmla="*/ 1817177 h 2237474"/>
              <a:gd name="connsiteX97" fmla="*/ 4290981 w 12192000"/>
              <a:gd name="connsiteY97" fmla="*/ 1839677 h 2237474"/>
              <a:gd name="connsiteX98" fmla="*/ 4238372 w 12192000"/>
              <a:gd name="connsiteY98" fmla="*/ 1851480 h 2237474"/>
              <a:gd name="connsiteX99" fmla="*/ 4232517 w 12192000"/>
              <a:gd name="connsiteY99" fmla="*/ 1852567 h 2237474"/>
              <a:gd name="connsiteX100" fmla="*/ 4191732 w 12192000"/>
              <a:gd name="connsiteY100" fmla="*/ 1857328 h 2237474"/>
              <a:gd name="connsiteX101" fmla="*/ 4065532 w 12192000"/>
              <a:gd name="connsiteY101" fmla="*/ 1855477 h 2237474"/>
              <a:gd name="connsiteX102" fmla="*/ 4028460 w 12192000"/>
              <a:gd name="connsiteY102" fmla="*/ 1855137 h 2237474"/>
              <a:gd name="connsiteX103" fmla="*/ 4002267 w 12192000"/>
              <a:gd name="connsiteY103" fmla="*/ 1852352 h 2237474"/>
              <a:gd name="connsiteX104" fmla="*/ 3931396 w 12192000"/>
              <a:gd name="connsiteY104" fmla="*/ 1858915 h 2237474"/>
              <a:gd name="connsiteX105" fmla="*/ 3812162 w 12192000"/>
              <a:gd name="connsiteY105" fmla="*/ 1875501 h 2237474"/>
              <a:gd name="connsiteX106" fmla="*/ 3729530 w 12192000"/>
              <a:gd name="connsiteY106" fmla="*/ 1864513 h 2237474"/>
              <a:gd name="connsiteX107" fmla="*/ 3680177 w 12192000"/>
              <a:gd name="connsiteY107" fmla="*/ 1881552 h 2237474"/>
              <a:gd name="connsiteX108" fmla="*/ 3567259 w 12192000"/>
              <a:gd name="connsiteY108" fmla="*/ 1893482 h 2237474"/>
              <a:gd name="connsiteX109" fmla="*/ 3405770 w 12192000"/>
              <a:gd name="connsiteY109" fmla="*/ 1904591 h 2237474"/>
              <a:gd name="connsiteX110" fmla="*/ 3280097 w 12192000"/>
              <a:gd name="connsiteY110" fmla="*/ 1919610 h 2237474"/>
              <a:gd name="connsiteX111" fmla="*/ 3123424 w 12192000"/>
              <a:gd name="connsiteY111" fmla="*/ 1952930 h 2237474"/>
              <a:gd name="connsiteX112" fmla="*/ 3009910 w 12192000"/>
              <a:gd name="connsiteY112" fmla="*/ 1957866 h 2237474"/>
              <a:gd name="connsiteX113" fmla="*/ 2995934 w 12192000"/>
              <a:gd name="connsiteY113" fmla="*/ 1967085 h 2237474"/>
              <a:gd name="connsiteX114" fmla="*/ 2980071 w 12192000"/>
              <a:gd name="connsiteY114" fmla="*/ 1972988 h 2237474"/>
              <a:gd name="connsiteX115" fmla="*/ 2978094 w 12192000"/>
              <a:gd name="connsiteY115" fmla="*/ 1972369 h 2237474"/>
              <a:gd name="connsiteX116" fmla="*/ 2942858 w 12192000"/>
              <a:gd name="connsiteY116" fmla="*/ 1981367 h 2237474"/>
              <a:gd name="connsiteX117" fmla="*/ 2875436 w 12192000"/>
              <a:gd name="connsiteY117" fmla="*/ 1996977 h 2237474"/>
              <a:gd name="connsiteX118" fmla="*/ 2874892 w 12192000"/>
              <a:gd name="connsiteY118" fmla="*/ 1996085 h 2237474"/>
              <a:gd name="connsiteX119" fmla="*/ 2864145 w 12192000"/>
              <a:gd name="connsiteY119" fmla="*/ 1994061 h 2237474"/>
              <a:gd name="connsiteX120" fmla="*/ 2843662 w 12192000"/>
              <a:gd name="connsiteY120" fmla="*/ 1992498 h 2237474"/>
              <a:gd name="connsiteX121" fmla="*/ 2796128 w 12192000"/>
              <a:gd name="connsiteY121" fmla="*/ 1976403 h 2237474"/>
              <a:gd name="connsiteX122" fmla="*/ 2756784 w 12192000"/>
              <a:gd name="connsiteY122" fmla="*/ 1985116 h 2237474"/>
              <a:gd name="connsiteX123" fmla="*/ 2748833 w 12192000"/>
              <a:gd name="connsiteY123" fmla="*/ 1986323 h 2237474"/>
              <a:gd name="connsiteX124" fmla="*/ 2748661 w 12192000"/>
              <a:gd name="connsiteY124" fmla="*/ 1986122 h 2237474"/>
              <a:gd name="connsiteX125" fmla="*/ 2740251 w 12192000"/>
              <a:gd name="connsiteY125" fmla="*/ 1986946 h 2237474"/>
              <a:gd name="connsiteX126" fmla="*/ 2718916 w 12192000"/>
              <a:gd name="connsiteY126" fmla="*/ 1990867 h 2237474"/>
              <a:gd name="connsiteX127" fmla="*/ 2713522 w 12192000"/>
              <a:gd name="connsiteY127" fmla="*/ 1990173 h 2237474"/>
              <a:gd name="connsiteX128" fmla="*/ 2680597 w 12192000"/>
              <a:gd name="connsiteY128" fmla="*/ 1984996 h 2237474"/>
              <a:gd name="connsiteX129" fmla="*/ 2578178 w 12192000"/>
              <a:gd name="connsiteY129" fmla="*/ 1990531 h 2237474"/>
              <a:gd name="connsiteX130" fmla="*/ 2476147 w 12192000"/>
              <a:gd name="connsiteY130" fmla="*/ 1998305 h 2237474"/>
              <a:gd name="connsiteX131" fmla="*/ 2373568 w 12192000"/>
              <a:gd name="connsiteY131" fmla="*/ 2003219 h 2237474"/>
              <a:gd name="connsiteX132" fmla="*/ 2321399 w 12192000"/>
              <a:gd name="connsiteY132" fmla="*/ 1989467 h 2237474"/>
              <a:gd name="connsiteX133" fmla="*/ 2315525 w 12192000"/>
              <a:gd name="connsiteY133" fmla="*/ 1989708 h 2237474"/>
              <a:gd name="connsiteX134" fmla="*/ 2300792 w 12192000"/>
              <a:gd name="connsiteY134" fmla="*/ 1994290 h 2237474"/>
              <a:gd name="connsiteX135" fmla="*/ 2295469 w 12192000"/>
              <a:gd name="connsiteY135" fmla="*/ 1996659 h 2237474"/>
              <a:gd name="connsiteX136" fmla="*/ 2287219 w 12192000"/>
              <a:gd name="connsiteY136" fmla="*/ 1998750 h 2237474"/>
              <a:gd name="connsiteX137" fmla="*/ 2286948 w 12192000"/>
              <a:gd name="connsiteY137" fmla="*/ 1998596 h 2237474"/>
              <a:gd name="connsiteX138" fmla="*/ 2243069 w 12192000"/>
              <a:gd name="connsiteY138" fmla="*/ 2015111 h 2237474"/>
              <a:gd name="connsiteX139" fmla="*/ 2186609 w 12192000"/>
              <a:gd name="connsiteY139" fmla="*/ 2008263 h 2237474"/>
              <a:gd name="connsiteX140" fmla="*/ 2164831 w 12192000"/>
              <a:gd name="connsiteY140" fmla="*/ 2010143 h 2237474"/>
              <a:gd name="connsiteX141" fmla="*/ 2152836 w 12192000"/>
              <a:gd name="connsiteY141" fmla="*/ 2010048 h 2237474"/>
              <a:gd name="connsiteX142" fmla="*/ 2117102 w 12192000"/>
              <a:gd name="connsiteY142" fmla="*/ 2023004 h 2237474"/>
              <a:gd name="connsiteX143" fmla="*/ 2111935 w 12192000"/>
              <a:gd name="connsiteY143" fmla="*/ 2023163 h 2237474"/>
              <a:gd name="connsiteX144" fmla="*/ 2089991 w 12192000"/>
              <a:gd name="connsiteY144" fmla="*/ 2034193 h 2237474"/>
              <a:gd name="connsiteX145" fmla="*/ 2058061 w 12192000"/>
              <a:gd name="connsiteY145" fmla="*/ 2047942 h 2237474"/>
              <a:gd name="connsiteX146" fmla="*/ 2055737 w 12192000"/>
              <a:gd name="connsiteY146" fmla="*/ 2047704 h 2237474"/>
              <a:gd name="connsiteX147" fmla="*/ 2042244 w 12192000"/>
              <a:gd name="connsiteY147" fmla="*/ 2055560 h 2237474"/>
              <a:gd name="connsiteX148" fmla="*/ 1976224 w 12192000"/>
              <a:gd name="connsiteY148" fmla="*/ 2074257 h 2237474"/>
              <a:gd name="connsiteX149" fmla="*/ 1877728 w 12192000"/>
              <a:gd name="connsiteY149" fmla="*/ 2101004 h 2237474"/>
              <a:gd name="connsiteX150" fmla="*/ 1759056 w 12192000"/>
              <a:gd name="connsiteY150" fmla="*/ 2125608 h 2237474"/>
              <a:gd name="connsiteX151" fmla="*/ 1637948 w 12192000"/>
              <a:gd name="connsiteY151" fmla="*/ 2172597 h 2237474"/>
              <a:gd name="connsiteX152" fmla="*/ 1434549 w 12192000"/>
              <a:gd name="connsiteY152" fmla="*/ 2234522 h 2237474"/>
              <a:gd name="connsiteX153" fmla="*/ 1398481 w 12192000"/>
              <a:gd name="connsiteY153" fmla="*/ 2237074 h 2237474"/>
              <a:gd name="connsiteX154" fmla="*/ 1398407 w 12192000"/>
              <a:gd name="connsiteY154" fmla="*/ 2237095 h 2237474"/>
              <a:gd name="connsiteX155" fmla="*/ 1370962 w 12192000"/>
              <a:gd name="connsiteY155" fmla="*/ 2237474 h 2237474"/>
              <a:gd name="connsiteX156" fmla="*/ 1356367 w 12192000"/>
              <a:gd name="connsiteY156" fmla="*/ 2235089 h 2237474"/>
              <a:gd name="connsiteX157" fmla="*/ 1324828 w 12192000"/>
              <a:gd name="connsiteY157" fmla="*/ 2231968 h 2237474"/>
              <a:gd name="connsiteX158" fmla="*/ 1297744 w 12192000"/>
              <a:gd name="connsiteY158" fmla="*/ 2235849 h 2237474"/>
              <a:gd name="connsiteX159" fmla="*/ 1286236 w 12192000"/>
              <a:gd name="connsiteY159" fmla="*/ 2233135 h 2237474"/>
              <a:gd name="connsiteX160" fmla="*/ 1283504 w 12192000"/>
              <a:gd name="connsiteY160" fmla="*/ 2233797 h 2237474"/>
              <a:gd name="connsiteX161" fmla="*/ 1279765 w 12192000"/>
              <a:gd name="connsiteY161" fmla="*/ 2229639 h 2237474"/>
              <a:gd name="connsiteX162" fmla="*/ 1195347 w 12192000"/>
              <a:gd name="connsiteY162" fmla="*/ 2212354 h 2237474"/>
              <a:gd name="connsiteX163" fmla="*/ 970251 w 12192000"/>
              <a:gd name="connsiteY163" fmla="*/ 2221029 h 2237474"/>
              <a:gd name="connsiteX164" fmla="*/ 812914 w 12192000"/>
              <a:gd name="connsiteY164" fmla="*/ 2202752 h 2237474"/>
              <a:gd name="connsiteX165" fmla="*/ 800195 w 12192000"/>
              <a:gd name="connsiteY165" fmla="*/ 2209407 h 2237474"/>
              <a:gd name="connsiteX166" fmla="*/ 784978 w 12192000"/>
              <a:gd name="connsiteY166" fmla="*/ 2212360 h 2237474"/>
              <a:gd name="connsiteX167" fmla="*/ 681987 w 12192000"/>
              <a:gd name="connsiteY167" fmla="*/ 2216757 h 2237474"/>
              <a:gd name="connsiteX168" fmla="*/ 669923 w 12192000"/>
              <a:gd name="connsiteY168" fmla="*/ 2211682 h 2237474"/>
              <a:gd name="connsiteX169" fmla="*/ 648680 w 12192000"/>
              <a:gd name="connsiteY169" fmla="*/ 2206229 h 2237474"/>
              <a:gd name="connsiteX170" fmla="*/ 597225 w 12192000"/>
              <a:gd name="connsiteY170" fmla="*/ 2180999 h 2237474"/>
              <a:gd name="connsiteX171" fmla="*/ 558449 w 12192000"/>
              <a:gd name="connsiteY171" fmla="*/ 2182346 h 2237474"/>
              <a:gd name="connsiteX172" fmla="*/ 550517 w 12192000"/>
              <a:gd name="connsiteY172" fmla="*/ 2182060 h 2237474"/>
              <a:gd name="connsiteX173" fmla="*/ 550309 w 12192000"/>
              <a:gd name="connsiteY173" fmla="*/ 2181825 h 2237474"/>
              <a:gd name="connsiteX174" fmla="*/ 541836 w 12192000"/>
              <a:gd name="connsiteY174" fmla="*/ 2181063 h 2237474"/>
              <a:gd name="connsiteX175" fmla="*/ 536057 w 12192000"/>
              <a:gd name="connsiteY175" fmla="*/ 2181537 h 2237474"/>
              <a:gd name="connsiteX176" fmla="*/ 520671 w 12192000"/>
              <a:gd name="connsiteY176" fmla="*/ 2180980 h 2237474"/>
              <a:gd name="connsiteX177" fmla="*/ 515024 w 12192000"/>
              <a:gd name="connsiteY177" fmla="*/ 2179258 h 2237474"/>
              <a:gd name="connsiteX178" fmla="*/ 512278 w 12192000"/>
              <a:gd name="connsiteY178" fmla="*/ 2176369 h 2237474"/>
              <a:gd name="connsiteX179" fmla="*/ 480419 w 12192000"/>
              <a:gd name="connsiteY179" fmla="*/ 2167807 h 2237474"/>
              <a:gd name="connsiteX180" fmla="*/ 413835 w 12192000"/>
              <a:gd name="connsiteY180" fmla="*/ 2156783 h 2237474"/>
              <a:gd name="connsiteX181" fmla="*/ 376513 w 12192000"/>
              <a:gd name="connsiteY181" fmla="*/ 2154014 h 2237474"/>
              <a:gd name="connsiteX182" fmla="*/ 273386 w 12192000"/>
              <a:gd name="connsiteY182" fmla="*/ 2142551 h 2237474"/>
              <a:gd name="connsiteX183" fmla="*/ 169207 w 12192000"/>
              <a:gd name="connsiteY183" fmla="*/ 2128100 h 2237474"/>
              <a:gd name="connsiteX184" fmla="*/ 93149 w 12192000"/>
              <a:gd name="connsiteY184" fmla="*/ 2105324 h 2237474"/>
              <a:gd name="connsiteX185" fmla="*/ 88109 w 12192000"/>
              <a:gd name="connsiteY185" fmla="*/ 2106704 h 2237474"/>
              <a:gd name="connsiteX186" fmla="*/ 80022 w 12192000"/>
              <a:gd name="connsiteY186" fmla="*/ 2107254 h 2237474"/>
              <a:gd name="connsiteX187" fmla="*/ 79717 w 12192000"/>
              <a:gd name="connsiteY187" fmla="*/ 2107046 h 2237474"/>
              <a:gd name="connsiteX188" fmla="*/ 72352 w 12192000"/>
              <a:gd name="connsiteY188" fmla="*/ 2107991 h 2237474"/>
              <a:gd name="connsiteX189" fmla="*/ 37645 w 12192000"/>
              <a:gd name="connsiteY189" fmla="*/ 2115401 h 2237474"/>
              <a:gd name="connsiteX190" fmla="*/ 4572 w 12192000"/>
              <a:gd name="connsiteY190" fmla="*/ 2111091 h 2237474"/>
              <a:gd name="connsiteX191" fmla="*/ 0 w 12192000"/>
              <a:gd name="connsiteY191" fmla="*/ 2110468 h 2237474"/>
              <a:gd name="connsiteX192" fmla="*/ 0 w 12192000"/>
              <a:gd name="connsiteY19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44189 w 12192000"/>
              <a:gd name="connsiteY24" fmla="*/ 938966 h 2237474"/>
              <a:gd name="connsiteX25" fmla="*/ 9500499 w 12192000"/>
              <a:gd name="connsiteY25" fmla="*/ 954680 h 2237474"/>
              <a:gd name="connsiteX26" fmla="*/ 9428195 w 12192000"/>
              <a:gd name="connsiteY26" fmla="*/ 986225 h 2237474"/>
              <a:gd name="connsiteX27" fmla="*/ 9410017 w 12192000"/>
              <a:gd name="connsiteY27" fmla="*/ 993931 h 2237474"/>
              <a:gd name="connsiteX28" fmla="*/ 9392919 w 12192000"/>
              <a:gd name="connsiteY28" fmla="*/ 994656 h 2237474"/>
              <a:gd name="connsiteX29" fmla="*/ 9278619 w 12192000"/>
              <a:gd name="connsiteY29" fmla="*/ 1011878 h 2237474"/>
              <a:gd name="connsiteX30" fmla="*/ 9268019 w 12192000"/>
              <a:gd name="connsiteY30" fmla="*/ 1007442 h 2237474"/>
              <a:gd name="connsiteX31" fmla="*/ 9234662 w 12192000"/>
              <a:gd name="connsiteY31" fmla="*/ 1023056 h 2237474"/>
              <a:gd name="connsiteX32" fmla="*/ 9181033 w 12192000"/>
              <a:gd name="connsiteY32" fmla="*/ 1037921 h 2237474"/>
              <a:gd name="connsiteX33" fmla="*/ 9155969 w 12192000"/>
              <a:gd name="connsiteY33" fmla="*/ 1046804 h 2237474"/>
              <a:gd name="connsiteX34" fmla="*/ 9133985 w 12192000"/>
              <a:gd name="connsiteY34" fmla="*/ 1046450 h 2237474"/>
              <a:gd name="connsiteX35" fmla="*/ 9003462 w 12192000"/>
              <a:gd name="connsiteY35" fmla="*/ 1042406 h 2237474"/>
              <a:gd name="connsiteX36" fmla="*/ 8968445 w 12192000"/>
              <a:gd name="connsiteY36" fmla="*/ 1052169 h 2237474"/>
              <a:gd name="connsiteX37" fmla="*/ 8886001 w 12192000"/>
              <a:gd name="connsiteY37" fmla="*/ 1067468 h 2237474"/>
              <a:gd name="connsiteX38" fmla="*/ 8838610 w 12192000"/>
              <a:gd name="connsiteY38" fmla="*/ 1075091 h 2237474"/>
              <a:gd name="connsiteX39" fmla="*/ 8750383 w 12192000"/>
              <a:gd name="connsiteY39" fmla="*/ 1097387 h 2237474"/>
              <a:gd name="connsiteX40" fmla="*/ 8665605 w 12192000"/>
              <a:gd name="connsiteY40" fmla="*/ 1110791 h 2237474"/>
              <a:gd name="connsiteX41" fmla="*/ 8584946 w 12192000"/>
              <a:gd name="connsiteY41" fmla="*/ 1135226 h 2237474"/>
              <a:gd name="connsiteX42" fmla="*/ 8460755 w 12192000"/>
              <a:gd name="connsiteY42" fmla="*/ 1203427 h 2237474"/>
              <a:gd name="connsiteX43" fmla="*/ 8419755 w 12192000"/>
              <a:gd name="connsiteY43" fmla="*/ 1216260 h 2237474"/>
              <a:gd name="connsiteX44" fmla="*/ 8411626 w 12192000"/>
              <a:gd name="connsiteY44" fmla="*/ 1214397 h 2237474"/>
              <a:gd name="connsiteX45" fmla="*/ 8363469 w 12192000"/>
              <a:gd name="connsiteY45" fmla="*/ 1246658 h 2237474"/>
              <a:gd name="connsiteX46" fmla="*/ 8275497 w 12192000"/>
              <a:gd name="connsiteY46" fmla="*/ 1264396 h 2237474"/>
              <a:gd name="connsiteX47" fmla="*/ 8206287 w 12192000"/>
              <a:gd name="connsiteY47" fmla="*/ 1273060 h 2237474"/>
              <a:gd name="connsiteX48" fmla="*/ 8139997 w 12192000"/>
              <a:gd name="connsiteY48" fmla="*/ 1282713 h 2237474"/>
              <a:gd name="connsiteX49" fmla="*/ 8074238 w 12192000"/>
              <a:gd name="connsiteY49" fmla="*/ 1301895 h 2237474"/>
              <a:gd name="connsiteX50" fmla="*/ 7942099 w 12192000"/>
              <a:gd name="connsiteY50" fmla="*/ 1336332 h 2237474"/>
              <a:gd name="connsiteX51" fmla="*/ 7902328 w 12192000"/>
              <a:gd name="connsiteY51" fmla="*/ 1345865 h 2237474"/>
              <a:gd name="connsiteX52" fmla="*/ 7840612 w 12192000"/>
              <a:gd name="connsiteY52" fmla="*/ 1369373 h 2237474"/>
              <a:gd name="connsiteX53" fmla="*/ 7786819 w 12192000"/>
              <a:gd name="connsiteY53" fmla="*/ 1378970 h 2237474"/>
              <a:gd name="connsiteX54" fmla="*/ 7548172 w 12192000"/>
              <a:gd name="connsiteY54" fmla="*/ 1417460 h 2237474"/>
              <a:gd name="connsiteX55" fmla="*/ 7483437 w 12192000"/>
              <a:gd name="connsiteY55" fmla="*/ 1478152 h 2237474"/>
              <a:gd name="connsiteX56" fmla="*/ 7377870 w 12192000"/>
              <a:gd name="connsiteY56" fmla="*/ 1523319 h 2237474"/>
              <a:gd name="connsiteX57" fmla="*/ 7230737 w 12192000"/>
              <a:gd name="connsiteY57" fmla="*/ 1562633 h 2237474"/>
              <a:gd name="connsiteX58" fmla="*/ 7224458 w 12192000"/>
              <a:gd name="connsiteY58" fmla="*/ 1573008 h 2237474"/>
              <a:gd name="connsiteX59" fmla="*/ 7183121 w 12192000"/>
              <a:gd name="connsiteY59" fmla="*/ 1595162 h 2237474"/>
              <a:gd name="connsiteX60" fmla="*/ 7164601 w 12192000"/>
              <a:gd name="connsiteY60" fmla="*/ 1606490 h 2237474"/>
              <a:gd name="connsiteX61" fmla="*/ 7031309 w 12192000"/>
              <a:gd name="connsiteY61" fmla="*/ 1619451 h 2237474"/>
              <a:gd name="connsiteX62" fmla="*/ 6900177 w 12192000"/>
              <a:gd name="connsiteY62" fmla="*/ 1636016 h 2237474"/>
              <a:gd name="connsiteX63" fmla="*/ 6795372 w 12192000"/>
              <a:gd name="connsiteY63" fmla="*/ 1644845 h 2237474"/>
              <a:gd name="connsiteX64" fmla="*/ 6692251 w 12192000"/>
              <a:gd name="connsiteY64" fmla="*/ 1656357 h 2237474"/>
              <a:gd name="connsiteX65" fmla="*/ 6655235 w 12192000"/>
              <a:gd name="connsiteY65" fmla="*/ 1661869 h 2237474"/>
              <a:gd name="connsiteX66" fmla="*/ 6554894 w 12192000"/>
              <a:gd name="connsiteY66" fmla="*/ 1664428 h 2237474"/>
              <a:gd name="connsiteX67" fmla="*/ 6516595 w 12192000"/>
              <a:gd name="connsiteY67" fmla="*/ 1667475 h 2237474"/>
              <a:gd name="connsiteX68" fmla="*/ 6508541 w 12192000"/>
              <a:gd name="connsiteY68" fmla="*/ 1668757 h 2237474"/>
              <a:gd name="connsiteX69" fmla="*/ 6471012 w 12192000"/>
              <a:gd name="connsiteY69" fmla="*/ 1678604 h 2237474"/>
              <a:gd name="connsiteX70" fmla="*/ 6364035 w 12192000"/>
              <a:gd name="connsiteY70" fmla="*/ 1667683 h 2237474"/>
              <a:gd name="connsiteX71" fmla="*/ 6280959 w 12192000"/>
              <a:gd name="connsiteY71" fmla="*/ 1689329 h 2237474"/>
              <a:gd name="connsiteX72" fmla="*/ 6243319 w 12192000"/>
              <a:gd name="connsiteY72" fmla="*/ 1695560 h 2237474"/>
              <a:gd name="connsiteX73" fmla="*/ 6098321 w 12192000"/>
              <a:gd name="connsiteY73" fmla="*/ 1721646 h 2237474"/>
              <a:gd name="connsiteX74" fmla="*/ 5880652 w 12192000"/>
              <a:gd name="connsiteY74" fmla="*/ 1779643 h 2237474"/>
              <a:gd name="connsiteX75" fmla="*/ 5785959 w 12192000"/>
              <a:gd name="connsiteY75" fmla="*/ 1775307 h 2237474"/>
              <a:gd name="connsiteX76" fmla="*/ 5643534 w 12192000"/>
              <a:gd name="connsiteY76" fmla="*/ 1802919 h 2237474"/>
              <a:gd name="connsiteX77" fmla="*/ 5518799 w 12192000"/>
              <a:gd name="connsiteY77" fmla="*/ 1818312 h 2237474"/>
              <a:gd name="connsiteX78" fmla="*/ 5505014 w 12192000"/>
              <a:gd name="connsiteY78" fmla="*/ 1819259 h 2237474"/>
              <a:gd name="connsiteX79" fmla="*/ 5453307 w 12192000"/>
              <a:gd name="connsiteY79" fmla="*/ 1815450 h 2237474"/>
              <a:gd name="connsiteX80" fmla="*/ 5221533 w 12192000"/>
              <a:gd name="connsiteY80" fmla="*/ 1846950 h 2237474"/>
              <a:gd name="connsiteX81" fmla="*/ 5149802 w 12192000"/>
              <a:gd name="connsiteY81" fmla="*/ 1844846 h 2237474"/>
              <a:gd name="connsiteX82" fmla="*/ 5114927 w 12192000"/>
              <a:gd name="connsiteY82" fmla="*/ 1847827 h 2237474"/>
              <a:gd name="connsiteX83" fmla="*/ 5108970 w 12192000"/>
              <a:gd name="connsiteY83" fmla="*/ 1847935 h 2237474"/>
              <a:gd name="connsiteX84" fmla="*/ 5067961 w 12192000"/>
              <a:gd name="connsiteY84" fmla="*/ 1845917 h 2237474"/>
              <a:gd name="connsiteX85" fmla="*/ 5007075 w 12192000"/>
              <a:gd name="connsiteY85" fmla="*/ 1838626 h 2237474"/>
              <a:gd name="connsiteX86" fmla="*/ 4944087 w 12192000"/>
              <a:gd name="connsiteY86" fmla="*/ 1823332 h 2237474"/>
              <a:gd name="connsiteX87" fmla="*/ 4907662 w 12192000"/>
              <a:gd name="connsiteY87" fmla="*/ 1816900 h 2237474"/>
              <a:gd name="connsiteX88" fmla="*/ 4882386 w 12192000"/>
              <a:gd name="connsiteY88" fmla="*/ 1809844 h 2237474"/>
              <a:gd name="connsiteX89" fmla="*/ 4811440 w 12192000"/>
              <a:gd name="connsiteY89" fmla="*/ 1804655 h 2237474"/>
              <a:gd name="connsiteX90" fmla="*/ 4691075 w 12192000"/>
              <a:gd name="connsiteY90" fmla="*/ 1801389 h 2237474"/>
              <a:gd name="connsiteX91" fmla="*/ 4611738 w 12192000"/>
              <a:gd name="connsiteY91" fmla="*/ 1776964 h 2237474"/>
              <a:gd name="connsiteX92" fmla="*/ 4560070 w 12192000"/>
              <a:gd name="connsiteY92" fmla="*/ 1785640 h 2237474"/>
              <a:gd name="connsiteX93" fmla="*/ 4536503 w 12192000"/>
              <a:gd name="connsiteY93" fmla="*/ 1785334 h 2237474"/>
              <a:gd name="connsiteX94" fmla="*/ 4513724 w 12192000"/>
              <a:gd name="connsiteY94" fmla="*/ 1791996 h 2237474"/>
              <a:gd name="connsiteX95" fmla="*/ 4459810 w 12192000"/>
              <a:gd name="connsiteY95" fmla="*/ 1797886 h 2237474"/>
              <a:gd name="connsiteX96" fmla="*/ 4379064 w 12192000"/>
              <a:gd name="connsiteY96" fmla="*/ 1817177 h 2237474"/>
              <a:gd name="connsiteX97" fmla="*/ 4290981 w 12192000"/>
              <a:gd name="connsiteY97" fmla="*/ 1839677 h 2237474"/>
              <a:gd name="connsiteX98" fmla="*/ 4238372 w 12192000"/>
              <a:gd name="connsiteY98" fmla="*/ 1851480 h 2237474"/>
              <a:gd name="connsiteX99" fmla="*/ 4232517 w 12192000"/>
              <a:gd name="connsiteY99" fmla="*/ 1852567 h 2237474"/>
              <a:gd name="connsiteX100" fmla="*/ 4191732 w 12192000"/>
              <a:gd name="connsiteY100" fmla="*/ 1857328 h 2237474"/>
              <a:gd name="connsiteX101" fmla="*/ 4065532 w 12192000"/>
              <a:gd name="connsiteY101" fmla="*/ 1855477 h 2237474"/>
              <a:gd name="connsiteX102" fmla="*/ 4028460 w 12192000"/>
              <a:gd name="connsiteY102" fmla="*/ 1855137 h 2237474"/>
              <a:gd name="connsiteX103" fmla="*/ 4002267 w 12192000"/>
              <a:gd name="connsiteY103" fmla="*/ 1852352 h 2237474"/>
              <a:gd name="connsiteX104" fmla="*/ 3931396 w 12192000"/>
              <a:gd name="connsiteY104" fmla="*/ 1858915 h 2237474"/>
              <a:gd name="connsiteX105" fmla="*/ 3812162 w 12192000"/>
              <a:gd name="connsiteY105" fmla="*/ 1875501 h 2237474"/>
              <a:gd name="connsiteX106" fmla="*/ 3729530 w 12192000"/>
              <a:gd name="connsiteY106" fmla="*/ 1864513 h 2237474"/>
              <a:gd name="connsiteX107" fmla="*/ 3680177 w 12192000"/>
              <a:gd name="connsiteY107" fmla="*/ 1881552 h 2237474"/>
              <a:gd name="connsiteX108" fmla="*/ 3567259 w 12192000"/>
              <a:gd name="connsiteY108" fmla="*/ 1893482 h 2237474"/>
              <a:gd name="connsiteX109" fmla="*/ 3405770 w 12192000"/>
              <a:gd name="connsiteY109" fmla="*/ 1904591 h 2237474"/>
              <a:gd name="connsiteX110" fmla="*/ 3280097 w 12192000"/>
              <a:gd name="connsiteY110" fmla="*/ 1919610 h 2237474"/>
              <a:gd name="connsiteX111" fmla="*/ 3123424 w 12192000"/>
              <a:gd name="connsiteY111" fmla="*/ 1952930 h 2237474"/>
              <a:gd name="connsiteX112" fmla="*/ 3009910 w 12192000"/>
              <a:gd name="connsiteY112" fmla="*/ 1957866 h 2237474"/>
              <a:gd name="connsiteX113" fmla="*/ 2995934 w 12192000"/>
              <a:gd name="connsiteY113" fmla="*/ 1967085 h 2237474"/>
              <a:gd name="connsiteX114" fmla="*/ 2980071 w 12192000"/>
              <a:gd name="connsiteY114" fmla="*/ 1972988 h 2237474"/>
              <a:gd name="connsiteX115" fmla="*/ 2978094 w 12192000"/>
              <a:gd name="connsiteY115" fmla="*/ 1972369 h 2237474"/>
              <a:gd name="connsiteX116" fmla="*/ 2942858 w 12192000"/>
              <a:gd name="connsiteY116" fmla="*/ 1981367 h 2237474"/>
              <a:gd name="connsiteX117" fmla="*/ 2875436 w 12192000"/>
              <a:gd name="connsiteY117" fmla="*/ 1996977 h 2237474"/>
              <a:gd name="connsiteX118" fmla="*/ 2874892 w 12192000"/>
              <a:gd name="connsiteY118" fmla="*/ 1996085 h 2237474"/>
              <a:gd name="connsiteX119" fmla="*/ 2864145 w 12192000"/>
              <a:gd name="connsiteY119" fmla="*/ 1994061 h 2237474"/>
              <a:gd name="connsiteX120" fmla="*/ 2843662 w 12192000"/>
              <a:gd name="connsiteY120" fmla="*/ 1992498 h 2237474"/>
              <a:gd name="connsiteX121" fmla="*/ 2796128 w 12192000"/>
              <a:gd name="connsiteY121" fmla="*/ 1976403 h 2237474"/>
              <a:gd name="connsiteX122" fmla="*/ 2756784 w 12192000"/>
              <a:gd name="connsiteY122" fmla="*/ 1985116 h 2237474"/>
              <a:gd name="connsiteX123" fmla="*/ 2748833 w 12192000"/>
              <a:gd name="connsiteY123" fmla="*/ 1986323 h 2237474"/>
              <a:gd name="connsiteX124" fmla="*/ 2748661 w 12192000"/>
              <a:gd name="connsiteY124" fmla="*/ 1986122 h 2237474"/>
              <a:gd name="connsiteX125" fmla="*/ 2740251 w 12192000"/>
              <a:gd name="connsiteY125" fmla="*/ 1986946 h 2237474"/>
              <a:gd name="connsiteX126" fmla="*/ 2718916 w 12192000"/>
              <a:gd name="connsiteY126" fmla="*/ 1990867 h 2237474"/>
              <a:gd name="connsiteX127" fmla="*/ 2713522 w 12192000"/>
              <a:gd name="connsiteY127" fmla="*/ 1990173 h 2237474"/>
              <a:gd name="connsiteX128" fmla="*/ 2680597 w 12192000"/>
              <a:gd name="connsiteY128" fmla="*/ 1984996 h 2237474"/>
              <a:gd name="connsiteX129" fmla="*/ 2578178 w 12192000"/>
              <a:gd name="connsiteY129" fmla="*/ 1990531 h 2237474"/>
              <a:gd name="connsiteX130" fmla="*/ 2476147 w 12192000"/>
              <a:gd name="connsiteY130" fmla="*/ 1998305 h 2237474"/>
              <a:gd name="connsiteX131" fmla="*/ 2373568 w 12192000"/>
              <a:gd name="connsiteY131" fmla="*/ 2003219 h 2237474"/>
              <a:gd name="connsiteX132" fmla="*/ 2321399 w 12192000"/>
              <a:gd name="connsiteY132" fmla="*/ 1989467 h 2237474"/>
              <a:gd name="connsiteX133" fmla="*/ 2315525 w 12192000"/>
              <a:gd name="connsiteY133" fmla="*/ 1989708 h 2237474"/>
              <a:gd name="connsiteX134" fmla="*/ 2300792 w 12192000"/>
              <a:gd name="connsiteY134" fmla="*/ 1994290 h 2237474"/>
              <a:gd name="connsiteX135" fmla="*/ 2295469 w 12192000"/>
              <a:gd name="connsiteY135" fmla="*/ 1996659 h 2237474"/>
              <a:gd name="connsiteX136" fmla="*/ 2287219 w 12192000"/>
              <a:gd name="connsiteY136" fmla="*/ 1998750 h 2237474"/>
              <a:gd name="connsiteX137" fmla="*/ 2286948 w 12192000"/>
              <a:gd name="connsiteY137" fmla="*/ 1998596 h 2237474"/>
              <a:gd name="connsiteX138" fmla="*/ 2243069 w 12192000"/>
              <a:gd name="connsiteY138" fmla="*/ 2015111 h 2237474"/>
              <a:gd name="connsiteX139" fmla="*/ 2186609 w 12192000"/>
              <a:gd name="connsiteY139" fmla="*/ 2008263 h 2237474"/>
              <a:gd name="connsiteX140" fmla="*/ 2164831 w 12192000"/>
              <a:gd name="connsiteY140" fmla="*/ 2010143 h 2237474"/>
              <a:gd name="connsiteX141" fmla="*/ 2152836 w 12192000"/>
              <a:gd name="connsiteY141" fmla="*/ 2010048 h 2237474"/>
              <a:gd name="connsiteX142" fmla="*/ 2117102 w 12192000"/>
              <a:gd name="connsiteY142" fmla="*/ 2023004 h 2237474"/>
              <a:gd name="connsiteX143" fmla="*/ 2111935 w 12192000"/>
              <a:gd name="connsiteY143" fmla="*/ 2023163 h 2237474"/>
              <a:gd name="connsiteX144" fmla="*/ 2089991 w 12192000"/>
              <a:gd name="connsiteY144" fmla="*/ 2034193 h 2237474"/>
              <a:gd name="connsiteX145" fmla="*/ 2058061 w 12192000"/>
              <a:gd name="connsiteY145" fmla="*/ 2047942 h 2237474"/>
              <a:gd name="connsiteX146" fmla="*/ 2055737 w 12192000"/>
              <a:gd name="connsiteY146" fmla="*/ 2047704 h 2237474"/>
              <a:gd name="connsiteX147" fmla="*/ 2042244 w 12192000"/>
              <a:gd name="connsiteY147" fmla="*/ 2055560 h 2237474"/>
              <a:gd name="connsiteX148" fmla="*/ 1976224 w 12192000"/>
              <a:gd name="connsiteY148" fmla="*/ 2074257 h 2237474"/>
              <a:gd name="connsiteX149" fmla="*/ 1877728 w 12192000"/>
              <a:gd name="connsiteY149" fmla="*/ 2101004 h 2237474"/>
              <a:gd name="connsiteX150" fmla="*/ 1759056 w 12192000"/>
              <a:gd name="connsiteY150" fmla="*/ 2125608 h 2237474"/>
              <a:gd name="connsiteX151" fmla="*/ 1637948 w 12192000"/>
              <a:gd name="connsiteY151" fmla="*/ 2172597 h 2237474"/>
              <a:gd name="connsiteX152" fmla="*/ 1434549 w 12192000"/>
              <a:gd name="connsiteY152" fmla="*/ 2234522 h 2237474"/>
              <a:gd name="connsiteX153" fmla="*/ 1398481 w 12192000"/>
              <a:gd name="connsiteY153" fmla="*/ 2237074 h 2237474"/>
              <a:gd name="connsiteX154" fmla="*/ 1398407 w 12192000"/>
              <a:gd name="connsiteY154" fmla="*/ 2237095 h 2237474"/>
              <a:gd name="connsiteX155" fmla="*/ 1370962 w 12192000"/>
              <a:gd name="connsiteY155" fmla="*/ 2237474 h 2237474"/>
              <a:gd name="connsiteX156" fmla="*/ 1356367 w 12192000"/>
              <a:gd name="connsiteY156" fmla="*/ 2235089 h 2237474"/>
              <a:gd name="connsiteX157" fmla="*/ 1324828 w 12192000"/>
              <a:gd name="connsiteY157" fmla="*/ 2231968 h 2237474"/>
              <a:gd name="connsiteX158" fmla="*/ 1297744 w 12192000"/>
              <a:gd name="connsiteY158" fmla="*/ 2235849 h 2237474"/>
              <a:gd name="connsiteX159" fmla="*/ 1286236 w 12192000"/>
              <a:gd name="connsiteY159" fmla="*/ 2233135 h 2237474"/>
              <a:gd name="connsiteX160" fmla="*/ 1283504 w 12192000"/>
              <a:gd name="connsiteY160" fmla="*/ 2233797 h 2237474"/>
              <a:gd name="connsiteX161" fmla="*/ 1279765 w 12192000"/>
              <a:gd name="connsiteY161" fmla="*/ 2229639 h 2237474"/>
              <a:gd name="connsiteX162" fmla="*/ 1195347 w 12192000"/>
              <a:gd name="connsiteY162" fmla="*/ 2212354 h 2237474"/>
              <a:gd name="connsiteX163" fmla="*/ 970251 w 12192000"/>
              <a:gd name="connsiteY163" fmla="*/ 2221029 h 2237474"/>
              <a:gd name="connsiteX164" fmla="*/ 812914 w 12192000"/>
              <a:gd name="connsiteY164" fmla="*/ 2202752 h 2237474"/>
              <a:gd name="connsiteX165" fmla="*/ 800195 w 12192000"/>
              <a:gd name="connsiteY165" fmla="*/ 2209407 h 2237474"/>
              <a:gd name="connsiteX166" fmla="*/ 784978 w 12192000"/>
              <a:gd name="connsiteY166" fmla="*/ 2212360 h 2237474"/>
              <a:gd name="connsiteX167" fmla="*/ 681987 w 12192000"/>
              <a:gd name="connsiteY167" fmla="*/ 2216757 h 2237474"/>
              <a:gd name="connsiteX168" fmla="*/ 669923 w 12192000"/>
              <a:gd name="connsiteY168" fmla="*/ 2211682 h 2237474"/>
              <a:gd name="connsiteX169" fmla="*/ 648680 w 12192000"/>
              <a:gd name="connsiteY169" fmla="*/ 2206229 h 2237474"/>
              <a:gd name="connsiteX170" fmla="*/ 597225 w 12192000"/>
              <a:gd name="connsiteY170" fmla="*/ 2180999 h 2237474"/>
              <a:gd name="connsiteX171" fmla="*/ 558449 w 12192000"/>
              <a:gd name="connsiteY171" fmla="*/ 2182346 h 2237474"/>
              <a:gd name="connsiteX172" fmla="*/ 550517 w 12192000"/>
              <a:gd name="connsiteY172" fmla="*/ 2182060 h 2237474"/>
              <a:gd name="connsiteX173" fmla="*/ 550309 w 12192000"/>
              <a:gd name="connsiteY173" fmla="*/ 2181825 h 2237474"/>
              <a:gd name="connsiteX174" fmla="*/ 541836 w 12192000"/>
              <a:gd name="connsiteY174" fmla="*/ 2181063 h 2237474"/>
              <a:gd name="connsiteX175" fmla="*/ 536057 w 12192000"/>
              <a:gd name="connsiteY175" fmla="*/ 2181537 h 2237474"/>
              <a:gd name="connsiteX176" fmla="*/ 520671 w 12192000"/>
              <a:gd name="connsiteY176" fmla="*/ 2180980 h 2237474"/>
              <a:gd name="connsiteX177" fmla="*/ 515024 w 12192000"/>
              <a:gd name="connsiteY177" fmla="*/ 2179258 h 2237474"/>
              <a:gd name="connsiteX178" fmla="*/ 512278 w 12192000"/>
              <a:gd name="connsiteY178" fmla="*/ 2176369 h 2237474"/>
              <a:gd name="connsiteX179" fmla="*/ 480419 w 12192000"/>
              <a:gd name="connsiteY179" fmla="*/ 2167807 h 2237474"/>
              <a:gd name="connsiteX180" fmla="*/ 413835 w 12192000"/>
              <a:gd name="connsiteY180" fmla="*/ 2156783 h 2237474"/>
              <a:gd name="connsiteX181" fmla="*/ 376513 w 12192000"/>
              <a:gd name="connsiteY181" fmla="*/ 2154014 h 2237474"/>
              <a:gd name="connsiteX182" fmla="*/ 273386 w 12192000"/>
              <a:gd name="connsiteY182" fmla="*/ 2142551 h 2237474"/>
              <a:gd name="connsiteX183" fmla="*/ 169207 w 12192000"/>
              <a:gd name="connsiteY183" fmla="*/ 2128100 h 2237474"/>
              <a:gd name="connsiteX184" fmla="*/ 93149 w 12192000"/>
              <a:gd name="connsiteY184" fmla="*/ 2105324 h 2237474"/>
              <a:gd name="connsiteX185" fmla="*/ 88109 w 12192000"/>
              <a:gd name="connsiteY185" fmla="*/ 2106704 h 2237474"/>
              <a:gd name="connsiteX186" fmla="*/ 80022 w 12192000"/>
              <a:gd name="connsiteY186" fmla="*/ 2107254 h 2237474"/>
              <a:gd name="connsiteX187" fmla="*/ 79717 w 12192000"/>
              <a:gd name="connsiteY187" fmla="*/ 2107046 h 2237474"/>
              <a:gd name="connsiteX188" fmla="*/ 72352 w 12192000"/>
              <a:gd name="connsiteY188" fmla="*/ 2107991 h 2237474"/>
              <a:gd name="connsiteX189" fmla="*/ 37645 w 12192000"/>
              <a:gd name="connsiteY189" fmla="*/ 2115401 h 2237474"/>
              <a:gd name="connsiteX190" fmla="*/ 4572 w 12192000"/>
              <a:gd name="connsiteY190" fmla="*/ 2111091 h 2237474"/>
              <a:gd name="connsiteX191" fmla="*/ 0 w 12192000"/>
              <a:gd name="connsiteY191" fmla="*/ 2110468 h 2237474"/>
              <a:gd name="connsiteX192" fmla="*/ 0 w 12192000"/>
              <a:gd name="connsiteY19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44189 w 12192000"/>
              <a:gd name="connsiteY24" fmla="*/ 938966 h 2237474"/>
              <a:gd name="connsiteX25" fmla="*/ 9500499 w 12192000"/>
              <a:gd name="connsiteY25" fmla="*/ 954680 h 2237474"/>
              <a:gd name="connsiteX26" fmla="*/ 9428195 w 12192000"/>
              <a:gd name="connsiteY26" fmla="*/ 986225 h 2237474"/>
              <a:gd name="connsiteX27" fmla="*/ 9410017 w 12192000"/>
              <a:gd name="connsiteY27" fmla="*/ 993931 h 2237474"/>
              <a:gd name="connsiteX28" fmla="*/ 9392919 w 12192000"/>
              <a:gd name="connsiteY28" fmla="*/ 994656 h 2237474"/>
              <a:gd name="connsiteX29" fmla="*/ 9278619 w 12192000"/>
              <a:gd name="connsiteY29" fmla="*/ 1011878 h 2237474"/>
              <a:gd name="connsiteX30" fmla="*/ 9268019 w 12192000"/>
              <a:gd name="connsiteY30" fmla="*/ 1007442 h 2237474"/>
              <a:gd name="connsiteX31" fmla="*/ 9234662 w 12192000"/>
              <a:gd name="connsiteY31" fmla="*/ 1023056 h 2237474"/>
              <a:gd name="connsiteX32" fmla="*/ 9181033 w 12192000"/>
              <a:gd name="connsiteY32" fmla="*/ 1037921 h 2237474"/>
              <a:gd name="connsiteX33" fmla="*/ 9155969 w 12192000"/>
              <a:gd name="connsiteY33" fmla="*/ 1046804 h 2237474"/>
              <a:gd name="connsiteX34" fmla="*/ 9133985 w 12192000"/>
              <a:gd name="connsiteY34" fmla="*/ 1046450 h 2237474"/>
              <a:gd name="connsiteX35" fmla="*/ 9003462 w 12192000"/>
              <a:gd name="connsiteY35" fmla="*/ 1042406 h 2237474"/>
              <a:gd name="connsiteX36" fmla="*/ 8968445 w 12192000"/>
              <a:gd name="connsiteY36" fmla="*/ 1052169 h 2237474"/>
              <a:gd name="connsiteX37" fmla="*/ 8886001 w 12192000"/>
              <a:gd name="connsiteY37" fmla="*/ 1067468 h 2237474"/>
              <a:gd name="connsiteX38" fmla="*/ 8838610 w 12192000"/>
              <a:gd name="connsiteY38" fmla="*/ 1075091 h 2237474"/>
              <a:gd name="connsiteX39" fmla="*/ 8750383 w 12192000"/>
              <a:gd name="connsiteY39" fmla="*/ 1097387 h 2237474"/>
              <a:gd name="connsiteX40" fmla="*/ 8665605 w 12192000"/>
              <a:gd name="connsiteY40" fmla="*/ 1110791 h 2237474"/>
              <a:gd name="connsiteX41" fmla="*/ 8584946 w 12192000"/>
              <a:gd name="connsiteY41" fmla="*/ 1135226 h 2237474"/>
              <a:gd name="connsiteX42" fmla="*/ 8460755 w 12192000"/>
              <a:gd name="connsiteY42" fmla="*/ 1203427 h 2237474"/>
              <a:gd name="connsiteX43" fmla="*/ 8419755 w 12192000"/>
              <a:gd name="connsiteY43" fmla="*/ 1216260 h 2237474"/>
              <a:gd name="connsiteX44" fmla="*/ 8411626 w 12192000"/>
              <a:gd name="connsiteY44" fmla="*/ 1214397 h 2237474"/>
              <a:gd name="connsiteX45" fmla="*/ 8363469 w 12192000"/>
              <a:gd name="connsiteY45" fmla="*/ 1246658 h 2237474"/>
              <a:gd name="connsiteX46" fmla="*/ 8275497 w 12192000"/>
              <a:gd name="connsiteY46" fmla="*/ 1264396 h 2237474"/>
              <a:gd name="connsiteX47" fmla="*/ 8206287 w 12192000"/>
              <a:gd name="connsiteY47" fmla="*/ 1273060 h 2237474"/>
              <a:gd name="connsiteX48" fmla="*/ 8139997 w 12192000"/>
              <a:gd name="connsiteY48" fmla="*/ 1282713 h 2237474"/>
              <a:gd name="connsiteX49" fmla="*/ 8074238 w 12192000"/>
              <a:gd name="connsiteY49" fmla="*/ 1301895 h 2237474"/>
              <a:gd name="connsiteX50" fmla="*/ 7942099 w 12192000"/>
              <a:gd name="connsiteY50" fmla="*/ 1336332 h 2237474"/>
              <a:gd name="connsiteX51" fmla="*/ 7902328 w 12192000"/>
              <a:gd name="connsiteY51" fmla="*/ 1345865 h 2237474"/>
              <a:gd name="connsiteX52" fmla="*/ 7840612 w 12192000"/>
              <a:gd name="connsiteY52" fmla="*/ 1369373 h 2237474"/>
              <a:gd name="connsiteX53" fmla="*/ 7786819 w 12192000"/>
              <a:gd name="connsiteY53" fmla="*/ 1378970 h 2237474"/>
              <a:gd name="connsiteX54" fmla="*/ 7548172 w 12192000"/>
              <a:gd name="connsiteY54" fmla="*/ 1417460 h 2237474"/>
              <a:gd name="connsiteX55" fmla="*/ 7483437 w 12192000"/>
              <a:gd name="connsiteY55" fmla="*/ 1478152 h 2237474"/>
              <a:gd name="connsiteX56" fmla="*/ 7377870 w 12192000"/>
              <a:gd name="connsiteY56" fmla="*/ 1523319 h 2237474"/>
              <a:gd name="connsiteX57" fmla="*/ 7230737 w 12192000"/>
              <a:gd name="connsiteY57" fmla="*/ 1562633 h 2237474"/>
              <a:gd name="connsiteX58" fmla="*/ 7224458 w 12192000"/>
              <a:gd name="connsiteY58" fmla="*/ 1573008 h 2237474"/>
              <a:gd name="connsiteX59" fmla="*/ 7183121 w 12192000"/>
              <a:gd name="connsiteY59" fmla="*/ 1595162 h 2237474"/>
              <a:gd name="connsiteX60" fmla="*/ 7164601 w 12192000"/>
              <a:gd name="connsiteY60" fmla="*/ 1606490 h 2237474"/>
              <a:gd name="connsiteX61" fmla="*/ 7031309 w 12192000"/>
              <a:gd name="connsiteY61" fmla="*/ 1619451 h 2237474"/>
              <a:gd name="connsiteX62" fmla="*/ 6900177 w 12192000"/>
              <a:gd name="connsiteY62" fmla="*/ 1636016 h 2237474"/>
              <a:gd name="connsiteX63" fmla="*/ 6795372 w 12192000"/>
              <a:gd name="connsiteY63" fmla="*/ 1644845 h 2237474"/>
              <a:gd name="connsiteX64" fmla="*/ 6692251 w 12192000"/>
              <a:gd name="connsiteY64" fmla="*/ 1656357 h 2237474"/>
              <a:gd name="connsiteX65" fmla="*/ 6655235 w 12192000"/>
              <a:gd name="connsiteY65" fmla="*/ 1661869 h 2237474"/>
              <a:gd name="connsiteX66" fmla="*/ 6554894 w 12192000"/>
              <a:gd name="connsiteY66" fmla="*/ 1664428 h 2237474"/>
              <a:gd name="connsiteX67" fmla="*/ 6516595 w 12192000"/>
              <a:gd name="connsiteY67" fmla="*/ 1667475 h 2237474"/>
              <a:gd name="connsiteX68" fmla="*/ 6508541 w 12192000"/>
              <a:gd name="connsiteY68" fmla="*/ 1668757 h 2237474"/>
              <a:gd name="connsiteX69" fmla="*/ 6471012 w 12192000"/>
              <a:gd name="connsiteY69" fmla="*/ 1678604 h 2237474"/>
              <a:gd name="connsiteX70" fmla="*/ 6364035 w 12192000"/>
              <a:gd name="connsiteY70" fmla="*/ 1667683 h 2237474"/>
              <a:gd name="connsiteX71" fmla="*/ 6280959 w 12192000"/>
              <a:gd name="connsiteY71" fmla="*/ 1689329 h 2237474"/>
              <a:gd name="connsiteX72" fmla="*/ 6243319 w 12192000"/>
              <a:gd name="connsiteY72" fmla="*/ 1695560 h 2237474"/>
              <a:gd name="connsiteX73" fmla="*/ 6098321 w 12192000"/>
              <a:gd name="connsiteY73" fmla="*/ 1721646 h 2237474"/>
              <a:gd name="connsiteX74" fmla="*/ 5880652 w 12192000"/>
              <a:gd name="connsiteY74" fmla="*/ 1779643 h 2237474"/>
              <a:gd name="connsiteX75" fmla="*/ 5785959 w 12192000"/>
              <a:gd name="connsiteY75" fmla="*/ 1775307 h 2237474"/>
              <a:gd name="connsiteX76" fmla="*/ 5643534 w 12192000"/>
              <a:gd name="connsiteY76" fmla="*/ 1802919 h 2237474"/>
              <a:gd name="connsiteX77" fmla="*/ 5518799 w 12192000"/>
              <a:gd name="connsiteY77" fmla="*/ 1818312 h 2237474"/>
              <a:gd name="connsiteX78" fmla="*/ 5505014 w 12192000"/>
              <a:gd name="connsiteY78" fmla="*/ 1819259 h 2237474"/>
              <a:gd name="connsiteX79" fmla="*/ 5453307 w 12192000"/>
              <a:gd name="connsiteY79" fmla="*/ 1815450 h 2237474"/>
              <a:gd name="connsiteX80" fmla="*/ 5221533 w 12192000"/>
              <a:gd name="connsiteY80" fmla="*/ 1846950 h 2237474"/>
              <a:gd name="connsiteX81" fmla="*/ 5149802 w 12192000"/>
              <a:gd name="connsiteY81" fmla="*/ 1844846 h 2237474"/>
              <a:gd name="connsiteX82" fmla="*/ 5114927 w 12192000"/>
              <a:gd name="connsiteY82" fmla="*/ 1847827 h 2237474"/>
              <a:gd name="connsiteX83" fmla="*/ 5108970 w 12192000"/>
              <a:gd name="connsiteY83" fmla="*/ 1847935 h 2237474"/>
              <a:gd name="connsiteX84" fmla="*/ 5067961 w 12192000"/>
              <a:gd name="connsiteY84" fmla="*/ 1845917 h 2237474"/>
              <a:gd name="connsiteX85" fmla="*/ 5007075 w 12192000"/>
              <a:gd name="connsiteY85" fmla="*/ 1838626 h 2237474"/>
              <a:gd name="connsiteX86" fmla="*/ 4944087 w 12192000"/>
              <a:gd name="connsiteY86" fmla="*/ 1823332 h 2237474"/>
              <a:gd name="connsiteX87" fmla="*/ 4907662 w 12192000"/>
              <a:gd name="connsiteY87" fmla="*/ 1816900 h 2237474"/>
              <a:gd name="connsiteX88" fmla="*/ 4882386 w 12192000"/>
              <a:gd name="connsiteY88" fmla="*/ 1809844 h 2237474"/>
              <a:gd name="connsiteX89" fmla="*/ 4811440 w 12192000"/>
              <a:gd name="connsiteY89" fmla="*/ 1804655 h 2237474"/>
              <a:gd name="connsiteX90" fmla="*/ 4691075 w 12192000"/>
              <a:gd name="connsiteY90" fmla="*/ 1801389 h 2237474"/>
              <a:gd name="connsiteX91" fmla="*/ 4611738 w 12192000"/>
              <a:gd name="connsiteY91" fmla="*/ 1776964 h 2237474"/>
              <a:gd name="connsiteX92" fmla="*/ 4560070 w 12192000"/>
              <a:gd name="connsiteY92" fmla="*/ 1785640 h 2237474"/>
              <a:gd name="connsiteX93" fmla="*/ 4536503 w 12192000"/>
              <a:gd name="connsiteY93" fmla="*/ 1785334 h 2237474"/>
              <a:gd name="connsiteX94" fmla="*/ 4513724 w 12192000"/>
              <a:gd name="connsiteY94" fmla="*/ 1791996 h 2237474"/>
              <a:gd name="connsiteX95" fmla="*/ 4459810 w 12192000"/>
              <a:gd name="connsiteY95" fmla="*/ 1797886 h 2237474"/>
              <a:gd name="connsiteX96" fmla="*/ 4379064 w 12192000"/>
              <a:gd name="connsiteY96" fmla="*/ 1817177 h 2237474"/>
              <a:gd name="connsiteX97" fmla="*/ 4290981 w 12192000"/>
              <a:gd name="connsiteY97" fmla="*/ 1839677 h 2237474"/>
              <a:gd name="connsiteX98" fmla="*/ 4238372 w 12192000"/>
              <a:gd name="connsiteY98" fmla="*/ 1851480 h 2237474"/>
              <a:gd name="connsiteX99" fmla="*/ 4232517 w 12192000"/>
              <a:gd name="connsiteY99" fmla="*/ 1852567 h 2237474"/>
              <a:gd name="connsiteX100" fmla="*/ 4191732 w 12192000"/>
              <a:gd name="connsiteY100" fmla="*/ 1857328 h 2237474"/>
              <a:gd name="connsiteX101" fmla="*/ 4065532 w 12192000"/>
              <a:gd name="connsiteY101" fmla="*/ 1855477 h 2237474"/>
              <a:gd name="connsiteX102" fmla="*/ 4028460 w 12192000"/>
              <a:gd name="connsiteY102" fmla="*/ 1855137 h 2237474"/>
              <a:gd name="connsiteX103" fmla="*/ 4002267 w 12192000"/>
              <a:gd name="connsiteY103" fmla="*/ 1852352 h 2237474"/>
              <a:gd name="connsiteX104" fmla="*/ 3931396 w 12192000"/>
              <a:gd name="connsiteY104" fmla="*/ 1858915 h 2237474"/>
              <a:gd name="connsiteX105" fmla="*/ 3812162 w 12192000"/>
              <a:gd name="connsiteY105" fmla="*/ 1875501 h 2237474"/>
              <a:gd name="connsiteX106" fmla="*/ 3729530 w 12192000"/>
              <a:gd name="connsiteY106" fmla="*/ 1864513 h 2237474"/>
              <a:gd name="connsiteX107" fmla="*/ 3680177 w 12192000"/>
              <a:gd name="connsiteY107" fmla="*/ 1881552 h 2237474"/>
              <a:gd name="connsiteX108" fmla="*/ 3567259 w 12192000"/>
              <a:gd name="connsiteY108" fmla="*/ 1893482 h 2237474"/>
              <a:gd name="connsiteX109" fmla="*/ 3405770 w 12192000"/>
              <a:gd name="connsiteY109" fmla="*/ 1904591 h 2237474"/>
              <a:gd name="connsiteX110" fmla="*/ 3280097 w 12192000"/>
              <a:gd name="connsiteY110" fmla="*/ 1919610 h 2237474"/>
              <a:gd name="connsiteX111" fmla="*/ 3123424 w 12192000"/>
              <a:gd name="connsiteY111" fmla="*/ 1952930 h 2237474"/>
              <a:gd name="connsiteX112" fmla="*/ 3009910 w 12192000"/>
              <a:gd name="connsiteY112" fmla="*/ 1957866 h 2237474"/>
              <a:gd name="connsiteX113" fmla="*/ 2995934 w 12192000"/>
              <a:gd name="connsiteY113" fmla="*/ 1967085 h 2237474"/>
              <a:gd name="connsiteX114" fmla="*/ 2980071 w 12192000"/>
              <a:gd name="connsiteY114" fmla="*/ 1972988 h 2237474"/>
              <a:gd name="connsiteX115" fmla="*/ 2978094 w 12192000"/>
              <a:gd name="connsiteY115" fmla="*/ 1972369 h 2237474"/>
              <a:gd name="connsiteX116" fmla="*/ 2942858 w 12192000"/>
              <a:gd name="connsiteY116" fmla="*/ 1981367 h 2237474"/>
              <a:gd name="connsiteX117" fmla="*/ 2875436 w 12192000"/>
              <a:gd name="connsiteY117" fmla="*/ 1996977 h 2237474"/>
              <a:gd name="connsiteX118" fmla="*/ 2874892 w 12192000"/>
              <a:gd name="connsiteY118" fmla="*/ 1996085 h 2237474"/>
              <a:gd name="connsiteX119" fmla="*/ 2864145 w 12192000"/>
              <a:gd name="connsiteY119" fmla="*/ 1994061 h 2237474"/>
              <a:gd name="connsiteX120" fmla="*/ 2843662 w 12192000"/>
              <a:gd name="connsiteY120" fmla="*/ 1992498 h 2237474"/>
              <a:gd name="connsiteX121" fmla="*/ 2796128 w 12192000"/>
              <a:gd name="connsiteY121" fmla="*/ 1976403 h 2237474"/>
              <a:gd name="connsiteX122" fmla="*/ 2756784 w 12192000"/>
              <a:gd name="connsiteY122" fmla="*/ 1985116 h 2237474"/>
              <a:gd name="connsiteX123" fmla="*/ 2748833 w 12192000"/>
              <a:gd name="connsiteY123" fmla="*/ 1986323 h 2237474"/>
              <a:gd name="connsiteX124" fmla="*/ 2748661 w 12192000"/>
              <a:gd name="connsiteY124" fmla="*/ 1986122 h 2237474"/>
              <a:gd name="connsiteX125" fmla="*/ 2740251 w 12192000"/>
              <a:gd name="connsiteY125" fmla="*/ 1986946 h 2237474"/>
              <a:gd name="connsiteX126" fmla="*/ 2718916 w 12192000"/>
              <a:gd name="connsiteY126" fmla="*/ 1990867 h 2237474"/>
              <a:gd name="connsiteX127" fmla="*/ 2713522 w 12192000"/>
              <a:gd name="connsiteY127" fmla="*/ 1990173 h 2237474"/>
              <a:gd name="connsiteX128" fmla="*/ 2680597 w 12192000"/>
              <a:gd name="connsiteY128" fmla="*/ 1984996 h 2237474"/>
              <a:gd name="connsiteX129" fmla="*/ 2578178 w 12192000"/>
              <a:gd name="connsiteY129" fmla="*/ 1990531 h 2237474"/>
              <a:gd name="connsiteX130" fmla="*/ 2476147 w 12192000"/>
              <a:gd name="connsiteY130" fmla="*/ 1998305 h 2237474"/>
              <a:gd name="connsiteX131" fmla="*/ 2373568 w 12192000"/>
              <a:gd name="connsiteY131" fmla="*/ 2003219 h 2237474"/>
              <a:gd name="connsiteX132" fmla="*/ 2321399 w 12192000"/>
              <a:gd name="connsiteY132" fmla="*/ 1989467 h 2237474"/>
              <a:gd name="connsiteX133" fmla="*/ 2315525 w 12192000"/>
              <a:gd name="connsiteY133" fmla="*/ 1989708 h 2237474"/>
              <a:gd name="connsiteX134" fmla="*/ 2300792 w 12192000"/>
              <a:gd name="connsiteY134" fmla="*/ 1994290 h 2237474"/>
              <a:gd name="connsiteX135" fmla="*/ 2295469 w 12192000"/>
              <a:gd name="connsiteY135" fmla="*/ 1996659 h 2237474"/>
              <a:gd name="connsiteX136" fmla="*/ 2287219 w 12192000"/>
              <a:gd name="connsiteY136" fmla="*/ 1998750 h 2237474"/>
              <a:gd name="connsiteX137" fmla="*/ 2286948 w 12192000"/>
              <a:gd name="connsiteY137" fmla="*/ 1998596 h 2237474"/>
              <a:gd name="connsiteX138" fmla="*/ 2243069 w 12192000"/>
              <a:gd name="connsiteY138" fmla="*/ 2015111 h 2237474"/>
              <a:gd name="connsiteX139" fmla="*/ 2186609 w 12192000"/>
              <a:gd name="connsiteY139" fmla="*/ 2008263 h 2237474"/>
              <a:gd name="connsiteX140" fmla="*/ 2164831 w 12192000"/>
              <a:gd name="connsiteY140" fmla="*/ 2010143 h 2237474"/>
              <a:gd name="connsiteX141" fmla="*/ 2152836 w 12192000"/>
              <a:gd name="connsiteY141" fmla="*/ 2010048 h 2237474"/>
              <a:gd name="connsiteX142" fmla="*/ 2117102 w 12192000"/>
              <a:gd name="connsiteY142" fmla="*/ 2023004 h 2237474"/>
              <a:gd name="connsiteX143" fmla="*/ 2111935 w 12192000"/>
              <a:gd name="connsiteY143" fmla="*/ 2023163 h 2237474"/>
              <a:gd name="connsiteX144" fmla="*/ 2089991 w 12192000"/>
              <a:gd name="connsiteY144" fmla="*/ 2034193 h 2237474"/>
              <a:gd name="connsiteX145" fmla="*/ 2058061 w 12192000"/>
              <a:gd name="connsiteY145" fmla="*/ 2047942 h 2237474"/>
              <a:gd name="connsiteX146" fmla="*/ 2055737 w 12192000"/>
              <a:gd name="connsiteY146" fmla="*/ 2047704 h 2237474"/>
              <a:gd name="connsiteX147" fmla="*/ 2042244 w 12192000"/>
              <a:gd name="connsiteY147" fmla="*/ 2055560 h 2237474"/>
              <a:gd name="connsiteX148" fmla="*/ 1976224 w 12192000"/>
              <a:gd name="connsiteY148" fmla="*/ 2074257 h 2237474"/>
              <a:gd name="connsiteX149" fmla="*/ 1877728 w 12192000"/>
              <a:gd name="connsiteY149" fmla="*/ 2101004 h 2237474"/>
              <a:gd name="connsiteX150" fmla="*/ 1759056 w 12192000"/>
              <a:gd name="connsiteY150" fmla="*/ 2125608 h 2237474"/>
              <a:gd name="connsiteX151" fmla="*/ 1637948 w 12192000"/>
              <a:gd name="connsiteY151" fmla="*/ 2172597 h 2237474"/>
              <a:gd name="connsiteX152" fmla="*/ 1434549 w 12192000"/>
              <a:gd name="connsiteY152" fmla="*/ 2234522 h 2237474"/>
              <a:gd name="connsiteX153" fmla="*/ 1398481 w 12192000"/>
              <a:gd name="connsiteY153" fmla="*/ 2237074 h 2237474"/>
              <a:gd name="connsiteX154" fmla="*/ 1398407 w 12192000"/>
              <a:gd name="connsiteY154" fmla="*/ 2237095 h 2237474"/>
              <a:gd name="connsiteX155" fmla="*/ 1370962 w 12192000"/>
              <a:gd name="connsiteY155" fmla="*/ 2237474 h 2237474"/>
              <a:gd name="connsiteX156" fmla="*/ 1356367 w 12192000"/>
              <a:gd name="connsiteY156" fmla="*/ 2235089 h 2237474"/>
              <a:gd name="connsiteX157" fmla="*/ 1324828 w 12192000"/>
              <a:gd name="connsiteY157" fmla="*/ 2231968 h 2237474"/>
              <a:gd name="connsiteX158" fmla="*/ 1297744 w 12192000"/>
              <a:gd name="connsiteY158" fmla="*/ 2235849 h 2237474"/>
              <a:gd name="connsiteX159" fmla="*/ 1286236 w 12192000"/>
              <a:gd name="connsiteY159" fmla="*/ 2233135 h 2237474"/>
              <a:gd name="connsiteX160" fmla="*/ 1283504 w 12192000"/>
              <a:gd name="connsiteY160" fmla="*/ 2233797 h 2237474"/>
              <a:gd name="connsiteX161" fmla="*/ 1279765 w 12192000"/>
              <a:gd name="connsiteY161" fmla="*/ 2229639 h 2237474"/>
              <a:gd name="connsiteX162" fmla="*/ 1195347 w 12192000"/>
              <a:gd name="connsiteY162" fmla="*/ 2212354 h 2237474"/>
              <a:gd name="connsiteX163" fmla="*/ 970251 w 12192000"/>
              <a:gd name="connsiteY163" fmla="*/ 2221029 h 2237474"/>
              <a:gd name="connsiteX164" fmla="*/ 812914 w 12192000"/>
              <a:gd name="connsiteY164" fmla="*/ 2202752 h 2237474"/>
              <a:gd name="connsiteX165" fmla="*/ 800195 w 12192000"/>
              <a:gd name="connsiteY165" fmla="*/ 2209407 h 2237474"/>
              <a:gd name="connsiteX166" fmla="*/ 784978 w 12192000"/>
              <a:gd name="connsiteY166" fmla="*/ 2212360 h 2237474"/>
              <a:gd name="connsiteX167" fmla="*/ 681987 w 12192000"/>
              <a:gd name="connsiteY167" fmla="*/ 2216757 h 2237474"/>
              <a:gd name="connsiteX168" fmla="*/ 669923 w 12192000"/>
              <a:gd name="connsiteY168" fmla="*/ 2211682 h 2237474"/>
              <a:gd name="connsiteX169" fmla="*/ 648680 w 12192000"/>
              <a:gd name="connsiteY169" fmla="*/ 2206229 h 2237474"/>
              <a:gd name="connsiteX170" fmla="*/ 597225 w 12192000"/>
              <a:gd name="connsiteY170" fmla="*/ 2180999 h 2237474"/>
              <a:gd name="connsiteX171" fmla="*/ 558449 w 12192000"/>
              <a:gd name="connsiteY171" fmla="*/ 2182346 h 2237474"/>
              <a:gd name="connsiteX172" fmla="*/ 550517 w 12192000"/>
              <a:gd name="connsiteY172" fmla="*/ 2182060 h 2237474"/>
              <a:gd name="connsiteX173" fmla="*/ 550309 w 12192000"/>
              <a:gd name="connsiteY173" fmla="*/ 2181825 h 2237474"/>
              <a:gd name="connsiteX174" fmla="*/ 541836 w 12192000"/>
              <a:gd name="connsiteY174" fmla="*/ 2181063 h 2237474"/>
              <a:gd name="connsiteX175" fmla="*/ 536057 w 12192000"/>
              <a:gd name="connsiteY175" fmla="*/ 2181537 h 2237474"/>
              <a:gd name="connsiteX176" fmla="*/ 520671 w 12192000"/>
              <a:gd name="connsiteY176" fmla="*/ 2180980 h 2237474"/>
              <a:gd name="connsiteX177" fmla="*/ 515024 w 12192000"/>
              <a:gd name="connsiteY177" fmla="*/ 2179258 h 2237474"/>
              <a:gd name="connsiteX178" fmla="*/ 512278 w 12192000"/>
              <a:gd name="connsiteY178" fmla="*/ 2176369 h 2237474"/>
              <a:gd name="connsiteX179" fmla="*/ 480419 w 12192000"/>
              <a:gd name="connsiteY179" fmla="*/ 2167807 h 2237474"/>
              <a:gd name="connsiteX180" fmla="*/ 413835 w 12192000"/>
              <a:gd name="connsiteY180" fmla="*/ 2156783 h 2237474"/>
              <a:gd name="connsiteX181" fmla="*/ 376513 w 12192000"/>
              <a:gd name="connsiteY181" fmla="*/ 2154014 h 2237474"/>
              <a:gd name="connsiteX182" fmla="*/ 273386 w 12192000"/>
              <a:gd name="connsiteY182" fmla="*/ 2142551 h 2237474"/>
              <a:gd name="connsiteX183" fmla="*/ 169207 w 12192000"/>
              <a:gd name="connsiteY183" fmla="*/ 2128100 h 2237474"/>
              <a:gd name="connsiteX184" fmla="*/ 93149 w 12192000"/>
              <a:gd name="connsiteY184" fmla="*/ 2105324 h 2237474"/>
              <a:gd name="connsiteX185" fmla="*/ 88109 w 12192000"/>
              <a:gd name="connsiteY185" fmla="*/ 2106704 h 2237474"/>
              <a:gd name="connsiteX186" fmla="*/ 80022 w 12192000"/>
              <a:gd name="connsiteY186" fmla="*/ 2107254 h 2237474"/>
              <a:gd name="connsiteX187" fmla="*/ 79717 w 12192000"/>
              <a:gd name="connsiteY187" fmla="*/ 2107046 h 2237474"/>
              <a:gd name="connsiteX188" fmla="*/ 72352 w 12192000"/>
              <a:gd name="connsiteY188" fmla="*/ 2107991 h 2237474"/>
              <a:gd name="connsiteX189" fmla="*/ 37645 w 12192000"/>
              <a:gd name="connsiteY189" fmla="*/ 2115401 h 2237474"/>
              <a:gd name="connsiteX190" fmla="*/ 4572 w 12192000"/>
              <a:gd name="connsiteY190" fmla="*/ 2111091 h 2237474"/>
              <a:gd name="connsiteX191" fmla="*/ 0 w 12192000"/>
              <a:gd name="connsiteY191" fmla="*/ 2110468 h 2237474"/>
              <a:gd name="connsiteX192" fmla="*/ 0 w 12192000"/>
              <a:gd name="connsiteY19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44189 w 12192000"/>
              <a:gd name="connsiteY24" fmla="*/ 938966 h 2237474"/>
              <a:gd name="connsiteX25" fmla="*/ 9500499 w 12192000"/>
              <a:gd name="connsiteY25" fmla="*/ 954680 h 2237474"/>
              <a:gd name="connsiteX26" fmla="*/ 9428195 w 12192000"/>
              <a:gd name="connsiteY26" fmla="*/ 986225 h 2237474"/>
              <a:gd name="connsiteX27" fmla="*/ 9410017 w 12192000"/>
              <a:gd name="connsiteY27" fmla="*/ 993931 h 2237474"/>
              <a:gd name="connsiteX28" fmla="*/ 9392919 w 12192000"/>
              <a:gd name="connsiteY28" fmla="*/ 994656 h 2237474"/>
              <a:gd name="connsiteX29" fmla="*/ 9278619 w 12192000"/>
              <a:gd name="connsiteY29" fmla="*/ 1011878 h 2237474"/>
              <a:gd name="connsiteX30" fmla="*/ 9268019 w 12192000"/>
              <a:gd name="connsiteY30" fmla="*/ 1007442 h 2237474"/>
              <a:gd name="connsiteX31" fmla="*/ 9234662 w 12192000"/>
              <a:gd name="connsiteY31" fmla="*/ 1023056 h 2237474"/>
              <a:gd name="connsiteX32" fmla="*/ 9181033 w 12192000"/>
              <a:gd name="connsiteY32" fmla="*/ 1037921 h 2237474"/>
              <a:gd name="connsiteX33" fmla="*/ 9155969 w 12192000"/>
              <a:gd name="connsiteY33" fmla="*/ 1046804 h 2237474"/>
              <a:gd name="connsiteX34" fmla="*/ 9133985 w 12192000"/>
              <a:gd name="connsiteY34" fmla="*/ 1046450 h 2237474"/>
              <a:gd name="connsiteX35" fmla="*/ 9003462 w 12192000"/>
              <a:gd name="connsiteY35" fmla="*/ 1042406 h 2237474"/>
              <a:gd name="connsiteX36" fmla="*/ 8968445 w 12192000"/>
              <a:gd name="connsiteY36" fmla="*/ 1052169 h 2237474"/>
              <a:gd name="connsiteX37" fmla="*/ 8886001 w 12192000"/>
              <a:gd name="connsiteY37" fmla="*/ 1067468 h 2237474"/>
              <a:gd name="connsiteX38" fmla="*/ 8838610 w 12192000"/>
              <a:gd name="connsiteY38" fmla="*/ 1075091 h 2237474"/>
              <a:gd name="connsiteX39" fmla="*/ 8750383 w 12192000"/>
              <a:gd name="connsiteY39" fmla="*/ 1097387 h 2237474"/>
              <a:gd name="connsiteX40" fmla="*/ 8665605 w 12192000"/>
              <a:gd name="connsiteY40" fmla="*/ 1110791 h 2237474"/>
              <a:gd name="connsiteX41" fmla="*/ 8584946 w 12192000"/>
              <a:gd name="connsiteY41" fmla="*/ 1135226 h 2237474"/>
              <a:gd name="connsiteX42" fmla="*/ 8460755 w 12192000"/>
              <a:gd name="connsiteY42" fmla="*/ 1203427 h 2237474"/>
              <a:gd name="connsiteX43" fmla="*/ 8419755 w 12192000"/>
              <a:gd name="connsiteY43" fmla="*/ 1216260 h 2237474"/>
              <a:gd name="connsiteX44" fmla="*/ 8411626 w 12192000"/>
              <a:gd name="connsiteY44" fmla="*/ 1214397 h 2237474"/>
              <a:gd name="connsiteX45" fmla="*/ 8363469 w 12192000"/>
              <a:gd name="connsiteY45" fmla="*/ 1246658 h 2237474"/>
              <a:gd name="connsiteX46" fmla="*/ 8275497 w 12192000"/>
              <a:gd name="connsiteY46" fmla="*/ 1264396 h 2237474"/>
              <a:gd name="connsiteX47" fmla="*/ 8206287 w 12192000"/>
              <a:gd name="connsiteY47" fmla="*/ 1273060 h 2237474"/>
              <a:gd name="connsiteX48" fmla="*/ 8139997 w 12192000"/>
              <a:gd name="connsiteY48" fmla="*/ 1282713 h 2237474"/>
              <a:gd name="connsiteX49" fmla="*/ 8074238 w 12192000"/>
              <a:gd name="connsiteY49" fmla="*/ 1301895 h 2237474"/>
              <a:gd name="connsiteX50" fmla="*/ 7942099 w 12192000"/>
              <a:gd name="connsiteY50" fmla="*/ 1336332 h 2237474"/>
              <a:gd name="connsiteX51" fmla="*/ 7902328 w 12192000"/>
              <a:gd name="connsiteY51" fmla="*/ 1345865 h 2237474"/>
              <a:gd name="connsiteX52" fmla="*/ 7840612 w 12192000"/>
              <a:gd name="connsiteY52" fmla="*/ 1369373 h 2237474"/>
              <a:gd name="connsiteX53" fmla="*/ 7786819 w 12192000"/>
              <a:gd name="connsiteY53" fmla="*/ 1378970 h 2237474"/>
              <a:gd name="connsiteX54" fmla="*/ 7548172 w 12192000"/>
              <a:gd name="connsiteY54" fmla="*/ 1417460 h 2237474"/>
              <a:gd name="connsiteX55" fmla="*/ 7483437 w 12192000"/>
              <a:gd name="connsiteY55" fmla="*/ 1478152 h 2237474"/>
              <a:gd name="connsiteX56" fmla="*/ 7377870 w 12192000"/>
              <a:gd name="connsiteY56" fmla="*/ 1523319 h 2237474"/>
              <a:gd name="connsiteX57" fmla="*/ 7230737 w 12192000"/>
              <a:gd name="connsiteY57" fmla="*/ 1562633 h 2237474"/>
              <a:gd name="connsiteX58" fmla="*/ 7224458 w 12192000"/>
              <a:gd name="connsiteY58" fmla="*/ 1573008 h 2237474"/>
              <a:gd name="connsiteX59" fmla="*/ 7183121 w 12192000"/>
              <a:gd name="connsiteY59" fmla="*/ 1595162 h 2237474"/>
              <a:gd name="connsiteX60" fmla="*/ 7164601 w 12192000"/>
              <a:gd name="connsiteY60" fmla="*/ 1606490 h 2237474"/>
              <a:gd name="connsiteX61" fmla="*/ 7031309 w 12192000"/>
              <a:gd name="connsiteY61" fmla="*/ 1619451 h 2237474"/>
              <a:gd name="connsiteX62" fmla="*/ 6900177 w 12192000"/>
              <a:gd name="connsiteY62" fmla="*/ 1636016 h 2237474"/>
              <a:gd name="connsiteX63" fmla="*/ 6795372 w 12192000"/>
              <a:gd name="connsiteY63" fmla="*/ 1644845 h 2237474"/>
              <a:gd name="connsiteX64" fmla="*/ 6692251 w 12192000"/>
              <a:gd name="connsiteY64" fmla="*/ 1656357 h 2237474"/>
              <a:gd name="connsiteX65" fmla="*/ 6655235 w 12192000"/>
              <a:gd name="connsiteY65" fmla="*/ 1661869 h 2237474"/>
              <a:gd name="connsiteX66" fmla="*/ 6554894 w 12192000"/>
              <a:gd name="connsiteY66" fmla="*/ 1664428 h 2237474"/>
              <a:gd name="connsiteX67" fmla="*/ 6516595 w 12192000"/>
              <a:gd name="connsiteY67" fmla="*/ 1667475 h 2237474"/>
              <a:gd name="connsiteX68" fmla="*/ 6508541 w 12192000"/>
              <a:gd name="connsiteY68" fmla="*/ 1668757 h 2237474"/>
              <a:gd name="connsiteX69" fmla="*/ 6471012 w 12192000"/>
              <a:gd name="connsiteY69" fmla="*/ 1678604 h 2237474"/>
              <a:gd name="connsiteX70" fmla="*/ 6364035 w 12192000"/>
              <a:gd name="connsiteY70" fmla="*/ 1667683 h 2237474"/>
              <a:gd name="connsiteX71" fmla="*/ 6280959 w 12192000"/>
              <a:gd name="connsiteY71" fmla="*/ 1689329 h 2237474"/>
              <a:gd name="connsiteX72" fmla="*/ 6243319 w 12192000"/>
              <a:gd name="connsiteY72" fmla="*/ 1695560 h 2237474"/>
              <a:gd name="connsiteX73" fmla="*/ 6098321 w 12192000"/>
              <a:gd name="connsiteY73" fmla="*/ 1721646 h 2237474"/>
              <a:gd name="connsiteX74" fmla="*/ 5880652 w 12192000"/>
              <a:gd name="connsiteY74" fmla="*/ 1779643 h 2237474"/>
              <a:gd name="connsiteX75" fmla="*/ 5785959 w 12192000"/>
              <a:gd name="connsiteY75" fmla="*/ 1775307 h 2237474"/>
              <a:gd name="connsiteX76" fmla="*/ 5643534 w 12192000"/>
              <a:gd name="connsiteY76" fmla="*/ 1802919 h 2237474"/>
              <a:gd name="connsiteX77" fmla="*/ 5518799 w 12192000"/>
              <a:gd name="connsiteY77" fmla="*/ 1818312 h 2237474"/>
              <a:gd name="connsiteX78" fmla="*/ 5505014 w 12192000"/>
              <a:gd name="connsiteY78" fmla="*/ 1819259 h 2237474"/>
              <a:gd name="connsiteX79" fmla="*/ 5453307 w 12192000"/>
              <a:gd name="connsiteY79" fmla="*/ 1815450 h 2237474"/>
              <a:gd name="connsiteX80" fmla="*/ 5221533 w 12192000"/>
              <a:gd name="connsiteY80" fmla="*/ 1846950 h 2237474"/>
              <a:gd name="connsiteX81" fmla="*/ 5149802 w 12192000"/>
              <a:gd name="connsiteY81" fmla="*/ 1844846 h 2237474"/>
              <a:gd name="connsiteX82" fmla="*/ 5114927 w 12192000"/>
              <a:gd name="connsiteY82" fmla="*/ 1847827 h 2237474"/>
              <a:gd name="connsiteX83" fmla="*/ 5108970 w 12192000"/>
              <a:gd name="connsiteY83" fmla="*/ 1847935 h 2237474"/>
              <a:gd name="connsiteX84" fmla="*/ 5067961 w 12192000"/>
              <a:gd name="connsiteY84" fmla="*/ 1845917 h 2237474"/>
              <a:gd name="connsiteX85" fmla="*/ 5007075 w 12192000"/>
              <a:gd name="connsiteY85" fmla="*/ 1838626 h 2237474"/>
              <a:gd name="connsiteX86" fmla="*/ 4944087 w 12192000"/>
              <a:gd name="connsiteY86" fmla="*/ 1823332 h 2237474"/>
              <a:gd name="connsiteX87" fmla="*/ 4907662 w 12192000"/>
              <a:gd name="connsiteY87" fmla="*/ 1816900 h 2237474"/>
              <a:gd name="connsiteX88" fmla="*/ 4882386 w 12192000"/>
              <a:gd name="connsiteY88" fmla="*/ 1809844 h 2237474"/>
              <a:gd name="connsiteX89" fmla="*/ 4811440 w 12192000"/>
              <a:gd name="connsiteY89" fmla="*/ 1804655 h 2237474"/>
              <a:gd name="connsiteX90" fmla="*/ 4691075 w 12192000"/>
              <a:gd name="connsiteY90" fmla="*/ 1801389 h 2237474"/>
              <a:gd name="connsiteX91" fmla="*/ 4611738 w 12192000"/>
              <a:gd name="connsiteY91" fmla="*/ 1776964 h 2237474"/>
              <a:gd name="connsiteX92" fmla="*/ 4560070 w 12192000"/>
              <a:gd name="connsiteY92" fmla="*/ 1785640 h 2237474"/>
              <a:gd name="connsiteX93" fmla="*/ 4536503 w 12192000"/>
              <a:gd name="connsiteY93" fmla="*/ 1785334 h 2237474"/>
              <a:gd name="connsiteX94" fmla="*/ 4513724 w 12192000"/>
              <a:gd name="connsiteY94" fmla="*/ 1791996 h 2237474"/>
              <a:gd name="connsiteX95" fmla="*/ 4459810 w 12192000"/>
              <a:gd name="connsiteY95" fmla="*/ 1797886 h 2237474"/>
              <a:gd name="connsiteX96" fmla="*/ 4379064 w 12192000"/>
              <a:gd name="connsiteY96" fmla="*/ 1817177 h 2237474"/>
              <a:gd name="connsiteX97" fmla="*/ 4290981 w 12192000"/>
              <a:gd name="connsiteY97" fmla="*/ 1839677 h 2237474"/>
              <a:gd name="connsiteX98" fmla="*/ 4238372 w 12192000"/>
              <a:gd name="connsiteY98" fmla="*/ 1851480 h 2237474"/>
              <a:gd name="connsiteX99" fmla="*/ 4232517 w 12192000"/>
              <a:gd name="connsiteY99" fmla="*/ 1852567 h 2237474"/>
              <a:gd name="connsiteX100" fmla="*/ 4191732 w 12192000"/>
              <a:gd name="connsiteY100" fmla="*/ 1857328 h 2237474"/>
              <a:gd name="connsiteX101" fmla="*/ 4065532 w 12192000"/>
              <a:gd name="connsiteY101" fmla="*/ 1855477 h 2237474"/>
              <a:gd name="connsiteX102" fmla="*/ 4028460 w 12192000"/>
              <a:gd name="connsiteY102" fmla="*/ 1855137 h 2237474"/>
              <a:gd name="connsiteX103" fmla="*/ 4002267 w 12192000"/>
              <a:gd name="connsiteY103" fmla="*/ 1852352 h 2237474"/>
              <a:gd name="connsiteX104" fmla="*/ 3931396 w 12192000"/>
              <a:gd name="connsiteY104" fmla="*/ 1858915 h 2237474"/>
              <a:gd name="connsiteX105" fmla="*/ 3812162 w 12192000"/>
              <a:gd name="connsiteY105" fmla="*/ 1875501 h 2237474"/>
              <a:gd name="connsiteX106" fmla="*/ 3729530 w 12192000"/>
              <a:gd name="connsiteY106" fmla="*/ 1864513 h 2237474"/>
              <a:gd name="connsiteX107" fmla="*/ 3680177 w 12192000"/>
              <a:gd name="connsiteY107" fmla="*/ 1881552 h 2237474"/>
              <a:gd name="connsiteX108" fmla="*/ 3567259 w 12192000"/>
              <a:gd name="connsiteY108" fmla="*/ 1893482 h 2237474"/>
              <a:gd name="connsiteX109" fmla="*/ 3405770 w 12192000"/>
              <a:gd name="connsiteY109" fmla="*/ 1904591 h 2237474"/>
              <a:gd name="connsiteX110" fmla="*/ 3280097 w 12192000"/>
              <a:gd name="connsiteY110" fmla="*/ 1919610 h 2237474"/>
              <a:gd name="connsiteX111" fmla="*/ 3123424 w 12192000"/>
              <a:gd name="connsiteY111" fmla="*/ 1952930 h 2237474"/>
              <a:gd name="connsiteX112" fmla="*/ 3009910 w 12192000"/>
              <a:gd name="connsiteY112" fmla="*/ 1957866 h 2237474"/>
              <a:gd name="connsiteX113" fmla="*/ 2995934 w 12192000"/>
              <a:gd name="connsiteY113" fmla="*/ 1967085 h 2237474"/>
              <a:gd name="connsiteX114" fmla="*/ 2980071 w 12192000"/>
              <a:gd name="connsiteY114" fmla="*/ 1972988 h 2237474"/>
              <a:gd name="connsiteX115" fmla="*/ 2978094 w 12192000"/>
              <a:gd name="connsiteY115" fmla="*/ 1972369 h 2237474"/>
              <a:gd name="connsiteX116" fmla="*/ 2942858 w 12192000"/>
              <a:gd name="connsiteY116" fmla="*/ 1981367 h 2237474"/>
              <a:gd name="connsiteX117" fmla="*/ 2875436 w 12192000"/>
              <a:gd name="connsiteY117" fmla="*/ 1996977 h 2237474"/>
              <a:gd name="connsiteX118" fmla="*/ 2874892 w 12192000"/>
              <a:gd name="connsiteY118" fmla="*/ 1996085 h 2237474"/>
              <a:gd name="connsiteX119" fmla="*/ 2864145 w 12192000"/>
              <a:gd name="connsiteY119" fmla="*/ 1994061 h 2237474"/>
              <a:gd name="connsiteX120" fmla="*/ 2843662 w 12192000"/>
              <a:gd name="connsiteY120" fmla="*/ 1992498 h 2237474"/>
              <a:gd name="connsiteX121" fmla="*/ 2796128 w 12192000"/>
              <a:gd name="connsiteY121" fmla="*/ 1976403 h 2237474"/>
              <a:gd name="connsiteX122" fmla="*/ 2756784 w 12192000"/>
              <a:gd name="connsiteY122" fmla="*/ 1985116 h 2237474"/>
              <a:gd name="connsiteX123" fmla="*/ 2748833 w 12192000"/>
              <a:gd name="connsiteY123" fmla="*/ 1986323 h 2237474"/>
              <a:gd name="connsiteX124" fmla="*/ 2748661 w 12192000"/>
              <a:gd name="connsiteY124" fmla="*/ 1986122 h 2237474"/>
              <a:gd name="connsiteX125" fmla="*/ 2740251 w 12192000"/>
              <a:gd name="connsiteY125" fmla="*/ 1986946 h 2237474"/>
              <a:gd name="connsiteX126" fmla="*/ 2718916 w 12192000"/>
              <a:gd name="connsiteY126" fmla="*/ 1990867 h 2237474"/>
              <a:gd name="connsiteX127" fmla="*/ 2713522 w 12192000"/>
              <a:gd name="connsiteY127" fmla="*/ 1990173 h 2237474"/>
              <a:gd name="connsiteX128" fmla="*/ 2680597 w 12192000"/>
              <a:gd name="connsiteY128" fmla="*/ 1984996 h 2237474"/>
              <a:gd name="connsiteX129" fmla="*/ 2578178 w 12192000"/>
              <a:gd name="connsiteY129" fmla="*/ 1990531 h 2237474"/>
              <a:gd name="connsiteX130" fmla="*/ 2476147 w 12192000"/>
              <a:gd name="connsiteY130" fmla="*/ 1998305 h 2237474"/>
              <a:gd name="connsiteX131" fmla="*/ 2373568 w 12192000"/>
              <a:gd name="connsiteY131" fmla="*/ 2003219 h 2237474"/>
              <a:gd name="connsiteX132" fmla="*/ 2321399 w 12192000"/>
              <a:gd name="connsiteY132" fmla="*/ 1989467 h 2237474"/>
              <a:gd name="connsiteX133" fmla="*/ 2315525 w 12192000"/>
              <a:gd name="connsiteY133" fmla="*/ 1989708 h 2237474"/>
              <a:gd name="connsiteX134" fmla="*/ 2300792 w 12192000"/>
              <a:gd name="connsiteY134" fmla="*/ 1994290 h 2237474"/>
              <a:gd name="connsiteX135" fmla="*/ 2295469 w 12192000"/>
              <a:gd name="connsiteY135" fmla="*/ 1996659 h 2237474"/>
              <a:gd name="connsiteX136" fmla="*/ 2287219 w 12192000"/>
              <a:gd name="connsiteY136" fmla="*/ 1998750 h 2237474"/>
              <a:gd name="connsiteX137" fmla="*/ 2286948 w 12192000"/>
              <a:gd name="connsiteY137" fmla="*/ 1998596 h 2237474"/>
              <a:gd name="connsiteX138" fmla="*/ 2243069 w 12192000"/>
              <a:gd name="connsiteY138" fmla="*/ 2015111 h 2237474"/>
              <a:gd name="connsiteX139" fmla="*/ 2186609 w 12192000"/>
              <a:gd name="connsiteY139" fmla="*/ 2008263 h 2237474"/>
              <a:gd name="connsiteX140" fmla="*/ 2164831 w 12192000"/>
              <a:gd name="connsiteY140" fmla="*/ 2010143 h 2237474"/>
              <a:gd name="connsiteX141" fmla="*/ 2152836 w 12192000"/>
              <a:gd name="connsiteY141" fmla="*/ 2010048 h 2237474"/>
              <a:gd name="connsiteX142" fmla="*/ 2117102 w 12192000"/>
              <a:gd name="connsiteY142" fmla="*/ 2023004 h 2237474"/>
              <a:gd name="connsiteX143" fmla="*/ 2111935 w 12192000"/>
              <a:gd name="connsiteY143" fmla="*/ 2023163 h 2237474"/>
              <a:gd name="connsiteX144" fmla="*/ 2089991 w 12192000"/>
              <a:gd name="connsiteY144" fmla="*/ 2034193 h 2237474"/>
              <a:gd name="connsiteX145" fmla="*/ 2058061 w 12192000"/>
              <a:gd name="connsiteY145" fmla="*/ 2047942 h 2237474"/>
              <a:gd name="connsiteX146" fmla="*/ 2055737 w 12192000"/>
              <a:gd name="connsiteY146" fmla="*/ 2047704 h 2237474"/>
              <a:gd name="connsiteX147" fmla="*/ 2042244 w 12192000"/>
              <a:gd name="connsiteY147" fmla="*/ 2055560 h 2237474"/>
              <a:gd name="connsiteX148" fmla="*/ 1976224 w 12192000"/>
              <a:gd name="connsiteY148" fmla="*/ 2074257 h 2237474"/>
              <a:gd name="connsiteX149" fmla="*/ 1877728 w 12192000"/>
              <a:gd name="connsiteY149" fmla="*/ 2101004 h 2237474"/>
              <a:gd name="connsiteX150" fmla="*/ 1759056 w 12192000"/>
              <a:gd name="connsiteY150" fmla="*/ 2125608 h 2237474"/>
              <a:gd name="connsiteX151" fmla="*/ 1637948 w 12192000"/>
              <a:gd name="connsiteY151" fmla="*/ 2172597 h 2237474"/>
              <a:gd name="connsiteX152" fmla="*/ 1434549 w 12192000"/>
              <a:gd name="connsiteY152" fmla="*/ 2234522 h 2237474"/>
              <a:gd name="connsiteX153" fmla="*/ 1398481 w 12192000"/>
              <a:gd name="connsiteY153" fmla="*/ 2237074 h 2237474"/>
              <a:gd name="connsiteX154" fmla="*/ 1398407 w 12192000"/>
              <a:gd name="connsiteY154" fmla="*/ 2237095 h 2237474"/>
              <a:gd name="connsiteX155" fmla="*/ 1370962 w 12192000"/>
              <a:gd name="connsiteY155" fmla="*/ 2237474 h 2237474"/>
              <a:gd name="connsiteX156" fmla="*/ 1356367 w 12192000"/>
              <a:gd name="connsiteY156" fmla="*/ 2235089 h 2237474"/>
              <a:gd name="connsiteX157" fmla="*/ 1324828 w 12192000"/>
              <a:gd name="connsiteY157" fmla="*/ 2231968 h 2237474"/>
              <a:gd name="connsiteX158" fmla="*/ 1297744 w 12192000"/>
              <a:gd name="connsiteY158" fmla="*/ 2235849 h 2237474"/>
              <a:gd name="connsiteX159" fmla="*/ 1286236 w 12192000"/>
              <a:gd name="connsiteY159" fmla="*/ 2233135 h 2237474"/>
              <a:gd name="connsiteX160" fmla="*/ 1283504 w 12192000"/>
              <a:gd name="connsiteY160" fmla="*/ 2233797 h 2237474"/>
              <a:gd name="connsiteX161" fmla="*/ 1279765 w 12192000"/>
              <a:gd name="connsiteY161" fmla="*/ 2229639 h 2237474"/>
              <a:gd name="connsiteX162" fmla="*/ 1195347 w 12192000"/>
              <a:gd name="connsiteY162" fmla="*/ 2212354 h 2237474"/>
              <a:gd name="connsiteX163" fmla="*/ 970251 w 12192000"/>
              <a:gd name="connsiteY163" fmla="*/ 2221029 h 2237474"/>
              <a:gd name="connsiteX164" fmla="*/ 812914 w 12192000"/>
              <a:gd name="connsiteY164" fmla="*/ 2202752 h 2237474"/>
              <a:gd name="connsiteX165" fmla="*/ 800195 w 12192000"/>
              <a:gd name="connsiteY165" fmla="*/ 2209407 h 2237474"/>
              <a:gd name="connsiteX166" fmla="*/ 784978 w 12192000"/>
              <a:gd name="connsiteY166" fmla="*/ 2212360 h 2237474"/>
              <a:gd name="connsiteX167" fmla="*/ 681987 w 12192000"/>
              <a:gd name="connsiteY167" fmla="*/ 2216757 h 2237474"/>
              <a:gd name="connsiteX168" fmla="*/ 669923 w 12192000"/>
              <a:gd name="connsiteY168" fmla="*/ 2211682 h 2237474"/>
              <a:gd name="connsiteX169" fmla="*/ 648680 w 12192000"/>
              <a:gd name="connsiteY169" fmla="*/ 2206229 h 2237474"/>
              <a:gd name="connsiteX170" fmla="*/ 597225 w 12192000"/>
              <a:gd name="connsiteY170" fmla="*/ 2180999 h 2237474"/>
              <a:gd name="connsiteX171" fmla="*/ 558449 w 12192000"/>
              <a:gd name="connsiteY171" fmla="*/ 2182346 h 2237474"/>
              <a:gd name="connsiteX172" fmla="*/ 550517 w 12192000"/>
              <a:gd name="connsiteY172" fmla="*/ 2182060 h 2237474"/>
              <a:gd name="connsiteX173" fmla="*/ 550309 w 12192000"/>
              <a:gd name="connsiteY173" fmla="*/ 2181825 h 2237474"/>
              <a:gd name="connsiteX174" fmla="*/ 541836 w 12192000"/>
              <a:gd name="connsiteY174" fmla="*/ 2181063 h 2237474"/>
              <a:gd name="connsiteX175" fmla="*/ 536057 w 12192000"/>
              <a:gd name="connsiteY175" fmla="*/ 2181537 h 2237474"/>
              <a:gd name="connsiteX176" fmla="*/ 520671 w 12192000"/>
              <a:gd name="connsiteY176" fmla="*/ 2180980 h 2237474"/>
              <a:gd name="connsiteX177" fmla="*/ 515024 w 12192000"/>
              <a:gd name="connsiteY177" fmla="*/ 2179258 h 2237474"/>
              <a:gd name="connsiteX178" fmla="*/ 512278 w 12192000"/>
              <a:gd name="connsiteY178" fmla="*/ 2176369 h 2237474"/>
              <a:gd name="connsiteX179" fmla="*/ 480419 w 12192000"/>
              <a:gd name="connsiteY179" fmla="*/ 2167807 h 2237474"/>
              <a:gd name="connsiteX180" fmla="*/ 413835 w 12192000"/>
              <a:gd name="connsiteY180" fmla="*/ 2156783 h 2237474"/>
              <a:gd name="connsiteX181" fmla="*/ 376513 w 12192000"/>
              <a:gd name="connsiteY181" fmla="*/ 2154014 h 2237474"/>
              <a:gd name="connsiteX182" fmla="*/ 273386 w 12192000"/>
              <a:gd name="connsiteY182" fmla="*/ 2142551 h 2237474"/>
              <a:gd name="connsiteX183" fmla="*/ 169207 w 12192000"/>
              <a:gd name="connsiteY183" fmla="*/ 2128100 h 2237474"/>
              <a:gd name="connsiteX184" fmla="*/ 93149 w 12192000"/>
              <a:gd name="connsiteY184" fmla="*/ 2105324 h 2237474"/>
              <a:gd name="connsiteX185" fmla="*/ 88109 w 12192000"/>
              <a:gd name="connsiteY185" fmla="*/ 2106704 h 2237474"/>
              <a:gd name="connsiteX186" fmla="*/ 80022 w 12192000"/>
              <a:gd name="connsiteY186" fmla="*/ 2107254 h 2237474"/>
              <a:gd name="connsiteX187" fmla="*/ 79717 w 12192000"/>
              <a:gd name="connsiteY187" fmla="*/ 2107046 h 2237474"/>
              <a:gd name="connsiteX188" fmla="*/ 72352 w 12192000"/>
              <a:gd name="connsiteY188" fmla="*/ 2107991 h 2237474"/>
              <a:gd name="connsiteX189" fmla="*/ 37645 w 12192000"/>
              <a:gd name="connsiteY189" fmla="*/ 2115401 h 2237474"/>
              <a:gd name="connsiteX190" fmla="*/ 4572 w 12192000"/>
              <a:gd name="connsiteY190" fmla="*/ 2111091 h 2237474"/>
              <a:gd name="connsiteX191" fmla="*/ 0 w 12192000"/>
              <a:gd name="connsiteY191" fmla="*/ 2110468 h 2237474"/>
              <a:gd name="connsiteX192" fmla="*/ 0 w 12192000"/>
              <a:gd name="connsiteY19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44189 w 12192000"/>
              <a:gd name="connsiteY24" fmla="*/ 938966 h 2237474"/>
              <a:gd name="connsiteX25" fmla="*/ 9500499 w 12192000"/>
              <a:gd name="connsiteY25" fmla="*/ 954680 h 2237474"/>
              <a:gd name="connsiteX26" fmla="*/ 9428195 w 12192000"/>
              <a:gd name="connsiteY26" fmla="*/ 986225 h 2237474"/>
              <a:gd name="connsiteX27" fmla="*/ 9410017 w 12192000"/>
              <a:gd name="connsiteY27" fmla="*/ 993931 h 2237474"/>
              <a:gd name="connsiteX28" fmla="*/ 9392919 w 12192000"/>
              <a:gd name="connsiteY28" fmla="*/ 994656 h 2237474"/>
              <a:gd name="connsiteX29" fmla="*/ 9278619 w 12192000"/>
              <a:gd name="connsiteY29" fmla="*/ 1011878 h 2237474"/>
              <a:gd name="connsiteX30" fmla="*/ 9268019 w 12192000"/>
              <a:gd name="connsiteY30" fmla="*/ 1007442 h 2237474"/>
              <a:gd name="connsiteX31" fmla="*/ 9234662 w 12192000"/>
              <a:gd name="connsiteY31" fmla="*/ 1023056 h 2237474"/>
              <a:gd name="connsiteX32" fmla="*/ 9181033 w 12192000"/>
              <a:gd name="connsiteY32" fmla="*/ 1037921 h 2237474"/>
              <a:gd name="connsiteX33" fmla="*/ 9155969 w 12192000"/>
              <a:gd name="connsiteY33" fmla="*/ 1046804 h 2237474"/>
              <a:gd name="connsiteX34" fmla="*/ 9133985 w 12192000"/>
              <a:gd name="connsiteY34" fmla="*/ 1046450 h 2237474"/>
              <a:gd name="connsiteX35" fmla="*/ 9003462 w 12192000"/>
              <a:gd name="connsiteY35" fmla="*/ 1042406 h 2237474"/>
              <a:gd name="connsiteX36" fmla="*/ 8968445 w 12192000"/>
              <a:gd name="connsiteY36" fmla="*/ 1052169 h 2237474"/>
              <a:gd name="connsiteX37" fmla="*/ 8886001 w 12192000"/>
              <a:gd name="connsiteY37" fmla="*/ 1067468 h 2237474"/>
              <a:gd name="connsiteX38" fmla="*/ 8838610 w 12192000"/>
              <a:gd name="connsiteY38" fmla="*/ 1075091 h 2237474"/>
              <a:gd name="connsiteX39" fmla="*/ 8750383 w 12192000"/>
              <a:gd name="connsiteY39" fmla="*/ 1097387 h 2237474"/>
              <a:gd name="connsiteX40" fmla="*/ 8665605 w 12192000"/>
              <a:gd name="connsiteY40" fmla="*/ 1110791 h 2237474"/>
              <a:gd name="connsiteX41" fmla="*/ 8584946 w 12192000"/>
              <a:gd name="connsiteY41" fmla="*/ 1135226 h 2237474"/>
              <a:gd name="connsiteX42" fmla="*/ 8460755 w 12192000"/>
              <a:gd name="connsiteY42" fmla="*/ 1203427 h 2237474"/>
              <a:gd name="connsiteX43" fmla="*/ 8419755 w 12192000"/>
              <a:gd name="connsiteY43" fmla="*/ 1216260 h 2237474"/>
              <a:gd name="connsiteX44" fmla="*/ 8411626 w 12192000"/>
              <a:gd name="connsiteY44" fmla="*/ 1214397 h 2237474"/>
              <a:gd name="connsiteX45" fmla="*/ 8363469 w 12192000"/>
              <a:gd name="connsiteY45" fmla="*/ 1246658 h 2237474"/>
              <a:gd name="connsiteX46" fmla="*/ 8275497 w 12192000"/>
              <a:gd name="connsiteY46" fmla="*/ 1264396 h 2237474"/>
              <a:gd name="connsiteX47" fmla="*/ 8206287 w 12192000"/>
              <a:gd name="connsiteY47" fmla="*/ 1273060 h 2237474"/>
              <a:gd name="connsiteX48" fmla="*/ 8139997 w 12192000"/>
              <a:gd name="connsiteY48" fmla="*/ 1282713 h 2237474"/>
              <a:gd name="connsiteX49" fmla="*/ 8074238 w 12192000"/>
              <a:gd name="connsiteY49" fmla="*/ 1301895 h 2237474"/>
              <a:gd name="connsiteX50" fmla="*/ 7942099 w 12192000"/>
              <a:gd name="connsiteY50" fmla="*/ 1336332 h 2237474"/>
              <a:gd name="connsiteX51" fmla="*/ 7902328 w 12192000"/>
              <a:gd name="connsiteY51" fmla="*/ 1345865 h 2237474"/>
              <a:gd name="connsiteX52" fmla="*/ 7840612 w 12192000"/>
              <a:gd name="connsiteY52" fmla="*/ 1369373 h 2237474"/>
              <a:gd name="connsiteX53" fmla="*/ 7786819 w 12192000"/>
              <a:gd name="connsiteY53" fmla="*/ 1378970 h 2237474"/>
              <a:gd name="connsiteX54" fmla="*/ 7548172 w 12192000"/>
              <a:gd name="connsiteY54" fmla="*/ 1417460 h 2237474"/>
              <a:gd name="connsiteX55" fmla="*/ 7483437 w 12192000"/>
              <a:gd name="connsiteY55" fmla="*/ 1478152 h 2237474"/>
              <a:gd name="connsiteX56" fmla="*/ 7377870 w 12192000"/>
              <a:gd name="connsiteY56" fmla="*/ 1523319 h 2237474"/>
              <a:gd name="connsiteX57" fmla="*/ 7230737 w 12192000"/>
              <a:gd name="connsiteY57" fmla="*/ 1562633 h 2237474"/>
              <a:gd name="connsiteX58" fmla="*/ 7224458 w 12192000"/>
              <a:gd name="connsiteY58" fmla="*/ 1573008 h 2237474"/>
              <a:gd name="connsiteX59" fmla="*/ 7183121 w 12192000"/>
              <a:gd name="connsiteY59" fmla="*/ 1595162 h 2237474"/>
              <a:gd name="connsiteX60" fmla="*/ 7164601 w 12192000"/>
              <a:gd name="connsiteY60" fmla="*/ 1606490 h 2237474"/>
              <a:gd name="connsiteX61" fmla="*/ 7031309 w 12192000"/>
              <a:gd name="connsiteY61" fmla="*/ 1619451 h 2237474"/>
              <a:gd name="connsiteX62" fmla="*/ 6900177 w 12192000"/>
              <a:gd name="connsiteY62" fmla="*/ 1636016 h 2237474"/>
              <a:gd name="connsiteX63" fmla="*/ 6795372 w 12192000"/>
              <a:gd name="connsiteY63" fmla="*/ 1644845 h 2237474"/>
              <a:gd name="connsiteX64" fmla="*/ 6692251 w 12192000"/>
              <a:gd name="connsiteY64" fmla="*/ 1656357 h 2237474"/>
              <a:gd name="connsiteX65" fmla="*/ 6655235 w 12192000"/>
              <a:gd name="connsiteY65" fmla="*/ 1661869 h 2237474"/>
              <a:gd name="connsiteX66" fmla="*/ 6554894 w 12192000"/>
              <a:gd name="connsiteY66" fmla="*/ 1664428 h 2237474"/>
              <a:gd name="connsiteX67" fmla="*/ 6516595 w 12192000"/>
              <a:gd name="connsiteY67" fmla="*/ 1667475 h 2237474"/>
              <a:gd name="connsiteX68" fmla="*/ 6508541 w 12192000"/>
              <a:gd name="connsiteY68" fmla="*/ 1668757 h 2237474"/>
              <a:gd name="connsiteX69" fmla="*/ 6471012 w 12192000"/>
              <a:gd name="connsiteY69" fmla="*/ 1678604 h 2237474"/>
              <a:gd name="connsiteX70" fmla="*/ 6364035 w 12192000"/>
              <a:gd name="connsiteY70" fmla="*/ 1667683 h 2237474"/>
              <a:gd name="connsiteX71" fmla="*/ 6280959 w 12192000"/>
              <a:gd name="connsiteY71" fmla="*/ 1689329 h 2237474"/>
              <a:gd name="connsiteX72" fmla="*/ 6243319 w 12192000"/>
              <a:gd name="connsiteY72" fmla="*/ 1695560 h 2237474"/>
              <a:gd name="connsiteX73" fmla="*/ 6098321 w 12192000"/>
              <a:gd name="connsiteY73" fmla="*/ 1721646 h 2237474"/>
              <a:gd name="connsiteX74" fmla="*/ 5880652 w 12192000"/>
              <a:gd name="connsiteY74" fmla="*/ 1779643 h 2237474"/>
              <a:gd name="connsiteX75" fmla="*/ 5785959 w 12192000"/>
              <a:gd name="connsiteY75" fmla="*/ 1775307 h 2237474"/>
              <a:gd name="connsiteX76" fmla="*/ 5643534 w 12192000"/>
              <a:gd name="connsiteY76" fmla="*/ 1802919 h 2237474"/>
              <a:gd name="connsiteX77" fmla="*/ 5518799 w 12192000"/>
              <a:gd name="connsiteY77" fmla="*/ 1818312 h 2237474"/>
              <a:gd name="connsiteX78" fmla="*/ 5505014 w 12192000"/>
              <a:gd name="connsiteY78" fmla="*/ 1819259 h 2237474"/>
              <a:gd name="connsiteX79" fmla="*/ 5453307 w 12192000"/>
              <a:gd name="connsiteY79" fmla="*/ 1815450 h 2237474"/>
              <a:gd name="connsiteX80" fmla="*/ 5221533 w 12192000"/>
              <a:gd name="connsiteY80" fmla="*/ 1846950 h 2237474"/>
              <a:gd name="connsiteX81" fmla="*/ 5149802 w 12192000"/>
              <a:gd name="connsiteY81" fmla="*/ 1844846 h 2237474"/>
              <a:gd name="connsiteX82" fmla="*/ 5114927 w 12192000"/>
              <a:gd name="connsiteY82" fmla="*/ 1847827 h 2237474"/>
              <a:gd name="connsiteX83" fmla="*/ 5108970 w 12192000"/>
              <a:gd name="connsiteY83" fmla="*/ 1847935 h 2237474"/>
              <a:gd name="connsiteX84" fmla="*/ 5067961 w 12192000"/>
              <a:gd name="connsiteY84" fmla="*/ 1845917 h 2237474"/>
              <a:gd name="connsiteX85" fmla="*/ 5007075 w 12192000"/>
              <a:gd name="connsiteY85" fmla="*/ 1838626 h 2237474"/>
              <a:gd name="connsiteX86" fmla="*/ 4944087 w 12192000"/>
              <a:gd name="connsiteY86" fmla="*/ 1823332 h 2237474"/>
              <a:gd name="connsiteX87" fmla="*/ 4907662 w 12192000"/>
              <a:gd name="connsiteY87" fmla="*/ 1816900 h 2237474"/>
              <a:gd name="connsiteX88" fmla="*/ 4882386 w 12192000"/>
              <a:gd name="connsiteY88" fmla="*/ 1809844 h 2237474"/>
              <a:gd name="connsiteX89" fmla="*/ 4811440 w 12192000"/>
              <a:gd name="connsiteY89" fmla="*/ 1804655 h 2237474"/>
              <a:gd name="connsiteX90" fmla="*/ 4691075 w 12192000"/>
              <a:gd name="connsiteY90" fmla="*/ 1801389 h 2237474"/>
              <a:gd name="connsiteX91" fmla="*/ 4611738 w 12192000"/>
              <a:gd name="connsiteY91" fmla="*/ 1776964 h 2237474"/>
              <a:gd name="connsiteX92" fmla="*/ 4560070 w 12192000"/>
              <a:gd name="connsiteY92" fmla="*/ 1785640 h 2237474"/>
              <a:gd name="connsiteX93" fmla="*/ 4536503 w 12192000"/>
              <a:gd name="connsiteY93" fmla="*/ 1785334 h 2237474"/>
              <a:gd name="connsiteX94" fmla="*/ 4513724 w 12192000"/>
              <a:gd name="connsiteY94" fmla="*/ 1791996 h 2237474"/>
              <a:gd name="connsiteX95" fmla="*/ 4459810 w 12192000"/>
              <a:gd name="connsiteY95" fmla="*/ 1797886 h 2237474"/>
              <a:gd name="connsiteX96" fmla="*/ 4379064 w 12192000"/>
              <a:gd name="connsiteY96" fmla="*/ 1817177 h 2237474"/>
              <a:gd name="connsiteX97" fmla="*/ 4290981 w 12192000"/>
              <a:gd name="connsiteY97" fmla="*/ 1839677 h 2237474"/>
              <a:gd name="connsiteX98" fmla="*/ 4238372 w 12192000"/>
              <a:gd name="connsiteY98" fmla="*/ 1851480 h 2237474"/>
              <a:gd name="connsiteX99" fmla="*/ 4232517 w 12192000"/>
              <a:gd name="connsiteY99" fmla="*/ 1852567 h 2237474"/>
              <a:gd name="connsiteX100" fmla="*/ 4191732 w 12192000"/>
              <a:gd name="connsiteY100" fmla="*/ 1857328 h 2237474"/>
              <a:gd name="connsiteX101" fmla="*/ 4065532 w 12192000"/>
              <a:gd name="connsiteY101" fmla="*/ 1855477 h 2237474"/>
              <a:gd name="connsiteX102" fmla="*/ 4028460 w 12192000"/>
              <a:gd name="connsiteY102" fmla="*/ 1855137 h 2237474"/>
              <a:gd name="connsiteX103" fmla="*/ 4002267 w 12192000"/>
              <a:gd name="connsiteY103" fmla="*/ 1852352 h 2237474"/>
              <a:gd name="connsiteX104" fmla="*/ 3931396 w 12192000"/>
              <a:gd name="connsiteY104" fmla="*/ 1858915 h 2237474"/>
              <a:gd name="connsiteX105" fmla="*/ 3812162 w 12192000"/>
              <a:gd name="connsiteY105" fmla="*/ 1875501 h 2237474"/>
              <a:gd name="connsiteX106" fmla="*/ 3729530 w 12192000"/>
              <a:gd name="connsiteY106" fmla="*/ 1864513 h 2237474"/>
              <a:gd name="connsiteX107" fmla="*/ 3680177 w 12192000"/>
              <a:gd name="connsiteY107" fmla="*/ 1881552 h 2237474"/>
              <a:gd name="connsiteX108" fmla="*/ 3567259 w 12192000"/>
              <a:gd name="connsiteY108" fmla="*/ 1893482 h 2237474"/>
              <a:gd name="connsiteX109" fmla="*/ 3405770 w 12192000"/>
              <a:gd name="connsiteY109" fmla="*/ 1904591 h 2237474"/>
              <a:gd name="connsiteX110" fmla="*/ 3280097 w 12192000"/>
              <a:gd name="connsiteY110" fmla="*/ 1919610 h 2237474"/>
              <a:gd name="connsiteX111" fmla="*/ 3123424 w 12192000"/>
              <a:gd name="connsiteY111" fmla="*/ 1952930 h 2237474"/>
              <a:gd name="connsiteX112" fmla="*/ 3009910 w 12192000"/>
              <a:gd name="connsiteY112" fmla="*/ 1957866 h 2237474"/>
              <a:gd name="connsiteX113" fmla="*/ 2995934 w 12192000"/>
              <a:gd name="connsiteY113" fmla="*/ 1967085 h 2237474"/>
              <a:gd name="connsiteX114" fmla="*/ 2980071 w 12192000"/>
              <a:gd name="connsiteY114" fmla="*/ 1972988 h 2237474"/>
              <a:gd name="connsiteX115" fmla="*/ 2978094 w 12192000"/>
              <a:gd name="connsiteY115" fmla="*/ 1972369 h 2237474"/>
              <a:gd name="connsiteX116" fmla="*/ 2942858 w 12192000"/>
              <a:gd name="connsiteY116" fmla="*/ 1981367 h 2237474"/>
              <a:gd name="connsiteX117" fmla="*/ 2875436 w 12192000"/>
              <a:gd name="connsiteY117" fmla="*/ 1996977 h 2237474"/>
              <a:gd name="connsiteX118" fmla="*/ 2874892 w 12192000"/>
              <a:gd name="connsiteY118" fmla="*/ 1996085 h 2237474"/>
              <a:gd name="connsiteX119" fmla="*/ 2864145 w 12192000"/>
              <a:gd name="connsiteY119" fmla="*/ 1994061 h 2237474"/>
              <a:gd name="connsiteX120" fmla="*/ 2843662 w 12192000"/>
              <a:gd name="connsiteY120" fmla="*/ 1992498 h 2237474"/>
              <a:gd name="connsiteX121" fmla="*/ 2796128 w 12192000"/>
              <a:gd name="connsiteY121" fmla="*/ 1976403 h 2237474"/>
              <a:gd name="connsiteX122" fmla="*/ 2756784 w 12192000"/>
              <a:gd name="connsiteY122" fmla="*/ 1985116 h 2237474"/>
              <a:gd name="connsiteX123" fmla="*/ 2748833 w 12192000"/>
              <a:gd name="connsiteY123" fmla="*/ 1986323 h 2237474"/>
              <a:gd name="connsiteX124" fmla="*/ 2748661 w 12192000"/>
              <a:gd name="connsiteY124" fmla="*/ 1986122 h 2237474"/>
              <a:gd name="connsiteX125" fmla="*/ 2740251 w 12192000"/>
              <a:gd name="connsiteY125" fmla="*/ 1986946 h 2237474"/>
              <a:gd name="connsiteX126" fmla="*/ 2718916 w 12192000"/>
              <a:gd name="connsiteY126" fmla="*/ 1990867 h 2237474"/>
              <a:gd name="connsiteX127" fmla="*/ 2713522 w 12192000"/>
              <a:gd name="connsiteY127" fmla="*/ 1990173 h 2237474"/>
              <a:gd name="connsiteX128" fmla="*/ 2680597 w 12192000"/>
              <a:gd name="connsiteY128" fmla="*/ 1984996 h 2237474"/>
              <a:gd name="connsiteX129" fmla="*/ 2578178 w 12192000"/>
              <a:gd name="connsiteY129" fmla="*/ 1990531 h 2237474"/>
              <a:gd name="connsiteX130" fmla="*/ 2476147 w 12192000"/>
              <a:gd name="connsiteY130" fmla="*/ 1998305 h 2237474"/>
              <a:gd name="connsiteX131" fmla="*/ 2373568 w 12192000"/>
              <a:gd name="connsiteY131" fmla="*/ 2003219 h 2237474"/>
              <a:gd name="connsiteX132" fmla="*/ 2321399 w 12192000"/>
              <a:gd name="connsiteY132" fmla="*/ 1989467 h 2237474"/>
              <a:gd name="connsiteX133" fmla="*/ 2315525 w 12192000"/>
              <a:gd name="connsiteY133" fmla="*/ 1989708 h 2237474"/>
              <a:gd name="connsiteX134" fmla="*/ 2300792 w 12192000"/>
              <a:gd name="connsiteY134" fmla="*/ 1994290 h 2237474"/>
              <a:gd name="connsiteX135" fmla="*/ 2295469 w 12192000"/>
              <a:gd name="connsiteY135" fmla="*/ 1996659 h 2237474"/>
              <a:gd name="connsiteX136" fmla="*/ 2287219 w 12192000"/>
              <a:gd name="connsiteY136" fmla="*/ 1998750 h 2237474"/>
              <a:gd name="connsiteX137" fmla="*/ 2286948 w 12192000"/>
              <a:gd name="connsiteY137" fmla="*/ 1998596 h 2237474"/>
              <a:gd name="connsiteX138" fmla="*/ 2243069 w 12192000"/>
              <a:gd name="connsiteY138" fmla="*/ 2015111 h 2237474"/>
              <a:gd name="connsiteX139" fmla="*/ 2186609 w 12192000"/>
              <a:gd name="connsiteY139" fmla="*/ 2008263 h 2237474"/>
              <a:gd name="connsiteX140" fmla="*/ 2164831 w 12192000"/>
              <a:gd name="connsiteY140" fmla="*/ 2010143 h 2237474"/>
              <a:gd name="connsiteX141" fmla="*/ 2152836 w 12192000"/>
              <a:gd name="connsiteY141" fmla="*/ 2010048 h 2237474"/>
              <a:gd name="connsiteX142" fmla="*/ 2117102 w 12192000"/>
              <a:gd name="connsiteY142" fmla="*/ 2023004 h 2237474"/>
              <a:gd name="connsiteX143" fmla="*/ 2111935 w 12192000"/>
              <a:gd name="connsiteY143" fmla="*/ 2023163 h 2237474"/>
              <a:gd name="connsiteX144" fmla="*/ 2089991 w 12192000"/>
              <a:gd name="connsiteY144" fmla="*/ 2034193 h 2237474"/>
              <a:gd name="connsiteX145" fmla="*/ 2058061 w 12192000"/>
              <a:gd name="connsiteY145" fmla="*/ 2047942 h 2237474"/>
              <a:gd name="connsiteX146" fmla="*/ 2055737 w 12192000"/>
              <a:gd name="connsiteY146" fmla="*/ 2047704 h 2237474"/>
              <a:gd name="connsiteX147" fmla="*/ 2042244 w 12192000"/>
              <a:gd name="connsiteY147" fmla="*/ 2055560 h 2237474"/>
              <a:gd name="connsiteX148" fmla="*/ 1976224 w 12192000"/>
              <a:gd name="connsiteY148" fmla="*/ 2074257 h 2237474"/>
              <a:gd name="connsiteX149" fmla="*/ 1877728 w 12192000"/>
              <a:gd name="connsiteY149" fmla="*/ 2101004 h 2237474"/>
              <a:gd name="connsiteX150" fmla="*/ 1759056 w 12192000"/>
              <a:gd name="connsiteY150" fmla="*/ 2125608 h 2237474"/>
              <a:gd name="connsiteX151" fmla="*/ 1637948 w 12192000"/>
              <a:gd name="connsiteY151" fmla="*/ 2172597 h 2237474"/>
              <a:gd name="connsiteX152" fmla="*/ 1434549 w 12192000"/>
              <a:gd name="connsiteY152" fmla="*/ 2234522 h 2237474"/>
              <a:gd name="connsiteX153" fmla="*/ 1398481 w 12192000"/>
              <a:gd name="connsiteY153" fmla="*/ 2237074 h 2237474"/>
              <a:gd name="connsiteX154" fmla="*/ 1398407 w 12192000"/>
              <a:gd name="connsiteY154" fmla="*/ 2237095 h 2237474"/>
              <a:gd name="connsiteX155" fmla="*/ 1370962 w 12192000"/>
              <a:gd name="connsiteY155" fmla="*/ 2237474 h 2237474"/>
              <a:gd name="connsiteX156" fmla="*/ 1356367 w 12192000"/>
              <a:gd name="connsiteY156" fmla="*/ 2235089 h 2237474"/>
              <a:gd name="connsiteX157" fmla="*/ 1324828 w 12192000"/>
              <a:gd name="connsiteY157" fmla="*/ 2231968 h 2237474"/>
              <a:gd name="connsiteX158" fmla="*/ 1297744 w 12192000"/>
              <a:gd name="connsiteY158" fmla="*/ 2235849 h 2237474"/>
              <a:gd name="connsiteX159" fmla="*/ 1286236 w 12192000"/>
              <a:gd name="connsiteY159" fmla="*/ 2233135 h 2237474"/>
              <a:gd name="connsiteX160" fmla="*/ 1283504 w 12192000"/>
              <a:gd name="connsiteY160" fmla="*/ 2233797 h 2237474"/>
              <a:gd name="connsiteX161" fmla="*/ 1279765 w 12192000"/>
              <a:gd name="connsiteY161" fmla="*/ 2229639 h 2237474"/>
              <a:gd name="connsiteX162" fmla="*/ 1195347 w 12192000"/>
              <a:gd name="connsiteY162" fmla="*/ 2212354 h 2237474"/>
              <a:gd name="connsiteX163" fmla="*/ 970251 w 12192000"/>
              <a:gd name="connsiteY163" fmla="*/ 2221029 h 2237474"/>
              <a:gd name="connsiteX164" fmla="*/ 812914 w 12192000"/>
              <a:gd name="connsiteY164" fmla="*/ 2202752 h 2237474"/>
              <a:gd name="connsiteX165" fmla="*/ 800195 w 12192000"/>
              <a:gd name="connsiteY165" fmla="*/ 2209407 h 2237474"/>
              <a:gd name="connsiteX166" fmla="*/ 784978 w 12192000"/>
              <a:gd name="connsiteY166" fmla="*/ 2212360 h 2237474"/>
              <a:gd name="connsiteX167" fmla="*/ 681987 w 12192000"/>
              <a:gd name="connsiteY167" fmla="*/ 2216757 h 2237474"/>
              <a:gd name="connsiteX168" fmla="*/ 669923 w 12192000"/>
              <a:gd name="connsiteY168" fmla="*/ 2211682 h 2237474"/>
              <a:gd name="connsiteX169" fmla="*/ 648680 w 12192000"/>
              <a:gd name="connsiteY169" fmla="*/ 2206229 h 2237474"/>
              <a:gd name="connsiteX170" fmla="*/ 597225 w 12192000"/>
              <a:gd name="connsiteY170" fmla="*/ 2180999 h 2237474"/>
              <a:gd name="connsiteX171" fmla="*/ 558449 w 12192000"/>
              <a:gd name="connsiteY171" fmla="*/ 2182346 h 2237474"/>
              <a:gd name="connsiteX172" fmla="*/ 550517 w 12192000"/>
              <a:gd name="connsiteY172" fmla="*/ 2182060 h 2237474"/>
              <a:gd name="connsiteX173" fmla="*/ 550309 w 12192000"/>
              <a:gd name="connsiteY173" fmla="*/ 2181825 h 2237474"/>
              <a:gd name="connsiteX174" fmla="*/ 541836 w 12192000"/>
              <a:gd name="connsiteY174" fmla="*/ 2181063 h 2237474"/>
              <a:gd name="connsiteX175" fmla="*/ 536057 w 12192000"/>
              <a:gd name="connsiteY175" fmla="*/ 2181537 h 2237474"/>
              <a:gd name="connsiteX176" fmla="*/ 520671 w 12192000"/>
              <a:gd name="connsiteY176" fmla="*/ 2180980 h 2237474"/>
              <a:gd name="connsiteX177" fmla="*/ 515024 w 12192000"/>
              <a:gd name="connsiteY177" fmla="*/ 2179258 h 2237474"/>
              <a:gd name="connsiteX178" fmla="*/ 512278 w 12192000"/>
              <a:gd name="connsiteY178" fmla="*/ 2176369 h 2237474"/>
              <a:gd name="connsiteX179" fmla="*/ 480419 w 12192000"/>
              <a:gd name="connsiteY179" fmla="*/ 2167807 h 2237474"/>
              <a:gd name="connsiteX180" fmla="*/ 413835 w 12192000"/>
              <a:gd name="connsiteY180" fmla="*/ 2156783 h 2237474"/>
              <a:gd name="connsiteX181" fmla="*/ 376513 w 12192000"/>
              <a:gd name="connsiteY181" fmla="*/ 2154014 h 2237474"/>
              <a:gd name="connsiteX182" fmla="*/ 273386 w 12192000"/>
              <a:gd name="connsiteY182" fmla="*/ 2142551 h 2237474"/>
              <a:gd name="connsiteX183" fmla="*/ 169207 w 12192000"/>
              <a:gd name="connsiteY183" fmla="*/ 2128100 h 2237474"/>
              <a:gd name="connsiteX184" fmla="*/ 93149 w 12192000"/>
              <a:gd name="connsiteY184" fmla="*/ 2105324 h 2237474"/>
              <a:gd name="connsiteX185" fmla="*/ 88109 w 12192000"/>
              <a:gd name="connsiteY185" fmla="*/ 2106704 h 2237474"/>
              <a:gd name="connsiteX186" fmla="*/ 80022 w 12192000"/>
              <a:gd name="connsiteY186" fmla="*/ 2107254 h 2237474"/>
              <a:gd name="connsiteX187" fmla="*/ 79717 w 12192000"/>
              <a:gd name="connsiteY187" fmla="*/ 2107046 h 2237474"/>
              <a:gd name="connsiteX188" fmla="*/ 72352 w 12192000"/>
              <a:gd name="connsiteY188" fmla="*/ 2107991 h 2237474"/>
              <a:gd name="connsiteX189" fmla="*/ 37645 w 12192000"/>
              <a:gd name="connsiteY189" fmla="*/ 2115401 h 2237474"/>
              <a:gd name="connsiteX190" fmla="*/ 4572 w 12192000"/>
              <a:gd name="connsiteY190" fmla="*/ 2111091 h 2237474"/>
              <a:gd name="connsiteX191" fmla="*/ 0 w 12192000"/>
              <a:gd name="connsiteY191" fmla="*/ 2110468 h 2237474"/>
              <a:gd name="connsiteX192" fmla="*/ 0 w 12192000"/>
              <a:gd name="connsiteY19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44189 w 12192000"/>
              <a:gd name="connsiteY24" fmla="*/ 938966 h 2237474"/>
              <a:gd name="connsiteX25" fmla="*/ 9500499 w 12192000"/>
              <a:gd name="connsiteY25" fmla="*/ 954680 h 2237474"/>
              <a:gd name="connsiteX26" fmla="*/ 9428195 w 12192000"/>
              <a:gd name="connsiteY26" fmla="*/ 986225 h 2237474"/>
              <a:gd name="connsiteX27" fmla="*/ 9410017 w 12192000"/>
              <a:gd name="connsiteY27" fmla="*/ 993931 h 2237474"/>
              <a:gd name="connsiteX28" fmla="*/ 9392919 w 12192000"/>
              <a:gd name="connsiteY28" fmla="*/ 994656 h 2237474"/>
              <a:gd name="connsiteX29" fmla="*/ 9278619 w 12192000"/>
              <a:gd name="connsiteY29" fmla="*/ 1011878 h 2237474"/>
              <a:gd name="connsiteX30" fmla="*/ 9268019 w 12192000"/>
              <a:gd name="connsiteY30" fmla="*/ 1007442 h 2237474"/>
              <a:gd name="connsiteX31" fmla="*/ 9234662 w 12192000"/>
              <a:gd name="connsiteY31" fmla="*/ 1023056 h 2237474"/>
              <a:gd name="connsiteX32" fmla="*/ 9181033 w 12192000"/>
              <a:gd name="connsiteY32" fmla="*/ 1037921 h 2237474"/>
              <a:gd name="connsiteX33" fmla="*/ 9155969 w 12192000"/>
              <a:gd name="connsiteY33" fmla="*/ 1046804 h 2237474"/>
              <a:gd name="connsiteX34" fmla="*/ 9133985 w 12192000"/>
              <a:gd name="connsiteY34" fmla="*/ 1046450 h 2237474"/>
              <a:gd name="connsiteX35" fmla="*/ 9003462 w 12192000"/>
              <a:gd name="connsiteY35" fmla="*/ 1042406 h 2237474"/>
              <a:gd name="connsiteX36" fmla="*/ 8968445 w 12192000"/>
              <a:gd name="connsiteY36" fmla="*/ 1052169 h 2237474"/>
              <a:gd name="connsiteX37" fmla="*/ 8886001 w 12192000"/>
              <a:gd name="connsiteY37" fmla="*/ 1067468 h 2237474"/>
              <a:gd name="connsiteX38" fmla="*/ 8838610 w 12192000"/>
              <a:gd name="connsiteY38" fmla="*/ 1075091 h 2237474"/>
              <a:gd name="connsiteX39" fmla="*/ 8750383 w 12192000"/>
              <a:gd name="connsiteY39" fmla="*/ 1097387 h 2237474"/>
              <a:gd name="connsiteX40" fmla="*/ 8665605 w 12192000"/>
              <a:gd name="connsiteY40" fmla="*/ 1110791 h 2237474"/>
              <a:gd name="connsiteX41" fmla="*/ 8584946 w 12192000"/>
              <a:gd name="connsiteY41" fmla="*/ 1135226 h 2237474"/>
              <a:gd name="connsiteX42" fmla="*/ 8460755 w 12192000"/>
              <a:gd name="connsiteY42" fmla="*/ 1203427 h 2237474"/>
              <a:gd name="connsiteX43" fmla="*/ 8419755 w 12192000"/>
              <a:gd name="connsiteY43" fmla="*/ 1216260 h 2237474"/>
              <a:gd name="connsiteX44" fmla="*/ 8411626 w 12192000"/>
              <a:gd name="connsiteY44" fmla="*/ 1214397 h 2237474"/>
              <a:gd name="connsiteX45" fmla="*/ 8363469 w 12192000"/>
              <a:gd name="connsiteY45" fmla="*/ 1246658 h 2237474"/>
              <a:gd name="connsiteX46" fmla="*/ 8275497 w 12192000"/>
              <a:gd name="connsiteY46" fmla="*/ 1264396 h 2237474"/>
              <a:gd name="connsiteX47" fmla="*/ 8206287 w 12192000"/>
              <a:gd name="connsiteY47" fmla="*/ 1273060 h 2237474"/>
              <a:gd name="connsiteX48" fmla="*/ 8139997 w 12192000"/>
              <a:gd name="connsiteY48" fmla="*/ 1282713 h 2237474"/>
              <a:gd name="connsiteX49" fmla="*/ 8074238 w 12192000"/>
              <a:gd name="connsiteY49" fmla="*/ 1301895 h 2237474"/>
              <a:gd name="connsiteX50" fmla="*/ 7942099 w 12192000"/>
              <a:gd name="connsiteY50" fmla="*/ 1336332 h 2237474"/>
              <a:gd name="connsiteX51" fmla="*/ 7902328 w 12192000"/>
              <a:gd name="connsiteY51" fmla="*/ 1345865 h 2237474"/>
              <a:gd name="connsiteX52" fmla="*/ 7840612 w 12192000"/>
              <a:gd name="connsiteY52" fmla="*/ 1369373 h 2237474"/>
              <a:gd name="connsiteX53" fmla="*/ 7786819 w 12192000"/>
              <a:gd name="connsiteY53" fmla="*/ 1378970 h 2237474"/>
              <a:gd name="connsiteX54" fmla="*/ 7548172 w 12192000"/>
              <a:gd name="connsiteY54" fmla="*/ 1417460 h 2237474"/>
              <a:gd name="connsiteX55" fmla="*/ 7483437 w 12192000"/>
              <a:gd name="connsiteY55" fmla="*/ 1478152 h 2237474"/>
              <a:gd name="connsiteX56" fmla="*/ 7377870 w 12192000"/>
              <a:gd name="connsiteY56" fmla="*/ 1523319 h 2237474"/>
              <a:gd name="connsiteX57" fmla="*/ 7230737 w 12192000"/>
              <a:gd name="connsiteY57" fmla="*/ 1562633 h 2237474"/>
              <a:gd name="connsiteX58" fmla="*/ 7224458 w 12192000"/>
              <a:gd name="connsiteY58" fmla="*/ 1573008 h 2237474"/>
              <a:gd name="connsiteX59" fmla="*/ 7183121 w 12192000"/>
              <a:gd name="connsiteY59" fmla="*/ 1595162 h 2237474"/>
              <a:gd name="connsiteX60" fmla="*/ 7164601 w 12192000"/>
              <a:gd name="connsiteY60" fmla="*/ 1606490 h 2237474"/>
              <a:gd name="connsiteX61" fmla="*/ 7031309 w 12192000"/>
              <a:gd name="connsiteY61" fmla="*/ 1619451 h 2237474"/>
              <a:gd name="connsiteX62" fmla="*/ 6900177 w 12192000"/>
              <a:gd name="connsiteY62" fmla="*/ 1636016 h 2237474"/>
              <a:gd name="connsiteX63" fmla="*/ 6795372 w 12192000"/>
              <a:gd name="connsiteY63" fmla="*/ 1644845 h 2237474"/>
              <a:gd name="connsiteX64" fmla="*/ 6692251 w 12192000"/>
              <a:gd name="connsiteY64" fmla="*/ 1656357 h 2237474"/>
              <a:gd name="connsiteX65" fmla="*/ 6655235 w 12192000"/>
              <a:gd name="connsiteY65" fmla="*/ 1661869 h 2237474"/>
              <a:gd name="connsiteX66" fmla="*/ 6554894 w 12192000"/>
              <a:gd name="connsiteY66" fmla="*/ 1664428 h 2237474"/>
              <a:gd name="connsiteX67" fmla="*/ 6516595 w 12192000"/>
              <a:gd name="connsiteY67" fmla="*/ 1667475 h 2237474"/>
              <a:gd name="connsiteX68" fmla="*/ 6508541 w 12192000"/>
              <a:gd name="connsiteY68" fmla="*/ 1668757 h 2237474"/>
              <a:gd name="connsiteX69" fmla="*/ 6471012 w 12192000"/>
              <a:gd name="connsiteY69" fmla="*/ 1678604 h 2237474"/>
              <a:gd name="connsiteX70" fmla="*/ 6364035 w 12192000"/>
              <a:gd name="connsiteY70" fmla="*/ 1667683 h 2237474"/>
              <a:gd name="connsiteX71" fmla="*/ 6280959 w 12192000"/>
              <a:gd name="connsiteY71" fmla="*/ 1689329 h 2237474"/>
              <a:gd name="connsiteX72" fmla="*/ 6243319 w 12192000"/>
              <a:gd name="connsiteY72" fmla="*/ 1695560 h 2237474"/>
              <a:gd name="connsiteX73" fmla="*/ 6098321 w 12192000"/>
              <a:gd name="connsiteY73" fmla="*/ 1721646 h 2237474"/>
              <a:gd name="connsiteX74" fmla="*/ 5880652 w 12192000"/>
              <a:gd name="connsiteY74" fmla="*/ 1779643 h 2237474"/>
              <a:gd name="connsiteX75" fmla="*/ 5785959 w 12192000"/>
              <a:gd name="connsiteY75" fmla="*/ 1775307 h 2237474"/>
              <a:gd name="connsiteX76" fmla="*/ 5643534 w 12192000"/>
              <a:gd name="connsiteY76" fmla="*/ 1802919 h 2237474"/>
              <a:gd name="connsiteX77" fmla="*/ 5518799 w 12192000"/>
              <a:gd name="connsiteY77" fmla="*/ 1818312 h 2237474"/>
              <a:gd name="connsiteX78" fmla="*/ 5505014 w 12192000"/>
              <a:gd name="connsiteY78" fmla="*/ 1819259 h 2237474"/>
              <a:gd name="connsiteX79" fmla="*/ 5453307 w 12192000"/>
              <a:gd name="connsiteY79" fmla="*/ 1815450 h 2237474"/>
              <a:gd name="connsiteX80" fmla="*/ 5221533 w 12192000"/>
              <a:gd name="connsiteY80" fmla="*/ 1846950 h 2237474"/>
              <a:gd name="connsiteX81" fmla="*/ 5149802 w 12192000"/>
              <a:gd name="connsiteY81" fmla="*/ 1844846 h 2237474"/>
              <a:gd name="connsiteX82" fmla="*/ 5114927 w 12192000"/>
              <a:gd name="connsiteY82" fmla="*/ 1847827 h 2237474"/>
              <a:gd name="connsiteX83" fmla="*/ 5108970 w 12192000"/>
              <a:gd name="connsiteY83" fmla="*/ 1847935 h 2237474"/>
              <a:gd name="connsiteX84" fmla="*/ 5067961 w 12192000"/>
              <a:gd name="connsiteY84" fmla="*/ 1845917 h 2237474"/>
              <a:gd name="connsiteX85" fmla="*/ 5007075 w 12192000"/>
              <a:gd name="connsiteY85" fmla="*/ 1838626 h 2237474"/>
              <a:gd name="connsiteX86" fmla="*/ 4944087 w 12192000"/>
              <a:gd name="connsiteY86" fmla="*/ 1823332 h 2237474"/>
              <a:gd name="connsiteX87" fmla="*/ 4907662 w 12192000"/>
              <a:gd name="connsiteY87" fmla="*/ 1816900 h 2237474"/>
              <a:gd name="connsiteX88" fmla="*/ 4882386 w 12192000"/>
              <a:gd name="connsiteY88" fmla="*/ 1809844 h 2237474"/>
              <a:gd name="connsiteX89" fmla="*/ 4811440 w 12192000"/>
              <a:gd name="connsiteY89" fmla="*/ 1804655 h 2237474"/>
              <a:gd name="connsiteX90" fmla="*/ 4691075 w 12192000"/>
              <a:gd name="connsiteY90" fmla="*/ 1801389 h 2237474"/>
              <a:gd name="connsiteX91" fmla="*/ 4611738 w 12192000"/>
              <a:gd name="connsiteY91" fmla="*/ 1776964 h 2237474"/>
              <a:gd name="connsiteX92" fmla="*/ 4560070 w 12192000"/>
              <a:gd name="connsiteY92" fmla="*/ 1785640 h 2237474"/>
              <a:gd name="connsiteX93" fmla="*/ 4536503 w 12192000"/>
              <a:gd name="connsiteY93" fmla="*/ 1785334 h 2237474"/>
              <a:gd name="connsiteX94" fmla="*/ 4513724 w 12192000"/>
              <a:gd name="connsiteY94" fmla="*/ 1791996 h 2237474"/>
              <a:gd name="connsiteX95" fmla="*/ 4459810 w 12192000"/>
              <a:gd name="connsiteY95" fmla="*/ 1797886 h 2237474"/>
              <a:gd name="connsiteX96" fmla="*/ 4379064 w 12192000"/>
              <a:gd name="connsiteY96" fmla="*/ 1817177 h 2237474"/>
              <a:gd name="connsiteX97" fmla="*/ 4290981 w 12192000"/>
              <a:gd name="connsiteY97" fmla="*/ 1839677 h 2237474"/>
              <a:gd name="connsiteX98" fmla="*/ 4238372 w 12192000"/>
              <a:gd name="connsiteY98" fmla="*/ 1851480 h 2237474"/>
              <a:gd name="connsiteX99" fmla="*/ 4232517 w 12192000"/>
              <a:gd name="connsiteY99" fmla="*/ 1852567 h 2237474"/>
              <a:gd name="connsiteX100" fmla="*/ 4191732 w 12192000"/>
              <a:gd name="connsiteY100" fmla="*/ 1857328 h 2237474"/>
              <a:gd name="connsiteX101" fmla="*/ 4065532 w 12192000"/>
              <a:gd name="connsiteY101" fmla="*/ 1855477 h 2237474"/>
              <a:gd name="connsiteX102" fmla="*/ 4028460 w 12192000"/>
              <a:gd name="connsiteY102" fmla="*/ 1855137 h 2237474"/>
              <a:gd name="connsiteX103" fmla="*/ 4002267 w 12192000"/>
              <a:gd name="connsiteY103" fmla="*/ 1852352 h 2237474"/>
              <a:gd name="connsiteX104" fmla="*/ 3931396 w 12192000"/>
              <a:gd name="connsiteY104" fmla="*/ 1858915 h 2237474"/>
              <a:gd name="connsiteX105" fmla="*/ 3812162 w 12192000"/>
              <a:gd name="connsiteY105" fmla="*/ 1875501 h 2237474"/>
              <a:gd name="connsiteX106" fmla="*/ 3729530 w 12192000"/>
              <a:gd name="connsiteY106" fmla="*/ 1864513 h 2237474"/>
              <a:gd name="connsiteX107" fmla="*/ 3680177 w 12192000"/>
              <a:gd name="connsiteY107" fmla="*/ 1881552 h 2237474"/>
              <a:gd name="connsiteX108" fmla="*/ 3567259 w 12192000"/>
              <a:gd name="connsiteY108" fmla="*/ 1893482 h 2237474"/>
              <a:gd name="connsiteX109" fmla="*/ 3405770 w 12192000"/>
              <a:gd name="connsiteY109" fmla="*/ 1904591 h 2237474"/>
              <a:gd name="connsiteX110" fmla="*/ 3280097 w 12192000"/>
              <a:gd name="connsiteY110" fmla="*/ 1919610 h 2237474"/>
              <a:gd name="connsiteX111" fmla="*/ 3123424 w 12192000"/>
              <a:gd name="connsiteY111" fmla="*/ 1952930 h 2237474"/>
              <a:gd name="connsiteX112" fmla="*/ 3009910 w 12192000"/>
              <a:gd name="connsiteY112" fmla="*/ 1957866 h 2237474"/>
              <a:gd name="connsiteX113" fmla="*/ 2995934 w 12192000"/>
              <a:gd name="connsiteY113" fmla="*/ 1967085 h 2237474"/>
              <a:gd name="connsiteX114" fmla="*/ 2980071 w 12192000"/>
              <a:gd name="connsiteY114" fmla="*/ 1972988 h 2237474"/>
              <a:gd name="connsiteX115" fmla="*/ 2978094 w 12192000"/>
              <a:gd name="connsiteY115" fmla="*/ 1972369 h 2237474"/>
              <a:gd name="connsiteX116" fmla="*/ 2942858 w 12192000"/>
              <a:gd name="connsiteY116" fmla="*/ 1981367 h 2237474"/>
              <a:gd name="connsiteX117" fmla="*/ 2875436 w 12192000"/>
              <a:gd name="connsiteY117" fmla="*/ 1996977 h 2237474"/>
              <a:gd name="connsiteX118" fmla="*/ 2874892 w 12192000"/>
              <a:gd name="connsiteY118" fmla="*/ 1996085 h 2237474"/>
              <a:gd name="connsiteX119" fmla="*/ 2864145 w 12192000"/>
              <a:gd name="connsiteY119" fmla="*/ 1994061 h 2237474"/>
              <a:gd name="connsiteX120" fmla="*/ 2843662 w 12192000"/>
              <a:gd name="connsiteY120" fmla="*/ 1992498 h 2237474"/>
              <a:gd name="connsiteX121" fmla="*/ 2796128 w 12192000"/>
              <a:gd name="connsiteY121" fmla="*/ 1976403 h 2237474"/>
              <a:gd name="connsiteX122" fmla="*/ 2756784 w 12192000"/>
              <a:gd name="connsiteY122" fmla="*/ 1985116 h 2237474"/>
              <a:gd name="connsiteX123" fmla="*/ 2748833 w 12192000"/>
              <a:gd name="connsiteY123" fmla="*/ 1986323 h 2237474"/>
              <a:gd name="connsiteX124" fmla="*/ 2748661 w 12192000"/>
              <a:gd name="connsiteY124" fmla="*/ 1986122 h 2237474"/>
              <a:gd name="connsiteX125" fmla="*/ 2740251 w 12192000"/>
              <a:gd name="connsiteY125" fmla="*/ 1986946 h 2237474"/>
              <a:gd name="connsiteX126" fmla="*/ 2718916 w 12192000"/>
              <a:gd name="connsiteY126" fmla="*/ 1990867 h 2237474"/>
              <a:gd name="connsiteX127" fmla="*/ 2713522 w 12192000"/>
              <a:gd name="connsiteY127" fmla="*/ 1990173 h 2237474"/>
              <a:gd name="connsiteX128" fmla="*/ 2680597 w 12192000"/>
              <a:gd name="connsiteY128" fmla="*/ 1984996 h 2237474"/>
              <a:gd name="connsiteX129" fmla="*/ 2578178 w 12192000"/>
              <a:gd name="connsiteY129" fmla="*/ 1990531 h 2237474"/>
              <a:gd name="connsiteX130" fmla="*/ 2476147 w 12192000"/>
              <a:gd name="connsiteY130" fmla="*/ 1998305 h 2237474"/>
              <a:gd name="connsiteX131" fmla="*/ 2373568 w 12192000"/>
              <a:gd name="connsiteY131" fmla="*/ 2003219 h 2237474"/>
              <a:gd name="connsiteX132" fmla="*/ 2321399 w 12192000"/>
              <a:gd name="connsiteY132" fmla="*/ 1989467 h 2237474"/>
              <a:gd name="connsiteX133" fmla="*/ 2315525 w 12192000"/>
              <a:gd name="connsiteY133" fmla="*/ 1989708 h 2237474"/>
              <a:gd name="connsiteX134" fmla="*/ 2300792 w 12192000"/>
              <a:gd name="connsiteY134" fmla="*/ 1994290 h 2237474"/>
              <a:gd name="connsiteX135" fmla="*/ 2295469 w 12192000"/>
              <a:gd name="connsiteY135" fmla="*/ 1996659 h 2237474"/>
              <a:gd name="connsiteX136" fmla="*/ 2287219 w 12192000"/>
              <a:gd name="connsiteY136" fmla="*/ 1998750 h 2237474"/>
              <a:gd name="connsiteX137" fmla="*/ 2286948 w 12192000"/>
              <a:gd name="connsiteY137" fmla="*/ 1998596 h 2237474"/>
              <a:gd name="connsiteX138" fmla="*/ 2243069 w 12192000"/>
              <a:gd name="connsiteY138" fmla="*/ 2015111 h 2237474"/>
              <a:gd name="connsiteX139" fmla="*/ 2186609 w 12192000"/>
              <a:gd name="connsiteY139" fmla="*/ 2008263 h 2237474"/>
              <a:gd name="connsiteX140" fmla="*/ 2164831 w 12192000"/>
              <a:gd name="connsiteY140" fmla="*/ 2010143 h 2237474"/>
              <a:gd name="connsiteX141" fmla="*/ 2152836 w 12192000"/>
              <a:gd name="connsiteY141" fmla="*/ 2010048 h 2237474"/>
              <a:gd name="connsiteX142" fmla="*/ 2117102 w 12192000"/>
              <a:gd name="connsiteY142" fmla="*/ 2023004 h 2237474"/>
              <a:gd name="connsiteX143" fmla="*/ 2111935 w 12192000"/>
              <a:gd name="connsiteY143" fmla="*/ 2023163 h 2237474"/>
              <a:gd name="connsiteX144" fmla="*/ 2089991 w 12192000"/>
              <a:gd name="connsiteY144" fmla="*/ 2034193 h 2237474"/>
              <a:gd name="connsiteX145" fmla="*/ 2058061 w 12192000"/>
              <a:gd name="connsiteY145" fmla="*/ 2047942 h 2237474"/>
              <a:gd name="connsiteX146" fmla="*/ 2055737 w 12192000"/>
              <a:gd name="connsiteY146" fmla="*/ 2047704 h 2237474"/>
              <a:gd name="connsiteX147" fmla="*/ 2042244 w 12192000"/>
              <a:gd name="connsiteY147" fmla="*/ 2055560 h 2237474"/>
              <a:gd name="connsiteX148" fmla="*/ 1976224 w 12192000"/>
              <a:gd name="connsiteY148" fmla="*/ 2074257 h 2237474"/>
              <a:gd name="connsiteX149" fmla="*/ 1877728 w 12192000"/>
              <a:gd name="connsiteY149" fmla="*/ 2101004 h 2237474"/>
              <a:gd name="connsiteX150" fmla="*/ 1759056 w 12192000"/>
              <a:gd name="connsiteY150" fmla="*/ 2125608 h 2237474"/>
              <a:gd name="connsiteX151" fmla="*/ 1637948 w 12192000"/>
              <a:gd name="connsiteY151" fmla="*/ 2172597 h 2237474"/>
              <a:gd name="connsiteX152" fmla="*/ 1434549 w 12192000"/>
              <a:gd name="connsiteY152" fmla="*/ 2234522 h 2237474"/>
              <a:gd name="connsiteX153" fmla="*/ 1398481 w 12192000"/>
              <a:gd name="connsiteY153" fmla="*/ 2237074 h 2237474"/>
              <a:gd name="connsiteX154" fmla="*/ 1398407 w 12192000"/>
              <a:gd name="connsiteY154" fmla="*/ 2237095 h 2237474"/>
              <a:gd name="connsiteX155" fmla="*/ 1370962 w 12192000"/>
              <a:gd name="connsiteY155" fmla="*/ 2237474 h 2237474"/>
              <a:gd name="connsiteX156" fmla="*/ 1356367 w 12192000"/>
              <a:gd name="connsiteY156" fmla="*/ 2235089 h 2237474"/>
              <a:gd name="connsiteX157" fmla="*/ 1324828 w 12192000"/>
              <a:gd name="connsiteY157" fmla="*/ 2231968 h 2237474"/>
              <a:gd name="connsiteX158" fmla="*/ 1297744 w 12192000"/>
              <a:gd name="connsiteY158" fmla="*/ 2235849 h 2237474"/>
              <a:gd name="connsiteX159" fmla="*/ 1286236 w 12192000"/>
              <a:gd name="connsiteY159" fmla="*/ 2233135 h 2237474"/>
              <a:gd name="connsiteX160" fmla="*/ 1283504 w 12192000"/>
              <a:gd name="connsiteY160" fmla="*/ 2233797 h 2237474"/>
              <a:gd name="connsiteX161" fmla="*/ 1279765 w 12192000"/>
              <a:gd name="connsiteY161" fmla="*/ 2229639 h 2237474"/>
              <a:gd name="connsiteX162" fmla="*/ 1195347 w 12192000"/>
              <a:gd name="connsiteY162" fmla="*/ 2212354 h 2237474"/>
              <a:gd name="connsiteX163" fmla="*/ 970251 w 12192000"/>
              <a:gd name="connsiteY163" fmla="*/ 2221029 h 2237474"/>
              <a:gd name="connsiteX164" fmla="*/ 812914 w 12192000"/>
              <a:gd name="connsiteY164" fmla="*/ 2202752 h 2237474"/>
              <a:gd name="connsiteX165" fmla="*/ 800195 w 12192000"/>
              <a:gd name="connsiteY165" fmla="*/ 2209407 h 2237474"/>
              <a:gd name="connsiteX166" fmla="*/ 784978 w 12192000"/>
              <a:gd name="connsiteY166" fmla="*/ 2212360 h 2237474"/>
              <a:gd name="connsiteX167" fmla="*/ 681987 w 12192000"/>
              <a:gd name="connsiteY167" fmla="*/ 2216757 h 2237474"/>
              <a:gd name="connsiteX168" fmla="*/ 669923 w 12192000"/>
              <a:gd name="connsiteY168" fmla="*/ 2211682 h 2237474"/>
              <a:gd name="connsiteX169" fmla="*/ 648680 w 12192000"/>
              <a:gd name="connsiteY169" fmla="*/ 2206229 h 2237474"/>
              <a:gd name="connsiteX170" fmla="*/ 597225 w 12192000"/>
              <a:gd name="connsiteY170" fmla="*/ 2180999 h 2237474"/>
              <a:gd name="connsiteX171" fmla="*/ 558449 w 12192000"/>
              <a:gd name="connsiteY171" fmla="*/ 2182346 h 2237474"/>
              <a:gd name="connsiteX172" fmla="*/ 550517 w 12192000"/>
              <a:gd name="connsiteY172" fmla="*/ 2182060 h 2237474"/>
              <a:gd name="connsiteX173" fmla="*/ 550309 w 12192000"/>
              <a:gd name="connsiteY173" fmla="*/ 2181825 h 2237474"/>
              <a:gd name="connsiteX174" fmla="*/ 541836 w 12192000"/>
              <a:gd name="connsiteY174" fmla="*/ 2181063 h 2237474"/>
              <a:gd name="connsiteX175" fmla="*/ 536057 w 12192000"/>
              <a:gd name="connsiteY175" fmla="*/ 2181537 h 2237474"/>
              <a:gd name="connsiteX176" fmla="*/ 520671 w 12192000"/>
              <a:gd name="connsiteY176" fmla="*/ 2180980 h 2237474"/>
              <a:gd name="connsiteX177" fmla="*/ 515024 w 12192000"/>
              <a:gd name="connsiteY177" fmla="*/ 2179258 h 2237474"/>
              <a:gd name="connsiteX178" fmla="*/ 512278 w 12192000"/>
              <a:gd name="connsiteY178" fmla="*/ 2176369 h 2237474"/>
              <a:gd name="connsiteX179" fmla="*/ 480419 w 12192000"/>
              <a:gd name="connsiteY179" fmla="*/ 2167807 h 2237474"/>
              <a:gd name="connsiteX180" fmla="*/ 413835 w 12192000"/>
              <a:gd name="connsiteY180" fmla="*/ 2156783 h 2237474"/>
              <a:gd name="connsiteX181" fmla="*/ 376513 w 12192000"/>
              <a:gd name="connsiteY181" fmla="*/ 2154014 h 2237474"/>
              <a:gd name="connsiteX182" fmla="*/ 273386 w 12192000"/>
              <a:gd name="connsiteY182" fmla="*/ 2142551 h 2237474"/>
              <a:gd name="connsiteX183" fmla="*/ 169207 w 12192000"/>
              <a:gd name="connsiteY183" fmla="*/ 2128100 h 2237474"/>
              <a:gd name="connsiteX184" fmla="*/ 93149 w 12192000"/>
              <a:gd name="connsiteY184" fmla="*/ 2105324 h 2237474"/>
              <a:gd name="connsiteX185" fmla="*/ 88109 w 12192000"/>
              <a:gd name="connsiteY185" fmla="*/ 2106704 h 2237474"/>
              <a:gd name="connsiteX186" fmla="*/ 80022 w 12192000"/>
              <a:gd name="connsiteY186" fmla="*/ 2107254 h 2237474"/>
              <a:gd name="connsiteX187" fmla="*/ 79717 w 12192000"/>
              <a:gd name="connsiteY187" fmla="*/ 2107046 h 2237474"/>
              <a:gd name="connsiteX188" fmla="*/ 72352 w 12192000"/>
              <a:gd name="connsiteY188" fmla="*/ 2107991 h 2237474"/>
              <a:gd name="connsiteX189" fmla="*/ 37645 w 12192000"/>
              <a:gd name="connsiteY189" fmla="*/ 2115401 h 2237474"/>
              <a:gd name="connsiteX190" fmla="*/ 4572 w 12192000"/>
              <a:gd name="connsiteY190" fmla="*/ 2111091 h 2237474"/>
              <a:gd name="connsiteX191" fmla="*/ 0 w 12192000"/>
              <a:gd name="connsiteY191" fmla="*/ 2110468 h 2237474"/>
              <a:gd name="connsiteX192" fmla="*/ 0 w 12192000"/>
              <a:gd name="connsiteY19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44189 w 12192000"/>
              <a:gd name="connsiteY24" fmla="*/ 938966 h 2237474"/>
              <a:gd name="connsiteX25" fmla="*/ 9500499 w 12192000"/>
              <a:gd name="connsiteY25" fmla="*/ 954680 h 2237474"/>
              <a:gd name="connsiteX26" fmla="*/ 9428195 w 12192000"/>
              <a:gd name="connsiteY26" fmla="*/ 986225 h 2237474"/>
              <a:gd name="connsiteX27" fmla="*/ 9410017 w 12192000"/>
              <a:gd name="connsiteY27" fmla="*/ 993931 h 2237474"/>
              <a:gd name="connsiteX28" fmla="*/ 9392919 w 12192000"/>
              <a:gd name="connsiteY28" fmla="*/ 994656 h 2237474"/>
              <a:gd name="connsiteX29" fmla="*/ 9278619 w 12192000"/>
              <a:gd name="connsiteY29" fmla="*/ 1011878 h 2237474"/>
              <a:gd name="connsiteX30" fmla="*/ 9268019 w 12192000"/>
              <a:gd name="connsiteY30" fmla="*/ 1007442 h 2237474"/>
              <a:gd name="connsiteX31" fmla="*/ 9234662 w 12192000"/>
              <a:gd name="connsiteY31" fmla="*/ 1023056 h 2237474"/>
              <a:gd name="connsiteX32" fmla="*/ 9181033 w 12192000"/>
              <a:gd name="connsiteY32" fmla="*/ 1037921 h 2237474"/>
              <a:gd name="connsiteX33" fmla="*/ 9155969 w 12192000"/>
              <a:gd name="connsiteY33" fmla="*/ 1046804 h 2237474"/>
              <a:gd name="connsiteX34" fmla="*/ 9133985 w 12192000"/>
              <a:gd name="connsiteY34" fmla="*/ 1046450 h 2237474"/>
              <a:gd name="connsiteX35" fmla="*/ 9003462 w 12192000"/>
              <a:gd name="connsiteY35" fmla="*/ 1042406 h 2237474"/>
              <a:gd name="connsiteX36" fmla="*/ 8968445 w 12192000"/>
              <a:gd name="connsiteY36" fmla="*/ 1052169 h 2237474"/>
              <a:gd name="connsiteX37" fmla="*/ 8886001 w 12192000"/>
              <a:gd name="connsiteY37" fmla="*/ 1067468 h 2237474"/>
              <a:gd name="connsiteX38" fmla="*/ 8838610 w 12192000"/>
              <a:gd name="connsiteY38" fmla="*/ 1075091 h 2237474"/>
              <a:gd name="connsiteX39" fmla="*/ 8750383 w 12192000"/>
              <a:gd name="connsiteY39" fmla="*/ 1097387 h 2237474"/>
              <a:gd name="connsiteX40" fmla="*/ 8665605 w 12192000"/>
              <a:gd name="connsiteY40" fmla="*/ 1110791 h 2237474"/>
              <a:gd name="connsiteX41" fmla="*/ 8584946 w 12192000"/>
              <a:gd name="connsiteY41" fmla="*/ 1135226 h 2237474"/>
              <a:gd name="connsiteX42" fmla="*/ 8460755 w 12192000"/>
              <a:gd name="connsiteY42" fmla="*/ 1203427 h 2237474"/>
              <a:gd name="connsiteX43" fmla="*/ 8419755 w 12192000"/>
              <a:gd name="connsiteY43" fmla="*/ 1216260 h 2237474"/>
              <a:gd name="connsiteX44" fmla="*/ 8411626 w 12192000"/>
              <a:gd name="connsiteY44" fmla="*/ 1214397 h 2237474"/>
              <a:gd name="connsiteX45" fmla="*/ 8363469 w 12192000"/>
              <a:gd name="connsiteY45" fmla="*/ 1246658 h 2237474"/>
              <a:gd name="connsiteX46" fmla="*/ 8275497 w 12192000"/>
              <a:gd name="connsiteY46" fmla="*/ 1264396 h 2237474"/>
              <a:gd name="connsiteX47" fmla="*/ 8206287 w 12192000"/>
              <a:gd name="connsiteY47" fmla="*/ 1273060 h 2237474"/>
              <a:gd name="connsiteX48" fmla="*/ 8139997 w 12192000"/>
              <a:gd name="connsiteY48" fmla="*/ 1282713 h 2237474"/>
              <a:gd name="connsiteX49" fmla="*/ 8074238 w 12192000"/>
              <a:gd name="connsiteY49" fmla="*/ 1301895 h 2237474"/>
              <a:gd name="connsiteX50" fmla="*/ 7942099 w 12192000"/>
              <a:gd name="connsiteY50" fmla="*/ 1336332 h 2237474"/>
              <a:gd name="connsiteX51" fmla="*/ 7902328 w 12192000"/>
              <a:gd name="connsiteY51" fmla="*/ 1345865 h 2237474"/>
              <a:gd name="connsiteX52" fmla="*/ 7840612 w 12192000"/>
              <a:gd name="connsiteY52" fmla="*/ 1369373 h 2237474"/>
              <a:gd name="connsiteX53" fmla="*/ 7786819 w 12192000"/>
              <a:gd name="connsiteY53" fmla="*/ 1378970 h 2237474"/>
              <a:gd name="connsiteX54" fmla="*/ 7548172 w 12192000"/>
              <a:gd name="connsiteY54" fmla="*/ 1417460 h 2237474"/>
              <a:gd name="connsiteX55" fmla="*/ 7483437 w 12192000"/>
              <a:gd name="connsiteY55" fmla="*/ 1478152 h 2237474"/>
              <a:gd name="connsiteX56" fmla="*/ 7377870 w 12192000"/>
              <a:gd name="connsiteY56" fmla="*/ 1523319 h 2237474"/>
              <a:gd name="connsiteX57" fmla="*/ 7230737 w 12192000"/>
              <a:gd name="connsiteY57" fmla="*/ 1562633 h 2237474"/>
              <a:gd name="connsiteX58" fmla="*/ 7224458 w 12192000"/>
              <a:gd name="connsiteY58" fmla="*/ 1573008 h 2237474"/>
              <a:gd name="connsiteX59" fmla="*/ 7183121 w 12192000"/>
              <a:gd name="connsiteY59" fmla="*/ 1595162 h 2237474"/>
              <a:gd name="connsiteX60" fmla="*/ 7164601 w 12192000"/>
              <a:gd name="connsiteY60" fmla="*/ 1606490 h 2237474"/>
              <a:gd name="connsiteX61" fmla="*/ 7031309 w 12192000"/>
              <a:gd name="connsiteY61" fmla="*/ 1619451 h 2237474"/>
              <a:gd name="connsiteX62" fmla="*/ 6900177 w 12192000"/>
              <a:gd name="connsiteY62" fmla="*/ 1636016 h 2237474"/>
              <a:gd name="connsiteX63" fmla="*/ 6795372 w 12192000"/>
              <a:gd name="connsiteY63" fmla="*/ 1644845 h 2237474"/>
              <a:gd name="connsiteX64" fmla="*/ 6692251 w 12192000"/>
              <a:gd name="connsiteY64" fmla="*/ 1656357 h 2237474"/>
              <a:gd name="connsiteX65" fmla="*/ 6655235 w 12192000"/>
              <a:gd name="connsiteY65" fmla="*/ 1661869 h 2237474"/>
              <a:gd name="connsiteX66" fmla="*/ 6554894 w 12192000"/>
              <a:gd name="connsiteY66" fmla="*/ 1664428 h 2237474"/>
              <a:gd name="connsiteX67" fmla="*/ 6516595 w 12192000"/>
              <a:gd name="connsiteY67" fmla="*/ 1667475 h 2237474"/>
              <a:gd name="connsiteX68" fmla="*/ 6508541 w 12192000"/>
              <a:gd name="connsiteY68" fmla="*/ 1668757 h 2237474"/>
              <a:gd name="connsiteX69" fmla="*/ 6471012 w 12192000"/>
              <a:gd name="connsiteY69" fmla="*/ 1678604 h 2237474"/>
              <a:gd name="connsiteX70" fmla="*/ 6364035 w 12192000"/>
              <a:gd name="connsiteY70" fmla="*/ 1667683 h 2237474"/>
              <a:gd name="connsiteX71" fmla="*/ 6280959 w 12192000"/>
              <a:gd name="connsiteY71" fmla="*/ 1689329 h 2237474"/>
              <a:gd name="connsiteX72" fmla="*/ 6243319 w 12192000"/>
              <a:gd name="connsiteY72" fmla="*/ 1695560 h 2237474"/>
              <a:gd name="connsiteX73" fmla="*/ 6098321 w 12192000"/>
              <a:gd name="connsiteY73" fmla="*/ 1721646 h 2237474"/>
              <a:gd name="connsiteX74" fmla="*/ 5880652 w 12192000"/>
              <a:gd name="connsiteY74" fmla="*/ 1779643 h 2237474"/>
              <a:gd name="connsiteX75" fmla="*/ 5785959 w 12192000"/>
              <a:gd name="connsiteY75" fmla="*/ 1775307 h 2237474"/>
              <a:gd name="connsiteX76" fmla="*/ 5643534 w 12192000"/>
              <a:gd name="connsiteY76" fmla="*/ 1802919 h 2237474"/>
              <a:gd name="connsiteX77" fmla="*/ 5518799 w 12192000"/>
              <a:gd name="connsiteY77" fmla="*/ 1818312 h 2237474"/>
              <a:gd name="connsiteX78" fmla="*/ 5505014 w 12192000"/>
              <a:gd name="connsiteY78" fmla="*/ 1819259 h 2237474"/>
              <a:gd name="connsiteX79" fmla="*/ 5453307 w 12192000"/>
              <a:gd name="connsiteY79" fmla="*/ 1815450 h 2237474"/>
              <a:gd name="connsiteX80" fmla="*/ 5221533 w 12192000"/>
              <a:gd name="connsiteY80" fmla="*/ 1846950 h 2237474"/>
              <a:gd name="connsiteX81" fmla="*/ 5149802 w 12192000"/>
              <a:gd name="connsiteY81" fmla="*/ 1844846 h 2237474"/>
              <a:gd name="connsiteX82" fmla="*/ 5114927 w 12192000"/>
              <a:gd name="connsiteY82" fmla="*/ 1847827 h 2237474"/>
              <a:gd name="connsiteX83" fmla="*/ 5108970 w 12192000"/>
              <a:gd name="connsiteY83" fmla="*/ 1847935 h 2237474"/>
              <a:gd name="connsiteX84" fmla="*/ 5067961 w 12192000"/>
              <a:gd name="connsiteY84" fmla="*/ 1845917 h 2237474"/>
              <a:gd name="connsiteX85" fmla="*/ 5007075 w 12192000"/>
              <a:gd name="connsiteY85" fmla="*/ 1838626 h 2237474"/>
              <a:gd name="connsiteX86" fmla="*/ 4944087 w 12192000"/>
              <a:gd name="connsiteY86" fmla="*/ 1823332 h 2237474"/>
              <a:gd name="connsiteX87" fmla="*/ 4907662 w 12192000"/>
              <a:gd name="connsiteY87" fmla="*/ 1816900 h 2237474"/>
              <a:gd name="connsiteX88" fmla="*/ 4882386 w 12192000"/>
              <a:gd name="connsiteY88" fmla="*/ 1809844 h 2237474"/>
              <a:gd name="connsiteX89" fmla="*/ 4811440 w 12192000"/>
              <a:gd name="connsiteY89" fmla="*/ 1804655 h 2237474"/>
              <a:gd name="connsiteX90" fmla="*/ 4691075 w 12192000"/>
              <a:gd name="connsiteY90" fmla="*/ 1801389 h 2237474"/>
              <a:gd name="connsiteX91" fmla="*/ 4611738 w 12192000"/>
              <a:gd name="connsiteY91" fmla="*/ 1776964 h 2237474"/>
              <a:gd name="connsiteX92" fmla="*/ 4560070 w 12192000"/>
              <a:gd name="connsiteY92" fmla="*/ 1785640 h 2237474"/>
              <a:gd name="connsiteX93" fmla="*/ 4536503 w 12192000"/>
              <a:gd name="connsiteY93" fmla="*/ 1785334 h 2237474"/>
              <a:gd name="connsiteX94" fmla="*/ 4513724 w 12192000"/>
              <a:gd name="connsiteY94" fmla="*/ 1791996 h 2237474"/>
              <a:gd name="connsiteX95" fmla="*/ 4459810 w 12192000"/>
              <a:gd name="connsiteY95" fmla="*/ 1797886 h 2237474"/>
              <a:gd name="connsiteX96" fmla="*/ 4379064 w 12192000"/>
              <a:gd name="connsiteY96" fmla="*/ 1817177 h 2237474"/>
              <a:gd name="connsiteX97" fmla="*/ 4290981 w 12192000"/>
              <a:gd name="connsiteY97" fmla="*/ 1839677 h 2237474"/>
              <a:gd name="connsiteX98" fmla="*/ 4238372 w 12192000"/>
              <a:gd name="connsiteY98" fmla="*/ 1851480 h 2237474"/>
              <a:gd name="connsiteX99" fmla="*/ 4232517 w 12192000"/>
              <a:gd name="connsiteY99" fmla="*/ 1852567 h 2237474"/>
              <a:gd name="connsiteX100" fmla="*/ 4191732 w 12192000"/>
              <a:gd name="connsiteY100" fmla="*/ 1857328 h 2237474"/>
              <a:gd name="connsiteX101" fmla="*/ 4065532 w 12192000"/>
              <a:gd name="connsiteY101" fmla="*/ 1855477 h 2237474"/>
              <a:gd name="connsiteX102" fmla="*/ 4028460 w 12192000"/>
              <a:gd name="connsiteY102" fmla="*/ 1855137 h 2237474"/>
              <a:gd name="connsiteX103" fmla="*/ 4002267 w 12192000"/>
              <a:gd name="connsiteY103" fmla="*/ 1852352 h 2237474"/>
              <a:gd name="connsiteX104" fmla="*/ 3931396 w 12192000"/>
              <a:gd name="connsiteY104" fmla="*/ 1858915 h 2237474"/>
              <a:gd name="connsiteX105" fmla="*/ 3812162 w 12192000"/>
              <a:gd name="connsiteY105" fmla="*/ 1875501 h 2237474"/>
              <a:gd name="connsiteX106" fmla="*/ 3729530 w 12192000"/>
              <a:gd name="connsiteY106" fmla="*/ 1864513 h 2237474"/>
              <a:gd name="connsiteX107" fmla="*/ 3680177 w 12192000"/>
              <a:gd name="connsiteY107" fmla="*/ 1881552 h 2237474"/>
              <a:gd name="connsiteX108" fmla="*/ 3567259 w 12192000"/>
              <a:gd name="connsiteY108" fmla="*/ 1893482 h 2237474"/>
              <a:gd name="connsiteX109" fmla="*/ 3405770 w 12192000"/>
              <a:gd name="connsiteY109" fmla="*/ 1904591 h 2237474"/>
              <a:gd name="connsiteX110" fmla="*/ 3280097 w 12192000"/>
              <a:gd name="connsiteY110" fmla="*/ 1919610 h 2237474"/>
              <a:gd name="connsiteX111" fmla="*/ 3123424 w 12192000"/>
              <a:gd name="connsiteY111" fmla="*/ 1952930 h 2237474"/>
              <a:gd name="connsiteX112" fmla="*/ 3009910 w 12192000"/>
              <a:gd name="connsiteY112" fmla="*/ 1957866 h 2237474"/>
              <a:gd name="connsiteX113" fmla="*/ 2995934 w 12192000"/>
              <a:gd name="connsiteY113" fmla="*/ 1967085 h 2237474"/>
              <a:gd name="connsiteX114" fmla="*/ 2980071 w 12192000"/>
              <a:gd name="connsiteY114" fmla="*/ 1972988 h 2237474"/>
              <a:gd name="connsiteX115" fmla="*/ 2978094 w 12192000"/>
              <a:gd name="connsiteY115" fmla="*/ 1972369 h 2237474"/>
              <a:gd name="connsiteX116" fmla="*/ 2942858 w 12192000"/>
              <a:gd name="connsiteY116" fmla="*/ 1981367 h 2237474"/>
              <a:gd name="connsiteX117" fmla="*/ 2875436 w 12192000"/>
              <a:gd name="connsiteY117" fmla="*/ 1996977 h 2237474"/>
              <a:gd name="connsiteX118" fmla="*/ 2874892 w 12192000"/>
              <a:gd name="connsiteY118" fmla="*/ 1996085 h 2237474"/>
              <a:gd name="connsiteX119" fmla="*/ 2864145 w 12192000"/>
              <a:gd name="connsiteY119" fmla="*/ 1994061 h 2237474"/>
              <a:gd name="connsiteX120" fmla="*/ 2843662 w 12192000"/>
              <a:gd name="connsiteY120" fmla="*/ 1992498 h 2237474"/>
              <a:gd name="connsiteX121" fmla="*/ 2796128 w 12192000"/>
              <a:gd name="connsiteY121" fmla="*/ 1976403 h 2237474"/>
              <a:gd name="connsiteX122" fmla="*/ 2756784 w 12192000"/>
              <a:gd name="connsiteY122" fmla="*/ 1985116 h 2237474"/>
              <a:gd name="connsiteX123" fmla="*/ 2748833 w 12192000"/>
              <a:gd name="connsiteY123" fmla="*/ 1986323 h 2237474"/>
              <a:gd name="connsiteX124" fmla="*/ 2748661 w 12192000"/>
              <a:gd name="connsiteY124" fmla="*/ 1986122 h 2237474"/>
              <a:gd name="connsiteX125" fmla="*/ 2740251 w 12192000"/>
              <a:gd name="connsiteY125" fmla="*/ 1986946 h 2237474"/>
              <a:gd name="connsiteX126" fmla="*/ 2718916 w 12192000"/>
              <a:gd name="connsiteY126" fmla="*/ 1990867 h 2237474"/>
              <a:gd name="connsiteX127" fmla="*/ 2713522 w 12192000"/>
              <a:gd name="connsiteY127" fmla="*/ 1990173 h 2237474"/>
              <a:gd name="connsiteX128" fmla="*/ 2680597 w 12192000"/>
              <a:gd name="connsiteY128" fmla="*/ 1984996 h 2237474"/>
              <a:gd name="connsiteX129" fmla="*/ 2578178 w 12192000"/>
              <a:gd name="connsiteY129" fmla="*/ 1990531 h 2237474"/>
              <a:gd name="connsiteX130" fmla="*/ 2476147 w 12192000"/>
              <a:gd name="connsiteY130" fmla="*/ 1998305 h 2237474"/>
              <a:gd name="connsiteX131" fmla="*/ 2373568 w 12192000"/>
              <a:gd name="connsiteY131" fmla="*/ 2003219 h 2237474"/>
              <a:gd name="connsiteX132" fmla="*/ 2321399 w 12192000"/>
              <a:gd name="connsiteY132" fmla="*/ 1989467 h 2237474"/>
              <a:gd name="connsiteX133" fmla="*/ 2315525 w 12192000"/>
              <a:gd name="connsiteY133" fmla="*/ 1989708 h 2237474"/>
              <a:gd name="connsiteX134" fmla="*/ 2300792 w 12192000"/>
              <a:gd name="connsiteY134" fmla="*/ 1994290 h 2237474"/>
              <a:gd name="connsiteX135" fmla="*/ 2295469 w 12192000"/>
              <a:gd name="connsiteY135" fmla="*/ 1996659 h 2237474"/>
              <a:gd name="connsiteX136" fmla="*/ 2287219 w 12192000"/>
              <a:gd name="connsiteY136" fmla="*/ 1998750 h 2237474"/>
              <a:gd name="connsiteX137" fmla="*/ 2286948 w 12192000"/>
              <a:gd name="connsiteY137" fmla="*/ 1998596 h 2237474"/>
              <a:gd name="connsiteX138" fmla="*/ 2243069 w 12192000"/>
              <a:gd name="connsiteY138" fmla="*/ 2015111 h 2237474"/>
              <a:gd name="connsiteX139" fmla="*/ 2186609 w 12192000"/>
              <a:gd name="connsiteY139" fmla="*/ 2008263 h 2237474"/>
              <a:gd name="connsiteX140" fmla="*/ 2164831 w 12192000"/>
              <a:gd name="connsiteY140" fmla="*/ 2010143 h 2237474"/>
              <a:gd name="connsiteX141" fmla="*/ 2152836 w 12192000"/>
              <a:gd name="connsiteY141" fmla="*/ 2010048 h 2237474"/>
              <a:gd name="connsiteX142" fmla="*/ 2117102 w 12192000"/>
              <a:gd name="connsiteY142" fmla="*/ 2023004 h 2237474"/>
              <a:gd name="connsiteX143" fmla="*/ 2111935 w 12192000"/>
              <a:gd name="connsiteY143" fmla="*/ 2023163 h 2237474"/>
              <a:gd name="connsiteX144" fmla="*/ 2089991 w 12192000"/>
              <a:gd name="connsiteY144" fmla="*/ 2034193 h 2237474"/>
              <a:gd name="connsiteX145" fmla="*/ 2058061 w 12192000"/>
              <a:gd name="connsiteY145" fmla="*/ 2047942 h 2237474"/>
              <a:gd name="connsiteX146" fmla="*/ 2055737 w 12192000"/>
              <a:gd name="connsiteY146" fmla="*/ 2047704 h 2237474"/>
              <a:gd name="connsiteX147" fmla="*/ 2042244 w 12192000"/>
              <a:gd name="connsiteY147" fmla="*/ 2055560 h 2237474"/>
              <a:gd name="connsiteX148" fmla="*/ 1976224 w 12192000"/>
              <a:gd name="connsiteY148" fmla="*/ 2074257 h 2237474"/>
              <a:gd name="connsiteX149" fmla="*/ 1877728 w 12192000"/>
              <a:gd name="connsiteY149" fmla="*/ 2101004 h 2237474"/>
              <a:gd name="connsiteX150" fmla="*/ 1759056 w 12192000"/>
              <a:gd name="connsiteY150" fmla="*/ 2125608 h 2237474"/>
              <a:gd name="connsiteX151" fmla="*/ 1637948 w 12192000"/>
              <a:gd name="connsiteY151" fmla="*/ 2172597 h 2237474"/>
              <a:gd name="connsiteX152" fmla="*/ 1434549 w 12192000"/>
              <a:gd name="connsiteY152" fmla="*/ 2234522 h 2237474"/>
              <a:gd name="connsiteX153" fmla="*/ 1398481 w 12192000"/>
              <a:gd name="connsiteY153" fmla="*/ 2237074 h 2237474"/>
              <a:gd name="connsiteX154" fmla="*/ 1398407 w 12192000"/>
              <a:gd name="connsiteY154" fmla="*/ 2237095 h 2237474"/>
              <a:gd name="connsiteX155" fmla="*/ 1370962 w 12192000"/>
              <a:gd name="connsiteY155" fmla="*/ 2237474 h 2237474"/>
              <a:gd name="connsiteX156" fmla="*/ 1356367 w 12192000"/>
              <a:gd name="connsiteY156" fmla="*/ 2235089 h 2237474"/>
              <a:gd name="connsiteX157" fmla="*/ 1324828 w 12192000"/>
              <a:gd name="connsiteY157" fmla="*/ 2231968 h 2237474"/>
              <a:gd name="connsiteX158" fmla="*/ 1297744 w 12192000"/>
              <a:gd name="connsiteY158" fmla="*/ 2235849 h 2237474"/>
              <a:gd name="connsiteX159" fmla="*/ 1286236 w 12192000"/>
              <a:gd name="connsiteY159" fmla="*/ 2233135 h 2237474"/>
              <a:gd name="connsiteX160" fmla="*/ 1283504 w 12192000"/>
              <a:gd name="connsiteY160" fmla="*/ 2233797 h 2237474"/>
              <a:gd name="connsiteX161" fmla="*/ 1279765 w 12192000"/>
              <a:gd name="connsiteY161" fmla="*/ 2229639 h 2237474"/>
              <a:gd name="connsiteX162" fmla="*/ 1195347 w 12192000"/>
              <a:gd name="connsiteY162" fmla="*/ 2212354 h 2237474"/>
              <a:gd name="connsiteX163" fmla="*/ 970251 w 12192000"/>
              <a:gd name="connsiteY163" fmla="*/ 2221029 h 2237474"/>
              <a:gd name="connsiteX164" fmla="*/ 812914 w 12192000"/>
              <a:gd name="connsiteY164" fmla="*/ 2202752 h 2237474"/>
              <a:gd name="connsiteX165" fmla="*/ 800195 w 12192000"/>
              <a:gd name="connsiteY165" fmla="*/ 2209407 h 2237474"/>
              <a:gd name="connsiteX166" fmla="*/ 784978 w 12192000"/>
              <a:gd name="connsiteY166" fmla="*/ 2212360 h 2237474"/>
              <a:gd name="connsiteX167" fmla="*/ 681987 w 12192000"/>
              <a:gd name="connsiteY167" fmla="*/ 2216757 h 2237474"/>
              <a:gd name="connsiteX168" fmla="*/ 669923 w 12192000"/>
              <a:gd name="connsiteY168" fmla="*/ 2211682 h 2237474"/>
              <a:gd name="connsiteX169" fmla="*/ 648680 w 12192000"/>
              <a:gd name="connsiteY169" fmla="*/ 2206229 h 2237474"/>
              <a:gd name="connsiteX170" fmla="*/ 597225 w 12192000"/>
              <a:gd name="connsiteY170" fmla="*/ 2180999 h 2237474"/>
              <a:gd name="connsiteX171" fmla="*/ 558449 w 12192000"/>
              <a:gd name="connsiteY171" fmla="*/ 2182346 h 2237474"/>
              <a:gd name="connsiteX172" fmla="*/ 550517 w 12192000"/>
              <a:gd name="connsiteY172" fmla="*/ 2182060 h 2237474"/>
              <a:gd name="connsiteX173" fmla="*/ 550309 w 12192000"/>
              <a:gd name="connsiteY173" fmla="*/ 2181825 h 2237474"/>
              <a:gd name="connsiteX174" fmla="*/ 541836 w 12192000"/>
              <a:gd name="connsiteY174" fmla="*/ 2181063 h 2237474"/>
              <a:gd name="connsiteX175" fmla="*/ 536057 w 12192000"/>
              <a:gd name="connsiteY175" fmla="*/ 2181537 h 2237474"/>
              <a:gd name="connsiteX176" fmla="*/ 520671 w 12192000"/>
              <a:gd name="connsiteY176" fmla="*/ 2180980 h 2237474"/>
              <a:gd name="connsiteX177" fmla="*/ 515024 w 12192000"/>
              <a:gd name="connsiteY177" fmla="*/ 2179258 h 2237474"/>
              <a:gd name="connsiteX178" fmla="*/ 512278 w 12192000"/>
              <a:gd name="connsiteY178" fmla="*/ 2176369 h 2237474"/>
              <a:gd name="connsiteX179" fmla="*/ 480419 w 12192000"/>
              <a:gd name="connsiteY179" fmla="*/ 2167807 h 2237474"/>
              <a:gd name="connsiteX180" fmla="*/ 413835 w 12192000"/>
              <a:gd name="connsiteY180" fmla="*/ 2156783 h 2237474"/>
              <a:gd name="connsiteX181" fmla="*/ 376513 w 12192000"/>
              <a:gd name="connsiteY181" fmla="*/ 2154014 h 2237474"/>
              <a:gd name="connsiteX182" fmla="*/ 273386 w 12192000"/>
              <a:gd name="connsiteY182" fmla="*/ 2142551 h 2237474"/>
              <a:gd name="connsiteX183" fmla="*/ 169207 w 12192000"/>
              <a:gd name="connsiteY183" fmla="*/ 2128100 h 2237474"/>
              <a:gd name="connsiteX184" fmla="*/ 93149 w 12192000"/>
              <a:gd name="connsiteY184" fmla="*/ 2105324 h 2237474"/>
              <a:gd name="connsiteX185" fmla="*/ 88109 w 12192000"/>
              <a:gd name="connsiteY185" fmla="*/ 2106704 h 2237474"/>
              <a:gd name="connsiteX186" fmla="*/ 80022 w 12192000"/>
              <a:gd name="connsiteY186" fmla="*/ 2107254 h 2237474"/>
              <a:gd name="connsiteX187" fmla="*/ 79717 w 12192000"/>
              <a:gd name="connsiteY187" fmla="*/ 2107046 h 2237474"/>
              <a:gd name="connsiteX188" fmla="*/ 72352 w 12192000"/>
              <a:gd name="connsiteY188" fmla="*/ 2107991 h 2237474"/>
              <a:gd name="connsiteX189" fmla="*/ 37645 w 12192000"/>
              <a:gd name="connsiteY189" fmla="*/ 2115401 h 2237474"/>
              <a:gd name="connsiteX190" fmla="*/ 4572 w 12192000"/>
              <a:gd name="connsiteY190" fmla="*/ 2111091 h 2237474"/>
              <a:gd name="connsiteX191" fmla="*/ 0 w 12192000"/>
              <a:gd name="connsiteY191" fmla="*/ 2110468 h 2237474"/>
              <a:gd name="connsiteX192" fmla="*/ 0 w 12192000"/>
              <a:gd name="connsiteY19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44189 w 12192000"/>
              <a:gd name="connsiteY24" fmla="*/ 938966 h 2237474"/>
              <a:gd name="connsiteX25" fmla="*/ 9500499 w 12192000"/>
              <a:gd name="connsiteY25" fmla="*/ 954680 h 2237474"/>
              <a:gd name="connsiteX26" fmla="*/ 9428195 w 12192000"/>
              <a:gd name="connsiteY26" fmla="*/ 986225 h 2237474"/>
              <a:gd name="connsiteX27" fmla="*/ 9410017 w 12192000"/>
              <a:gd name="connsiteY27" fmla="*/ 993931 h 2237474"/>
              <a:gd name="connsiteX28" fmla="*/ 9392919 w 12192000"/>
              <a:gd name="connsiteY28" fmla="*/ 994656 h 2237474"/>
              <a:gd name="connsiteX29" fmla="*/ 9278619 w 12192000"/>
              <a:gd name="connsiteY29" fmla="*/ 1011878 h 2237474"/>
              <a:gd name="connsiteX30" fmla="*/ 9268019 w 12192000"/>
              <a:gd name="connsiteY30" fmla="*/ 1007442 h 2237474"/>
              <a:gd name="connsiteX31" fmla="*/ 9234662 w 12192000"/>
              <a:gd name="connsiteY31" fmla="*/ 1023056 h 2237474"/>
              <a:gd name="connsiteX32" fmla="*/ 9181033 w 12192000"/>
              <a:gd name="connsiteY32" fmla="*/ 1037921 h 2237474"/>
              <a:gd name="connsiteX33" fmla="*/ 9155969 w 12192000"/>
              <a:gd name="connsiteY33" fmla="*/ 1046804 h 2237474"/>
              <a:gd name="connsiteX34" fmla="*/ 9133985 w 12192000"/>
              <a:gd name="connsiteY34" fmla="*/ 1046450 h 2237474"/>
              <a:gd name="connsiteX35" fmla="*/ 9003462 w 12192000"/>
              <a:gd name="connsiteY35" fmla="*/ 1042406 h 2237474"/>
              <a:gd name="connsiteX36" fmla="*/ 8968445 w 12192000"/>
              <a:gd name="connsiteY36" fmla="*/ 1052169 h 2237474"/>
              <a:gd name="connsiteX37" fmla="*/ 8886001 w 12192000"/>
              <a:gd name="connsiteY37" fmla="*/ 1067468 h 2237474"/>
              <a:gd name="connsiteX38" fmla="*/ 8838610 w 12192000"/>
              <a:gd name="connsiteY38" fmla="*/ 1075091 h 2237474"/>
              <a:gd name="connsiteX39" fmla="*/ 8750383 w 12192000"/>
              <a:gd name="connsiteY39" fmla="*/ 1097387 h 2237474"/>
              <a:gd name="connsiteX40" fmla="*/ 8665605 w 12192000"/>
              <a:gd name="connsiteY40" fmla="*/ 1110791 h 2237474"/>
              <a:gd name="connsiteX41" fmla="*/ 8584946 w 12192000"/>
              <a:gd name="connsiteY41" fmla="*/ 1135226 h 2237474"/>
              <a:gd name="connsiteX42" fmla="*/ 8460755 w 12192000"/>
              <a:gd name="connsiteY42" fmla="*/ 1203427 h 2237474"/>
              <a:gd name="connsiteX43" fmla="*/ 8419755 w 12192000"/>
              <a:gd name="connsiteY43" fmla="*/ 1216260 h 2237474"/>
              <a:gd name="connsiteX44" fmla="*/ 8411626 w 12192000"/>
              <a:gd name="connsiteY44" fmla="*/ 1214397 h 2237474"/>
              <a:gd name="connsiteX45" fmla="*/ 8363469 w 12192000"/>
              <a:gd name="connsiteY45" fmla="*/ 1246658 h 2237474"/>
              <a:gd name="connsiteX46" fmla="*/ 8275497 w 12192000"/>
              <a:gd name="connsiteY46" fmla="*/ 1264396 h 2237474"/>
              <a:gd name="connsiteX47" fmla="*/ 8206287 w 12192000"/>
              <a:gd name="connsiteY47" fmla="*/ 1273060 h 2237474"/>
              <a:gd name="connsiteX48" fmla="*/ 8139997 w 12192000"/>
              <a:gd name="connsiteY48" fmla="*/ 1282713 h 2237474"/>
              <a:gd name="connsiteX49" fmla="*/ 8074238 w 12192000"/>
              <a:gd name="connsiteY49" fmla="*/ 1301895 h 2237474"/>
              <a:gd name="connsiteX50" fmla="*/ 7942099 w 12192000"/>
              <a:gd name="connsiteY50" fmla="*/ 1336332 h 2237474"/>
              <a:gd name="connsiteX51" fmla="*/ 7902328 w 12192000"/>
              <a:gd name="connsiteY51" fmla="*/ 1345865 h 2237474"/>
              <a:gd name="connsiteX52" fmla="*/ 7840612 w 12192000"/>
              <a:gd name="connsiteY52" fmla="*/ 1369373 h 2237474"/>
              <a:gd name="connsiteX53" fmla="*/ 7786819 w 12192000"/>
              <a:gd name="connsiteY53" fmla="*/ 1378970 h 2237474"/>
              <a:gd name="connsiteX54" fmla="*/ 7548172 w 12192000"/>
              <a:gd name="connsiteY54" fmla="*/ 1417460 h 2237474"/>
              <a:gd name="connsiteX55" fmla="*/ 7483437 w 12192000"/>
              <a:gd name="connsiteY55" fmla="*/ 1478152 h 2237474"/>
              <a:gd name="connsiteX56" fmla="*/ 7377870 w 12192000"/>
              <a:gd name="connsiteY56" fmla="*/ 1523319 h 2237474"/>
              <a:gd name="connsiteX57" fmla="*/ 7230737 w 12192000"/>
              <a:gd name="connsiteY57" fmla="*/ 1562633 h 2237474"/>
              <a:gd name="connsiteX58" fmla="*/ 7224458 w 12192000"/>
              <a:gd name="connsiteY58" fmla="*/ 1573008 h 2237474"/>
              <a:gd name="connsiteX59" fmla="*/ 7183121 w 12192000"/>
              <a:gd name="connsiteY59" fmla="*/ 1595162 h 2237474"/>
              <a:gd name="connsiteX60" fmla="*/ 7164601 w 12192000"/>
              <a:gd name="connsiteY60" fmla="*/ 1606490 h 2237474"/>
              <a:gd name="connsiteX61" fmla="*/ 7031309 w 12192000"/>
              <a:gd name="connsiteY61" fmla="*/ 1619451 h 2237474"/>
              <a:gd name="connsiteX62" fmla="*/ 6900177 w 12192000"/>
              <a:gd name="connsiteY62" fmla="*/ 1636016 h 2237474"/>
              <a:gd name="connsiteX63" fmla="*/ 6795372 w 12192000"/>
              <a:gd name="connsiteY63" fmla="*/ 1644845 h 2237474"/>
              <a:gd name="connsiteX64" fmla="*/ 6692251 w 12192000"/>
              <a:gd name="connsiteY64" fmla="*/ 1656357 h 2237474"/>
              <a:gd name="connsiteX65" fmla="*/ 6655235 w 12192000"/>
              <a:gd name="connsiteY65" fmla="*/ 1661869 h 2237474"/>
              <a:gd name="connsiteX66" fmla="*/ 6554894 w 12192000"/>
              <a:gd name="connsiteY66" fmla="*/ 1664428 h 2237474"/>
              <a:gd name="connsiteX67" fmla="*/ 6516595 w 12192000"/>
              <a:gd name="connsiteY67" fmla="*/ 1667475 h 2237474"/>
              <a:gd name="connsiteX68" fmla="*/ 6508541 w 12192000"/>
              <a:gd name="connsiteY68" fmla="*/ 1668757 h 2237474"/>
              <a:gd name="connsiteX69" fmla="*/ 6471012 w 12192000"/>
              <a:gd name="connsiteY69" fmla="*/ 1678604 h 2237474"/>
              <a:gd name="connsiteX70" fmla="*/ 6364035 w 12192000"/>
              <a:gd name="connsiteY70" fmla="*/ 1667683 h 2237474"/>
              <a:gd name="connsiteX71" fmla="*/ 6280959 w 12192000"/>
              <a:gd name="connsiteY71" fmla="*/ 1689329 h 2237474"/>
              <a:gd name="connsiteX72" fmla="*/ 6243319 w 12192000"/>
              <a:gd name="connsiteY72" fmla="*/ 1695560 h 2237474"/>
              <a:gd name="connsiteX73" fmla="*/ 6098321 w 12192000"/>
              <a:gd name="connsiteY73" fmla="*/ 1721646 h 2237474"/>
              <a:gd name="connsiteX74" fmla="*/ 5880652 w 12192000"/>
              <a:gd name="connsiteY74" fmla="*/ 1779643 h 2237474"/>
              <a:gd name="connsiteX75" fmla="*/ 5785959 w 12192000"/>
              <a:gd name="connsiteY75" fmla="*/ 1775307 h 2237474"/>
              <a:gd name="connsiteX76" fmla="*/ 5643534 w 12192000"/>
              <a:gd name="connsiteY76" fmla="*/ 1802919 h 2237474"/>
              <a:gd name="connsiteX77" fmla="*/ 5518799 w 12192000"/>
              <a:gd name="connsiteY77" fmla="*/ 1818312 h 2237474"/>
              <a:gd name="connsiteX78" fmla="*/ 5505014 w 12192000"/>
              <a:gd name="connsiteY78" fmla="*/ 1819259 h 2237474"/>
              <a:gd name="connsiteX79" fmla="*/ 5453307 w 12192000"/>
              <a:gd name="connsiteY79" fmla="*/ 1815450 h 2237474"/>
              <a:gd name="connsiteX80" fmla="*/ 5221533 w 12192000"/>
              <a:gd name="connsiteY80" fmla="*/ 1846950 h 2237474"/>
              <a:gd name="connsiteX81" fmla="*/ 5149802 w 12192000"/>
              <a:gd name="connsiteY81" fmla="*/ 1844846 h 2237474"/>
              <a:gd name="connsiteX82" fmla="*/ 5114927 w 12192000"/>
              <a:gd name="connsiteY82" fmla="*/ 1847827 h 2237474"/>
              <a:gd name="connsiteX83" fmla="*/ 5108970 w 12192000"/>
              <a:gd name="connsiteY83" fmla="*/ 1847935 h 2237474"/>
              <a:gd name="connsiteX84" fmla="*/ 5067961 w 12192000"/>
              <a:gd name="connsiteY84" fmla="*/ 1845917 h 2237474"/>
              <a:gd name="connsiteX85" fmla="*/ 5007075 w 12192000"/>
              <a:gd name="connsiteY85" fmla="*/ 1838626 h 2237474"/>
              <a:gd name="connsiteX86" fmla="*/ 4944087 w 12192000"/>
              <a:gd name="connsiteY86" fmla="*/ 1823332 h 2237474"/>
              <a:gd name="connsiteX87" fmla="*/ 4907662 w 12192000"/>
              <a:gd name="connsiteY87" fmla="*/ 1816900 h 2237474"/>
              <a:gd name="connsiteX88" fmla="*/ 4882386 w 12192000"/>
              <a:gd name="connsiteY88" fmla="*/ 1809844 h 2237474"/>
              <a:gd name="connsiteX89" fmla="*/ 4811440 w 12192000"/>
              <a:gd name="connsiteY89" fmla="*/ 1804655 h 2237474"/>
              <a:gd name="connsiteX90" fmla="*/ 4691075 w 12192000"/>
              <a:gd name="connsiteY90" fmla="*/ 1801389 h 2237474"/>
              <a:gd name="connsiteX91" fmla="*/ 4611738 w 12192000"/>
              <a:gd name="connsiteY91" fmla="*/ 1776964 h 2237474"/>
              <a:gd name="connsiteX92" fmla="*/ 4560070 w 12192000"/>
              <a:gd name="connsiteY92" fmla="*/ 1785640 h 2237474"/>
              <a:gd name="connsiteX93" fmla="*/ 4536503 w 12192000"/>
              <a:gd name="connsiteY93" fmla="*/ 1785334 h 2237474"/>
              <a:gd name="connsiteX94" fmla="*/ 4513724 w 12192000"/>
              <a:gd name="connsiteY94" fmla="*/ 1791996 h 2237474"/>
              <a:gd name="connsiteX95" fmla="*/ 4459810 w 12192000"/>
              <a:gd name="connsiteY95" fmla="*/ 1797886 h 2237474"/>
              <a:gd name="connsiteX96" fmla="*/ 4379064 w 12192000"/>
              <a:gd name="connsiteY96" fmla="*/ 1817177 h 2237474"/>
              <a:gd name="connsiteX97" fmla="*/ 4290981 w 12192000"/>
              <a:gd name="connsiteY97" fmla="*/ 1839677 h 2237474"/>
              <a:gd name="connsiteX98" fmla="*/ 4238372 w 12192000"/>
              <a:gd name="connsiteY98" fmla="*/ 1851480 h 2237474"/>
              <a:gd name="connsiteX99" fmla="*/ 4232517 w 12192000"/>
              <a:gd name="connsiteY99" fmla="*/ 1852567 h 2237474"/>
              <a:gd name="connsiteX100" fmla="*/ 4191732 w 12192000"/>
              <a:gd name="connsiteY100" fmla="*/ 1857328 h 2237474"/>
              <a:gd name="connsiteX101" fmla="*/ 4065532 w 12192000"/>
              <a:gd name="connsiteY101" fmla="*/ 1855477 h 2237474"/>
              <a:gd name="connsiteX102" fmla="*/ 4028460 w 12192000"/>
              <a:gd name="connsiteY102" fmla="*/ 1855137 h 2237474"/>
              <a:gd name="connsiteX103" fmla="*/ 4002267 w 12192000"/>
              <a:gd name="connsiteY103" fmla="*/ 1852352 h 2237474"/>
              <a:gd name="connsiteX104" fmla="*/ 3931396 w 12192000"/>
              <a:gd name="connsiteY104" fmla="*/ 1858915 h 2237474"/>
              <a:gd name="connsiteX105" fmla="*/ 3812162 w 12192000"/>
              <a:gd name="connsiteY105" fmla="*/ 1875501 h 2237474"/>
              <a:gd name="connsiteX106" fmla="*/ 3729530 w 12192000"/>
              <a:gd name="connsiteY106" fmla="*/ 1864513 h 2237474"/>
              <a:gd name="connsiteX107" fmla="*/ 3680177 w 12192000"/>
              <a:gd name="connsiteY107" fmla="*/ 1881552 h 2237474"/>
              <a:gd name="connsiteX108" fmla="*/ 3567259 w 12192000"/>
              <a:gd name="connsiteY108" fmla="*/ 1893482 h 2237474"/>
              <a:gd name="connsiteX109" fmla="*/ 3405770 w 12192000"/>
              <a:gd name="connsiteY109" fmla="*/ 1904591 h 2237474"/>
              <a:gd name="connsiteX110" fmla="*/ 3280097 w 12192000"/>
              <a:gd name="connsiteY110" fmla="*/ 1919610 h 2237474"/>
              <a:gd name="connsiteX111" fmla="*/ 3123424 w 12192000"/>
              <a:gd name="connsiteY111" fmla="*/ 1952930 h 2237474"/>
              <a:gd name="connsiteX112" fmla="*/ 3009910 w 12192000"/>
              <a:gd name="connsiteY112" fmla="*/ 1957866 h 2237474"/>
              <a:gd name="connsiteX113" fmla="*/ 2995934 w 12192000"/>
              <a:gd name="connsiteY113" fmla="*/ 1967085 h 2237474"/>
              <a:gd name="connsiteX114" fmla="*/ 2980071 w 12192000"/>
              <a:gd name="connsiteY114" fmla="*/ 1972988 h 2237474"/>
              <a:gd name="connsiteX115" fmla="*/ 2978094 w 12192000"/>
              <a:gd name="connsiteY115" fmla="*/ 1972369 h 2237474"/>
              <a:gd name="connsiteX116" fmla="*/ 2942858 w 12192000"/>
              <a:gd name="connsiteY116" fmla="*/ 1981367 h 2237474"/>
              <a:gd name="connsiteX117" fmla="*/ 2875436 w 12192000"/>
              <a:gd name="connsiteY117" fmla="*/ 1996977 h 2237474"/>
              <a:gd name="connsiteX118" fmla="*/ 2874892 w 12192000"/>
              <a:gd name="connsiteY118" fmla="*/ 1996085 h 2237474"/>
              <a:gd name="connsiteX119" fmla="*/ 2864145 w 12192000"/>
              <a:gd name="connsiteY119" fmla="*/ 1994061 h 2237474"/>
              <a:gd name="connsiteX120" fmla="*/ 2843662 w 12192000"/>
              <a:gd name="connsiteY120" fmla="*/ 1992498 h 2237474"/>
              <a:gd name="connsiteX121" fmla="*/ 2796128 w 12192000"/>
              <a:gd name="connsiteY121" fmla="*/ 1976403 h 2237474"/>
              <a:gd name="connsiteX122" fmla="*/ 2756784 w 12192000"/>
              <a:gd name="connsiteY122" fmla="*/ 1985116 h 2237474"/>
              <a:gd name="connsiteX123" fmla="*/ 2748833 w 12192000"/>
              <a:gd name="connsiteY123" fmla="*/ 1986323 h 2237474"/>
              <a:gd name="connsiteX124" fmla="*/ 2748661 w 12192000"/>
              <a:gd name="connsiteY124" fmla="*/ 1986122 h 2237474"/>
              <a:gd name="connsiteX125" fmla="*/ 2740251 w 12192000"/>
              <a:gd name="connsiteY125" fmla="*/ 1986946 h 2237474"/>
              <a:gd name="connsiteX126" fmla="*/ 2718916 w 12192000"/>
              <a:gd name="connsiteY126" fmla="*/ 1990867 h 2237474"/>
              <a:gd name="connsiteX127" fmla="*/ 2713522 w 12192000"/>
              <a:gd name="connsiteY127" fmla="*/ 1990173 h 2237474"/>
              <a:gd name="connsiteX128" fmla="*/ 2680597 w 12192000"/>
              <a:gd name="connsiteY128" fmla="*/ 1984996 h 2237474"/>
              <a:gd name="connsiteX129" fmla="*/ 2578178 w 12192000"/>
              <a:gd name="connsiteY129" fmla="*/ 1990531 h 2237474"/>
              <a:gd name="connsiteX130" fmla="*/ 2476147 w 12192000"/>
              <a:gd name="connsiteY130" fmla="*/ 1998305 h 2237474"/>
              <a:gd name="connsiteX131" fmla="*/ 2373568 w 12192000"/>
              <a:gd name="connsiteY131" fmla="*/ 2003219 h 2237474"/>
              <a:gd name="connsiteX132" fmla="*/ 2321399 w 12192000"/>
              <a:gd name="connsiteY132" fmla="*/ 1989467 h 2237474"/>
              <a:gd name="connsiteX133" fmla="*/ 2315525 w 12192000"/>
              <a:gd name="connsiteY133" fmla="*/ 1989708 h 2237474"/>
              <a:gd name="connsiteX134" fmla="*/ 2300792 w 12192000"/>
              <a:gd name="connsiteY134" fmla="*/ 1994290 h 2237474"/>
              <a:gd name="connsiteX135" fmla="*/ 2295469 w 12192000"/>
              <a:gd name="connsiteY135" fmla="*/ 1996659 h 2237474"/>
              <a:gd name="connsiteX136" fmla="*/ 2287219 w 12192000"/>
              <a:gd name="connsiteY136" fmla="*/ 1998750 h 2237474"/>
              <a:gd name="connsiteX137" fmla="*/ 2286948 w 12192000"/>
              <a:gd name="connsiteY137" fmla="*/ 1998596 h 2237474"/>
              <a:gd name="connsiteX138" fmla="*/ 2243069 w 12192000"/>
              <a:gd name="connsiteY138" fmla="*/ 2015111 h 2237474"/>
              <a:gd name="connsiteX139" fmla="*/ 2186609 w 12192000"/>
              <a:gd name="connsiteY139" fmla="*/ 2008263 h 2237474"/>
              <a:gd name="connsiteX140" fmla="*/ 2164831 w 12192000"/>
              <a:gd name="connsiteY140" fmla="*/ 2010143 h 2237474"/>
              <a:gd name="connsiteX141" fmla="*/ 2152836 w 12192000"/>
              <a:gd name="connsiteY141" fmla="*/ 2010048 h 2237474"/>
              <a:gd name="connsiteX142" fmla="*/ 2117102 w 12192000"/>
              <a:gd name="connsiteY142" fmla="*/ 2023004 h 2237474"/>
              <a:gd name="connsiteX143" fmla="*/ 2111935 w 12192000"/>
              <a:gd name="connsiteY143" fmla="*/ 2023163 h 2237474"/>
              <a:gd name="connsiteX144" fmla="*/ 2089991 w 12192000"/>
              <a:gd name="connsiteY144" fmla="*/ 2034193 h 2237474"/>
              <a:gd name="connsiteX145" fmla="*/ 2058061 w 12192000"/>
              <a:gd name="connsiteY145" fmla="*/ 2047942 h 2237474"/>
              <a:gd name="connsiteX146" fmla="*/ 2055737 w 12192000"/>
              <a:gd name="connsiteY146" fmla="*/ 2047704 h 2237474"/>
              <a:gd name="connsiteX147" fmla="*/ 2042244 w 12192000"/>
              <a:gd name="connsiteY147" fmla="*/ 2055560 h 2237474"/>
              <a:gd name="connsiteX148" fmla="*/ 1976224 w 12192000"/>
              <a:gd name="connsiteY148" fmla="*/ 2074257 h 2237474"/>
              <a:gd name="connsiteX149" fmla="*/ 1877728 w 12192000"/>
              <a:gd name="connsiteY149" fmla="*/ 2101004 h 2237474"/>
              <a:gd name="connsiteX150" fmla="*/ 1759056 w 12192000"/>
              <a:gd name="connsiteY150" fmla="*/ 2125608 h 2237474"/>
              <a:gd name="connsiteX151" fmla="*/ 1637948 w 12192000"/>
              <a:gd name="connsiteY151" fmla="*/ 2172597 h 2237474"/>
              <a:gd name="connsiteX152" fmla="*/ 1434549 w 12192000"/>
              <a:gd name="connsiteY152" fmla="*/ 2234522 h 2237474"/>
              <a:gd name="connsiteX153" fmla="*/ 1398481 w 12192000"/>
              <a:gd name="connsiteY153" fmla="*/ 2237074 h 2237474"/>
              <a:gd name="connsiteX154" fmla="*/ 1398407 w 12192000"/>
              <a:gd name="connsiteY154" fmla="*/ 2237095 h 2237474"/>
              <a:gd name="connsiteX155" fmla="*/ 1370962 w 12192000"/>
              <a:gd name="connsiteY155" fmla="*/ 2237474 h 2237474"/>
              <a:gd name="connsiteX156" fmla="*/ 1356367 w 12192000"/>
              <a:gd name="connsiteY156" fmla="*/ 2235089 h 2237474"/>
              <a:gd name="connsiteX157" fmla="*/ 1324828 w 12192000"/>
              <a:gd name="connsiteY157" fmla="*/ 2231968 h 2237474"/>
              <a:gd name="connsiteX158" fmla="*/ 1297744 w 12192000"/>
              <a:gd name="connsiteY158" fmla="*/ 2235849 h 2237474"/>
              <a:gd name="connsiteX159" fmla="*/ 1286236 w 12192000"/>
              <a:gd name="connsiteY159" fmla="*/ 2233135 h 2237474"/>
              <a:gd name="connsiteX160" fmla="*/ 1283504 w 12192000"/>
              <a:gd name="connsiteY160" fmla="*/ 2233797 h 2237474"/>
              <a:gd name="connsiteX161" fmla="*/ 1279765 w 12192000"/>
              <a:gd name="connsiteY161" fmla="*/ 2229639 h 2237474"/>
              <a:gd name="connsiteX162" fmla="*/ 1195347 w 12192000"/>
              <a:gd name="connsiteY162" fmla="*/ 2212354 h 2237474"/>
              <a:gd name="connsiteX163" fmla="*/ 970251 w 12192000"/>
              <a:gd name="connsiteY163" fmla="*/ 2221029 h 2237474"/>
              <a:gd name="connsiteX164" fmla="*/ 812914 w 12192000"/>
              <a:gd name="connsiteY164" fmla="*/ 2202752 h 2237474"/>
              <a:gd name="connsiteX165" fmla="*/ 800195 w 12192000"/>
              <a:gd name="connsiteY165" fmla="*/ 2209407 h 2237474"/>
              <a:gd name="connsiteX166" fmla="*/ 784978 w 12192000"/>
              <a:gd name="connsiteY166" fmla="*/ 2212360 h 2237474"/>
              <a:gd name="connsiteX167" fmla="*/ 681987 w 12192000"/>
              <a:gd name="connsiteY167" fmla="*/ 2216757 h 2237474"/>
              <a:gd name="connsiteX168" fmla="*/ 669923 w 12192000"/>
              <a:gd name="connsiteY168" fmla="*/ 2211682 h 2237474"/>
              <a:gd name="connsiteX169" fmla="*/ 648680 w 12192000"/>
              <a:gd name="connsiteY169" fmla="*/ 2206229 h 2237474"/>
              <a:gd name="connsiteX170" fmla="*/ 597225 w 12192000"/>
              <a:gd name="connsiteY170" fmla="*/ 2180999 h 2237474"/>
              <a:gd name="connsiteX171" fmla="*/ 558449 w 12192000"/>
              <a:gd name="connsiteY171" fmla="*/ 2182346 h 2237474"/>
              <a:gd name="connsiteX172" fmla="*/ 550517 w 12192000"/>
              <a:gd name="connsiteY172" fmla="*/ 2182060 h 2237474"/>
              <a:gd name="connsiteX173" fmla="*/ 550309 w 12192000"/>
              <a:gd name="connsiteY173" fmla="*/ 2181825 h 2237474"/>
              <a:gd name="connsiteX174" fmla="*/ 541836 w 12192000"/>
              <a:gd name="connsiteY174" fmla="*/ 2181063 h 2237474"/>
              <a:gd name="connsiteX175" fmla="*/ 536057 w 12192000"/>
              <a:gd name="connsiteY175" fmla="*/ 2181537 h 2237474"/>
              <a:gd name="connsiteX176" fmla="*/ 520671 w 12192000"/>
              <a:gd name="connsiteY176" fmla="*/ 2180980 h 2237474"/>
              <a:gd name="connsiteX177" fmla="*/ 515024 w 12192000"/>
              <a:gd name="connsiteY177" fmla="*/ 2179258 h 2237474"/>
              <a:gd name="connsiteX178" fmla="*/ 512278 w 12192000"/>
              <a:gd name="connsiteY178" fmla="*/ 2176369 h 2237474"/>
              <a:gd name="connsiteX179" fmla="*/ 480419 w 12192000"/>
              <a:gd name="connsiteY179" fmla="*/ 2167807 h 2237474"/>
              <a:gd name="connsiteX180" fmla="*/ 413835 w 12192000"/>
              <a:gd name="connsiteY180" fmla="*/ 2156783 h 2237474"/>
              <a:gd name="connsiteX181" fmla="*/ 376513 w 12192000"/>
              <a:gd name="connsiteY181" fmla="*/ 2154014 h 2237474"/>
              <a:gd name="connsiteX182" fmla="*/ 273386 w 12192000"/>
              <a:gd name="connsiteY182" fmla="*/ 2142551 h 2237474"/>
              <a:gd name="connsiteX183" fmla="*/ 169207 w 12192000"/>
              <a:gd name="connsiteY183" fmla="*/ 2128100 h 2237474"/>
              <a:gd name="connsiteX184" fmla="*/ 93149 w 12192000"/>
              <a:gd name="connsiteY184" fmla="*/ 2105324 h 2237474"/>
              <a:gd name="connsiteX185" fmla="*/ 88109 w 12192000"/>
              <a:gd name="connsiteY185" fmla="*/ 2106704 h 2237474"/>
              <a:gd name="connsiteX186" fmla="*/ 80022 w 12192000"/>
              <a:gd name="connsiteY186" fmla="*/ 2107254 h 2237474"/>
              <a:gd name="connsiteX187" fmla="*/ 79717 w 12192000"/>
              <a:gd name="connsiteY187" fmla="*/ 2107046 h 2237474"/>
              <a:gd name="connsiteX188" fmla="*/ 72352 w 12192000"/>
              <a:gd name="connsiteY188" fmla="*/ 2107991 h 2237474"/>
              <a:gd name="connsiteX189" fmla="*/ 37645 w 12192000"/>
              <a:gd name="connsiteY189" fmla="*/ 2115401 h 2237474"/>
              <a:gd name="connsiteX190" fmla="*/ 4572 w 12192000"/>
              <a:gd name="connsiteY190" fmla="*/ 2111091 h 2237474"/>
              <a:gd name="connsiteX191" fmla="*/ 0 w 12192000"/>
              <a:gd name="connsiteY191" fmla="*/ 2110468 h 2237474"/>
              <a:gd name="connsiteX192" fmla="*/ 0 w 12192000"/>
              <a:gd name="connsiteY19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44189 w 12192000"/>
              <a:gd name="connsiteY24" fmla="*/ 938966 h 2237474"/>
              <a:gd name="connsiteX25" fmla="*/ 9500499 w 12192000"/>
              <a:gd name="connsiteY25" fmla="*/ 954680 h 2237474"/>
              <a:gd name="connsiteX26" fmla="*/ 9428195 w 12192000"/>
              <a:gd name="connsiteY26" fmla="*/ 986225 h 2237474"/>
              <a:gd name="connsiteX27" fmla="*/ 9410017 w 12192000"/>
              <a:gd name="connsiteY27" fmla="*/ 993931 h 2237474"/>
              <a:gd name="connsiteX28" fmla="*/ 9392919 w 12192000"/>
              <a:gd name="connsiteY28" fmla="*/ 994656 h 2237474"/>
              <a:gd name="connsiteX29" fmla="*/ 9278619 w 12192000"/>
              <a:gd name="connsiteY29" fmla="*/ 1011878 h 2237474"/>
              <a:gd name="connsiteX30" fmla="*/ 9268019 w 12192000"/>
              <a:gd name="connsiteY30" fmla="*/ 1007442 h 2237474"/>
              <a:gd name="connsiteX31" fmla="*/ 9234662 w 12192000"/>
              <a:gd name="connsiteY31" fmla="*/ 1023056 h 2237474"/>
              <a:gd name="connsiteX32" fmla="*/ 9181033 w 12192000"/>
              <a:gd name="connsiteY32" fmla="*/ 1037921 h 2237474"/>
              <a:gd name="connsiteX33" fmla="*/ 9155969 w 12192000"/>
              <a:gd name="connsiteY33" fmla="*/ 1046804 h 2237474"/>
              <a:gd name="connsiteX34" fmla="*/ 9133985 w 12192000"/>
              <a:gd name="connsiteY34" fmla="*/ 1046450 h 2237474"/>
              <a:gd name="connsiteX35" fmla="*/ 9003462 w 12192000"/>
              <a:gd name="connsiteY35" fmla="*/ 1042406 h 2237474"/>
              <a:gd name="connsiteX36" fmla="*/ 8968445 w 12192000"/>
              <a:gd name="connsiteY36" fmla="*/ 1052169 h 2237474"/>
              <a:gd name="connsiteX37" fmla="*/ 8886001 w 12192000"/>
              <a:gd name="connsiteY37" fmla="*/ 1067468 h 2237474"/>
              <a:gd name="connsiteX38" fmla="*/ 8838610 w 12192000"/>
              <a:gd name="connsiteY38" fmla="*/ 1075091 h 2237474"/>
              <a:gd name="connsiteX39" fmla="*/ 8750383 w 12192000"/>
              <a:gd name="connsiteY39" fmla="*/ 1097387 h 2237474"/>
              <a:gd name="connsiteX40" fmla="*/ 8665605 w 12192000"/>
              <a:gd name="connsiteY40" fmla="*/ 1110791 h 2237474"/>
              <a:gd name="connsiteX41" fmla="*/ 8584946 w 12192000"/>
              <a:gd name="connsiteY41" fmla="*/ 1135226 h 2237474"/>
              <a:gd name="connsiteX42" fmla="*/ 8460755 w 12192000"/>
              <a:gd name="connsiteY42" fmla="*/ 1203427 h 2237474"/>
              <a:gd name="connsiteX43" fmla="*/ 8419755 w 12192000"/>
              <a:gd name="connsiteY43" fmla="*/ 1216260 h 2237474"/>
              <a:gd name="connsiteX44" fmla="*/ 8411626 w 12192000"/>
              <a:gd name="connsiteY44" fmla="*/ 1214397 h 2237474"/>
              <a:gd name="connsiteX45" fmla="*/ 8363469 w 12192000"/>
              <a:gd name="connsiteY45" fmla="*/ 1246658 h 2237474"/>
              <a:gd name="connsiteX46" fmla="*/ 8275497 w 12192000"/>
              <a:gd name="connsiteY46" fmla="*/ 1264396 h 2237474"/>
              <a:gd name="connsiteX47" fmla="*/ 8206287 w 12192000"/>
              <a:gd name="connsiteY47" fmla="*/ 1273060 h 2237474"/>
              <a:gd name="connsiteX48" fmla="*/ 8139997 w 12192000"/>
              <a:gd name="connsiteY48" fmla="*/ 1282713 h 2237474"/>
              <a:gd name="connsiteX49" fmla="*/ 8074238 w 12192000"/>
              <a:gd name="connsiteY49" fmla="*/ 1301895 h 2237474"/>
              <a:gd name="connsiteX50" fmla="*/ 7942099 w 12192000"/>
              <a:gd name="connsiteY50" fmla="*/ 1336332 h 2237474"/>
              <a:gd name="connsiteX51" fmla="*/ 7902328 w 12192000"/>
              <a:gd name="connsiteY51" fmla="*/ 1345865 h 2237474"/>
              <a:gd name="connsiteX52" fmla="*/ 7840612 w 12192000"/>
              <a:gd name="connsiteY52" fmla="*/ 1369373 h 2237474"/>
              <a:gd name="connsiteX53" fmla="*/ 7786819 w 12192000"/>
              <a:gd name="connsiteY53" fmla="*/ 1378970 h 2237474"/>
              <a:gd name="connsiteX54" fmla="*/ 7548172 w 12192000"/>
              <a:gd name="connsiteY54" fmla="*/ 1417460 h 2237474"/>
              <a:gd name="connsiteX55" fmla="*/ 7483437 w 12192000"/>
              <a:gd name="connsiteY55" fmla="*/ 1478152 h 2237474"/>
              <a:gd name="connsiteX56" fmla="*/ 7377870 w 12192000"/>
              <a:gd name="connsiteY56" fmla="*/ 1523319 h 2237474"/>
              <a:gd name="connsiteX57" fmla="*/ 7230737 w 12192000"/>
              <a:gd name="connsiteY57" fmla="*/ 1562633 h 2237474"/>
              <a:gd name="connsiteX58" fmla="*/ 7224458 w 12192000"/>
              <a:gd name="connsiteY58" fmla="*/ 1573008 h 2237474"/>
              <a:gd name="connsiteX59" fmla="*/ 7183121 w 12192000"/>
              <a:gd name="connsiteY59" fmla="*/ 1595162 h 2237474"/>
              <a:gd name="connsiteX60" fmla="*/ 7164601 w 12192000"/>
              <a:gd name="connsiteY60" fmla="*/ 1606490 h 2237474"/>
              <a:gd name="connsiteX61" fmla="*/ 7031309 w 12192000"/>
              <a:gd name="connsiteY61" fmla="*/ 1619451 h 2237474"/>
              <a:gd name="connsiteX62" fmla="*/ 6900177 w 12192000"/>
              <a:gd name="connsiteY62" fmla="*/ 1636016 h 2237474"/>
              <a:gd name="connsiteX63" fmla="*/ 6795372 w 12192000"/>
              <a:gd name="connsiteY63" fmla="*/ 1644845 h 2237474"/>
              <a:gd name="connsiteX64" fmla="*/ 6692251 w 12192000"/>
              <a:gd name="connsiteY64" fmla="*/ 1656357 h 2237474"/>
              <a:gd name="connsiteX65" fmla="*/ 6655235 w 12192000"/>
              <a:gd name="connsiteY65" fmla="*/ 1661869 h 2237474"/>
              <a:gd name="connsiteX66" fmla="*/ 6554894 w 12192000"/>
              <a:gd name="connsiteY66" fmla="*/ 1664428 h 2237474"/>
              <a:gd name="connsiteX67" fmla="*/ 6516595 w 12192000"/>
              <a:gd name="connsiteY67" fmla="*/ 1667475 h 2237474"/>
              <a:gd name="connsiteX68" fmla="*/ 6508541 w 12192000"/>
              <a:gd name="connsiteY68" fmla="*/ 1668757 h 2237474"/>
              <a:gd name="connsiteX69" fmla="*/ 6471012 w 12192000"/>
              <a:gd name="connsiteY69" fmla="*/ 1678604 h 2237474"/>
              <a:gd name="connsiteX70" fmla="*/ 6364035 w 12192000"/>
              <a:gd name="connsiteY70" fmla="*/ 1667683 h 2237474"/>
              <a:gd name="connsiteX71" fmla="*/ 6280959 w 12192000"/>
              <a:gd name="connsiteY71" fmla="*/ 1689329 h 2237474"/>
              <a:gd name="connsiteX72" fmla="*/ 6243319 w 12192000"/>
              <a:gd name="connsiteY72" fmla="*/ 1695560 h 2237474"/>
              <a:gd name="connsiteX73" fmla="*/ 6098321 w 12192000"/>
              <a:gd name="connsiteY73" fmla="*/ 1721646 h 2237474"/>
              <a:gd name="connsiteX74" fmla="*/ 5880652 w 12192000"/>
              <a:gd name="connsiteY74" fmla="*/ 1779643 h 2237474"/>
              <a:gd name="connsiteX75" fmla="*/ 5785959 w 12192000"/>
              <a:gd name="connsiteY75" fmla="*/ 1775307 h 2237474"/>
              <a:gd name="connsiteX76" fmla="*/ 5643534 w 12192000"/>
              <a:gd name="connsiteY76" fmla="*/ 1802919 h 2237474"/>
              <a:gd name="connsiteX77" fmla="*/ 5518799 w 12192000"/>
              <a:gd name="connsiteY77" fmla="*/ 1818312 h 2237474"/>
              <a:gd name="connsiteX78" fmla="*/ 5505014 w 12192000"/>
              <a:gd name="connsiteY78" fmla="*/ 1819259 h 2237474"/>
              <a:gd name="connsiteX79" fmla="*/ 5453307 w 12192000"/>
              <a:gd name="connsiteY79" fmla="*/ 1815450 h 2237474"/>
              <a:gd name="connsiteX80" fmla="*/ 5221533 w 12192000"/>
              <a:gd name="connsiteY80" fmla="*/ 1846950 h 2237474"/>
              <a:gd name="connsiteX81" fmla="*/ 5149802 w 12192000"/>
              <a:gd name="connsiteY81" fmla="*/ 1844846 h 2237474"/>
              <a:gd name="connsiteX82" fmla="*/ 5114927 w 12192000"/>
              <a:gd name="connsiteY82" fmla="*/ 1847827 h 2237474"/>
              <a:gd name="connsiteX83" fmla="*/ 5108970 w 12192000"/>
              <a:gd name="connsiteY83" fmla="*/ 1847935 h 2237474"/>
              <a:gd name="connsiteX84" fmla="*/ 5067961 w 12192000"/>
              <a:gd name="connsiteY84" fmla="*/ 1845917 h 2237474"/>
              <a:gd name="connsiteX85" fmla="*/ 5007075 w 12192000"/>
              <a:gd name="connsiteY85" fmla="*/ 1838626 h 2237474"/>
              <a:gd name="connsiteX86" fmla="*/ 4944087 w 12192000"/>
              <a:gd name="connsiteY86" fmla="*/ 1823332 h 2237474"/>
              <a:gd name="connsiteX87" fmla="*/ 4907662 w 12192000"/>
              <a:gd name="connsiteY87" fmla="*/ 1816900 h 2237474"/>
              <a:gd name="connsiteX88" fmla="*/ 4882386 w 12192000"/>
              <a:gd name="connsiteY88" fmla="*/ 1809844 h 2237474"/>
              <a:gd name="connsiteX89" fmla="*/ 4811440 w 12192000"/>
              <a:gd name="connsiteY89" fmla="*/ 1804655 h 2237474"/>
              <a:gd name="connsiteX90" fmla="*/ 4691075 w 12192000"/>
              <a:gd name="connsiteY90" fmla="*/ 1801389 h 2237474"/>
              <a:gd name="connsiteX91" fmla="*/ 4611738 w 12192000"/>
              <a:gd name="connsiteY91" fmla="*/ 1776964 h 2237474"/>
              <a:gd name="connsiteX92" fmla="*/ 4560070 w 12192000"/>
              <a:gd name="connsiteY92" fmla="*/ 1785640 h 2237474"/>
              <a:gd name="connsiteX93" fmla="*/ 4536503 w 12192000"/>
              <a:gd name="connsiteY93" fmla="*/ 1785334 h 2237474"/>
              <a:gd name="connsiteX94" fmla="*/ 4513724 w 12192000"/>
              <a:gd name="connsiteY94" fmla="*/ 1791996 h 2237474"/>
              <a:gd name="connsiteX95" fmla="*/ 4459810 w 12192000"/>
              <a:gd name="connsiteY95" fmla="*/ 1797886 h 2237474"/>
              <a:gd name="connsiteX96" fmla="*/ 4379064 w 12192000"/>
              <a:gd name="connsiteY96" fmla="*/ 1817177 h 2237474"/>
              <a:gd name="connsiteX97" fmla="*/ 4290981 w 12192000"/>
              <a:gd name="connsiteY97" fmla="*/ 1839677 h 2237474"/>
              <a:gd name="connsiteX98" fmla="*/ 4238372 w 12192000"/>
              <a:gd name="connsiteY98" fmla="*/ 1851480 h 2237474"/>
              <a:gd name="connsiteX99" fmla="*/ 4232517 w 12192000"/>
              <a:gd name="connsiteY99" fmla="*/ 1852567 h 2237474"/>
              <a:gd name="connsiteX100" fmla="*/ 4191732 w 12192000"/>
              <a:gd name="connsiteY100" fmla="*/ 1857328 h 2237474"/>
              <a:gd name="connsiteX101" fmla="*/ 4065532 w 12192000"/>
              <a:gd name="connsiteY101" fmla="*/ 1855477 h 2237474"/>
              <a:gd name="connsiteX102" fmla="*/ 4028460 w 12192000"/>
              <a:gd name="connsiteY102" fmla="*/ 1855137 h 2237474"/>
              <a:gd name="connsiteX103" fmla="*/ 4002267 w 12192000"/>
              <a:gd name="connsiteY103" fmla="*/ 1852352 h 2237474"/>
              <a:gd name="connsiteX104" fmla="*/ 3931396 w 12192000"/>
              <a:gd name="connsiteY104" fmla="*/ 1858915 h 2237474"/>
              <a:gd name="connsiteX105" fmla="*/ 3812162 w 12192000"/>
              <a:gd name="connsiteY105" fmla="*/ 1875501 h 2237474"/>
              <a:gd name="connsiteX106" fmla="*/ 3729530 w 12192000"/>
              <a:gd name="connsiteY106" fmla="*/ 1864513 h 2237474"/>
              <a:gd name="connsiteX107" fmla="*/ 3680177 w 12192000"/>
              <a:gd name="connsiteY107" fmla="*/ 1881552 h 2237474"/>
              <a:gd name="connsiteX108" fmla="*/ 3567259 w 12192000"/>
              <a:gd name="connsiteY108" fmla="*/ 1893482 h 2237474"/>
              <a:gd name="connsiteX109" fmla="*/ 3405770 w 12192000"/>
              <a:gd name="connsiteY109" fmla="*/ 1904591 h 2237474"/>
              <a:gd name="connsiteX110" fmla="*/ 3280097 w 12192000"/>
              <a:gd name="connsiteY110" fmla="*/ 1919610 h 2237474"/>
              <a:gd name="connsiteX111" fmla="*/ 3123424 w 12192000"/>
              <a:gd name="connsiteY111" fmla="*/ 1952930 h 2237474"/>
              <a:gd name="connsiteX112" fmla="*/ 3009910 w 12192000"/>
              <a:gd name="connsiteY112" fmla="*/ 1957866 h 2237474"/>
              <a:gd name="connsiteX113" fmla="*/ 2995934 w 12192000"/>
              <a:gd name="connsiteY113" fmla="*/ 1967085 h 2237474"/>
              <a:gd name="connsiteX114" fmla="*/ 2980071 w 12192000"/>
              <a:gd name="connsiteY114" fmla="*/ 1972988 h 2237474"/>
              <a:gd name="connsiteX115" fmla="*/ 2978094 w 12192000"/>
              <a:gd name="connsiteY115" fmla="*/ 1972369 h 2237474"/>
              <a:gd name="connsiteX116" fmla="*/ 2942858 w 12192000"/>
              <a:gd name="connsiteY116" fmla="*/ 1981367 h 2237474"/>
              <a:gd name="connsiteX117" fmla="*/ 2875436 w 12192000"/>
              <a:gd name="connsiteY117" fmla="*/ 1996977 h 2237474"/>
              <a:gd name="connsiteX118" fmla="*/ 2874892 w 12192000"/>
              <a:gd name="connsiteY118" fmla="*/ 1996085 h 2237474"/>
              <a:gd name="connsiteX119" fmla="*/ 2864145 w 12192000"/>
              <a:gd name="connsiteY119" fmla="*/ 1994061 h 2237474"/>
              <a:gd name="connsiteX120" fmla="*/ 2843662 w 12192000"/>
              <a:gd name="connsiteY120" fmla="*/ 1992498 h 2237474"/>
              <a:gd name="connsiteX121" fmla="*/ 2796128 w 12192000"/>
              <a:gd name="connsiteY121" fmla="*/ 1976403 h 2237474"/>
              <a:gd name="connsiteX122" fmla="*/ 2756784 w 12192000"/>
              <a:gd name="connsiteY122" fmla="*/ 1985116 h 2237474"/>
              <a:gd name="connsiteX123" fmla="*/ 2748833 w 12192000"/>
              <a:gd name="connsiteY123" fmla="*/ 1986323 h 2237474"/>
              <a:gd name="connsiteX124" fmla="*/ 2748661 w 12192000"/>
              <a:gd name="connsiteY124" fmla="*/ 1986122 h 2237474"/>
              <a:gd name="connsiteX125" fmla="*/ 2740251 w 12192000"/>
              <a:gd name="connsiteY125" fmla="*/ 1986946 h 2237474"/>
              <a:gd name="connsiteX126" fmla="*/ 2718916 w 12192000"/>
              <a:gd name="connsiteY126" fmla="*/ 1990867 h 2237474"/>
              <a:gd name="connsiteX127" fmla="*/ 2713522 w 12192000"/>
              <a:gd name="connsiteY127" fmla="*/ 1990173 h 2237474"/>
              <a:gd name="connsiteX128" fmla="*/ 2680597 w 12192000"/>
              <a:gd name="connsiteY128" fmla="*/ 1984996 h 2237474"/>
              <a:gd name="connsiteX129" fmla="*/ 2578178 w 12192000"/>
              <a:gd name="connsiteY129" fmla="*/ 1990531 h 2237474"/>
              <a:gd name="connsiteX130" fmla="*/ 2476147 w 12192000"/>
              <a:gd name="connsiteY130" fmla="*/ 1998305 h 2237474"/>
              <a:gd name="connsiteX131" fmla="*/ 2373568 w 12192000"/>
              <a:gd name="connsiteY131" fmla="*/ 2003219 h 2237474"/>
              <a:gd name="connsiteX132" fmla="*/ 2321399 w 12192000"/>
              <a:gd name="connsiteY132" fmla="*/ 1989467 h 2237474"/>
              <a:gd name="connsiteX133" fmla="*/ 2315525 w 12192000"/>
              <a:gd name="connsiteY133" fmla="*/ 1989708 h 2237474"/>
              <a:gd name="connsiteX134" fmla="*/ 2300792 w 12192000"/>
              <a:gd name="connsiteY134" fmla="*/ 1994290 h 2237474"/>
              <a:gd name="connsiteX135" fmla="*/ 2295469 w 12192000"/>
              <a:gd name="connsiteY135" fmla="*/ 1996659 h 2237474"/>
              <a:gd name="connsiteX136" fmla="*/ 2287219 w 12192000"/>
              <a:gd name="connsiteY136" fmla="*/ 1998750 h 2237474"/>
              <a:gd name="connsiteX137" fmla="*/ 2286948 w 12192000"/>
              <a:gd name="connsiteY137" fmla="*/ 1998596 h 2237474"/>
              <a:gd name="connsiteX138" fmla="*/ 2243069 w 12192000"/>
              <a:gd name="connsiteY138" fmla="*/ 2015111 h 2237474"/>
              <a:gd name="connsiteX139" fmla="*/ 2186609 w 12192000"/>
              <a:gd name="connsiteY139" fmla="*/ 2008263 h 2237474"/>
              <a:gd name="connsiteX140" fmla="*/ 2164831 w 12192000"/>
              <a:gd name="connsiteY140" fmla="*/ 2010143 h 2237474"/>
              <a:gd name="connsiteX141" fmla="*/ 2152836 w 12192000"/>
              <a:gd name="connsiteY141" fmla="*/ 2010048 h 2237474"/>
              <a:gd name="connsiteX142" fmla="*/ 2117102 w 12192000"/>
              <a:gd name="connsiteY142" fmla="*/ 2023004 h 2237474"/>
              <a:gd name="connsiteX143" fmla="*/ 2111935 w 12192000"/>
              <a:gd name="connsiteY143" fmla="*/ 2023163 h 2237474"/>
              <a:gd name="connsiteX144" fmla="*/ 2089991 w 12192000"/>
              <a:gd name="connsiteY144" fmla="*/ 2034193 h 2237474"/>
              <a:gd name="connsiteX145" fmla="*/ 2058061 w 12192000"/>
              <a:gd name="connsiteY145" fmla="*/ 2047942 h 2237474"/>
              <a:gd name="connsiteX146" fmla="*/ 2055737 w 12192000"/>
              <a:gd name="connsiteY146" fmla="*/ 2047704 h 2237474"/>
              <a:gd name="connsiteX147" fmla="*/ 2042244 w 12192000"/>
              <a:gd name="connsiteY147" fmla="*/ 2055560 h 2237474"/>
              <a:gd name="connsiteX148" fmla="*/ 1976224 w 12192000"/>
              <a:gd name="connsiteY148" fmla="*/ 2074257 h 2237474"/>
              <a:gd name="connsiteX149" fmla="*/ 1877728 w 12192000"/>
              <a:gd name="connsiteY149" fmla="*/ 2101004 h 2237474"/>
              <a:gd name="connsiteX150" fmla="*/ 1759056 w 12192000"/>
              <a:gd name="connsiteY150" fmla="*/ 2125608 h 2237474"/>
              <a:gd name="connsiteX151" fmla="*/ 1637948 w 12192000"/>
              <a:gd name="connsiteY151" fmla="*/ 2172597 h 2237474"/>
              <a:gd name="connsiteX152" fmla="*/ 1434549 w 12192000"/>
              <a:gd name="connsiteY152" fmla="*/ 2234522 h 2237474"/>
              <a:gd name="connsiteX153" fmla="*/ 1398481 w 12192000"/>
              <a:gd name="connsiteY153" fmla="*/ 2237074 h 2237474"/>
              <a:gd name="connsiteX154" fmla="*/ 1398407 w 12192000"/>
              <a:gd name="connsiteY154" fmla="*/ 2237095 h 2237474"/>
              <a:gd name="connsiteX155" fmla="*/ 1370962 w 12192000"/>
              <a:gd name="connsiteY155" fmla="*/ 2237474 h 2237474"/>
              <a:gd name="connsiteX156" fmla="*/ 1356367 w 12192000"/>
              <a:gd name="connsiteY156" fmla="*/ 2235089 h 2237474"/>
              <a:gd name="connsiteX157" fmla="*/ 1324828 w 12192000"/>
              <a:gd name="connsiteY157" fmla="*/ 2231968 h 2237474"/>
              <a:gd name="connsiteX158" fmla="*/ 1297744 w 12192000"/>
              <a:gd name="connsiteY158" fmla="*/ 2235849 h 2237474"/>
              <a:gd name="connsiteX159" fmla="*/ 1286236 w 12192000"/>
              <a:gd name="connsiteY159" fmla="*/ 2233135 h 2237474"/>
              <a:gd name="connsiteX160" fmla="*/ 1283504 w 12192000"/>
              <a:gd name="connsiteY160" fmla="*/ 2233797 h 2237474"/>
              <a:gd name="connsiteX161" fmla="*/ 1279765 w 12192000"/>
              <a:gd name="connsiteY161" fmla="*/ 2229639 h 2237474"/>
              <a:gd name="connsiteX162" fmla="*/ 1195347 w 12192000"/>
              <a:gd name="connsiteY162" fmla="*/ 2212354 h 2237474"/>
              <a:gd name="connsiteX163" fmla="*/ 970251 w 12192000"/>
              <a:gd name="connsiteY163" fmla="*/ 2221029 h 2237474"/>
              <a:gd name="connsiteX164" fmla="*/ 812914 w 12192000"/>
              <a:gd name="connsiteY164" fmla="*/ 2202752 h 2237474"/>
              <a:gd name="connsiteX165" fmla="*/ 800195 w 12192000"/>
              <a:gd name="connsiteY165" fmla="*/ 2209407 h 2237474"/>
              <a:gd name="connsiteX166" fmla="*/ 784978 w 12192000"/>
              <a:gd name="connsiteY166" fmla="*/ 2212360 h 2237474"/>
              <a:gd name="connsiteX167" fmla="*/ 681987 w 12192000"/>
              <a:gd name="connsiteY167" fmla="*/ 2216757 h 2237474"/>
              <a:gd name="connsiteX168" fmla="*/ 669923 w 12192000"/>
              <a:gd name="connsiteY168" fmla="*/ 2211682 h 2237474"/>
              <a:gd name="connsiteX169" fmla="*/ 648680 w 12192000"/>
              <a:gd name="connsiteY169" fmla="*/ 2206229 h 2237474"/>
              <a:gd name="connsiteX170" fmla="*/ 597225 w 12192000"/>
              <a:gd name="connsiteY170" fmla="*/ 2180999 h 2237474"/>
              <a:gd name="connsiteX171" fmla="*/ 558449 w 12192000"/>
              <a:gd name="connsiteY171" fmla="*/ 2182346 h 2237474"/>
              <a:gd name="connsiteX172" fmla="*/ 550517 w 12192000"/>
              <a:gd name="connsiteY172" fmla="*/ 2182060 h 2237474"/>
              <a:gd name="connsiteX173" fmla="*/ 550309 w 12192000"/>
              <a:gd name="connsiteY173" fmla="*/ 2181825 h 2237474"/>
              <a:gd name="connsiteX174" fmla="*/ 541836 w 12192000"/>
              <a:gd name="connsiteY174" fmla="*/ 2181063 h 2237474"/>
              <a:gd name="connsiteX175" fmla="*/ 536057 w 12192000"/>
              <a:gd name="connsiteY175" fmla="*/ 2181537 h 2237474"/>
              <a:gd name="connsiteX176" fmla="*/ 520671 w 12192000"/>
              <a:gd name="connsiteY176" fmla="*/ 2180980 h 2237474"/>
              <a:gd name="connsiteX177" fmla="*/ 515024 w 12192000"/>
              <a:gd name="connsiteY177" fmla="*/ 2179258 h 2237474"/>
              <a:gd name="connsiteX178" fmla="*/ 512278 w 12192000"/>
              <a:gd name="connsiteY178" fmla="*/ 2176369 h 2237474"/>
              <a:gd name="connsiteX179" fmla="*/ 480419 w 12192000"/>
              <a:gd name="connsiteY179" fmla="*/ 2167807 h 2237474"/>
              <a:gd name="connsiteX180" fmla="*/ 413835 w 12192000"/>
              <a:gd name="connsiteY180" fmla="*/ 2156783 h 2237474"/>
              <a:gd name="connsiteX181" fmla="*/ 376513 w 12192000"/>
              <a:gd name="connsiteY181" fmla="*/ 2154014 h 2237474"/>
              <a:gd name="connsiteX182" fmla="*/ 273386 w 12192000"/>
              <a:gd name="connsiteY182" fmla="*/ 2142551 h 2237474"/>
              <a:gd name="connsiteX183" fmla="*/ 169207 w 12192000"/>
              <a:gd name="connsiteY183" fmla="*/ 2128100 h 2237474"/>
              <a:gd name="connsiteX184" fmla="*/ 93149 w 12192000"/>
              <a:gd name="connsiteY184" fmla="*/ 2105324 h 2237474"/>
              <a:gd name="connsiteX185" fmla="*/ 88109 w 12192000"/>
              <a:gd name="connsiteY185" fmla="*/ 2106704 h 2237474"/>
              <a:gd name="connsiteX186" fmla="*/ 80022 w 12192000"/>
              <a:gd name="connsiteY186" fmla="*/ 2107254 h 2237474"/>
              <a:gd name="connsiteX187" fmla="*/ 79717 w 12192000"/>
              <a:gd name="connsiteY187" fmla="*/ 2107046 h 2237474"/>
              <a:gd name="connsiteX188" fmla="*/ 72352 w 12192000"/>
              <a:gd name="connsiteY188" fmla="*/ 2107991 h 2237474"/>
              <a:gd name="connsiteX189" fmla="*/ 37645 w 12192000"/>
              <a:gd name="connsiteY189" fmla="*/ 2115401 h 2237474"/>
              <a:gd name="connsiteX190" fmla="*/ 4572 w 12192000"/>
              <a:gd name="connsiteY190" fmla="*/ 2111091 h 2237474"/>
              <a:gd name="connsiteX191" fmla="*/ 0 w 12192000"/>
              <a:gd name="connsiteY191" fmla="*/ 2110468 h 2237474"/>
              <a:gd name="connsiteX192" fmla="*/ 0 w 12192000"/>
              <a:gd name="connsiteY19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44189 w 12192000"/>
              <a:gd name="connsiteY24" fmla="*/ 938966 h 2237474"/>
              <a:gd name="connsiteX25" fmla="*/ 9500499 w 12192000"/>
              <a:gd name="connsiteY25" fmla="*/ 954680 h 2237474"/>
              <a:gd name="connsiteX26" fmla="*/ 9428195 w 12192000"/>
              <a:gd name="connsiteY26" fmla="*/ 986225 h 2237474"/>
              <a:gd name="connsiteX27" fmla="*/ 9410017 w 12192000"/>
              <a:gd name="connsiteY27" fmla="*/ 993931 h 2237474"/>
              <a:gd name="connsiteX28" fmla="*/ 9392919 w 12192000"/>
              <a:gd name="connsiteY28" fmla="*/ 994656 h 2237474"/>
              <a:gd name="connsiteX29" fmla="*/ 9278619 w 12192000"/>
              <a:gd name="connsiteY29" fmla="*/ 1011878 h 2237474"/>
              <a:gd name="connsiteX30" fmla="*/ 9268019 w 12192000"/>
              <a:gd name="connsiteY30" fmla="*/ 1007442 h 2237474"/>
              <a:gd name="connsiteX31" fmla="*/ 9234662 w 12192000"/>
              <a:gd name="connsiteY31" fmla="*/ 1023056 h 2237474"/>
              <a:gd name="connsiteX32" fmla="*/ 9181033 w 12192000"/>
              <a:gd name="connsiteY32" fmla="*/ 1037921 h 2237474"/>
              <a:gd name="connsiteX33" fmla="*/ 9155969 w 12192000"/>
              <a:gd name="connsiteY33" fmla="*/ 1046804 h 2237474"/>
              <a:gd name="connsiteX34" fmla="*/ 9133985 w 12192000"/>
              <a:gd name="connsiteY34" fmla="*/ 1046450 h 2237474"/>
              <a:gd name="connsiteX35" fmla="*/ 9003462 w 12192000"/>
              <a:gd name="connsiteY35" fmla="*/ 1042406 h 2237474"/>
              <a:gd name="connsiteX36" fmla="*/ 8968445 w 12192000"/>
              <a:gd name="connsiteY36" fmla="*/ 1052169 h 2237474"/>
              <a:gd name="connsiteX37" fmla="*/ 8886001 w 12192000"/>
              <a:gd name="connsiteY37" fmla="*/ 1067468 h 2237474"/>
              <a:gd name="connsiteX38" fmla="*/ 8838610 w 12192000"/>
              <a:gd name="connsiteY38" fmla="*/ 1075091 h 2237474"/>
              <a:gd name="connsiteX39" fmla="*/ 8750383 w 12192000"/>
              <a:gd name="connsiteY39" fmla="*/ 1097387 h 2237474"/>
              <a:gd name="connsiteX40" fmla="*/ 8665605 w 12192000"/>
              <a:gd name="connsiteY40" fmla="*/ 1110791 h 2237474"/>
              <a:gd name="connsiteX41" fmla="*/ 8584946 w 12192000"/>
              <a:gd name="connsiteY41" fmla="*/ 1135226 h 2237474"/>
              <a:gd name="connsiteX42" fmla="*/ 8460755 w 12192000"/>
              <a:gd name="connsiteY42" fmla="*/ 1203427 h 2237474"/>
              <a:gd name="connsiteX43" fmla="*/ 8419755 w 12192000"/>
              <a:gd name="connsiteY43" fmla="*/ 1216260 h 2237474"/>
              <a:gd name="connsiteX44" fmla="*/ 8411626 w 12192000"/>
              <a:gd name="connsiteY44" fmla="*/ 1214397 h 2237474"/>
              <a:gd name="connsiteX45" fmla="*/ 8363469 w 12192000"/>
              <a:gd name="connsiteY45" fmla="*/ 1246658 h 2237474"/>
              <a:gd name="connsiteX46" fmla="*/ 8275497 w 12192000"/>
              <a:gd name="connsiteY46" fmla="*/ 1264396 h 2237474"/>
              <a:gd name="connsiteX47" fmla="*/ 8206287 w 12192000"/>
              <a:gd name="connsiteY47" fmla="*/ 1273060 h 2237474"/>
              <a:gd name="connsiteX48" fmla="*/ 8139997 w 12192000"/>
              <a:gd name="connsiteY48" fmla="*/ 1282713 h 2237474"/>
              <a:gd name="connsiteX49" fmla="*/ 8074238 w 12192000"/>
              <a:gd name="connsiteY49" fmla="*/ 1301895 h 2237474"/>
              <a:gd name="connsiteX50" fmla="*/ 7942099 w 12192000"/>
              <a:gd name="connsiteY50" fmla="*/ 1336332 h 2237474"/>
              <a:gd name="connsiteX51" fmla="*/ 7902328 w 12192000"/>
              <a:gd name="connsiteY51" fmla="*/ 1345865 h 2237474"/>
              <a:gd name="connsiteX52" fmla="*/ 7840612 w 12192000"/>
              <a:gd name="connsiteY52" fmla="*/ 1369373 h 2237474"/>
              <a:gd name="connsiteX53" fmla="*/ 7786819 w 12192000"/>
              <a:gd name="connsiteY53" fmla="*/ 1378970 h 2237474"/>
              <a:gd name="connsiteX54" fmla="*/ 7548172 w 12192000"/>
              <a:gd name="connsiteY54" fmla="*/ 1417460 h 2237474"/>
              <a:gd name="connsiteX55" fmla="*/ 7483437 w 12192000"/>
              <a:gd name="connsiteY55" fmla="*/ 1478152 h 2237474"/>
              <a:gd name="connsiteX56" fmla="*/ 7377870 w 12192000"/>
              <a:gd name="connsiteY56" fmla="*/ 1523319 h 2237474"/>
              <a:gd name="connsiteX57" fmla="*/ 7230737 w 12192000"/>
              <a:gd name="connsiteY57" fmla="*/ 1562633 h 2237474"/>
              <a:gd name="connsiteX58" fmla="*/ 7224458 w 12192000"/>
              <a:gd name="connsiteY58" fmla="*/ 1573008 h 2237474"/>
              <a:gd name="connsiteX59" fmla="*/ 7183121 w 12192000"/>
              <a:gd name="connsiteY59" fmla="*/ 1595162 h 2237474"/>
              <a:gd name="connsiteX60" fmla="*/ 7164601 w 12192000"/>
              <a:gd name="connsiteY60" fmla="*/ 1606490 h 2237474"/>
              <a:gd name="connsiteX61" fmla="*/ 7031309 w 12192000"/>
              <a:gd name="connsiteY61" fmla="*/ 1619451 h 2237474"/>
              <a:gd name="connsiteX62" fmla="*/ 6900177 w 12192000"/>
              <a:gd name="connsiteY62" fmla="*/ 1636016 h 2237474"/>
              <a:gd name="connsiteX63" fmla="*/ 6795372 w 12192000"/>
              <a:gd name="connsiteY63" fmla="*/ 1644845 h 2237474"/>
              <a:gd name="connsiteX64" fmla="*/ 6692251 w 12192000"/>
              <a:gd name="connsiteY64" fmla="*/ 1656357 h 2237474"/>
              <a:gd name="connsiteX65" fmla="*/ 6655235 w 12192000"/>
              <a:gd name="connsiteY65" fmla="*/ 1661869 h 2237474"/>
              <a:gd name="connsiteX66" fmla="*/ 6554894 w 12192000"/>
              <a:gd name="connsiteY66" fmla="*/ 1664428 h 2237474"/>
              <a:gd name="connsiteX67" fmla="*/ 6516595 w 12192000"/>
              <a:gd name="connsiteY67" fmla="*/ 1667475 h 2237474"/>
              <a:gd name="connsiteX68" fmla="*/ 6508541 w 12192000"/>
              <a:gd name="connsiteY68" fmla="*/ 1668757 h 2237474"/>
              <a:gd name="connsiteX69" fmla="*/ 6471012 w 12192000"/>
              <a:gd name="connsiteY69" fmla="*/ 1678604 h 2237474"/>
              <a:gd name="connsiteX70" fmla="*/ 6364035 w 12192000"/>
              <a:gd name="connsiteY70" fmla="*/ 1667683 h 2237474"/>
              <a:gd name="connsiteX71" fmla="*/ 6280959 w 12192000"/>
              <a:gd name="connsiteY71" fmla="*/ 1689329 h 2237474"/>
              <a:gd name="connsiteX72" fmla="*/ 6243319 w 12192000"/>
              <a:gd name="connsiteY72" fmla="*/ 1695560 h 2237474"/>
              <a:gd name="connsiteX73" fmla="*/ 6098321 w 12192000"/>
              <a:gd name="connsiteY73" fmla="*/ 1721646 h 2237474"/>
              <a:gd name="connsiteX74" fmla="*/ 5880652 w 12192000"/>
              <a:gd name="connsiteY74" fmla="*/ 1779643 h 2237474"/>
              <a:gd name="connsiteX75" fmla="*/ 5785959 w 12192000"/>
              <a:gd name="connsiteY75" fmla="*/ 1775307 h 2237474"/>
              <a:gd name="connsiteX76" fmla="*/ 5643534 w 12192000"/>
              <a:gd name="connsiteY76" fmla="*/ 1802919 h 2237474"/>
              <a:gd name="connsiteX77" fmla="*/ 5518799 w 12192000"/>
              <a:gd name="connsiteY77" fmla="*/ 1818312 h 2237474"/>
              <a:gd name="connsiteX78" fmla="*/ 5505014 w 12192000"/>
              <a:gd name="connsiteY78" fmla="*/ 1819259 h 2237474"/>
              <a:gd name="connsiteX79" fmla="*/ 5453307 w 12192000"/>
              <a:gd name="connsiteY79" fmla="*/ 1815450 h 2237474"/>
              <a:gd name="connsiteX80" fmla="*/ 5221533 w 12192000"/>
              <a:gd name="connsiteY80" fmla="*/ 1846950 h 2237474"/>
              <a:gd name="connsiteX81" fmla="*/ 5149802 w 12192000"/>
              <a:gd name="connsiteY81" fmla="*/ 1844846 h 2237474"/>
              <a:gd name="connsiteX82" fmla="*/ 5114927 w 12192000"/>
              <a:gd name="connsiteY82" fmla="*/ 1847827 h 2237474"/>
              <a:gd name="connsiteX83" fmla="*/ 5108970 w 12192000"/>
              <a:gd name="connsiteY83" fmla="*/ 1847935 h 2237474"/>
              <a:gd name="connsiteX84" fmla="*/ 5067961 w 12192000"/>
              <a:gd name="connsiteY84" fmla="*/ 1845917 h 2237474"/>
              <a:gd name="connsiteX85" fmla="*/ 5007075 w 12192000"/>
              <a:gd name="connsiteY85" fmla="*/ 1838626 h 2237474"/>
              <a:gd name="connsiteX86" fmla="*/ 4944087 w 12192000"/>
              <a:gd name="connsiteY86" fmla="*/ 1823332 h 2237474"/>
              <a:gd name="connsiteX87" fmla="*/ 4907662 w 12192000"/>
              <a:gd name="connsiteY87" fmla="*/ 1816900 h 2237474"/>
              <a:gd name="connsiteX88" fmla="*/ 4882386 w 12192000"/>
              <a:gd name="connsiteY88" fmla="*/ 1809844 h 2237474"/>
              <a:gd name="connsiteX89" fmla="*/ 4811440 w 12192000"/>
              <a:gd name="connsiteY89" fmla="*/ 1804655 h 2237474"/>
              <a:gd name="connsiteX90" fmla="*/ 4691075 w 12192000"/>
              <a:gd name="connsiteY90" fmla="*/ 1801389 h 2237474"/>
              <a:gd name="connsiteX91" fmla="*/ 4611738 w 12192000"/>
              <a:gd name="connsiteY91" fmla="*/ 1776964 h 2237474"/>
              <a:gd name="connsiteX92" fmla="*/ 4536503 w 12192000"/>
              <a:gd name="connsiteY92" fmla="*/ 1785334 h 2237474"/>
              <a:gd name="connsiteX93" fmla="*/ 4513724 w 12192000"/>
              <a:gd name="connsiteY93" fmla="*/ 1791996 h 2237474"/>
              <a:gd name="connsiteX94" fmla="*/ 4459810 w 12192000"/>
              <a:gd name="connsiteY94" fmla="*/ 1797886 h 2237474"/>
              <a:gd name="connsiteX95" fmla="*/ 4379064 w 12192000"/>
              <a:gd name="connsiteY95" fmla="*/ 1817177 h 2237474"/>
              <a:gd name="connsiteX96" fmla="*/ 4290981 w 12192000"/>
              <a:gd name="connsiteY96" fmla="*/ 1839677 h 2237474"/>
              <a:gd name="connsiteX97" fmla="*/ 4238372 w 12192000"/>
              <a:gd name="connsiteY97" fmla="*/ 1851480 h 2237474"/>
              <a:gd name="connsiteX98" fmla="*/ 4232517 w 12192000"/>
              <a:gd name="connsiteY98" fmla="*/ 1852567 h 2237474"/>
              <a:gd name="connsiteX99" fmla="*/ 4191732 w 12192000"/>
              <a:gd name="connsiteY99" fmla="*/ 1857328 h 2237474"/>
              <a:gd name="connsiteX100" fmla="*/ 4065532 w 12192000"/>
              <a:gd name="connsiteY100" fmla="*/ 1855477 h 2237474"/>
              <a:gd name="connsiteX101" fmla="*/ 4028460 w 12192000"/>
              <a:gd name="connsiteY101" fmla="*/ 1855137 h 2237474"/>
              <a:gd name="connsiteX102" fmla="*/ 4002267 w 12192000"/>
              <a:gd name="connsiteY102" fmla="*/ 1852352 h 2237474"/>
              <a:gd name="connsiteX103" fmla="*/ 3931396 w 12192000"/>
              <a:gd name="connsiteY103" fmla="*/ 1858915 h 2237474"/>
              <a:gd name="connsiteX104" fmla="*/ 3812162 w 12192000"/>
              <a:gd name="connsiteY104" fmla="*/ 1875501 h 2237474"/>
              <a:gd name="connsiteX105" fmla="*/ 3729530 w 12192000"/>
              <a:gd name="connsiteY105" fmla="*/ 1864513 h 2237474"/>
              <a:gd name="connsiteX106" fmla="*/ 3680177 w 12192000"/>
              <a:gd name="connsiteY106" fmla="*/ 1881552 h 2237474"/>
              <a:gd name="connsiteX107" fmla="*/ 3567259 w 12192000"/>
              <a:gd name="connsiteY107" fmla="*/ 1893482 h 2237474"/>
              <a:gd name="connsiteX108" fmla="*/ 3405770 w 12192000"/>
              <a:gd name="connsiteY108" fmla="*/ 1904591 h 2237474"/>
              <a:gd name="connsiteX109" fmla="*/ 3280097 w 12192000"/>
              <a:gd name="connsiteY109" fmla="*/ 1919610 h 2237474"/>
              <a:gd name="connsiteX110" fmla="*/ 3123424 w 12192000"/>
              <a:gd name="connsiteY110" fmla="*/ 1952930 h 2237474"/>
              <a:gd name="connsiteX111" fmla="*/ 3009910 w 12192000"/>
              <a:gd name="connsiteY111" fmla="*/ 1957866 h 2237474"/>
              <a:gd name="connsiteX112" fmla="*/ 2995934 w 12192000"/>
              <a:gd name="connsiteY112" fmla="*/ 1967085 h 2237474"/>
              <a:gd name="connsiteX113" fmla="*/ 2980071 w 12192000"/>
              <a:gd name="connsiteY113" fmla="*/ 1972988 h 2237474"/>
              <a:gd name="connsiteX114" fmla="*/ 2978094 w 12192000"/>
              <a:gd name="connsiteY114" fmla="*/ 1972369 h 2237474"/>
              <a:gd name="connsiteX115" fmla="*/ 2942858 w 12192000"/>
              <a:gd name="connsiteY115" fmla="*/ 1981367 h 2237474"/>
              <a:gd name="connsiteX116" fmla="*/ 2875436 w 12192000"/>
              <a:gd name="connsiteY116" fmla="*/ 1996977 h 2237474"/>
              <a:gd name="connsiteX117" fmla="*/ 2874892 w 12192000"/>
              <a:gd name="connsiteY117" fmla="*/ 1996085 h 2237474"/>
              <a:gd name="connsiteX118" fmla="*/ 2864145 w 12192000"/>
              <a:gd name="connsiteY118" fmla="*/ 1994061 h 2237474"/>
              <a:gd name="connsiteX119" fmla="*/ 2843662 w 12192000"/>
              <a:gd name="connsiteY119" fmla="*/ 1992498 h 2237474"/>
              <a:gd name="connsiteX120" fmla="*/ 2796128 w 12192000"/>
              <a:gd name="connsiteY120" fmla="*/ 1976403 h 2237474"/>
              <a:gd name="connsiteX121" fmla="*/ 2756784 w 12192000"/>
              <a:gd name="connsiteY121" fmla="*/ 1985116 h 2237474"/>
              <a:gd name="connsiteX122" fmla="*/ 2748833 w 12192000"/>
              <a:gd name="connsiteY122" fmla="*/ 1986323 h 2237474"/>
              <a:gd name="connsiteX123" fmla="*/ 2748661 w 12192000"/>
              <a:gd name="connsiteY123" fmla="*/ 1986122 h 2237474"/>
              <a:gd name="connsiteX124" fmla="*/ 2740251 w 12192000"/>
              <a:gd name="connsiteY124" fmla="*/ 1986946 h 2237474"/>
              <a:gd name="connsiteX125" fmla="*/ 2718916 w 12192000"/>
              <a:gd name="connsiteY125" fmla="*/ 1990867 h 2237474"/>
              <a:gd name="connsiteX126" fmla="*/ 2713522 w 12192000"/>
              <a:gd name="connsiteY126" fmla="*/ 1990173 h 2237474"/>
              <a:gd name="connsiteX127" fmla="*/ 2680597 w 12192000"/>
              <a:gd name="connsiteY127" fmla="*/ 1984996 h 2237474"/>
              <a:gd name="connsiteX128" fmla="*/ 2578178 w 12192000"/>
              <a:gd name="connsiteY128" fmla="*/ 1990531 h 2237474"/>
              <a:gd name="connsiteX129" fmla="*/ 2476147 w 12192000"/>
              <a:gd name="connsiteY129" fmla="*/ 1998305 h 2237474"/>
              <a:gd name="connsiteX130" fmla="*/ 2373568 w 12192000"/>
              <a:gd name="connsiteY130" fmla="*/ 2003219 h 2237474"/>
              <a:gd name="connsiteX131" fmla="*/ 2321399 w 12192000"/>
              <a:gd name="connsiteY131" fmla="*/ 1989467 h 2237474"/>
              <a:gd name="connsiteX132" fmla="*/ 2315525 w 12192000"/>
              <a:gd name="connsiteY132" fmla="*/ 1989708 h 2237474"/>
              <a:gd name="connsiteX133" fmla="*/ 2300792 w 12192000"/>
              <a:gd name="connsiteY133" fmla="*/ 1994290 h 2237474"/>
              <a:gd name="connsiteX134" fmla="*/ 2295469 w 12192000"/>
              <a:gd name="connsiteY134" fmla="*/ 1996659 h 2237474"/>
              <a:gd name="connsiteX135" fmla="*/ 2287219 w 12192000"/>
              <a:gd name="connsiteY135" fmla="*/ 1998750 h 2237474"/>
              <a:gd name="connsiteX136" fmla="*/ 2286948 w 12192000"/>
              <a:gd name="connsiteY136" fmla="*/ 1998596 h 2237474"/>
              <a:gd name="connsiteX137" fmla="*/ 2243069 w 12192000"/>
              <a:gd name="connsiteY137" fmla="*/ 2015111 h 2237474"/>
              <a:gd name="connsiteX138" fmla="*/ 2186609 w 12192000"/>
              <a:gd name="connsiteY138" fmla="*/ 2008263 h 2237474"/>
              <a:gd name="connsiteX139" fmla="*/ 2164831 w 12192000"/>
              <a:gd name="connsiteY139" fmla="*/ 2010143 h 2237474"/>
              <a:gd name="connsiteX140" fmla="*/ 2152836 w 12192000"/>
              <a:gd name="connsiteY140" fmla="*/ 2010048 h 2237474"/>
              <a:gd name="connsiteX141" fmla="*/ 2117102 w 12192000"/>
              <a:gd name="connsiteY141" fmla="*/ 2023004 h 2237474"/>
              <a:gd name="connsiteX142" fmla="*/ 2111935 w 12192000"/>
              <a:gd name="connsiteY142" fmla="*/ 2023163 h 2237474"/>
              <a:gd name="connsiteX143" fmla="*/ 2089991 w 12192000"/>
              <a:gd name="connsiteY143" fmla="*/ 2034193 h 2237474"/>
              <a:gd name="connsiteX144" fmla="*/ 2058061 w 12192000"/>
              <a:gd name="connsiteY144" fmla="*/ 2047942 h 2237474"/>
              <a:gd name="connsiteX145" fmla="*/ 2055737 w 12192000"/>
              <a:gd name="connsiteY145" fmla="*/ 2047704 h 2237474"/>
              <a:gd name="connsiteX146" fmla="*/ 2042244 w 12192000"/>
              <a:gd name="connsiteY146" fmla="*/ 2055560 h 2237474"/>
              <a:gd name="connsiteX147" fmla="*/ 1976224 w 12192000"/>
              <a:gd name="connsiteY147" fmla="*/ 2074257 h 2237474"/>
              <a:gd name="connsiteX148" fmla="*/ 1877728 w 12192000"/>
              <a:gd name="connsiteY148" fmla="*/ 2101004 h 2237474"/>
              <a:gd name="connsiteX149" fmla="*/ 1759056 w 12192000"/>
              <a:gd name="connsiteY149" fmla="*/ 2125608 h 2237474"/>
              <a:gd name="connsiteX150" fmla="*/ 1637948 w 12192000"/>
              <a:gd name="connsiteY150" fmla="*/ 2172597 h 2237474"/>
              <a:gd name="connsiteX151" fmla="*/ 1434549 w 12192000"/>
              <a:gd name="connsiteY151" fmla="*/ 2234522 h 2237474"/>
              <a:gd name="connsiteX152" fmla="*/ 1398481 w 12192000"/>
              <a:gd name="connsiteY152" fmla="*/ 2237074 h 2237474"/>
              <a:gd name="connsiteX153" fmla="*/ 1398407 w 12192000"/>
              <a:gd name="connsiteY153" fmla="*/ 2237095 h 2237474"/>
              <a:gd name="connsiteX154" fmla="*/ 1370962 w 12192000"/>
              <a:gd name="connsiteY154" fmla="*/ 2237474 h 2237474"/>
              <a:gd name="connsiteX155" fmla="*/ 1356367 w 12192000"/>
              <a:gd name="connsiteY155" fmla="*/ 2235089 h 2237474"/>
              <a:gd name="connsiteX156" fmla="*/ 1324828 w 12192000"/>
              <a:gd name="connsiteY156" fmla="*/ 2231968 h 2237474"/>
              <a:gd name="connsiteX157" fmla="*/ 1297744 w 12192000"/>
              <a:gd name="connsiteY157" fmla="*/ 2235849 h 2237474"/>
              <a:gd name="connsiteX158" fmla="*/ 1286236 w 12192000"/>
              <a:gd name="connsiteY158" fmla="*/ 2233135 h 2237474"/>
              <a:gd name="connsiteX159" fmla="*/ 1283504 w 12192000"/>
              <a:gd name="connsiteY159" fmla="*/ 2233797 h 2237474"/>
              <a:gd name="connsiteX160" fmla="*/ 1279765 w 12192000"/>
              <a:gd name="connsiteY160" fmla="*/ 2229639 h 2237474"/>
              <a:gd name="connsiteX161" fmla="*/ 1195347 w 12192000"/>
              <a:gd name="connsiteY161" fmla="*/ 2212354 h 2237474"/>
              <a:gd name="connsiteX162" fmla="*/ 970251 w 12192000"/>
              <a:gd name="connsiteY162" fmla="*/ 2221029 h 2237474"/>
              <a:gd name="connsiteX163" fmla="*/ 812914 w 12192000"/>
              <a:gd name="connsiteY163" fmla="*/ 2202752 h 2237474"/>
              <a:gd name="connsiteX164" fmla="*/ 800195 w 12192000"/>
              <a:gd name="connsiteY164" fmla="*/ 2209407 h 2237474"/>
              <a:gd name="connsiteX165" fmla="*/ 784978 w 12192000"/>
              <a:gd name="connsiteY165" fmla="*/ 2212360 h 2237474"/>
              <a:gd name="connsiteX166" fmla="*/ 681987 w 12192000"/>
              <a:gd name="connsiteY166" fmla="*/ 2216757 h 2237474"/>
              <a:gd name="connsiteX167" fmla="*/ 669923 w 12192000"/>
              <a:gd name="connsiteY167" fmla="*/ 2211682 h 2237474"/>
              <a:gd name="connsiteX168" fmla="*/ 648680 w 12192000"/>
              <a:gd name="connsiteY168" fmla="*/ 2206229 h 2237474"/>
              <a:gd name="connsiteX169" fmla="*/ 597225 w 12192000"/>
              <a:gd name="connsiteY169" fmla="*/ 2180999 h 2237474"/>
              <a:gd name="connsiteX170" fmla="*/ 558449 w 12192000"/>
              <a:gd name="connsiteY170" fmla="*/ 2182346 h 2237474"/>
              <a:gd name="connsiteX171" fmla="*/ 550517 w 12192000"/>
              <a:gd name="connsiteY171" fmla="*/ 2182060 h 2237474"/>
              <a:gd name="connsiteX172" fmla="*/ 550309 w 12192000"/>
              <a:gd name="connsiteY172" fmla="*/ 2181825 h 2237474"/>
              <a:gd name="connsiteX173" fmla="*/ 541836 w 12192000"/>
              <a:gd name="connsiteY173" fmla="*/ 2181063 h 2237474"/>
              <a:gd name="connsiteX174" fmla="*/ 536057 w 12192000"/>
              <a:gd name="connsiteY174" fmla="*/ 2181537 h 2237474"/>
              <a:gd name="connsiteX175" fmla="*/ 520671 w 12192000"/>
              <a:gd name="connsiteY175" fmla="*/ 2180980 h 2237474"/>
              <a:gd name="connsiteX176" fmla="*/ 515024 w 12192000"/>
              <a:gd name="connsiteY176" fmla="*/ 2179258 h 2237474"/>
              <a:gd name="connsiteX177" fmla="*/ 512278 w 12192000"/>
              <a:gd name="connsiteY177" fmla="*/ 2176369 h 2237474"/>
              <a:gd name="connsiteX178" fmla="*/ 480419 w 12192000"/>
              <a:gd name="connsiteY178" fmla="*/ 2167807 h 2237474"/>
              <a:gd name="connsiteX179" fmla="*/ 413835 w 12192000"/>
              <a:gd name="connsiteY179" fmla="*/ 2156783 h 2237474"/>
              <a:gd name="connsiteX180" fmla="*/ 376513 w 12192000"/>
              <a:gd name="connsiteY180" fmla="*/ 2154014 h 2237474"/>
              <a:gd name="connsiteX181" fmla="*/ 273386 w 12192000"/>
              <a:gd name="connsiteY181" fmla="*/ 2142551 h 2237474"/>
              <a:gd name="connsiteX182" fmla="*/ 169207 w 12192000"/>
              <a:gd name="connsiteY182" fmla="*/ 2128100 h 2237474"/>
              <a:gd name="connsiteX183" fmla="*/ 93149 w 12192000"/>
              <a:gd name="connsiteY183" fmla="*/ 2105324 h 2237474"/>
              <a:gd name="connsiteX184" fmla="*/ 88109 w 12192000"/>
              <a:gd name="connsiteY184" fmla="*/ 2106704 h 2237474"/>
              <a:gd name="connsiteX185" fmla="*/ 80022 w 12192000"/>
              <a:gd name="connsiteY185" fmla="*/ 2107254 h 2237474"/>
              <a:gd name="connsiteX186" fmla="*/ 79717 w 12192000"/>
              <a:gd name="connsiteY186" fmla="*/ 2107046 h 2237474"/>
              <a:gd name="connsiteX187" fmla="*/ 72352 w 12192000"/>
              <a:gd name="connsiteY187" fmla="*/ 2107991 h 2237474"/>
              <a:gd name="connsiteX188" fmla="*/ 37645 w 12192000"/>
              <a:gd name="connsiteY188" fmla="*/ 2115401 h 2237474"/>
              <a:gd name="connsiteX189" fmla="*/ 4572 w 12192000"/>
              <a:gd name="connsiteY189" fmla="*/ 2111091 h 2237474"/>
              <a:gd name="connsiteX190" fmla="*/ 0 w 12192000"/>
              <a:gd name="connsiteY190" fmla="*/ 2110468 h 2237474"/>
              <a:gd name="connsiteX191" fmla="*/ 0 w 12192000"/>
              <a:gd name="connsiteY191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44189 w 12192000"/>
              <a:gd name="connsiteY24" fmla="*/ 938966 h 2237474"/>
              <a:gd name="connsiteX25" fmla="*/ 9500499 w 12192000"/>
              <a:gd name="connsiteY25" fmla="*/ 954680 h 2237474"/>
              <a:gd name="connsiteX26" fmla="*/ 9428195 w 12192000"/>
              <a:gd name="connsiteY26" fmla="*/ 986225 h 2237474"/>
              <a:gd name="connsiteX27" fmla="*/ 9410017 w 12192000"/>
              <a:gd name="connsiteY27" fmla="*/ 993931 h 2237474"/>
              <a:gd name="connsiteX28" fmla="*/ 9392919 w 12192000"/>
              <a:gd name="connsiteY28" fmla="*/ 994656 h 2237474"/>
              <a:gd name="connsiteX29" fmla="*/ 9278619 w 12192000"/>
              <a:gd name="connsiteY29" fmla="*/ 1011878 h 2237474"/>
              <a:gd name="connsiteX30" fmla="*/ 9268019 w 12192000"/>
              <a:gd name="connsiteY30" fmla="*/ 1007442 h 2237474"/>
              <a:gd name="connsiteX31" fmla="*/ 9234662 w 12192000"/>
              <a:gd name="connsiteY31" fmla="*/ 1023056 h 2237474"/>
              <a:gd name="connsiteX32" fmla="*/ 9181033 w 12192000"/>
              <a:gd name="connsiteY32" fmla="*/ 1037921 h 2237474"/>
              <a:gd name="connsiteX33" fmla="*/ 9155969 w 12192000"/>
              <a:gd name="connsiteY33" fmla="*/ 1046804 h 2237474"/>
              <a:gd name="connsiteX34" fmla="*/ 9133985 w 12192000"/>
              <a:gd name="connsiteY34" fmla="*/ 1046450 h 2237474"/>
              <a:gd name="connsiteX35" fmla="*/ 9003462 w 12192000"/>
              <a:gd name="connsiteY35" fmla="*/ 1042406 h 2237474"/>
              <a:gd name="connsiteX36" fmla="*/ 8968445 w 12192000"/>
              <a:gd name="connsiteY36" fmla="*/ 1052169 h 2237474"/>
              <a:gd name="connsiteX37" fmla="*/ 8886001 w 12192000"/>
              <a:gd name="connsiteY37" fmla="*/ 1067468 h 2237474"/>
              <a:gd name="connsiteX38" fmla="*/ 8838610 w 12192000"/>
              <a:gd name="connsiteY38" fmla="*/ 1075091 h 2237474"/>
              <a:gd name="connsiteX39" fmla="*/ 8750383 w 12192000"/>
              <a:gd name="connsiteY39" fmla="*/ 1097387 h 2237474"/>
              <a:gd name="connsiteX40" fmla="*/ 8665605 w 12192000"/>
              <a:gd name="connsiteY40" fmla="*/ 1110791 h 2237474"/>
              <a:gd name="connsiteX41" fmla="*/ 8584946 w 12192000"/>
              <a:gd name="connsiteY41" fmla="*/ 1135226 h 2237474"/>
              <a:gd name="connsiteX42" fmla="*/ 8460755 w 12192000"/>
              <a:gd name="connsiteY42" fmla="*/ 1203427 h 2237474"/>
              <a:gd name="connsiteX43" fmla="*/ 8419755 w 12192000"/>
              <a:gd name="connsiteY43" fmla="*/ 1216260 h 2237474"/>
              <a:gd name="connsiteX44" fmla="*/ 8411626 w 12192000"/>
              <a:gd name="connsiteY44" fmla="*/ 1214397 h 2237474"/>
              <a:gd name="connsiteX45" fmla="*/ 8363469 w 12192000"/>
              <a:gd name="connsiteY45" fmla="*/ 1246658 h 2237474"/>
              <a:gd name="connsiteX46" fmla="*/ 8275497 w 12192000"/>
              <a:gd name="connsiteY46" fmla="*/ 1264396 h 2237474"/>
              <a:gd name="connsiteX47" fmla="*/ 8206287 w 12192000"/>
              <a:gd name="connsiteY47" fmla="*/ 1273060 h 2237474"/>
              <a:gd name="connsiteX48" fmla="*/ 8139997 w 12192000"/>
              <a:gd name="connsiteY48" fmla="*/ 1282713 h 2237474"/>
              <a:gd name="connsiteX49" fmla="*/ 8074238 w 12192000"/>
              <a:gd name="connsiteY49" fmla="*/ 1301895 h 2237474"/>
              <a:gd name="connsiteX50" fmla="*/ 7942099 w 12192000"/>
              <a:gd name="connsiteY50" fmla="*/ 1336332 h 2237474"/>
              <a:gd name="connsiteX51" fmla="*/ 7902328 w 12192000"/>
              <a:gd name="connsiteY51" fmla="*/ 1345865 h 2237474"/>
              <a:gd name="connsiteX52" fmla="*/ 7840612 w 12192000"/>
              <a:gd name="connsiteY52" fmla="*/ 1369373 h 2237474"/>
              <a:gd name="connsiteX53" fmla="*/ 7786819 w 12192000"/>
              <a:gd name="connsiteY53" fmla="*/ 1378970 h 2237474"/>
              <a:gd name="connsiteX54" fmla="*/ 7548172 w 12192000"/>
              <a:gd name="connsiteY54" fmla="*/ 1417460 h 2237474"/>
              <a:gd name="connsiteX55" fmla="*/ 7483437 w 12192000"/>
              <a:gd name="connsiteY55" fmla="*/ 1478152 h 2237474"/>
              <a:gd name="connsiteX56" fmla="*/ 7377870 w 12192000"/>
              <a:gd name="connsiteY56" fmla="*/ 1523319 h 2237474"/>
              <a:gd name="connsiteX57" fmla="*/ 7230737 w 12192000"/>
              <a:gd name="connsiteY57" fmla="*/ 1562633 h 2237474"/>
              <a:gd name="connsiteX58" fmla="*/ 7224458 w 12192000"/>
              <a:gd name="connsiteY58" fmla="*/ 1573008 h 2237474"/>
              <a:gd name="connsiteX59" fmla="*/ 7183121 w 12192000"/>
              <a:gd name="connsiteY59" fmla="*/ 1595162 h 2237474"/>
              <a:gd name="connsiteX60" fmla="*/ 7164601 w 12192000"/>
              <a:gd name="connsiteY60" fmla="*/ 1606490 h 2237474"/>
              <a:gd name="connsiteX61" fmla="*/ 7031309 w 12192000"/>
              <a:gd name="connsiteY61" fmla="*/ 1619451 h 2237474"/>
              <a:gd name="connsiteX62" fmla="*/ 6900177 w 12192000"/>
              <a:gd name="connsiteY62" fmla="*/ 1636016 h 2237474"/>
              <a:gd name="connsiteX63" fmla="*/ 6795372 w 12192000"/>
              <a:gd name="connsiteY63" fmla="*/ 1644845 h 2237474"/>
              <a:gd name="connsiteX64" fmla="*/ 6692251 w 12192000"/>
              <a:gd name="connsiteY64" fmla="*/ 1656357 h 2237474"/>
              <a:gd name="connsiteX65" fmla="*/ 6655235 w 12192000"/>
              <a:gd name="connsiteY65" fmla="*/ 1661869 h 2237474"/>
              <a:gd name="connsiteX66" fmla="*/ 6554894 w 12192000"/>
              <a:gd name="connsiteY66" fmla="*/ 1664428 h 2237474"/>
              <a:gd name="connsiteX67" fmla="*/ 6516595 w 12192000"/>
              <a:gd name="connsiteY67" fmla="*/ 1667475 h 2237474"/>
              <a:gd name="connsiteX68" fmla="*/ 6508541 w 12192000"/>
              <a:gd name="connsiteY68" fmla="*/ 1668757 h 2237474"/>
              <a:gd name="connsiteX69" fmla="*/ 6471012 w 12192000"/>
              <a:gd name="connsiteY69" fmla="*/ 1678604 h 2237474"/>
              <a:gd name="connsiteX70" fmla="*/ 6364035 w 12192000"/>
              <a:gd name="connsiteY70" fmla="*/ 1667683 h 2237474"/>
              <a:gd name="connsiteX71" fmla="*/ 6280959 w 12192000"/>
              <a:gd name="connsiteY71" fmla="*/ 1689329 h 2237474"/>
              <a:gd name="connsiteX72" fmla="*/ 6243319 w 12192000"/>
              <a:gd name="connsiteY72" fmla="*/ 1695560 h 2237474"/>
              <a:gd name="connsiteX73" fmla="*/ 6098321 w 12192000"/>
              <a:gd name="connsiteY73" fmla="*/ 1721646 h 2237474"/>
              <a:gd name="connsiteX74" fmla="*/ 5880652 w 12192000"/>
              <a:gd name="connsiteY74" fmla="*/ 1779643 h 2237474"/>
              <a:gd name="connsiteX75" fmla="*/ 5785959 w 12192000"/>
              <a:gd name="connsiteY75" fmla="*/ 1775307 h 2237474"/>
              <a:gd name="connsiteX76" fmla="*/ 5643534 w 12192000"/>
              <a:gd name="connsiteY76" fmla="*/ 1802919 h 2237474"/>
              <a:gd name="connsiteX77" fmla="*/ 5518799 w 12192000"/>
              <a:gd name="connsiteY77" fmla="*/ 1818312 h 2237474"/>
              <a:gd name="connsiteX78" fmla="*/ 5505014 w 12192000"/>
              <a:gd name="connsiteY78" fmla="*/ 1819259 h 2237474"/>
              <a:gd name="connsiteX79" fmla="*/ 5453307 w 12192000"/>
              <a:gd name="connsiteY79" fmla="*/ 1815450 h 2237474"/>
              <a:gd name="connsiteX80" fmla="*/ 5221533 w 12192000"/>
              <a:gd name="connsiteY80" fmla="*/ 1846950 h 2237474"/>
              <a:gd name="connsiteX81" fmla="*/ 5149802 w 12192000"/>
              <a:gd name="connsiteY81" fmla="*/ 1844846 h 2237474"/>
              <a:gd name="connsiteX82" fmla="*/ 5114927 w 12192000"/>
              <a:gd name="connsiteY82" fmla="*/ 1847827 h 2237474"/>
              <a:gd name="connsiteX83" fmla="*/ 5108970 w 12192000"/>
              <a:gd name="connsiteY83" fmla="*/ 1847935 h 2237474"/>
              <a:gd name="connsiteX84" fmla="*/ 5067961 w 12192000"/>
              <a:gd name="connsiteY84" fmla="*/ 1845917 h 2237474"/>
              <a:gd name="connsiteX85" fmla="*/ 5007075 w 12192000"/>
              <a:gd name="connsiteY85" fmla="*/ 1838626 h 2237474"/>
              <a:gd name="connsiteX86" fmla="*/ 4944087 w 12192000"/>
              <a:gd name="connsiteY86" fmla="*/ 1823332 h 2237474"/>
              <a:gd name="connsiteX87" fmla="*/ 4907662 w 12192000"/>
              <a:gd name="connsiteY87" fmla="*/ 1816900 h 2237474"/>
              <a:gd name="connsiteX88" fmla="*/ 4882386 w 12192000"/>
              <a:gd name="connsiteY88" fmla="*/ 1809844 h 2237474"/>
              <a:gd name="connsiteX89" fmla="*/ 4811440 w 12192000"/>
              <a:gd name="connsiteY89" fmla="*/ 1804655 h 2237474"/>
              <a:gd name="connsiteX90" fmla="*/ 4691075 w 12192000"/>
              <a:gd name="connsiteY90" fmla="*/ 1801389 h 2237474"/>
              <a:gd name="connsiteX91" fmla="*/ 4640313 w 12192000"/>
              <a:gd name="connsiteY91" fmla="*/ 1784307 h 2237474"/>
              <a:gd name="connsiteX92" fmla="*/ 4536503 w 12192000"/>
              <a:gd name="connsiteY92" fmla="*/ 1785334 h 2237474"/>
              <a:gd name="connsiteX93" fmla="*/ 4513724 w 12192000"/>
              <a:gd name="connsiteY93" fmla="*/ 1791996 h 2237474"/>
              <a:gd name="connsiteX94" fmla="*/ 4459810 w 12192000"/>
              <a:gd name="connsiteY94" fmla="*/ 1797886 h 2237474"/>
              <a:gd name="connsiteX95" fmla="*/ 4379064 w 12192000"/>
              <a:gd name="connsiteY95" fmla="*/ 1817177 h 2237474"/>
              <a:gd name="connsiteX96" fmla="*/ 4290981 w 12192000"/>
              <a:gd name="connsiteY96" fmla="*/ 1839677 h 2237474"/>
              <a:gd name="connsiteX97" fmla="*/ 4238372 w 12192000"/>
              <a:gd name="connsiteY97" fmla="*/ 1851480 h 2237474"/>
              <a:gd name="connsiteX98" fmla="*/ 4232517 w 12192000"/>
              <a:gd name="connsiteY98" fmla="*/ 1852567 h 2237474"/>
              <a:gd name="connsiteX99" fmla="*/ 4191732 w 12192000"/>
              <a:gd name="connsiteY99" fmla="*/ 1857328 h 2237474"/>
              <a:gd name="connsiteX100" fmla="*/ 4065532 w 12192000"/>
              <a:gd name="connsiteY100" fmla="*/ 1855477 h 2237474"/>
              <a:gd name="connsiteX101" fmla="*/ 4028460 w 12192000"/>
              <a:gd name="connsiteY101" fmla="*/ 1855137 h 2237474"/>
              <a:gd name="connsiteX102" fmla="*/ 4002267 w 12192000"/>
              <a:gd name="connsiteY102" fmla="*/ 1852352 h 2237474"/>
              <a:gd name="connsiteX103" fmla="*/ 3931396 w 12192000"/>
              <a:gd name="connsiteY103" fmla="*/ 1858915 h 2237474"/>
              <a:gd name="connsiteX104" fmla="*/ 3812162 w 12192000"/>
              <a:gd name="connsiteY104" fmla="*/ 1875501 h 2237474"/>
              <a:gd name="connsiteX105" fmla="*/ 3729530 w 12192000"/>
              <a:gd name="connsiteY105" fmla="*/ 1864513 h 2237474"/>
              <a:gd name="connsiteX106" fmla="*/ 3680177 w 12192000"/>
              <a:gd name="connsiteY106" fmla="*/ 1881552 h 2237474"/>
              <a:gd name="connsiteX107" fmla="*/ 3567259 w 12192000"/>
              <a:gd name="connsiteY107" fmla="*/ 1893482 h 2237474"/>
              <a:gd name="connsiteX108" fmla="*/ 3405770 w 12192000"/>
              <a:gd name="connsiteY108" fmla="*/ 1904591 h 2237474"/>
              <a:gd name="connsiteX109" fmla="*/ 3280097 w 12192000"/>
              <a:gd name="connsiteY109" fmla="*/ 1919610 h 2237474"/>
              <a:gd name="connsiteX110" fmla="*/ 3123424 w 12192000"/>
              <a:gd name="connsiteY110" fmla="*/ 1952930 h 2237474"/>
              <a:gd name="connsiteX111" fmla="*/ 3009910 w 12192000"/>
              <a:gd name="connsiteY111" fmla="*/ 1957866 h 2237474"/>
              <a:gd name="connsiteX112" fmla="*/ 2995934 w 12192000"/>
              <a:gd name="connsiteY112" fmla="*/ 1967085 h 2237474"/>
              <a:gd name="connsiteX113" fmla="*/ 2980071 w 12192000"/>
              <a:gd name="connsiteY113" fmla="*/ 1972988 h 2237474"/>
              <a:gd name="connsiteX114" fmla="*/ 2978094 w 12192000"/>
              <a:gd name="connsiteY114" fmla="*/ 1972369 h 2237474"/>
              <a:gd name="connsiteX115" fmla="*/ 2942858 w 12192000"/>
              <a:gd name="connsiteY115" fmla="*/ 1981367 h 2237474"/>
              <a:gd name="connsiteX116" fmla="*/ 2875436 w 12192000"/>
              <a:gd name="connsiteY116" fmla="*/ 1996977 h 2237474"/>
              <a:gd name="connsiteX117" fmla="*/ 2874892 w 12192000"/>
              <a:gd name="connsiteY117" fmla="*/ 1996085 h 2237474"/>
              <a:gd name="connsiteX118" fmla="*/ 2864145 w 12192000"/>
              <a:gd name="connsiteY118" fmla="*/ 1994061 h 2237474"/>
              <a:gd name="connsiteX119" fmla="*/ 2843662 w 12192000"/>
              <a:gd name="connsiteY119" fmla="*/ 1992498 h 2237474"/>
              <a:gd name="connsiteX120" fmla="*/ 2796128 w 12192000"/>
              <a:gd name="connsiteY120" fmla="*/ 1976403 h 2237474"/>
              <a:gd name="connsiteX121" fmla="*/ 2756784 w 12192000"/>
              <a:gd name="connsiteY121" fmla="*/ 1985116 h 2237474"/>
              <a:gd name="connsiteX122" fmla="*/ 2748833 w 12192000"/>
              <a:gd name="connsiteY122" fmla="*/ 1986323 h 2237474"/>
              <a:gd name="connsiteX123" fmla="*/ 2748661 w 12192000"/>
              <a:gd name="connsiteY123" fmla="*/ 1986122 h 2237474"/>
              <a:gd name="connsiteX124" fmla="*/ 2740251 w 12192000"/>
              <a:gd name="connsiteY124" fmla="*/ 1986946 h 2237474"/>
              <a:gd name="connsiteX125" fmla="*/ 2718916 w 12192000"/>
              <a:gd name="connsiteY125" fmla="*/ 1990867 h 2237474"/>
              <a:gd name="connsiteX126" fmla="*/ 2713522 w 12192000"/>
              <a:gd name="connsiteY126" fmla="*/ 1990173 h 2237474"/>
              <a:gd name="connsiteX127" fmla="*/ 2680597 w 12192000"/>
              <a:gd name="connsiteY127" fmla="*/ 1984996 h 2237474"/>
              <a:gd name="connsiteX128" fmla="*/ 2578178 w 12192000"/>
              <a:gd name="connsiteY128" fmla="*/ 1990531 h 2237474"/>
              <a:gd name="connsiteX129" fmla="*/ 2476147 w 12192000"/>
              <a:gd name="connsiteY129" fmla="*/ 1998305 h 2237474"/>
              <a:gd name="connsiteX130" fmla="*/ 2373568 w 12192000"/>
              <a:gd name="connsiteY130" fmla="*/ 2003219 h 2237474"/>
              <a:gd name="connsiteX131" fmla="*/ 2321399 w 12192000"/>
              <a:gd name="connsiteY131" fmla="*/ 1989467 h 2237474"/>
              <a:gd name="connsiteX132" fmla="*/ 2315525 w 12192000"/>
              <a:gd name="connsiteY132" fmla="*/ 1989708 h 2237474"/>
              <a:gd name="connsiteX133" fmla="*/ 2300792 w 12192000"/>
              <a:gd name="connsiteY133" fmla="*/ 1994290 h 2237474"/>
              <a:gd name="connsiteX134" fmla="*/ 2295469 w 12192000"/>
              <a:gd name="connsiteY134" fmla="*/ 1996659 h 2237474"/>
              <a:gd name="connsiteX135" fmla="*/ 2287219 w 12192000"/>
              <a:gd name="connsiteY135" fmla="*/ 1998750 h 2237474"/>
              <a:gd name="connsiteX136" fmla="*/ 2286948 w 12192000"/>
              <a:gd name="connsiteY136" fmla="*/ 1998596 h 2237474"/>
              <a:gd name="connsiteX137" fmla="*/ 2243069 w 12192000"/>
              <a:gd name="connsiteY137" fmla="*/ 2015111 h 2237474"/>
              <a:gd name="connsiteX138" fmla="*/ 2186609 w 12192000"/>
              <a:gd name="connsiteY138" fmla="*/ 2008263 h 2237474"/>
              <a:gd name="connsiteX139" fmla="*/ 2164831 w 12192000"/>
              <a:gd name="connsiteY139" fmla="*/ 2010143 h 2237474"/>
              <a:gd name="connsiteX140" fmla="*/ 2152836 w 12192000"/>
              <a:gd name="connsiteY140" fmla="*/ 2010048 h 2237474"/>
              <a:gd name="connsiteX141" fmla="*/ 2117102 w 12192000"/>
              <a:gd name="connsiteY141" fmla="*/ 2023004 h 2237474"/>
              <a:gd name="connsiteX142" fmla="*/ 2111935 w 12192000"/>
              <a:gd name="connsiteY142" fmla="*/ 2023163 h 2237474"/>
              <a:gd name="connsiteX143" fmla="*/ 2089991 w 12192000"/>
              <a:gd name="connsiteY143" fmla="*/ 2034193 h 2237474"/>
              <a:gd name="connsiteX144" fmla="*/ 2058061 w 12192000"/>
              <a:gd name="connsiteY144" fmla="*/ 2047942 h 2237474"/>
              <a:gd name="connsiteX145" fmla="*/ 2055737 w 12192000"/>
              <a:gd name="connsiteY145" fmla="*/ 2047704 h 2237474"/>
              <a:gd name="connsiteX146" fmla="*/ 2042244 w 12192000"/>
              <a:gd name="connsiteY146" fmla="*/ 2055560 h 2237474"/>
              <a:gd name="connsiteX147" fmla="*/ 1976224 w 12192000"/>
              <a:gd name="connsiteY147" fmla="*/ 2074257 h 2237474"/>
              <a:gd name="connsiteX148" fmla="*/ 1877728 w 12192000"/>
              <a:gd name="connsiteY148" fmla="*/ 2101004 h 2237474"/>
              <a:gd name="connsiteX149" fmla="*/ 1759056 w 12192000"/>
              <a:gd name="connsiteY149" fmla="*/ 2125608 h 2237474"/>
              <a:gd name="connsiteX150" fmla="*/ 1637948 w 12192000"/>
              <a:gd name="connsiteY150" fmla="*/ 2172597 h 2237474"/>
              <a:gd name="connsiteX151" fmla="*/ 1434549 w 12192000"/>
              <a:gd name="connsiteY151" fmla="*/ 2234522 h 2237474"/>
              <a:gd name="connsiteX152" fmla="*/ 1398481 w 12192000"/>
              <a:gd name="connsiteY152" fmla="*/ 2237074 h 2237474"/>
              <a:gd name="connsiteX153" fmla="*/ 1398407 w 12192000"/>
              <a:gd name="connsiteY153" fmla="*/ 2237095 h 2237474"/>
              <a:gd name="connsiteX154" fmla="*/ 1370962 w 12192000"/>
              <a:gd name="connsiteY154" fmla="*/ 2237474 h 2237474"/>
              <a:gd name="connsiteX155" fmla="*/ 1356367 w 12192000"/>
              <a:gd name="connsiteY155" fmla="*/ 2235089 h 2237474"/>
              <a:gd name="connsiteX156" fmla="*/ 1324828 w 12192000"/>
              <a:gd name="connsiteY156" fmla="*/ 2231968 h 2237474"/>
              <a:gd name="connsiteX157" fmla="*/ 1297744 w 12192000"/>
              <a:gd name="connsiteY157" fmla="*/ 2235849 h 2237474"/>
              <a:gd name="connsiteX158" fmla="*/ 1286236 w 12192000"/>
              <a:gd name="connsiteY158" fmla="*/ 2233135 h 2237474"/>
              <a:gd name="connsiteX159" fmla="*/ 1283504 w 12192000"/>
              <a:gd name="connsiteY159" fmla="*/ 2233797 h 2237474"/>
              <a:gd name="connsiteX160" fmla="*/ 1279765 w 12192000"/>
              <a:gd name="connsiteY160" fmla="*/ 2229639 h 2237474"/>
              <a:gd name="connsiteX161" fmla="*/ 1195347 w 12192000"/>
              <a:gd name="connsiteY161" fmla="*/ 2212354 h 2237474"/>
              <a:gd name="connsiteX162" fmla="*/ 970251 w 12192000"/>
              <a:gd name="connsiteY162" fmla="*/ 2221029 h 2237474"/>
              <a:gd name="connsiteX163" fmla="*/ 812914 w 12192000"/>
              <a:gd name="connsiteY163" fmla="*/ 2202752 h 2237474"/>
              <a:gd name="connsiteX164" fmla="*/ 800195 w 12192000"/>
              <a:gd name="connsiteY164" fmla="*/ 2209407 h 2237474"/>
              <a:gd name="connsiteX165" fmla="*/ 784978 w 12192000"/>
              <a:gd name="connsiteY165" fmla="*/ 2212360 h 2237474"/>
              <a:gd name="connsiteX166" fmla="*/ 681987 w 12192000"/>
              <a:gd name="connsiteY166" fmla="*/ 2216757 h 2237474"/>
              <a:gd name="connsiteX167" fmla="*/ 669923 w 12192000"/>
              <a:gd name="connsiteY167" fmla="*/ 2211682 h 2237474"/>
              <a:gd name="connsiteX168" fmla="*/ 648680 w 12192000"/>
              <a:gd name="connsiteY168" fmla="*/ 2206229 h 2237474"/>
              <a:gd name="connsiteX169" fmla="*/ 597225 w 12192000"/>
              <a:gd name="connsiteY169" fmla="*/ 2180999 h 2237474"/>
              <a:gd name="connsiteX170" fmla="*/ 558449 w 12192000"/>
              <a:gd name="connsiteY170" fmla="*/ 2182346 h 2237474"/>
              <a:gd name="connsiteX171" fmla="*/ 550517 w 12192000"/>
              <a:gd name="connsiteY171" fmla="*/ 2182060 h 2237474"/>
              <a:gd name="connsiteX172" fmla="*/ 550309 w 12192000"/>
              <a:gd name="connsiteY172" fmla="*/ 2181825 h 2237474"/>
              <a:gd name="connsiteX173" fmla="*/ 541836 w 12192000"/>
              <a:gd name="connsiteY173" fmla="*/ 2181063 h 2237474"/>
              <a:gd name="connsiteX174" fmla="*/ 536057 w 12192000"/>
              <a:gd name="connsiteY174" fmla="*/ 2181537 h 2237474"/>
              <a:gd name="connsiteX175" fmla="*/ 520671 w 12192000"/>
              <a:gd name="connsiteY175" fmla="*/ 2180980 h 2237474"/>
              <a:gd name="connsiteX176" fmla="*/ 515024 w 12192000"/>
              <a:gd name="connsiteY176" fmla="*/ 2179258 h 2237474"/>
              <a:gd name="connsiteX177" fmla="*/ 512278 w 12192000"/>
              <a:gd name="connsiteY177" fmla="*/ 2176369 h 2237474"/>
              <a:gd name="connsiteX178" fmla="*/ 480419 w 12192000"/>
              <a:gd name="connsiteY178" fmla="*/ 2167807 h 2237474"/>
              <a:gd name="connsiteX179" fmla="*/ 413835 w 12192000"/>
              <a:gd name="connsiteY179" fmla="*/ 2156783 h 2237474"/>
              <a:gd name="connsiteX180" fmla="*/ 376513 w 12192000"/>
              <a:gd name="connsiteY180" fmla="*/ 2154014 h 2237474"/>
              <a:gd name="connsiteX181" fmla="*/ 273386 w 12192000"/>
              <a:gd name="connsiteY181" fmla="*/ 2142551 h 2237474"/>
              <a:gd name="connsiteX182" fmla="*/ 169207 w 12192000"/>
              <a:gd name="connsiteY182" fmla="*/ 2128100 h 2237474"/>
              <a:gd name="connsiteX183" fmla="*/ 93149 w 12192000"/>
              <a:gd name="connsiteY183" fmla="*/ 2105324 h 2237474"/>
              <a:gd name="connsiteX184" fmla="*/ 88109 w 12192000"/>
              <a:gd name="connsiteY184" fmla="*/ 2106704 h 2237474"/>
              <a:gd name="connsiteX185" fmla="*/ 80022 w 12192000"/>
              <a:gd name="connsiteY185" fmla="*/ 2107254 h 2237474"/>
              <a:gd name="connsiteX186" fmla="*/ 79717 w 12192000"/>
              <a:gd name="connsiteY186" fmla="*/ 2107046 h 2237474"/>
              <a:gd name="connsiteX187" fmla="*/ 72352 w 12192000"/>
              <a:gd name="connsiteY187" fmla="*/ 2107991 h 2237474"/>
              <a:gd name="connsiteX188" fmla="*/ 37645 w 12192000"/>
              <a:gd name="connsiteY188" fmla="*/ 2115401 h 2237474"/>
              <a:gd name="connsiteX189" fmla="*/ 4572 w 12192000"/>
              <a:gd name="connsiteY189" fmla="*/ 2111091 h 2237474"/>
              <a:gd name="connsiteX190" fmla="*/ 0 w 12192000"/>
              <a:gd name="connsiteY190" fmla="*/ 2110468 h 2237474"/>
              <a:gd name="connsiteX191" fmla="*/ 0 w 12192000"/>
              <a:gd name="connsiteY191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44189 w 12192000"/>
              <a:gd name="connsiteY24" fmla="*/ 938966 h 2237474"/>
              <a:gd name="connsiteX25" fmla="*/ 9500499 w 12192000"/>
              <a:gd name="connsiteY25" fmla="*/ 954680 h 2237474"/>
              <a:gd name="connsiteX26" fmla="*/ 9428195 w 12192000"/>
              <a:gd name="connsiteY26" fmla="*/ 986225 h 2237474"/>
              <a:gd name="connsiteX27" fmla="*/ 9410017 w 12192000"/>
              <a:gd name="connsiteY27" fmla="*/ 993931 h 2237474"/>
              <a:gd name="connsiteX28" fmla="*/ 9392919 w 12192000"/>
              <a:gd name="connsiteY28" fmla="*/ 994656 h 2237474"/>
              <a:gd name="connsiteX29" fmla="*/ 9278619 w 12192000"/>
              <a:gd name="connsiteY29" fmla="*/ 1011878 h 2237474"/>
              <a:gd name="connsiteX30" fmla="*/ 9268019 w 12192000"/>
              <a:gd name="connsiteY30" fmla="*/ 1007442 h 2237474"/>
              <a:gd name="connsiteX31" fmla="*/ 9234662 w 12192000"/>
              <a:gd name="connsiteY31" fmla="*/ 1023056 h 2237474"/>
              <a:gd name="connsiteX32" fmla="*/ 9181033 w 12192000"/>
              <a:gd name="connsiteY32" fmla="*/ 1037921 h 2237474"/>
              <a:gd name="connsiteX33" fmla="*/ 9155969 w 12192000"/>
              <a:gd name="connsiteY33" fmla="*/ 1046804 h 2237474"/>
              <a:gd name="connsiteX34" fmla="*/ 9133985 w 12192000"/>
              <a:gd name="connsiteY34" fmla="*/ 1046450 h 2237474"/>
              <a:gd name="connsiteX35" fmla="*/ 9003462 w 12192000"/>
              <a:gd name="connsiteY35" fmla="*/ 1042406 h 2237474"/>
              <a:gd name="connsiteX36" fmla="*/ 8968445 w 12192000"/>
              <a:gd name="connsiteY36" fmla="*/ 1052169 h 2237474"/>
              <a:gd name="connsiteX37" fmla="*/ 8886001 w 12192000"/>
              <a:gd name="connsiteY37" fmla="*/ 1067468 h 2237474"/>
              <a:gd name="connsiteX38" fmla="*/ 8838610 w 12192000"/>
              <a:gd name="connsiteY38" fmla="*/ 1075091 h 2237474"/>
              <a:gd name="connsiteX39" fmla="*/ 8750383 w 12192000"/>
              <a:gd name="connsiteY39" fmla="*/ 1097387 h 2237474"/>
              <a:gd name="connsiteX40" fmla="*/ 8665605 w 12192000"/>
              <a:gd name="connsiteY40" fmla="*/ 1110791 h 2237474"/>
              <a:gd name="connsiteX41" fmla="*/ 8584946 w 12192000"/>
              <a:gd name="connsiteY41" fmla="*/ 1135226 h 2237474"/>
              <a:gd name="connsiteX42" fmla="*/ 8460755 w 12192000"/>
              <a:gd name="connsiteY42" fmla="*/ 1203427 h 2237474"/>
              <a:gd name="connsiteX43" fmla="*/ 8419755 w 12192000"/>
              <a:gd name="connsiteY43" fmla="*/ 1216260 h 2237474"/>
              <a:gd name="connsiteX44" fmla="*/ 8411626 w 12192000"/>
              <a:gd name="connsiteY44" fmla="*/ 1214397 h 2237474"/>
              <a:gd name="connsiteX45" fmla="*/ 8363469 w 12192000"/>
              <a:gd name="connsiteY45" fmla="*/ 1246658 h 2237474"/>
              <a:gd name="connsiteX46" fmla="*/ 8275497 w 12192000"/>
              <a:gd name="connsiteY46" fmla="*/ 1264396 h 2237474"/>
              <a:gd name="connsiteX47" fmla="*/ 8206287 w 12192000"/>
              <a:gd name="connsiteY47" fmla="*/ 1273060 h 2237474"/>
              <a:gd name="connsiteX48" fmla="*/ 8139997 w 12192000"/>
              <a:gd name="connsiteY48" fmla="*/ 1282713 h 2237474"/>
              <a:gd name="connsiteX49" fmla="*/ 8074238 w 12192000"/>
              <a:gd name="connsiteY49" fmla="*/ 1301895 h 2237474"/>
              <a:gd name="connsiteX50" fmla="*/ 7942099 w 12192000"/>
              <a:gd name="connsiteY50" fmla="*/ 1336332 h 2237474"/>
              <a:gd name="connsiteX51" fmla="*/ 7902328 w 12192000"/>
              <a:gd name="connsiteY51" fmla="*/ 1345865 h 2237474"/>
              <a:gd name="connsiteX52" fmla="*/ 7840612 w 12192000"/>
              <a:gd name="connsiteY52" fmla="*/ 1369373 h 2237474"/>
              <a:gd name="connsiteX53" fmla="*/ 7786819 w 12192000"/>
              <a:gd name="connsiteY53" fmla="*/ 1378970 h 2237474"/>
              <a:gd name="connsiteX54" fmla="*/ 7548172 w 12192000"/>
              <a:gd name="connsiteY54" fmla="*/ 1417460 h 2237474"/>
              <a:gd name="connsiteX55" fmla="*/ 7483437 w 12192000"/>
              <a:gd name="connsiteY55" fmla="*/ 1478152 h 2237474"/>
              <a:gd name="connsiteX56" fmla="*/ 7377870 w 12192000"/>
              <a:gd name="connsiteY56" fmla="*/ 1523319 h 2237474"/>
              <a:gd name="connsiteX57" fmla="*/ 7230737 w 12192000"/>
              <a:gd name="connsiteY57" fmla="*/ 1562633 h 2237474"/>
              <a:gd name="connsiteX58" fmla="*/ 7224458 w 12192000"/>
              <a:gd name="connsiteY58" fmla="*/ 1573008 h 2237474"/>
              <a:gd name="connsiteX59" fmla="*/ 7183121 w 12192000"/>
              <a:gd name="connsiteY59" fmla="*/ 1595162 h 2237474"/>
              <a:gd name="connsiteX60" fmla="*/ 7164601 w 12192000"/>
              <a:gd name="connsiteY60" fmla="*/ 1606490 h 2237474"/>
              <a:gd name="connsiteX61" fmla="*/ 7031309 w 12192000"/>
              <a:gd name="connsiteY61" fmla="*/ 1619451 h 2237474"/>
              <a:gd name="connsiteX62" fmla="*/ 6900177 w 12192000"/>
              <a:gd name="connsiteY62" fmla="*/ 1636016 h 2237474"/>
              <a:gd name="connsiteX63" fmla="*/ 6795372 w 12192000"/>
              <a:gd name="connsiteY63" fmla="*/ 1644845 h 2237474"/>
              <a:gd name="connsiteX64" fmla="*/ 6692251 w 12192000"/>
              <a:gd name="connsiteY64" fmla="*/ 1656357 h 2237474"/>
              <a:gd name="connsiteX65" fmla="*/ 6655235 w 12192000"/>
              <a:gd name="connsiteY65" fmla="*/ 1661869 h 2237474"/>
              <a:gd name="connsiteX66" fmla="*/ 6554894 w 12192000"/>
              <a:gd name="connsiteY66" fmla="*/ 1664428 h 2237474"/>
              <a:gd name="connsiteX67" fmla="*/ 6516595 w 12192000"/>
              <a:gd name="connsiteY67" fmla="*/ 1667475 h 2237474"/>
              <a:gd name="connsiteX68" fmla="*/ 6508541 w 12192000"/>
              <a:gd name="connsiteY68" fmla="*/ 1668757 h 2237474"/>
              <a:gd name="connsiteX69" fmla="*/ 6471012 w 12192000"/>
              <a:gd name="connsiteY69" fmla="*/ 1678604 h 2237474"/>
              <a:gd name="connsiteX70" fmla="*/ 6364035 w 12192000"/>
              <a:gd name="connsiteY70" fmla="*/ 1667683 h 2237474"/>
              <a:gd name="connsiteX71" fmla="*/ 6280959 w 12192000"/>
              <a:gd name="connsiteY71" fmla="*/ 1689329 h 2237474"/>
              <a:gd name="connsiteX72" fmla="*/ 6243319 w 12192000"/>
              <a:gd name="connsiteY72" fmla="*/ 1695560 h 2237474"/>
              <a:gd name="connsiteX73" fmla="*/ 6098321 w 12192000"/>
              <a:gd name="connsiteY73" fmla="*/ 1721646 h 2237474"/>
              <a:gd name="connsiteX74" fmla="*/ 5880652 w 12192000"/>
              <a:gd name="connsiteY74" fmla="*/ 1779643 h 2237474"/>
              <a:gd name="connsiteX75" fmla="*/ 5785959 w 12192000"/>
              <a:gd name="connsiteY75" fmla="*/ 1775307 h 2237474"/>
              <a:gd name="connsiteX76" fmla="*/ 5643534 w 12192000"/>
              <a:gd name="connsiteY76" fmla="*/ 1802919 h 2237474"/>
              <a:gd name="connsiteX77" fmla="*/ 5518799 w 12192000"/>
              <a:gd name="connsiteY77" fmla="*/ 1818312 h 2237474"/>
              <a:gd name="connsiteX78" fmla="*/ 5505014 w 12192000"/>
              <a:gd name="connsiteY78" fmla="*/ 1819259 h 2237474"/>
              <a:gd name="connsiteX79" fmla="*/ 5453307 w 12192000"/>
              <a:gd name="connsiteY79" fmla="*/ 1815450 h 2237474"/>
              <a:gd name="connsiteX80" fmla="*/ 5221533 w 12192000"/>
              <a:gd name="connsiteY80" fmla="*/ 1846950 h 2237474"/>
              <a:gd name="connsiteX81" fmla="*/ 5149802 w 12192000"/>
              <a:gd name="connsiteY81" fmla="*/ 1844846 h 2237474"/>
              <a:gd name="connsiteX82" fmla="*/ 5114927 w 12192000"/>
              <a:gd name="connsiteY82" fmla="*/ 1847827 h 2237474"/>
              <a:gd name="connsiteX83" fmla="*/ 5108970 w 12192000"/>
              <a:gd name="connsiteY83" fmla="*/ 1847935 h 2237474"/>
              <a:gd name="connsiteX84" fmla="*/ 5067961 w 12192000"/>
              <a:gd name="connsiteY84" fmla="*/ 1845917 h 2237474"/>
              <a:gd name="connsiteX85" fmla="*/ 5007075 w 12192000"/>
              <a:gd name="connsiteY85" fmla="*/ 1838626 h 2237474"/>
              <a:gd name="connsiteX86" fmla="*/ 4944087 w 12192000"/>
              <a:gd name="connsiteY86" fmla="*/ 1823332 h 2237474"/>
              <a:gd name="connsiteX87" fmla="*/ 4907662 w 12192000"/>
              <a:gd name="connsiteY87" fmla="*/ 1816900 h 2237474"/>
              <a:gd name="connsiteX88" fmla="*/ 4882386 w 12192000"/>
              <a:gd name="connsiteY88" fmla="*/ 1809844 h 2237474"/>
              <a:gd name="connsiteX89" fmla="*/ 4811440 w 12192000"/>
              <a:gd name="connsiteY89" fmla="*/ 1804655 h 2237474"/>
              <a:gd name="connsiteX90" fmla="*/ 4691075 w 12192000"/>
              <a:gd name="connsiteY90" fmla="*/ 1801389 h 2237474"/>
              <a:gd name="connsiteX91" fmla="*/ 4640313 w 12192000"/>
              <a:gd name="connsiteY91" fmla="*/ 1784307 h 2237474"/>
              <a:gd name="connsiteX92" fmla="*/ 4536503 w 12192000"/>
              <a:gd name="connsiteY92" fmla="*/ 1785334 h 2237474"/>
              <a:gd name="connsiteX93" fmla="*/ 4513724 w 12192000"/>
              <a:gd name="connsiteY93" fmla="*/ 1791996 h 2237474"/>
              <a:gd name="connsiteX94" fmla="*/ 4459810 w 12192000"/>
              <a:gd name="connsiteY94" fmla="*/ 1797886 h 2237474"/>
              <a:gd name="connsiteX95" fmla="*/ 4379064 w 12192000"/>
              <a:gd name="connsiteY95" fmla="*/ 1817177 h 2237474"/>
              <a:gd name="connsiteX96" fmla="*/ 4290981 w 12192000"/>
              <a:gd name="connsiteY96" fmla="*/ 1839677 h 2237474"/>
              <a:gd name="connsiteX97" fmla="*/ 4238372 w 12192000"/>
              <a:gd name="connsiteY97" fmla="*/ 1851480 h 2237474"/>
              <a:gd name="connsiteX98" fmla="*/ 4232517 w 12192000"/>
              <a:gd name="connsiteY98" fmla="*/ 1852567 h 2237474"/>
              <a:gd name="connsiteX99" fmla="*/ 4191732 w 12192000"/>
              <a:gd name="connsiteY99" fmla="*/ 1857328 h 2237474"/>
              <a:gd name="connsiteX100" fmla="*/ 4065532 w 12192000"/>
              <a:gd name="connsiteY100" fmla="*/ 1855477 h 2237474"/>
              <a:gd name="connsiteX101" fmla="*/ 4028460 w 12192000"/>
              <a:gd name="connsiteY101" fmla="*/ 1855137 h 2237474"/>
              <a:gd name="connsiteX102" fmla="*/ 4002267 w 12192000"/>
              <a:gd name="connsiteY102" fmla="*/ 1852352 h 2237474"/>
              <a:gd name="connsiteX103" fmla="*/ 3931396 w 12192000"/>
              <a:gd name="connsiteY103" fmla="*/ 1858915 h 2237474"/>
              <a:gd name="connsiteX104" fmla="*/ 3812162 w 12192000"/>
              <a:gd name="connsiteY104" fmla="*/ 1875501 h 2237474"/>
              <a:gd name="connsiteX105" fmla="*/ 3729530 w 12192000"/>
              <a:gd name="connsiteY105" fmla="*/ 1864513 h 2237474"/>
              <a:gd name="connsiteX106" fmla="*/ 3680177 w 12192000"/>
              <a:gd name="connsiteY106" fmla="*/ 1881552 h 2237474"/>
              <a:gd name="connsiteX107" fmla="*/ 3567259 w 12192000"/>
              <a:gd name="connsiteY107" fmla="*/ 1893482 h 2237474"/>
              <a:gd name="connsiteX108" fmla="*/ 3405770 w 12192000"/>
              <a:gd name="connsiteY108" fmla="*/ 1904591 h 2237474"/>
              <a:gd name="connsiteX109" fmla="*/ 3280097 w 12192000"/>
              <a:gd name="connsiteY109" fmla="*/ 1919610 h 2237474"/>
              <a:gd name="connsiteX110" fmla="*/ 3123424 w 12192000"/>
              <a:gd name="connsiteY110" fmla="*/ 1952930 h 2237474"/>
              <a:gd name="connsiteX111" fmla="*/ 3009910 w 12192000"/>
              <a:gd name="connsiteY111" fmla="*/ 1957866 h 2237474"/>
              <a:gd name="connsiteX112" fmla="*/ 2995934 w 12192000"/>
              <a:gd name="connsiteY112" fmla="*/ 1967085 h 2237474"/>
              <a:gd name="connsiteX113" fmla="*/ 2980071 w 12192000"/>
              <a:gd name="connsiteY113" fmla="*/ 1972988 h 2237474"/>
              <a:gd name="connsiteX114" fmla="*/ 2942858 w 12192000"/>
              <a:gd name="connsiteY114" fmla="*/ 1981367 h 2237474"/>
              <a:gd name="connsiteX115" fmla="*/ 2875436 w 12192000"/>
              <a:gd name="connsiteY115" fmla="*/ 1996977 h 2237474"/>
              <a:gd name="connsiteX116" fmla="*/ 2874892 w 12192000"/>
              <a:gd name="connsiteY116" fmla="*/ 1996085 h 2237474"/>
              <a:gd name="connsiteX117" fmla="*/ 2864145 w 12192000"/>
              <a:gd name="connsiteY117" fmla="*/ 1994061 h 2237474"/>
              <a:gd name="connsiteX118" fmla="*/ 2843662 w 12192000"/>
              <a:gd name="connsiteY118" fmla="*/ 1992498 h 2237474"/>
              <a:gd name="connsiteX119" fmla="*/ 2796128 w 12192000"/>
              <a:gd name="connsiteY119" fmla="*/ 1976403 h 2237474"/>
              <a:gd name="connsiteX120" fmla="*/ 2756784 w 12192000"/>
              <a:gd name="connsiteY120" fmla="*/ 1985116 h 2237474"/>
              <a:gd name="connsiteX121" fmla="*/ 2748833 w 12192000"/>
              <a:gd name="connsiteY121" fmla="*/ 1986323 h 2237474"/>
              <a:gd name="connsiteX122" fmla="*/ 2748661 w 12192000"/>
              <a:gd name="connsiteY122" fmla="*/ 1986122 h 2237474"/>
              <a:gd name="connsiteX123" fmla="*/ 2740251 w 12192000"/>
              <a:gd name="connsiteY123" fmla="*/ 1986946 h 2237474"/>
              <a:gd name="connsiteX124" fmla="*/ 2718916 w 12192000"/>
              <a:gd name="connsiteY124" fmla="*/ 1990867 h 2237474"/>
              <a:gd name="connsiteX125" fmla="*/ 2713522 w 12192000"/>
              <a:gd name="connsiteY125" fmla="*/ 1990173 h 2237474"/>
              <a:gd name="connsiteX126" fmla="*/ 2680597 w 12192000"/>
              <a:gd name="connsiteY126" fmla="*/ 1984996 h 2237474"/>
              <a:gd name="connsiteX127" fmla="*/ 2578178 w 12192000"/>
              <a:gd name="connsiteY127" fmla="*/ 1990531 h 2237474"/>
              <a:gd name="connsiteX128" fmla="*/ 2476147 w 12192000"/>
              <a:gd name="connsiteY128" fmla="*/ 1998305 h 2237474"/>
              <a:gd name="connsiteX129" fmla="*/ 2373568 w 12192000"/>
              <a:gd name="connsiteY129" fmla="*/ 2003219 h 2237474"/>
              <a:gd name="connsiteX130" fmla="*/ 2321399 w 12192000"/>
              <a:gd name="connsiteY130" fmla="*/ 1989467 h 2237474"/>
              <a:gd name="connsiteX131" fmla="*/ 2315525 w 12192000"/>
              <a:gd name="connsiteY131" fmla="*/ 1989708 h 2237474"/>
              <a:gd name="connsiteX132" fmla="*/ 2300792 w 12192000"/>
              <a:gd name="connsiteY132" fmla="*/ 1994290 h 2237474"/>
              <a:gd name="connsiteX133" fmla="*/ 2295469 w 12192000"/>
              <a:gd name="connsiteY133" fmla="*/ 1996659 h 2237474"/>
              <a:gd name="connsiteX134" fmla="*/ 2287219 w 12192000"/>
              <a:gd name="connsiteY134" fmla="*/ 1998750 h 2237474"/>
              <a:gd name="connsiteX135" fmla="*/ 2286948 w 12192000"/>
              <a:gd name="connsiteY135" fmla="*/ 1998596 h 2237474"/>
              <a:gd name="connsiteX136" fmla="*/ 2243069 w 12192000"/>
              <a:gd name="connsiteY136" fmla="*/ 2015111 h 2237474"/>
              <a:gd name="connsiteX137" fmla="*/ 2186609 w 12192000"/>
              <a:gd name="connsiteY137" fmla="*/ 2008263 h 2237474"/>
              <a:gd name="connsiteX138" fmla="*/ 2164831 w 12192000"/>
              <a:gd name="connsiteY138" fmla="*/ 2010143 h 2237474"/>
              <a:gd name="connsiteX139" fmla="*/ 2152836 w 12192000"/>
              <a:gd name="connsiteY139" fmla="*/ 2010048 h 2237474"/>
              <a:gd name="connsiteX140" fmla="*/ 2117102 w 12192000"/>
              <a:gd name="connsiteY140" fmla="*/ 2023004 h 2237474"/>
              <a:gd name="connsiteX141" fmla="*/ 2111935 w 12192000"/>
              <a:gd name="connsiteY141" fmla="*/ 2023163 h 2237474"/>
              <a:gd name="connsiteX142" fmla="*/ 2089991 w 12192000"/>
              <a:gd name="connsiteY142" fmla="*/ 2034193 h 2237474"/>
              <a:gd name="connsiteX143" fmla="*/ 2058061 w 12192000"/>
              <a:gd name="connsiteY143" fmla="*/ 2047942 h 2237474"/>
              <a:gd name="connsiteX144" fmla="*/ 2055737 w 12192000"/>
              <a:gd name="connsiteY144" fmla="*/ 2047704 h 2237474"/>
              <a:gd name="connsiteX145" fmla="*/ 2042244 w 12192000"/>
              <a:gd name="connsiteY145" fmla="*/ 2055560 h 2237474"/>
              <a:gd name="connsiteX146" fmla="*/ 1976224 w 12192000"/>
              <a:gd name="connsiteY146" fmla="*/ 2074257 h 2237474"/>
              <a:gd name="connsiteX147" fmla="*/ 1877728 w 12192000"/>
              <a:gd name="connsiteY147" fmla="*/ 2101004 h 2237474"/>
              <a:gd name="connsiteX148" fmla="*/ 1759056 w 12192000"/>
              <a:gd name="connsiteY148" fmla="*/ 2125608 h 2237474"/>
              <a:gd name="connsiteX149" fmla="*/ 1637948 w 12192000"/>
              <a:gd name="connsiteY149" fmla="*/ 2172597 h 2237474"/>
              <a:gd name="connsiteX150" fmla="*/ 1434549 w 12192000"/>
              <a:gd name="connsiteY150" fmla="*/ 2234522 h 2237474"/>
              <a:gd name="connsiteX151" fmla="*/ 1398481 w 12192000"/>
              <a:gd name="connsiteY151" fmla="*/ 2237074 h 2237474"/>
              <a:gd name="connsiteX152" fmla="*/ 1398407 w 12192000"/>
              <a:gd name="connsiteY152" fmla="*/ 2237095 h 2237474"/>
              <a:gd name="connsiteX153" fmla="*/ 1370962 w 12192000"/>
              <a:gd name="connsiteY153" fmla="*/ 2237474 h 2237474"/>
              <a:gd name="connsiteX154" fmla="*/ 1356367 w 12192000"/>
              <a:gd name="connsiteY154" fmla="*/ 2235089 h 2237474"/>
              <a:gd name="connsiteX155" fmla="*/ 1324828 w 12192000"/>
              <a:gd name="connsiteY155" fmla="*/ 2231968 h 2237474"/>
              <a:gd name="connsiteX156" fmla="*/ 1297744 w 12192000"/>
              <a:gd name="connsiteY156" fmla="*/ 2235849 h 2237474"/>
              <a:gd name="connsiteX157" fmla="*/ 1286236 w 12192000"/>
              <a:gd name="connsiteY157" fmla="*/ 2233135 h 2237474"/>
              <a:gd name="connsiteX158" fmla="*/ 1283504 w 12192000"/>
              <a:gd name="connsiteY158" fmla="*/ 2233797 h 2237474"/>
              <a:gd name="connsiteX159" fmla="*/ 1279765 w 12192000"/>
              <a:gd name="connsiteY159" fmla="*/ 2229639 h 2237474"/>
              <a:gd name="connsiteX160" fmla="*/ 1195347 w 12192000"/>
              <a:gd name="connsiteY160" fmla="*/ 2212354 h 2237474"/>
              <a:gd name="connsiteX161" fmla="*/ 970251 w 12192000"/>
              <a:gd name="connsiteY161" fmla="*/ 2221029 h 2237474"/>
              <a:gd name="connsiteX162" fmla="*/ 812914 w 12192000"/>
              <a:gd name="connsiteY162" fmla="*/ 2202752 h 2237474"/>
              <a:gd name="connsiteX163" fmla="*/ 800195 w 12192000"/>
              <a:gd name="connsiteY163" fmla="*/ 2209407 h 2237474"/>
              <a:gd name="connsiteX164" fmla="*/ 784978 w 12192000"/>
              <a:gd name="connsiteY164" fmla="*/ 2212360 h 2237474"/>
              <a:gd name="connsiteX165" fmla="*/ 681987 w 12192000"/>
              <a:gd name="connsiteY165" fmla="*/ 2216757 h 2237474"/>
              <a:gd name="connsiteX166" fmla="*/ 669923 w 12192000"/>
              <a:gd name="connsiteY166" fmla="*/ 2211682 h 2237474"/>
              <a:gd name="connsiteX167" fmla="*/ 648680 w 12192000"/>
              <a:gd name="connsiteY167" fmla="*/ 2206229 h 2237474"/>
              <a:gd name="connsiteX168" fmla="*/ 597225 w 12192000"/>
              <a:gd name="connsiteY168" fmla="*/ 2180999 h 2237474"/>
              <a:gd name="connsiteX169" fmla="*/ 558449 w 12192000"/>
              <a:gd name="connsiteY169" fmla="*/ 2182346 h 2237474"/>
              <a:gd name="connsiteX170" fmla="*/ 550517 w 12192000"/>
              <a:gd name="connsiteY170" fmla="*/ 2182060 h 2237474"/>
              <a:gd name="connsiteX171" fmla="*/ 550309 w 12192000"/>
              <a:gd name="connsiteY171" fmla="*/ 2181825 h 2237474"/>
              <a:gd name="connsiteX172" fmla="*/ 541836 w 12192000"/>
              <a:gd name="connsiteY172" fmla="*/ 2181063 h 2237474"/>
              <a:gd name="connsiteX173" fmla="*/ 536057 w 12192000"/>
              <a:gd name="connsiteY173" fmla="*/ 2181537 h 2237474"/>
              <a:gd name="connsiteX174" fmla="*/ 520671 w 12192000"/>
              <a:gd name="connsiteY174" fmla="*/ 2180980 h 2237474"/>
              <a:gd name="connsiteX175" fmla="*/ 515024 w 12192000"/>
              <a:gd name="connsiteY175" fmla="*/ 2179258 h 2237474"/>
              <a:gd name="connsiteX176" fmla="*/ 512278 w 12192000"/>
              <a:gd name="connsiteY176" fmla="*/ 2176369 h 2237474"/>
              <a:gd name="connsiteX177" fmla="*/ 480419 w 12192000"/>
              <a:gd name="connsiteY177" fmla="*/ 2167807 h 2237474"/>
              <a:gd name="connsiteX178" fmla="*/ 413835 w 12192000"/>
              <a:gd name="connsiteY178" fmla="*/ 2156783 h 2237474"/>
              <a:gd name="connsiteX179" fmla="*/ 376513 w 12192000"/>
              <a:gd name="connsiteY179" fmla="*/ 2154014 h 2237474"/>
              <a:gd name="connsiteX180" fmla="*/ 273386 w 12192000"/>
              <a:gd name="connsiteY180" fmla="*/ 2142551 h 2237474"/>
              <a:gd name="connsiteX181" fmla="*/ 169207 w 12192000"/>
              <a:gd name="connsiteY181" fmla="*/ 2128100 h 2237474"/>
              <a:gd name="connsiteX182" fmla="*/ 93149 w 12192000"/>
              <a:gd name="connsiteY182" fmla="*/ 2105324 h 2237474"/>
              <a:gd name="connsiteX183" fmla="*/ 88109 w 12192000"/>
              <a:gd name="connsiteY183" fmla="*/ 2106704 h 2237474"/>
              <a:gd name="connsiteX184" fmla="*/ 80022 w 12192000"/>
              <a:gd name="connsiteY184" fmla="*/ 2107254 h 2237474"/>
              <a:gd name="connsiteX185" fmla="*/ 79717 w 12192000"/>
              <a:gd name="connsiteY185" fmla="*/ 2107046 h 2237474"/>
              <a:gd name="connsiteX186" fmla="*/ 72352 w 12192000"/>
              <a:gd name="connsiteY186" fmla="*/ 2107991 h 2237474"/>
              <a:gd name="connsiteX187" fmla="*/ 37645 w 12192000"/>
              <a:gd name="connsiteY187" fmla="*/ 2115401 h 2237474"/>
              <a:gd name="connsiteX188" fmla="*/ 4572 w 12192000"/>
              <a:gd name="connsiteY188" fmla="*/ 2111091 h 2237474"/>
              <a:gd name="connsiteX189" fmla="*/ 0 w 12192000"/>
              <a:gd name="connsiteY189" fmla="*/ 2110468 h 2237474"/>
              <a:gd name="connsiteX190" fmla="*/ 0 w 12192000"/>
              <a:gd name="connsiteY190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44189 w 12192000"/>
              <a:gd name="connsiteY24" fmla="*/ 938966 h 2237474"/>
              <a:gd name="connsiteX25" fmla="*/ 9500499 w 12192000"/>
              <a:gd name="connsiteY25" fmla="*/ 954680 h 2237474"/>
              <a:gd name="connsiteX26" fmla="*/ 9428195 w 12192000"/>
              <a:gd name="connsiteY26" fmla="*/ 986225 h 2237474"/>
              <a:gd name="connsiteX27" fmla="*/ 9410017 w 12192000"/>
              <a:gd name="connsiteY27" fmla="*/ 993931 h 2237474"/>
              <a:gd name="connsiteX28" fmla="*/ 9392919 w 12192000"/>
              <a:gd name="connsiteY28" fmla="*/ 994656 h 2237474"/>
              <a:gd name="connsiteX29" fmla="*/ 9278619 w 12192000"/>
              <a:gd name="connsiteY29" fmla="*/ 1011878 h 2237474"/>
              <a:gd name="connsiteX30" fmla="*/ 9268019 w 12192000"/>
              <a:gd name="connsiteY30" fmla="*/ 1007442 h 2237474"/>
              <a:gd name="connsiteX31" fmla="*/ 9234662 w 12192000"/>
              <a:gd name="connsiteY31" fmla="*/ 1023056 h 2237474"/>
              <a:gd name="connsiteX32" fmla="*/ 9181033 w 12192000"/>
              <a:gd name="connsiteY32" fmla="*/ 1037921 h 2237474"/>
              <a:gd name="connsiteX33" fmla="*/ 9155969 w 12192000"/>
              <a:gd name="connsiteY33" fmla="*/ 1046804 h 2237474"/>
              <a:gd name="connsiteX34" fmla="*/ 9133985 w 12192000"/>
              <a:gd name="connsiteY34" fmla="*/ 1046450 h 2237474"/>
              <a:gd name="connsiteX35" fmla="*/ 9003462 w 12192000"/>
              <a:gd name="connsiteY35" fmla="*/ 1042406 h 2237474"/>
              <a:gd name="connsiteX36" fmla="*/ 8968445 w 12192000"/>
              <a:gd name="connsiteY36" fmla="*/ 1052169 h 2237474"/>
              <a:gd name="connsiteX37" fmla="*/ 8886001 w 12192000"/>
              <a:gd name="connsiteY37" fmla="*/ 1067468 h 2237474"/>
              <a:gd name="connsiteX38" fmla="*/ 8838610 w 12192000"/>
              <a:gd name="connsiteY38" fmla="*/ 1075091 h 2237474"/>
              <a:gd name="connsiteX39" fmla="*/ 8750383 w 12192000"/>
              <a:gd name="connsiteY39" fmla="*/ 1097387 h 2237474"/>
              <a:gd name="connsiteX40" fmla="*/ 8665605 w 12192000"/>
              <a:gd name="connsiteY40" fmla="*/ 1110791 h 2237474"/>
              <a:gd name="connsiteX41" fmla="*/ 8584946 w 12192000"/>
              <a:gd name="connsiteY41" fmla="*/ 1135226 h 2237474"/>
              <a:gd name="connsiteX42" fmla="*/ 8460755 w 12192000"/>
              <a:gd name="connsiteY42" fmla="*/ 1203427 h 2237474"/>
              <a:gd name="connsiteX43" fmla="*/ 8419755 w 12192000"/>
              <a:gd name="connsiteY43" fmla="*/ 1216260 h 2237474"/>
              <a:gd name="connsiteX44" fmla="*/ 8411626 w 12192000"/>
              <a:gd name="connsiteY44" fmla="*/ 1214397 h 2237474"/>
              <a:gd name="connsiteX45" fmla="*/ 8363469 w 12192000"/>
              <a:gd name="connsiteY45" fmla="*/ 1246658 h 2237474"/>
              <a:gd name="connsiteX46" fmla="*/ 8275497 w 12192000"/>
              <a:gd name="connsiteY46" fmla="*/ 1264396 h 2237474"/>
              <a:gd name="connsiteX47" fmla="*/ 8206287 w 12192000"/>
              <a:gd name="connsiteY47" fmla="*/ 1273060 h 2237474"/>
              <a:gd name="connsiteX48" fmla="*/ 8139997 w 12192000"/>
              <a:gd name="connsiteY48" fmla="*/ 1282713 h 2237474"/>
              <a:gd name="connsiteX49" fmla="*/ 8074238 w 12192000"/>
              <a:gd name="connsiteY49" fmla="*/ 1301895 h 2237474"/>
              <a:gd name="connsiteX50" fmla="*/ 7942099 w 12192000"/>
              <a:gd name="connsiteY50" fmla="*/ 1336332 h 2237474"/>
              <a:gd name="connsiteX51" fmla="*/ 7902328 w 12192000"/>
              <a:gd name="connsiteY51" fmla="*/ 1345865 h 2237474"/>
              <a:gd name="connsiteX52" fmla="*/ 7840612 w 12192000"/>
              <a:gd name="connsiteY52" fmla="*/ 1369373 h 2237474"/>
              <a:gd name="connsiteX53" fmla="*/ 7786819 w 12192000"/>
              <a:gd name="connsiteY53" fmla="*/ 1378970 h 2237474"/>
              <a:gd name="connsiteX54" fmla="*/ 7548172 w 12192000"/>
              <a:gd name="connsiteY54" fmla="*/ 1417460 h 2237474"/>
              <a:gd name="connsiteX55" fmla="*/ 7483437 w 12192000"/>
              <a:gd name="connsiteY55" fmla="*/ 1478152 h 2237474"/>
              <a:gd name="connsiteX56" fmla="*/ 7377870 w 12192000"/>
              <a:gd name="connsiteY56" fmla="*/ 1523319 h 2237474"/>
              <a:gd name="connsiteX57" fmla="*/ 7230737 w 12192000"/>
              <a:gd name="connsiteY57" fmla="*/ 1562633 h 2237474"/>
              <a:gd name="connsiteX58" fmla="*/ 7224458 w 12192000"/>
              <a:gd name="connsiteY58" fmla="*/ 1573008 h 2237474"/>
              <a:gd name="connsiteX59" fmla="*/ 7183121 w 12192000"/>
              <a:gd name="connsiteY59" fmla="*/ 1595162 h 2237474"/>
              <a:gd name="connsiteX60" fmla="*/ 7164601 w 12192000"/>
              <a:gd name="connsiteY60" fmla="*/ 1606490 h 2237474"/>
              <a:gd name="connsiteX61" fmla="*/ 7031309 w 12192000"/>
              <a:gd name="connsiteY61" fmla="*/ 1619451 h 2237474"/>
              <a:gd name="connsiteX62" fmla="*/ 6900177 w 12192000"/>
              <a:gd name="connsiteY62" fmla="*/ 1636016 h 2237474"/>
              <a:gd name="connsiteX63" fmla="*/ 6795372 w 12192000"/>
              <a:gd name="connsiteY63" fmla="*/ 1644845 h 2237474"/>
              <a:gd name="connsiteX64" fmla="*/ 6692251 w 12192000"/>
              <a:gd name="connsiteY64" fmla="*/ 1656357 h 2237474"/>
              <a:gd name="connsiteX65" fmla="*/ 6655235 w 12192000"/>
              <a:gd name="connsiteY65" fmla="*/ 1661869 h 2237474"/>
              <a:gd name="connsiteX66" fmla="*/ 6554894 w 12192000"/>
              <a:gd name="connsiteY66" fmla="*/ 1664428 h 2237474"/>
              <a:gd name="connsiteX67" fmla="*/ 6516595 w 12192000"/>
              <a:gd name="connsiteY67" fmla="*/ 1667475 h 2237474"/>
              <a:gd name="connsiteX68" fmla="*/ 6508541 w 12192000"/>
              <a:gd name="connsiteY68" fmla="*/ 1668757 h 2237474"/>
              <a:gd name="connsiteX69" fmla="*/ 6471012 w 12192000"/>
              <a:gd name="connsiteY69" fmla="*/ 1678604 h 2237474"/>
              <a:gd name="connsiteX70" fmla="*/ 6364035 w 12192000"/>
              <a:gd name="connsiteY70" fmla="*/ 1667683 h 2237474"/>
              <a:gd name="connsiteX71" fmla="*/ 6280959 w 12192000"/>
              <a:gd name="connsiteY71" fmla="*/ 1689329 h 2237474"/>
              <a:gd name="connsiteX72" fmla="*/ 6243319 w 12192000"/>
              <a:gd name="connsiteY72" fmla="*/ 1695560 h 2237474"/>
              <a:gd name="connsiteX73" fmla="*/ 6098321 w 12192000"/>
              <a:gd name="connsiteY73" fmla="*/ 1721646 h 2237474"/>
              <a:gd name="connsiteX74" fmla="*/ 5880652 w 12192000"/>
              <a:gd name="connsiteY74" fmla="*/ 1779643 h 2237474"/>
              <a:gd name="connsiteX75" fmla="*/ 5785959 w 12192000"/>
              <a:gd name="connsiteY75" fmla="*/ 1775307 h 2237474"/>
              <a:gd name="connsiteX76" fmla="*/ 5643534 w 12192000"/>
              <a:gd name="connsiteY76" fmla="*/ 1802919 h 2237474"/>
              <a:gd name="connsiteX77" fmla="*/ 5518799 w 12192000"/>
              <a:gd name="connsiteY77" fmla="*/ 1818312 h 2237474"/>
              <a:gd name="connsiteX78" fmla="*/ 5505014 w 12192000"/>
              <a:gd name="connsiteY78" fmla="*/ 1819259 h 2237474"/>
              <a:gd name="connsiteX79" fmla="*/ 5453307 w 12192000"/>
              <a:gd name="connsiteY79" fmla="*/ 1815450 h 2237474"/>
              <a:gd name="connsiteX80" fmla="*/ 5221533 w 12192000"/>
              <a:gd name="connsiteY80" fmla="*/ 1846950 h 2237474"/>
              <a:gd name="connsiteX81" fmla="*/ 5149802 w 12192000"/>
              <a:gd name="connsiteY81" fmla="*/ 1844846 h 2237474"/>
              <a:gd name="connsiteX82" fmla="*/ 5114927 w 12192000"/>
              <a:gd name="connsiteY82" fmla="*/ 1847827 h 2237474"/>
              <a:gd name="connsiteX83" fmla="*/ 5108970 w 12192000"/>
              <a:gd name="connsiteY83" fmla="*/ 1847935 h 2237474"/>
              <a:gd name="connsiteX84" fmla="*/ 5067961 w 12192000"/>
              <a:gd name="connsiteY84" fmla="*/ 1845917 h 2237474"/>
              <a:gd name="connsiteX85" fmla="*/ 5007075 w 12192000"/>
              <a:gd name="connsiteY85" fmla="*/ 1838626 h 2237474"/>
              <a:gd name="connsiteX86" fmla="*/ 4944087 w 12192000"/>
              <a:gd name="connsiteY86" fmla="*/ 1823332 h 2237474"/>
              <a:gd name="connsiteX87" fmla="*/ 4907662 w 12192000"/>
              <a:gd name="connsiteY87" fmla="*/ 1816900 h 2237474"/>
              <a:gd name="connsiteX88" fmla="*/ 4882386 w 12192000"/>
              <a:gd name="connsiteY88" fmla="*/ 1809844 h 2237474"/>
              <a:gd name="connsiteX89" fmla="*/ 4811440 w 12192000"/>
              <a:gd name="connsiteY89" fmla="*/ 1804655 h 2237474"/>
              <a:gd name="connsiteX90" fmla="*/ 4691075 w 12192000"/>
              <a:gd name="connsiteY90" fmla="*/ 1801389 h 2237474"/>
              <a:gd name="connsiteX91" fmla="*/ 4640313 w 12192000"/>
              <a:gd name="connsiteY91" fmla="*/ 1784307 h 2237474"/>
              <a:gd name="connsiteX92" fmla="*/ 4536503 w 12192000"/>
              <a:gd name="connsiteY92" fmla="*/ 1785334 h 2237474"/>
              <a:gd name="connsiteX93" fmla="*/ 4513724 w 12192000"/>
              <a:gd name="connsiteY93" fmla="*/ 1791996 h 2237474"/>
              <a:gd name="connsiteX94" fmla="*/ 4459810 w 12192000"/>
              <a:gd name="connsiteY94" fmla="*/ 1797886 h 2237474"/>
              <a:gd name="connsiteX95" fmla="*/ 4379064 w 12192000"/>
              <a:gd name="connsiteY95" fmla="*/ 1817177 h 2237474"/>
              <a:gd name="connsiteX96" fmla="*/ 4290981 w 12192000"/>
              <a:gd name="connsiteY96" fmla="*/ 1839677 h 2237474"/>
              <a:gd name="connsiteX97" fmla="*/ 4238372 w 12192000"/>
              <a:gd name="connsiteY97" fmla="*/ 1851480 h 2237474"/>
              <a:gd name="connsiteX98" fmla="*/ 4232517 w 12192000"/>
              <a:gd name="connsiteY98" fmla="*/ 1852567 h 2237474"/>
              <a:gd name="connsiteX99" fmla="*/ 4191732 w 12192000"/>
              <a:gd name="connsiteY99" fmla="*/ 1857328 h 2237474"/>
              <a:gd name="connsiteX100" fmla="*/ 4065532 w 12192000"/>
              <a:gd name="connsiteY100" fmla="*/ 1855477 h 2237474"/>
              <a:gd name="connsiteX101" fmla="*/ 4028460 w 12192000"/>
              <a:gd name="connsiteY101" fmla="*/ 1855137 h 2237474"/>
              <a:gd name="connsiteX102" fmla="*/ 4002267 w 12192000"/>
              <a:gd name="connsiteY102" fmla="*/ 1852352 h 2237474"/>
              <a:gd name="connsiteX103" fmla="*/ 3931396 w 12192000"/>
              <a:gd name="connsiteY103" fmla="*/ 1858915 h 2237474"/>
              <a:gd name="connsiteX104" fmla="*/ 3812162 w 12192000"/>
              <a:gd name="connsiteY104" fmla="*/ 1875501 h 2237474"/>
              <a:gd name="connsiteX105" fmla="*/ 3758105 w 12192000"/>
              <a:gd name="connsiteY105" fmla="*/ 1871856 h 2237474"/>
              <a:gd name="connsiteX106" fmla="*/ 3680177 w 12192000"/>
              <a:gd name="connsiteY106" fmla="*/ 1881552 h 2237474"/>
              <a:gd name="connsiteX107" fmla="*/ 3567259 w 12192000"/>
              <a:gd name="connsiteY107" fmla="*/ 1893482 h 2237474"/>
              <a:gd name="connsiteX108" fmla="*/ 3405770 w 12192000"/>
              <a:gd name="connsiteY108" fmla="*/ 1904591 h 2237474"/>
              <a:gd name="connsiteX109" fmla="*/ 3280097 w 12192000"/>
              <a:gd name="connsiteY109" fmla="*/ 1919610 h 2237474"/>
              <a:gd name="connsiteX110" fmla="*/ 3123424 w 12192000"/>
              <a:gd name="connsiteY110" fmla="*/ 1952930 h 2237474"/>
              <a:gd name="connsiteX111" fmla="*/ 3009910 w 12192000"/>
              <a:gd name="connsiteY111" fmla="*/ 1957866 h 2237474"/>
              <a:gd name="connsiteX112" fmla="*/ 2995934 w 12192000"/>
              <a:gd name="connsiteY112" fmla="*/ 1967085 h 2237474"/>
              <a:gd name="connsiteX113" fmla="*/ 2980071 w 12192000"/>
              <a:gd name="connsiteY113" fmla="*/ 1972988 h 2237474"/>
              <a:gd name="connsiteX114" fmla="*/ 2942858 w 12192000"/>
              <a:gd name="connsiteY114" fmla="*/ 1981367 h 2237474"/>
              <a:gd name="connsiteX115" fmla="*/ 2875436 w 12192000"/>
              <a:gd name="connsiteY115" fmla="*/ 1996977 h 2237474"/>
              <a:gd name="connsiteX116" fmla="*/ 2874892 w 12192000"/>
              <a:gd name="connsiteY116" fmla="*/ 1996085 h 2237474"/>
              <a:gd name="connsiteX117" fmla="*/ 2864145 w 12192000"/>
              <a:gd name="connsiteY117" fmla="*/ 1994061 h 2237474"/>
              <a:gd name="connsiteX118" fmla="*/ 2843662 w 12192000"/>
              <a:gd name="connsiteY118" fmla="*/ 1992498 h 2237474"/>
              <a:gd name="connsiteX119" fmla="*/ 2796128 w 12192000"/>
              <a:gd name="connsiteY119" fmla="*/ 1976403 h 2237474"/>
              <a:gd name="connsiteX120" fmla="*/ 2756784 w 12192000"/>
              <a:gd name="connsiteY120" fmla="*/ 1985116 h 2237474"/>
              <a:gd name="connsiteX121" fmla="*/ 2748833 w 12192000"/>
              <a:gd name="connsiteY121" fmla="*/ 1986323 h 2237474"/>
              <a:gd name="connsiteX122" fmla="*/ 2748661 w 12192000"/>
              <a:gd name="connsiteY122" fmla="*/ 1986122 h 2237474"/>
              <a:gd name="connsiteX123" fmla="*/ 2740251 w 12192000"/>
              <a:gd name="connsiteY123" fmla="*/ 1986946 h 2237474"/>
              <a:gd name="connsiteX124" fmla="*/ 2718916 w 12192000"/>
              <a:gd name="connsiteY124" fmla="*/ 1990867 h 2237474"/>
              <a:gd name="connsiteX125" fmla="*/ 2713522 w 12192000"/>
              <a:gd name="connsiteY125" fmla="*/ 1990173 h 2237474"/>
              <a:gd name="connsiteX126" fmla="*/ 2680597 w 12192000"/>
              <a:gd name="connsiteY126" fmla="*/ 1984996 h 2237474"/>
              <a:gd name="connsiteX127" fmla="*/ 2578178 w 12192000"/>
              <a:gd name="connsiteY127" fmla="*/ 1990531 h 2237474"/>
              <a:gd name="connsiteX128" fmla="*/ 2476147 w 12192000"/>
              <a:gd name="connsiteY128" fmla="*/ 1998305 h 2237474"/>
              <a:gd name="connsiteX129" fmla="*/ 2373568 w 12192000"/>
              <a:gd name="connsiteY129" fmla="*/ 2003219 h 2237474"/>
              <a:gd name="connsiteX130" fmla="*/ 2321399 w 12192000"/>
              <a:gd name="connsiteY130" fmla="*/ 1989467 h 2237474"/>
              <a:gd name="connsiteX131" fmla="*/ 2315525 w 12192000"/>
              <a:gd name="connsiteY131" fmla="*/ 1989708 h 2237474"/>
              <a:gd name="connsiteX132" fmla="*/ 2300792 w 12192000"/>
              <a:gd name="connsiteY132" fmla="*/ 1994290 h 2237474"/>
              <a:gd name="connsiteX133" fmla="*/ 2295469 w 12192000"/>
              <a:gd name="connsiteY133" fmla="*/ 1996659 h 2237474"/>
              <a:gd name="connsiteX134" fmla="*/ 2287219 w 12192000"/>
              <a:gd name="connsiteY134" fmla="*/ 1998750 h 2237474"/>
              <a:gd name="connsiteX135" fmla="*/ 2286948 w 12192000"/>
              <a:gd name="connsiteY135" fmla="*/ 1998596 h 2237474"/>
              <a:gd name="connsiteX136" fmla="*/ 2243069 w 12192000"/>
              <a:gd name="connsiteY136" fmla="*/ 2015111 h 2237474"/>
              <a:gd name="connsiteX137" fmla="*/ 2186609 w 12192000"/>
              <a:gd name="connsiteY137" fmla="*/ 2008263 h 2237474"/>
              <a:gd name="connsiteX138" fmla="*/ 2164831 w 12192000"/>
              <a:gd name="connsiteY138" fmla="*/ 2010143 h 2237474"/>
              <a:gd name="connsiteX139" fmla="*/ 2152836 w 12192000"/>
              <a:gd name="connsiteY139" fmla="*/ 2010048 h 2237474"/>
              <a:gd name="connsiteX140" fmla="*/ 2117102 w 12192000"/>
              <a:gd name="connsiteY140" fmla="*/ 2023004 h 2237474"/>
              <a:gd name="connsiteX141" fmla="*/ 2111935 w 12192000"/>
              <a:gd name="connsiteY141" fmla="*/ 2023163 h 2237474"/>
              <a:gd name="connsiteX142" fmla="*/ 2089991 w 12192000"/>
              <a:gd name="connsiteY142" fmla="*/ 2034193 h 2237474"/>
              <a:gd name="connsiteX143" fmla="*/ 2058061 w 12192000"/>
              <a:gd name="connsiteY143" fmla="*/ 2047942 h 2237474"/>
              <a:gd name="connsiteX144" fmla="*/ 2055737 w 12192000"/>
              <a:gd name="connsiteY144" fmla="*/ 2047704 h 2237474"/>
              <a:gd name="connsiteX145" fmla="*/ 2042244 w 12192000"/>
              <a:gd name="connsiteY145" fmla="*/ 2055560 h 2237474"/>
              <a:gd name="connsiteX146" fmla="*/ 1976224 w 12192000"/>
              <a:gd name="connsiteY146" fmla="*/ 2074257 h 2237474"/>
              <a:gd name="connsiteX147" fmla="*/ 1877728 w 12192000"/>
              <a:gd name="connsiteY147" fmla="*/ 2101004 h 2237474"/>
              <a:gd name="connsiteX148" fmla="*/ 1759056 w 12192000"/>
              <a:gd name="connsiteY148" fmla="*/ 2125608 h 2237474"/>
              <a:gd name="connsiteX149" fmla="*/ 1637948 w 12192000"/>
              <a:gd name="connsiteY149" fmla="*/ 2172597 h 2237474"/>
              <a:gd name="connsiteX150" fmla="*/ 1434549 w 12192000"/>
              <a:gd name="connsiteY150" fmla="*/ 2234522 h 2237474"/>
              <a:gd name="connsiteX151" fmla="*/ 1398481 w 12192000"/>
              <a:gd name="connsiteY151" fmla="*/ 2237074 h 2237474"/>
              <a:gd name="connsiteX152" fmla="*/ 1398407 w 12192000"/>
              <a:gd name="connsiteY152" fmla="*/ 2237095 h 2237474"/>
              <a:gd name="connsiteX153" fmla="*/ 1370962 w 12192000"/>
              <a:gd name="connsiteY153" fmla="*/ 2237474 h 2237474"/>
              <a:gd name="connsiteX154" fmla="*/ 1356367 w 12192000"/>
              <a:gd name="connsiteY154" fmla="*/ 2235089 h 2237474"/>
              <a:gd name="connsiteX155" fmla="*/ 1324828 w 12192000"/>
              <a:gd name="connsiteY155" fmla="*/ 2231968 h 2237474"/>
              <a:gd name="connsiteX156" fmla="*/ 1297744 w 12192000"/>
              <a:gd name="connsiteY156" fmla="*/ 2235849 h 2237474"/>
              <a:gd name="connsiteX157" fmla="*/ 1286236 w 12192000"/>
              <a:gd name="connsiteY157" fmla="*/ 2233135 h 2237474"/>
              <a:gd name="connsiteX158" fmla="*/ 1283504 w 12192000"/>
              <a:gd name="connsiteY158" fmla="*/ 2233797 h 2237474"/>
              <a:gd name="connsiteX159" fmla="*/ 1279765 w 12192000"/>
              <a:gd name="connsiteY159" fmla="*/ 2229639 h 2237474"/>
              <a:gd name="connsiteX160" fmla="*/ 1195347 w 12192000"/>
              <a:gd name="connsiteY160" fmla="*/ 2212354 h 2237474"/>
              <a:gd name="connsiteX161" fmla="*/ 970251 w 12192000"/>
              <a:gd name="connsiteY161" fmla="*/ 2221029 h 2237474"/>
              <a:gd name="connsiteX162" fmla="*/ 812914 w 12192000"/>
              <a:gd name="connsiteY162" fmla="*/ 2202752 h 2237474"/>
              <a:gd name="connsiteX163" fmla="*/ 800195 w 12192000"/>
              <a:gd name="connsiteY163" fmla="*/ 2209407 h 2237474"/>
              <a:gd name="connsiteX164" fmla="*/ 784978 w 12192000"/>
              <a:gd name="connsiteY164" fmla="*/ 2212360 h 2237474"/>
              <a:gd name="connsiteX165" fmla="*/ 681987 w 12192000"/>
              <a:gd name="connsiteY165" fmla="*/ 2216757 h 2237474"/>
              <a:gd name="connsiteX166" fmla="*/ 669923 w 12192000"/>
              <a:gd name="connsiteY166" fmla="*/ 2211682 h 2237474"/>
              <a:gd name="connsiteX167" fmla="*/ 648680 w 12192000"/>
              <a:gd name="connsiteY167" fmla="*/ 2206229 h 2237474"/>
              <a:gd name="connsiteX168" fmla="*/ 597225 w 12192000"/>
              <a:gd name="connsiteY168" fmla="*/ 2180999 h 2237474"/>
              <a:gd name="connsiteX169" fmla="*/ 558449 w 12192000"/>
              <a:gd name="connsiteY169" fmla="*/ 2182346 h 2237474"/>
              <a:gd name="connsiteX170" fmla="*/ 550517 w 12192000"/>
              <a:gd name="connsiteY170" fmla="*/ 2182060 h 2237474"/>
              <a:gd name="connsiteX171" fmla="*/ 550309 w 12192000"/>
              <a:gd name="connsiteY171" fmla="*/ 2181825 h 2237474"/>
              <a:gd name="connsiteX172" fmla="*/ 541836 w 12192000"/>
              <a:gd name="connsiteY172" fmla="*/ 2181063 h 2237474"/>
              <a:gd name="connsiteX173" fmla="*/ 536057 w 12192000"/>
              <a:gd name="connsiteY173" fmla="*/ 2181537 h 2237474"/>
              <a:gd name="connsiteX174" fmla="*/ 520671 w 12192000"/>
              <a:gd name="connsiteY174" fmla="*/ 2180980 h 2237474"/>
              <a:gd name="connsiteX175" fmla="*/ 515024 w 12192000"/>
              <a:gd name="connsiteY175" fmla="*/ 2179258 h 2237474"/>
              <a:gd name="connsiteX176" fmla="*/ 512278 w 12192000"/>
              <a:gd name="connsiteY176" fmla="*/ 2176369 h 2237474"/>
              <a:gd name="connsiteX177" fmla="*/ 480419 w 12192000"/>
              <a:gd name="connsiteY177" fmla="*/ 2167807 h 2237474"/>
              <a:gd name="connsiteX178" fmla="*/ 413835 w 12192000"/>
              <a:gd name="connsiteY178" fmla="*/ 2156783 h 2237474"/>
              <a:gd name="connsiteX179" fmla="*/ 376513 w 12192000"/>
              <a:gd name="connsiteY179" fmla="*/ 2154014 h 2237474"/>
              <a:gd name="connsiteX180" fmla="*/ 273386 w 12192000"/>
              <a:gd name="connsiteY180" fmla="*/ 2142551 h 2237474"/>
              <a:gd name="connsiteX181" fmla="*/ 169207 w 12192000"/>
              <a:gd name="connsiteY181" fmla="*/ 2128100 h 2237474"/>
              <a:gd name="connsiteX182" fmla="*/ 93149 w 12192000"/>
              <a:gd name="connsiteY182" fmla="*/ 2105324 h 2237474"/>
              <a:gd name="connsiteX183" fmla="*/ 88109 w 12192000"/>
              <a:gd name="connsiteY183" fmla="*/ 2106704 h 2237474"/>
              <a:gd name="connsiteX184" fmla="*/ 80022 w 12192000"/>
              <a:gd name="connsiteY184" fmla="*/ 2107254 h 2237474"/>
              <a:gd name="connsiteX185" fmla="*/ 79717 w 12192000"/>
              <a:gd name="connsiteY185" fmla="*/ 2107046 h 2237474"/>
              <a:gd name="connsiteX186" fmla="*/ 72352 w 12192000"/>
              <a:gd name="connsiteY186" fmla="*/ 2107991 h 2237474"/>
              <a:gd name="connsiteX187" fmla="*/ 37645 w 12192000"/>
              <a:gd name="connsiteY187" fmla="*/ 2115401 h 2237474"/>
              <a:gd name="connsiteX188" fmla="*/ 4572 w 12192000"/>
              <a:gd name="connsiteY188" fmla="*/ 2111091 h 2237474"/>
              <a:gd name="connsiteX189" fmla="*/ 0 w 12192000"/>
              <a:gd name="connsiteY189" fmla="*/ 2110468 h 2237474"/>
              <a:gd name="connsiteX190" fmla="*/ 0 w 12192000"/>
              <a:gd name="connsiteY190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44189 w 12192000"/>
              <a:gd name="connsiteY24" fmla="*/ 938966 h 2237474"/>
              <a:gd name="connsiteX25" fmla="*/ 9500499 w 12192000"/>
              <a:gd name="connsiteY25" fmla="*/ 954680 h 2237474"/>
              <a:gd name="connsiteX26" fmla="*/ 9428195 w 12192000"/>
              <a:gd name="connsiteY26" fmla="*/ 986225 h 2237474"/>
              <a:gd name="connsiteX27" fmla="*/ 9410017 w 12192000"/>
              <a:gd name="connsiteY27" fmla="*/ 993931 h 2237474"/>
              <a:gd name="connsiteX28" fmla="*/ 9392919 w 12192000"/>
              <a:gd name="connsiteY28" fmla="*/ 994656 h 2237474"/>
              <a:gd name="connsiteX29" fmla="*/ 9278619 w 12192000"/>
              <a:gd name="connsiteY29" fmla="*/ 1011878 h 2237474"/>
              <a:gd name="connsiteX30" fmla="*/ 9268019 w 12192000"/>
              <a:gd name="connsiteY30" fmla="*/ 1007442 h 2237474"/>
              <a:gd name="connsiteX31" fmla="*/ 9234662 w 12192000"/>
              <a:gd name="connsiteY31" fmla="*/ 1023056 h 2237474"/>
              <a:gd name="connsiteX32" fmla="*/ 9181033 w 12192000"/>
              <a:gd name="connsiteY32" fmla="*/ 1037921 h 2237474"/>
              <a:gd name="connsiteX33" fmla="*/ 9155969 w 12192000"/>
              <a:gd name="connsiteY33" fmla="*/ 1046804 h 2237474"/>
              <a:gd name="connsiteX34" fmla="*/ 9133985 w 12192000"/>
              <a:gd name="connsiteY34" fmla="*/ 1046450 h 2237474"/>
              <a:gd name="connsiteX35" fmla="*/ 9003462 w 12192000"/>
              <a:gd name="connsiteY35" fmla="*/ 1042406 h 2237474"/>
              <a:gd name="connsiteX36" fmla="*/ 8968445 w 12192000"/>
              <a:gd name="connsiteY36" fmla="*/ 1052169 h 2237474"/>
              <a:gd name="connsiteX37" fmla="*/ 8886001 w 12192000"/>
              <a:gd name="connsiteY37" fmla="*/ 1067468 h 2237474"/>
              <a:gd name="connsiteX38" fmla="*/ 8838610 w 12192000"/>
              <a:gd name="connsiteY38" fmla="*/ 1075091 h 2237474"/>
              <a:gd name="connsiteX39" fmla="*/ 8750383 w 12192000"/>
              <a:gd name="connsiteY39" fmla="*/ 1097387 h 2237474"/>
              <a:gd name="connsiteX40" fmla="*/ 8665605 w 12192000"/>
              <a:gd name="connsiteY40" fmla="*/ 1110791 h 2237474"/>
              <a:gd name="connsiteX41" fmla="*/ 8584946 w 12192000"/>
              <a:gd name="connsiteY41" fmla="*/ 1135226 h 2237474"/>
              <a:gd name="connsiteX42" fmla="*/ 8460755 w 12192000"/>
              <a:gd name="connsiteY42" fmla="*/ 1203427 h 2237474"/>
              <a:gd name="connsiteX43" fmla="*/ 8419755 w 12192000"/>
              <a:gd name="connsiteY43" fmla="*/ 1216260 h 2237474"/>
              <a:gd name="connsiteX44" fmla="*/ 8411626 w 12192000"/>
              <a:gd name="connsiteY44" fmla="*/ 1214397 h 2237474"/>
              <a:gd name="connsiteX45" fmla="*/ 8363469 w 12192000"/>
              <a:gd name="connsiteY45" fmla="*/ 1246658 h 2237474"/>
              <a:gd name="connsiteX46" fmla="*/ 8275497 w 12192000"/>
              <a:gd name="connsiteY46" fmla="*/ 1264396 h 2237474"/>
              <a:gd name="connsiteX47" fmla="*/ 8206287 w 12192000"/>
              <a:gd name="connsiteY47" fmla="*/ 1273060 h 2237474"/>
              <a:gd name="connsiteX48" fmla="*/ 8139997 w 12192000"/>
              <a:gd name="connsiteY48" fmla="*/ 1282713 h 2237474"/>
              <a:gd name="connsiteX49" fmla="*/ 8074238 w 12192000"/>
              <a:gd name="connsiteY49" fmla="*/ 1301895 h 2237474"/>
              <a:gd name="connsiteX50" fmla="*/ 7942099 w 12192000"/>
              <a:gd name="connsiteY50" fmla="*/ 1336332 h 2237474"/>
              <a:gd name="connsiteX51" fmla="*/ 7902328 w 12192000"/>
              <a:gd name="connsiteY51" fmla="*/ 1345865 h 2237474"/>
              <a:gd name="connsiteX52" fmla="*/ 7840612 w 12192000"/>
              <a:gd name="connsiteY52" fmla="*/ 1369373 h 2237474"/>
              <a:gd name="connsiteX53" fmla="*/ 7786819 w 12192000"/>
              <a:gd name="connsiteY53" fmla="*/ 1378970 h 2237474"/>
              <a:gd name="connsiteX54" fmla="*/ 7548172 w 12192000"/>
              <a:gd name="connsiteY54" fmla="*/ 1417460 h 2237474"/>
              <a:gd name="connsiteX55" fmla="*/ 7483437 w 12192000"/>
              <a:gd name="connsiteY55" fmla="*/ 1478152 h 2237474"/>
              <a:gd name="connsiteX56" fmla="*/ 7377870 w 12192000"/>
              <a:gd name="connsiteY56" fmla="*/ 1523319 h 2237474"/>
              <a:gd name="connsiteX57" fmla="*/ 7230737 w 12192000"/>
              <a:gd name="connsiteY57" fmla="*/ 1562633 h 2237474"/>
              <a:gd name="connsiteX58" fmla="*/ 7224458 w 12192000"/>
              <a:gd name="connsiteY58" fmla="*/ 1573008 h 2237474"/>
              <a:gd name="connsiteX59" fmla="*/ 7183121 w 12192000"/>
              <a:gd name="connsiteY59" fmla="*/ 1595162 h 2237474"/>
              <a:gd name="connsiteX60" fmla="*/ 7164601 w 12192000"/>
              <a:gd name="connsiteY60" fmla="*/ 1606490 h 2237474"/>
              <a:gd name="connsiteX61" fmla="*/ 7031309 w 12192000"/>
              <a:gd name="connsiteY61" fmla="*/ 1619451 h 2237474"/>
              <a:gd name="connsiteX62" fmla="*/ 6900177 w 12192000"/>
              <a:gd name="connsiteY62" fmla="*/ 1636016 h 2237474"/>
              <a:gd name="connsiteX63" fmla="*/ 6795372 w 12192000"/>
              <a:gd name="connsiteY63" fmla="*/ 1644845 h 2237474"/>
              <a:gd name="connsiteX64" fmla="*/ 6692251 w 12192000"/>
              <a:gd name="connsiteY64" fmla="*/ 1656357 h 2237474"/>
              <a:gd name="connsiteX65" fmla="*/ 6655235 w 12192000"/>
              <a:gd name="connsiteY65" fmla="*/ 1661869 h 2237474"/>
              <a:gd name="connsiteX66" fmla="*/ 6554894 w 12192000"/>
              <a:gd name="connsiteY66" fmla="*/ 1664428 h 2237474"/>
              <a:gd name="connsiteX67" fmla="*/ 6516595 w 12192000"/>
              <a:gd name="connsiteY67" fmla="*/ 1667475 h 2237474"/>
              <a:gd name="connsiteX68" fmla="*/ 6508541 w 12192000"/>
              <a:gd name="connsiteY68" fmla="*/ 1668757 h 2237474"/>
              <a:gd name="connsiteX69" fmla="*/ 6471012 w 12192000"/>
              <a:gd name="connsiteY69" fmla="*/ 1678604 h 2237474"/>
              <a:gd name="connsiteX70" fmla="*/ 6364035 w 12192000"/>
              <a:gd name="connsiteY70" fmla="*/ 1667683 h 2237474"/>
              <a:gd name="connsiteX71" fmla="*/ 6280959 w 12192000"/>
              <a:gd name="connsiteY71" fmla="*/ 1689329 h 2237474"/>
              <a:gd name="connsiteX72" fmla="*/ 6243319 w 12192000"/>
              <a:gd name="connsiteY72" fmla="*/ 1695560 h 2237474"/>
              <a:gd name="connsiteX73" fmla="*/ 6098321 w 12192000"/>
              <a:gd name="connsiteY73" fmla="*/ 1721646 h 2237474"/>
              <a:gd name="connsiteX74" fmla="*/ 5880652 w 12192000"/>
              <a:gd name="connsiteY74" fmla="*/ 1779643 h 2237474"/>
              <a:gd name="connsiteX75" fmla="*/ 5785959 w 12192000"/>
              <a:gd name="connsiteY75" fmla="*/ 1775307 h 2237474"/>
              <a:gd name="connsiteX76" fmla="*/ 5643534 w 12192000"/>
              <a:gd name="connsiteY76" fmla="*/ 1802919 h 2237474"/>
              <a:gd name="connsiteX77" fmla="*/ 5518799 w 12192000"/>
              <a:gd name="connsiteY77" fmla="*/ 1818312 h 2237474"/>
              <a:gd name="connsiteX78" fmla="*/ 5505014 w 12192000"/>
              <a:gd name="connsiteY78" fmla="*/ 1819259 h 2237474"/>
              <a:gd name="connsiteX79" fmla="*/ 5453307 w 12192000"/>
              <a:gd name="connsiteY79" fmla="*/ 1815450 h 2237474"/>
              <a:gd name="connsiteX80" fmla="*/ 5221533 w 12192000"/>
              <a:gd name="connsiteY80" fmla="*/ 1846950 h 2237474"/>
              <a:gd name="connsiteX81" fmla="*/ 5149802 w 12192000"/>
              <a:gd name="connsiteY81" fmla="*/ 1844846 h 2237474"/>
              <a:gd name="connsiteX82" fmla="*/ 5114927 w 12192000"/>
              <a:gd name="connsiteY82" fmla="*/ 1847827 h 2237474"/>
              <a:gd name="connsiteX83" fmla="*/ 5108970 w 12192000"/>
              <a:gd name="connsiteY83" fmla="*/ 1847935 h 2237474"/>
              <a:gd name="connsiteX84" fmla="*/ 5067961 w 12192000"/>
              <a:gd name="connsiteY84" fmla="*/ 1845917 h 2237474"/>
              <a:gd name="connsiteX85" fmla="*/ 5007075 w 12192000"/>
              <a:gd name="connsiteY85" fmla="*/ 1838626 h 2237474"/>
              <a:gd name="connsiteX86" fmla="*/ 4944087 w 12192000"/>
              <a:gd name="connsiteY86" fmla="*/ 1823332 h 2237474"/>
              <a:gd name="connsiteX87" fmla="*/ 4907662 w 12192000"/>
              <a:gd name="connsiteY87" fmla="*/ 1816900 h 2237474"/>
              <a:gd name="connsiteX88" fmla="*/ 4882386 w 12192000"/>
              <a:gd name="connsiteY88" fmla="*/ 1809844 h 2237474"/>
              <a:gd name="connsiteX89" fmla="*/ 4811440 w 12192000"/>
              <a:gd name="connsiteY89" fmla="*/ 1804655 h 2237474"/>
              <a:gd name="connsiteX90" fmla="*/ 4691075 w 12192000"/>
              <a:gd name="connsiteY90" fmla="*/ 1801389 h 2237474"/>
              <a:gd name="connsiteX91" fmla="*/ 4640313 w 12192000"/>
              <a:gd name="connsiteY91" fmla="*/ 1784307 h 2237474"/>
              <a:gd name="connsiteX92" fmla="*/ 4536503 w 12192000"/>
              <a:gd name="connsiteY92" fmla="*/ 1785334 h 2237474"/>
              <a:gd name="connsiteX93" fmla="*/ 4513724 w 12192000"/>
              <a:gd name="connsiteY93" fmla="*/ 1791996 h 2237474"/>
              <a:gd name="connsiteX94" fmla="*/ 4459810 w 12192000"/>
              <a:gd name="connsiteY94" fmla="*/ 1797886 h 2237474"/>
              <a:gd name="connsiteX95" fmla="*/ 4379064 w 12192000"/>
              <a:gd name="connsiteY95" fmla="*/ 1817177 h 2237474"/>
              <a:gd name="connsiteX96" fmla="*/ 4290981 w 12192000"/>
              <a:gd name="connsiteY96" fmla="*/ 1839677 h 2237474"/>
              <a:gd name="connsiteX97" fmla="*/ 4238372 w 12192000"/>
              <a:gd name="connsiteY97" fmla="*/ 1851480 h 2237474"/>
              <a:gd name="connsiteX98" fmla="*/ 4232517 w 12192000"/>
              <a:gd name="connsiteY98" fmla="*/ 1852567 h 2237474"/>
              <a:gd name="connsiteX99" fmla="*/ 4191732 w 12192000"/>
              <a:gd name="connsiteY99" fmla="*/ 1857328 h 2237474"/>
              <a:gd name="connsiteX100" fmla="*/ 4065532 w 12192000"/>
              <a:gd name="connsiteY100" fmla="*/ 1855477 h 2237474"/>
              <a:gd name="connsiteX101" fmla="*/ 4028460 w 12192000"/>
              <a:gd name="connsiteY101" fmla="*/ 1855137 h 2237474"/>
              <a:gd name="connsiteX102" fmla="*/ 4002267 w 12192000"/>
              <a:gd name="connsiteY102" fmla="*/ 1852352 h 2237474"/>
              <a:gd name="connsiteX103" fmla="*/ 3931396 w 12192000"/>
              <a:gd name="connsiteY103" fmla="*/ 1858915 h 2237474"/>
              <a:gd name="connsiteX104" fmla="*/ 3812162 w 12192000"/>
              <a:gd name="connsiteY104" fmla="*/ 1875501 h 2237474"/>
              <a:gd name="connsiteX105" fmla="*/ 3758105 w 12192000"/>
              <a:gd name="connsiteY105" fmla="*/ 1871856 h 2237474"/>
              <a:gd name="connsiteX106" fmla="*/ 3680177 w 12192000"/>
              <a:gd name="connsiteY106" fmla="*/ 1881552 h 2237474"/>
              <a:gd name="connsiteX107" fmla="*/ 3567259 w 12192000"/>
              <a:gd name="connsiteY107" fmla="*/ 1893482 h 2237474"/>
              <a:gd name="connsiteX108" fmla="*/ 3405770 w 12192000"/>
              <a:gd name="connsiteY108" fmla="*/ 1904591 h 2237474"/>
              <a:gd name="connsiteX109" fmla="*/ 3280097 w 12192000"/>
              <a:gd name="connsiteY109" fmla="*/ 1919610 h 2237474"/>
              <a:gd name="connsiteX110" fmla="*/ 3123424 w 12192000"/>
              <a:gd name="connsiteY110" fmla="*/ 1952930 h 2237474"/>
              <a:gd name="connsiteX111" fmla="*/ 3009910 w 12192000"/>
              <a:gd name="connsiteY111" fmla="*/ 1957866 h 2237474"/>
              <a:gd name="connsiteX112" fmla="*/ 2995934 w 12192000"/>
              <a:gd name="connsiteY112" fmla="*/ 1967085 h 2237474"/>
              <a:gd name="connsiteX113" fmla="*/ 2980071 w 12192000"/>
              <a:gd name="connsiteY113" fmla="*/ 1972988 h 2237474"/>
              <a:gd name="connsiteX114" fmla="*/ 2942858 w 12192000"/>
              <a:gd name="connsiteY114" fmla="*/ 1981367 h 2237474"/>
              <a:gd name="connsiteX115" fmla="*/ 2875436 w 12192000"/>
              <a:gd name="connsiteY115" fmla="*/ 1996977 h 2237474"/>
              <a:gd name="connsiteX116" fmla="*/ 2874892 w 12192000"/>
              <a:gd name="connsiteY116" fmla="*/ 1996085 h 2237474"/>
              <a:gd name="connsiteX117" fmla="*/ 2864145 w 12192000"/>
              <a:gd name="connsiteY117" fmla="*/ 1994061 h 2237474"/>
              <a:gd name="connsiteX118" fmla="*/ 2843662 w 12192000"/>
              <a:gd name="connsiteY118" fmla="*/ 1992498 h 2237474"/>
              <a:gd name="connsiteX119" fmla="*/ 2796128 w 12192000"/>
              <a:gd name="connsiteY119" fmla="*/ 1976403 h 2237474"/>
              <a:gd name="connsiteX120" fmla="*/ 2756784 w 12192000"/>
              <a:gd name="connsiteY120" fmla="*/ 1985116 h 2237474"/>
              <a:gd name="connsiteX121" fmla="*/ 2748833 w 12192000"/>
              <a:gd name="connsiteY121" fmla="*/ 1986323 h 2237474"/>
              <a:gd name="connsiteX122" fmla="*/ 2748661 w 12192000"/>
              <a:gd name="connsiteY122" fmla="*/ 1986122 h 2237474"/>
              <a:gd name="connsiteX123" fmla="*/ 2740251 w 12192000"/>
              <a:gd name="connsiteY123" fmla="*/ 1986946 h 2237474"/>
              <a:gd name="connsiteX124" fmla="*/ 2718916 w 12192000"/>
              <a:gd name="connsiteY124" fmla="*/ 1990867 h 2237474"/>
              <a:gd name="connsiteX125" fmla="*/ 2713522 w 12192000"/>
              <a:gd name="connsiteY125" fmla="*/ 1990173 h 2237474"/>
              <a:gd name="connsiteX126" fmla="*/ 2680597 w 12192000"/>
              <a:gd name="connsiteY126" fmla="*/ 1984996 h 2237474"/>
              <a:gd name="connsiteX127" fmla="*/ 2578178 w 12192000"/>
              <a:gd name="connsiteY127" fmla="*/ 1990531 h 2237474"/>
              <a:gd name="connsiteX128" fmla="*/ 2476147 w 12192000"/>
              <a:gd name="connsiteY128" fmla="*/ 1998305 h 2237474"/>
              <a:gd name="connsiteX129" fmla="*/ 2373568 w 12192000"/>
              <a:gd name="connsiteY129" fmla="*/ 2003219 h 2237474"/>
              <a:gd name="connsiteX130" fmla="*/ 2321399 w 12192000"/>
              <a:gd name="connsiteY130" fmla="*/ 1989467 h 2237474"/>
              <a:gd name="connsiteX131" fmla="*/ 2315525 w 12192000"/>
              <a:gd name="connsiteY131" fmla="*/ 1989708 h 2237474"/>
              <a:gd name="connsiteX132" fmla="*/ 2300792 w 12192000"/>
              <a:gd name="connsiteY132" fmla="*/ 1994290 h 2237474"/>
              <a:gd name="connsiteX133" fmla="*/ 2295469 w 12192000"/>
              <a:gd name="connsiteY133" fmla="*/ 1996659 h 2237474"/>
              <a:gd name="connsiteX134" fmla="*/ 2287219 w 12192000"/>
              <a:gd name="connsiteY134" fmla="*/ 1998750 h 2237474"/>
              <a:gd name="connsiteX135" fmla="*/ 2286948 w 12192000"/>
              <a:gd name="connsiteY135" fmla="*/ 1998596 h 2237474"/>
              <a:gd name="connsiteX136" fmla="*/ 2243069 w 12192000"/>
              <a:gd name="connsiteY136" fmla="*/ 2015111 h 2237474"/>
              <a:gd name="connsiteX137" fmla="*/ 2186609 w 12192000"/>
              <a:gd name="connsiteY137" fmla="*/ 2008263 h 2237474"/>
              <a:gd name="connsiteX138" fmla="*/ 2164831 w 12192000"/>
              <a:gd name="connsiteY138" fmla="*/ 2010143 h 2237474"/>
              <a:gd name="connsiteX139" fmla="*/ 2152836 w 12192000"/>
              <a:gd name="connsiteY139" fmla="*/ 2010048 h 2237474"/>
              <a:gd name="connsiteX140" fmla="*/ 2117102 w 12192000"/>
              <a:gd name="connsiteY140" fmla="*/ 2023004 h 2237474"/>
              <a:gd name="connsiteX141" fmla="*/ 2111935 w 12192000"/>
              <a:gd name="connsiteY141" fmla="*/ 2023163 h 2237474"/>
              <a:gd name="connsiteX142" fmla="*/ 2089991 w 12192000"/>
              <a:gd name="connsiteY142" fmla="*/ 2034193 h 2237474"/>
              <a:gd name="connsiteX143" fmla="*/ 2058061 w 12192000"/>
              <a:gd name="connsiteY143" fmla="*/ 2047942 h 2237474"/>
              <a:gd name="connsiteX144" fmla="*/ 2055737 w 12192000"/>
              <a:gd name="connsiteY144" fmla="*/ 2047704 h 2237474"/>
              <a:gd name="connsiteX145" fmla="*/ 2042244 w 12192000"/>
              <a:gd name="connsiteY145" fmla="*/ 2055560 h 2237474"/>
              <a:gd name="connsiteX146" fmla="*/ 1976224 w 12192000"/>
              <a:gd name="connsiteY146" fmla="*/ 2074257 h 2237474"/>
              <a:gd name="connsiteX147" fmla="*/ 1877728 w 12192000"/>
              <a:gd name="connsiteY147" fmla="*/ 2101004 h 2237474"/>
              <a:gd name="connsiteX148" fmla="*/ 1759056 w 12192000"/>
              <a:gd name="connsiteY148" fmla="*/ 2125608 h 2237474"/>
              <a:gd name="connsiteX149" fmla="*/ 1637948 w 12192000"/>
              <a:gd name="connsiteY149" fmla="*/ 2172597 h 2237474"/>
              <a:gd name="connsiteX150" fmla="*/ 1434549 w 12192000"/>
              <a:gd name="connsiteY150" fmla="*/ 2234522 h 2237474"/>
              <a:gd name="connsiteX151" fmla="*/ 1398481 w 12192000"/>
              <a:gd name="connsiteY151" fmla="*/ 2237074 h 2237474"/>
              <a:gd name="connsiteX152" fmla="*/ 1398407 w 12192000"/>
              <a:gd name="connsiteY152" fmla="*/ 2237095 h 2237474"/>
              <a:gd name="connsiteX153" fmla="*/ 1370962 w 12192000"/>
              <a:gd name="connsiteY153" fmla="*/ 2237474 h 2237474"/>
              <a:gd name="connsiteX154" fmla="*/ 1356367 w 12192000"/>
              <a:gd name="connsiteY154" fmla="*/ 2235089 h 2237474"/>
              <a:gd name="connsiteX155" fmla="*/ 1324828 w 12192000"/>
              <a:gd name="connsiteY155" fmla="*/ 2231968 h 2237474"/>
              <a:gd name="connsiteX156" fmla="*/ 1297744 w 12192000"/>
              <a:gd name="connsiteY156" fmla="*/ 2235849 h 2237474"/>
              <a:gd name="connsiteX157" fmla="*/ 1286236 w 12192000"/>
              <a:gd name="connsiteY157" fmla="*/ 2233135 h 2237474"/>
              <a:gd name="connsiteX158" fmla="*/ 1283504 w 12192000"/>
              <a:gd name="connsiteY158" fmla="*/ 2233797 h 2237474"/>
              <a:gd name="connsiteX159" fmla="*/ 1279765 w 12192000"/>
              <a:gd name="connsiteY159" fmla="*/ 2229639 h 2237474"/>
              <a:gd name="connsiteX160" fmla="*/ 1195347 w 12192000"/>
              <a:gd name="connsiteY160" fmla="*/ 2212354 h 2237474"/>
              <a:gd name="connsiteX161" fmla="*/ 970251 w 12192000"/>
              <a:gd name="connsiteY161" fmla="*/ 2221029 h 2237474"/>
              <a:gd name="connsiteX162" fmla="*/ 812914 w 12192000"/>
              <a:gd name="connsiteY162" fmla="*/ 2202752 h 2237474"/>
              <a:gd name="connsiteX163" fmla="*/ 800195 w 12192000"/>
              <a:gd name="connsiteY163" fmla="*/ 2209407 h 2237474"/>
              <a:gd name="connsiteX164" fmla="*/ 784978 w 12192000"/>
              <a:gd name="connsiteY164" fmla="*/ 2212360 h 2237474"/>
              <a:gd name="connsiteX165" fmla="*/ 681987 w 12192000"/>
              <a:gd name="connsiteY165" fmla="*/ 2216757 h 2237474"/>
              <a:gd name="connsiteX166" fmla="*/ 669923 w 12192000"/>
              <a:gd name="connsiteY166" fmla="*/ 2211682 h 2237474"/>
              <a:gd name="connsiteX167" fmla="*/ 648680 w 12192000"/>
              <a:gd name="connsiteY167" fmla="*/ 2206229 h 2237474"/>
              <a:gd name="connsiteX168" fmla="*/ 597225 w 12192000"/>
              <a:gd name="connsiteY168" fmla="*/ 2180999 h 2237474"/>
              <a:gd name="connsiteX169" fmla="*/ 558449 w 12192000"/>
              <a:gd name="connsiteY169" fmla="*/ 2182346 h 2237474"/>
              <a:gd name="connsiteX170" fmla="*/ 550517 w 12192000"/>
              <a:gd name="connsiteY170" fmla="*/ 2182060 h 2237474"/>
              <a:gd name="connsiteX171" fmla="*/ 550309 w 12192000"/>
              <a:gd name="connsiteY171" fmla="*/ 2181825 h 2237474"/>
              <a:gd name="connsiteX172" fmla="*/ 541836 w 12192000"/>
              <a:gd name="connsiteY172" fmla="*/ 2181063 h 2237474"/>
              <a:gd name="connsiteX173" fmla="*/ 536057 w 12192000"/>
              <a:gd name="connsiteY173" fmla="*/ 2181537 h 2237474"/>
              <a:gd name="connsiteX174" fmla="*/ 520671 w 12192000"/>
              <a:gd name="connsiteY174" fmla="*/ 2180980 h 2237474"/>
              <a:gd name="connsiteX175" fmla="*/ 515024 w 12192000"/>
              <a:gd name="connsiteY175" fmla="*/ 2179258 h 2237474"/>
              <a:gd name="connsiteX176" fmla="*/ 512278 w 12192000"/>
              <a:gd name="connsiteY176" fmla="*/ 2176369 h 2237474"/>
              <a:gd name="connsiteX177" fmla="*/ 480419 w 12192000"/>
              <a:gd name="connsiteY177" fmla="*/ 2167807 h 2237474"/>
              <a:gd name="connsiteX178" fmla="*/ 413835 w 12192000"/>
              <a:gd name="connsiteY178" fmla="*/ 2156783 h 2237474"/>
              <a:gd name="connsiteX179" fmla="*/ 376513 w 12192000"/>
              <a:gd name="connsiteY179" fmla="*/ 2154014 h 2237474"/>
              <a:gd name="connsiteX180" fmla="*/ 273386 w 12192000"/>
              <a:gd name="connsiteY180" fmla="*/ 2142551 h 2237474"/>
              <a:gd name="connsiteX181" fmla="*/ 169207 w 12192000"/>
              <a:gd name="connsiteY181" fmla="*/ 2128100 h 2237474"/>
              <a:gd name="connsiteX182" fmla="*/ 93149 w 12192000"/>
              <a:gd name="connsiteY182" fmla="*/ 2105324 h 2237474"/>
              <a:gd name="connsiteX183" fmla="*/ 88109 w 12192000"/>
              <a:gd name="connsiteY183" fmla="*/ 2106704 h 2237474"/>
              <a:gd name="connsiteX184" fmla="*/ 80022 w 12192000"/>
              <a:gd name="connsiteY184" fmla="*/ 2107254 h 2237474"/>
              <a:gd name="connsiteX185" fmla="*/ 79717 w 12192000"/>
              <a:gd name="connsiteY185" fmla="*/ 2107046 h 2237474"/>
              <a:gd name="connsiteX186" fmla="*/ 72352 w 12192000"/>
              <a:gd name="connsiteY186" fmla="*/ 2107991 h 2237474"/>
              <a:gd name="connsiteX187" fmla="*/ 37645 w 12192000"/>
              <a:gd name="connsiteY187" fmla="*/ 2115401 h 2237474"/>
              <a:gd name="connsiteX188" fmla="*/ 4572 w 12192000"/>
              <a:gd name="connsiteY188" fmla="*/ 2111091 h 2237474"/>
              <a:gd name="connsiteX189" fmla="*/ 0 w 12192000"/>
              <a:gd name="connsiteY189" fmla="*/ 2110468 h 2237474"/>
              <a:gd name="connsiteX190" fmla="*/ 0 w 12192000"/>
              <a:gd name="connsiteY190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44189 w 12192000"/>
              <a:gd name="connsiteY24" fmla="*/ 938966 h 2237474"/>
              <a:gd name="connsiteX25" fmla="*/ 9500499 w 12192000"/>
              <a:gd name="connsiteY25" fmla="*/ 954680 h 2237474"/>
              <a:gd name="connsiteX26" fmla="*/ 9428195 w 12192000"/>
              <a:gd name="connsiteY26" fmla="*/ 986225 h 2237474"/>
              <a:gd name="connsiteX27" fmla="*/ 9410017 w 12192000"/>
              <a:gd name="connsiteY27" fmla="*/ 993931 h 2237474"/>
              <a:gd name="connsiteX28" fmla="*/ 9392919 w 12192000"/>
              <a:gd name="connsiteY28" fmla="*/ 994656 h 2237474"/>
              <a:gd name="connsiteX29" fmla="*/ 9278619 w 12192000"/>
              <a:gd name="connsiteY29" fmla="*/ 1011878 h 2237474"/>
              <a:gd name="connsiteX30" fmla="*/ 9268019 w 12192000"/>
              <a:gd name="connsiteY30" fmla="*/ 1007442 h 2237474"/>
              <a:gd name="connsiteX31" fmla="*/ 9234662 w 12192000"/>
              <a:gd name="connsiteY31" fmla="*/ 1023056 h 2237474"/>
              <a:gd name="connsiteX32" fmla="*/ 9181033 w 12192000"/>
              <a:gd name="connsiteY32" fmla="*/ 1037921 h 2237474"/>
              <a:gd name="connsiteX33" fmla="*/ 9155969 w 12192000"/>
              <a:gd name="connsiteY33" fmla="*/ 1046804 h 2237474"/>
              <a:gd name="connsiteX34" fmla="*/ 9133985 w 12192000"/>
              <a:gd name="connsiteY34" fmla="*/ 1046450 h 2237474"/>
              <a:gd name="connsiteX35" fmla="*/ 9003462 w 12192000"/>
              <a:gd name="connsiteY35" fmla="*/ 1042406 h 2237474"/>
              <a:gd name="connsiteX36" fmla="*/ 8968445 w 12192000"/>
              <a:gd name="connsiteY36" fmla="*/ 1052169 h 2237474"/>
              <a:gd name="connsiteX37" fmla="*/ 8886001 w 12192000"/>
              <a:gd name="connsiteY37" fmla="*/ 1067468 h 2237474"/>
              <a:gd name="connsiteX38" fmla="*/ 8838610 w 12192000"/>
              <a:gd name="connsiteY38" fmla="*/ 1075091 h 2237474"/>
              <a:gd name="connsiteX39" fmla="*/ 8750383 w 12192000"/>
              <a:gd name="connsiteY39" fmla="*/ 1097387 h 2237474"/>
              <a:gd name="connsiteX40" fmla="*/ 8665605 w 12192000"/>
              <a:gd name="connsiteY40" fmla="*/ 1110791 h 2237474"/>
              <a:gd name="connsiteX41" fmla="*/ 8584946 w 12192000"/>
              <a:gd name="connsiteY41" fmla="*/ 1135226 h 2237474"/>
              <a:gd name="connsiteX42" fmla="*/ 8460755 w 12192000"/>
              <a:gd name="connsiteY42" fmla="*/ 1203427 h 2237474"/>
              <a:gd name="connsiteX43" fmla="*/ 8419755 w 12192000"/>
              <a:gd name="connsiteY43" fmla="*/ 1216260 h 2237474"/>
              <a:gd name="connsiteX44" fmla="*/ 8411626 w 12192000"/>
              <a:gd name="connsiteY44" fmla="*/ 1214397 h 2237474"/>
              <a:gd name="connsiteX45" fmla="*/ 8363469 w 12192000"/>
              <a:gd name="connsiteY45" fmla="*/ 1246658 h 2237474"/>
              <a:gd name="connsiteX46" fmla="*/ 8275497 w 12192000"/>
              <a:gd name="connsiteY46" fmla="*/ 1264396 h 2237474"/>
              <a:gd name="connsiteX47" fmla="*/ 8206287 w 12192000"/>
              <a:gd name="connsiteY47" fmla="*/ 1273060 h 2237474"/>
              <a:gd name="connsiteX48" fmla="*/ 8139997 w 12192000"/>
              <a:gd name="connsiteY48" fmla="*/ 1282713 h 2237474"/>
              <a:gd name="connsiteX49" fmla="*/ 8074238 w 12192000"/>
              <a:gd name="connsiteY49" fmla="*/ 1301895 h 2237474"/>
              <a:gd name="connsiteX50" fmla="*/ 7942099 w 12192000"/>
              <a:gd name="connsiteY50" fmla="*/ 1336332 h 2237474"/>
              <a:gd name="connsiteX51" fmla="*/ 7902328 w 12192000"/>
              <a:gd name="connsiteY51" fmla="*/ 1345865 h 2237474"/>
              <a:gd name="connsiteX52" fmla="*/ 7840612 w 12192000"/>
              <a:gd name="connsiteY52" fmla="*/ 1369373 h 2237474"/>
              <a:gd name="connsiteX53" fmla="*/ 7786819 w 12192000"/>
              <a:gd name="connsiteY53" fmla="*/ 1378970 h 2237474"/>
              <a:gd name="connsiteX54" fmla="*/ 7548172 w 12192000"/>
              <a:gd name="connsiteY54" fmla="*/ 1417460 h 2237474"/>
              <a:gd name="connsiteX55" fmla="*/ 7483437 w 12192000"/>
              <a:gd name="connsiteY55" fmla="*/ 1478152 h 2237474"/>
              <a:gd name="connsiteX56" fmla="*/ 7377870 w 12192000"/>
              <a:gd name="connsiteY56" fmla="*/ 1523319 h 2237474"/>
              <a:gd name="connsiteX57" fmla="*/ 7230737 w 12192000"/>
              <a:gd name="connsiteY57" fmla="*/ 1562633 h 2237474"/>
              <a:gd name="connsiteX58" fmla="*/ 7224458 w 12192000"/>
              <a:gd name="connsiteY58" fmla="*/ 1573008 h 2237474"/>
              <a:gd name="connsiteX59" fmla="*/ 7183121 w 12192000"/>
              <a:gd name="connsiteY59" fmla="*/ 1595162 h 2237474"/>
              <a:gd name="connsiteX60" fmla="*/ 7164601 w 12192000"/>
              <a:gd name="connsiteY60" fmla="*/ 1606490 h 2237474"/>
              <a:gd name="connsiteX61" fmla="*/ 7031309 w 12192000"/>
              <a:gd name="connsiteY61" fmla="*/ 1619451 h 2237474"/>
              <a:gd name="connsiteX62" fmla="*/ 6900177 w 12192000"/>
              <a:gd name="connsiteY62" fmla="*/ 1636016 h 2237474"/>
              <a:gd name="connsiteX63" fmla="*/ 6795372 w 12192000"/>
              <a:gd name="connsiteY63" fmla="*/ 1644845 h 2237474"/>
              <a:gd name="connsiteX64" fmla="*/ 6692251 w 12192000"/>
              <a:gd name="connsiteY64" fmla="*/ 1656357 h 2237474"/>
              <a:gd name="connsiteX65" fmla="*/ 6655235 w 12192000"/>
              <a:gd name="connsiteY65" fmla="*/ 1661869 h 2237474"/>
              <a:gd name="connsiteX66" fmla="*/ 6554894 w 12192000"/>
              <a:gd name="connsiteY66" fmla="*/ 1664428 h 2237474"/>
              <a:gd name="connsiteX67" fmla="*/ 6516595 w 12192000"/>
              <a:gd name="connsiteY67" fmla="*/ 1667475 h 2237474"/>
              <a:gd name="connsiteX68" fmla="*/ 6508541 w 12192000"/>
              <a:gd name="connsiteY68" fmla="*/ 1668757 h 2237474"/>
              <a:gd name="connsiteX69" fmla="*/ 6471012 w 12192000"/>
              <a:gd name="connsiteY69" fmla="*/ 1678604 h 2237474"/>
              <a:gd name="connsiteX70" fmla="*/ 6364035 w 12192000"/>
              <a:gd name="connsiteY70" fmla="*/ 1667683 h 2237474"/>
              <a:gd name="connsiteX71" fmla="*/ 6280959 w 12192000"/>
              <a:gd name="connsiteY71" fmla="*/ 1689329 h 2237474"/>
              <a:gd name="connsiteX72" fmla="*/ 6243319 w 12192000"/>
              <a:gd name="connsiteY72" fmla="*/ 1695560 h 2237474"/>
              <a:gd name="connsiteX73" fmla="*/ 6098321 w 12192000"/>
              <a:gd name="connsiteY73" fmla="*/ 1721646 h 2237474"/>
              <a:gd name="connsiteX74" fmla="*/ 5880652 w 12192000"/>
              <a:gd name="connsiteY74" fmla="*/ 1779643 h 2237474"/>
              <a:gd name="connsiteX75" fmla="*/ 5785959 w 12192000"/>
              <a:gd name="connsiteY75" fmla="*/ 1775307 h 2237474"/>
              <a:gd name="connsiteX76" fmla="*/ 5643534 w 12192000"/>
              <a:gd name="connsiteY76" fmla="*/ 1802919 h 2237474"/>
              <a:gd name="connsiteX77" fmla="*/ 5518799 w 12192000"/>
              <a:gd name="connsiteY77" fmla="*/ 1818312 h 2237474"/>
              <a:gd name="connsiteX78" fmla="*/ 5505014 w 12192000"/>
              <a:gd name="connsiteY78" fmla="*/ 1819259 h 2237474"/>
              <a:gd name="connsiteX79" fmla="*/ 5453307 w 12192000"/>
              <a:gd name="connsiteY79" fmla="*/ 1815450 h 2237474"/>
              <a:gd name="connsiteX80" fmla="*/ 5221533 w 12192000"/>
              <a:gd name="connsiteY80" fmla="*/ 1846950 h 2237474"/>
              <a:gd name="connsiteX81" fmla="*/ 5149802 w 12192000"/>
              <a:gd name="connsiteY81" fmla="*/ 1844846 h 2237474"/>
              <a:gd name="connsiteX82" fmla="*/ 5114927 w 12192000"/>
              <a:gd name="connsiteY82" fmla="*/ 1847827 h 2237474"/>
              <a:gd name="connsiteX83" fmla="*/ 5108970 w 12192000"/>
              <a:gd name="connsiteY83" fmla="*/ 1847935 h 2237474"/>
              <a:gd name="connsiteX84" fmla="*/ 5067961 w 12192000"/>
              <a:gd name="connsiteY84" fmla="*/ 1845917 h 2237474"/>
              <a:gd name="connsiteX85" fmla="*/ 5007075 w 12192000"/>
              <a:gd name="connsiteY85" fmla="*/ 1838626 h 2237474"/>
              <a:gd name="connsiteX86" fmla="*/ 4944087 w 12192000"/>
              <a:gd name="connsiteY86" fmla="*/ 1823332 h 2237474"/>
              <a:gd name="connsiteX87" fmla="*/ 4907662 w 12192000"/>
              <a:gd name="connsiteY87" fmla="*/ 1816900 h 2237474"/>
              <a:gd name="connsiteX88" fmla="*/ 4882386 w 12192000"/>
              <a:gd name="connsiteY88" fmla="*/ 1809844 h 2237474"/>
              <a:gd name="connsiteX89" fmla="*/ 4811440 w 12192000"/>
              <a:gd name="connsiteY89" fmla="*/ 1804655 h 2237474"/>
              <a:gd name="connsiteX90" fmla="*/ 4691075 w 12192000"/>
              <a:gd name="connsiteY90" fmla="*/ 1801389 h 2237474"/>
              <a:gd name="connsiteX91" fmla="*/ 4640313 w 12192000"/>
              <a:gd name="connsiteY91" fmla="*/ 1784307 h 2237474"/>
              <a:gd name="connsiteX92" fmla="*/ 4536503 w 12192000"/>
              <a:gd name="connsiteY92" fmla="*/ 1785334 h 2237474"/>
              <a:gd name="connsiteX93" fmla="*/ 4513724 w 12192000"/>
              <a:gd name="connsiteY93" fmla="*/ 1791996 h 2237474"/>
              <a:gd name="connsiteX94" fmla="*/ 4459810 w 12192000"/>
              <a:gd name="connsiteY94" fmla="*/ 1797886 h 2237474"/>
              <a:gd name="connsiteX95" fmla="*/ 4379064 w 12192000"/>
              <a:gd name="connsiteY95" fmla="*/ 1817177 h 2237474"/>
              <a:gd name="connsiteX96" fmla="*/ 4290981 w 12192000"/>
              <a:gd name="connsiteY96" fmla="*/ 1839677 h 2237474"/>
              <a:gd name="connsiteX97" fmla="*/ 4238372 w 12192000"/>
              <a:gd name="connsiteY97" fmla="*/ 1851480 h 2237474"/>
              <a:gd name="connsiteX98" fmla="*/ 4232517 w 12192000"/>
              <a:gd name="connsiteY98" fmla="*/ 1852567 h 2237474"/>
              <a:gd name="connsiteX99" fmla="*/ 4191732 w 12192000"/>
              <a:gd name="connsiteY99" fmla="*/ 1857328 h 2237474"/>
              <a:gd name="connsiteX100" fmla="*/ 4065532 w 12192000"/>
              <a:gd name="connsiteY100" fmla="*/ 1855477 h 2237474"/>
              <a:gd name="connsiteX101" fmla="*/ 4028460 w 12192000"/>
              <a:gd name="connsiteY101" fmla="*/ 1855137 h 2237474"/>
              <a:gd name="connsiteX102" fmla="*/ 4002267 w 12192000"/>
              <a:gd name="connsiteY102" fmla="*/ 1852352 h 2237474"/>
              <a:gd name="connsiteX103" fmla="*/ 3931396 w 12192000"/>
              <a:gd name="connsiteY103" fmla="*/ 1858915 h 2237474"/>
              <a:gd name="connsiteX104" fmla="*/ 3812162 w 12192000"/>
              <a:gd name="connsiteY104" fmla="*/ 1875501 h 2237474"/>
              <a:gd name="connsiteX105" fmla="*/ 3758105 w 12192000"/>
              <a:gd name="connsiteY105" fmla="*/ 1871856 h 2237474"/>
              <a:gd name="connsiteX106" fmla="*/ 3715896 w 12192000"/>
              <a:gd name="connsiteY106" fmla="*/ 1881552 h 2237474"/>
              <a:gd name="connsiteX107" fmla="*/ 3567259 w 12192000"/>
              <a:gd name="connsiteY107" fmla="*/ 1893482 h 2237474"/>
              <a:gd name="connsiteX108" fmla="*/ 3405770 w 12192000"/>
              <a:gd name="connsiteY108" fmla="*/ 1904591 h 2237474"/>
              <a:gd name="connsiteX109" fmla="*/ 3280097 w 12192000"/>
              <a:gd name="connsiteY109" fmla="*/ 1919610 h 2237474"/>
              <a:gd name="connsiteX110" fmla="*/ 3123424 w 12192000"/>
              <a:gd name="connsiteY110" fmla="*/ 1952930 h 2237474"/>
              <a:gd name="connsiteX111" fmla="*/ 3009910 w 12192000"/>
              <a:gd name="connsiteY111" fmla="*/ 1957866 h 2237474"/>
              <a:gd name="connsiteX112" fmla="*/ 2995934 w 12192000"/>
              <a:gd name="connsiteY112" fmla="*/ 1967085 h 2237474"/>
              <a:gd name="connsiteX113" fmla="*/ 2980071 w 12192000"/>
              <a:gd name="connsiteY113" fmla="*/ 1972988 h 2237474"/>
              <a:gd name="connsiteX114" fmla="*/ 2942858 w 12192000"/>
              <a:gd name="connsiteY114" fmla="*/ 1981367 h 2237474"/>
              <a:gd name="connsiteX115" fmla="*/ 2875436 w 12192000"/>
              <a:gd name="connsiteY115" fmla="*/ 1996977 h 2237474"/>
              <a:gd name="connsiteX116" fmla="*/ 2874892 w 12192000"/>
              <a:gd name="connsiteY116" fmla="*/ 1996085 h 2237474"/>
              <a:gd name="connsiteX117" fmla="*/ 2864145 w 12192000"/>
              <a:gd name="connsiteY117" fmla="*/ 1994061 h 2237474"/>
              <a:gd name="connsiteX118" fmla="*/ 2843662 w 12192000"/>
              <a:gd name="connsiteY118" fmla="*/ 1992498 h 2237474"/>
              <a:gd name="connsiteX119" fmla="*/ 2796128 w 12192000"/>
              <a:gd name="connsiteY119" fmla="*/ 1976403 h 2237474"/>
              <a:gd name="connsiteX120" fmla="*/ 2756784 w 12192000"/>
              <a:gd name="connsiteY120" fmla="*/ 1985116 h 2237474"/>
              <a:gd name="connsiteX121" fmla="*/ 2748833 w 12192000"/>
              <a:gd name="connsiteY121" fmla="*/ 1986323 h 2237474"/>
              <a:gd name="connsiteX122" fmla="*/ 2748661 w 12192000"/>
              <a:gd name="connsiteY122" fmla="*/ 1986122 h 2237474"/>
              <a:gd name="connsiteX123" fmla="*/ 2740251 w 12192000"/>
              <a:gd name="connsiteY123" fmla="*/ 1986946 h 2237474"/>
              <a:gd name="connsiteX124" fmla="*/ 2718916 w 12192000"/>
              <a:gd name="connsiteY124" fmla="*/ 1990867 h 2237474"/>
              <a:gd name="connsiteX125" fmla="*/ 2713522 w 12192000"/>
              <a:gd name="connsiteY125" fmla="*/ 1990173 h 2237474"/>
              <a:gd name="connsiteX126" fmla="*/ 2680597 w 12192000"/>
              <a:gd name="connsiteY126" fmla="*/ 1984996 h 2237474"/>
              <a:gd name="connsiteX127" fmla="*/ 2578178 w 12192000"/>
              <a:gd name="connsiteY127" fmla="*/ 1990531 h 2237474"/>
              <a:gd name="connsiteX128" fmla="*/ 2476147 w 12192000"/>
              <a:gd name="connsiteY128" fmla="*/ 1998305 h 2237474"/>
              <a:gd name="connsiteX129" fmla="*/ 2373568 w 12192000"/>
              <a:gd name="connsiteY129" fmla="*/ 2003219 h 2237474"/>
              <a:gd name="connsiteX130" fmla="*/ 2321399 w 12192000"/>
              <a:gd name="connsiteY130" fmla="*/ 1989467 h 2237474"/>
              <a:gd name="connsiteX131" fmla="*/ 2315525 w 12192000"/>
              <a:gd name="connsiteY131" fmla="*/ 1989708 h 2237474"/>
              <a:gd name="connsiteX132" fmla="*/ 2300792 w 12192000"/>
              <a:gd name="connsiteY132" fmla="*/ 1994290 h 2237474"/>
              <a:gd name="connsiteX133" fmla="*/ 2295469 w 12192000"/>
              <a:gd name="connsiteY133" fmla="*/ 1996659 h 2237474"/>
              <a:gd name="connsiteX134" fmla="*/ 2287219 w 12192000"/>
              <a:gd name="connsiteY134" fmla="*/ 1998750 h 2237474"/>
              <a:gd name="connsiteX135" fmla="*/ 2286948 w 12192000"/>
              <a:gd name="connsiteY135" fmla="*/ 1998596 h 2237474"/>
              <a:gd name="connsiteX136" fmla="*/ 2243069 w 12192000"/>
              <a:gd name="connsiteY136" fmla="*/ 2015111 h 2237474"/>
              <a:gd name="connsiteX137" fmla="*/ 2186609 w 12192000"/>
              <a:gd name="connsiteY137" fmla="*/ 2008263 h 2237474"/>
              <a:gd name="connsiteX138" fmla="*/ 2164831 w 12192000"/>
              <a:gd name="connsiteY138" fmla="*/ 2010143 h 2237474"/>
              <a:gd name="connsiteX139" fmla="*/ 2152836 w 12192000"/>
              <a:gd name="connsiteY139" fmla="*/ 2010048 h 2237474"/>
              <a:gd name="connsiteX140" fmla="*/ 2117102 w 12192000"/>
              <a:gd name="connsiteY140" fmla="*/ 2023004 h 2237474"/>
              <a:gd name="connsiteX141" fmla="*/ 2111935 w 12192000"/>
              <a:gd name="connsiteY141" fmla="*/ 2023163 h 2237474"/>
              <a:gd name="connsiteX142" fmla="*/ 2089991 w 12192000"/>
              <a:gd name="connsiteY142" fmla="*/ 2034193 h 2237474"/>
              <a:gd name="connsiteX143" fmla="*/ 2058061 w 12192000"/>
              <a:gd name="connsiteY143" fmla="*/ 2047942 h 2237474"/>
              <a:gd name="connsiteX144" fmla="*/ 2055737 w 12192000"/>
              <a:gd name="connsiteY144" fmla="*/ 2047704 h 2237474"/>
              <a:gd name="connsiteX145" fmla="*/ 2042244 w 12192000"/>
              <a:gd name="connsiteY145" fmla="*/ 2055560 h 2237474"/>
              <a:gd name="connsiteX146" fmla="*/ 1976224 w 12192000"/>
              <a:gd name="connsiteY146" fmla="*/ 2074257 h 2237474"/>
              <a:gd name="connsiteX147" fmla="*/ 1877728 w 12192000"/>
              <a:gd name="connsiteY147" fmla="*/ 2101004 h 2237474"/>
              <a:gd name="connsiteX148" fmla="*/ 1759056 w 12192000"/>
              <a:gd name="connsiteY148" fmla="*/ 2125608 h 2237474"/>
              <a:gd name="connsiteX149" fmla="*/ 1637948 w 12192000"/>
              <a:gd name="connsiteY149" fmla="*/ 2172597 h 2237474"/>
              <a:gd name="connsiteX150" fmla="*/ 1434549 w 12192000"/>
              <a:gd name="connsiteY150" fmla="*/ 2234522 h 2237474"/>
              <a:gd name="connsiteX151" fmla="*/ 1398481 w 12192000"/>
              <a:gd name="connsiteY151" fmla="*/ 2237074 h 2237474"/>
              <a:gd name="connsiteX152" fmla="*/ 1398407 w 12192000"/>
              <a:gd name="connsiteY152" fmla="*/ 2237095 h 2237474"/>
              <a:gd name="connsiteX153" fmla="*/ 1370962 w 12192000"/>
              <a:gd name="connsiteY153" fmla="*/ 2237474 h 2237474"/>
              <a:gd name="connsiteX154" fmla="*/ 1356367 w 12192000"/>
              <a:gd name="connsiteY154" fmla="*/ 2235089 h 2237474"/>
              <a:gd name="connsiteX155" fmla="*/ 1324828 w 12192000"/>
              <a:gd name="connsiteY155" fmla="*/ 2231968 h 2237474"/>
              <a:gd name="connsiteX156" fmla="*/ 1297744 w 12192000"/>
              <a:gd name="connsiteY156" fmla="*/ 2235849 h 2237474"/>
              <a:gd name="connsiteX157" fmla="*/ 1286236 w 12192000"/>
              <a:gd name="connsiteY157" fmla="*/ 2233135 h 2237474"/>
              <a:gd name="connsiteX158" fmla="*/ 1283504 w 12192000"/>
              <a:gd name="connsiteY158" fmla="*/ 2233797 h 2237474"/>
              <a:gd name="connsiteX159" fmla="*/ 1279765 w 12192000"/>
              <a:gd name="connsiteY159" fmla="*/ 2229639 h 2237474"/>
              <a:gd name="connsiteX160" fmla="*/ 1195347 w 12192000"/>
              <a:gd name="connsiteY160" fmla="*/ 2212354 h 2237474"/>
              <a:gd name="connsiteX161" fmla="*/ 970251 w 12192000"/>
              <a:gd name="connsiteY161" fmla="*/ 2221029 h 2237474"/>
              <a:gd name="connsiteX162" fmla="*/ 812914 w 12192000"/>
              <a:gd name="connsiteY162" fmla="*/ 2202752 h 2237474"/>
              <a:gd name="connsiteX163" fmla="*/ 800195 w 12192000"/>
              <a:gd name="connsiteY163" fmla="*/ 2209407 h 2237474"/>
              <a:gd name="connsiteX164" fmla="*/ 784978 w 12192000"/>
              <a:gd name="connsiteY164" fmla="*/ 2212360 h 2237474"/>
              <a:gd name="connsiteX165" fmla="*/ 681987 w 12192000"/>
              <a:gd name="connsiteY165" fmla="*/ 2216757 h 2237474"/>
              <a:gd name="connsiteX166" fmla="*/ 669923 w 12192000"/>
              <a:gd name="connsiteY166" fmla="*/ 2211682 h 2237474"/>
              <a:gd name="connsiteX167" fmla="*/ 648680 w 12192000"/>
              <a:gd name="connsiteY167" fmla="*/ 2206229 h 2237474"/>
              <a:gd name="connsiteX168" fmla="*/ 597225 w 12192000"/>
              <a:gd name="connsiteY168" fmla="*/ 2180999 h 2237474"/>
              <a:gd name="connsiteX169" fmla="*/ 558449 w 12192000"/>
              <a:gd name="connsiteY169" fmla="*/ 2182346 h 2237474"/>
              <a:gd name="connsiteX170" fmla="*/ 550517 w 12192000"/>
              <a:gd name="connsiteY170" fmla="*/ 2182060 h 2237474"/>
              <a:gd name="connsiteX171" fmla="*/ 550309 w 12192000"/>
              <a:gd name="connsiteY171" fmla="*/ 2181825 h 2237474"/>
              <a:gd name="connsiteX172" fmla="*/ 541836 w 12192000"/>
              <a:gd name="connsiteY172" fmla="*/ 2181063 h 2237474"/>
              <a:gd name="connsiteX173" fmla="*/ 536057 w 12192000"/>
              <a:gd name="connsiteY173" fmla="*/ 2181537 h 2237474"/>
              <a:gd name="connsiteX174" fmla="*/ 520671 w 12192000"/>
              <a:gd name="connsiteY174" fmla="*/ 2180980 h 2237474"/>
              <a:gd name="connsiteX175" fmla="*/ 515024 w 12192000"/>
              <a:gd name="connsiteY175" fmla="*/ 2179258 h 2237474"/>
              <a:gd name="connsiteX176" fmla="*/ 512278 w 12192000"/>
              <a:gd name="connsiteY176" fmla="*/ 2176369 h 2237474"/>
              <a:gd name="connsiteX177" fmla="*/ 480419 w 12192000"/>
              <a:gd name="connsiteY177" fmla="*/ 2167807 h 2237474"/>
              <a:gd name="connsiteX178" fmla="*/ 413835 w 12192000"/>
              <a:gd name="connsiteY178" fmla="*/ 2156783 h 2237474"/>
              <a:gd name="connsiteX179" fmla="*/ 376513 w 12192000"/>
              <a:gd name="connsiteY179" fmla="*/ 2154014 h 2237474"/>
              <a:gd name="connsiteX180" fmla="*/ 273386 w 12192000"/>
              <a:gd name="connsiteY180" fmla="*/ 2142551 h 2237474"/>
              <a:gd name="connsiteX181" fmla="*/ 169207 w 12192000"/>
              <a:gd name="connsiteY181" fmla="*/ 2128100 h 2237474"/>
              <a:gd name="connsiteX182" fmla="*/ 93149 w 12192000"/>
              <a:gd name="connsiteY182" fmla="*/ 2105324 h 2237474"/>
              <a:gd name="connsiteX183" fmla="*/ 88109 w 12192000"/>
              <a:gd name="connsiteY183" fmla="*/ 2106704 h 2237474"/>
              <a:gd name="connsiteX184" fmla="*/ 80022 w 12192000"/>
              <a:gd name="connsiteY184" fmla="*/ 2107254 h 2237474"/>
              <a:gd name="connsiteX185" fmla="*/ 79717 w 12192000"/>
              <a:gd name="connsiteY185" fmla="*/ 2107046 h 2237474"/>
              <a:gd name="connsiteX186" fmla="*/ 72352 w 12192000"/>
              <a:gd name="connsiteY186" fmla="*/ 2107991 h 2237474"/>
              <a:gd name="connsiteX187" fmla="*/ 37645 w 12192000"/>
              <a:gd name="connsiteY187" fmla="*/ 2115401 h 2237474"/>
              <a:gd name="connsiteX188" fmla="*/ 4572 w 12192000"/>
              <a:gd name="connsiteY188" fmla="*/ 2111091 h 2237474"/>
              <a:gd name="connsiteX189" fmla="*/ 0 w 12192000"/>
              <a:gd name="connsiteY189" fmla="*/ 2110468 h 2237474"/>
              <a:gd name="connsiteX190" fmla="*/ 0 w 12192000"/>
              <a:gd name="connsiteY190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78619 w 12192000"/>
              <a:gd name="connsiteY28" fmla="*/ 1011878 h 2237474"/>
              <a:gd name="connsiteX29" fmla="*/ 9268019 w 12192000"/>
              <a:gd name="connsiteY29" fmla="*/ 1007442 h 2237474"/>
              <a:gd name="connsiteX30" fmla="*/ 9234662 w 12192000"/>
              <a:gd name="connsiteY30" fmla="*/ 1023056 h 2237474"/>
              <a:gd name="connsiteX31" fmla="*/ 9181033 w 12192000"/>
              <a:gd name="connsiteY31" fmla="*/ 1037921 h 2237474"/>
              <a:gd name="connsiteX32" fmla="*/ 9155969 w 12192000"/>
              <a:gd name="connsiteY32" fmla="*/ 1046804 h 2237474"/>
              <a:gd name="connsiteX33" fmla="*/ 9133985 w 12192000"/>
              <a:gd name="connsiteY33" fmla="*/ 1046450 h 2237474"/>
              <a:gd name="connsiteX34" fmla="*/ 9003462 w 12192000"/>
              <a:gd name="connsiteY34" fmla="*/ 1042406 h 2237474"/>
              <a:gd name="connsiteX35" fmla="*/ 8968445 w 12192000"/>
              <a:gd name="connsiteY35" fmla="*/ 1052169 h 2237474"/>
              <a:gd name="connsiteX36" fmla="*/ 8886001 w 12192000"/>
              <a:gd name="connsiteY36" fmla="*/ 1067468 h 2237474"/>
              <a:gd name="connsiteX37" fmla="*/ 8838610 w 12192000"/>
              <a:gd name="connsiteY37" fmla="*/ 1075091 h 2237474"/>
              <a:gd name="connsiteX38" fmla="*/ 8750383 w 12192000"/>
              <a:gd name="connsiteY38" fmla="*/ 1097387 h 2237474"/>
              <a:gd name="connsiteX39" fmla="*/ 8665605 w 12192000"/>
              <a:gd name="connsiteY39" fmla="*/ 1110791 h 2237474"/>
              <a:gd name="connsiteX40" fmla="*/ 8584946 w 12192000"/>
              <a:gd name="connsiteY40" fmla="*/ 1135226 h 2237474"/>
              <a:gd name="connsiteX41" fmla="*/ 8460755 w 12192000"/>
              <a:gd name="connsiteY41" fmla="*/ 1203427 h 2237474"/>
              <a:gd name="connsiteX42" fmla="*/ 8419755 w 12192000"/>
              <a:gd name="connsiteY42" fmla="*/ 1216260 h 2237474"/>
              <a:gd name="connsiteX43" fmla="*/ 8411626 w 12192000"/>
              <a:gd name="connsiteY43" fmla="*/ 1214397 h 2237474"/>
              <a:gd name="connsiteX44" fmla="*/ 8363469 w 12192000"/>
              <a:gd name="connsiteY44" fmla="*/ 1246658 h 2237474"/>
              <a:gd name="connsiteX45" fmla="*/ 8275497 w 12192000"/>
              <a:gd name="connsiteY45" fmla="*/ 1264396 h 2237474"/>
              <a:gd name="connsiteX46" fmla="*/ 8206287 w 12192000"/>
              <a:gd name="connsiteY46" fmla="*/ 1273060 h 2237474"/>
              <a:gd name="connsiteX47" fmla="*/ 8139997 w 12192000"/>
              <a:gd name="connsiteY47" fmla="*/ 1282713 h 2237474"/>
              <a:gd name="connsiteX48" fmla="*/ 8074238 w 12192000"/>
              <a:gd name="connsiteY48" fmla="*/ 1301895 h 2237474"/>
              <a:gd name="connsiteX49" fmla="*/ 7942099 w 12192000"/>
              <a:gd name="connsiteY49" fmla="*/ 1336332 h 2237474"/>
              <a:gd name="connsiteX50" fmla="*/ 7902328 w 12192000"/>
              <a:gd name="connsiteY50" fmla="*/ 1345865 h 2237474"/>
              <a:gd name="connsiteX51" fmla="*/ 7840612 w 12192000"/>
              <a:gd name="connsiteY51" fmla="*/ 1369373 h 2237474"/>
              <a:gd name="connsiteX52" fmla="*/ 7786819 w 12192000"/>
              <a:gd name="connsiteY52" fmla="*/ 1378970 h 2237474"/>
              <a:gd name="connsiteX53" fmla="*/ 7548172 w 12192000"/>
              <a:gd name="connsiteY53" fmla="*/ 1417460 h 2237474"/>
              <a:gd name="connsiteX54" fmla="*/ 7483437 w 12192000"/>
              <a:gd name="connsiteY54" fmla="*/ 1478152 h 2237474"/>
              <a:gd name="connsiteX55" fmla="*/ 7377870 w 12192000"/>
              <a:gd name="connsiteY55" fmla="*/ 1523319 h 2237474"/>
              <a:gd name="connsiteX56" fmla="*/ 7230737 w 12192000"/>
              <a:gd name="connsiteY56" fmla="*/ 1562633 h 2237474"/>
              <a:gd name="connsiteX57" fmla="*/ 7224458 w 12192000"/>
              <a:gd name="connsiteY57" fmla="*/ 1573008 h 2237474"/>
              <a:gd name="connsiteX58" fmla="*/ 7183121 w 12192000"/>
              <a:gd name="connsiteY58" fmla="*/ 1595162 h 2237474"/>
              <a:gd name="connsiteX59" fmla="*/ 7164601 w 12192000"/>
              <a:gd name="connsiteY59" fmla="*/ 1606490 h 2237474"/>
              <a:gd name="connsiteX60" fmla="*/ 7031309 w 12192000"/>
              <a:gd name="connsiteY60" fmla="*/ 1619451 h 2237474"/>
              <a:gd name="connsiteX61" fmla="*/ 6900177 w 12192000"/>
              <a:gd name="connsiteY61" fmla="*/ 1636016 h 2237474"/>
              <a:gd name="connsiteX62" fmla="*/ 6795372 w 12192000"/>
              <a:gd name="connsiteY62" fmla="*/ 1644845 h 2237474"/>
              <a:gd name="connsiteX63" fmla="*/ 6692251 w 12192000"/>
              <a:gd name="connsiteY63" fmla="*/ 1656357 h 2237474"/>
              <a:gd name="connsiteX64" fmla="*/ 6655235 w 12192000"/>
              <a:gd name="connsiteY64" fmla="*/ 1661869 h 2237474"/>
              <a:gd name="connsiteX65" fmla="*/ 6554894 w 12192000"/>
              <a:gd name="connsiteY65" fmla="*/ 1664428 h 2237474"/>
              <a:gd name="connsiteX66" fmla="*/ 6516595 w 12192000"/>
              <a:gd name="connsiteY66" fmla="*/ 1667475 h 2237474"/>
              <a:gd name="connsiteX67" fmla="*/ 6508541 w 12192000"/>
              <a:gd name="connsiteY67" fmla="*/ 1668757 h 2237474"/>
              <a:gd name="connsiteX68" fmla="*/ 6471012 w 12192000"/>
              <a:gd name="connsiteY68" fmla="*/ 1678604 h 2237474"/>
              <a:gd name="connsiteX69" fmla="*/ 6364035 w 12192000"/>
              <a:gd name="connsiteY69" fmla="*/ 1667683 h 2237474"/>
              <a:gd name="connsiteX70" fmla="*/ 6280959 w 12192000"/>
              <a:gd name="connsiteY70" fmla="*/ 1689329 h 2237474"/>
              <a:gd name="connsiteX71" fmla="*/ 6243319 w 12192000"/>
              <a:gd name="connsiteY71" fmla="*/ 1695560 h 2237474"/>
              <a:gd name="connsiteX72" fmla="*/ 6098321 w 12192000"/>
              <a:gd name="connsiteY72" fmla="*/ 1721646 h 2237474"/>
              <a:gd name="connsiteX73" fmla="*/ 5880652 w 12192000"/>
              <a:gd name="connsiteY73" fmla="*/ 1779643 h 2237474"/>
              <a:gd name="connsiteX74" fmla="*/ 5785959 w 12192000"/>
              <a:gd name="connsiteY74" fmla="*/ 1775307 h 2237474"/>
              <a:gd name="connsiteX75" fmla="*/ 5643534 w 12192000"/>
              <a:gd name="connsiteY75" fmla="*/ 1802919 h 2237474"/>
              <a:gd name="connsiteX76" fmla="*/ 5518799 w 12192000"/>
              <a:gd name="connsiteY76" fmla="*/ 1818312 h 2237474"/>
              <a:gd name="connsiteX77" fmla="*/ 5505014 w 12192000"/>
              <a:gd name="connsiteY77" fmla="*/ 1819259 h 2237474"/>
              <a:gd name="connsiteX78" fmla="*/ 5453307 w 12192000"/>
              <a:gd name="connsiteY78" fmla="*/ 1815450 h 2237474"/>
              <a:gd name="connsiteX79" fmla="*/ 5221533 w 12192000"/>
              <a:gd name="connsiteY79" fmla="*/ 1846950 h 2237474"/>
              <a:gd name="connsiteX80" fmla="*/ 5149802 w 12192000"/>
              <a:gd name="connsiteY80" fmla="*/ 1844846 h 2237474"/>
              <a:gd name="connsiteX81" fmla="*/ 5114927 w 12192000"/>
              <a:gd name="connsiteY81" fmla="*/ 1847827 h 2237474"/>
              <a:gd name="connsiteX82" fmla="*/ 5108970 w 12192000"/>
              <a:gd name="connsiteY82" fmla="*/ 1847935 h 2237474"/>
              <a:gd name="connsiteX83" fmla="*/ 5067961 w 12192000"/>
              <a:gd name="connsiteY83" fmla="*/ 1845917 h 2237474"/>
              <a:gd name="connsiteX84" fmla="*/ 5007075 w 12192000"/>
              <a:gd name="connsiteY84" fmla="*/ 1838626 h 2237474"/>
              <a:gd name="connsiteX85" fmla="*/ 4944087 w 12192000"/>
              <a:gd name="connsiteY85" fmla="*/ 1823332 h 2237474"/>
              <a:gd name="connsiteX86" fmla="*/ 4907662 w 12192000"/>
              <a:gd name="connsiteY86" fmla="*/ 1816900 h 2237474"/>
              <a:gd name="connsiteX87" fmla="*/ 4882386 w 12192000"/>
              <a:gd name="connsiteY87" fmla="*/ 1809844 h 2237474"/>
              <a:gd name="connsiteX88" fmla="*/ 4811440 w 12192000"/>
              <a:gd name="connsiteY88" fmla="*/ 1804655 h 2237474"/>
              <a:gd name="connsiteX89" fmla="*/ 4691075 w 12192000"/>
              <a:gd name="connsiteY89" fmla="*/ 1801389 h 2237474"/>
              <a:gd name="connsiteX90" fmla="*/ 4640313 w 12192000"/>
              <a:gd name="connsiteY90" fmla="*/ 1784307 h 2237474"/>
              <a:gd name="connsiteX91" fmla="*/ 4536503 w 12192000"/>
              <a:gd name="connsiteY91" fmla="*/ 1785334 h 2237474"/>
              <a:gd name="connsiteX92" fmla="*/ 4513724 w 12192000"/>
              <a:gd name="connsiteY92" fmla="*/ 1791996 h 2237474"/>
              <a:gd name="connsiteX93" fmla="*/ 4459810 w 12192000"/>
              <a:gd name="connsiteY93" fmla="*/ 1797886 h 2237474"/>
              <a:gd name="connsiteX94" fmla="*/ 4379064 w 12192000"/>
              <a:gd name="connsiteY94" fmla="*/ 1817177 h 2237474"/>
              <a:gd name="connsiteX95" fmla="*/ 4290981 w 12192000"/>
              <a:gd name="connsiteY95" fmla="*/ 1839677 h 2237474"/>
              <a:gd name="connsiteX96" fmla="*/ 4238372 w 12192000"/>
              <a:gd name="connsiteY96" fmla="*/ 1851480 h 2237474"/>
              <a:gd name="connsiteX97" fmla="*/ 4232517 w 12192000"/>
              <a:gd name="connsiteY97" fmla="*/ 1852567 h 2237474"/>
              <a:gd name="connsiteX98" fmla="*/ 4191732 w 12192000"/>
              <a:gd name="connsiteY98" fmla="*/ 1857328 h 2237474"/>
              <a:gd name="connsiteX99" fmla="*/ 4065532 w 12192000"/>
              <a:gd name="connsiteY99" fmla="*/ 1855477 h 2237474"/>
              <a:gd name="connsiteX100" fmla="*/ 4028460 w 12192000"/>
              <a:gd name="connsiteY100" fmla="*/ 1855137 h 2237474"/>
              <a:gd name="connsiteX101" fmla="*/ 4002267 w 12192000"/>
              <a:gd name="connsiteY101" fmla="*/ 1852352 h 2237474"/>
              <a:gd name="connsiteX102" fmla="*/ 3931396 w 12192000"/>
              <a:gd name="connsiteY102" fmla="*/ 1858915 h 2237474"/>
              <a:gd name="connsiteX103" fmla="*/ 3812162 w 12192000"/>
              <a:gd name="connsiteY103" fmla="*/ 1875501 h 2237474"/>
              <a:gd name="connsiteX104" fmla="*/ 3758105 w 12192000"/>
              <a:gd name="connsiteY104" fmla="*/ 1871856 h 2237474"/>
              <a:gd name="connsiteX105" fmla="*/ 3715896 w 12192000"/>
              <a:gd name="connsiteY105" fmla="*/ 1881552 h 2237474"/>
              <a:gd name="connsiteX106" fmla="*/ 3567259 w 12192000"/>
              <a:gd name="connsiteY106" fmla="*/ 1893482 h 2237474"/>
              <a:gd name="connsiteX107" fmla="*/ 3405770 w 12192000"/>
              <a:gd name="connsiteY107" fmla="*/ 1904591 h 2237474"/>
              <a:gd name="connsiteX108" fmla="*/ 3280097 w 12192000"/>
              <a:gd name="connsiteY108" fmla="*/ 1919610 h 2237474"/>
              <a:gd name="connsiteX109" fmla="*/ 3123424 w 12192000"/>
              <a:gd name="connsiteY109" fmla="*/ 1952930 h 2237474"/>
              <a:gd name="connsiteX110" fmla="*/ 3009910 w 12192000"/>
              <a:gd name="connsiteY110" fmla="*/ 1957866 h 2237474"/>
              <a:gd name="connsiteX111" fmla="*/ 2995934 w 12192000"/>
              <a:gd name="connsiteY111" fmla="*/ 1967085 h 2237474"/>
              <a:gd name="connsiteX112" fmla="*/ 2980071 w 12192000"/>
              <a:gd name="connsiteY112" fmla="*/ 1972988 h 2237474"/>
              <a:gd name="connsiteX113" fmla="*/ 2942858 w 12192000"/>
              <a:gd name="connsiteY113" fmla="*/ 1981367 h 2237474"/>
              <a:gd name="connsiteX114" fmla="*/ 2875436 w 12192000"/>
              <a:gd name="connsiteY114" fmla="*/ 1996977 h 2237474"/>
              <a:gd name="connsiteX115" fmla="*/ 2874892 w 12192000"/>
              <a:gd name="connsiteY115" fmla="*/ 1996085 h 2237474"/>
              <a:gd name="connsiteX116" fmla="*/ 2864145 w 12192000"/>
              <a:gd name="connsiteY116" fmla="*/ 1994061 h 2237474"/>
              <a:gd name="connsiteX117" fmla="*/ 2843662 w 12192000"/>
              <a:gd name="connsiteY117" fmla="*/ 1992498 h 2237474"/>
              <a:gd name="connsiteX118" fmla="*/ 2796128 w 12192000"/>
              <a:gd name="connsiteY118" fmla="*/ 1976403 h 2237474"/>
              <a:gd name="connsiteX119" fmla="*/ 2756784 w 12192000"/>
              <a:gd name="connsiteY119" fmla="*/ 1985116 h 2237474"/>
              <a:gd name="connsiteX120" fmla="*/ 2748833 w 12192000"/>
              <a:gd name="connsiteY120" fmla="*/ 1986323 h 2237474"/>
              <a:gd name="connsiteX121" fmla="*/ 2748661 w 12192000"/>
              <a:gd name="connsiteY121" fmla="*/ 1986122 h 2237474"/>
              <a:gd name="connsiteX122" fmla="*/ 2740251 w 12192000"/>
              <a:gd name="connsiteY122" fmla="*/ 1986946 h 2237474"/>
              <a:gd name="connsiteX123" fmla="*/ 2718916 w 12192000"/>
              <a:gd name="connsiteY123" fmla="*/ 1990867 h 2237474"/>
              <a:gd name="connsiteX124" fmla="*/ 2713522 w 12192000"/>
              <a:gd name="connsiteY124" fmla="*/ 1990173 h 2237474"/>
              <a:gd name="connsiteX125" fmla="*/ 2680597 w 12192000"/>
              <a:gd name="connsiteY125" fmla="*/ 1984996 h 2237474"/>
              <a:gd name="connsiteX126" fmla="*/ 2578178 w 12192000"/>
              <a:gd name="connsiteY126" fmla="*/ 1990531 h 2237474"/>
              <a:gd name="connsiteX127" fmla="*/ 2476147 w 12192000"/>
              <a:gd name="connsiteY127" fmla="*/ 1998305 h 2237474"/>
              <a:gd name="connsiteX128" fmla="*/ 2373568 w 12192000"/>
              <a:gd name="connsiteY128" fmla="*/ 2003219 h 2237474"/>
              <a:gd name="connsiteX129" fmla="*/ 2321399 w 12192000"/>
              <a:gd name="connsiteY129" fmla="*/ 1989467 h 2237474"/>
              <a:gd name="connsiteX130" fmla="*/ 2315525 w 12192000"/>
              <a:gd name="connsiteY130" fmla="*/ 1989708 h 2237474"/>
              <a:gd name="connsiteX131" fmla="*/ 2300792 w 12192000"/>
              <a:gd name="connsiteY131" fmla="*/ 1994290 h 2237474"/>
              <a:gd name="connsiteX132" fmla="*/ 2295469 w 12192000"/>
              <a:gd name="connsiteY132" fmla="*/ 1996659 h 2237474"/>
              <a:gd name="connsiteX133" fmla="*/ 2287219 w 12192000"/>
              <a:gd name="connsiteY133" fmla="*/ 1998750 h 2237474"/>
              <a:gd name="connsiteX134" fmla="*/ 2286948 w 12192000"/>
              <a:gd name="connsiteY134" fmla="*/ 1998596 h 2237474"/>
              <a:gd name="connsiteX135" fmla="*/ 2243069 w 12192000"/>
              <a:gd name="connsiteY135" fmla="*/ 2015111 h 2237474"/>
              <a:gd name="connsiteX136" fmla="*/ 2186609 w 12192000"/>
              <a:gd name="connsiteY136" fmla="*/ 2008263 h 2237474"/>
              <a:gd name="connsiteX137" fmla="*/ 2164831 w 12192000"/>
              <a:gd name="connsiteY137" fmla="*/ 2010143 h 2237474"/>
              <a:gd name="connsiteX138" fmla="*/ 2152836 w 12192000"/>
              <a:gd name="connsiteY138" fmla="*/ 2010048 h 2237474"/>
              <a:gd name="connsiteX139" fmla="*/ 2117102 w 12192000"/>
              <a:gd name="connsiteY139" fmla="*/ 2023004 h 2237474"/>
              <a:gd name="connsiteX140" fmla="*/ 2111935 w 12192000"/>
              <a:gd name="connsiteY140" fmla="*/ 2023163 h 2237474"/>
              <a:gd name="connsiteX141" fmla="*/ 2089991 w 12192000"/>
              <a:gd name="connsiteY141" fmla="*/ 2034193 h 2237474"/>
              <a:gd name="connsiteX142" fmla="*/ 2058061 w 12192000"/>
              <a:gd name="connsiteY142" fmla="*/ 2047942 h 2237474"/>
              <a:gd name="connsiteX143" fmla="*/ 2055737 w 12192000"/>
              <a:gd name="connsiteY143" fmla="*/ 2047704 h 2237474"/>
              <a:gd name="connsiteX144" fmla="*/ 2042244 w 12192000"/>
              <a:gd name="connsiteY144" fmla="*/ 2055560 h 2237474"/>
              <a:gd name="connsiteX145" fmla="*/ 1976224 w 12192000"/>
              <a:gd name="connsiteY145" fmla="*/ 2074257 h 2237474"/>
              <a:gd name="connsiteX146" fmla="*/ 1877728 w 12192000"/>
              <a:gd name="connsiteY146" fmla="*/ 2101004 h 2237474"/>
              <a:gd name="connsiteX147" fmla="*/ 1759056 w 12192000"/>
              <a:gd name="connsiteY147" fmla="*/ 2125608 h 2237474"/>
              <a:gd name="connsiteX148" fmla="*/ 1637948 w 12192000"/>
              <a:gd name="connsiteY148" fmla="*/ 2172597 h 2237474"/>
              <a:gd name="connsiteX149" fmla="*/ 1434549 w 12192000"/>
              <a:gd name="connsiteY149" fmla="*/ 2234522 h 2237474"/>
              <a:gd name="connsiteX150" fmla="*/ 1398481 w 12192000"/>
              <a:gd name="connsiteY150" fmla="*/ 2237074 h 2237474"/>
              <a:gd name="connsiteX151" fmla="*/ 1398407 w 12192000"/>
              <a:gd name="connsiteY151" fmla="*/ 2237095 h 2237474"/>
              <a:gd name="connsiteX152" fmla="*/ 1370962 w 12192000"/>
              <a:gd name="connsiteY152" fmla="*/ 2237474 h 2237474"/>
              <a:gd name="connsiteX153" fmla="*/ 1356367 w 12192000"/>
              <a:gd name="connsiteY153" fmla="*/ 2235089 h 2237474"/>
              <a:gd name="connsiteX154" fmla="*/ 1324828 w 12192000"/>
              <a:gd name="connsiteY154" fmla="*/ 2231968 h 2237474"/>
              <a:gd name="connsiteX155" fmla="*/ 1297744 w 12192000"/>
              <a:gd name="connsiteY155" fmla="*/ 2235849 h 2237474"/>
              <a:gd name="connsiteX156" fmla="*/ 1286236 w 12192000"/>
              <a:gd name="connsiteY156" fmla="*/ 2233135 h 2237474"/>
              <a:gd name="connsiteX157" fmla="*/ 1283504 w 12192000"/>
              <a:gd name="connsiteY157" fmla="*/ 2233797 h 2237474"/>
              <a:gd name="connsiteX158" fmla="*/ 1279765 w 12192000"/>
              <a:gd name="connsiteY158" fmla="*/ 2229639 h 2237474"/>
              <a:gd name="connsiteX159" fmla="*/ 1195347 w 12192000"/>
              <a:gd name="connsiteY159" fmla="*/ 2212354 h 2237474"/>
              <a:gd name="connsiteX160" fmla="*/ 970251 w 12192000"/>
              <a:gd name="connsiteY160" fmla="*/ 2221029 h 2237474"/>
              <a:gd name="connsiteX161" fmla="*/ 812914 w 12192000"/>
              <a:gd name="connsiteY161" fmla="*/ 2202752 h 2237474"/>
              <a:gd name="connsiteX162" fmla="*/ 800195 w 12192000"/>
              <a:gd name="connsiteY162" fmla="*/ 2209407 h 2237474"/>
              <a:gd name="connsiteX163" fmla="*/ 784978 w 12192000"/>
              <a:gd name="connsiteY163" fmla="*/ 2212360 h 2237474"/>
              <a:gd name="connsiteX164" fmla="*/ 681987 w 12192000"/>
              <a:gd name="connsiteY164" fmla="*/ 2216757 h 2237474"/>
              <a:gd name="connsiteX165" fmla="*/ 669923 w 12192000"/>
              <a:gd name="connsiteY165" fmla="*/ 2211682 h 2237474"/>
              <a:gd name="connsiteX166" fmla="*/ 648680 w 12192000"/>
              <a:gd name="connsiteY166" fmla="*/ 2206229 h 2237474"/>
              <a:gd name="connsiteX167" fmla="*/ 597225 w 12192000"/>
              <a:gd name="connsiteY167" fmla="*/ 2180999 h 2237474"/>
              <a:gd name="connsiteX168" fmla="*/ 558449 w 12192000"/>
              <a:gd name="connsiteY168" fmla="*/ 2182346 h 2237474"/>
              <a:gd name="connsiteX169" fmla="*/ 550517 w 12192000"/>
              <a:gd name="connsiteY169" fmla="*/ 2182060 h 2237474"/>
              <a:gd name="connsiteX170" fmla="*/ 550309 w 12192000"/>
              <a:gd name="connsiteY170" fmla="*/ 2181825 h 2237474"/>
              <a:gd name="connsiteX171" fmla="*/ 541836 w 12192000"/>
              <a:gd name="connsiteY171" fmla="*/ 2181063 h 2237474"/>
              <a:gd name="connsiteX172" fmla="*/ 536057 w 12192000"/>
              <a:gd name="connsiteY172" fmla="*/ 2181537 h 2237474"/>
              <a:gd name="connsiteX173" fmla="*/ 520671 w 12192000"/>
              <a:gd name="connsiteY173" fmla="*/ 2180980 h 2237474"/>
              <a:gd name="connsiteX174" fmla="*/ 515024 w 12192000"/>
              <a:gd name="connsiteY174" fmla="*/ 2179258 h 2237474"/>
              <a:gd name="connsiteX175" fmla="*/ 512278 w 12192000"/>
              <a:gd name="connsiteY175" fmla="*/ 2176369 h 2237474"/>
              <a:gd name="connsiteX176" fmla="*/ 480419 w 12192000"/>
              <a:gd name="connsiteY176" fmla="*/ 2167807 h 2237474"/>
              <a:gd name="connsiteX177" fmla="*/ 413835 w 12192000"/>
              <a:gd name="connsiteY177" fmla="*/ 2156783 h 2237474"/>
              <a:gd name="connsiteX178" fmla="*/ 376513 w 12192000"/>
              <a:gd name="connsiteY178" fmla="*/ 2154014 h 2237474"/>
              <a:gd name="connsiteX179" fmla="*/ 273386 w 12192000"/>
              <a:gd name="connsiteY179" fmla="*/ 2142551 h 2237474"/>
              <a:gd name="connsiteX180" fmla="*/ 169207 w 12192000"/>
              <a:gd name="connsiteY180" fmla="*/ 2128100 h 2237474"/>
              <a:gd name="connsiteX181" fmla="*/ 93149 w 12192000"/>
              <a:gd name="connsiteY181" fmla="*/ 2105324 h 2237474"/>
              <a:gd name="connsiteX182" fmla="*/ 88109 w 12192000"/>
              <a:gd name="connsiteY182" fmla="*/ 2106704 h 2237474"/>
              <a:gd name="connsiteX183" fmla="*/ 80022 w 12192000"/>
              <a:gd name="connsiteY183" fmla="*/ 2107254 h 2237474"/>
              <a:gd name="connsiteX184" fmla="*/ 79717 w 12192000"/>
              <a:gd name="connsiteY184" fmla="*/ 2107046 h 2237474"/>
              <a:gd name="connsiteX185" fmla="*/ 72352 w 12192000"/>
              <a:gd name="connsiteY185" fmla="*/ 2107991 h 2237474"/>
              <a:gd name="connsiteX186" fmla="*/ 37645 w 12192000"/>
              <a:gd name="connsiteY186" fmla="*/ 2115401 h 2237474"/>
              <a:gd name="connsiteX187" fmla="*/ 4572 w 12192000"/>
              <a:gd name="connsiteY187" fmla="*/ 2111091 h 2237474"/>
              <a:gd name="connsiteX188" fmla="*/ 0 w 12192000"/>
              <a:gd name="connsiteY188" fmla="*/ 2110468 h 2237474"/>
              <a:gd name="connsiteX189" fmla="*/ 0 w 12192000"/>
              <a:gd name="connsiteY189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60755 w 12192000"/>
              <a:gd name="connsiteY40" fmla="*/ 1203427 h 2237474"/>
              <a:gd name="connsiteX41" fmla="*/ 8419755 w 12192000"/>
              <a:gd name="connsiteY41" fmla="*/ 1216260 h 2237474"/>
              <a:gd name="connsiteX42" fmla="*/ 8411626 w 12192000"/>
              <a:gd name="connsiteY42" fmla="*/ 1214397 h 2237474"/>
              <a:gd name="connsiteX43" fmla="*/ 8363469 w 12192000"/>
              <a:gd name="connsiteY43" fmla="*/ 1246658 h 2237474"/>
              <a:gd name="connsiteX44" fmla="*/ 8275497 w 12192000"/>
              <a:gd name="connsiteY44" fmla="*/ 1264396 h 2237474"/>
              <a:gd name="connsiteX45" fmla="*/ 8206287 w 12192000"/>
              <a:gd name="connsiteY45" fmla="*/ 1273060 h 2237474"/>
              <a:gd name="connsiteX46" fmla="*/ 8139997 w 12192000"/>
              <a:gd name="connsiteY46" fmla="*/ 1282713 h 2237474"/>
              <a:gd name="connsiteX47" fmla="*/ 8074238 w 12192000"/>
              <a:gd name="connsiteY47" fmla="*/ 1301895 h 2237474"/>
              <a:gd name="connsiteX48" fmla="*/ 7942099 w 12192000"/>
              <a:gd name="connsiteY48" fmla="*/ 1336332 h 2237474"/>
              <a:gd name="connsiteX49" fmla="*/ 7902328 w 12192000"/>
              <a:gd name="connsiteY49" fmla="*/ 1345865 h 2237474"/>
              <a:gd name="connsiteX50" fmla="*/ 7840612 w 12192000"/>
              <a:gd name="connsiteY50" fmla="*/ 1369373 h 2237474"/>
              <a:gd name="connsiteX51" fmla="*/ 7786819 w 12192000"/>
              <a:gd name="connsiteY51" fmla="*/ 1378970 h 2237474"/>
              <a:gd name="connsiteX52" fmla="*/ 7548172 w 12192000"/>
              <a:gd name="connsiteY52" fmla="*/ 1417460 h 2237474"/>
              <a:gd name="connsiteX53" fmla="*/ 7483437 w 12192000"/>
              <a:gd name="connsiteY53" fmla="*/ 1478152 h 2237474"/>
              <a:gd name="connsiteX54" fmla="*/ 7377870 w 12192000"/>
              <a:gd name="connsiteY54" fmla="*/ 1523319 h 2237474"/>
              <a:gd name="connsiteX55" fmla="*/ 7230737 w 12192000"/>
              <a:gd name="connsiteY55" fmla="*/ 1562633 h 2237474"/>
              <a:gd name="connsiteX56" fmla="*/ 7224458 w 12192000"/>
              <a:gd name="connsiteY56" fmla="*/ 1573008 h 2237474"/>
              <a:gd name="connsiteX57" fmla="*/ 7183121 w 12192000"/>
              <a:gd name="connsiteY57" fmla="*/ 1595162 h 2237474"/>
              <a:gd name="connsiteX58" fmla="*/ 7164601 w 12192000"/>
              <a:gd name="connsiteY58" fmla="*/ 1606490 h 2237474"/>
              <a:gd name="connsiteX59" fmla="*/ 7031309 w 12192000"/>
              <a:gd name="connsiteY59" fmla="*/ 1619451 h 2237474"/>
              <a:gd name="connsiteX60" fmla="*/ 6900177 w 12192000"/>
              <a:gd name="connsiteY60" fmla="*/ 1636016 h 2237474"/>
              <a:gd name="connsiteX61" fmla="*/ 6795372 w 12192000"/>
              <a:gd name="connsiteY61" fmla="*/ 1644845 h 2237474"/>
              <a:gd name="connsiteX62" fmla="*/ 6692251 w 12192000"/>
              <a:gd name="connsiteY62" fmla="*/ 1656357 h 2237474"/>
              <a:gd name="connsiteX63" fmla="*/ 6655235 w 12192000"/>
              <a:gd name="connsiteY63" fmla="*/ 1661869 h 2237474"/>
              <a:gd name="connsiteX64" fmla="*/ 6554894 w 12192000"/>
              <a:gd name="connsiteY64" fmla="*/ 1664428 h 2237474"/>
              <a:gd name="connsiteX65" fmla="*/ 6516595 w 12192000"/>
              <a:gd name="connsiteY65" fmla="*/ 1667475 h 2237474"/>
              <a:gd name="connsiteX66" fmla="*/ 6508541 w 12192000"/>
              <a:gd name="connsiteY66" fmla="*/ 1668757 h 2237474"/>
              <a:gd name="connsiteX67" fmla="*/ 6471012 w 12192000"/>
              <a:gd name="connsiteY67" fmla="*/ 1678604 h 2237474"/>
              <a:gd name="connsiteX68" fmla="*/ 6364035 w 12192000"/>
              <a:gd name="connsiteY68" fmla="*/ 1667683 h 2237474"/>
              <a:gd name="connsiteX69" fmla="*/ 6280959 w 12192000"/>
              <a:gd name="connsiteY69" fmla="*/ 1689329 h 2237474"/>
              <a:gd name="connsiteX70" fmla="*/ 6243319 w 12192000"/>
              <a:gd name="connsiteY70" fmla="*/ 1695560 h 2237474"/>
              <a:gd name="connsiteX71" fmla="*/ 6098321 w 12192000"/>
              <a:gd name="connsiteY71" fmla="*/ 1721646 h 2237474"/>
              <a:gd name="connsiteX72" fmla="*/ 5880652 w 12192000"/>
              <a:gd name="connsiteY72" fmla="*/ 1779643 h 2237474"/>
              <a:gd name="connsiteX73" fmla="*/ 5785959 w 12192000"/>
              <a:gd name="connsiteY73" fmla="*/ 1775307 h 2237474"/>
              <a:gd name="connsiteX74" fmla="*/ 5643534 w 12192000"/>
              <a:gd name="connsiteY74" fmla="*/ 1802919 h 2237474"/>
              <a:gd name="connsiteX75" fmla="*/ 5518799 w 12192000"/>
              <a:gd name="connsiteY75" fmla="*/ 1818312 h 2237474"/>
              <a:gd name="connsiteX76" fmla="*/ 5505014 w 12192000"/>
              <a:gd name="connsiteY76" fmla="*/ 1819259 h 2237474"/>
              <a:gd name="connsiteX77" fmla="*/ 5453307 w 12192000"/>
              <a:gd name="connsiteY77" fmla="*/ 1815450 h 2237474"/>
              <a:gd name="connsiteX78" fmla="*/ 5221533 w 12192000"/>
              <a:gd name="connsiteY78" fmla="*/ 1846950 h 2237474"/>
              <a:gd name="connsiteX79" fmla="*/ 5149802 w 12192000"/>
              <a:gd name="connsiteY79" fmla="*/ 1844846 h 2237474"/>
              <a:gd name="connsiteX80" fmla="*/ 5114927 w 12192000"/>
              <a:gd name="connsiteY80" fmla="*/ 1847827 h 2237474"/>
              <a:gd name="connsiteX81" fmla="*/ 5108970 w 12192000"/>
              <a:gd name="connsiteY81" fmla="*/ 1847935 h 2237474"/>
              <a:gd name="connsiteX82" fmla="*/ 5067961 w 12192000"/>
              <a:gd name="connsiteY82" fmla="*/ 1845917 h 2237474"/>
              <a:gd name="connsiteX83" fmla="*/ 5007075 w 12192000"/>
              <a:gd name="connsiteY83" fmla="*/ 1838626 h 2237474"/>
              <a:gd name="connsiteX84" fmla="*/ 4944087 w 12192000"/>
              <a:gd name="connsiteY84" fmla="*/ 1823332 h 2237474"/>
              <a:gd name="connsiteX85" fmla="*/ 4907662 w 12192000"/>
              <a:gd name="connsiteY85" fmla="*/ 1816900 h 2237474"/>
              <a:gd name="connsiteX86" fmla="*/ 4882386 w 12192000"/>
              <a:gd name="connsiteY86" fmla="*/ 1809844 h 2237474"/>
              <a:gd name="connsiteX87" fmla="*/ 4811440 w 12192000"/>
              <a:gd name="connsiteY87" fmla="*/ 1804655 h 2237474"/>
              <a:gd name="connsiteX88" fmla="*/ 4691075 w 12192000"/>
              <a:gd name="connsiteY88" fmla="*/ 1801389 h 2237474"/>
              <a:gd name="connsiteX89" fmla="*/ 4640313 w 12192000"/>
              <a:gd name="connsiteY89" fmla="*/ 1784307 h 2237474"/>
              <a:gd name="connsiteX90" fmla="*/ 4536503 w 12192000"/>
              <a:gd name="connsiteY90" fmla="*/ 1785334 h 2237474"/>
              <a:gd name="connsiteX91" fmla="*/ 4513724 w 12192000"/>
              <a:gd name="connsiteY91" fmla="*/ 1791996 h 2237474"/>
              <a:gd name="connsiteX92" fmla="*/ 4459810 w 12192000"/>
              <a:gd name="connsiteY92" fmla="*/ 1797886 h 2237474"/>
              <a:gd name="connsiteX93" fmla="*/ 4379064 w 12192000"/>
              <a:gd name="connsiteY93" fmla="*/ 1817177 h 2237474"/>
              <a:gd name="connsiteX94" fmla="*/ 4290981 w 12192000"/>
              <a:gd name="connsiteY94" fmla="*/ 1839677 h 2237474"/>
              <a:gd name="connsiteX95" fmla="*/ 4238372 w 12192000"/>
              <a:gd name="connsiteY95" fmla="*/ 1851480 h 2237474"/>
              <a:gd name="connsiteX96" fmla="*/ 4232517 w 12192000"/>
              <a:gd name="connsiteY96" fmla="*/ 1852567 h 2237474"/>
              <a:gd name="connsiteX97" fmla="*/ 4191732 w 12192000"/>
              <a:gd name="connsiteY97" fmla="*/ 1857328 h 2237474"/>
              <a:gd name="connsiteX98" fmla="*/ 4065532 w 12192000"/>
              <a:gd name="connsiteY98" fmla="*/ 1855477 h 2237474"/>
              <a:gd name="connsiteX99" fmla="*/ 4028460 w 12192000"/>
              <a:gd name="connsiteY99" fmla="*/ 1855137 h 2237474"/>
              <a:gd name="connsiteX100" fmla="*/ 4002267 w 12192000"/>
              <a:gd name="connsiteY100" fmla="*/ 1852352 h 2237474"/>
              <a:gd name="connsiteX101" fmla="*/ 3931396 w 12192000"/>
              <a:gd name="connsiteY101" fmla="*/ 1858915 h 2237474"/>
              <a:gd name="connsiteX102" fmla="*/ 3812162 w 12192000"/>
              <a:gd name="connsiteY102" fmla="*/ 1875501 h 2237474"/>
              <a:gd name="connsiteX103" fmla="*/ 3758105 w 12192000"/>
              <a:gd name="connsiteY103" fmla="*/ 1871856 h 2237474"/>
              <a:gd name="connsiteX104" fmla="*/ 3715896 w 12192000"/>
              <a:gd name="connsiteY104" fmla="*/ 1881552 h 2237474"/>
              <a:gd name="connsiteX105" fmla="*/ 3567259 w 12192000"/>
              <a:gd name="connsiteY105" fmla="*/ 1893482 h 2237474"/>
              <a:gd name="connsiteX106" fmla="*/ 3405770 w 12192000"/>
              <a:gd name="connsiteY106" fmla="*/ 1904591 h 2237474"/>
              <a:gd name="connsiteX107" fmla="*/ 3280097 w 12192000"/>
              <a:gd name="connsiteY107" fmla="*/ 1919610 h 2237474"/>
              <a:gd name="connsiteX108" fmla="*/ 3123424 w 12192000"/>
              <a:gd name="connsiteY108" fmla="*/ 1952930 h 2237474"/>
              <a:gd name="connsiteX109" fmla="*/ 3009910 w 12192000"/>
              <a:gd name="connsiteY109" fmla="*/ 1957866 h 2237474"/>
              <a:gd name="connsiteX110" fmla="*/ 2995934 w 12192000"/>
              <a:gd name="connsiteY110" fmla="*/ 1967085 h 2237474"/>
              <a:gd name="connsiteX111" fmla="*/ 2980071 w 12192000"/>
              <a:gd name="connsiteY111" fmla="*/ 1972988 h 2237474"/>
              <a:gd name="connsiteX112" fmla="*/ 2942858 w 12192000"/>
              <a:gd name="connsiteY112" fmla="*/ 1981367 h 2237474"/>
              <a:gd name="connsiteX113" fmla="*/ 2875436 w 12192000"/>
              <a:gd name="connsiteY113" fmla="*/ 1996977 h 2237474"/>
              <a:gd name="connsiteX114" fmla="*/ 2874892 w 12192000"/>
              <a:gd name="connsiteY114" fmla="*/ 1996085 h 2237474"/>
              <a:gd name="connsiteX115" fmla="*/ 2864145 w 12192000"/>
              <a:gd name="connsiteY115" fmla="*/ 1994061 h 2237474"/>
              <a:gd name="connsiteX116" fmla="*/ 2843662 w 12192000"/>
              <a:gd name="connsiteY116" fmla="*/ 1992498 h 2237474"/>
              <a:gd name="connsiteX117" fmla="*/ 2796128 w 12192000"/>
              <a:gd name="connsiteY117" fmla="*/ 1976403 h 2237474"/>
              <a:gd name="connsiteX118" fmla="*/ 2756784 w 12192000"/>
              <a:gd name="connsiteY118" fmla="*/ 1985116 h 2237474"/>
              <a:gd name="connsiteX119" fmla="*/ 2748833 w 12192000"/>
              <a:gd name="connsiteY119" fmla="*/ 1986323 h 2237474"/>
              <a:gd name="connsiteX120" fmla="*/ 2748661 w 12192000"/>
              <a:gd name="connsiteY120" fmla="*/ 1986122 h 2237474"/>
              <a:gd name="connsiteX121" fmla="*/ 2740251 w 12192000"/>
              <a:gd name="connsiteY121" fmla="*/ 1986946 h 2237474"/>
              <a:gd name="connsiteX122" fmla="*/ 2718916 w 12192000"/>
              <a:gd name="connsiteY122" fmla="*/ 1990867 h 2237474"/>
              <a:gd name="connsiteX123" fmla="*/ 2713522 w 12192000"/>
              <a:gd name="connsiteY123" fmla="*/ 1990173 h 2237474"/>
              <a:gd name="connsiteX124" fmla="*/ 2680597 w 12192000"/>
              <a:gd name="connsiteY124" fmla="*/ 1984996 h 2237474"/>
              <a:gd name="connsiteX125" fmla="*/ 2578178 w 12192000"/>
              <a:gd name="connsiteY125" fmla="*/ 1990531 h 2237474"/>
              <a:gd name="connsiteX126" fmla="*/ 2476147 w 12192000"/>
              <a:gd name="connsiteY126" fmla="*/ 1998305 h 2237474"/>
              <a:gd name="connsiteX127" fmla="*/ 2373568 w 12192000"/>
              <a:gd name="connsiteY127" fmla="*/ 2003219 h 2237474"/>
              <a:gd name="connsiteX128" fmla="*/ 2321399 w 12192000"/>
              <a:gd name="connsiteY128" fmla="*/ 1989467 h 2237474"/>
              <a:gd name="connsiteX129" fmla="*/ 2315525 w 12192000"/>
              <a:gd name="connsiteY129" fmla="*/ 1989708 h 2237474"/>
              <a:gd name="connsiteX130" fmla="*/ 2300792 w 12192000"/>
              <a:gd name="connsiteY130" fmla="*/ 1994290 h 2237474"/>
              <a:gd name="connsiteX131" fmla="*/ 2295469 w 12192000"/>
              <a:gd name="connsiteY131" fmla="*/ 1996659 h 2237474"/>
              <a:gd name="connsiteX132" fmla="*/ 2287219 w 12192000"/>
              <a:gd name="connsiteY132" fmla="*/ 1998750 h 2237474"/>
              <a:gd name="connsiteX133" fmla="*/ 2286948 w 12192000"/>
              <a:gd name="connsiteY133" fmla="*/ 1998596 h 2237474"/>
              <a:gd name="connsiteX134" fmla="*/ 2243069 w 12192000"/>
              <a:gd name="connsiteY134" fmla="*/ 2015111 h 2237474"/>
              <a:gd name="connsiteX135" fmla="*/ 2186609 w 12192000"/>
              <a:gd name="connsiteY135" fmla="*/ 2008263 h 2237474"/>
              <a:gd name="connsiteX136" fmla="*/ 2164831 w 12192000"/>
              <a:gd name="connsiteY136" fmla="*/ 2010143 h 2237474"/>
              <a:gd name="connsiteX137" fmla="*/ 2152836 w 12192000"/>
              <a:gd name="connsiteY137" fmla="*/ 2010048 h 2237474"/>
              <a:gd name="connsiteX138" fmla="*/ 2117102 w 12192000"/>
              <a:gd name="connsiteY138" fmla="*/ 2023004 h 2237474"/>
              <a:gd name="connsiteX139" fmla="*/ 2111935 w 12192000"/>
              <a:gd name="connsiteY139" fmla="*/ 2023163 h 2237474"/>
              <a:gd name="connsiteX140" fmla="*/ 2089991 w 12192000"/>
              <a:gd name="connsiteY140" fmla="*/ 2034193 h 2237474"/>
              <a:gd name="connsiteX141" fmla="*/ 2058061 w 12192000"/>
              <a:gd name="connsiteY141" fmla="*/ 2047942 h 2237474"/>
              <a:gd name="connsiteX142" fmla="*/ 2055737 w 12192000"/>
              <a:gd name="connsiteY142" fmla="*/ 2047704 h 2237474"/>
              <a:gd name="connsiteX143" fmla="*/ 2042244 w 12192000"/>
              <a:gd name="connsiteY143" fmla="*/ 2055560 h 2237474"/>
              <a:gd name="connsiteX144" fmla="*/ 1976224 w 12192000"/>
              <a:gd name="connsiteY144" fmla="*/ 2074257 h 2237474"/>
              <a:gd name="connsiteX145" fmla="*/ 1877728 w 12192000"/>
              <a:gd name="connsiteY145" fmla="*/ 2101004 h 2237474"/>
              <a:gd name="connsiteX146" fmla="*/ 1759056 w 12192000"/>
              <a:gd name="connsiteY146" fmla="*/ 2125608 h 2237474"/>
              <a:gd name="connsiteX147" fmla="*/ 1637948 w 12192000"/>
              <a:gd name="connsiteY147" fmla="*/ 2172597 h 2237474"/>
              <a:gd name="connsiteX148" fmla="*/ 1434549 w 12192000"/>
              <a:gd name="connsiteY148" fmla="*/ 2234522 h 2237474"/>
              <a:gd name="connsiteX149" fmla="*/ 1398481 w 12192000"/>
              <a:gd name="connsiteY149" fmla="*/ 2237074 h 2237474"/>
              <a:gd name="connsiteX150" fmla="*/ 1398407 w 12192000"/>
              <a:gd name="connsiteY150" fmla="*/ 2237095 h 2237474"/>
              <a:gd name="connsiteX151" fmla="*/ 1370962 w 12192000"/>
              <a:gd name="connsiteY151" fmla="*/ 2237474 h 2237474"/>
              <a:gd name="connsiteX152" fmla="*/ 1356367 w 12192000"/>
              <a:gd name="connsiteY152" fmla="*/ 2235089 h 2237474"/>
              <a:gd name="connsiteX153" fmla="*/ 1324828 w 12192000"/>
              <a:gd name="connsiteY153" fmla="*/ 2231968 h 2237474"/>
              <a:gd name="connsiteX154" fmla="*/ 1297744 w 12192000"/>
              <a:gd name="connsiteY154" fmla="*/ 2235849 h 2237474"/>
              <a:gd name="connsiteX155" fmla="*/ 1286236 w 12192000"/>
              <a:gd name="connsiteY155" fmla="*/ 2233135 h 2237474"/>
              <a:gd name="connsiteX156" fmla="*/ 1283504 w 12192000"/>
              <a:gd name="connsiteY156" fmla="*/ 2233797 h 2237474"/>
              <a:gd name="connsiteX157" fmla="*/ 1279765 w 12192000"/>
              <a:gd name="connsiteY157" fmla="*/ 2229639 h 2237474"/>
              <a:gd name="connsiteX158" fmla="*/ 1195347 w 12192000"/>
              <a:gd name="connsiteY158" fmla="*/ 2212354 h 2237474"/>
              <a:gd name="connsiteX159" fmla="*/ 970251 w 12192000"/>
              <a:gd name="connsiteY159" fmla="*/ 2221029 h 2237474"/>
              <a:gd name="connsiteX160" fmla="*/ 812914 w 12192000"/>
              <a:gd name="connsiteY160" fmla="*/ 2202752 h 2237474"/>
              <a:gd name="connsiteX161" fmla="*/ 800195 w 12192000"/>
              <a:gd name="connsiteY161" fmla="*/ 2209407 h 2237474"/>
              <a:gd name="connsiteX162" fmla="*/ 784978 w 12192000"/>
              <a:gd name="connsiteY162" fmla="*/ 2212360 h 2237474"/>
              <a:gd name="connsiteX163" fmla="*/ 681987 w 12192000"/>
              <a:gd name="connsiteY163" fmla="*/ 2216757 h 2237474"/>
              <a:gd name="connsiteX164" fmla="*/ 669923 w 12192000"/>
              <a:gd name="connsiteY164" fmla="*/ 2211682 h 2237474"/>
              <a:gd name="connsiteX165" fmla="*/ 648680 w 12192000"/>
              <a:gd name="connsiteY165" fmla="*/ 2206229 h 2237474"/>
              <a:gd name="connsiteX166" fmla="*/ 597225 w 12192000"/>
              <a:gd name="connsiteY166" fmla="*/ 2180999 h 2237474"/>
              <a:gd name="connsiteX167" fmla="*/ 558449 w 12192000"/>
              <a:gd name="connsiteY167" fmla="*/ 2182346 h 2237474"/>
              <a:gd name="connsiteX168" fmla="*/ 550517 w 12192000"/>
              <a:gd name="connsiteY168" fmla="*/ 2182060 h 2237474"/>
              <a:gd name="connsiteX169" fmla="*/ 550309 w 12192000"/>
              <a:gd name="connsiteY169" fmla="*/ 2181825 h 2237474"/>
              <a:gd name="connsiteX170" fmla="*/ 541836 w 12192000"/>
              <a:gd name="connsiteY170" fmla="*/ 2181063 h 2237474"/>
              <a:gd name="connsiteX171" fmla="*/ 536057 w 12192000"/>
              <a:gd name="connsiteY171" fmla="*/ 2181537 h 2237474"/>
              <a:gd name="connsiteX172" fmla="*/ 520671 w 12192000"/>
              <a:gd name="connsiteY172" fmla="*/ 2180980 h 2237474"/>
              <a:gd name="connsiteX173" fmla="*/ 515024 w 12192000"/>
              <a:gd name="connsiteY173" fmla="*/ 2179258 h 2237474"/>
              <a:gd name="connsiteX174" fmla="*/ 512278 w 12192000"/>
              <a:gd name="connsiteY174" fmla="*/ 2176369 h 2237474"/>
              <a:gd name="connsiteX175" fmla="*/ 480419 w 12192000"/>
              <a:gd name="connsiteY175" fmla="*/ 2167807 h 2237474"/>
              <a:gd name="connsiteX176" fmla="*/ 413835 w 12192000"/>
              <a:gd name="connsiteY176" fmla="*/ 2156783 h 2237474"/>
              <a:gd name="connsiteX177" fmla="*/ 376513 w 12192000"/>
              <a:gd name="connsiteY177" fmla="*/ 2154014 h 2237474"/>
              <a:gd name="connsiteX178" fmla="*/ 273386 w 12192000"/>
              <a:gd name="connsiteY178" fmla="*/ 2142551 h 2237474"/>
              <a:gd name="connsiteX179" fmla="*/ 169207 w 12192000"/>
              <a:gd name="connsiteY179" fmla="*/ 2128100 h 2237474"/>
              <a:gd name="connsiteX180" fmla="*/ 93149 w 12192000"/>
              <a:gd name="connsiteY180" fmla="*/ 2105324 h 2237474"/>
              <a:gd name="connsiteX181" fmla="*/ 88109 w 12192000"/>
              <a:gd name="connsiteY181" fmla="*/ 2106704 h 2237474"/>
              <a:gd name="connsiteX182" fmla="*/ 80022 w 12192000"/>
              <a:gd name="connsiteY182" fmla="*/ 2107254 h 2237474"/>
              <a:gd name="connsiteX183" fmla="*/ 79717 w 12192000"/>
              <a:gd name="connsiteY183" fmla="*/ 2107046 h 2237474"/>
              <a:gd name="connsiteX184" fmla="*/ 72352 w 12192000"/>
              <a:gd name="connsiteY184" fmla="*/ 2107991 h 2237474"/>
              <a:gd name="connsiteX185" fmla="*/ 37645 w 12192000"/>
              <a:gd name="connsiteY185" fmla="*/ 2115401 h 2237474"/>
              <a:gd name="connsiteX186" fmla="*/ 4572 w 12192000"/>
              <a:gd name="connsiteY186" fmla="*/ 2111091 h 2237474"/>
              <a:gd name="connsiteX187" fmla="*/ 0 w 12192000"/>
              <a:gd name="connsiteY187" fmla="*/ 2110468 h 2237474"/>
              <a:gd name="connsiteX188" fmla="*/ 0 w 12192000"/>
              <a:gd name="connsiteY188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80071 w 12192000"/>
              <a:gd name="connsiteY110" fmla="*/ 1972988 h 2237474"/>
              <a:gd name="connsiteX111" fmla="*/ 2942858 w 12192000"/>
              <a:gd name="connsiteY111" fmla="*/ 1981367 h 2237474"/>
              <a:gd name="connsiteX112" fmla="*/ 2875436 w 12192000"/>
              <a:gd name="connsiteY112" fmla="*/ 1996977 h 2237474"/>
              <a:gd name="connsiteX113" fmla="*/ 2874892 w 12192000"/>
              <a:gd name="connsiteY113" fmla="*/ 1996085 h 2237474"/>
              <a:gd name="connsiteX114" fmla="*/ 2864145 w 12192000"/>
              <a:gd name="connsiteY114" fmla="*/ 1994061 h 2237474"/>
              <a:gd name="connsiteX115" fmla="*/ 2843662 w 12192000"/>
              <a:gd name="connsiteY115" fmla="*/ 1992498 h 2237474"/>
              <a:gd name="connsiteX116" fmla="*/ 2796128 w 12192000"/>
              <a:gd name="connsiteY116" fmla="*/ 1976403 h 2237474"/>
              <a:gd name="connsiteX117" fmla="*/ 2756784 w 12192000"/>
              <a:gd name="connsiteY117" fmla="*/ 1985116 h 2237474"/>
              <a:gd name="connsiteX118" fmla="*/ 2748833 w 12192000"/>
              <a:gd name="connsiteY118" fmla="*/ 1986323 h 2237474"/>
              <a:gd name="connsiteX119" fmla="*/ 2748661 w 12192000"/>
              <a:gd name="connsiteY119" fmla="*/ 1986122 h 2237474"/>
              <a:gd name="connsiteX120" fmla="*/ 2740251 w 12192000"/>
              <a:gd name="connsiteY120" fmla="*/ 1986946 h 2237474"/>
              <a:gd name="connsiteX121" fmla="*/ 2718916 w 12192000"/>
              <a:gd name="connsiteY121" fmla="*/ 1990867 h 2237474"/>
              <a:gd name="connsiteX122" fmla="*/ 2713522 w 12192000"/>
              <a:gd name="connsiteY122" fmla="*/ 1990173 h 2237474"/>
              <a:gd name="connsiteX123" fmla="*/ 2680597 w 12192000"/>
              <a:gd name="connsiteY123" fmla="*/ 1984996 h 2237474"/>
              <a:gd name="connsiteX124" fmla="*/ 2578178 w 12192000"/>
              <a:gd name="connsiteY124" fmla="*/ 1990531 h 2237474"/>
              <a:gd name="connsiteX125" fmla="*/ 2476147 w 12192000"/>
              <a:gd name="connsiteY125" fmla="*/ 1998305 h 2237474"/>
              <a:gd name="connsiteX126" fmla="*/ 2373568 w 12192000"/>
              <a:gd name="connsiteY126" fmla="*/ 2003219 h 2237474"/>
              <a:gd name="connsiteX127" fmla="*/ 2321399 w 12192000"/>
              <a:gd name="connsiteY127" fmla="*/ 1989467 h 2237474"/>
              <a:gd name="connsiteX128" fmla="*/ 2315525 w 12192000"/>
              <a:gd name="connsiteY128" fmla="*/ 1989708 h 2237474"/>
              <a:gd name="connsiteX129" fmla="*/ 2300792 w 12192000"/>
              <a:gd name="connsiteY129" fmla="*/ 1994290 h 2237474"/>
              <a:gd name="connsiteX130" fmla="*/ 2295469 w 12192000"/>
              <a:gd name="connsiteY130" fmla="*/ 1996659 h 2237474"/>
              <a:gd name="connsiteX131" fmla="*/ 2287219 w 12192000"/>
              <a:gd name="connsiteY131" fmla="*/ 1998750 h 2237474"/>
              <a:gd name="connsiteX132" fmla="*/ 2286948 w 12192000"/>
              <a:gd name="connsiteY132" fmla="*/ 1998596 h 2237474"/>
              <a:gd name="connsiteX133" fmla="*/ 2243069 w 12192000"/>
              <a:gd name="connsiteY133" fmla="*/ 2015111 h 2237474"/>
              <a:gd name="connsiteX134" fmla="*/ 2186609 w 12192000"/>
              <a:gd name="connsiteY134" fmla="*/ 2008263 h 2237474"/>
              <a:gd name="connsiteX135" fmla="*/ 2164831 w 12192000"/>
              <a:gd name="connsiteY135" fmla="*/ 2010143 h 2237474"/>
              <a:gd name="connsiteX136" fmla="*/ 2152836 w 12192000"/>
              <a:gd name="connsiteY136" fmla="*/ 2010048 h 2237474"/>
              <a:gd name="connsiteX137" fmla="*/ 2117102 w 12192000"/>
              <a:gd name="connsiteY137" fmla="*/ 2023004 h 2237474"/>
              <a:gd name="connsiteX138" fmla="*/ 2111935 w 12192000"/>
              <a:gd name="connsiteY138" fmla="*/ 2023163 h 2237474"/>
              <a:gd name="connsiteX139" fmla="*/ 2089991 w 12192000"/>
              <a:gd name="connsiteY139" fmla="*/ 2034193 h 2237474"/>
              <a:gd name="connsiteX140" fmla="*/ 2058061 w 12192000"/>
              <a:gd name="connsiteY140" fmla="*/ 2047942 h 2237474"/>
              <a:gd name="connsiteX141" fmla="*/ 2055737 w 12192000"/>
              <a:gd name="connsiteY141" fmla="*/ 2047704 h 2237474"/>
              <a:gd name="connsiteX142" fmla="*/ 2042244 w 12192000"/>
              <a:gd name="connsiteY142" fmla="*/ 2055560 h 2237474"/>
              <a:gd name="connsiteX143" fmla="*/ 1976224 w 12192000"/>
              <a:gd name="connsiteY143" fmla="*/ 2074257 h 2237474"/>
              <a:gd name="connsiteX144" fmla="*/ 1877728 w 12192000"/>
              <a:gd name="connsiteY144" fmla="*/ 2101004 h 2237474"/>
              <a:gd name="connsiteX145" fmla="*/ 1759056 w 12192000"/>
              <a:gd name="connsiteY145" fmla="*/ 2125608 h 2237474"/>
              <a:gd name="connsiteX146" fmla="*/ 1637948 w 12192000"/>
              <a:gd name="connsiteY146" fmla="*/ 2172597 h 2237474"/>
              <a:gd name="connsiteX147" fmla="*/ 1434549 w 12192000"/>
              <a:gd name="connsiteY147" fmla="*/ 2234522 h 2237474"/>
              <a:gd name="connsiteX148" fmla="*/ 1398481 w 12192000"/>
              <a:gd name="connsiteY148" fmla="*/ 2237074 h 2237474"/>
              <a:gd name="connsiteX149" fmla="*/ 1398407 w 12192000"/>
              <a:gd name="connsiteY149" fmla="*/ 2237095 h 2237474"/>
              <a:gd name="connsiteX150" fmla="*/ 1370962 w 12192000"/>
              <a:gd name="connsiteY150" fmla="*/ 2237474 h 2237474"/>
              <a:gd name="connsiteX151" fmla="*/ 1356367 w 12192000"/>
              <a:gd name="connsiteY151" fmla="*/ 2235089 h 2237474"/>
              <a:gd name="connsiteX152" fmla="*/ 1324828 w 12192000"/>
              <a:gd name="connsiteY152" fmla="*/ 2231968 h 2237474"/>
              <a:gd name="connsiteX153" fmla="*/ 1297744 w 12192000"/>
              <a:gd name="connsiteY153" fmla="*/ 2235849 h 2237474"/>
              <a:gd name="connsiteX154" fmla="*/ 1286236 w 12192000"/>
              <a:gd name="connsiteY154" fmla="*/ 2233135 h 2237474"/>
              <a:gd name="connsiteX155" fmla="*/ 1283504 w 12192000"/>
              <a:gd name="connsiteY155" fmla="*/ 2233797 h 2237474"/>
              <a:gd name="connsiteX156" fmla="*/ 1279765 w 12192000"/>
              <a:gd name="connsiteY156" fmla="*/ 2229639 h 2237474"/>
              <a:gd name="connsiteX157" fmla="*/ 1195347 w 12192000"/>
              <a:gd name="connsiteY157" fmla="*/ 2212354 h 2237474"/>
              <a:gd name="connsiteX158" fmla="*/ 970251 w 12192000"/>
              <a:gd name="connsiteY158" fmla="*/ 2221029 h 2237474"/>
              <a:gd name="connsiteX159" fmla="*/ 812914 w 12192000"/>
              <a:gd name="connsiteY159" fmla="*/ 2202752 h 2237474"/>
              <a:gd name="connsiteX160" fmla="*/ 800195 w 12192000"/>
              <a:gd name="connsiteY160" fmla="*/ 2209407 h 2237474"/>
              <a:gd name="connsiteX161" fmla="*/ 784978 w 12192000"/>
              <a:gd name="connsiteY161" fmla="*/ 2212360 h 2237474"/>
              <a:gd name="connsiteX162" fmla="*/ 681987 w 12192000"/>
              <a:gd name="connsiteY162" fmla="*/ 2216757 h 2237474"/>
              <a:gd name="connsiteX163" fmla="*/ 669923 w 12192000"/>
              <a:gd name="connsiteY163" fmla="*/ 2211682 h 2237474"/>
              <a:gd name="connsiteX164" fmla="*/ 648680 w 12192000"/>
              <a:gd name="connsiteY164" fmla="*/ 2206229 h 2237474"/>
              <a:gd name="connsiteX165" fmla="*/ 597225 w 12192000"/>
              <a:gd name="connsiteY165" fmla="*/ 2180999 h 2237474"/>
              <a:gd name="connsiteX166" fmla="*/ 558449 w 12192000"/>
              <a:gd name="connsiteY166" fmla="*/ 2182346 h 2237474"/>
              <a:gd name="connsiteX167" fmla="*/ 550517 w 12192000"/>
              <a:gd name="connsiteY167" fmla="*/ 2182060 h 2237474"/>
              <a:gd name="connsiteX168" fmla="*/ 550309 w 12192000"/>
              <a:gd name="connsiteY168" fmla="*/ 2181825 h 2237474"/>
              <a:gd name="connsiteX169" fmla="*/ 541836 w 12192000"/>
              <a:gd name="connsiteY169" fmla="*/ 2181063 h 2237474"/>
              <a:gd name="connsiteX170" fmla="*/ 536057 w 12192000"/>
              <a:gd name="connsiteY170" fmla="*/ 2181537 h 2237474"/>
              <a:gd name="connsiteX171" fmla="*/ 520671 w 12192000"/>
              <a:gd name="connsiteY171" fmla="*/ 2180980 h 2237474"/>
              <a:gd name="connsiteX172" fmla="*/ 515024 w 12192000"/>
              <a:gd name="connsiteY172" fmla="*/ 2179258 h 2237474"/>
              <a:gd name="connsiteX173" fmla="*/ 512278 w 12192000"/>
              <a:gd name="connsiteY173" fmla="*/ 2176369 h 2237474"/>
              <a:gd name="connsiteX174" fmla="*/ 480419 w 12192000"/>
              <a:gd name="connsiteY174" fmla="*/ 2167807 h 2237474"/>
              <a:gd name="connsiteX175" fmla="*/ 413835 w 12192000"/>
              <a:gd name="connsiteY175" fmla="*/ 2156783 h 2237474"/>
              <a:gd name="connsiteX176" fmla="*/ 376513 w 12192000"/>
              <a:gd name="connsiteY176" fmla="*/ 2154014 h 2237474"/>
              <a:gd name="connsiteX177" fmla="*/ 273386 w 12192000"/>
              <a:gd name="connsiteY177" fmla="*/ 2142551 h 2237474"/>
              <a:gd name="connsiteX178" fmla="*/ 169207 w 12192000"/>
              <a:gd name="connsiteY178" fmla="*/ 2128100 h 2237474"/>
              <a:gd name="connsiteX179" fmla="*/ 93149 w 12192000"/>
              <a:gd name="connsiteY179" fmla="*/ 2105324 h 2237474"/>
              <a:gd name="connsiteX180" fmla="*/ 88109 w 12192000"/>
              <a:gd name="connsiteY180" fmla="*/ 2106704 h 2237474"/>
              <a:gd name="connsiteX181" fmla="*/ 80022 w 12192000"/>
              <a:gd name="connsiteY181" fmla="*/ 2107254 h 2237474"/>
              <a:gd name="connsiteX182" fmla="*/ 79717 w 12192000"/>
              <a:gd name="connsiteY182" fmla="*/ 2107046 h 2237474"/>
              <a:gd name="connsiteX183" fmla="*/ 72352 w 12192000"/>
              <a:gd name="connsiteY183" fmla="*/ 2107991 h 2237474"/>
              <a:gd name="connsiteX184" fmla="*/ 37645 w 12192000"/>
              <a:gd name="connsiteY184" fmla="*/ 2115401 h 2237474"/>
              <a:gd name="connsiteX185" fmla="*/ 4572 w 12192000"/>
              <a:gd name="connsiteY185" fmla="*/ 2111091 h 2237474"/>
              <a:gd name="connsiteX186" fmla="*/ 0 w 12192000"/>
              <a:gd name="connsiteY186" fmla="*/ 2110468 h 2237474"/>
              <a:gd name="connsiteX187" fmla="*/ 0 w 12192000"/>
              <a:gd name="connsiteY187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64145 w 12192000"/>
              <a:gd name="connsiteY113" fmla="*/ 1994061 h 2237474"/>
              <a:gd name="connsiteX114" fmla="*/ 2843662 w 12192000"/>
              <a:gd name="connsiteY114" fmla="*/ 1992498 h 2237474"/>
              <a:gd name="connsiteX115" fmla="*/ 2796128 w 12192000"/>
              <a:gd name="connsiteY115" fmla="*/ 1976403 h 2237474"/>
              <a:gd name="connsiteX116" fmla="*/ 2756784 w 12192000"/>
              <a:gd name="connsiteY116" fmla="*/ 1985116 h 2237474"/>
              <a:gd name="connsiteX117" fmla="*/ 2748833 w 12192000"/>
              <a:gd name="connsiteY117" fmla="*/ 1986323 h 2237474"/>
              <a:gd name="connsiteX118" fmla="*/ 2748661 w 12192000"/>
              <a:gd name="connsiteY118" fmla="*/ 1986122 h 2237474"/>
              <a:gd name="connsiteX119" fmla="*/ 2740251 w 12192000"/>
              <a:gd name="connsiteY119" fmla="*/ 1986946 h 2237474"/>
              <a:gd name="connsiteX120" fmla="*/ 2718916 w 12192000"/>
              <a:gd name="connsiteY120" fmla="*/ 1990867 h 2237474"/>
              <a:gd name="connsiteX121" fmla="*/ 2713522 w 12192000"/>
              <a:gd name="connsiteY121" fmla="*/ 1990173 h 2237474"/>
              <a:gd name="connsiteX122" fmla="*/ 2680597 w 12192000"/>
              <a:gd name="connsiteY122" fmla="*/ 1984996 h 2237474"/>
              <a:gd name="connsiteX123" fmla="*/ 2578178 w 12192000"/>
              <a:gd name="connsiteY123" fmla="*/ 1990531 h 2237474"/>
              <a:gd name="connsiteX124" fmla="*/ 2476147 w 12192000"/>
              <a:gd name="connsiteY124" fmla="*/ 1998305 h 2237474"/>
              <a:gd name="connsiteX125" fmla="*/ 2373568 w 12192000"/>
              <a:gd name="connsiteY125" fmla="*/ 2003219 h 2237474"/>
              <a:gd name="connsiteX126" fmla="*/ 2321399 w 12192000"/>
              <a:gd name="connsiteY126" fmla="*/ 1989467 h 2237474"/>
              <a:gd name="connsiteX127" fmla="*/ 2315525 w 12192000"/>
              <a:gd name="connsiteY127" fmla="*/ 1989708 h 2237474"/>
              <a:gd name="connsiteX128" fmla="*/ 2300792 w 12192000"/>
              <a:gd name="connsiteY128" fmla="*/ 1994290 h 2237474"/>
              <a:gd name="connsiteX129" fmla="*/ 2295469 w 12192000"/>
              <a:gd name="connsiteY129" fmla="*/ 1996659 h 2237474"/>
              <a:gd name="connsiteX130" fmla="*/ 2287219 w 12192000"/>
              <a:gd name="connsiteY130" fmla="*/ 1998750 h 2237474"/>
              <a:gd name="connsiteX131" fmla="*/ 2286948 w 12192000"/>
              <a:gd name="connsiteY131" fmla="*/ 1998596 h 2237474"/>
              <a:gd name="connsiteX132" fmla="*/ 2243069 w 12192000"/>
              <a:gd name="connsiteY132" fmla="*/ 2015111 h 2237474"/>
              <a:gd name="connsiteX133" fmla="*/ 2186609 w 12192000"/>
              <a:gd name="connsiteY133" fmla="*/ 2008263 h 2237474"/>
              <a:gd name="connsiteX134" fmla="*/ 2164831 w 12192000"/>
              <a:gd name="connsiteY134" fmla="*/ 2010143 h 2237474"/>
              <a:gd name="connsiteX135" fmla="*/ 2152836 w 12192000"/>
              <a:gd name="connsiteY135" fmla="*/ 2010048 h 2237474"/>
              <a:gd name="connsiteX136" fmla="*/ 2117102 w 12192000"/>
              <a:gd name="connsiteY136" fmla="*/ 2023004 h 2237474"/>
              <a:gd name="connsiteX137" fmla="*/ 2111935 w 12192000"/>
              <a:gd name="connsiteY137" fmla="*/ 2023163 h 2237474"/>
              <a:gd name="connsiteX138" fmla="*/ 2089991 w 12192000"/>
              <a:gd name="connsiteY138" fmla="*/ 2034193 h 2237474"/>
              <a:gd name="connsiteX139" fmla="*/ 2058061 w 12192000"/>
              <a:gd name="connsiteY139" fmla="*/ 2047942 h 2237474"/>
              <a:gd name="connsiteX140" fmla="*/ 2055737 w 12192000"/>
              <a:gd name="connsiteY140" fmla="*/ 2047704 h 2237474"/>
              <a:gd name="connsiteX141" fmla="*/ 2042244 w 12192000"/>
              <a:gd name="connsiteY141" fmla="*/ 2055560 h 2237474"/>
              <a:gd name="connsiteX142" fmla="*/ 1976224 w 12192000"/>
              <a:gd name="connsiteY142" fmla="*/ 2074257 h 2237474"/>
              <a:gd name="connsiteX143" fmla="*/ 1877728 w 12192000"/>
              <a:gd name="connsiteY143" fmla="*/ 2101004 h 2237474"/>
              <a:gd name="connsiteX144" fmla="*/ 1759056 w 12192000"/>
              <a:gd name="connsiteY144" fmla="*/ 2125608 h 2237474"/>
              <a:gd name="connsiteX145" fmla="*/ 1637948 w 12192000"/>
              <a:gd name="connsiteY145" fmla="*/ 2172597 h 2237474"/>
              <a:gd name="connsiteX146" fmla="*/ 1434549 w 12192000"/>
              <a:gd name="connsiteY146" fmla="*/ 2234522 h 2237474"/>
              <a:gd name="connsiteX147" fmla="*/ 1398481 w 12192000"/>
              <a:gd name="connsiteY147" fmla="*/ 2237074 h 2237474"/>
              <a:gd name="connsiteX148" fmla="*/ 1398407 w 12192000"/>
              <a:gd name="connsiteY148" fmla="*/ 2237095 h 2237474"/>
              <a:gd name="connsiteX149" fmla="*/ 1370962 w 12192000"/>
              <a:gd name="connsiteY149" fmla="*/ 2237474 h 2237474"/>
              <a:gd name="connsiteX150" fmla="*/ 1356367 w 12192000"/>
              <a:gd name="connsiteY150" fmla="*/ 2235089 h 2237474"/>
              <a:gd name="connsiteX151" fmla="*/ 1324828 w 12192000"/>
              <a:gd name="connsiteY151" fmla="*/ 2231968 h 2237474"/>
              <a:gd name="connsiteX152" fmla="*/ 1297744 w 12192000"/>
              <a:gd name="connsiteY152" fmla="*/ 2235849 h 2237474"/>
              <a:gd name="connsiteX153" fmla="*/ 1286236 w 12192000"/>
              <a:gd name="connsiteY153" fmla="*/ 2233135 h 2237474"/>
              <a:gd name="connsiteX154" fmla="*/ 1283504 w 12192000"/>
              <a:gd name="connsiteY154" fmla="*/ 2233797 h 2237474"/>
              <a:gd name="connsiteX155" fmla="*/ 1279765 w 12192000"/>
              <a:gd name="connsiteY155" fmla="*/ 2229639 h 2237474"/>
              <a:gd name="connsiteX156" fmla="*/ 1195347 w 12192000"/>
              <a:gd name="connsiteY156" fmla="*/ 2212354 h 2237474"/>
              <a:gd name="connsiteX157" fmla="*/ 970251 w 12192000"/>
              <a:gd name="connsiteY157" fmla="*/ 2221029 h 2237474"/>
              <a:gd name="connsiteX158" fmla="*/ 812914 w 12192000"/>
              <a:gd name="connsiteY158" fmla="*/ 2202752 h 2237474"/>
              <a:gd name="connsiteX159" fmla="*/ 800195 w 12192000"/>
              <a:gd name="connsiteY159" fmla="*/ 2209407 h 2237474"/>
              <a:gd name="connsiteX160" fmla="*/ 784978 w 12192000"/>
              <a:gd name="connsiteY160" fmla="*/ 2212360 h 2237474"/>
              <a:gd name="connsiteX161" fmla="*/ 681987 w 12192000"/>
              <a:gd name="connsiteY161" fmla="*/ 2216757 h 2237474"/>
              <a:gd name="connsiteX162" fmla="*/ 669923 w 12192000"/>
              <a:gd name="connsiteY162" fmla="*/ 2211682 h 2237474"/>
              <a:gd name="connsiteX163" fmla="*/ 648680 w 12192000"/>
              <a:gd name="connsiteY163" fmla="*/ 2206229 h 2237474"/>
              <a:gd name="connsiteX164" fmla="*/ 597225 w 12192000"/>
              <a:gd name="connsiteY164" fmla="*/ 2180999 h 2237474"/>
              <a:gd name="connsiteX165" fmla="*/ 558449 w 12192000"/>
              <a:gd name="connsiteY165" fmla="*/ 2182346 h 2237474"/>
              <a:gd name="connsiteX166" fmla="*/ 550517 w 12192000"/>
              <a:gd name="connsiteY166" fmla="*/ 2182060 h 2237474"/>
              <a:gd name="connsiteX167" fmla="*/ 550309 w 12192000"/>
              <a:gd name="connsiteY167" fmla="*/ 2181825 h 2237474"/>
              <a:gd name="connsiteX168" fmla="*/ 541836 w 12192000"/>
              <a:gd name="connsiteY168" fmla="*/ 2181063 h 2237474"/>
              <a:gd name="connsiteX169" fmla="*/ 536057 w 12192000"/>
              <a:gd name="connsiteY169" fmla="*/ 2181537 h 2237474"/>
              <a:gd name="connsiteX170" fmla="*/ 520671 w 12192000"/>
              <a:gd name="connsiteY170" fmla="*/ 2180980 h 2237474"/>
              <a:gd name="connsiteX171" fmla="*/ 515024 w 12192000"/>
              <a:gd name="connsiteY171" fmla="*/ 2179258 h 2237474"/>
              <a:gd name="connsiteX172" fmla="*/ 512278 w 12192000"/>
              <a:gd name="connsiteY172" fmla="*/ 2176369 h 2237474"/>
              <a:gd name="connsiteX173" fmla="*/ 480419 w 12192000"/>
              <a:gd name="connsiteY173" fmla="*/ 2167807 h 2237474"/>
              <a:gd name="connsiteX174" fmla="*/ 413835 w 12192000"/>
              <a:gd name="connsiteY174" fmla="*/ 2156783 h 2237474"/>
              <a:gd name="connsiteX175" fmla="*/ 376513 w 12192000"/>
              <a:gd name="connsiteY175" fmla="*/ 2154014 h 2237474"/>
              <a:gd name="connsiteX176" fmla="*/ 273386 w 12192000"/>
              <a:gd name="connsiteY176" fmla="*/ 2142551 h 2237474"/>
              <a:gd name="connsiteX177" fmla="*/ 169207 w 12192000"/>
              <a:gd name="connsiteY177" fmla="*/ 2128100 h 2237474"/>
              <a:gd name="connsiteX178" fmla="*/ 93149 w 12192000"/>
              <a:gd name="connsiteY178" fmla="*/ 2105324 h 2237474"/>
              <a:gd name="connsiteX179" fmla="*/ 88109 w 12192000"/>
              <a:gd name="connsiteY179" fmla="*/ 2106704 h 2237474"/>
              <a:gd name="connsiteX180" fmla="*/ 80022 w 12192000"/>
              <a:gd name="connsiteY180" fmla="*/ 2107254 h 2237474"/>
              <a:gd name="connsiteX181" fmla="*/ 79717 w 12192000"/>
              <a:gd name="connsiteY181" fmla="*/ 2107046 h 2237474"/>
              <a:gd name="connsiteX182" fmla="*/ 72352 w 12192000"/>
              <a:gd name="connsiteY182" fmla="*/ 2107991 h 2237474"/>
              <a:gd name="connsiteX183" fmla="*/ 37645 w 12192000"/>
              <a:gd name="connsiteY183" fmla="*/ 2115401 h 2237474"/>
              <a:gd name="connsiteX184" fmla="*/ 4572 w 12192000"/>
              <a:gd name="connsiteY184" fmla="*/ 2111091 h 2237474"/>
              <a:gd name="connsiteX185" fmla="*/ 0 w 12192000"/>
              <a:gd name="connsiteY185" fmla="*/ 2110468 h 2237474"/>
              <a:gd name="connsiteX186" fmla="*/ 0 w 12192000"/>
              <a:gd name="connsiteY186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64145 w 12192000"/>
              <a:gd name="connsiteY113" fmla="*/ 1994061 h 2237474"/>
              <a:gd name="connsiteX114" fmla="*/ 2843662 w 12192000"/>
              <a:gd name="connsiteY114" fmla="*/ 1992498 h 2237474"/>
              <a:gd name="connsiteX115" fmla="*/ 2796128 w 12192000"/>
              <a:gd name="connsiteY115" fmla="*/ 1976403 h 2237474"/>
              <a:gd name="connsiteX116" fmla="*/ 2756784 w 12192000"/>
              <a:gd name="connsiteY116" fmla="*/ 1985116 h 2237474"/>
              <a:gd name="connsiteX117" fmla="*/ 2748833 w 12192000"/>
              <a:gd name="connsiteY117" fmla="*/ 1986323 h 2237474"/>
              <a:gd name="connsiteX118" fmla="*/ 2748661 w 12192000"/>
              <a:gd name="connsiteY118" fmla="*/ 1986122 h 2237474"/>
              <a:gd name="connsiteX119" fmla="*/ 2718916 w 12192000"/>
              <a:gd name="connsiteY119" fmla="*/ 1990867 h 2237474"/>
              <a:gd name="connsiteX120" fmla="*/ 2713522 w 12192000"/>
              <a:gd name="connsiteY120" fmla="*/ 1990173 h 2237474"/>
              <a:gd name="connsiteX121" fmla="*/ 2680597 w 12192000"/>
              <a:gd name="connsiteY121" fmla="*/ 1984996 h 2237474"/>
              <a:gd name="connsiteX122" fmla="*/ 2578178 w 12192000"/>
              <a:gd name="connsiteY122" fmla="*/ 1990531 h 2237474"/>
              <a:gd name="connsiteX123" fmla="*/ 2476147 w 12192000"/>
              <a:gd name="connsiteY123" fmla="*/ 1998305 h 2237474"/>
              <a:gd name="connsiteX124" fmla="*/ 2373568 w 12192000"/>
              <a:gd name="connsiteY124" fmla="*/ 2003219 h 2237474"/>
              <a:gd name="connsiteX125" fmla="*/ 2321399 w 12192000"/>
              <a:gd name="connsiteY125" fmla="*/ 1989467 h 2237474"/>
              <a:gd name="connsiteX126" fmla="*/ 2315525 w 12192000"/>
              <a:gd name="connsiteY126" fmla="*/ 1989708 h 2237474"/>
              <a:gd name="connsiteX127" fmla="*/ 2300792 w 12192000"/>
              <a:gd name="connsiteY127" fmla="*/ 1994290 h 2237474"/>
              <a:gd name="connsiteX128" fmla="*/ 2295469 w 12192000"/>
              <a:gd name="connsiteY128" fmla="*/ 1996659 h 2237474"/>
              <a:gd name="connsiteX129" fmla="*/ 2287219 w 12192000"/>
              <a:gd name="connsiteY129" fmla="*/ 1998750 h 2237474"/>
              <a:gd name="connsiteX130" fmla="*/ 2286948 w 12192000"/>
              <a:gd name="connsiteY130" fmla="*/ 1998596 h 2237474"/>
              <a:gd name="connsiteX131" fmla="*/ 2243069 w 12192000"/>
              <a:gd name="connsiteY131" fmla="*/ 2015111 h 2237474"/>
              <a:gd name="connsiteX132" fmla="*/ 2186609 w 12192000"/>
              <a:gd name="connsiteY132" fmla="*/ 2008263 h 2237474"/>
              <a:gd name="connsiteX133" fmla="*/ 2164831 w 12192000"/>
              <a:gd name="connsiteY133" fmla="*/ 2010143 h 2237474"/>
              <a:gd name="connsiteX134" fmla="*/ 2152836 w 12192000"/>
              <a:gd name="connsiteY134" fmla="*/ 2010048 h 2237474"/>
              <a:gd name="connsiteX135" fmla="*/ 2117102 w 12192000"/>
              <a:gd name="connsiteY135" fmla="*/ 2023004 h 2237474"/>
              <a:gd name="connsiteX136" fmla="*/ 2111935 w 12192000"/>
              <a:gd name="connsiteY136" fmla="*/ 2023163 h 2237474"/>
              <a:gd name="connsiteX137" fmla="*/ 2089991 w 12192000"/>
              <a:gd name="connsiteY137" fmla="*/ 2034193 h 2237474"/>
              <a:gd name="connsiteX138" fmla="*/ 2058061 w 12192000"/>
              <a:gd name="connsiteY138" fmla="*/ 2047942 h 2237474"/>
              <a:gd name="connsiteX139" fmla="*/ 2055737 w 12192000"/>
              <a:gd name="connsiteY139" fmla="*/ 2047704 h 2237474"/>
              <a:gd name="connsiteX140" fmla="*/ 2042244 w 12192000"/>
              <a:gd name="connsiteY140" fmla="*/ 2055560 h 2237474"/>
              <a:gd name="connsiteX141" fmla="*/ 1976224 w 12192000"/>
              <a:gd name="connsiteY141" fmla="*/ 2074257 h 2237474"/>
              <a:gd name="connsiteX142" fmla="*/ 1877728 w 12192000"/>
              <a:gd name="connsiteY142" fmla="*/ 2101004 h 2237474"/>
              <a:gd name="connsiteX143" fmla="*/ 1759056 w 12192000"/>
              <a:gd name="connsiteY143" fmla="*/ 2125608 h 2237474"/>
              <a:gd name="connsiteX144" fmla="*/ 1637948 w 12192000"/>
              <a:gd name="connsiteY144" fmla="*/ 2172597 h 2237474"/>
              <a:gd name="connsiteX145" fmla="*/ 1434549 w 12192000"/>
              <a:gd name="connsiteY145" fmla="*/ 2234522 h 2237474"/>
              <a:gd name="connsiteX146" fmla="*/ 1398481 w 12192000"/>
              <a:gd name="connsiteY146" fmla="*/ 2237074 h 2237474"/>
              <a:gd name="connsiteX147" fmla="*/ 1398407 w 12192000"/>
              <a:gd name="connsiteY147" fmla="*/ 2237095 h 2237474"/>
              <a:gd name="connsiteX148" fmla="*/ 1370962 w 12192000"/>
              <a:gd name="connsiteY148" fmla="*/ 2237474 h 2237474"/>
              <a:gd name="connsiteX149" fmla="*/ 1356367 w 12192000"/>
              <a:gd name="connsiteY149" fmla="*/ 2235089 h 2237474"/>
              <a:gd name="connsiteX150" fmla="*/ 1324828 w 12192000"/>
              <a:gd name="connsiteY150" fmla="*/ 2231968 h 2237474"/>
              <a:gd name="connsiteX151" fmla="*/ 1297744 w 12192000"/>
              <a:gd name="connsiteY151" fmla="*/ 2235849 h 2237474"/>
              <a:gd name="connsiteX152" fmla="*/ 1286236 w 12192000"/>
              <a:gd name="connsiteY152" fmla="*/ 2233135 h 2237474"/>
              <a:gd name="connsiteX153" fmla="*/ 1283504 w 12192000"/>
              <a:gd name="connsiteY153" fmla="*/ 2233797 h 2237474"/>
              <a:gd name="connsiteX154" fmla="*/ 1279765 w 12192000"/>
              <a:gd name="connsiteY154" fmla="*/ 2229639 h 2237474"/>
              <a:gd name="connsiteX155" fmla="*/ 1195347 w 12192000"/>
              <a:gd name="connsiteY155" fmla="*/ 2212354 h 2237474"/>
              <a:gd name="connsiteX156" fmla="*/ 970251 w 12192000"/>
              <a:gd name="connsiteY156" fmla="*/ 2221029 h 2237474"/>
              <a:gd name="connsiteX157" fmla="*/ 812914 w 12192000"/>
              <a:gd name="connsiteY157" fmla="*/ 2202752 h 2237474"/>
              <a:gd name="connsiteX158" fmla="*/ 800195 w 12192000"/>
              <a:gd name="connsiteY158" fmla="*/ 2209407 h 2237474"/>
              <a:gd name="connsiteX159" fmla="*/ 784978 w 12192000"/>
              <a:gd name="connsiteY159" fmla="*/ 2212360 h 2237474"/>
              <a:gd name="connsiteX160" fmla="*/ 681987 w 12192000"/>
              <a:gd name="connsiteY160" fmla="*/ 2216757 h 2237474"/>
              <a:gd name="connsiteX161" fmla="*/ 669923 w 12192000"/>
              <a:gd name="connsiteY161" fmla="*/ 2211682 h 2237474"/>
              <a:gd name="connsiteX162" fmla="*/ 648680 w 12192000"/>
              <a:gd name="connsiteY162" fmla="*/ 2206229 h 2237474"/>
              <a:gd name="connsiteX163" fmla="*/ 597225 w 12192000"/>
              <a:gd name="connsiteY163" fmla="*/ 2180999 h 2237474"/>
              <a:gd name="connsiteX164" fmla="*/ 558449 w 12192000"/>
              <a:gd name="connsiteY164" fmla="*/ 2182346 h 2237474"/>
              <a:gd name="connsiteX165" fmla="*/ 550517 w 12192000"/>
              <a:gd name="connsiteY165" fmla="*/ 2182060 h 2237474"/>
              <a:gd name="connsiteX166" fmla="*/ 550309 w 12192000"/>
              <a:gd name="connsiteY166" fmla="*/ 2181825 h 2237474"/>
              <a:gd name="connsiteX167" fmla="*/ 541836 w 12192000"/>
              <a:gd name="connsiteY167" fmla="*/ 2181063 h 2237474"/>
              <a:gd name="connsiteX168" fmla="*/ 536057 w 12192000"/>
              <a:gd name="connsiteY168" fmla="*/ 2181537 h 2237474"/>
              <a:gd name="connsiteX169" fmla="*/ 520671 w 12192000"/>
              <a:gd name="connsiteY169" fmla="*/ 2180980 h 2237474"/>
              <a:gd name="connsiteX170" fmla="*/ 515024 w 12192000"/>
              <a:gd name="connsiteY170" fmla="*/ 2179258 h 2237474"/>
              <a:gd name="connsiteX171" fmla="*/ 512278 w 12192000"/>
              <a:gd name="connsiteY171" fmla="*/ 2176369 h 2237474"/>
              <a:gd name="connsiteX172" fmla="*/ 480419 w 12192000"/>
              <a:gd name="connsiteY172" fmla="*/ 2167807 h 2237474"/>
              <a:gd name="connsiteX173" fmla="*/ 413835 w 12192000"/>
              <a:gd name="connsiteY173" fmla="*/ 2156783 h 2237474"/>
              <a:gd name="connsiteX174" fmla="*/ 376513 w 12192000"/>
              <a:gd name="connsiteY174" fmla="*/ 2154014 h 2237474"/>
              <a:gd name="connsiteX175" fmla="*/ 273386 w 12192000"/>
              <a:gd name="connsiteY175" fmla="*/ 2142551 h 2237474"/>
              <a:gd name="connsiteX176" fmla="*/ 169207 w 12192000"/>
              <a:gd name="connsiteY176" fmla="*/ 2128100 h 2237474"/>
              <a:gd name="connsiteX177" fmla="*/ 93149 w 12192000"/>
              <a:gd name="connsiteY177" fmla="*/ 2105324 h 2237474"/>
              <a:gd name="connsiteX178" fmla="*/ 88109 w 12192000"/>
              <a:gd name="connsiteY178" fmla="*/ 2106704 h 2237474"/>
              <a:gd name="connsiteX179" fmla="*/ 80022 w 12192000"/>
              <a:gd name="connsiteY179" fmla="*/ 2107254 h 2237474"/>
              <a:gd name="connsiteX180" fmla="*/ 79717 w 12192000"/>
              <a:gd name="connsiteY180" fmla="*/ 2107046 h 2237474"/>
              <a:gd name="connsiteX181" fmla="*/ 72352 w 12192000"/>
              <a:gd name="connsiteY181" fmla="*/ 2107991 h 2237474"/>
              <a:gd name="connsiteX182" fmla="*/ 37645 w 12192000"/>
              <a:gd name="connsiteY182" fmla="*/ 2115401 h 2237474"/>
              <a:gd name="connsiteX183" fmla="*/ 4572 w 12192000"/>
              <a:gd name="connsiteY183" fmla="*/ 2111091 h 2237474"/>
              <a:gd name="connsiteX184" fmla="*/ 0 w 12192000"/>
              <a:gd name="connsiteY184" fmla="*/ 2110468 h 2237474"/>
              <a:gd name="connsiteX185" fmla="*/ 0 w 12192000"/>
              <a:gd name="connsiteY18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96128 w 12192000"/>
              <a:gd name="connsiteY114" fmla="*/ 1976403 h 2237474"/>
              <a:gd name="connsiteX115" fmla="*/ 2756784 w 12192000"/>
              <a:gd name="connsiteY115" fmla="*/ 1985116 h 2237474"/>
              <a:gd name="connsiteX116" fmla="*/ 2748833 w 12192000"/>
              <a:gd name="connsiteY116" fmla="*/ 1986323 h 2237474"/>
              <a:gd name="connsiteX117" fmla="*/ 2748661 w 12192000"/>
              <a:gd name="connsiteY117" fmla="*/ 1986122 h 2237474"/>
              <a:gd name="connsiteX118" fmla="*/ 2718916 w 12192000"/>
              <a:gd name="connsiteY118" fmla="*/ 1990867 h 2237474"/>
              <a:gd name="connsiteX119" fmla="*/ 2713522 w 12192000"/>
              <a:gd name="connsiteY119" fmla="*/ 1990173 h 2237474"/>
              <a:gd name="connsiteX120" fmla="*/ 2680597 w 12192000"/>
              <a:gd name="connsiteY120" fmla="*/ 1984996 h 2237474"/>
              <a:gd name="connsiteX121" fmla="*/ 2578178 w 12192000"/>
              <a:gd name="connsiteY121" fmla="*/ 1990531 h 2237474"/>
              <a:gd name="connsiteX122" fmla="*/ 2476147 w 12192000"/>
              <a:gd name="connsiteY122" fmla="*/ 1998305 h 2237474"/>
              <a:gd name="connsiteX123" fmla="*/ 2373568 w 12192000"/>
              <a:gd name="connsiteY123" fmla="*/ 2003219 h 2237474"/>
              <a:gd name="connsiteX124" fmla="*/ 2321399 w 12192000"/>
              <a:gd name="connsiteY124" fmla="*/ 1989467 h 2237474"/>
              <a:gd name="connsiteX125" fmla="*/ 2315525 w 12192000"/>
              <a:gd name="connsiteY125" fmla="*/ 1989708 h 2237474"/>
              <a:gd name="connsiteX126" fmla="*/ 2300792 w 12192000"/>
              <a:gd name="connsiteY126" fmla="*/ 1994290 h 2237474"/>
              <a:gd name="connsiteX127" fmla="*/ 2295469 w 12192000"/>
              <a:gd name="connsiteY127" fmla="*/ 1996659 h 2237474"/>
              <a:gd name="connsiteX128" fmla="*/ 2287219 w 12192000"/>
              <a:gd name="connsiteY128" fmla="*/ 1998750 h 2237474"/>
              <a:gd name="connsiteX129" fmla="*/ 2286948 w 12192000"/>
              <a:gd name="connsiteY129" fmla="*/ 1998596 h 2237474"/>
              <a:gd name="connsiteX130" fmla="*/ 2243069 w 12192000"/>
              <a:gd name="connsiteY130" fmla="*/ 2015111 h 2237474"/>
              <a:gd name="connsiteX131" fmla="*/ 2186609 w 12192000"/>
              <a:gd name="connsiteY131" fmla="*/ 2008263 h 2237474"/>
              <a:gd name="connsiteX132" fmla="*/ 2164831 w 12192000"/>
              <a:gd name="connsiteY132" fmla="*/ 2010143 h 2237474"/>
              <a:gd name="connsiteX133" fmla="*/ 2152836 w 12192000"/>
              <a:gd name="connsiteY133" fmla="*/ 2010048 h 2237474"/>
              <a:gd name="connsiteX134" fmla="*/ 2117102 w 12192000"/>
              <a:gd name="connsiteY134" fmla="*/ 2023004 h 2237474"/>
              <a:gd name="connsiteX135" fmla="*/ 2111935 w 12192000"/>
              <a:gd name="connsiteY135" fmla="*/ 2023163 h 2237474"/>
              <a:gd name="connsiteX136" fmla="*/ 2089991 w 12192000"/>
              <a:gd name="connsiteY136" fmla="*/ 2034193 h 2237474"/>
              <a:gd name="connsiteX137" fmla="*/ 2058061 w 12192000"/>
              <a:gd name="connsiteY137" fmla="*/ 2047942 h 2237474"/>
              <a:gd name="connsiteX138" fmla="*/ 2055737 w 12192000"/>
              <a:gd name="connsiteY138" fmla="*/ 2047704 h 2237474"/>
              <a:gd name="connsiteX139" fmla="*/ 2042244 w 12192000"/>
              <a:gd name="connsiteY139" fmla="*/ 2055560 h 2237474"/>
              <a:gd name="connsiteX140" fmla="*/ 1976224 w 12192000"/>
              <a:gd name="connsiteY140" fmla="*/ 2074257 h 2237474"/>
              <a:gd name="connsiteX141" fmla="*/ 1877728 w 12192000"/>
              <a:gd name="connsiteY141" fmla="*/ 2101004 h 2237474"/>
              <a:gd name="connsiteX142" fmla="*/ 1759056 w 12192000"/>
              <a:gd name="connsiteY142" fmla="*/ 2125608 h 2237474"/>
              <a:gd name="connsiteX143" fmla="*/ 1637948 w 12192000"/>
              <a:gd name="connsiteY143" fmla="*/ 2172597 h 2237474"/>
              <a:gd name="connsiteX144" fmla="*/ 1434549 w 12192000"/>
              <a:gd name="connsiteY144" fmla="*/ 2234522 h 2237474"/>
              <a:gd name="connsiteX145" fmla="*/ 1398481 w 12192000"/>
              <a:gd name="connsiteY145" fmla="*/ 2237074 h 2237474"/>
              <a:gd name="connsiteX146" fmla="*/ 1398407 w 12192000"/>
              <a:gd name="connsiteY146" fmla="*/ 2237095 h 2237474"/>
              <a:gd name="connsiteX147" fmla="*/ 1370962 w 12192000"/>
              <a:gd name="connsiteY147" fmla="*/ 2237474 h 2237474"/>
              <a:gd name="connsiteX148" fmla="*/ 1356367 w 12192000"/>
              <a:gd name="connsiteY148" fmla="*/ 2235089 h 2237474"/>
              <a:gd name="connsiteX149" fmla="*/ 1324828 w 12192000"/>
              <a:gd name="connsiteY149" fmla="*/ 2231968 h 2237474"/>
              <a:gd name="connsiteX150" fmla="*/ 1297744 w 12192000"/>
              <a:gd name="connsiteY150" fmla="*/ 2235849 h 2237474"/>
              <a:gd name="connsiteX151" fmla="*/ 1286236 w 12192000"/>
              <a:gd name="connsiteY151" fmla="*/ 2233135 h 2237474"/>
              <a:gd name="connsiteX152" fmla="*/ 1283504 w 12192000"/>
              <a:gd name="connsiteY152" fmla="*/ 2233797 h 2237474"/>
              <a:gd name="connsiteX153" fmla="*/ 1279765 w 12192000"/>
              <a:gd name="connsiteY153" fmla="*/ 2229639 h 2237474"/>
              <a:gd name="connsiteX154" fmla="*/ 1195347 w 12192000"/>
              <a:gd name="connsiteY154" fmla="*/ 2212354 h 2237474"/>
              <a:gd name="connsiteX155" fmla="*/ 970251 w 12192000"/>
              <a:gd name="connsiteY155" fmla="*/ 2221029 h 2237474"/>
              <a:gd name="connsiteX156" fmla="*/ 812914 w 12192000"/>
              <a:gd name="connsiteY156" fmla="*/ 2202752 h 2237474"/>
              <a:gd name="connsiteX157" fmla="*/ 800195 w 12192000"/>
              <a:gd name="connsiteY157" fmla="*/ 2209407 h 2237474"/>
              <a:gd name="connsiteX158" fmla="*/ 784978 w 12192000"/>
              <a:gd name="connsiteY158" fmla="*/ 2212360 h 2237474"/>
              <a:gd name="connsiteX159" fmla="*/ 681987 w 12192000"/>
              <a:gd name="connsiteY159" fmla="*/ 2216757 h 2237474"/>
              <a:gd name="connsiteX160" fmla="*/ 669923 w 12192000"/>
              <a:gd name="connsiteY160" fmla="*/ 2211682 h 2237474"/>
              <a:gd name="connsiteX161" fmla="*/ 648680 w 12192000"/>
              <a:gd name="connsiteY161" fmla="*/ 2206229 h 2237474"/>
              <a:gd name="connsiteX162" fmla="*/ 597225 w 12192000"/>
              <a:gd name="connsiteY162" fmla="*/ 2180999 h 2237474"/>
              <a:gd name="connsiteX163" fmla="*/ 558449 w 12192000"/>
              <a:gd name="connsiteY163" fmla="*/ 2182346 h 2237474"/>
              <a:gd name="connsiteX164" fmla="*/ 550517 w 12192000"/>
              <a:gd name="connsiteY164" fmla="*/ 2182060 h 2237474"/>
              <a:gd name="connsiteX165" fmla="*/ 550309 w 12192000"/>
              <a:gd name="connsiteY165" fmla="*/ 2181825 h 2237474"/>
              <a:gd name="connsiteX166" fmla="*/ 541836 w 12192000"/>
              <a:gd name="connsiteY166" fmla="*/ 2181063 h 2237474"/>
              <a:gd name="connsiteX167" fmla="*/ 536057 w 12192000"/>
              <a:gd name="connsiteY167" fmla="*/ 2181537 h 2237474"/>
              <a:gd name="connsiteX168" fmla="*/ 520671 w 12192000"/>
              <a:gd name="connsiteY168" fmla="*/ 2180980 h 2237474"/>
              <a:gd name="connsiteX169" fmla="*/ 515024 w 12192000"/>
              <a:gd name="connsiteY169" fmla="*/ 2179258 h 2237474"/>
              <a:gd name="connsiteX170" fmla="*/ 512278 w 12192000"/>
              <a:gd name="connsiteY170" fmla="*/ 2176369 h 2237474"/>
              <a:gd name="connsiteX171" fmla="*/ 480419 w 12192000"/>
              <a:gd name="connsiteY171" fmla="*/ 2167807 h 2237474"/>
              <a:gd name="connsiteX172" fmla="*/ 413835 w 12192000"/>
              <a:gd name="connsiteY172" fmla="*/ 2156783 h 2237474"/>
              <a:gd name="connsiteX173" fmla="*/ 376513 w 12192000"/>
              <a:gd name="connsiteY173" fmla="*/ 2154014 h 2237474"/>
              <a:gd name="connsiteX174" fmla="*/ 273386 w 12192000"/>
              <a:gd name="connsiteY174" fmla="*/ 2142551 h 2237474"/>
              <a:gd name="connsiteX175" fmla="*/ 169207 w 12192000"/>
              <a:gd name="connsiteY175" fmla="*/ 2128100 h 2237474"/>
              <a:gd name="connsiteX176" fmla="*/ 93149 w 12192000"/>
              <a:gd name="connsiteY176" fmla="*/ 2105324 h 2237474"/>
              <a:gd name="connsiteX177" fmla="*/ 88109 w 12192000"/>
              <a:gd name="connsiteY177" fmla="*/ 2106704 h 2237474"/>
              <a:gd name="connsiteX178" fmla="*/ 80022 w 12192000"/>
              <a:gd name="connsiteY178" fmla="*/ 2107254 h 2237474"/>
              <a:gd name="connsiteX179" fmla="*/ 79717 w 12192000"/>
              <a:gd name="connsiteY179" fmla="*/ 2107046 h 2237474"/>
              <a:gd name="connsiteX180" fmla="*/ 72352 w 12192000"/>
              <a:gd name="connsiteY180" fmla="*/ 2107991 h 2237474"/>
              <a:gd name="connsiteX181" fmla="*/ 37645 w 12192000"/>
              <a:gd name="connsiteY181" fmla="*/ 2115401 h 2237474"/>
              <a:gd name="connsiteX182" fmla="*/ 4572 w 12192000"/>
              <a:gd name="connsiteY182" fmla="*/ 2111091 h 2237474"/>
              <a:gd name="connsiteX183" fmla="*/ 0 w 12192000"/>
              <a:gd name="connsiteY183" fmla="*/ 2110468 h 2237474"/>
              <a:gd name="connsiteX184" fmla="*/ 0 w 12192000"/>
              <a:gd name="connsiteY184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96128 w 12192000"/>
              <a:gd name="connsiteY114" fmla="*/ 1976403 h 2237474"/>
              <a:gd name="connsiteX115" fmla="*/ 2756784 w 12192000"/>
              <a:gd name="connsiteY115" fmla="*/ 1985116 h 2237474"/>
              <a:gd name="connsiteX116" fmla="*/ 2748833 w 12192000"/>
              <a:gd name="connsiteY116" fmla="*/ 1986323 h 2237474"/>
              <a:gd name="connsiteX117" fmla="*/ 2748661 w 12192000"/>
              <a:gd name="connsiteY117" fmla="*/ 1986122 h 2237474"/>
              <a:gd name="connsiteX118" fmla="*/ 2718916 w 12192000"/>
              <a:gd name="connsiteY118" fmla="*/ 1990867 h 2237474"/>
              <a:gd name="connsiteX119" fmla="*/ 2713522 w 12192000"/>
              <a:gd name="connsiteY119" fmla="*/ 1990173 h 2237474"/>
              <a:gd name="connsiteX120" fmla="*/ 2680597 w 12192000"/>
              <a:gd name="connsiteY120" fmla="*/ 1984996 h 2237474"/>
              <a:gd name="connsiteX121" fmla="*/ 2578178 w 12192000"/>
              <a:gd name="connsiteY121" fmla="*/ 1990531 h 2237474"/>
              <a:gd name="connsiteX122" fmla="*/ 2476147 w 12192000"/>
              <a:gd name="connsiteY122" fmla="*/ 1998305 h 2237474"/>
              <a:gd name="connsiteX123" fmla="*/ 2373568 w 12192000"/>
              <a:gd name="connsiteY123" fmla="*/ 2003219 h 2237474"/>
              <a:gd name="connsiteX124" fmla="*/ 2321399 w 12192000"/>
              <a:gd name="connsiteY124" fmla="*/ 1989467 h 2237474"/>
              <a:gd name="connsiteX125" fmla="*/ 2315525 w 12192000"/>
              <a:gd name="connsiteY125" fmla="*/ 1989708 h 2237474"/>
              <a:gd name="connsiteX126" fmla="*/ 2300792 w 12192000"/>
              <a:gd name="connsiteY126" fmla="*/ 1994290 h 2237474"/>
              <a:gd name="connsiteX127" fmla="*/ 2295469 w 12192000"/>
              <a:gd name="connsiteY127" fmla="*/ 1996659 h 2237474"/>
              <a:gd name="connsiteX128" fmla="*/ 2287219 w 12192000"/>
              <a:gd name="connsiteY128" fmla="*/ 1998750 h 2237474"/>
              <a:gd name="connsiteX129" fmla="*/ 2243069 w 12192000"/>
              <a:gd name="connsiteY129" fmla="*/ 2015111 h 2237474"/>
              <a:gd name="connsiteX130" fmla="*/ 2186609 w 12192000"/>
              <a:gd name="connsiteY130" fmla="*/ 2008263 h 2237474"/>
              <a:gd name="connsiteX131" fmla="*/ 2164831 w 12192000"/>
              <a:gd name="connsiteY131" fmla="*/ 2010143 h 2237474"/>
              <a:gd name="connsiteX132" fmla="*/ 2152836 w 12192000"/>
              <a:gd name="connsiteY132" fmla="*/ 2010048 h 2237474"/>
              <a:gd name="connsiteX133" fmla="*/ 2117102 w 12192000"/>
              <a:gd name="connsiteY133" fmla="*/ 2023004 h 2237474"/>
              <a:gd name="connsiteX134" fmla="*/ 2111935 w 12192000"/>
              <a:gd name="connsiteY134" fmla="*/ 2023163 h 2237474"/>
              <a:gd name="connsiteX135" fmla="*/ 2089991 w 12192000"/>
              <a:gd name="connsiteY135" fmla="*/ 2034193 h 2237474"/>
              <a:gd name="connsiteX136" fmla="*/ 2058061 w 12192000"/>
              <a:gd name="connsiteY136" fmla="*/ 2047942 h 2237474"/>
              <a:gd name="connsiteX137" fmla="*/ 2055737 w 12192000"/>
              <a:gd name="connsiteY137" fmla="*/ 2047704 h 2237474"/>
              <a:gd name="connsiteX138" fmla="*/ 2042244 w 12192000"/>
              <a:gd name="connsiteY138" fmla="*/ 2055560 h 2237474"/>
              <a:gd name="connsiteX139" fmla="*/ 1976224 w 12192000"/>
              <a:gd name="connsiteY139" fmla="*/ 2074257 h 2237474"/>
              <a:gd name="connsiteX140" fmla="*/ 1877728 w 12192000"/>
              <a:gd name="connsiteY140" fmla="*/ 2101004 h 2237474"/>
              <a:gd name="connsiteX141" fmla="*/ 1759056 w 12192000"/>
              <a:gd name="connsiteY141" fmla="*/ 2125608 h 2237474"/>
              <a:gd name="connsiteX142" fmla="*/ 1637948 w 12192000"/>
              <a:gd name="connsiteY142" fmla="*/ 2172597 h 2237474"/>
              <a:gd name="connsiteX143" fmla="*/ 1434549 w 12192000"/>
              <a:gd name="connsiteY143" fmla="*/ 2234522 h 2237474"/>
              <a:gd name="connsiteX144" fmla="*/ 1398481 w 12192000"/>
              <a:gd name="connsiteY144" fmla="*/ 2237074 h 2237474"/>
              <a:gd name="connsiteX145" fmla="*/ 1398407 w 12192000"/>
              <a:gd name="connsiteY145" fmla="*/ 2237095 h 2237474"/>
              <a:gd name="connsiteX146" fmla="*/ 1370962 w 12192000"/>
              <a:gd name="connsiteY146" fmla="*/ 2237474 h 2237474"/>
              <a:gd name="connsiteX147" fmla="*/ 1356367 w 12192000"/>
              <a:gd name="connsiteY147" fmla="*/ 2235089 h 2237474"/>
              <a:gd name="connsiteX148" fmla="*/ 1324828 w 12192000"/>
              <a:gd name="connsiteY148" fmla="*/ 2231968 h 2237474"/>
              <a:gd name="connsiteX149" fmla="*/ 1297744 w 12192000"/>
              <a:gd name="connsiteY149" fmla="*/ 2235849 h 2237474"/>
              <a:gd name="connsiteX150" fmla="*/ 1286236 w 12192000"/>
              <a:gd name="connsiteY150" fmla="*/ 2233135 h 2237474"/>
              <a:gd name="connsiteX151" fmla="*/ 1283504 w 12192000"/>
              <a:gd name="connsiteY151" fmla="*/ 2233797 h 2237474"/>
              <a:gd name="connsiteX152" fmla="*/ 1279765 w 12192000"/>
              <a:gd name="connsiteY152" fmla="*/ 2229639 h 2237474"/>
              <a:gd name="connsiteX153" fmla="*/ 1195347 w 12192000"/>
              <a:gd name="connsiteY153" fmla="*/ 2212354 h 2237474"/>
              <a:gd name="connsiteX154" fmla="*/ 970251 w 12192000"/>
              <a:gd name="connsiteY154" fmla="*/ 2221029 h 2237474"/>
              <a:gd name="connsiteX155" fmla="*/ 812914 w 12192000"/>
              <a:gd name="connsiteY155" fmla="*/ 2202752 h 2237474"/>
              <a:gd name="connsiteX156" fmla="*/ 800195 w 12192000"/>
              <a:gd name="connsiteY156" fmla="*/ 2209407 h 2237474"/>
              <a:gd name="connsiteX157" fmla="*/ 784978 w 12192000"/>
              <a:gd name="connsiteY157" fmla="*/ 2212360 h 2237474"/>
              <a:gd name="connsiteX158" fmla="*/ 681987 w 12192000"/>
              <a:gd name="connsiteY158" fmla="*/ 2216757 h 2237474"/>
              <a:gd name="connsiteX159" fmla="*/ 669923 w 12192000"/>
              <a:gd name="connsiteY159" fmla="*/ 2211682 h 2237474"/>
              <a:gd name="connsiteX160" fmla="*/ 648680 w 12192000"/>
              <a:gd name="connsiteY160" fmla="*/ 2206229 h 2237474"/>
              <a:gd name="connsiteX161" fmla="*/ 597225 w 12192000"/>
              <a:gd name="connsiteY161" fmla="*/ 2180999 h 2237474"/>
              <a:gd name="connsiteX162" fmla="*/ 558449 w 12192000"/>
              <a:gd name="connsiteY162" fmla="*/ 2182346 h 2237474"/>
              <a:gd name="connsiteX163" fmla="*/ 550517 w 12192000"/>
              <a:gd name="connsiteY163" fmla="*/ 2182060 h 2237474"/>
              <a:gd name="connsiteX164" fmla="*/ 550309 w 12192000"/>
              <a:gd name="connsiteY164" fmla="*/ 2181825 h 2237474"/>
              <a:gd name="connsiteX165" fmla="*/ 541836 w 12192000"/>
              <a:gd name="connsiteY165" fmla="*/ 2181063 h 2237474"/>
              <a:gd name="connsiteX166" fmla="*/ 536057 w 12192000"/>
              <a:gd name="connsiteY166" fmla="*/ 2181537 h 2237474"/>
              <a:gd name="connsiteX167" fmla="*/ 520671 w 12192000"/>
              <a:gd name="connsiteY167" fmla="*/ 2180980 h 2237474"/>
              <a:gd name="connsiteX168" fmla="*/ 515024 w 12192000"/>
              <a:gd name="connsiteY168" fmla="*/ 2179258 h 2237474"/>
              <a:gd name="connsiteX169" fmla="*/ 512278 w 12192000"/>
              <a:gd name="connsiteY169" fmla="*/ 2176369 h 2237474"/>
              <a:gd name="connsiteX170" fmla="*/ 480419 w 12192000"/>
              <a:gd name="connsiteY170" fmla="*/ 2167807 h 2237474"/>
              <a:gd name="connsiteX171" fmla="*/ 413835 w 12192000"/>
              <a:gd name="connsiteY171" fmla="*/ 2156783 h 2237474"/>
              <a:gd name="connsiteX172" fmla="*/ 376513 w 12192000"/>
              <a:gd name="connsiteY172" fmla="*/ 2154014 h 2237474"/>
              <a:gd name="connsiteX173" fmla="*/ 273386 w 12192000"/>
              <a:gd name="connsiteY173" fmla="*/ 2142551 h 2237474"/>
              <a:gd name="connsiteX174" fmla="*/ 169207 w 12192000"/>
              <a:gd name="connsiteY174" fmla="*/ 2128100 h 2237474"/>
              <a:gd name="connsiteX175" fmla="*/ 93149 w 12192000"/>
              <a:gd name="connsiteY175" fmla="*/ 2105324 h 2237474"/>
              <a:gd name="connsiteX176" fmla="*/ 88109 w 12192000"/>
              <a:gd name="connsiteY176" fmla="*/ 2106704 h 2237474"/>
              <a:gd name="connsiteX177" fmla="*/ 80022 w 12192000"/>
              <a:gd name="connsiteY177" fmla="*/ 2107254 h 2237474"/>
              <a:gd name="connsiteX178" fmla="*/ 79717 w 12192000"/>
              <a:gd name="connsiteY178" fmla="*/ 2107046 h 2237474"/>
              <a:gd name="connsiteX179" fmla="*/ 72352 w 12192000"/>
              <a:gd name="connsiteY179" fmla="*/ 2107991 h 2237474"/>
              <a:gd name="connsiteX180" fmla="*/ 37645 w 12192000"/>
              <a:gd name="connsiteY180" fmla="*/ 2115401 h 2237474"/>
              <a:gd name="connsiteX181" fmla="*/ 4572 w 12192000"/>
              <a:gd name="connsiteY181" fmla="*/ 2111091 h 2237474"/>
              <a:gd name="connsiteX182" fmla="*/ 0 w 12192000"/>
              <a:gd name="connsiteY182" fmla="*/ 2110468 h 2237474"/>
              <a:gd name="connsiteX183" fmla="*/ 0 w 12192000"/>
              <a:gd name="connsiteY183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96128 w 12192000"/>
              <a:gd name="connsiteY114" fmla="*/ 1976403 h 2237474"/>
              <a:gd name="connsiteX115" fmla="*/ 2756784 w 12192000"/>
              <a:gd name="connsiteY115" fmla="*/ 1985116 h 2237474"/>
              <a:gd name="connsiteX116" fmla="*/ 2748833 w 12192000"/>
              <a:gd name="connsiteY116" fmla="*/ 1986323 h 2237474"/>
              <a:gd name="connsiteX117" fmla="*/ 2748661 w 12192000"/>
              <a:gd name="connsiteY117" fmla="*/ 1986122 h 2237474"/>
              <a:gd name="connsiteX118" fmla="*/ 2718916 w 12192000"/>
              <a:gd name="connsiteY118" fmla="*/ 1990867 h 2237474"/>
              <a:gd name="connsiteX119" fmla="*/ 2713522 w 12192000"/>
              <a:gd name="connsiteY119" fmla="*/ 1990173 h 2237474"/>
              <a:gd name="connsiteX120" fmla="*/ 2680597 w 12192000"/>
              <a:gd name="connsiteY120" fmla="*/ 1984996 h 2237474"/>
              <a:gd name="connsiteX121" fmla="*/ 2578178 w 12192000"/>
              <a:gd name="connsiteY121" fmla="*/ 1990531 h 2237474"/>
              <a:gd name="connsiteX122" fmla="*/ 2476147 w 12192000"/>
              <a:gd name="connsiteY122" fmla="*/ 1998305 h 2237474"/>
              <a:gd name="connsiteX123" fmla="*/ 2373568 w 12192000"/>
              <a:gd name="connsiteY123" fmla="*/ 2003219 h 2237474"/>
              <a:gd name="connsiteX124" fmla="*/ 2321399 w 12192000"/>
              <a:gd name="connsiteY124" fmla="*/ 1989467 h 2237474"/>
              <a:gd name="connsiteX125" fmla="*/ 2315525 w 12192000"/>
              <a:gd name="connsiteY125" fmla="*/ 1989708 h 2237474"/>
              <a:gd name="connsiteX126" fmla="*/ 2300792 w 12192000"/>
              <a:gd name="connsiteY126" fmla="*/ 1994290 h 2237474"/>
              <a:gd name="connsiteX127" fmla="*/ 2287219 w 12192000"/>
              <a:gd name="connsiteY127" fmla="*/ 1998750 h 2237474"/>
              <a:gd name="connsiteX128" fmla="*/ 2243069 w 12192000"/>
              <a:gd name="connsiteY128" fmla="*/ 2015111 h 2237474"/>
              <a:gd name="connsiteX129" fmla="*/ 2186609 w 12192000"/>
              <a:gd name="connsiteY129" fmla="*/ 2008263 h 2237474"/>
              <a:gd name="connsiteX130" fmla="*/ 2164831 w 12192000"/>
              <a:gd name="connsiteY130" fmla="*/ 2010143 h 2237474"/>
              <a:gd name="connsiteX131" fmla="*/ 2152836 w 12192000"/>
              <a:gd name="connsiteY131" fmla="*/ 2010048 h 2237474"/>
              <a:gd name="connsiteX132" fmla="*/ 2117102 w 12192000"/>
              <a:gd name="connsiteY132" fmla="*/ 2023004 h 2237474"/>
              <a:gd name="connsiteX133" fmla="*/ 2111935 w 12192000"/>
              <a:gd name="connsiteY133" fmla="*/ 2023163 h 2237474"/>
              <a:gd name="connsiteX134" fmla="*/ 2089991 w 12192000"/>
              <a:gd name="connsiteY134" fmla="*/ 2034193 h 2237474"/>
              <a:gd name="connsiteX135" fmla="*/ 2058061 w 12192000"/>
              <a:gd name="connsiteY135" fmla="*/ 2047942 h 2237474"/>
              <a:gd name="connsiteX136" fmla="*/ 2055737 w 12192000"/>
              <a:gd name="connsiteY136" fmla="*/ 2047704 h 2237474"/>
              <a:gd name="connsiteX137" fmla="*/ 2042244 w 12192000"/>
              <a:gd name="connsiteY137" fmla="*/ 2055560 h 2237474"/>
              <a:gd name="connsiteX138" fmla="*/ 1976224 w 12192000"/>
              <a:gd name="connsiteY138" fmla="*/ 2074257 h 2237474"/>
              <a:gd name="connsiteX139" fmla="*/ 1877728 w 12192000"/>
              <a:gd name="connsiteY139" fmla="*/ 2101004 h 2237474"/>
              <a:gd name="connsiteX140" fmla="*/ 1759056 w 12192000"/>
              <a:gd name="connsiteY140" fmla="*/ 2125608 h 2237474"/>
              <a:gd name="connsiteX141" fmla="*/ 1637948 w 12192000"/>
              <a:gd name="connsiteY141" fmla="*/ 2172597 h 2237474"/>
              <a:gd name="connsiteX142" fmla="*/ 1434549 w 12192000"/>
              <a:gd name="connsiteY142" fmla="*/ 2234522 h 2237474"/>
              <a:gd name="connsiteX143" fmla="*/ 1398481 w 12192000"/>
              <a:gd name="connsiteY143" fmla="*/ 2237074 h 2237474"/>
              <a:gd name="connsiteX144" fmla="*/ 1398407 w 12192000"/>
              <a:gd name="connsiteY144" fmla="*/ 2237095 h 2237474"/>
              <a:gd name="connsiteX145" fmla="*/ 1370962 w 12192000"/>
              <a:gd name="connsiteY145" fmla="*/ 2237474 h 2237474"/>
              <a:gd name="connsiteX146" fmla="*/ 1356367 w 12192000"/>
              <a:gd name="connsiteY146" fmla="*/ 2235089 h 2237474"/>
              <a:gd name="connsiteX147" fmla="*/ 1324828 w 12192000"/>
              <a:gd name="connsiteY147" fmla="*/ 2231968 h 2237474"/>
              <a:gd name="connsiteX148" fmla="*/ 1297744 w 12192000"/>
              <a:gd name="connsiteY148" fmla="*/ 2235849 h 2237474"/>
              <a:gd name="connsiteX149" fmla="*/ 1286236 w 12192000"/>
              <a:gd name="connsiteY149" fmla="*/ 2233135 h 2237474"/>
              <a:gd name="connsiteX150" fmla="*/ 1283504 w 12192000"/>
              <a:gd name="connsiteY150" fmla="*/ 2233797 h 2237474"/>
              <a:gd name="connsiteX151" fmla="*/ 1279765 w 12192000"/>
              <a:gd name="connsiteY151" fmla="*/ 2229639 h 2237474"/>
              <a:gd name="connsiteX152" fmla="*/ 1195347 w 12192000"/>
              <a:gd name="connsiteY152" fmla="*/ 2212354 h 2237474"/>
              <a:gd name="connsiteX153" fmla="*/ 970251 w 12192000"/>
              <a:gd name="connsiteY153" fmla="*/ 2221029 h 2237474"/>
              <a:gd name="connsiteX154" fmla="*/ 812914 w 12192000"/>
              <a:gd name="connsiteY154" fmla="*/ 2202752 h 2237474"/>
              <a:gd name="connsiteX155" fmla="*/ 800195 w 12192000"/>
              <a:gd name="connsiteY155" fmla="*/ 2209407 h 2237474"/>
              <a:gd name="connsiteX156" fmla="*/ 784978 w 12192000"/>
              <a:gd name="connsiteY156" fmla="*/ 2212360 h 2237474"/>
              <a:gd name="connsiteX157" fmla="*/ 681987 w 12192000"/>
              <a:gd name="connsiteY157" fmla="*/ 2216757 h 2237474"/>
              <a:gd name="connsiteX158" fmla="*/ 669923 w 12192000"/>
              <a:gd name="connsiteY158" fmla="*/ 2211682 h 2237474"/>
              <a:gd name="connsiteX159" fmla="*/ 648680 w 12192000"/>
              <a:gd name="connsiteY159" fmla="*/ 2206229 h 2237474"/>
              <a:gd name="connsiteX160" fmla="*/ 597225 w 12192000"/>
              <a:gd name="connsiteY160" fmla="*/ 2180999 h 2237474"/>
              <a:gd name="connsiteX161" fmla="*/ 558449 w 12192000"/>
              <a:gd name="connsiteY161" fmla="*/ 2182346 h 2237474"/>
              <a:gd name="connsiteX162" fmla="*/ 550517 w 12192000"/>
              <a:gd name="connsiteY162" fmla="*/ 2182060 h 2237474"/>
              <a:gd name="connsiteX163" fmla="*/ 550309 w 12192000"/>
              <a:gd name="connsiteY163" fmla="*/ 2181825 h 2237474"/>
              <a:gd name="connsiteX164" fmla="*/ 541836 w 12192000"/>
              <a:gd name="connsiteY164" fmla="*/ 2181063 h 2237474"/>
              <a:gd name="connsiteX165" fmla="*/ 536057 w 12192000"/>
              <a:gd name="connsiteY165" fmla="*/ 2181537 h 2237474"/>
              <a:gd name="connsiteX166" fmla="*/ 520671 w 12192000"/>
              <a:gd name="connsiteY166" fmla="*/ 2180980 h 2237474"/>
              <a:gd name="connsiteX167" fmla="*/ 515024 w 12192000"/>
              <a:gd name="connsiteY167" fmla="*/ 2179258 h 2237474"/>
              <a:gd name="connsiteX168" fmla="*/ 512278 w 12192000"/>
              <a:gd name="connsiteY168" fmla="*/ 2176369 h 2237474"/>
              <a:gd name="connsiteX169" fmla="*/ 480419 w 12192000"/>
              <a:gd name="connsiteY169" fmla="*/ 2167807 h 2237474"/>
              <a:gd name="connsiteX170" fmla="*/ 413835 w 12192000"/>
              <a:gd name="connsiteY170" fmla="*/ 2156783 h 2237474"/>
              <a:gd name="connsiteX171" fmla="*/ 376513 w 12192000"/>
              <a:gd name="connsiteY171" fmla="*/ 2154014 h 2237474"/>
              <a:gd name="connsiteX172" fmla="*/ 273386 w 12192000"/>
              <a:gd name="connsiteY172" fmla="*/ 2142551 h 2237474"/>
              <a:gd name="connsiteX173" fmla="*/ 169207 w 12192000"/>
              <a:gd name="connsiteY173" fmla="*/ 2128100 h 2237474"/>
              <a:gd name="connsiteX174" fmla="*/ 93149 w 12192000"/>
              <a:gd name="connsiteY174" fmla="*/ 2105324 h 2237474"/>
              <a:gd name="connsiteX175" fmla="*/ 88109 w 12192000"/>
              <a:gd name="connsiteY175" fmla="*/ 2106704 h 2237474"/>
              <a:gd name="connsiteX176" fmla="*/ 80022 w 12192000"/>
              <a:gd name="connsiteY176" fmla="*/ 2107254 h 2237474"/>
              <a:gd name="connsiteX177" fmla="*/ 79717 w 12192000"/>
              <a:gd name="connsiteY177" fmla="*/ 2107046 h 2237474"/>
              <a:gd name="connsiteX178" fmla="*/ 72352 w 12192000"/>
              <a:gd name="connsiteY178" fmla="*/ 2107991 h 2237474"/>
              <a:gd name="connsiteX179" fmla="*/ 37645 w 12192000"/>
              <a:gd name="connsiteY179" fmla="*/ 2115401 h 2237474"/>
              <a:gd name="connsiteX180" fmla="*/ 4572 w 12192000"/>
              <a:gd name="connsiteY180" fmla="*/ 2111091 h 2237474"/>
              <a:gd name="connsiteX181" fmla="*/ 0 w 12192000"/>
              <a:gd name="connsiteY181" fmla="*/ 2110468 h 2237474"/>
              <a:gd name="connsiteX182" fmla="*/ 0 w 12192000"/>
              <a:gd name="connsiteY18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96128 w 12192000"/>
              <a:gd name="connsiteY114" fmla="*/ 1976403 h 2237474"/>
              <a:gd name="connsiteX115" fmla="*/ 2756784 w 12192000"/>
              <a:gd name="connsiteY115" fmla="*/ 1985116 h 2237474"/>
              <a:gd name="connsiteX116" fmla="*/ 2748833 w 12192000"/>
              <a:gd name="connsiteY116" fmla="*/ 1986323 h 2237474"/>
              <a:gd name="connsiteX117" fmla="*/ 2748661 w 12192000"/>
              <a:gd name="connsiteY117" fmla="*/ 1986122 h 2237474"/>
              <a:gd name="connsiteX118" fmla="*/ 2718916 w 12192000"/>
              <a:gd name="connsiteY118" fmla="*/ 1990867 h 2237474"/>
              <a:gd name="connsiteX119" fmla="*/ 2713522 w 12192000"/>
              <a:gd name="connsiteY119" fmla="*/ 1990173 h 2237474"/>
              <a:gd name="connsiteX120" fmla="*/ 2680597 w 12192000"/>
              <a:gd name="connsiteY120" fmla="*/ 1984996 h 2237474"/>
              <a:gd name="connsiteX121" fmla="*/ 2578178 w 12192000"/>
              <a:gd name="connsiteY121" fmla="*/ 1990531 h 2237474"/>
              <a:gd name="connsiteX122" fmla="*/ 2476147 w 12192000"/>
              <a:gd name="connsiteY122" fmla="*/ 1998305 h 2237474"/>
              <a:gd name="connsiteX123" fmla="*/ 2373568 w 12192000"/>
              <a:gd name="connsiteY123" fmla="*/ 2003219 h 2237474"/>
              <a:gd name="connsiteX124" fmla="*/ 2315525 w 12192000"/>
              <a:gd name="connsiteY124" fmla="*/ 1989708 h 2237474"/>
              <a:gd name="connsiteX125" fmla="*/ 2300792 w 12192000"/>
              <a:gd name="connsiteY125" fmla="*/ 1994290 h 2237474"/>
              <a:gd name="connsiteX126" fmla="*/ 2287219 w 12192000"/>
              <a:gd name="connsiteY126" fmla="*/ 1998750 h 2237474"/>
              <a:gd name="connsiteX127" fmla="*/ 2243069 w 12192000"/>
              <a:gd name="connsiteY127" fmla="*/ 2015111 h 2237474"/>
              <a:gd name="connsiteX128" fmla="*/ 2186609 w 12192000"/>
              <a:gd name="connsiteY128" fmla="*/ 2008263 h 2237474"/>
              <a:gd name="connsiteX129" fmla="*/ 2164831 w 12192000"/>
              <a:gd name="connsiteY129" fmla="*/ 2010143 h 2237474"/>
              <a:gd name="connsiteX130" fmla="*/ 2152836 w 12192000"/>
              <a:gd name="connsiteY130" fmla="*/ 2010048 h 2237474"/>
              <a:gd name="connsiteX131" fmla="*/ 2117102 w 12192000"/>
              <a:gd name="connsiteY131" fmla="*/ 2023004 h 2237474"/>
              <a:gd name="connsiteX132" fmla="*/ 2111935 w 12192000"/>
              <a:gd name="connsiteY132" fmla="*/ 2023163 h 2237474"/>
              <a:gd name="connsiteX133" fmla="*/ 2089991 w 12192000"/>
              <a:gd name="connsiteY133" fmla="*/ 2034193 h 2237474"/>
              <a:gd name="connsiteX134" fmla="*/ 2058061 w 12192000"/>
              <a:gd name="connsiteY134" fmla="*/ 2047942 h 2237474"/>
              <a:gd name="connsiteX135" fmla="*/ 2055737 w 12192000"/>
              <a:gd name="connsiteY135" fmla="*/ 2047704 h 2237474"/>
              <a:gd name="connsiteX136" fmla="*/ 2042244 w 12192000"/>
              <a:gd name="connsiteY136" fmla="*/ 2055560 h 2237474"/>
              <a:gd name="connsiteX137" fmla="*/ 1976224 w 12192000"/>
              <a:gd name="connsiteY137" fmla="*/ 2074257 h 2237474"/>
              <a:gd name="connsiteX138" fmla="*/ 1877728 w 12192000"/>
              <a:gd name="connsiteY138" fmla="*/ 2101004 h 2237474"/>
              <a:gd name="connsiteX139" fmla="*/ 1759056 w 12192000"/>
              <a:gd name="connsiteY139" fmla="*/ 2125608 h 2237474"/>
              <a:gd name="connsiteX140" fmla="*/ 1637948 w 12192000"/>
              <a:gd name="connsiteY140" fmla="*/ 2172597 h 2237474"/>
              <a:gd name="connsiteX141" fmla="*/ 1434549 w 12192000"/>
              <a:gd name="connsiteY141" fmla="*/ 2234522 h 2237474"/>
              <a:gd name="connsiteX142" fmla="*/ 1398481 w 12192000"/>
              <a:gd name="connsiteY142" fmla="*/ 2237074 h 2237474"/>
              <a:gd name="connsiteX143" fmla="*/ 1398407 w 12192000"/>
              <a:gd name="connsiteY143" fmla="*/ 2237095 h 2237474"/>
              <a:gd name="connsiteX144" fmla="*/ 1370962 w 12192000"/>
              <a:gd name="connsiteY144" fmla="*/ 2237474 h 2237474"/>
              <a:gd name="connsiteX145" fmla="*/ 1356367 w 12192000"/>
              <a:gd name="connsiteY145" fmla="*/ 2235089 h 2237474"/>
              <a:gd name="connsiteX146" fmla="*/ 1324828 w 12192000"/>
              <a:gd name="connsiteY146" fmla="*/ 2231968 h 2237474"/>
              <a:gd name="connsiteX147" fmla="*/ 1297744 w 12192000"/>
              <a:gd name="connsiteY147" fmla="*/ 2235849 h 2237474"/>
              <a:gd name="connsiteX148" fmla="*/ 1286236 w 12192000"/>
              <a:gd name="connsiteY148" fmla="*/ 2233135 h 2237474"/>
              <a:gd name="connsiteX149" fmla="*/ 1283504 w 12192000"/>
              <a:gd name="connsiteY149" fmla="*/ 2233797 h 2237474"/>
              <a:gd name="connsiteX150" fmla="*/ 1279765 w 12192000"/>
              <a:gd name="connsiteY150" fmla="*/ 2229639 h 2237474"/>
              <a:gd name="connsiteX151" fmla="*/ 1195347 w 12192000"/>
              <a:gd name="connsiteY151" fmla="*/ 2212354 h 2237474"/>
              <a:gd name="connsiteX152" fmla="*/ 970251 w 12192000"/>
              <a:gd name="connsiteY152" fmla="*/ 2221029 h 2237474"/>
              <a:gd name="connsiteX153" fmla="*/ 812914 w 12192000"/>
              <a:gd name="connsiteY153" fmla="*/ 2202752 h 2237474"/>
              <a:gd name="connsiteX154" fmla="*/ 800195 w 12192000"/>
              <a:gd name="connsiteY154" fmla="*/ 2209407 h 2237474"/>
              <a:gd name="connsiteX155" fmla="*/ 784978 w 12192000"/>
              <a:gd name="connsiteY155" fmla="*/ 2212360 h 2237474"/>
              <a:gd name="connsiteX156" fmla="*/ 681987 w 12192000"/>
              <a:gd name="connsiteY156" fmla="*/ 2216757 h 2237474"/>
              <a:gd name="connsiteX157" fmla="*/ 669923 w 12192000"/>
              <a:gd name="connsiteY157" fmla="*/ 2211682 h 2237474"/>
              <a:gd name="connsiteX158" fmla="*/ 648680 w 12192000"/>
              <a:gd name="connsiteY158" fmla="*/ 2206229 h 2237474"/>
              <a:gd name="connsiteX159" fmla="*/ 597225 w 12192000"/>
              <a:gd name="connsiteY159" fmla="*/ 2180999 h 2237474"/>
              <a:gd name="connsiteX160" fmla="*/ 558449 w 12192000"/>
              <a:gd name="connsiteY160" fmla="*/ 2182346 h 2237474"/>
              <a:gd name="connsiteX161" fmla="*/ 550517 w 12192000"/>
              <a:gd name="connsiteY161" fmla="*/ 2182060 h 2237474"/>
              <a:gd name="connsiteX162" fmla="*/ 550309 w 12192000"/>
              <a:gd name="connsiteY162" fmla="*/ 2181825 h 2237474"/>
              <a:gd name="connsiteX163" fmla="*/ 541836 w 12192000"/>
              <a:gd name="connsiteY163" fmla="*/ 2181063 h 2237474"/>
              <a:gd name="connsiteX164" fmla="*/ 536057 w 12192000"/>
              <a:gd name="connsiteY164" fmla="*/ 2181537 h 2237474"/>
              <a:gd name="connsiteX165" fmla="*/ 520671 w 12192000"/>
              <a:gd name="connsiteY165" fmla="*/ 2180980 h 2237474"/>
              <a:gd name="connsiteX166" fmla="*/ 515024 w 12192000"/>
              <a:gd name="connsiteY166" fmla="*/ 2179258 h 2237474"/>
              <a:gd name="connsiteX167" fmla="*/ 512278 w 12192000"/>
              <a:gd name="connsiteY167" fmla="*/ 2176369 h 2237474"/>
              <a:gd name="connsiteX168" fmla="*/ 480419 w 12192000"/>
              <a:gd name="connsiteY168" fmla="*/ 2167807 h 2237474"/>
              <a:gd name="connsiteX169" fmla="*/ 413835 w 12192000"/>
              <a:gd name="connsiteY169" fmla="*/ 2156783 h 2237474"/>
              <a:gd name="connsiteX170" fmla="*/ 376513 w 12192000"/>
              <a:gd name="connsiteY170" fmla="*/ 2154014 h 2237474"/>
              <a:gd name="connsiteX171" fmla="*/ 273386 w 12192000"/>
              <a:gd name="connsiteY171" fmla="*/ 2142551 h 2237474"/>
              <a:gd name="connsiteX172" fmla="*/ 169207 w 12192000"/>
              <a:gd name="connsiteY172" fmla="*/ 2128100 h 2237474"/>
              <a:gd name="connsiteX173" fmla="*/ 93149 w 12192000"/>
              <a:gd name="connsiteY173" fmla="*/ 2105324 h 2237474"/>
              <a:gd name="connsiteX174" fmla="*/ 88109 w 12192000"/>
              <a:gd name="connsiteY174" fmla="*/ 2106704 h 2237474"/>
              <a:gd name="connsiteX175" fmla="*/ 80022 w 12192000"/>
              <a:gd name="connsiteY175" fmla="*/ 2107254 h 2237474"/>
              <a:gd name="connsiteX176" fmla="*/ 79717 w 12192000"/>
              <a:gd name="connsiteY176" fmla="*/ 2107046 h 2237474"/>
              <a:gd name="connsiteX177" fmla="*/ 72352 w 12192000"/>
              <a:gd name="connsiteY177" fmla="*/ 2107991 h 2237474"/>
              <a:gd name="connsiteX178" fmla="*/ 37645 w 12192000"/>
              <a:gd name="connsiteY178" fmla="*/ 2115401 h 2237474"/>
              <a:gd name="connsiteX179" fmla="*/ 4572 w 12192000"/>
              <a:gd name="connsiteY179" fmla="*/ 2111091 h 2237474"/>
              <a:gd name="connsiteX180" fmla="*/ 0 w 12192000"/>
              <a:gd name="connsiteY180" fmla="*/ 2110468 h 2237474"/>
              <a:gd name="connsiteX181" fmla="*/ 0 w 12192000"/>
              <a:gd name="connsiteY181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96128 w 12192000"/>
              <a:gd name="connsiteY114" fmla="*/ 1976403 h 2237474"/>
              <a:gd name="connsiteX115" fmla="*/ 2756784 w 12192000"/>
              <a:gd name="connsiteY115" fmla="*/ 1985116 h 2237474"/>
              <a:gd name="connsiteX116" fmla="*/ 2748833 w 12192000"/>
              <a:gd name="connsiteY116" fmla="*/ 1986323 h 2237474"/>
              <a:gd name="connsiteX117" fmla="*/ 2748661 w 12192000"/>
              <a:gd name="connsiteY117" fmla="*/ 1986122 h 2237474"/>
              <a:gd name="connsiteX118" fmla="*/ 2718916 w 12192000"/>
              <a:gd name="connsiteY118" fmla="*/ 1990867 h 2237474"/>
              <a:gd name="connsiteX119" fmla="*/ 2713522 w 12192000"/>
              <a:gd name="connsiteY119" fmla="*/ 1990173 h 2237474"/>
              <a:gd name="connsiteX120" fmla="*/ 2680597 w 12192000"/>
              <a:gd name="connsiteY120" fmla="*/ 1984996 h 2237474"/>
              <a:gd name="connsiteX121" fmla="*/ 2578178 w 12192000"/>
              <a:gd name="connsiteY121" fmla="*/ 1990531 h 2237474"/>
              <a:gd name="connsiteX122" fmla="*/ 2476147 w 12192000"/>
              <a:gd name="connsiteY122" fmla="*/ 1998305 h 2237474"/>
              <a:gd name="connsiteX123" fmla="*/ 2373568 w 12192000"/>
              <a:gd name="connsiteY123" fmla="*/ 2003219 h 2237474"/>
              <a:gd name="connsiteX124" fmla="*/ 2300792 w 12192000"/>
              <a:gd name="connsiteY124" fmla="*/ 1994290 h 2237474"/>
              <a:gd name="connsiteX125" fmla="*/ 2287219 w 12192000"/>
              <a:gd name="connsiteY125" fmla="*/ 1998750 h 2237474"/>
              <a:gd name="connsiteX126" fmla="*/ 2243069 w 12192000"/>
              <a:gd name="connsiteY126" fmla="*/ 2015111 h 2237474"/>
              <a:gd name="connsiteX127" fmla="*/ 2186609 w 12192000"/>
              <a:gd name="connsiteY127" fmla="*/ 2008263 h 2237474"/>
              <a:gd name="connsiteX128" fmla="*/ 2164831 w 12192000"/>
              <a:gd name="connsiteY128" fmla="*/ 2010143 h 2237474"/>
              <a:gd name="connsiteX129" fmla="*/ 2152836 w 12192000"/>
              <a:gd name="connsiteY129" fmla="*/ 2010048 h 2237474"/>
              <a:gd name="connsiteX130" fmla="*/ 2117102 w 12192000"/>
              <a:gd name="connsiteY130" fmla="*/ 2023004 h 2237474"/>
              <a:gd name="connsiteX131" fmla="*/ 2111935 w 12192000"/>
              <a:gd name="connsiteY131" fmla="*/ 2023163 h 2237474"/>
              <a:gd name="connsiteX132" fmla="*/ 2089991 w 12192000"/>
              <a:gd name="connsiteY132" fmla="*/ 2034193 h 2237474"/>
              <a:gd name="connsiteX133" fmla="*/ 2058061 w 12192000"/>
              <a:gd name="connsiteY133" fmla="*/ 2047942 h 2237474"/>
              <a:gd name="connsiteX134" fmla="*/ 2055737 w 12192000"/>
              <a:gd name="connsiteY134" fmla="*/ 2047704 h 2237474"/>
              <a:gd name="connsiteX135" fmla="*/ 2042244 w 12192000"/>
              <a:gd name="connsiteY135" fmla="*/ 2055560 h 2237474"/>
              <a:gd name="connsiteX136" fmla="*/ 1976224 w 12192000"/>
              <a:gd name="connsiteY136" fmla="*/ 2074257 h 2237474"/>
              <a:gd name="connsiteX137" fmla="*/ 1877728 w 12192000"/>
              <a:gd name="connsiteY137" fmla="*/ 2101004 h 2237474"/>
              <a:gd name="connsiteX138" fmla="*/ 1759056 w 12192000"/>
              <a:gd name="connsiteY138" fmla="*/ 2125608 h 2237474"/>
              <a:gd name="connsiteX139" fmla="*/ 1637948 w 12192000"/>
              <a:gd name="connsiteY139" fmla="*/ 2172597 h 2237474"/>
              <a:gd name="connsiteX140" fmla="*/ 1434549 w 12192000"/>
              <a:gd name="connsiteY140" fmla="*/ 2234522 h 2237474"/>
              <a:gd name="connsiteX141" fmla="*/ 1398481 w 12192000"/>
              <a:gd name="connsiteY141" fmla="*/ 2237074 h 2237474"/>
              <a:gd name="connsiteX142" fmla="*/ 1398407 w 12192000"/>
              <a:gd name="connsiteY142" fmla="*/ 2237095 h 2237474"/>
              <a:gd name="connsiteX143" fmla="*/ 1370962 w 12192000"/>
              <a:gd name="connsiteY143" fmla="*/ 2237474 h 2237474"/>
              <a:gd name="connsiteX144" fmla="*/ 1356367 w 12192000"/>
              <a:gd name="connsiteY144" fmla="*/ 2235089 h 2237474"/>
              <a:gd name="connsiteX145" fmla="*/ 1324828 w 12192000"/>
              <a:gd name="connsiteY145" fmla="*/ 2231968 h 2237474"/>
              <a:gd name="connsiteX146" fmla="*/ 1297744 w 12192000"/>
              <a:gd name="connsiteY146" fmla="*/ 2235849 h 2237474"/>
              <a:gd name="connsiteX147" fmla="*/ 1286236 w 12192000"/>
              <a:gd name="connsiteY147" fmla="*/ 2233135 h 2237474"/>
              <a:gd name="connsiteX148" fmla="*/ 1283504 w 12192000"/>
              <a:gd name="connsiteY148" fmla="*/ 2233797 h 2237474"/>
              <a:gd name="connsiteX149" fmla="*/ 1279765 w 12192000"/>
              <a:gd name="connsiteY149" fmla="*/ 2229639 h 2237474"/>
              <a:gd name="connsiteX150" fmla="*/ 1195347 w 12192000"/>
              <a:gd name="connsiteY150" fmla="*/ 2212354 h 2237474"/>
              <a:gd name="connsiteX151" fmla="*/ 970251 w 12192000"/>
              <a:gd name="connsiteY151" fmla="*/ 2221029 h 2237474"/>
              <a:gd name="connsiteX152" fmla="*/ 812914 w 12192000"/>
              <a:gd name="connsiteY152" fmla="*/ 2202752 h 2237474"/>
              <a:gd name="connsiteX153" fmla="*/ 800195 w 12192000"/>
              <a:gd name="connsiteY153" fmla="*/ 2209407 h 2237474"/>
              <a:gd name="connsiteX154" fmla="*/ 784978 w 12192000"/>
              <a:gd name="connsiteY154" fmla="*/ 2212360 h 2237474"/>
              <a:gd name="connsiteX155" fmla="*/ 681987 w 12192000"/>
              <a:gd name="connsiteY155" fmla="*/ 2216757 h 2237474"/>
              <a:gd name="connsiteX156" fmla="*/ 669923 w 12192000"/>
              <a:gd name="connsiteY156" fmla="*/ 2211682 h 2237474"/>
              <a:gd name="connsiteX157" fmla="*/ 648680 w 12192000"/>
              <a:gd name="connsiteY157" fmla="*/ 2206229 h 2237474"/>
              <a:gd name="connsiteX158" fmla="*/ 597225 w 12192000"/>
              <a:gd name="connsiteY158" fmla="*/ 2180999 h 2237474"/>
              <a:gd name="connsiteX159" fmla="*/ 558449 w 12192000"/>
              <a:gd name="connsiteY159" fmla="*/ 2182346 h 2237474"/>
              <a:gd name="connsiteX160" fmla="*/ 550517 w 12192000"/>
              <a:gd name="connsiteY160" fmla="*/ 2182060 h 2237474"/>
              <a:gd name="connsiteX161" fmla="*/ 550309 w 12192000"/>
              <a:gd name="connsiteY161" fmla="*/ 2181825 h 2237474"/>
              <a:gd name="connsiteX162" fmla="*/ 541836 w 12192000"/>
              <a:gd name="connsiteY162" fmla="*/ 2181063 h 2237474"/>
              <a:gd name="connsiteX163" fmla="*/ 536057 w 12192000"/>
              <a:gd name="connsiteY163" fmla="*/ 2181537 h 2237474"/>
              <a:gd name="connsiteX164" fmla="*/ 520671 w 12192000"/>
              <a:gd name="connsiteY164" fmla="*/ 2180980 h 2237474"/>
              <a:gd name="connsiteX165" fmla="*/ 515024 w 12192000"/>
              <a:gd name="connsiteY165" fmla="*/ 2179258 h 2237474"/>
              <a:gd name="connsiteX166" fmla="*/ 512278 w 12192000"/>
              <a:gd name="connsiteY166" fmla="*/ 2176369 h 2237474"/>
              <a:gd name="connsiteX167" fmla="*/ 480419 w 12192000"/>
              <a:gd name="connsiteY167" fmla="*/ 2167807 h 2237474"/>
              <a:gd name="connsiteX168" fmla="*/ 413835 w 12192000"/>
              <a:gd name="connsiteY168" fmla="*/ 2156783 h 2237474"/>
              <a:gd name="connsiteX169" fmla="*/ 376513 w 12192000"/>
              <a:gd name="connsiteY169" fmla="*/ 2154014 h 2237474"/>
              <a:gd name="connsiteX170" fmla="*/ 273386 w 12192000"/>
              <a:gd name="connsiteY170" fmla="*/ 2142551 h 2237474"/>
              <a:gd name="connsiteX171" fmla="*/ 169207 w 12192000"/>
              <a:gd name="connsiteY171" fmla="*/ 2128100 h 2237474"/>
              <a:gd name="connsiteX172" fmla="*/ 93149 w 12192000"/>
              <a:gd name="connsiteY172" fmla="*/ 2105324 h 2237474"/>
              <a:gd name="connsiteX173" fmla="*/ 88109 w 12192000"/>
              <a:gd name="connsiteY173" fmla="*/ 2106704 h 2237474"/>
              <a:gd name="connsiteX174" fmla="*/ 80022 w 12192000"/>
              <a:gd name="connsiteY174" fmla="*/ 2107254 h 2237474"/>
              <a:gd name="connsiteX175" fmla="*/ 79717 w 12192000"/>
              <a:gd name="connsiteY175" fmla="*/ 2107046 h 2237474"/>
              <a:gd name="connsiteX176" fmla="*/ 72352 w 12192000"/>
              <a:gd name="connsiteY176" fmla="*/ 2107991 h 2237474"/>
              <a:gd name="connsiteX177" fmla="*/ 37645 w 12192000"/>
              <a:gd name="connsiteY177" fmla="*/ 2115401 h 2237474"/>
              <a:gd name="connsiteX178" fmla="*/ 4572 w 12192000"/>
              <a:gd name="connsiteY178" fmla="*/ 2111091 h 2237474"/>
              <a:gd name="connsiteX179" fmla="*/ 0 w 12192000"/>
              <a:gd name="connsiteY179" fmla="*/ 2110468 h 2237474"/>
              <a:gd name="connsiteX180" fmla="*/ 0 w 12192000"/>
              <a:gd name="connsiteY180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96128 w 12192000"/>
              <a:gd name="connsiteY114" fmla="*/ 1976403 h 2237474"/>
              <a:gd name="connsiteX115" fmla="*/ 2756784 w 12192000"/>
              <a:gd name="connsiteY115" fmla="*/ 1985116 h 2237474"/>
              <a:gd name="connsiteX116" fmla="*/ 2748833 w 12192000"/>
              <a:gd name="connsiteY116" fmla="*/ 1986323 h 2237474"/>
              <a:gd name="connsiteX117" fmla="*/ 2748661 w 12192000"/>
              <a:gd name="connsiteY117" fmla="*/ 1986122 h 2237474"/>
              <a:gd name="connsiteX118" fmla="*/ 2718916 w 12192000"/>
              <a:gd name="connsiteY118" fmla="*/ 1990867 h 2237474"/>
              <a:gd name="connsiteX119" fmla="*/ 2713522 w 12192000"/>
              <a:gd name="connsiteY119" fmla="*/ 1990173 h 2237474"/>
              <a:gd name="connsiteX120" fmla="*/ 2680597 w 12192000"/>
              <a:gd name="connsiteY120" fmla="*/ 1984996 h 2237474"/>
              <a:gd name="connsiteX121" fmla="*/ 2578178 w 12192000"/>
              <a:gd name="connsiteY121" fmla="*/ 1990531 h 2237474"/>
              <a:gd name="connsiteX122" fmla="*/ 2476147 w 12192000"/>
              <a:gd name="connsiteY122" fmla="*/ 1998305 h 2237474"/>
              <a:gd name="connsiteX123" fmla="*/ 2373568 w 12192000"/>
              <a:gd name="connsiteY123" fmla="*/ 2003219 h 2237474"/>
              <a:gd name="connsiteX124" fmla="*/ 2287219 w 12192000"/>
              <a:gd name="connsiteY124" fmla="*/ 1998750 h 2237474"/>
              <a:gd name="connsiteX125" fmla="*/ 2243069 w 12192000"/>
              <a:gd name="connsiteY125" fmla="*/ 2015111 h 2237474"/>
              <a:gd name="connsiteX126" fmla="*/ 2186609 w 12192000"/>
              <a:gd name="connsiteY126" fmla="*/ 2008263 h 2237474"/>
              <a:gd name="connsiteX127" fmla="*/ 2164831 w 12192000"/>
              <a:gd name="connsiteY127" fmla="*/ 2010143 h 2237474"/>
              <a:gd name="connsiteX128" fmla="*/ 2152836 w 12192000"/>
              <a:gd name="connsiteY128" fmla="*/ 2010048 h 2237474"/>
              <a:gd name="connsiteX129" fmla="*/ 2117102 w 12192000"/>
              <a:gd name="connsiteY129" fmla="*/ 2023004 h 2237474"/>
              <a:gd name="connsiteX130" fmla="*/ 2111935 w 12192000"/>
              <a:gd name="connsiteY130" fmla="*/ 2023163 h 2237474"/>
              <a:gd name="connsiteX131" fmla="*/ 2089991 w 12192000"/>
              <a:gd name="connsiteY131" fmla="*/ 2034193 h 2237474"/>
              <a:gd name="connsiteX132" fmla="*/ 2058061 w 12192000"/>
              <a:gd name="connsiteY132" fmla="*/ 2047942 h 2237474"/>
              <a:gd name="connsiteX133" fmla="*/ 2055737 w 12192000"/>
              <a:gd name="connsiteY133" fmla="*/ 2047704 h 2237474"/>
              <a:gd name="connsiteX134" fmla="*/ 2042244 w 12192000"/>
              <a:gd name="connsiteY134" fmla="*/ 2055560 h 2237474"/>
              <a:gd name="connsiteX135" fmla="*/ 1976224 w 12192000"/>
              <a:gd name="connsiteY135" fmla="*/ 2074257 h 2237474"/>
              <a:gd name="connsiteX136" fmla="*/ 1877728 w 12192000"/>
              <a:gd name="connsiteY136" fmla="*/ 2101004 h 2237474"/>
              <a:gd name="connsiteX137" fmla="*/ 1759056 w 12192000"/>
              <a:gd name="connsiteY137" fmla="*/ 2125608 h 2237474"/>
              <a:gd name="connsiteX138" fmla="*/ 1637948 w 12192000"/>
              <a:gd name="connsiteY138" fmla="*/ 2172597 h 2237474"/>
              <a:gd name="connsiteX139" fmla="*/ 1434549 w 12192000"/>
              <a:gd name="connsiteY139" fmla="*/ 2234522 h 2237474"/>
              <a:gd name="connsiteX140" fmla="*/ 1398481 w 12192000"/>
              <a:gd name="connsiteY140" fmla="*/ 2237074 h 2237474"/>
              <a:gd name="connsiteX141" fmla="*/ 1398407 w 12192000"/>
              <a:gd name="connsiteY141" fmla="*/ 2237095 h 2237474"/>
              <a:gd name="connsiteX142" fmla="*/ 1370962 w 12192000"/>
              <a:gd name="connsiteY142" fmla="*/ 2237474 h 2237474"/>
              <a:gd name="connsiteX143" fmla="*/ 1356367 w 12192000"/>
              <a:gd name="connsiteY143" fmla="*/ 2235089 h 2237474"/>
              <a:gd name="connsiteX144" fmla="*/ 1324828 w 12192000"/>
              <a:gd name="connsiteY144" fmla="*/ 2231968 h 2237474"/>
              <a:gd name="connsiteX145" fmla="*/ 1297744 w 12192000"/>
              <a:gd name="connsiteY145" fmla="*/ 2235849 h 2237474"/>
              <a:gd name="connsiteX146" fmla="*/ 1286236 w 12192000"/>
              <a:gd name="connsiteY146" fmla="*/ 2233135 h 2237474"/>
              <a:gd name="connsiteX147" fmla="*/ 1283504 w 12192000"/>
              <a:gd name="connsiteY147" fmla="*/ 2233797 h 2237474"/>
              <a:gd name="connsiteX148" fmla="*/ 1279765 w 12192000"/>
              <a:gd name="connsiteY148" fmla="*/ 2229639 h 2237474"/>
              <a:gd name="connsiteX149" fmla="*/ 1195347 w 12192000"/>
              <a:gd name="connsiteY149" fmla="*/ 2212354 h 2237474"/>
              <a:gd name="connsiteX150" fmla="*/ 970251 w 12192000"/>
              <a:gd name="connsiteY150" fmla="*/ 2221029 h 2237474"/>
              <a:gd name="connsiteX151" fmla="*/ 812914 w 12192000"/>
              <a:gd name="connsiteY151" fmla="*/ 2202752 h 2237474"/>
              <a:gd name="connsiteX152" fmla="*/ 800195 w 12192000"/>
              <a:gd name="connsiteY152" fmla="*/ 2209407 h 2237474"/>
              <a:gd name="connsiteX153" fmla="*/ 784978 w 12192000"/>
              <a:gd name="connsiteY153" fmla="*/ 2212360 h 2237474"/>
              <a:gd name="connsiteX154" fmla="*/ 681987 w 12192000"/>
              <a:gd name="connsiteY154" fmla="*/ 2216757 h 2237474"/>
              <a:gd name="connsiteX155" fmla="*/ 669923 w 12192000"/>
              <a:gd name="connsiteY155" fmla="*/ 2211682 h 2237474"/>
              <a:gd name="connsiteX156" fmla="*/ 648680 w 12192000"/>
              <a:gd name="connsiteY156" fmla="*/ 2206229 h 2237474"/>
              <a:gd name="connsiteX157" fmla="*/ 597225 w 12192000"/>
              <a:gd name="connsiteY157" fmla="*/ 2180999 h 2237474"/>
              <a:gd name="connsiteX158" fmla="*/ 558449 w 12192000"/>
              <a:gd name="connsiteY158" fmla="*/ 2182346 h 2237474"/>
              <a:gd name="connsiteX159" fmla="*/ 550517 w 12192000"/>
              <a:gd name="connsiteY159" fmla="*/ 2182060 h 2237474"/>
              <a:gd name="connsiteX160" fmla="*/ 550309 w 12192000"/>
              <a:gd name="connsiteY160" fmla="*/ 2181825 h 2237474"/>
              <a:gd name="connsiteX161" fmla="*/ 541836 w 12192000"/>
              <a:gd name="connsiteY161" fmla="*/ 2181063 h 2237474"/>
              <a:gd name="connsiteX162" fmla="*/ 536057 w 12192000"/>
              <a:gd name="connsiteY162" fmla="*/ 2181537 h 2237474"/>
              <a:gd name="connsiteX163" fmla="*/ 520671 w 12192000"/>
              <a:gd name="connsiteY163" fmla="*/ 2180980 h 2237474"/>
              <a:gd name="connsiteX164" fmla="*/ 515024 w 12192000"/>
              <a:gd name="connsiteY164" fmla="*/ 2179258 h 2237474"/>
              <a:gd name="connsiteX165" fmla="*/ 512278 w 12192000"/>
              <a:gd name="connsiteY165" fmla="*/ 2176369 h 2237474"/>
              <a:gd name="connsiteX166" fmla="*/ 480419 w 12192000"/>
              <a:gd name="connsiteY166" fmla="*/ 2167807 h 2237474"/>
              <a:gd name="connsiteX167" fmla="*/ 413835 w 12192000"/>
              <a:gd name="connsiteY167" fmla="*/ 2156783 h 2237474"/>
              <a:gd name="connsiteX168" fmla="*/ 376513 w 12192000"/>
              <a:gd name="connsiteY168" fmla="*/ 2154014 h 2237474"/>
              <a:gd name="connsiteX169" fmla="*/ 273386 w 12192000"/>
              <a:gd name="connsiteY169" fmla="*/ 2142551 h 2237474"/>
              <a:gd name="connsiteX170" fmla="*/ 169207 w 12192000"/>
              <a:gd name="connsiteY170" fmla="*/ 2128100 h 2237474"/>
              <a:gd name="connsiteX171" fmla="*/ 93149 w 12192000"/>
              <a:gd name="connsiteY171" fmla="*/ 2105324 h 2237474"/>
              <a:gd name="connsiteX172" fmla="*/ 88109 w 12192000"/>
              <a:gd name="connsiteY172" fmla="*/ 2106704 h 2237474"/>
              <a:gd name="connsiteX173" fmla="*/ 80022 w 12192000"/>
              <a:gd name="connsiteY173" fmla="*/ 2107254 h 2237474"/>
              <a:gd name="connsiteX174" fmla="*/ 79717 w 12192000"/>
              <a:gd name="connsiteY174" fmla="*/ 2107046 h 2237474"/>
              <a:gd name="connsiteX175" fmla="*/ 72352 w 12192000"/>
              <a:gd name="connsiteY175" fmla="*/ 2107991 h 2237474"/>
              <a:gd name="connsiteX176" fmla="*/ 37645 w 12192000"/>
              <a:gd name="connsiteY176" fmla="*/ 2115401 h 2237474"/>
              <a:gd name="connsiteX177" fmla="*/ 4572 w 12192000"/>
              <a:gd name="connsiteY177" fmla="*/ 2111091 h 2237474"/>
              <a:gd name="connsiteX178" fmla="*/ 0 w 12192000"/>
              <a:gd name="connsiteY178" fmla="*/ 2110468 h 2237474"/>
              <a:gd name="connsiteX179" fmla="*/ 0 w 12192000"/>
              <a:gd name="connsiteY179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96128 w 12192000"/>
              <a:gd name="connsiteY114" fmla="*/ 1976403 h 2237474"/>
              <a:gd name="connsiteX115" fmla="*/ 2756784 w 12192000"/>
              <a:gd name="connsiteY115" fmla="*/ 1985116 h 2237474"/>
              <a:gd name="connsiteX116" fmla="*/ 2748833 w 12192000"/>
              <a:gd name="connsiteY116" fmla="*/ 1986323 h 2237474"/>
              <a:gd name="connsiteX117" fmla="*/ 2748661 w 12192000"/>
              <a:gd name="connsiteY117" fmla="*/ 1986122 h 2237474"/>
              <a:gd name="connsiteX118" fmla="*/ 2718916 w 12192000"/>
              <a:gd name="connsiteY118" fmla="*/ 1990867 h 2237474"/>
              <a:gd name="connsiteX119" fmla="*/ 2713522 w 12192000"/>
              <a:gd name="connsiteY119" fmla="*/ 1990173 h 2237474"/>
              <a:gd name="connsiteX120" fmla="*/ 2578178 w 12192000"/>
              <a:gd name="connsiteY120" fmla="*/ 1990531 h 2237474"/>
              <a:gd name="connsiteX121" fmla="*/ 2476147 w 12192000"/>
              <a:gd name="connsiteY121" fmla="*/ 1998305 h 2237474"/>
              <a:gd name="connsiteX122" fmla="*/ 2373568 w 12192000"/>
              <a:gd name="connsiteY122" fmla="*/ 2003219 h 2237474"/>
              <a:gd name="connsiteX123" fmla="*/ 2287219 w 12192000"/>
              <a:gd name="connsiteY123" fmla="*/ 1998750 h 2237474"/>
              <a:gd name="connsiteX124" fmla="*/ 2243069 w 12192000"/>
              <a:gd name="connsiteY124" fmla="*/ 2015111 h 2237474"/>
              <a:gd name="connsiteX125" fmla="*/ 2186609 w 12192000"/>
              <a:gd name="connsiteY125" fmla="*/ 2008263 h 2237474"/>
              <a:gd name="connsiteX126" fmla="*/ 2164831 w 12192000"/>
              <a:gd name="connsiteY126" fmla="*/ 2010143 h 2237474"/>
              <a:gd name="connsiteX127" fmla="*/ 2152836 w 12192000"/>
              <a:gd name="connsiteY127" fmla="*/ 2010048 h 2237474"/>
              <a:gd name="connsiteX128" fmla="*/ 2117102 w 12192000"/>
              <a:gd name="connsiteY128" fmla="*/ 2023004 h 2237474"/>
              <a:gd name="connsiteX129" fmla="*/ 2111935 w 12192000"/>
              <a:gd name="connsiteY129" fmla="*/ 2023163 h 2237474"/>
              <a:gd name="connsiteX130" fmla="*/ 2089991 w 12192000"/>
              <a:gd name="connsiteY130" fmla="*/ 2034193 h 2237474"/>
              <a:gd name="connsiteX131" fmla="*/ 2058061 w 12192000"/>
              <a:gd name="connsiteY131" fmla="*/ 2047942 h 2237474"/>
              <a:gd name="connsiteX132" fmla="*/ 2055737 w 12192000"/>
              <a:gd name="connsiteY132" fmla="*/ 2047704 h 2237474"/>
              <a:gd name="connsiteX133" fmla="*/ 2042244 w 12192000"/>
              <a:gd name="connsiteY133" fmla="*/ 2055560 h 2237474"/>
              <a:gd name="connsiteX134" fmla="*/ 1976224 w 12192000"/>
              <a:gd name="connsiteY134" fmla="*/ 2074257 h 2237474"/>
              <a:gd name="connsiteX135" fmla="*/ 1877728 w 12192000"/>
              <a:gd name="connsiteY135" fmla="*/ 2101004 h 2237474"/>
              <a:gd name="connsiteX136" fmla="*/ 1759056 w 12192000"/>
              <a:gd name="connsiteY136" fmla="*/ 2125608 h 2237474"/>
              <a:gd name="connsiteX137" fmla="*/ 1637948 w 12192000"/>
              <a:gd name="connsiteY137" fmla="*/ 2172597 h 2237474"/>
              <a:gd name="connsiteX138" fmla="*/ 1434549 w 12192000"/>
              <a:gd name="connsiteY138" fmla="*/ 2234522 h 2237474"/>
              <a:gd name="connsiteX139" fmla="*/ 1398481 w 12192000"/>
              <a:gd name="connsiteY139" fmla="*/ 2237074 h 2237474"/>
              <a:gd name="connsiteX140" fmla="*/ 1398407 w 12192000"/>
              <a:gd name="connsiteY140" fmla="*/ 2237095 h 2237474"/>
              <a:gd name="connsiteX141" fmla="*/ 1370962 w 12192000"/>
              <a:gd name="connsiteY141" fmla="*/ 2237474 h 2237474"/>
              <a:gd name="connsiteX142" fmla="*/ 1356367 w 12192000"/>
              <a:gd name="connsiteY142" fmla="*/ 2235089 h 2237474"/>
              <a:gd name="connsiteX143" fmla="*/ 1324828 w 12192000"/>
              <a:gd name="connsiteY143" fmla="*/ 2231968 h 2237474"/>
              <a:gd name="connsiteX144" fmla="*/ 1297744 w 12192000"/>
              <a:gd name="connsiteY144" fmla="*/ 2235849 h 2237474"/>
              <a:gd name="connsiteX145" fmla="*/ 1286236 w 12192000"/>
              <a:gd name="connsiteY145" fmla="*/ 2233135 h 2237474"/>
              <a:gd name="connsiteX146" fmla="*/ 1283504 w 12192000"/>
              <a:gd name="connsiteY146" fmla="*/ 2233797 h 2237474"/>
              <a:gd name="connsiteX147" fmla="*/ 1279765 w 12192000"/>
              <a:gd name="connsiteY147" fmla="*/ 2229639 h 2237474"/>
              <a:gd name="connsiteX148" fmla="*/ 1195347 w 12192000"/>
              <a:gd name="connsiteY148" fmla="*/ 2212354 h 2237474"/>
              <a:gd name="connsiteX149" fmla="*/ 970251 w 12192000"/>
              <a:gd name="connsiteY149" fmla="*/ 2221029 h 2237474"/>
              <a:gd name="connsiteX150" fmla="*/ 812914 w 12192000"/>
              <a:gd name="connsiteY150" fmla="*/ 2202752 h 2237474"/>
              <a:gd name="connsiteX151" fmla="*/ 800195 w 12192000"/>
              <a:gd name="connsiteY151" fmla="*/ 2209407 h 2237474"/>
              <a:gd name="connsiteX152" fmla="*/ 784978 w 12192000"/>
              <a:gd name="connsiteY152" fmla="*/ 2212360 h 2237474"/>
              <a:gd name="connsiteX153" fmla="*/ 681987 w 12192000"/>
              <a:gd name="connsiteY153" fmla="*/ 2216757 h 2237474"/>
              <a:gd name="connsiteX154" fmla="*/ 669923 w 12192000"/>
              <a:gd name="connsiteY154" fmla="*/ 2211682 h 2237474"/>
              <a:gd name="connsiteX155" fmla="*/ 648680 w 12192000"/>
              <a:gd name="connsiteY155" fmla="*/ 2206229 h 2237474"/>
              <a:gd name="connsiteX156" fmla="*/ 597225 w 12192000"/>
              <a:gd name="connsiteY156" fmla="*/ 2180999 h 2237474"/>
              <a:gd name="connsiteX157" fmla="*/ 558449 w 12192000"/>
              <a:gd name="connsiteY157" fmla="*/ 2182346 h 2237474"/>
              <a:gd name="connsiteX158" fmla="*/ 550517 w 12192000"/>
              <a:gd name="connsiteY158" fmla="*/ 2182060 h 2237474"/>
              <a:gd name="connsiteX159" fmla="*/ 550309 w 12192000"/>
              <a:gd name="connsiteY159" fmla="*/ 2181825 h 2237474"/>
              <a:gd name="connsiteX160" fmla="*/ 541836 w 12192000"/>
              <a:gd name="connsiteY160" fmla="*/ 2181063 h 2237474"/>
              <a:gd name="connsiteX161" fmla="*/ 536057 w 12192000"/>
              <a:gd name="connsiteY161" fmla="*/ 2181537 h 2237474"/>
              <a:gd name="connsiteX162" fmla="*/ 520671 w 12192000"/>
              <a:gd name="connsiteY162" fmla="*/ 2180980 h 2237474"/>
              <a:gd name="connsiteX163" fmla="*/ 515024 w 12192000"/>
              <a:gd name="connsiteY163" fmla="*/ 2179258 h 2237474"/>
              <a:gd name="connsiteX164" fmla="*/ 512278 w 12192000"/>
              <a:gd name="connsiteY164" fmla="*/ 2176369 h 2237474"/>
              <a:gd name="connsiteX165" fmla="*/ 480419 w 12192000"/>
              <a:gd name="connsiteY165" fmla="*/ 2167807 h 2237474"/>
              <a:gd name="connsiteX166" fmla="*/ 413835 w 12192000"/>
              <a:gd name="connsiteY166" fmla="*/ 2156783 h 2237474"/>
              <a:gd name="connsiteX167" fmla="*/ 376513 w 12192000"/>
              <a:gd name="connsiteY167" fmla="*/ 2154014 h 2237474"/>
              <a:gd name="connsiteX168" fmla="*/ 273386 w 12192000"/>
              <a:gd name="connsiteY168" fmla="*/ 2142551 h 2237474"/>
              <a:gd name="connsiteX169" fmla="*/ 169207 w 12192000"/>
              <a:gd name="connsiteY169" fmla="*/ 2128100 h 2237474"/>
              <a:gd name="connsiteX170" fmla="*/ 93149 w 12192000"/>
              <a:gd name="connsiteY170" fmla="*/ 2105324 h 2237474"/>
              <a:gd name="connsiteX171" fmla="*/ 88109 w 12192000"/>
              <a:gd name="connsiteY171" fmla="*/ 2106704 h 2237474"/>
              <a:gd name="connsiteX172" fmla="*/ 80022 w 12192000"/>
              <a:gd name="connsiteY172" fmla="*/ 2107254 h 2237474"/>
              <a:gd name="connsiteX173" fmla="*/ 79717 w 12192000"/>
              <a:gd name="connsiteY173" fmla="*/ 2107046 h 2237474"/>
              <a:gd name="connsiteX174" fmla="*/ 72352 w 12192000"/>
              <a:gd name="connsiteY174" fmla="*/ 2107991 h 2237474"/>
              <a:gd name="connsiteX175" fmla="*/ 37645 w 12192000"/>
              <a:gd name="connsiteY175" fmla="*/ 2115401 h 2237474"/>
              <a:gd name="connsiteX176" fmla="*/ 4572 w 12192000"/>
              <a:gd name="connsiteY176" fmla="*/ 2111091 h 2237474"/>
              <a:gd name="connsiteX177" fmla="*/ 0 w 12192000"/>
              <a:gd name="connsiteY177" fmla="*/ 2110468 h 2237474"/>
              <a:gd name="connsiteX178" fmla="*/ 0 w 12192000"/>
              <a:gd name="connsiteY178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56784 w 12192000"/>
              <a:gd name="connsiteY114" fmla="*/ 1985116 h 2237474"/>
              <a:gd name="connsiteX115" fmla="*/ 2748833 w 12192000"/>
              <a:gd name="connsiteY115" fmla="*/ 1986323 h 2237474"/>
              <a:gd name="connsiteX116" fmla="*/ 2748661 w 12192000"/>
              <a:gd name="connsiteY116" fmla="*/ 1986122 h 2237474"/>
              <a:gd name="connsiteX117" fmla="*/ 2718916 w 12192000"/>
              <a:gd name="connsiteY117" fmla="*/ 1990867 h 2237474"/>
              <a:gd name="connsiteX118" fmla="*/ 2713522 w 12192000"/>
              <a:gd name="connsiteY118" fmla="*/ 1990173 h 2237474"/>
              <a:gd name="connsiteX119" fmla="*/ 2578178 w 12192000"/>
              <a:gd name="connsiteY119" fmla="*/ 1990531 h 2237474"/>
              <a:gd name="connsiteX120" fmla="*/ 2476147 w 12192000"/>
              <a:gd name="connsiteY120" fmla="*/ 1998305 h 2237474"/>
              <a:gd name="connsiteX121" fmla="*/ 2373568 w 12192000"/>
              <a:gd name="connsiteY121" fmla="*/ 2003219 h 2237474"/>
              <a:gd name="connsiteX122" fmla="*/ 2287219 w 12192000"/>
              <a:gd name="connsiteY122" fmla="*/ 1998750 h 2237474"/>
              <a:gd name="connsiteX123" fmla="*/ 2243069 w 12192000"/>
              <a:gd name="connsiteY123" fmla="*/ 2015111 h 2237474"/>
              <a:gd name="connsiteX124" fmla="*/ 2186609 w 12192000"/>
              <a:gd name="connsiteY124" fmla="*/ 2008263 h 2237474"/>
              <a:gd name="connsiteX125" fmla="*/ 2164831 w 12192000"/>
              <a:gd name="connsiteY125" fmla="*/ 2010143 h 2237474"/>
              <a:gd name="connsiteX126" fmla="*/ 2152836 w 12192000"/>
              <a:gd name="connsiteY126" fmla="*/ 2010048 h 2237474"/>
              <a:gd name="connsiteX127" fmla="*/ 2117102 w 12192000"/>
              <a:gd name="connsiteY127" fmla="*/ 2023004 h 2237474"/>
              <a:gd name="connsiteX128" fmla="*/ 2111935 w 12192000"/>
              <a:gd name="connsiteY128" fmla="*/ 2023163 h 2237474"/>
              <a:gd name="connsiteX129" fmla="*/ 2089991 w 12192000"/>
              <a:gd name="connsiteY129" fmla="*/ 2034193 h 2237474"/>
              <a:gd name="connsiteX130" fmla="*/ 2058061 w 12192000"/>
              <a:gd name="connsiteY130" fmla="*/ 2047942 h 2237474"/>
              <a:gd name="connsiteX131" fmla="*/ 2055737 w 12192000"/>
              <a:gd name="connsiteY131" fmla="*/ 2047704 h 2237474"/>
              <a:gd name="connsiteX132" fmla="*/ 2042244 w 12192000"/>
              <a:gd name="connsiteY132" fmla="*/ 2055560 h 2237474"/>
              <a:gd name="connsiteX133" fmla="*/ 1976224 w 12192000"/>
              <a:gd name="connsiteY133" fmla="*/ 2074257 h 2237474"/>
              <a:gd name="connsiteX134" fmla="*/ 1877728 w 12192000"/>
              <a:gd name="connsiteY134" fmla="*/ 2101004 h 2237474"/>
              <a:gd name="connsiteX135" fmla="*/ 1759056 w 12192000"/>
              <a:gd name="connsiteY135" fmla="*/ 2125608 h 2237474"/>
              <a:gd name="connsiteX136" fmla="*/ 1637948 w 12192000"/>
              <a:gd name="connsiteY136" fmla="*/ 2172597 h 2237474"/>
              <a:gd name="connsiteX137" fmla="*/ 1434549 w 12192000"/>
              <a:gd name="connsiteY137" fmla="*/ 2234522 h 2237474"/>
              <a:gd name="connsiteX138" fmla="*/ 1398481 w 12192000"/>
              <a:gd name="connsiteY138" fmla="*/ 2237074 h 2237474"/>
              <a:gd name="connsiteX139" fmla="*/ 1398407 w 12192000"/>
              <a:gd name="connsiteY139" fmla="*/ 2237095 h 2237474"/>
              <a:gd name="connsiteX140" fmla="*/ 1370962 w 12192000"/>
              <a:gd name="connsiteY140" fmla="*/ 2237474 h 2237474"/>
              <a:gd name="connsiteX141" fmla="*/ 1356367 w 12192000"/>
              <a:gd name="connsiteY141" fmla="*/ 2235089 h 2237474"/>
              <a:gd name="connsiteX142" fmla="*/ 1324828 w 12192000"/>
              <a:gd name="connsiteY142" fmla="*/ 2231968 h 2237474"/>
              <a:gd name="connsiteX143" fmla="*/ 1297744 w 12192000"/>
              <a:gd name="connsiteY143" fmla="*/ 2235849 h 2237474"/>
              <a:gd name="connsiteX144" fmla="*/ 1286236 w 12192000"/>
              <a:gd name="connsiteY144" fmla="*/ 2233135 h 2237474"/>
              <a:gd name="connsiteX145" fmla="*/ 1283504 w 12192000"/>
              <a:gd name="connsiteY145" fmla="*/ 2233797 h 2237474"/>
              <a:gd name="connsiteX146" fmla="*/ 1279765 w 12192000"/>
              <a:gd name="connsiteY146" fmla="*/ 2229639 h 2237474"/>
              <a:gd name="connsiteX147" fmla="*/ 1195347 w 12192000"/>
              <a:gd name="connsiteY147" fmla="*/ 2212354 h 2237474"/>
              <a:gd name="connsiteX148" fmla="*/ 970251 w 12192000"/>
              <a:gd name="connsiteY148" fmla="*/ 2221029 h 2237474"/>
              <a:gd name="connsiteX149" fmla="*/ 812914 w 12192000"/>
              <a:gd name="connsiteY149" fmla="*/ 2202752 h 2237474"/>
              <a:gd name="connsiteX150" fmla="*/ 800195 w 12192000"/>
              <a:gd name="connsiteY150" fmla="*/ 2209407 h 2237474"/>
              <a:gd name="connsiteX151" fmla="*/ 784978 w 12192000"/>
              <a:gd name="connsiteY151" fmla="*/ 2212360 h 2237474"/>
              <a:gd name="connsiteX152" fmla="*/ 681987 w 12192000"/>
              <a:gd name="connsiteY152" fmla="*/ 2216757 h 2237474"/>
              <a:gd name="connsiteX153" fmla="*/ 669923 w 12192000"/>
              <a:gd name="connsiteY153" fmla="*/ 2211682 h 2237474"/>
              <a:gd name="connsiteX154" fmla="*/ 648680 w 12192000"/>
              <a:gd name="connsiteY154" fmla="*/ 2206229 h 2237474"/>
              <a:gd name="connsiteX155" fmla="*/ 597225 w 12192000"/>
              <a:gd name="connsiteY155" fmla="*/ 2180999 h 2237474"/>
              <a:gd name="connsiteX156" fmla="*/ 558449 w 12192000"/>
              <a:gd name="connsiteY156" fmla="*/ 2182346 h 2237474"/>
              <a:gd name="connsiteX157" fmla="*/ 550517 w 12192000"/>
              <a:gd name="connsiteY157" fmla="*/ 2182060 h 2237474"/>
              <a:gd name="connsiteX158" fmla="*/ 550309 w 12192000"/>
              <a:gd name="connsiteY158" fmla="*/ 2181825 h 2237474"/>
              <a:gd name="connsiteX159" fmla="*/ 541836 w 12192000"/>
              <a:gd name="connsiteY159" fmla="*/ 2181063 h 2237474"/>
              <a:gd name="connsiteX160" fmla="*/ 536057 w 12192000"/>
              <a:gd name="connsiteY160" fmla="*/ 2181537 h 2237474"/>
              <a:gd name="connsiteX161" fmla="*/ 520671 w 12192000"/>
              <a:gd name="connsiteY161" fmla="*/ 2180980 h 2237474"/>
              <a:gd name="connsiteX162" fmla="*/ 515024 w 12192000"/>
              <a:gd name="connsiteY162" fmla="*/ 2179258 h 2237474"/>
              <a:gd name="connsiteX163" fmla="*/ 512278 w 12192000"/>
              <a:gd name="connsiteY163" fmla="*/ 2176369 h 2237474"/>
              <a:gd name="connsiteX164" fmla="*/ 480419 w 12192000"/>
              <a:gd name="connsiteY164" fmla="*/ 2167807 h 2237474"/>
              <a:gd name="connsiteX165" fmla="*/ 413835 w 12192000"/>
              <a:gd name="connsiteY165" fmla="*/ 2156783 h 2237474"/>
              <a:gd name="connsiteX166" fmla="*/ 376513 w 12192000"/>
              <a:gd name="connsiteY166" fmla="*/ 2154014 h 2237474"/>
              <a:gd name="connsiteX167" fmla="*/ 273386 w 12192000"/>
              <a:gd name="connsiteY167" fmla="*/ 2142551 h 2237474"/>
              <a:gd name="connsiteX168" fmla="*/ 169207 w 12192000"/>
              <a:gd name="connsiteY168" fmla="*/ 2128100 h 2237474"/>
              <a:gd name="connsiteX169" fmla="*/ 93149 w 12192000"/>
              <a:gd name="connsiteY169" fmla="*/ 2105324 h 2237474"/>
              <a:gd name="connsiteX170" fmla="*/ 88109 w 12192000"/>
              <a:gd name="connsiteY170" fmla="*/ 2106704 h 2237474"/>
              <a:gd name="connsiteX171" fmla="*/ 80022 w 12192000"/>
              <a:gd name="connsiteY171" fmla="*/ 2107254 h 2237474"/>
              <a:gd name="connsiteX172" fmla="*/ 79717 w 12192000"/>
              <a:gd name="connsiteY172" fmla="*/ 2107046 h 2237474"/>
              <a:gd name="connsiteX173" fmla="*/ 72352 w 12192000"/>
              <a:gd name="connsiteY173" fmla="*/ 2107991 h 2237474"/>
              <a:gd name="connsiteX174" fmla="*/ 37645 w 12192000"/>
              <a:gd name="connsiteY174" fmla="*/ 2115401 h 2237474"/>
              <a:gd name="connsiteX175" fmla="*/ 4572 w 12192000"/>
              <a:gd name="connsiteY175" fmla="*/ 2111091 h 2237474"/>
              <a:gd name="connsiteX176" fmla="*/ 0 w 12192000"/>
              <a:gd name="connsiteY176" fmla="*/ 2110468 h 2237474"/>
              <a:gd name="connsiteX177" fmla="*/ 0 w 12192000"/>
              <a:gd name="connsiteY177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56784 w 12192000"/>
              <a:gd name="connsiteY114" fmla="*/ 1985116 h 2237474"/>
              <a:gd name="connsiteX115" fmla="*/ 2748833 w 12192000"/>
              <a:gd name="connsiteY115" fmla="*/ 1986323 h 2237474"/>
              <a:gd name="connsiteX116" fmla="*/ 2718916 w 12192000"/>
              <a:gd name="connsiteY116" fmla="*/ 1990867 h 2237474"/>
              <a:gd name="connsiteX117" fmla="*/ 2713522 w 12192000"/>
              <a:gd name="connsiteY117" fmla="*/ 1990173 h 2237474"/>
              <a:gd name="connsiteX118" fmla="*/ 2578178 w 12192000"/>
              <a:gd name="connsiteY118" fmla="*/ 1990531 h 2237474"/>
              <a:gd name="connsiteX119" fmla="*/ 2476147 w 12192000"/>
              <a:gd name="connsiteY119" fmla="*/ 1998305 h 2237474"/>
              <a:gd name="connsiteX120" fmla="*/ 2373568 w 12192000"/>
              <a:gd name="connsiteY120" fmla="*/ 2003219 h 2237474"/>
              <a:gd name="connsiteX121" fmla="*/ 2287219 w 12192000"/>
              <a:gd name="connsiteY121" fmla="*/ 1998750 h 2237474"/>
              <a:gd name="connsiteX122" fmla="*/ 2243069 w 12192000"/>
              <a:gd name="connsiteY122" fmla="*/ 2015111 h 2237474"/>
              <a:gd name="connsiteX123" fmla="*/ 2186609 w 12192000"/>
              <a:gd name="connsiteY123" fmla="*/ 2008263 h 2237474"/>
              <a:gd name="connsiteX124" fmla="*/ 2164831 w 12192000"/>
              <a:gd name="connsiteY124" fmla="*/ 2010143 h 2237474"/>
              <a:gd name="connsiteX125" fmla="*/ 2152836 w 12192000"/>
              <a:gd name="connsiteY125" fmla="*/ 2010048 h 2237474"/>
              <a:gd name="connsiteX126" fmla="*/ 2117102 w 12192000"/>
              <a:gd name="connsiteY126" fmla="*/ 2023004 h 2237474"/>
              <a:gd name="connsiteX127" fmla="*/ 2111935 w 12192000"/>
              <a:gd name="connsiteY127" fmla="*/ 2023163 h 2237474"/>
              <a:gd name="connsiteX128" fmla="*/ 2089991 w 12192000"/>
              <a:gd name="connsiteY128" fmla="*/ 2034193 h 2237474"/>
              <a:gd name="connsiteX129" fmla="*/ 2058061 w 12192000"/>
              <a:gd name="connsiteY129" fmla="*/ 2047942 h 2237474"/>
              <a:gd name="connsiteX130" fmla="*/ 2055737 w 12192000"/>
              <a:gd name="connsiteY130" fmla="*/ 2047704 h 2237474"/>
              <a:gd name="connsiteX131" fmla="*/ 2042244 w 12192000"/>
              <a:gd name="connsiteY131" fmla="*/ 2055560 h 2237474"/>
              <a:gd name="connsiteX132" fmla="*/ 1976224 w 12192000"/>
              <a:gd name="connsiteY132" fmla="*/ 2074257 h 2237474"/>
              <a:gd name="connsiteX133" fmla="*/ 1877728 w 12192000"/>
              <a:gd name="connsiteY133" fmla="*/ 2101004 h 2237474"/>
              <a:gd name="connsiteX134" fmla="*/ 1759056 w 12192000"/>
              <a:gd name="connsiteY134" fmla="*/ 2125608 h 2237474"/>
              <a:gd name="connsiteX135" fmla="*/ 1637948 w 12192000"/>
              <a:gd name="connsiteY135" fmla="*/ 2172597 h 2237474"/>
              <a:gd name="connsiteX136" fmla="*/ 1434549 w 12192000"/>
              <a:gd name="connsiteY136" fmla="*/ 2234522 h 2237474"/>
              <a:gd name="connsiteX137" fmla="*/ 1398481 w 12192000"/>
              <a:gd name="connsiteY137" fmla="*/ 2237074 h 2237474"/>
              <a:gd name="connsiteX138" fmla="*/ 1398407 w 12192000"/>
              <a:gd name="connsiteY138" fmla="*/ 2237095 h 2237474"/>
              <a:gd name="connsiteX139" fmla="*/ 1370962 w 12192000"/>
              <a:gd name="connsiteY139" fmla="*/ 2237474 h 2237474"/>
              <a:gd name="connsiteX140" fmla="*/ 1356367 w 12192000"/>
              <a:gd name="connsiteY140" fmla="*/ 2235089 h 2237474"/>
              <a:gd name="connsiteX141" fmla="*/ 1324828 w 12192000"/>
              <a:gd name="connsiteY141" fmla="*/ 2231968 h 2237474"/>
              <a:gd name="connsiteX142" fmla="*/ 1297744 w 12192000"/>
              <a:gd name="connsiteY142" fmla="*/ 2235849 h 2237474"/>
              <a:gd name="connsiteX143" fmla="*/ 1286236 w 12192000"/>
              <a:gd name="connsiteY143" fmla="*/ 2233135 h 2237474"/>
              <a:gd name="connsiteX144" fmla="*/ 1283504 w 12192000"/>
              <a:gd name="connsiteY144" fmla="*/ 2233797 h 2237474"/>
              <a:gd name="connsiteX145" fmla="*/ 1279765 w 12192000"/>
              <a:gd name="connsiteY145" fmla="*/ 2229639 h 2237474"/>
              <a:gd name="connsiteX146" fmla="*/ 1195347 w 12192000"/>
              <a:gd name="connsiteY146" fmla="*/ 2212354 h 2237474"/>
              <a:gd name="connsiteX147" fmla="*/ 970251 w 12192000"/>
              <a:gd name="connsiteY147" fmla="*/ 2221029 h 2237474"/>
              <a:gd name="connsiteX148" fmla="*/ 812914 w 12192000"/>
              <a:gd name="connsiteY148" fmla="*/ 2202752 h 2237474"/>
              <a:gd name="connsiteX149" fmla="*/ 800195 w 12192000"/>
              <a:gd name="connsiteY149" fmla="*/ 2209407 h 2237474"/>
              <a:gd name="connsiteX150" fmla="*/ 784978 w 12192000"/>
              <a:gd name="connsiteY150" fmla="*/ 2212360 h 2237474"/>
              <a:gd name="connsiteX151" fmla="*/ 681987 w 12192000"/>
              <a:gd name="connsiteY151" fmla="*/ 2216757 h 2237474"/>
              <a:gd name="connsiteX152" fmla="*/ 669923 w 12192000"/>
              <a:gd name="connsiteY152" fmla="*/ 2211682 h 2237474"/>
              <a:gd name="connsiteX153" fmla="*/ 648680 w 12192000"/>
              <a:gd name="connsiteY153" fmla="*/ 2206229 h 2237474"/>
              <a:gd name="connsiteX154" fmla="*/ 597225 w 12192000"/>
              <a:gd name="connsiteY154" fmla="*/ 2180999 h 2237474"/>
              <a:gd name="connsiteX155" fmla="*/ 558449 w 12192000"/>
              <a:gd name="connsiteY155" fmla="*/ 2182346 h 2237474"/>
              <a:gd name="connsiteX156" fmla="*/ 550517 w 12192000"/>
              <a:gd name="connsiteY156" fmla="*/ 2182060 h 2237474"/>
              <a:gd name="connsiteX157" fmla="*/ 550309 w 12192000"/>
              <a:gd name="connsiteY157" fmla="*/ 2181825 h 2237474"/>
              <a:gd name="connsiteX158" fmla="*/ 541836 w 12192000"/>
              <a:gd name="connsiteY158" fmla="*/ 2181063 h 2237474"/>
              <a:gd name="connsiteX159" fmla="*/ 536057 w 12192000"/>
              <a:gd name="connsiteY159" fmla="*/ 2181537 h 2237474"/>
              <a:gd name="connsiteX160" fmla="*/ 520671 w 12192000"/>
              <a:gd name="connsiteY160" fmla="*/ 2180980 h 2237474"/>
              <a:gd name="connsiteX161" fmla="*/ 515024 w 12192000"/>
              <a:gd name="connsiteY161" fmla="*/ 2179258 h 2237474"/>
              <a:gd name="connsiteX162" fmla="*/ 512278 w 12192000"/>
              <a:gd name="connsiteY162" fmla="*/ 2176369 h 2237474"/>
              <a:gd name="connsiteX163" fmla="*/ 480419 w 12192000"/>
              <a:gd name="connsiteY163" fmla="*/ 2167807 h 2237474"/>
              <a:gd name="connsiteX164" fmla="*/ 413835 w 12192000"/>
              <a:gd name="connsiteY164" fmla="*/ 2156783 h 2237474"/>
              <a:gd name="connsiteX165" fmla="*/ 376513 w 12192000"/>
              <a:gd name="connsiteY165" fmla="*/ 2154014 h 2237474"/>
              <a:gd name="connsiteX166" fmla="*/ 273386 w 12192000"/>
              <a:gd name="connsiteY166" fmla="*/ 2142551 h 2237474"/>
              <a:gd name="connsiteX167" fmla="*/ 169207 w 12192000"/>
              <a:gd name="connsiteY167" fmla="*/ 2128100 h 2237474"/>
              <a:gd name="connsiteX168" fmla="*/ 93149 w 12192000"/>
              <a:gd name="connsiteY168" fmla="*/ 2105324 h 2237474"/>
              <a:gd name="connsiteX169" fmla="*/ 88109 w 12192000"/>
              <a:gd name="connsiteY169" fmla="*/ 2106704 h 2237474"/>
              <a:gd name="connsiteX170" fmla="*/ 80022 w 12192000"/>
              <a:gd name="connsiteY170" fmla="*/ 2107254 h 2237474"/>
              <a:gd name="connsiteX171" fmla="*/ 79717 w 12192000"/>
              <a:gd name="connsiteY171" fmla="*/ 2107046 h 2237474"/>
              <a:gd name="connsiteX172" fmla="*/ 72352 w 12192000"/>
              <a:gd name="connsiteY172" fmla="*/ 2107991 h 2237474"/>
              <a:gd name="connsiteX173" fmla="*/ 37645 w 12192000"/>
              <a:gd name="connsiteY173" fmla="*/ 2115401 h 2237474"/>
              <a:gd name="connsiteX174" fmla="*/ 4572 w 12192000"/>
              <a:gd name="connsiteY174" fmla="*/ 2111091 h 2237474"/>
              <a:gd name="connsiteX175" fmla="*/ 0 w 12192000"/>
              <a:gd name="connsiteY175" fmla="*/ 2110468 h 2237474"/>
              <a:gd name="connsiteX176" fmla="*/ 0 w 12192000"/>
              <a:gd name="connsiteY176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56784 w 12192000"/>
              <a:gd name="connsiteY114" fmla="*/ 1985116 h 2237474"/>
              <a:gd name="connsiteX115" fmla="*/ 2718916 w 12192000"/>
              <a:gd name="connsiteY115" fmla="*/ 1990867 h 2237474"/>
              <a:gd name="connsiteX116" fmla="*/ 2713522 w 12192000"/>
              <a:gd name="connsiteY116" fmla="*/ 1990173 h 2237474"/>
              <a:gd name="connsiteX117" fmla="*/ 2578178 w 12192000"/>
              <a:gd name="connsiteY117" fmla="*/ 1990531 h 2237474"/>
              <a:gd name="connsiteX118" fmla="*/ 2476147 w 12192000"/>
              <a:gd name="connsiteY118" fmla="*/ 1998305 h 2237474"/>
              <a:gd name="connsiteX119" fmla="*/ 2373568 w 12192000"/>
              <a:gd name="connsiteY119" fmla="*/ 2003219 h 2237474"/>
              <a:gd name="connsiteX120" fmla="*/ 2287219 w 12192000"/>
              <a:gd name="connsiteY120" fmla="*/ 1998750 h 2237474"/>
              <a:gd name="connsiteX121" fmla="*/ 2243069 w 12192000"/>
              <a:gd name="connsiteY121" fmla="*/ 2015111 h 2237474"/>
              <a:gd name="connsiteX122" fmla="*/ 2186609 w 12192000"/>
              <a:gd name="connsiteY122" fmla="*/ 2008263 h 2237474"/>
              <a:gd name="connsiteX123" fmla="*/ 2164831 w 12192000"/>
              <a:gd name="connsiteY123" fmla="*/ 2010143 h 2237474"/>
              <a:gd name="connsiteX124" fmla="*/ 2152836 w 12192000"/>
              <a:gd name="connsiteY124" fmla="*/ 2010048 h 2237474"/>
              <a:gd name="connsiteX125" fmla="*/ 2117102 w 12192000"/>
              <a:gd name="connsiteY125" fmla="*/ 2023004 h 2237474"/>
              <a:gd name="connsiteX126" fmla="*/ 2111935 w 12192000"/>
              <a:gd name="connsiteY126" fmla="*/ 2023163 h 2237474"/>
              <a:gd name="connsiteX127" fmla="*/ 2089991 w 12192000"/>
              <a:gd name="connsiteY127" fmla="*/ 2034193 h 2237474"/>
              <a:gd name="connsiteX128" fmla="*/ 2058061 w 12192000"/>
              <a:gd name="connsiteY128" fmla="*/ 2047942 h 2237474"/>
              <a:gd name="connsiteX129" fmla="*/ 2055737 w 12192000"/>
              <a:gd name="connsiteY129" fmla="*/ 2047704 h 2237474"/>
              <a:gd name="connsiteX130" fmla="*/ 2042244 w 12192000"/>
              <a:gd name="connsiteY130" fmla="*/ 2055560 h 2237474"/>
              <a:gd name="connsiteX131" fmla="*/ 1976224 w 12192000"/>
              <a:gd name="connsiteY131" fmla="*/ 2074257 h 2237474"/>
              <a:gd name="connsiteX132" fmla="*/ 1877728 w 12192000"/>
              <a:gd name="connsiteY132" fmla="*/ 2101004 h 2237474"/>
              <a:gd name="connsiteX133" fmla="*/ 1759056 w 12192000"/>
              <a:gd name="connsiteY133" fmla="*/ 2125608 h 2237474"/>
              <a:gd name="connsiteX134" fmla="*/ 1637948 w 12192000"/>
              <a:gd name="connsiteY134" fmla="*/ 2172597 h 2237474"/>
              <a:gd name="connsiteX135" fmla="*/ 1434549 w 12192000"/>
              <a:gd name="connsiteY135" fmla="*/ 2234522 h 2237474"/>
              <a:gd name="connsiteX136" fmla="*/ 1398481 w 12192000"/>
              <a:gd name="connsiteY136" fmla="*/ 2237074 h 2237474"/>
              <a:gd name="connsiteX137" fmla="*/ 1398407 w 12192000"/>
              <a:gd name="connsiteY137" fmla="*/ 2237095 h 2237474"/>
              <a:gd name="connsiteX138" fmla="*/ 1370962 w 12192000"/>
              <a:gd name="connsiteY138" fmla="*/ 2237474 h 2237474"/>
              <a:gd name="connsiteX139" fmla="*/ 1356367 w 12192000"/>
              <a:gd name="connsiteY139" fmla="*/ 2235089 h 2237474"/>
              <a:gd name="connsiteX140" fmla="*/ 1324828 w 12192000"/>
              <a:gd name="connsiteY140" fmla="*/ 2231968 h 2237474"/>
              <a:gd name="connsiteX141" fmla="*/ 1297744 w 12192000"/>
              <a:gd name="connsiteY141" fmla="*/ 2235849 h 2237474"/>
              <a:gd name="connsiteX142" fmla="*/ 1286236 w 12192000"/>
              <a:gd name="connsiteY142" fmla="*/ 2233135 h 2237474"/>
              <a:gd name="connsiteX143" fmla="*/ 1283504 w 12192000"/>
              <a:gd name="connsiteY143" fmla="*/ 2233797 h 2237474"/>
              <a:gd name="connsiteX144" fmla="*/ 1279765 w 12192000"/>
              <a:gd name="connsiteY144" fmla="*/ 2229639 h 2237474"/>
              <a:gd name="connsiteX145" fmla="*/ 1195347 w 12192000"/>
              <a:gd name="connsiteY145" fmla="*/ 2212354 h 2237474"/>
              <a:gd name="connsiteX146" fmla="*/ 970251 w 12192000"/>
              <a:gd name="connsiteY146" fmla="*/ 2221029 h 2237474"/>
              <a:gd name="connsiteX147" fmla="*/ 812914 w 12192000"/>
              <a:gd name="connsiteY147" fmla="*/ 2202752 h 2237474"/>
              <a:gd name="connsiteX148" fmla="*/ 800195 w 12192000"/>
              <a:gd name="connsiteY148" fmla="*/ 2209407 h 2237474"/>
              <a:gd name="connsiteX149" fmla="*/ 784978 w 12192000"/>
              <a:gd name="connsiteY149" fmla="*/ 2212360 h 2237474"/>
              <a:gd name="connsiteX150" fmla="*/ 681987 w 12192000"/>
              <a:gd name="connsiteY150" fmla="*/ 2216757 h 2237474"/>
              <a:gd name="connsiteX151" fmla="*/ 669923 w 12192000"/>
              <a:gd name="connsiteY151" fmla="*/ 2211682 h 2237474"/>
              <a:gd name="connsiteX152" fmla="*/ 648680 w 12192000"/>
              <a:gd name="connsiteY152" fmla="*/ 2206229 h 2237474"/>
              <a:gd name="connsiteX153" fmla="*/ 597225 w 12192000"/>
              <a:gd name="connsiteY153" fmla="*/ 2180999 h 2237474"/>
              <a:gd name="connsiteX154" fmla="*/ 558449 w 12192000"/>
              <a:gd name="connsiteY154" fmla="*/ 2182346 h 2237474"/>
              <a:gd name="connsiteX155" fmla="*/ 550517 w 12192000"/>
              <a:gd name="connsiteY155" fmla="*/ 2182060 h 2237474"/>
              <a:gd name="connsiteX156" fmla="*/ 550309 w 12192000"/>
              <a:gd name="connsiteY156" fmla="*/ 2181825 h 2237474"/>
              <a:gd name="connsiteX157" fmla="*/ 541836 w 12192000"/>
              <a:gd name="connsiteY157" fmla="*/ 2181063 h 2237474"/>
              <a:gd name="connsiteX158" fmla="*/ 536057 w 12192000"/>
              <a:gd name="connsiteY158" fmla="*/ 2181537 h 2237474"/>
              <a:gd name="connsiteX159" fmla="*/ 520671 w 12192000"/>
              <a:gd name="connsiteY159" fmla="*/ 2180980 h 2237474"/>
              <a:gd name="connsiteX160" fmla="*/ 515024 w 12192000"/>
              <a:gd name="connsiteY160" fmla="*/ 2179258 h 2237474"/>
              <a:gd name="connsiteX161" fmla="*/ 512278 w 12192000"/>
              <a:gd name="connsiteY161" fmla="*/ 2176369 h 2237474"/>
              <a:gd name="connsiteX162" fmla="*/ 480419 w 12192000"/>
              <a:gd name="connsiteY162" fmla="*/ 2167807 h 2237474"/>
              <a:gd name="connsiteX163" fmla="*/ 413835 w 12192000"/>
              <a:gd name="connsiteY163" fmla="*/ 2156783 h 2237474"/>
              <a:gd name="connsiteX164" fmla="*/ 376513 w 12192000"/>
              <a:gd name="connsiteY164" fmla="*/ 2154014 h 2237474"/>
              <a:gd name="connsiteX165" fmla="*/ 273386 w 12192000"/>
              <a:gd name="connsiteY165" fmla="*/ 2142551 h 2237474"/>
              <a:gd name="connsiteX166" fmla="*/ 169207 w 12192000"/>
              <a:gd name="connsiteY166" fmla="*/ 2128100 h 2237474"/>
              <a:gd name="connsiteX167" fmla="*/ 93149 w 12192000"/>
              <a:gd name="connsiteY167" fmla="*/ 2105324 h 2237474"/>
              <a:gd name="connsiteX168" fmla="*/ 88109 w 12192000"/>
              <a:gd name="connsiteY168" fmla="*/ 2106704 h 2237474"/>
              <a:gd name="connsiteX169" fmla="*/ 80022 w 12192000"/>
              <a:gd name="connsiteY169" fmla="*/ 2107254 h 2237474"/>
              <a:gd name="connsiteX170" fmla="*/ 79717 w 12192000"/>
              <a:gd name="connsiteY170" fmla="*/ 2107046 h 2237474"/>
              <a:gd name="connsiteX171" fmla="*/ 72352 w 12192000"/>
              <a:gd name="connsiteY171" fmla="*/ 2107991 h 2237474"/>
              <a:gd name="connsiteX172" fmla="*/ 37645 w 12192000"/>
              <a:gd name="connsiteY172" fmla="*/ 2115401 h 2237474"/>
              <a:gd name="connsiteX173" fmla="*/ 4572 w 12192000"/>
              <a:gd name="connsiteY173" fmla="*/ 2111091 h 2237474"/>
              <a:gd name="connsiteX174" fmla="*/ 0 w 12192000"/>
              <a:gd name="connsiteY174" fmla="*/ 2110468 h 2237474"/>
              <a:gd name="connsiteX175" fmla="*/ 0 w 12192000"/>
              <a:gd name="connsiteY17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15111 h 2237474"/>
              <a:gd name="connsiteX121" fmla="*/ 2186609 w 12192000"/>
              <a:gd name="connsiteY121" fmla="*/ 2008263 h 2237474"/>
              <a:gd name="connsiteX122" fmla="*/ 2164831 w 12192000"/>
              <a:gd name="connsiteY122" fmla="*/ 2010143 h 2237474"/>
              <a:gd name="connsiteX123" fmla="*/ 2152836 w 12192000"/>
              <a:gd name="connsiteY123" fmla="*/ 2010048 h 2237474"/>
              <a:gd name="connsiteX124" fmla="*/ 2117102 w 12192000"/>
              <a:gd name="connsiteY124" fmla="*/ 2023004 h 2237474"/>
              <a:gd name="connsiteX125" fmla="*/ 2111935 w 12192000"/>
              <a:gd name="connsiteY125" fmla="*/ 2023163 h 2237474"/>
              <a:gd name="connsiteX126" fmla="*/ 2089991 w 12192000"/>
              <a:gd name="connsiteY126" fmla="*/ 2034193 h 2237474"/>
              <a:gd name="connsiteX127" fmla="*/ 2058061 w 12192000"/>
              <a:gd name="connsiteY127" fmla="*/ 2047942 h 2237474"/>
              <a:gd name="connsiteX128" fmla="*/ 2055737 w 12192000"/>
              <a:gd name="connsiteY128" fmla="*/ 2047704 h 2237474"/>
              <a:gd name="connsiteX129" fmla="*/ 2042244 w 12192000"/>
              <a:gd name="connsiteY129" fmla="*/ 2055560 h 2237474"/>
              <a:gd name="connsiteX130" fmla="*/ 1976224 w 12192000"/>
              <a:gd name="connsiteY130" fmla="*/ 2074257 h 2237474"/>
              <a:gd name="connsiteX131" fmla="*/ 1877728 w 12192000"/>
              <a:gd name="connsiteY131" fmla="*/ 2101004 h 2237474"/>
              <a:gd name="connsiteX132" fmla="*/ 1759056 w 12192000"/>
              <a:gd name="connsiteY132" fmla="*/ 2125608 h 2237474"/>
              <a:gd name="connsiteX133" fmla="*/ 1637948 w 12192000"/>
              <a:gd name="connsiteY133" fmla="*/ 2172597 h 2237474"/>
              <a:gd name="connsiteX134" fmla="*/ 1434549 w 12192000"/>
              <a:gd name="connsiteY134" fmla="*/ 2234522 h 2237474"/>
              <a:gd name="connsiteX135" fmla="*/ 1398481 w 12192000"/>
              <a:gd name="connsiteY135" fmla="*/ 2237074 h 2237474"/>
              <a:gd name="connsiteX136" fmla="*/ 1398407 w 12192000"/>
              <a:gd name="connsiteY136" fmla="*/ 2237095 h 2237474"/>
              <a:gd name="connsiteX137" fmla="*/ 1370962 w 12192000"/>
              <a:gd name="connsiteY137" fmla="*/ 2237474 h 2237474"/>
              <a:gd name="connsiteX138" fmla="*/ 1356367 w 12192000"/>
              <a:gd name="connsiteY138" fmla="*/ 2235089 h 2237474"/>
              <a:gd name="connsiteX139" fmla="*/ 1324828 w 12192000"/>
              <a:gd name="connsiteY139" fmla="*/ 2231968 h 2237474"/>
              <a:gd name="connsiteX140" fmla="*/ 1297744 w 12192000"/>
              <a:gd name="connsiteY140" fmla="*/ 2235849 h 2237474"/>
              <a:gd name="connsiteX141" fmla="*/ 1286236 w 12192000"/>
              <a:gd name="connsiteY141" fmla="*/ 2233135 h 2237474"/>
              <a:gd name="connsiteX142" fmla="*/ 1283504 w 12192000"/>
              <a:gd name="connsiteY142" fmla="*/ 2233797 h 2237474"/>
              <a:gd name="connsiteX143" fmla="*/ 1279765 w 12192000"/>
              <a:gd name="connsiteY143" fmla="*/ 2229639 h 2237474"/>
              <a:gd name="connsiteX144" fmla="*/ 1195347 w 12192000"/>
              <a:gd name="connsiteY144" fmla="*/ 2212354 h 2237474"/>
              <a:gd name="connsiteX145" fmla="*/ 970251 w 12192000"/>
              <a:gd name="connsiteY145" fmla="*/ 2221029 h 2237474"/>
              <a:gd name="connsiteX146" fmla="*/ 812914 w 12192000"/>
              <a:gd name="connsiteY146" fmla="*/ 2202752 h 2237474"/>
              <a:gd name="connsiteX147" fmla="*/ 800195 w 12192000"/>
              <a:gd name="connsiteY147" fmla="*/ 2209407 h 2237474"/>
              <a:gd name="connsiteX148" fmla="*/ 784978 w 12192000"/>
              <a:gd name="connsiteY148" fmla="*/ 2212360 h 2237474"/>
              <a:gd name="connsiteX149" fmla="*/ 681987 w 12192000"/>
              <a:gd name="connsiteY149" fmla="*/ 2216757 h 2237474"/>
              <a:gd name="connsiteX150" fmla="*/ 669923 w 12192000"/>
              <a:gd name="connsiteY150" fmla="*/ 2211682 h 2237474"/>
              <a:gd name="connsiteX151" fmla="*/ 648680 w 12192000"/>
              <a:gd name="connsiteY151" fmla="*/ 2206229 h 2237474"/>
              <a:gd name="connsiteX152" fmla="*/ 597225 w 12192000"/>
              <a:gd name="connsiteY152" fmla="*/ 2180999 h 2237474"/>
              <a:gd name="connsiteX153" fmla="*/ 558449 w 12192000"/>
              <a:gd name="connsiteY153" fmla="*/ 2182346 h 2237474"/>
              <a:gd name="connsiteX154" fmla="*/ 550517 w 12192000"/>
              <a:gd name="connsiteY154" fmla="*/ 2182060 h 2237474"/>
              <a:gd name="connsiteX155" fmla="*/ 550309 w 12192000"/>
              <a:gd name="connsiteY155" fmla="*/ 2181825 h 2237474"/>
              <a:gd name="connsiteX156" fmla="*/ 541836 w 12192000"/>
              <a:gd name="connsiteY156" fmla="*/ 2181063 h 2237474"/>
              <a:gd name="connsiteX157" fmla="*/ 536057 w 12192000"/>
              <a:gd name="connsiteY157" fmla="*/ 2181537 h 2237474"/>
              <a:gd name="connsiteX158" fmla="*/ 520671 w 12192000"/>
              <a:gd name="connsiteY158" fmla="*/ 2180980 h 2237474"/>
              <a:gd name="connsiteX159" fmla="*/ 515024 w 12192000"/>
              <a:gd name="connsiteY159" fmla="*/ 2179258 h 2237474"/>
              <a:gd name="connsiteX160" fmla="*/ 512278 w 12192000"/>
              <a:gd name="connsiteY160" fmla="*/ 2176369 h 2237474"/>
              <a:gd name="connsiteX161" fmla="*/ 480419 w 12192000"/>
              <a:gd name="connsiteY161" fmla="*/ 2167807 h 2237474"/>
              <a:gd name="connsiteX162" fmla="*/ 413835 w 12192000"/>
              <a:gd name="connsiteY162" fmla="*/ 2156783 h 2237474"/>
              <a:gd name="connsiteX163" fmla="*/ 376513 w 12192000"/>
              <a:gd name="connsiteY163" fmla="*/ 2154014 h 2237474"/>
              <a:gd name="connsiteX164" fmla="*/ 273386 w 12192000"/>
              <a:gd name="connsiteY164" fmla="*/ 2142551 h 2237474"/>
              <a:gd name="connsiteX165" fmla="*/ 169207 w 12192000"/>
              <a:gd name="connsiteY165" fmla="*/ 2128100 h 2237474"/>
              <a:gd name="connsiteX166" fmla="*/ 93149 w 12192000"/>
              <a:gd name="connsiteY166" fmla="*/ 2105324 h 2237474"/>
              <a:gd name="connsiteX167" fmla="*/ 88109 w 12192000"/>
              <a:gd name="connsiteY167" fmla="*/ 2106704 h 2237474"/>
              <a:gd name="connsiteX168" fmla="*/ 80022 w 12192000"/>
              <a:gd name="connsiteY168" fmla="*/ 2107254 h 2237474"/>
              <a:gd name="connsiteX169" fmla="*/ 79717 w 12192000"/>
              <a:gd name="connsiteY169" fmla="*/ 2107046 h 2237474"/>
              <a:gd name="connsiteX170" fmla="*/ 72352 w 12192000"/>
              <a:gd name="connsiteY170" fmla="*/ 2107991 h 2237474"/>
              <a:gd name="connsiteX171" fmla="*/ 37645 w 12192000"/>
              <a:gd name="connsiteY171" fmla="*/ 2115401 h 2237474"/>
              <a:gd name="connsiteX172" fmla="*/ 4572 w 12192000"/>
              <a:gd name="connsiteY172" fmla="*/ 2111091 h 2237474"/>
              <a:gd name="connsiteX173" fmla="*/ 0 w 12192000"/>
              <a:gd name="connsiteY173" fmla="*/ 2110468 h 2237474"/>
              <a:gd name="connsiteX174" fmla="*/ 0 w 12192000"/>
              <a:gd name="connsiteY174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15111 h 2237474"/>
              <a:gd name="connsiteX121" fmla="*/ 2186609 w 12192000"/>
              <a:gd name="connsiteY121" fmla="*/ 2008263 h 2237474"/>
              <a:gd name="connsiteX122" fmla="*/ 2164831 w 12192000"/>
              <a:gd name="connsiteY122" fmla="*/ 2010143 h 2237474"/>
              <a:gd name="connsiteX123" fmla="*/ 2152836 w 12192000"/>
              <a:gd name="connsiteY123" fmla="*/ 2010048 h 2237474"/>
              <a:gd name="connsiteX124" fmla="*/ 2117102 w 12192000"/>
              <a:gd name="connsiteY124" fmla="*/ 2023004 h 2237474"/>
              <a:gd name="connsiteX125" fmla="*/ 2111935 w 12192000"/>
              <a:gd name="connsiteY125" fmla="*/ 2023163 h 2237474"/>
              <a:gd name="connsiteX126" fmla="*/ 2089991 w 12192000"/>
              <a:gd name="connsiteY126" fmla="*/ 2034193 h 2237474"/>
              <a:gd name="connsiteX127" fmla="*/ 2058061 w 12192000"/>
              <a:gd name="connsiteY127" fmla="*/ 2047942 h 2237474"/>
              <a:gd name="connsiteX128" fmla="*/ 2055737 w 12192000"/>
              <a:gd name="connsiteY128" fmla="*/ 2047704 h 2237474"/>
              <a:gd name="connsiteX129" fmla="*/ 2042244 w 12192000"/>
              <a:gd name="connsiteY129" fmla="*/ 2055560 h 2237474"/>
              <a:gd name="connsiteX130" fmla="*/ 1976224 w 12192000"/>
              <a:gd name="connsiteY130" fmla="*/ 2074257 h 2237474"/>
              <a:gd name="connsiteX131" fmla="*/ 1877728 w 12192000"/>
              <a:gd name="connsiteY131" fmla="*/ 2101004 h 2237474"/>
              <a:gd name="connsiteX132" fmla="*/ 1759056 w 12192000"/>
              <a:gd name="connsiteY132" fmla="*/ 2125608 h 2237474"/>
              <a:gd name="connsiteX133" fmla="*/ 1637948 w 12192000"/>
              <a:gd name="connsiteY133" fmla="*/ 2172597 h 2237474"/>
              <a:gd name="connsiteX134" fmla="*/ 1434549 w 12192000"/>
              <a:gd name="connsiteY134" fmla="*/ 2234522 h 2237474"/>
              <a:gd name="connsiteX135" fmla="*/ 1398481 w 12192000"/>
              <a:gd name="connsiteY135" fmla="*/ 2237074 h 2237474"/>
              <a:gd name="connsiteX136" fmla="*/ 1398407 w 12192000"/>
              <a:gd name="connsiteY136" fmla="*/ 2237095 h 2237474"/>
              <a:gd name="connsiteX137" fmla="*/ 1370962 w 12192000"/>
              <a:gd name="connsiteY137" fmla="*/ 2237474 h 2237474"/>
              <a:gd name="connsiteX138" fmla="*/ 1356367 w 12192000"/>
              <a:gd name="connsiteY138" fmla="*/ 2235089 h 2237474"/>
              <a:gd name="connsiteX139" fmla="*/ 1324828 w 12192000"/>
              <a:gd name="connsiteY139" fmla="*/ 2231968 h 2237474"/>
              <a:gd name="connsiteX140" fmla="*/ 1297744 w 12192000"/>
              <a:gd name="connsiteY140" fmla="*/ 2235849 h 2237474"/>
              <a:gd name="connsiteX141" fmla="*/ 1286236 w 12192000"/>
              <a:gd name="connsiteY141" fmla="*/ 2233135 h 2237474"/>
              <a:gd name="connsiteX142" fmla="*/ 1279765 w 12192000"/>
              <a:gd name="connsiteY142" fmla="*/ 2229639 h 2237474"/>
              <a:gd name="connsiteX143" fmla="*/ 1195347 w 12192000"/>
              <a:gd name="connsiteY143" fmla="*/ 2212354 h 2237474"/>
              <a:gd name="connsiteX144" fmla="*/ 970251 w 12192000"/>
              <a:gd name="connsiteY144" fmla="*/ 2221029 h 2237474"/>
              <a:gd name="connsiteX145" fmla="*/ 812914 w 12192000"/>
              <a:gd name="connsiteY145" fmla="*/ 2202752 h 2237474"/>
              <a:gd name="connsiteX146" fmla="*/ 800195 w 12192000"/>
              <a:gd name="connsiteY146" fmla="*/ 2209407 h 2237474"/>
              <a:gd name="connsiteX147" fmla="*/ 784978 w 12192000"/>
              <a:gd name="connsiteY147" fmla="*/ 2212360 h 2237474"/>
              <a:gd name="connsiteX148" fmla="*/ 681987 w 12192000"/>
              <a:gd name="connsiteY148" fmla="*/ 2216757 h 2237474"/>
              <a:gd name="connsiteX149" fmla="*/ 669923 w 12192000"/>
              <a:gd name="connsiteY149" fmla="*/ 2211682 h 2237474"/>
              <a:gd name="connsiteX150" fmla="*/ 648680 w 12192000"/>
              <a:gd name="connsiteY150" fmla="*/ 2206229 h 2237474"/>
              <a:gd name="connsiteX151" fmla="*/ 597225 w 12192000"/>
              <a:gd name="connsiteY151" fmla="*/ 2180999 h 2237474"/>
              <a:gd name="connsiteX152" fmla="*/ 558449 w 12192000"/>
              <a:gd name="connsiteY152" fmla="*/ 2182346 h 2237474"/>
              <a:gd name="connsiteX153" fmla="*/ 550517 w 12192000"/>
              <a:gd name="connsiteY153" fmla="*/ 2182060 h 2237474"/>
              <a:gd name="connsiteX154" fmla="*/ 550309 w 12192000"/>
              <a:gd name="connsiteY154" fmla="*/ 2181825 h 2237474"/>
              <a:gd name="connsiteX155" fmla="*/ 541836 w 12192000"/>
              <a:gd name="connsiteY155" fmla="*/ 2181063 h 2237474"/>
              <a:gd name="connsiteX156" fmla="*/ 536057 w 12192000"/>
              <a:gd name="connsiteY156" fmla="*/ 2181537 h 2237474"/>
              <a:gd name="connsiteX157" fmla="*/ 520671 w 12192000"/>
              <a:gd name="connsiteY157" fmla="*/ 2180980 h 2237474"/>
              <a:gd name="connsiteX158" fmla="*/ 515024 w 12192000"/>
              <a:gd name="connsiteY158" fmla="*/ 2179258 h 2237474"/>
              <a:gd name="connsiteX159" fmla="*/ 512278 w 12192000"/>
              <a:gd name="connsiteY159" fmla="*/ 2176369 h 2237474"/>
              <a:gd name="connsiteX160" fmla="*/ 480419 w 12192000"/>
              <a:gd name="connsiteY160" fmla="*/ 2167807 h 2237474"/>
              <a:gd name="connsiteX161" fmla="*/ 413835 w 12192000"/>
              <a:gd name="connsiteY161" fmla="*/ 2156783 h 2237474"/>
              <a:gd name="connsiteX162" fmla="*/ 376513 w 12192000"/>
              <a:gd name="connsiteY162" fmla="*/ 2154014 h 2237474"/>
              <a:gd name="connsiteX163" fmla="*/ 273386 w 12192000"/>
              <a:gd name="connsiteY163" fmla="*/ 2142551 h 2237474"/>
              <a:gd name="connsiteX164" fmla="*/ 169207 w 12192000"/>
              <a:gd name="connsiteY164" fmla="*/ 2128100 h 2237474"/>
              <a:gd name="connsiteX165" fmla="*/ 93149 w 12192000"/>
              <a:gd name="connsiteY165" fmla="*/ 2105324 h 2237474"/>
              <a:gd name="connsiteX166" fmla="*/ 88109 w 12192000"/>
              <a:gd name="connsiteY166" fmla="*/ 2106704 h 2237474"/>
              <a:gd name="connsiteX167" fmla="*/ 80022 w 12192000"/>
              <a:gd name="connsiteY167" fmla="*/ 2107254 h 2237474"/>
              <a:gd name="connsiteX168" fmla="*/ 79717 w 12192000"/>
              <a:gd name="connsiteY168" fmla="*/ 2107046 h 2237474"/>
              <a:gd name="connsiteX169" fmla="*/ 72352 w 12192000"/>
              <a:gd name="connsiteY169" fmla="*/ 2107991 h 2237474"/>
              <a:gd name="connsiteX170" fmla="*/ 37645 w 12192000"/>
              <a:gd name="connsiteY170" fmla="*/ 2115401 h 2237474"/>
              <a:gd name="connsiteX171" fmla="*/ 4572 w 12192000"/>
              <a:gd name="connsiteY171" fmla="*/ 2111091 h 2237474"/>
              <a:gd name="connsiteX172" fmla="*/ 0 w 12192000"/>
              <a:gd name="connsiteY172" fmla="*/ 2110468 h 2237474"/>
              <a:gd name="connsiteX173" fmla="*/ 0 w 12192000"/>
              <a:gd name="connsiteY173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15111 h 2237474"/>
              <a:gd name="connsiteX121" fmla="*/ 2186609 w 12192000"/>
              <a:gd name="connsiteY121" fmla="*/ 2008263 h 2237474"/>
              <a:gd name="connsiteX122" fmla="*/ 2164831 w 12192000"/>
              <a:gd name="connsiteY122" fmla="*/ 2010143 h 2237474"/>
              <a:gd name="connsiteX123" fmla="*/ 2152836 w 12192000"/>
              <a:gd name="connsiteY123" fmla="*/ 2010048 h 2237474"/>
              <a:gd name="connsiteX124" fmla="*/ 2117102 w 12192000"/>
              <a:gd name="connsiteY124" fmla="*/ 2023004 h 2237474"/>
              <a:gd name="connsiteX125" fmla="*/ 2111935 w 12192000"/>
              <a:gd name="connsiteY125" fmla="*/ 2023163 h 2237474"/>
              <a:gd name="connsiteX126" fmla="*/ 2089991 w 12192000"/>
              <a:gd name="connsiteY126" fmla="*/ 2034193 h 2237474"/>
              <a:gd name="connsiteX127" fmla="*/ 2058061 w 12192000"/>
              <a:gd name="connsiteY127" fmla="*/ 2047942 h 2237474"/>
              <a:gd name="connsiteX128" fmla="*/ 2055737 w 12192000"/>
              <a:gd name="connsiteY128" fmla="*/ 2047704 h 2237474"/>
              <a:gd name="connsiteX129" fmla="*/ 2042244 w 12192000"/>
              <a:gd name="connsiteY129" fmla="*/ 2055560 h 2237474"/>
              <a:gd name="connsiteX130" fmla="*/ 1976224 w 12192000"/>
              <a:gd name="connsiteY130" fmla="*/ 2074257 h 2237474"/>
              <a:gd name="connsiteX131" fmla="*/ 1877728 w 12192000"/>
              <a:gd name="connsiteY131" fmla="*/ 2101004 h 2237474"/>
              <a:gd name="connsiteX132" fmla="*/ 1759056 w 12192000"/>
              <a:gd name="connsiteY132" fmla="*/ 2125608 h 2237474"/>
              <a:gd name="connsiteX133" fmla="*/ 1637948 w 12192000"/>
              <a:gd name="connsiteY133" fmla="*/ 2172597 h 2237474"/>
              <a:gd name="connsiteX134" fmla="*/ 1434549 w 12192000"/>
              <a:gd name="connsiteY134" fmla="*/ 2234522 h 2237474"/>
              <a:gd name="connsiteX135" fmla="*/ 1398481 w 12192000"/>
              <a:gd name="connsiteY135" fmla="*/ 2237074 h 2237474"/>
              <a:gd name="connsiteX136" fmla="*/ 1398407 w 12192000"/>
              <a:gd name="connsiteY136" fmla="*/ 2237095 h 2237474"/>
              <a:gd name="connsiteX137" fmla="*/ 1370962 w 12192000"/>
              <a:gd name="connsiteY137" fmla="*/ 2237474 h 2237474"/>
              <a:gd name="connsiteX138" fmla="*/ 1356367 w 12192000"/>
              <a:gd name="connsiteY138" fmla="*/ 2235089 h 2237474"/>
              <a:gd name="connsiteX139" fmla="*/ 1324828 w 12192000"/>
              <a:gd name="connsiteY139" fmla="*/ 2231968 h 2237474"/>
              <a:gd name="connsiteX140" fmla="*/ 1297744 w 12192000"/>
              <a:gd name="connsiteY140" fmla="*/ 2235849 h 2237474"/>
              <a:gd name="connsiteX141" fmla="*/ 1279765 w 12192000"/>
              <a:gd name="connsiteY141" fmla="*/ 2229639 h 2237474"/>
              <a:gd name="connsiteX142" fmla="*/ 1195347 w 12192000"/>
              <a:gd name="connsiteY142" fmla="*/ 2212354 h 2237474"/>
              <a:gd name="connsiteX143" fmla="*/ 970251 w 12192000"/>
              <a:gd name="connsiteY143" fmla="*/ 2221029 h 2237474"/>
              <a:gd name="connsiteX144" fmla="*/ 812914 w 12192000"/>
              <a:gd name="connsiteY144" fmla="*/ 2202752 h 2237474"/>
              <a:gd name="connsiteX145" fmla="*/ 800195 w 12192000"/>
              <a:gd name="connsiteY145" fmla="*/ 2209407 h 2237474"/>
              <a:gd name="connsiteX146" fmla="*/ 784978 w 12192000"/>
              <a:gd name="connsiteY146" fmla="*/ 2212360 h 2237474"/>
              <a:gd name="connsiteX147" fmla="*/ 681987 w 12192000"/>
              <a:gd name="connsiteY147" fmla="*/ 2216757 h 2237474"/>
              <a:gd name="connsiteX148" fmla="*/ 669923 w 12192000"/>
              <a:gd name="connsiteY148" fmla="*/ 2211682 h 2237474"/>
              <a:gd name="connsiteX149" fmla="*/ 648680 w 12192000"/>
              <a:gd name="connsiteY149" fmla="*/ 2206229 h 2237474"/>
              <a:gd name="connsiteX150" fmla="*/ 597225 w 12192000"/>
              <a:gd name="connsiteY150" fmla="*/ 2180999 h 2237474"/>
              <a:gd name="connsiteX151" fmla="*/ 558449 w 12192000"/>
              <a:gd name="connsiteY151" fmla="*/ 2182346 h 2237474"/>
              <a:gd name="connsiteX152" fmla="*/ 550517 w 12192000"/>
              <a:gd name="connsiteY152" fmla="*/ 2182060 h 2237474"/>
              <a:gd name="connsiteX153" fmla="*/ 550309 w 12192000"/>
              <a:gd name="connsiteY153" fmla="*/ 2181825 h 2237474"/>
              <a:gd name="connsiteX154" fmla="*/ 541836 w 12192000"/>
              <a:gd name="connsiteY154" fmla="*/ 2181063 h 2237474"/>
              <a:gd name="connsiteX155" fmla="*/ 536057 w 12192000"/>
              <a:gd name="connsiteY155" fmla="*/ 2181537 h 2237474"/>
              <a:gd name="connsiteX156" fmla="*/ 520671 w 12192000"/>
              <a:gd name="connsiteY156" fmla="*/ 2180980 h 2237474"/>
              <a:gd name="connsiteX157" fmla="*/ 515024 w 12192000"/>
              <a:gd name="connsiteY157" fmla="*/ 2179258 h 2237474"/>
              <a:gd name="connsiteX158" fmla="*/ 512278 w 12192000"/>
              <a:gd name="connsiteY158" fmla="*/ 2176369 h 2237474"/>
              <a:gd name="connsiteX159" fmla="*/ 480419 w 12192000"/>
              <a:gd name="connsiteY159" fmla="*/ 2167807 h 2237474"/>
              <a:gd name="connsiteX160" fmla="*/ 413835 w 12192000"/>
              <a:gd name="connsiteY160" fmla="*/ 2156783 h 2237474"/>
              <a:gd name="connsiteX161" fmla="*/ 376513 w 12192000"/>
              <a:gd name="connsiteY161" fmla="*/ 2154014 h 2237474"/>
              <a:gd name="connsiteX162" fmla="*/ 273386 w 12192000"/>
              <a:gd name="connsiteY162" fmla="*/ 2142551 h 2237474"/>
              <a:gd name="connsiteX163" fmla="*/ 169207 w 12192000"/>
              <a:gd name="connsiteY163" fmla="*/ 2128100 h 2237474"/>
              <a:gd name="connsiteX164" fmla="*/ 93149 w 12192000"/>
              <a:gd name="connsiteY164" fmla="*/ 2105324 h 2237474"/>
              <a:gd name="connsiteX165" fmla="*/ 88109 w 12192000"/>
              <a:gd name="connsiteY165" fmla="*/ 2106704 h 2237474"/>
              <a:gd name="connsiteX166" fmla="*/ 80022 w 12192000"/>
              <a:gd name="connsiteY166" fmla="*/ 2107254 h 2237474"/>
              <a:gd name="connsiteX167" fmla="*/ 79717 w 12192000"/>
              <a:gd name="connsiteY167" fmla="*/ 2107046 h 2237474"/>
              <a:gd name="connsiteX168" fmla="*/ 72352 w 12192000"/>
              <a:gd name="connsiteY168" fmla="*/ 2107991 h 2237474"/>
              <a:gd name="connsiteX169" fmla="*/ 37645 w 12192000"/>
              <a:gd name="connsiteY169" fmla="*/ 2115401 h 2237474"/>
              <a:gd name="connsiteX170" fmla="*/ 4572 w 12192000"/>
              <a:gd name="connsiteY170" fmla="*/ 2111091 h 2237474"/>
              <a:gd name="connsiteX171" fmla="*/ 0 w 12192000"/>
              <a:gd name="connsiteY171" fmla="*/ 2110468 h 2237474"/>
              <a:gd name="connsiteX172" fmla="*/ 0 w 12192000"/>
              <a:gd name="connsiteY17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15111 h 2237474"/>
              <a:gd name="connsiteX121" fmla="*/ 2186609 w 12192000"/>
              <a:gd name="connsiteY121" fmla="*/ 2008263 h 2237474"/>
              <a:gd name="connsiteX122" fmla="*/ 2164831 w 12192000"/>
              <a:gd name="connsiteY122" fmla="*/ 2010143 h 2237474"/>
              <a:gd name="connsiteX123" fmla="*/ 2152836 w 12192000"/>
              <a:gd name="connsiteY123" fmla="*/ 2010048 h 2237474"/>
              <a:gd name="connsiteX124" fmla="*/ 2117102 w 12192000"/>
              <a:gd name="connsiteY124" fmla="*/ 2023004 h 2237474"/>
              <a:gd name="connsiteX125" fmla="*/ 2111935 w 12192000"/>
              <a:gd name="connsiteY125" fmla="*/ 2023163 h 2237474"/>
              <a:gd name="connsiteX126" fmla="*/ 2089991 w 12192000"/>
              <a:gd name="connsiteY126" fmla="*/ 2034193 h 2237474"/>
              <a:gd name="connsiteX127" fmla="*/ 2058061 w 12192000"/>
              <a:gd name="connsiteY127" fmla="*/ 2047942 h 2237474"/>
              <a:gd name="connsiteX128" fmla="*/ 2055737 w 12192000"/>
              <a:gd name="connsiteY128" fmla="*/ 2047704 h 2237474"/>
              <a:gd name="connsiteX129" fmla="*/ 2042244 w 12192000"/>
              <a:gd name="connsiteY129" fmla="*/ 2055560 h 2237474"/>
              <a:gd name="connsiteX130" fmla="*/ 1976224 w 12192000"/>
              <a:gd name="connsiteY130" fmla="*/ 2074257 h 2237474"/>
              <a:gd name="connsiteX131" fmla="*/ 1877728 w 12192000"/>
              <a:gd name="connsiteY131" fmla="*/ 2101004 h 2237474"/>
              <a:gd name="connsiteX132" fmla="*/ 1759056 w 12192000"/>
              <a:gd name="connsiteY132" fmla="*/ 2125608 h 2237474"/>
              <a:gd name="connsiteX133" fmla="*/ 1637948 w 12192000"/>
              <a:gd name="connsiteY133" fmla="*/ 2172597 h 2237474"/>
              <a:gd name="connsiteX134" fmla="*/ 1434549 w 12192000"/>
              <a:gd name="connsiteY134" fmla="*/ 2234522 h 2237474"/>
              <a:gd name="connsiteX135" fmla="*/ 1398481 w 12192000"/>
              <a:gd name="connsiteY135" fmla="*/ 2237074 h 2237474"/>
              <a:gd name="connsiteX136" fmla="*/ 1398407 w 12192000"/>
              <a:gd name="connsiteY136" fmla="*/ 2237095 h 2237474"/>
              <a:gd name="connsiteX137" fmla="*/ 1370962 w 12192000"/>
              <a:gd name="connsiteY137" fmla="*/ 2237474 h 2237474"/>
              <a:gd name="connsiteX138" fmla="*/ 1356367 w 12192000"/>
              <a:gd name="connsiteY138" fmla="*/ 2235089 h 2237474"/>
              <a:gd name="connsiteX139" fmla="*/ 1324828 w 12192000"/>
              <a:gd name="connsiteY139" fmla="*/ 2231968 h 2237474"/>
              <a:gd name="connsiteX140" fmla="*/ 1279765 w 12192000"/>
              <a:gd name="connsiteY140" fmla="*/ 2229639 h 2237474"/>
              <a:gd name="connsiteX141" fmla="*/ 1195347 w 12192000"/>
              <a:gd name="connsiteY141" fmla="*/ 2212354 h 2237474"/>
              <a:gd name="connsiteX142" fmla="*/ 970251 w 12192000"/>
              <a:gd name="connsiteY142" fmla="*/ 2221029 h 2237474"/>
              <a:gd name="connsiteX143" fmla="*/ 812914 w 12192000"/>
              <a:gd name="connsiteY143" fmla="*/ 2202752 h 2237474"/>
              <a:gd name="connsiteX144" fmla="*/ 800195 w 12192000"/>
              <a:gd name="connsiteY144" fmla="*/ 2209407 h 2237474"/>
              <a:gd name="connsiteX145" fmla="*/ 784978 w 12192000"/>
              <a:gd name="connsiteY145" fmla="*/ 2212360 h 2237474"/>
              <a:gd name="connsiteX146" fmla="*/ 681987 w 12192000"/>
              <a:gd name="connsiteY146" fmla="*/ 2216757 h 2237474"/>
              <a:gd name="connsiteX147" fmla="*/ 669923 w 12192000"/>
              <a:gd name="connsiteY147" fmla="*/ 2211682 h 2237474"/>
              <a:gd name="connsiteX148" fmla="*/ 648680 w 12192000"/>
              <a:gd name="connsiteY148" fmla="*/ 2206229 h 2237474"/>
              <a:gd name="connsiteX149" fmla="*/ 597225 w 12192000"/>
              <a:gd name="connsiteY149" fmla="*/ 2180999 h 2237474"/>
              <a:gd name="connsiteX150" fmla="*/ 558449 w 12192000"/>
              <a:gd name="connsiteY150" fmla="*/ 2182346 h 2237474"/>
              <a:gd name="connsiteX151" fmla="*/ 550517 w 12192000"/>
              <a:gd name="connsiteY151" fmla="*/ 2182060 h 2237474"/>
              <a:gd name="connsiteX152" fmla="*/ 550309 w 12192000"/>
              <a:gd name="connsiteY152" fmla="*/ 2181825 h 2237474"/>
              <a:gd name="connsiteX153" fmla="*/ 541836 w 12192000"/>
              <a:gd name="connsiteY153" fmla="*/ 2181063 h 2237474"/>
              <a:gd name="connsiteX154" fmla="*/ 536057 w 12192000"/>
              <a:gd name="connsiteY154" fmla="*/ 2181537 h 2237474"/>
              <a:gd name="connsiteX155" fmla="*/ 520671 w 12192000"/>
              <a:gd name="connsiteY155" fmla="*/ 2180980 h 2237474"/>
              <a:gd name="connsiteX156" fmla="*/ 515024 w 12192000"/>
              <a:gd name="connsiteY156" fmla="*/ 2179258 h 2237474"/>
              <a:gd name="connsiteX157" fmla="*/ 512278 w 12192000"/>
              <a:gd name="connsiteY157" fmla="*/ 2176369 h 2237474"/>
              <a:gd name="connsiteX158" fmla="*/ 480419 w 12192000"/>
              <a:gd name="connsiteY158" fmla="*/ 2167807 h 2237474"/>
              <a:gd name="connsiteX159" fmla="*/ 413835 w 12192000"/>
              <a:gd name="connsiteY159" fmla="*/ 2156783 h 2237474"/>
              <a:gd name="connsiteX160" fmla="*/ 376513 w 12192000"/>
              <a:gd name="connsiteY160" fmla="*/ 2154014 h 2237474"/>
              <a:gd name="connsiteX161" fmla="*/ 273386 w 12192000"/>
              <a:gd name="connsiteY161" fmla="*/ 2142551 h 2237474"/>
              <a:gd name="connsiteX162" fmla="*/ 169207 w 12192000"/>
              <a:gd name="connsiteY162" fmla="*/ 2128100 h 2237474"/>
              <a:gd name="connsiteX163" fmla="*/ 93149 w 12192000"/>
              <a:gd name="connsiteY163" fmla="*/ 2105324 h 2237474"/>
              <a:gd name="connsiteX164" fmla="*/ 88109 w 12192000"/>
              <a:gd name="connsiteY164" fmla="*/ 2106704 h 2237474"/>
              <a:gd name="connsiteX165" fmla="*/ 80022 w 12192000"/>
              <a:gd name="connsiteY165" fmla="*/ 2107254 h 2237474"/>
              <a:gd name="connsiteX166" fmla="*/ 79717 w 12192000"/>
              <a:gd name="connsiteY166" fmla="*/ 2107046 h 2237474"/>
              <a:gd name="connsiteX167" fmla="*/ 72352 w 12192000"/>
              <a:gd name="connsiteY167" fmla="*/ 2107991 h 2237474"/>
              <a:gd name="connsiteX168" fmla="*/ 37645 w 12192000"/>
              <a:gd name="connsiteY168" fmla="*/ 2115401 h 2237474"/>
              <a:gd name="connsiteX169" fmla="*/ 4572 w 12192000"/>
              <a:gd name="connsiteY169" fmla="*/ 2111091 h 2237474"/>
              <a:gd name="connsiteX170" fmla="*/ 0 w 12192000"/>
              <a:gd name="connsiteY170" fmla="*/ 2110468 h 2237474"/>
              <a:gd name="connsiteX171" fmla="*/ 0 w 12192000"/>
              <a:gd name="connsiteY171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15111 h 2237474"/>
              <a:gd name="connsiteX121" fmla="*/ 2186609 w 12192000"/>
              <a:gd name="connsiteY121" fmla="*/ 2008263 h 2237474"/>
              <a:gd name="connsiteX122" fmla="*/ 2164831 w 12192000"/>
              <a:gd name="connsiteY122" fmla="*/ 2010143 h 2237474"/>
              <a:gd name="connsiteX123" fmla="*/ 2152836 w 12192000"/>
              <a:gd name="connsiteY123" fmla="*/ 2010048 h 2237474"/>
              <a:gd name="connsiteX124" fmla="*/ 2117102 w 12192000"/>
              <a:gd name="connsiteY124" fmla="*/ 2023004 h 2237474"/>
              <a:gd name="connsiteX125" fmla="*/ 2111935 w 12192000"/>
              <a:gd name="connsiteY125" fmla="*/ 2023163 h 2237474"/>
              <a:gd name="connsiteX126" fmla="*/ 2089991 w 12192000"/>
              <a:gd name="connsiteY126" fmla="*/ 2034193 h 2237474"/>
              <a:gd name="connsiteX127" fmla="*/ 2058061 w 12192000"/>
              <a:gd name="connsiteY127" fmla="*/ 2047942 h 2237474"/>
              <a:gd name="connsiteX128" fmla="*/ 2055737 w 12192000"/>
              <a:gd name="connsiteY128" fmla="*/ 2047704 h 2237474"/>
              <a:gd name="connsiteX129" fmla="*/ 2042244 w 12192000"/>
              <a:gd name="connsiteY129" fmla="*/ 2055560 h 2237474"/>
              <a:gd name="connsiteX130" fmla="*/ 1877728 w 12192000"/>
              <a:gd name="connsiteY130" fmla="*/ 2101004 h 2237474"/>
              <a:gd name="connsiteX131" fmla="*/ 1759056 w 12192000"/>
              <a:gd name="connsiteY131" fmla="*/ 2125608 h 2237474"/>
              <a:gd name="connsiteX132" fmla="*/ 1637948 w 12192000"/>
              <a:gd name="connsiteY132" fmla="*/ 2172597 h 2237474"/>
              <a:gd name="connsiteX133" fmla="*/ 1434549 w 12192000"/>
              <a:gd name="connsiteY133" fmla="*/ 2234522 h 2237474"/>
              <a:gd name="connsiteX134" fmla="*/ 1398481 w 12192000"/>
              <a:gd name="connsiteY134" fmla="*/ 2237074 h 2237474"/>
              <a:gd name="connsiteX135" fmla="*/ 1398407 w 12192000"/>
              <a:gd name="connsiteY135" fmla="*/ 2237095 h 2237474"/>
              <a:gd name="connsiteX136" fmla="*/ 1370962 w 12192000"/>
              <a:gd name="connsiteY136" fmla="*/ 2237474 h 2237474"/>
              <a:gd name="connsiteX137" fmla="*/ 1356367 w 12192000"/>
              <a:gd name="connsiteY137" fmla="*/ 2235089 h 2237474"/>
              <a:gd name="connsiteX138" fmla="*/ 1324828 w 12192000"/>
              <a:gd name="connsiteY138" fmla="*/ 2231968 h 2237474"/>
              <a:gd name="connsiteX139" fmla="*/ 1279765 w 12192000"/>
              <a:gd name="connsiteY139" fmla="*/ 2229639 h 2237474"/>
              <a:gd name="connsiteX140" fmla="*/ 1195347 w 12192000"/>
              <a:gd name="connsiteY140" fmla="*/ 2212354 h 2237474"/>
              <a:gd name="connsiteX141" fmla="*/ 970251 w 12192000"/>
              <a:gd name="connsiteY141" fmla="*/ 2221029 h 2237474"/>
              <a:gd name="connsiteX142" fmla="*/ 812914 w 12192000"/>
              <a:gd name="connsiteY142" fmla="*/ 2202752 h 2237474"/>
              <a:gd name="connsiteX143" fmla="*/ 800195 w 12192000"/>
              <a:gd name="connsiteY143" fmla="*/ 2209407 h 2237474"/>
              <a:gd name="connsiteX144" fmla="*/ 784978 w 12192000"/>
              <a:gd name="connsiteY144" fmla="*/ 2212360 h 2237474"/>
              <a:gd name="connsiteX145" fmla="*/ 681987 w 12192000"/>
              <a:gd name="connsiteY145" fmla="*/ 2216757 h 2237474"/>
              <a:gd name="connsiteX146" fmla="*/ 669923 w 12192000"/>
              <a:gd name="connsiteY146" fmla="*/ 2211682 h 2237474"/>
              <a:gd name="connsiteX147" fmla="*/ 648680 w 12192000"/>
              <a:gd name="connsiteY147" fmla="*/ 2206229 h 2237474"/>
              <a:gd name="connsiteX148" fmla="*/ 597225 w 12192000"/>
              <a:gd name="connsiteY148" fmla="*/ 2180999 h 2237474"/>
              <a:gd name="connsiteX149" fmla="*/ 558449 w 12192000"/>
              <a:gd name="connsiteY149" fmla="*/ 2182346 h 2237474"/>
              <a:gd name="connsiteX150" fmla="*/ 550517 w 12192000"/>
              <a:gd name="connsiteY150" fmla="*/ 2182060 h 2237474"/>
              <a:gd name="connsiteX151" fmla="*/ 550309 w 12192000"/>
              <a:gd name="connsiteY151" fmla="*/ 2181825 h 2237474"/>
              <a:gd name="connsiteX152" fmla="*/ 541836 w 12192000"/>
              <a:gd name="connsiteY152" fmla="*/ 2181063 h 2237474"/>
              <a:gd name="connsiteX153" fmla="*/ 536057 w 12192000"/>
              <a:gd name="connsiteY153" fmla="*/ 2181537 h 2237474"/>
              <a:gd name="connsiteX154" fmla="*/ 520671 w 12192000"/>
              <a:gd name="connsiteY154" fmla="*/ 2180980 h 2237474"/>
              <a:gd name="connsiteX155" fmla="*/ 515024 w 12192000"/>
              <a:gd name="connsiteY155" fmla="*/ 2179258 h 2237474"/>
              <a:gd name="connsiteX156" fmla="*/ 512278 w 12192000"/>
              <a:gd name="connsiteY156" fmla="*/ 2176369 h 2237474"/>
              <a:gd name="connsiteX157" fmla="*/ 480419 w 12192000"/>
              <a:gd name="connsiteY157" fmla="*/ 2167807 h 2237474"/>
              <a:gd name="connsiteX158" fmla="*/ 413835 w 12192000"/>
              <a:gd name="connsiteY158" fmla="*/ 2156783 h 2237474"/>
              <a:gd name="connsiteX159" fmla="*/ 376513 w 12192000"/>
              <a:gd name="connsiteY159" fmla="*/ 2154014 h 2237474"/>
              <a:gd name="connsiteX160" fmla="*/ 273386 w 12192000"/>
              <a:gd name="connsiteY160" fmla="*/ 2142551 h 2237474"/>
              <a:gd name="connsiteX161" fmla="*/ 169207 w 12192000"/>
              <a:gd name="connsiteY161" fmla="*/ 2128100 h 2237474"/>
              <a:gd name="connsiteX162" fmla="*/ 93149 w 12192000"/>
              <a:gd name="connsiteY162" fmla="*/ 2105324 h 2237474"/>
              <a:gd name="connsiteX163" fmla="*/ 88109 w 12192000"/>
              <a:gd name="connsiteY163" fmla="*/ 2106704 h 2237474"/>
              <a:gd name="connsiteX164" fmla="*/ 80022 w 12192000"/>
              <a:gd name="connsiteY164" fmla="*/ 2107254 h 2237474"/>
              <a:gd name="connsiteX165" fmla="*/ 79717 w 12192000"/>
              <a:gd name="connsiteY165" fmla="*/ 2107046 h 2237474"/>
              <a:gd name="connsiteX166" fmla="*/ 72352 w 12192000"/>
              <a:gd name="connsiteY166" fmla="*/ 2107991 h 2237474"/>
              <a:gd name="connsiteX167" fmla="*/ 37645 w 12192000"/>
              <a:gd name="connsiteY167" fmla="*/ 2115401 h 2237474"/>
              <a:gd name="connsiteX168" fmla="*/ 4572 w 12192000"/>
              <a:gd name="connsiteY168" fmla="*/ 2111091 h 2237474"/>
              <a:gd name="connsiteX169" fmla="*/ 0 w 12192000"/>
              <a:gd name="connsiteY169" fmla="*/ 2110468 h 2237474"/>
              <a:gd name="connsiteX170" fmla="*/ 0 w 12192000"/>
              <a:gd name="connsiteY170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15111 h 2237474"/>
              <a:gd name="connsiteX121" fmla="*/ 2186609 w 12192000"/>
              <a:gd name="connsiteY121" fmla="*/ 2008263 h 2237474"/>
              <a:gd name="connsiteX122" fmla="*/ 2164831 w 12192000"/>
              <a:gd name="connsiteY122" fmla="*/ 2010143 h 2237474"/>
              <a:gd name="connsiteX123" fmla="*/ 2152836 w 12192000"/>
              <a:gd name="connsiteY123" fmla="*/ 2010048 h 2237474"/>
              <a:gd name="connsiteX124" fmla="*/ 2117102 w 12192000"/>
              <a:gd name="connsiteY124" fmla="*/ 2023004 h 2237474"/>
              <a:gd name="connsiteX125" fmla="*/ 2111935 w 12192000"/>
              <a:gd name="connsiteY125" fmla="*/ 2023163 h 2237474"/>
              <a:gd name="connsiteX126" fmla="*/ 2089991 w 12192000"/>
              <a:gd name="connsiteY126" fmla="*/ 2034193 h 2237474"/>
              <a:gd name="connsiteX127" fmla="*/ 2058061 w 12192000"/>
              <a:gd name="connsiteY127" fmla="*/ 2047942 h 2237474"/>
              <a:gd name="connsiteX128" fmla="*/ 2055737 w 12192000"/>
              <a:gd name="connsiteY128" fmla="*/ 2047704 h 2237474"/>
              <a:gd name="connsiteX129" fmla="*/ 2042244 w 12192000"/>
              <a:gd name="connsiteY129" fmla="*/ 2055560 h 2237474"/>
              <a:gd name="connsiteX130" fmla="*/ 1877728 w 12192000"/>
              <a:gd name="connsiteY130" fmla="*/ 2101004 h 2237474"/>
              <a:gd name="connsiteX131" fmla="*/ 1759056 w 12192000"/>
              <a:gd name="connsiteY131" fmla="*/ 2125608 h 2237474"/>
              <a:gd name="connsiteX132" fmla="*/ 1637948 w 12192000"/>
              <a:gd name="connsiteY132" fmla="*/ 2172597 h 2237474"/>
              <a:gd name="connsiteX133" fmla="*/ 1434549 w 12192000"/>
              <a:gd name="connsiteY133" fmla="*/ 2234522 h 2237474"/>
              <a:gd name="connsiteX134" fmla="*/ 1398481 w 12192000"/>
              <a:gd name="connsiteY134" fmla="*/ 2237074 h 2237474"/>
              <a:gd name="connsiteX135" fmla="*/ 1398407 w 12192000"/>
              <a:gd name="connsiteY135" fmla="*/ 2237095 h 2237474"/>
              <a:gd name="connsiteX136" fmla="*/ 1370962 w 12192000"/>
              <a:gd name="connsiteY136" fmla="*/ 2237474 h 2237474"/>
              <a:gd name="connsiteX137" fmla="*/ 1356367 w 12192000"/>
              <a:gd name="connsiteY137" fmla="*/ 2235089 h 2237474"/>
              <a:gd name="connsiteX138" fmla="*/ 1324828 w 12192000"/>
              <a:gd name="connsiteY138" fmla="*/ 2231968 h 2237474"/>
              <a:gd name="connsiteX139" fmla="*/ 1279765 w 12192000"/>
              <a:gd name="connsiteY139" fmla="*/ 2229639 h 2237474"/>
              <a:gd name="connsiteX140" fmla="*/ 1195347 w 12192000"/>
              <a:gd name="connsiteY140" fmla="*/ 2212354 h 2237474"/>
              <a:gd name="connsiteX141" fmla="*/ 970251 w 12192000"/>
              <a:gd name="connsiteY141" fmla="*/ 2221029 h 2237474"/>
              <a:gd name="connsiteX142" fmla="*/ 812914 w 12192000"/>
              <a:gd name="connsiteY142" fmla="*/ 2202752 h 2237474"/>
              <a:gd name="connsiteX143" fmla="*/ 800195 w 12192000"/>
              <a:gd name="connsiteY143" fmla="*/ 2209407 h 2237474"/>
              <a:gd name="connsiteX144" fmla="*/ 784978 w 12192000"/>
              <a:gd name="connsiteY144" fmla="*/ 2212360 h 2237474"/>
              <a:gd name="connsiteX145" fmla="*/ 681987 w 12192000"/>
              <a:gd name="connsiteY145" fmla="*/ 2216757 h 2237474"/>
              <a:gd name="connsiteX146" fmla="*/ 669923 w 12192000"/>
              <a:gd name="connsiteY146" fmla="*/ 2211682 h 2237474"/>
              <a:gd name="connsiteX147" fmla="*/ 648680 w 12192000"/>
              <a:gd name="connsiteY147" fmla="*/ 2206229 h 2237474"/>
              <a:gd name="connsiteX148" fmla="*/ 597225 w 12192000"/>
              <a:gd name="connsiteY148" fmla="*/ 2180999 h 2237474"/>
              <a:gd name="connsiteX149" fmla="*/ 558449 w 12192000"/>
              <a:gd name="connsiteY149" fmla="*/ 2182346 h 2237474"/>
              <a:gd name="connsiteX150" fmla="*/ 550517 w 12192000"/>
              <a:gd name="connsiteY150" fmla="*/ 2182060 h 2237474"/>
              <a:gd name="connsiteX151" fmla="*/ 550309 w 12192000"/>
              <a:gd name="connsiteY151" fmla="*/ 2181825 h 2237474"/>
              <a:gd name="connsiteX152" fmla="*/ 541836 w 12192000"/>
              <a:gd name="connsiteY152" fmla="*/ 2181063 h 2237474"/>
              <a:gd name="connsiteX153" fmla="*/ 536057 w 12192000"/>
              <a:gd name="connsiteY153" fmla="*/ 2181537 h 2237474"/>
              <a:gd name="connsiteX154" fmla="*/ 520671 w 12192000"/>
              <a:gd name="connsiteY154" fmla="*/ 2180980 h 2237474"/>
              <a:gd name="connsiteX155" fmla="*/ 515024 w 12192000"/>
              <a:gd name="connsiteY155" fmla="*/ 2179258 h 2237474"/>
              <a:gd name="connsiteX156" fmla="*/ 512278 w 12192000"/>
              <a:gd name="connsiteY156" fmla="*/ 2176369 h 2237474"/>
              <a:gd name="connsiteX157" fmla="*/ 480419 w 12192000"/>
              <a:gd name="connsiteY157" fmla="*/ 2167807 h 2237474"/>
              <a:gd name="connsiteX158" fmla="*/ 413835 w 12192000"/>
              <a:gd name="connsiteY158" fmla="*/ 2156783 h 2237474"/>
              <a:gd name="connsiteX159" fmla="*/ 376513 w 12192000"/>
              <a:gd name="connsiteY159" fmla="*/ 2154014 h 2237474"/>
              <a:gd name="connsiteX160" fmla="*/ 273386 w 12192000"/>
              <a:gd name="connsiteY160" fmla="*/ 2142551 h 2237474"/>
              <a:gd name="connsiteX161" fmla="*/ 169207 w 12192000"/>
              <a:gd name="connsiteY161" fmla="*/ 2128100 h 2237474"/>
              <a:gd name="connsiteX162" fmla="*/ 93149 w 12192000"/>
              <a:gd name="connsiteY162" fmla="*/ 2105324 h 2237474"/>
              <a:gd name="connsiteX163" fmla="*/ 88109 w 12192000"/>
              <a:gd name="connsiteY163" fmla="*/ 2106704 h 2237474"/>
              <a:gd name="connsiteX164" fmla="*/ 80022 w 12192000"/>
              <a:gd name="connsiteY164" fmla="*/ 2107254 h 2237474"/>
              <a:gd name="connsiteX165" fmla="*/ 79717 w 12192000"/>
              <a:gd name="connsiteY165" fmla="*/ 2107046 h 2237474"/>
              <a:gd name="connsiteX166" fmla="*/ 72352 w 12192000"/>
              <a:gd name="connsiteY166" fmla="*/ 2107991 h 2237474"/>
              <a:gd name="connsiteX167" fmla="*/ 37645 w 12192000"/>
              <a:gd name="connsiteY167" fmla="*/ 2115401 h 2237474"/>
              <a:gd name="connsiteX168" fmla="*/ 4572 w 12192000"/>
              <a:gd name="connsiteY168" fmla="*/ 2111091 h 2237474"/>
              <a:gd name="connsiteX169" fmla="*/ 0 w 12192000"/>
              <a:gd name="connsiteY169" fmla="*/ 2110468 h 2237474"/>
              <a:gd name="connsiteX170" fmla="*/ 0 w 12192000"/>
              <a:gd name="connsiteY170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15111 h 2237474"/>
              <a:gd name="connsiteX121" fmla="*/ 2186609 w 12192000"/>
              <a:gd name="connsiteY121" fmla="*/ 2008263 h 2237474"/>
              <a:gd name="connsiteX122" fmla="*/ 2164831 w 12192000"/>
              <a:gd name="connsiteY122" fmla="*/ 2010143 h 2237474"/>
              <a:gd name="connsiteX123" fmla="*/ 2152836 w 12192000"/>
              <a:gd name="connsiteY123" fmla="*/ 2010048 h 2237474"/>
              <a:gd name="connsiteX124" fmla="*/ 2117102 w 12192000"/>
              <a:gd name="connsiteY124" fmla="*/ 2023004 h 2237474"/>
              <a:gd name="connsiteX125" fmla="*/ 2111935 w 12192000"/>
              <a:gd name="connsiteY125" fmla="*/ 2023163 h 2237474"/>
              <a:gd name="connsiteX126" fmla="*/ 2089991 w 12192000"/>
              <a:gd name="connsiteY126" fmla="*/ 2034193 h 2237474"/>
              <a:gd name="connsiteX127" fmla="*/ 2058061 w 12192000"/>
              <a:gd name="connsiteY127" fmla="*/ 2047942 h 2237474"/>
              <a:gd name="connsiteX128" fmla="*/ 2042244 w 12192000"/>
              <a:gd name="connsiteY128" fmla="*/ 2055560 h 2237474"/>
              <a:gd name="connsiteX129" fmla="*/ 1877728 w 12192000"/>
              <a:gd name="connsiteY129" fmla="*/ 2101004 h 2237474"/>
              <a:gd name="connsiteX130" fmla="*/ 1759056 w 12192000"/>
              <a:gd name="connsiteY130" fmla="*/ 2125608 h 2237474"/>
              <a:gd name="connsiteX131" fmla="*/ 1637948 w 12192000"/>
              <a:gd name="connsiteY131" fmla="*/ 2172597 h 2237474"/>
              <a:gd name="connsiteX132" fmla="*/ 1434549 w 12192000"/>
              <a:gd name="connsiteY132" fmla="*/ 2234522 h 2237474"/>
              <a:gd name="connsiteX133" fmla="*/ 1398481 w 12192000"/>
              <a:gd name="connsiteY133" fmla="*/ 2237074 h 2237474"/>
              <a:gd name="connsiteX134" fmla="*/ 1398407 w 12192000"/>
              <a:gd name="connsiteY134" fmla="*/ 2237095 h 2237474"/>
              <a:gd name="connsiteX135" fmla="*/ 1370962 w 12192000"/>
              <a:gd name="connsiteY135" fmla="*/ 2237474 h 2237474"/>
              <a:gd name="connsiteX136" fmla="*/ 1356367 w 12192000"/>
              <a:gd name="connsiteY136" fmla="*/ 2235089 h 2237474"/>
              <a:gd name="connsiteX137" fmla="*/ 1324828 w 12192000"/>
              <a:gd name="connsiteY137" fmla="*/ 2231968 h 2237474"/>
              <a:gd name="connsiteX138" fmla="*/ 1279765 w 12192000"/>
              <a:gd name="connsiteY138" fmla="*/ 2229639 h 2237474"/>
              <a:gd name="connsiteX139" fmla="*/ 1195347 w 12192000"/>
              <a:gd name="connsiteY139" fmla="*/ 2212354 h 2237474"/>
              <a:gd name="connsiteX140" fmla="*/ 970251 w 12192000"/>
              <a:gd name="connsiteY140" fmla="*/ 2221029 h 2237474"/>
              <a:gd name="connsiteX141" fmla="*/ 812914 w 12192000"/>
              <a:gd name="connsiteY141" fmla="*/ 2202752 h 2237474"/>
              <a:gd name="connsiteX142" fmla="*/ 800195 w 12192000"/>
              <a:gd name="connsiteY142" fmla="*/ 2209407 h 2237474"/>
              <a:gd name="connsiteX143" fmla="*/ 784978 w 12192000"/>
              <a:gd name="connsiteY143" fmla="*/ 2212360 h 2237474"/>
              <a:gd name="connsiteX144" fmla="*/ 681987 w 12192000"/>
              <a:gd name="connsiteY144" fmla="*/ 2216757 h 2237474"/>
              <a:gd name="connsiteX145" fmla="*/ 669923 w 12192000"/>
              <a:gd name="connsiteY145" fmla="*/ 2211682 h 2237474"/>
              <a:gd name="connsiteX146" fmla="*/ 648680 w 12192000"/>
              <a:gd name="connsiteY146" fmla="*/ 2206229 h 2237474"/>
              <a:gd name="connsiteX147" fmla="*/ 597225 w 12192000"/>
              <a:gd name="connsiteY147" fmla="*/ 2180999 h 2237474"/>
              <a:gd name="connsiteX148" fmla="*/ 558449 w 12192000"/>
              <a:gd name="connsiteY148" fmla="*/ 2182346 h 2237474"/>
              <a:gd name="connsiteX149" fmla="*/ 550517 w 12192000"/>
              <a:gd name="connsiteY149" fmla="*/ 2182060 h 2237474"/>
              <a:gd name="connsiteX150" fmla="*/ 550309 w 12192000"/>
              <a:gd name="connsiteY150" fmla="*/ 2181825 h 2237474"/>
              <a:gd name="connsiteX151" fmla="*/ 541836 w 12192000"/>
              <a:gd name="connsiteY151" fmla="*/ 2181063 h 2237474"/>
              <a:gd name="connsiteX152" fmla="*/ 536057 w 12192000"/>
              <a:gd name="connsiteY152" fmla="*/ 2181537 h 2237474"/>
              <a:gd name="connsiteX153" fmla="*/ 520671 w 12192000"/>
              <a:gd name="connsiteY153" fmla="*/ 2180980 h 2237474"/>
              <a:gd name="connsiteX154" fmla="*/ 515024 w 12192000"/>
              <a:gd name="connsiteY154" fmla="*/ 2179258 h 2237474"/>
              <a:gd name="connsiteX155" fmla="*/ 512278 w 12192000"/>
              <a:gd name="connsiteY155" fmla="*/ 2176369 h 2237474"/>
              <a:gd name="connsiteX156" fmla="*/ 480419 w 12192000"/>
              <a:gd name="connsiteY156" fmla="*/ 2167807 h 2237474"/>
              <a:gd name="connsiteX157" fmla="*/ 413835 w 12192000"/>
              <a:gd name="connsiteY157" fmla="*/ 2156783 h 2237474"/>
              <a:gd name="connsiteX158" fmla="*/ 376513 w 12192000"/>
              <a:gd name="connsiteY158" fmla="*/ 2154014 h 2237474"/>
              <a:gd name="connsiteX159" fmla="*/ 273386 w 12192000"/>
              <a:gd name="connsiteY159" fmla="*/ 2142551 h 2237474"/>
              <a:gd name="connsiteX160" fmla="*/ 169207 w 12192000"/>
              <a:gd name="connsiteY160" fmla="*/ 2128100 h 2237474"/>
              <a:gd name="connsiteX161" fmla="*/ 93149 w 12192000"/>
              <a:gd name="connsiteY161" fmla="*/ 2105324 h 2237474"/>
              <a:gd name="connsiteX162" fmla="*/ 88109 w 12192000"/>
              <a:gd name="connsiteY162" fmla="*/ 2106704 h 2237474"/>
              <a:gd name="connsiteX163" fmla="*/ 80022 w 12192000"/>
              <a:gd name="connsiteY163" fmla="*/ 2107254 h 2237474"/>
              <a:gd name="connsiteX164" fmla="*/ 79717 w 12192000"/>
              <a:gd name="connsiteY164" fmla="*/ 2107046 h 2237474"/>
              <a:gd name="connsiteX165" fmla="*/ 72352 w 12192000"/>
              <a:gd name="connsiteY165" fmla="*/ 2107991 h 2237474"/>
              <a:gd name="connsiteX166" fmla="*/ 37645 w 12192000"/>
              <a:gd name="connsiteY166" fmla="*/ 2115401 h 2237474"/>
              <a:gd name="connsiteX167" fmla="*/ 4572 w 12192000"/>
              <a:gd name="connsiteY167" fmla="*/ 2111091 h 2237474"/>
              <a:gd name="connsiteX168" fmla="*/ 0 w 12192000"/>
              <a:gd name="connsiteY168" fmla="*/ 2110468 h 2237474"/>
              <a:gd name="connsiteX169" fmla="*/ 0 w 12192000"/>
              <a:gd name="connsiteY169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15111 h 2237474"/>
              <a:gd name="connsiteX121" fmla="*/ 2186609 w 12192000"/>
              <a:gd name="connsiteY121" fmla="*/ 2008263 h 2237474"/>
              <a:gd name="connsiteX122" fmla="*/ 2164831 w 12192000"/>
              <a:gd name="connsiteY122" fmla="*/ 2010143 h 2237474"/>
              <a:gd name="connsiteX123" fmla="*/ 2117102 w 12192000"/>
              <a:gd name="connsiteY123" fmla="*/ 2023004 h 2237474"/>
              <a:gd name="connsiteX124" fmla="*/ 2111935 w 12192000"/>
              <a:gd name="connsiteY124" fmla="*/ 2023163 h 2237474"/>
              <a:gd name="connsiteX125" fmla="*/ 2089991 w 12192000"/>
              <a:gd name="connsiteY125" fmla="*/ 2034193 h 2237474"/>
              <a:gd name="connsiteX126" fmla="*/ 2058061 w 12192000"/>
              <a:gd name="connsiteY126" fmla="*/ 2047942 h 2237474"/>
              <a:gd name="connsiteX127" fmla="*/ 2042244 w 12192000"/>
              <a:gd name="connsiteY127" fmla="*/ 2055560 h 2237474"/>
              <a:gd name="connsiteX128" fmla="*/ 1877728 w 12192000"/>
              <a:gd name="connsiteY128" fmla="*/ 2101004 h 2237474"/>
              <a:gd name="connsiteX129" fmla="*/ 1759056 w 12192000"/>
              <a:gd name="connsiteY129" fmla="*/ 2125608 h 2237474"/>
              <a:gd name="connsiteX130" fmla="*/ 1637948 w 12192000"/>
              <a:gd name="connsiteY130" fmla="*/ 2172597 h 2237474"/>
              <a:gd name="connsiteX131" fmla="*/ 1434549 w 12192000"/>
              <a:gd name="connsiteY131" fmla="*/ 2234522 h 2237474"/>
              <a:gd name="connsiteX132" fmla="*/ 1398481 w 12192000"/>
              <a:gd name="connsiteY132" fmla="*/ 2237074 h 2237474"/>
              <a:gd name="connsiteX133" fmla="*/ 1398407 w 12192000"/>
              <a:gd name="connsiteY133" fmla="*/ 2237095 h 2237474"/>
              <a:gd name="connsiteX134" fmla="*/ 1370962 w 12192000"/>
              <a:gd name="connsiteY134" fmla="*/ 2237474 h 2237474"/>
              <a:gd name="connsiteX135" fmla="*/ 1356367 w 12192000"/>
              <a:gd name="connsiteY135" fmla="*/ 2235089 h 2237474"/>
              <a:gd name="connsiteX136" fmla="*/ 1324828 w 12192000"/>
              <a:gd name="connsiteY136" fmla="*/ 2231968 h 2237474"/>
              <a:gd name="connsiteX137" fmla="*/ 1279765 w 12192000"/>
              <a:gd name="connsiteY137" fmla="*/ 2229639 h 2237474"/>
              <a:gd name="connsiteX138" fmla="*/ 1195347 w 12192000"/>
              <a:gd name="connsiteY138" fmla="*/ 2212354 h 2237474"/>
              <a:gd name="connsiteX139" fmla="*/ 970251 w 12192000"/>
              <a:gd name="connsiteY139" fmla="*/ 2221029 h 2237474"/>
              <a:gd name="connsiteX140" fmla="*/ 812914 w 12192000"/>
              <a:gd name="connsiteY140" fmla="*/ 2202752 h 2237474"/>
              <a:gd name="connsiteX141" fmla="*/ 800195 w 12192000"/>
              <a:gd name="connsiteY141" fmla="*/ 2209407 h 2237474"/>
              <a:gd name="connsiteX142" fmla="*/ 784978 w 12192000"/>
              <a:gd name="connsiteY142" fmla="*/ 2212360 h 2237474"/>
              <a:gd name="connsiteX143" fmla="*/ 681987 w 12192000"/>
              <a:gd name="connsiteY143" fmla="*/ 2216757 h 2237474"/>
              <a:gd name="connsiteX144" fmla="*/ 669923 w 12192000"/>
              <a:gd name="connsiteY144" fmla="*/ 2211682 h 2237474"/>
              <a:gd name="connsiteX145" fmla="*/ 648680 w 12192000"/>
              <a:gd name="connsiteY145" fmla="*/ 2206229 h 2237474"/>
              <a:gd name="connsiteX146" fmla="*/ 597225 w 12192000"/>
              <a:gd name="connsiteY146" fmla="*/ 2180999 h 2237474"/>
              <a:gd name="connsiteX147" fmla="*/ 558449 w 12192000"/>
              <a:gd name="connsiteY147" fmla="*/ 2182346 h 2237474"/>
              <a:gd name="connsiteX148" fmla="*/ 550517 w 12192000"/>
              <a:gd name="connsiteY148" fmla="*/ 2182060 h 2237474"/>
              <a:gd name="connsiteX149" fmla="*/ 550309 w 12192000"/>
              <a:gd name="connsiteY149" fmla="*/ 2181825 h 2237474"/>
              <a:gd name="connsiteX150" fmla="*/ 541836 w 12192000"/>
              <a:gd name="connsiteY150" fmla="*/ 2181063 h 2237474"/>
              <a:gd name="connsiteX151" fmla="*/ 536057 w 12192000"/>
              <a:gd name="connsiteY151" fmla="*/ 2181537 h 2237474"/>
              <a:gd name="connsiteX152" fmla="*/ 520671 w 12192000"/>
              <a:gd name="connsiteY152" fmla="*/ 2180980 h 2237474"/>
              <a:gd name="connsiteX153" fmla="*/ 515024 w 12192000"/>
              <a:gd name="connsiteY153" fmla="*/ 2179258 h 2237474"/>
              <a:gd name="connsiteX154" fmla="*/ 512278 w 12192000"/>
              <a:gd name="connsiteY154" fmla="*/ 2176369 h 2237474"/>
              <a:gd name="connsiteX155" fmla="*/ 480419 w 12192000"/>
              <a:gd name="connsiteY155" fmla="*/ 2167807 h 2237474"/>
              <a:gd name="connsiteX156" fmla="*/ 413835 w 12192000"/>
              <a:gd name="connsiteY156" fmla="*/ 2156783 h 2237474"/>
              <a:gd name="connsiteX157" fmla="*/ 376513 w 12192000"/>
              <a:gd name="connsiteY157" fmla="*/ 2154014 h 2237474"/>
              <a:gd name="connsiteX158" fmla="*/ 273386 w 12192000"/>
              <a:gd name="connsiteY158" fmla="*/ 2142551 h 2237474"/>
              <a:gd name="connsiteX159" fmla="*/ 169207 w 12192000"/>
              <a:gd name="connsiteY159" fmla="*/ 2128100 h 2237474"/>
              <a:gd name="connsiteX160" fmla="*/ 93149 w 12192000"/>
              <a:gd name="connsiteY160" fmla="*/ 2105324 h 2237474"/>
              <a:gd name="connsiteX161" fmla="*/ 88109 w 12192000"/>
              <a:gd name="connsiteY161" fmla="*/ 2106704 h 2237474"/>
              <a:gd name="connsiteX162" fmla="*/ 80022 w 12192000"/>
              <a:gd name="connsiteY162" fmla="*/ 2107254 h 2237474"/>
              <a:gd name="connsiteX163" fmla="*/ 79717 w 12192000"/>
              <a:gd name="connsiteY163" fmla="*/ 2107046 h 2237474"/>
              <a:gd name="connsiteX164" fmla="*/ 72352 w 12192000"/>
              <a:gd name="connsiteY164" fmla="*/ 2107991 h 2237474"/>
              <a:gd name="connsiteX165" fmla="*/ 37645 w 12192000"/>
              <a:gd name="connsiteY165" fmla="*/ 2115401 h 2237474"/>
              <a:gd name="connsiteX166" fmla="*/ 4572 w 12192000"/>
              <a:gd name="connsiteY166" fmla="*/ 2111091 h 2237474"/>
              <a:gd name="connsiteX167" fmla="*/ 0 w 12192000"/>
              <a:gd name="connsiteY167" fmla="*/ 2110468 h 2237474"/>
              <a:gd name="connsiteX168" fmla="*/ 0 w 12192000"/>
              <a:gd name="connsiteY168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15111 h 2237474"/>
              <a:gd name="connsiteX121" fmla="*/ 2186609 w 12192000"/>
              <a:gd name="connsiteY121" fmla="*/ 2008263 h 2237474"/>
              <a:gd name="connsiteX122" fmla="*/ 2164831 w 12192000"/>
              <a:gd name="connsiteY122" fmla="*/ 2010143 h 2237474"/>
              <a:gd name="connsiteX123" fmla="*/ 2117102 w 12192000"/>
              <a:gd name="connsiteY123" fmla="*/ 2023004 h 2237474"/>
              <a:gd name="connsiteX124" fmla="*/ 2089991 w 12192000"/>
              <a:gd name="connsiteY124" fmla="*/ 2034193 h 2237474"/>
              <a:gd name="connsiteX125" fmla="*/ 2058061 w 12192000"/>
              <a:gd name="connsiteY125" fmla="*/ 2047942 h 2237474"/>
              <a:gd name="connsiteX126" fmla="*/ 2042244 w 12192000"/>
              <a:gd name="connsiteY126" fmla="*/ 2055560 h 2237474"/>
              <a:gd name="connsiteX127" fmla="*/ 1877728 w 12192000"/>
              <a:gd name="connsiteY127" fmla="*/ 2101004 h 2237474"/>
              <a:gd name="connsiteX128" fmla="*/ 1759056 w 12192000"/>
              <a:gd name="connsiteY128" fmla="*/ 2125608 h 2237474"/>
              <a:gd name="connsiteX129" fmla="*/ 1637948 w 12192000"/>
              <a:gd name="connsiteY129" fmla="*/ 2172597 h 2237474"/>
              <a:gd name="connsiteX130" fmla="*/ 1434549 w 12192000"/>
              <a:gd name="connsiteY130" fmla="*/ 2234522 h 2237474"/>
              <a:gd name="connsiteX131" fmla="*/ 1398481 w 12192000"/>
              <a:gd name="connsiteY131" fmla="*/ 2237074 h 2237474"/>
              <a:gd name="connsiteX132" fmla="*/ 1398407 w 12192000"/>
              <a:gd name="connsiteY132" fmla="*/ 2237095 h 2237474"/>
              <a:gd name="connsiteX133" fmla="*/ 1370962 w 12192000"/>
              <a:gd name="connsiteY133" fmla="*/ 2237474 h 2237474"/>
              <a:gd name="connsiteX134" fmla="*/ 1356367 w 12192000"/>
              <a:gd name="connsiteY134" fmla="*/ 2235089 h 2237474"/>
              <a:gd name="connsiteX135" fmla="*/ 1324828 w 12192000"/>
              <a:gd name="connsiteY135" fmla="*/ 2231968 h 2237474"/>
              <a:gd name="connsiteX136" fmla="*/ 1279765 w 12192000"/>
              <a:gd name="connsiteY136" fmla="*/ 2229639 h 2237474"/>
              <a:gd name="connsiteX137" fmla="*/ 1195347 w 12192000"/>
              <a:gd name="connsiteY137" fmla="*/ 2212354 h 2237474"/>
              <a:gd name="connsiteX138" fmla="*/ 970251 w 12192000"/>
              <a:gd name="connsiteY138" fmla="*/ 2221029 h 2237474"/>
              <a:gd name="connsiteX139" fmla="*/ 812914 w 12192000"/>
              <a:gd name="connsiteY139" fmla="*/ 2202752 h 2237474"/>
              <a:gd name="connsiteX140" fmla="*/ 800195 w 12192000"/>
              <a:gd name="connsiteY140" fmla="*/ 2209407 h 2237474"/>
              <a:gd name="connsiteX141" fmla="*/ 784978 w 12192000"/>
              <a:gd name="connsiteY141" fmla="*/ 2212360 h 2237474"/>
              <a:gd name="connsiteX142" fmla="*/ 681987 w 12192000"/>
              <a:gd name="connsiteY142" fmla="*/ 2216757 h 2237474"/>
              <a:gd name="connsiteX143" fmla="*/ 669923 w 12192000"/>
              <a:gd name="connsiteY143" fmla="*/ 2211682 h 2237474"/>
              <a:gd name="connsiteX144" fmla="*/ 648680 w 12192000"/>
              <a:gd name="connsiteY144" fmla="*/ 2206229 h 2237474"/>
              <a:gd name="connsiteX145" fmla="*/ 597225 w 12192000"/>
              <a:gd name="connsiteY145" fmla="*/ 2180999 h 2237474"/>
              <a:gd name="connsiteX146" fmla="*/ 558449 w 12192000"/>
              <a:gd name="connsiteY146" fmla="*/ 2182346 h 2237474"/>
              <a:gd name="connsiteX147" fmla="*/ 550517 w 12192000"/>
              <a:gd name="connsiteY147" fmla="*/ 2182060 h 2237474"/>
              <a:gd name="connsiteX148" fmla="*/ 550309 w 12192000"/>
              <a:gd name="connsiteY148" fmla="*/ 2181825 h 2237474"/>
              <a:gd name="connsiteX149" fmla="*/ 541836 w 12192000"/>
              <a:gd name="connsiteY149" fmla="*/ 2181063 h 2237474"/>
              <a:gd name="connsiteX150" fmla="*/ 536057 w 12192000"/>
              <a:gd name="connsiteY150" fmla="*/ 2181537 h 2237474"/>
              <a:gd name="connsiteX151" fmla="*/ 520671 w 12192000"/>
              <a:gd name="connsiteY151" fmla="*/ 2180980 h 2237474"/>
              <a:gd name="connsiteX152" fmla="*/ 515024 w 12192000"/>
              <a:gd name="connsiteY152" fmla="*/ 2179258 h 2237474"/>
              <a:gd name="connsiteX153" fmla="*/ 512278 w 12192000"/>
              <a:gd name="connsiteY153" fmla="*/ 2176369 h 2237474"/>
              <a:gd name="connsiteX154" fmla="*/ 480419 w 12192000"/>
              <a:gd name="connsiteY154" fmla="*/ 2167807 h 2237474"/>
              <a:gd name="connsiteX155" fmla="*/ 413835 w 12192000"/>
              <a:gd name="connsiteY155" fmla="*/ 2156783 h 2237474"/>
              <a:gd name="connsiteX156" fmla="*/ 376513 w 12192000"/>
              <a:gd name="connsiteY156" fmla="*/ 2154014 h 2237474"/>
              <a:gd name="connsiteX157" fmla="*/ 273386 w 12192000"/>
              <a:gd name="connsiteY157" fmla="*/ 2142551 h 2237474"/>
              <a:gd name="connsiteX158" fmla="*/ 169207 w 12192000"/>
              <a:gd name="connsiteY158" fmla="*/ 2128100 h 2237474"/>
              <a:gd name="connsiteX159" fmla="*/ 93149 w 12192000"/>
              <a:gd name="connsiteY159" fmla="*/ 2105324 h 2237474"/>
              <a:gd name="connsiteX160" fmla="*/ 88109 w 12192000"/>
              <a:gd name="connsiteY160" fmla="*/ 2106704 h 2237474"/>
              <a:gd name="connsiteX161" fmla="*/ 80022 w 12192000"/>
              <a:gd name="connsiteY161" fmla="*/ 2107254 h 2237474"/>
              <a:gd name="connsiteX162" fmla="*/ 79717 w 12192000"/>
              <a:gd name="connsiteY162" fmla="*/ 2107046 h 2237474"/>
              <a:gd name="connsiteX163" fmla="*/ 72352 w 12192000"/>
              <a:gd name="connsiteY163" fmla="*/ 2107991 h 2237474"/>
              <a:gd name="connsiteX164" fmla="*/ 37645 w 12192000"/>
              <a:gd name="connsiteY164" fmla="*/ 2115401 h 2237474"/>
              <a:gd name="connsiteX165" fmla="*/ 4572 w 12192000"/>
              <a:gd name="connsiteY165" fmla="*/ 2111091 h 2237474"/>
              <a:gd name="connsiteX166" fmla="*/ 0 w 12192000"/>
              <a:gd name="connsiteY166" fmla="*/ 2110468 h 2237474"/>
              <a:gd name="connsiteX167" fmla="*/ 0 w 12192000"/>
              <a:gd name="connsiteY167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15111 h 2237474"/>
              <a:gd name="connsiteX121" fmla="*/ 2186609 w 12192000"/>
              <a:gd name="connsiteY121" fmla="*/ 2008263 h 2237474"/>
              <a:gd name="connsiteX122" fmla="*/ 2164831 w 12192000"/>
              <a:gd name="connsiteY122" fmla="*/ 2010143 h 2237474"/>
              <a:gd name="connsiteX123" fmla="*/ 2089991 w 12192000"/>
              <a:gd name="connsiteY123" fmla="*/ 2034193 h 2237474"/>
              <a:gd name="connsiteX124" fmla="*/ 2058061 w 12192000"/>
              <a:gd name="connsiteY124" fmla="*/ 2047942 h 2237474"/>
              <a:gd name="connsiteX125" fmla="*/ 2042244 w 12192000"/>
              <a:gd name="connsiteY125" fmla="*/ 2055560 h 2237474"/>
              <a:gd name="connsiteX126" fmla="*/ 1877728 w 12192000"/>
              <a:gd name="connsiteY126" fmla="*/ 2101004 h 2237474"/>
              <a:gd name="connsiteX127" fmla="*/ 1759056 w 12192000"/>
              <a:gd name="connsiteY127" fmla="*/ 2125608 h 2237474"/>
              <a:gd name="connsiteX128" fmla="*/ 1637948 w 12192000"/>
              <a:gd name="connsiteY128" fmla="*/ 2172597 h 2237474"/>
              <a:gd name="connsiteX129" fmla="*/ 1434549 w 12192000"/>
              <a:gd name="connsiteY129" fmla="*/ 2234522 h 2237474"/>
              <a:gd name="connsiteX130" fmla="*/ 1398481 w 12192000"/>
              <a:gd name="connsiteY130" fmla="*/ 2237074 h 2237474"/>
              <a:gd name="connsiteX131" fmla="*/ 1398407 w 12192000"/>
              <a:gd name="connsiteY131" fmla="*/ 2237095 h 2237474"/>
              <a:gd name="connsiteX132" fmla="*/ 1370962 w 12192000"/>
              <a:gd name="connsiteY132" fmla="*/ 2237474 h 2237474"/>
              <a:gd name="connsiteX133" fmla="*/ 1356367 w 12192000"/>
              <a:gd name="connsiteY133" fmla="*/ 2235089 h 2237474"/>
              <a:gd name="connsiteX134" fmla="*/ 1324828 w 12192000"/>
              <a:gd name="connsiteY134" fmla="*/ 2231968 h 2237474"/>
              <a:gd name="connsiteX135" fmla="*/ 1279765 w 12192000"/>
              <a:gd name="connsiteY135" fmla="*/ 2229639 h 2237474"/>
              <a:gd name="connsiteX136" fmla="*/ 1195347 w 12192000"/>
              <a:gd name="connsiteY136" fmla="*/ 2212354 h 2237474"/>
              <a:gd name="connsiteX137" fmla="*/ 970251 w 12192000"/>
              <a:gd name="connsiteY137" fmla="*/ 2221029 h 2237474"/>
              <a:gd name="connsiteX138" fmla="*/ 812914 w 12192000"/>
              <a:gd name="connsiteY138" fmla="*/ 2202752 h 2237474"/>
              <a:gd name="connsiteX139" fmla="*/ 800195 w 12192000"/>
              <a:gd name="connsiteY139" fmla="*/ 2209407 h 2237474"/>
              <a:gd name="connsiteX140" fmla="*/ 784978 w 12192000"/>
              <a:gd name="connsiteY140" fmla="*/ 2212360 h 2237474"/>
              <a:gd name="connsiteX141" fmla="*/ 681987 w 12192000"/>
              <a:gd name="connsiteY141" fmla="*/ 2216757 h 2237474"/>
              <a:gd name="connsiteX142" fmla="*/ 669923 w 12192000"/>
              <a:gd name="connsiteY142" fmla="*/ 2211682 h 2237474"/>
              <a:gd name="connsiteX143" fmla="*/ 648680 w 12192000"/>
              <a:gd name="connsiteY143" fmla="*/ 2206229 h 2237474"/>
              <a:gd name="connsiteX144" fmla="*/ 597225 w 12192000"/>
              <a:gd name="connsiteY144" fmla="*/ 2180999 h 2237474"/>
              <a:gd name="connsiteX145" fmla="*/ 558449 w 12192000"/>
              <a:gd name="connsiteY145" fmla="*/ 2182346 h 2237474"/>
              <a:gd name="connsiteX146" fmla="*/ 550517 w 12192000"/>
              <a:gd name="connsiteY146" fmla="*/ 2182060 h 2237474"/>
              <a:gd name="connsiteX147" fmla="*/ 550309 w 12192000"/>
              <a:gd name="connsiteY147" fmla="*/ 2181825 h 2237474"/>
              <a:gd name="connsiteX148" fmla="*/ 541836 w 12192000"/>
              <a:gd name="connsiteY148" fmla="*/ 2181063 h 2237474"/>
              <a:gd name="connsiteX149" fmla="*/ 536057 w 12192000"/>
              <a:gd name="connsiteY149" fmla="*/ 2181537 h 2237474"/>
              <a:gd name="connsiteX150" fmla="*/ 520671 w 12192000"/>
              <a:gd name="connsiteY150" fmla="*/ 2180980 h 2237474"/>
              <a:gd name="connsiteX151" fmla="*/ 515024 w 12192000"/>
              <a:gd name="connsiteY151" fmla="*/ 2179258 h 2237474"/>
              <a:gd name="connsiteX152" fmla="*/ 512278 w 12192000"/>
              <a:gd name="connsiteY152" fmla="*/ 2176369 h 2237474"/>
              <a:gd name="connsiteX153" fmla="*/ 480419 w 12192000"/>
              <a:gd name="connsiteY153" fmla="*/ 2167807 h 2237474"/>
              <a:gd name="connsiteX154" fmla="*/ 413835 w 12192000"/>
              <a:gd name="connsiteY154" fmla="*/ 2156783 h 2237474"/>
              <a:gd name="connsiteX155" fmla="*/ 376513 w 12192000"/>
              <a:gd name="connsiteY155" fmla="*/ 2154014 h 2237474"/>
              <a:gd name="connsiteX156" fmla="*/ 273386 w 12192000"/>
              <a:gd name="connsiteY156" fmla="*/ 2142551 h 2237474"/>
              <a:gd name="connsiteX157" fmla="*/ 169207 w 12192000"/>
              <a:gd name="connsiteY157" fmla="*/ 2128100 h 2237474"/>
              <a:gd name="connsiteX158" fmla="*/ 93149 w 12192000"/>
              <a:gd name="connsiteY158" fmla="*/ 2105324 h 2237474"/>
              <a:gd name="connsiteX159" fmla="*/ 88109 w 12192000"/>
              <a:gd name="connsiteY159" fmla="*/ 2106704 h 2237474"/>
              <a:gd name="connsiteX160" fmla="*/ 80022 w 12192000"/>
              <a:gd name="connsiteY160" fmla="*/ 2107254 h 2237474"/>
              <a:gd name="connsiteX161" fmla="*/ 79717 w 12192000"/>
              <a:gd name="connsiteY161" fmla="*/ 2107046 h 2237474"/>
              <a:gd name="connsiteX162" fmla="*/ 72352 w 12192000"/>
              <a:gd name="connsiteY162" fmla="*/ 2107991 h 2237474"/>
              <a:gd name="connsiteX163" fmla="*/ 37645 w 12192000"/>
              <a:gd name="connsiteY163" fmla="*/ 2115401 h 2237474"/>
              <a:gd name="connsiteX164" fmla="*/ 4572 w 12192000"/>
              <a:gd name="connsiteY164" fmla="*/ 2111091 h 2237474"/>
              <a:gd name="connsiteX165" fmla="*/ 0 w 12192000"/>
              <a:gd name="connsiteY165" fmla="*/ 2110468 h 2237474"/>
              <a:gd name="connsiteX166" fmla="*/ 0 w 12192000"/>
              <a:gd name="connsiteY166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15111 h 2237474"/>
              <a:gd name="connsiteX121" fmla="*/ 2186609 w 12192000"/>
              <a:gd name="connsiteY121" fmla="*/ 2008263 h 2237474"/>
              <a:gd name="connsiteX122" fmla="*/ 2164831 w 12192000"/>
              <a:gd name="connsiteY122" fmla="*/ 2010143 h 2237474"/>
              <a:gd name="connsiteX123" fmla="*/ 2085228 w 12192000"/>
              <a:gd name="connsiteY123" fmla="*/ 2046431 h 2237474"/>
              <a:gd name="connsiteX124" fmla="*/ 2058061 w 12192000"/>
              <a:gd name="connsiteY124" fmla="*/ 2047942 h 2237474"/>
              <a:gd name="connsiteX125" fmla="*/ 2042244 w 12192000"/>
              <a:gd name="connsiteY125" fmla="*/ 2055560 h 2237474"/>
              <a:gd name="connsiteX126" fmla="*/ 1877728 w 12192000"/>
              <a:gd name="connsiteY126" fmla="*/ 2101004 h 2237474"/>
              <a:gd name="connsiteX127" fmla="*/ 1759056 w 12192000"/>
              <a:gd name="connsiteY127" fmla="*/ 2125608 h 2237474"/>
              <a:gd name="connsiteX128" fmla="*/ 1637948 w 12192000"/>
              <a:gd name="connsiteY128" fmla="*/ 2172597 h 2237474"/>
              <a:gd name="connsiteX129" fmla="*/ 1434549 w 12192000"/>
              <a:gd name="connsiteY129" fmla="*/ 2234522 h 2237474"/>
              <a:gd name="connsiteX130" fmla="*/ 1398481 w 12192000"/>
              <a:gd name="connsiteY130" fmla="*/ 2237074 h 2237474"/>
              <a:gd name="connsiteX131" fmla="*/ 1398407 w 12192000"/>
              <a:gd name="connsiteY131" fmla="*/ 2237095 h 2237474"/>
              <a:gd name="connsiteX132" fmla="*/ 1370962 w 12192000"/>
              <a:gd name="connsiteY132" fmla="*/ 2237474 h 2237474"/>
              <a:gd name="connsiteX133" fmla="*/ 1356367 w 12192000"/>
              <a:gd name="connsiteY133" fmla="*/ 2235089 h 2237474"/>
              <a:gd name="connsiteX134" fmla="*/ 1324828 w 12192000"/>
              <a:gd name="connsiteY134" fmla="*/ 2231968 h 2237474"/>
              <a:gd name="connsiteX135" fmla="*/ 1279765 w 12192000"/>
              <a:gd name="connsiteY135" fmla="*/ 2229639 h 2237474"/>
              <a:gd name="connsiteX136" fmla="*/ 1195347 w 12192000"/>
              <a:gd name="connsiteY136" fmla="*/ 2212354 h 2237474"/>
              <a:gd name="connsiteX137" fmla="*/ 970251 w 12192000"/>
              <a:gd name="connsiteY137" fmla="*/ 2221029 h 2237474"/>
              <a:gd name="connsiteX138" fmla="*/ 812914 w 12192000"/>
              <a:gd name="connsiteY138" fmla="*/ 2202752 h 2237474"/>
              <a:gd name="connsiteX139" fmla="*/ 800195 w 12192000"/>
              <a:gd name="connsiteY139" fmla="*/ 2209407 h 2237474"/>
              <a:gd name="connsiteX140" fmla="*/ 784978 w 12192000"/>
              <a:gd name="connsiteY140" fmla="*/ 2212360 h 2237474"/>
              <a:gd name="connsiteX141" fmla="*/ 681987 w 12192000"/>
              <a:gd name="connsiteY141" fmla="*/ 2216757 h 2237474"/>
              <a:gd name="connsiteX142" fmla="*/ 669923 w 12192000"/>
              <a:gd name="connsiteY142" fmla="*/ 2211682 h 2237474"/>
              <a:gd name="connsiteX143" fmla="*/ 648680 w 12192000"/>
              <a:gd name="connsiteY143" fmla="*/ 2206229 h 2237474"/>
              <a:gd name="connsiteX144" fmla="*/ 597225 w 12192000"/>
              <a:gd name="connsiteY144" fmla="*/ 2180999 h 2237474"/>
              <a:gd name="connsiteX145" fmla="*/ 558449 w 12192000"/>
              <a:gd name="connsiteY145" fmla="*/ 2182346 h 2237474"/>
              <a:gd name="connsiteX146" fmla="*/ 550517 w 12192000"/>
              <a:gd name="connsiteY146" fmla="*/ 2182060 h 2237474"/>
              <a:gd name="connsiteX147" fmla="*/ 550309 w 12192000"/>
              <a:gd name="connsiteY147" fmla="*/ 2181825 h 2237474"/>
              <a:gd name="connsiteX148" fmla="*/ 541836 w 12192000"/>
              <a:gd name="connsiteY148" fmla="*/ 2181063 h 2237474"/>
              <a:gd name="connsiteX149" fmla="*/ 536057 w 12192000"/>
              <a:gd name="connsiteY149" fmla="*/ 2181537 h 2237474"/>
              <a:gd name="connsiteX150" fmla="*/ 520671 w 12192000"/>
              <a:gd name="connsiteY150" fmla="*/ 2180980 h 2237474"/>
              <a:gd name="connsiteX151" fmla="*/ 515024 w 12192000"/>
              <a:gd name="connsiteY151" fmla="*/ 2179258 h 2237474"/>
              <a:gd name="connsiteX152" fmla="*/ 512278 w 12192000"/>
              <a:gd name="connsiteY152" fmla="*/ 2176369 h 2237474"/>
              <a:gd name="connsiteX153" fmla="*/ 480419 w 12192000"/>
              <a:gd name="connsiteY153" fmla="*/ 2167807 h 2237474"/>
              <a:gd name="connsiteX154" fmla="*/ 413835 w 12192000"/>
              <a:gd name="connsiteY154" fmla="*/ 2156783 h 2237474"/>
              <a:gd name="connsiteX155" fmla="*/ 376513 w 12192000"/>
              <a:gd name="connsiteY155" fmla="*/ 2154014 h 2237474"/>
              <a:gd name="connsiteX156" fmla="*/ 273386 w 12192000"/>
              <a:gd name="connsiteY156" fmla="*/ 2142551 h 2237474"/>
              <a:gd name="connsiteX157" fmla="*/ 169207 w 12192000"/>
              <a:gd name="connsiteY157" fmla="*/ 2128100 h 2237474"/>
              <a:gd name="connsiteX158" fmla="*/ 93149 w 12192000"/>
              <a:gd name="connsiteY158" fmla="*/ 2105324 h 2237474"/>
              <a:gd name="connsiteX159" fmla="*/ 88109 w 12192000"/>
              <a:gd name="connsiteY159" fmla="*/ 2106704 h 2237474"/>
              <a:gd name="connsiteX160" fmla="*/ 80022 w 12192000"/>
              <a:gd name="connsiteY160" fmla="*/ 2107254 h 2237474"/>
              <a:gd name="connsiteX161" fmla="*/ 79717 w 12192000"/>
              <a:gd name="connsiteY161" fmla="*/ 2107046 h 2237474"/>
              <a:gd name="connsiteX162" fmla="*/ 72352 w 12192000"/>
              <a:gd name="connsiteY162" fmla="*/ 2107991 h 2237474"/>
              <a:gd name="connsiteX163" fmla="*/ 37645 w 12192000"/>
              <a:gd name="connsiteY163" fmla="*/ 2115401 h 2237474"/>
              <a:gd name="connsiteX164" fmla="*/ 4572 w 12192000"/>
              <a:gd name="connsiteY164" fmla="*/ 2111091 h 2237474"/>
              <a:gd name="connsiteX165" fmla="*/ 0 w 12192000"/>
              <a:gd name="connsiteY165" fmla="*/ 2110468 h 2237474"/>
              <a:gd name="connsiteX166" fmla="*/ 0 w 12192000"/>
              <a:gd name="connsiteY166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1511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02752 h 2237474"/>
              <a:gd name="connsiteX138" fmla="*/ 800195 w 12192000"/>
              <a:gd name="connsiteY138" fmla="*/ 2209407 h 2237474"/>
              <a:gd name="connsiteX139" fmla="*/ 784978 w 12192000"/>
              <a:gd name="connsiteY139" fmla="*/ 2212360 h 2237474"/>
              <a:gd name="connsiteX140" fmla="*/ 681987 w 12192000"/>
              <a:gd name="connsiteY140" fmla="*/ 2216757 h 2237474"/>
              <a:gd name="connsiteX141" fmla="*/ 669923 w 12192000"/>
              <a:gd name="connsiteY141" fmla="*/ 2211682 h 2237474"/>
              <a:gd name="connsiteX142" fmla="*/ 648680 w 12192000"/>
              <a:gd name="connsiteY142" fmla="*/ 2206229 h 2237474"/>
              <a:gd name="connsiteX143" fmla="*/ 597225 w 12192000"/>
              <a:gd name="connsiteY143" fmla="*/ 2180999 h 2237474"/>
              <a:gd name="connsiteX144" fmla="*/ 558449 w 12192000"/>
              <a:gd name="connsiteY144" fmla="*/ 2182346 h 2237474"/>
              <a:gd name="connsiteX145" fmla="*/ 550517 w 12192000"/>
              <a:gd name="connsiteY145" fmla="*/ 2182060 h 2237474"/>
              <a:gd name="connsiteX146" fmla="*/ 550309 w 12192000"/>
              <a:gd name="connsiteY146" fmla="*/ 2181825 h 2237474"/>
              <a:gd name="connsiteX147" fmla="*/ 541836 w 12192000"/>
              <a:gd name="connsiteY147" fmla="*/ 2181063 h 2237474"/>
              <a:gd name="connsiteX148" fmla="*/ 536057 w 12192000"/>
              <a:gd name="connsiteY148" fmla="*/ 2181537 h 2237474"/>
              <a:gd name="connsiteX149" fmla="*/ 520671 w 12192000"/>
              <a:gd name="connsiteY149" fmla="*/ 2180980 h 2237474"/>
              <a:gd name="connsiteX150" fmla="*/ 515024 w 12192000"/>
              <a:gd name="connsiteY150" fmla="*/ 2179258 h 2237474"/>
              <a:gd name="connsiteX151" fmla="*/ 512278 w 12192000"/>
              <a:gd name="connsiteY151" fmla="*/ 2176369 h 2237474"/>
              <a:gd name="connsiteX152" fmla="*/ 480419 w 12192000"/>
              <a:gd name="connsiteY152" fmla="*/ 2167807 h 2237474"/>
              <a:gd name="connsiteX153" fmla="*/ 413835 w 12192000"/>
              <a:gd name="connsiteY153" fmla="*/ 2156783 h 2237474"/>
              <a:gd name="connsiteX154" fmla="*/ 376513 w 12192000"/>
              <a:gd name="connsiteY154" fmla="*/ 2154014 h 2237474"/>
              <a:gd name="connsiteX155" fmla="*/ 273386 w 12192000"/>
              <a:gd name="connsiteY155" fmla="*/ 2142551 h 2237474"/>
              <a:gd name="connsiteX156" fmla="*/ 169207 w 12192000"/>
              <a:gd name="connsiteY156" fmla="*/ 2128100 h 2237474"/>
              <a:gd name="connsiteX157" fmla="*/ 93149 w 12192000"/>
              <a:gd name="connsiteY157" fmla="*/ 2105324 h 2237474"/>
              <a:gd name="connsiteX158" fmla="*/ 88109 w 12192000"/>
              <a:gd name="connsiteY158" fmla="*/ 2106704 h 2237474"/>
              <a:gd name="connsiteX159" fmla="*/ 80022 w 12192000"/>
              <a:gd name="connsiteY159" fmla="*/ 2107254 h 2237474"/>
              <a:gd name="connsiteX160" fmla="*/ 79717 w 12192000"/>
              <a:gd name="connsiteY160" fmla="*/ 2107046 h 2237474"/>
              <a:gd name="connsiteX161" fmla="*/ 72352 w 12192000"/>
              <a:gd name="connsiteY161" fmla="*/ 2107991 h 2237474"/>
              <a:gd name="connsiteX162" fmla="*/ 37645 w 12192000"/>
              <a:gd name="connsiteY162" fmla="*/ 2115401 h 2237474"/>
              <a:gd name="connsiteX163" fmla="*/ 4572 w 12192000"/>
              <a:gd name="connsiteY163" fmla="*/ 2111091 h 2237474"/>
              <a:gd name="connsiteX164" fmla="*/ 0 w 12192000"/>
              <a:gd name="connsiteY164" fmla="*/ 2110468 h 2237474"/>
              <a:gd name="connsiteX165" fmla="*/ 0 w 12192000"/>
              <a:gd name="connsiteY16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02752 h 2237474"/>
              <a:gd name="connsiteX138" fmla="*/ 800195 w 12192000"/>
              <a:gd name="connsiteY138" fmla="*/ 2209407 h 2237474"/>
              <a:gd name="connsiteX139" fmla="*/ 784978 w 12192000"/>
              <a:gd name="connsiteY139" fmla="*/ 2212360 h 2237474"/>
              <a:gd name="connsiteX140" fmla="*/ 681987 w 12192000"/>
              <a:gd name="connsiteY140" fmla="*/ 2216757 h 2237474"/>
              <a:gd name="connsiteX141" fmla="*/ 669923 w 12192000"/>
              <a:gd name="connsiteY141" fmla="*/ 2211682 h 2237474"/>
              <a:gd name="connsiteX142" fmla="*/ 648680 w 12192000"/>
              <a:gd name="connsiteY142" fmla="*/ 2206229 h 2237474"/>
              <a:gd name="connsiteX143" fmla="*/ 597225 w 12192000"/>
              <a:gd name="connsiteY143" fmla="*/ 2180999 h 2237474"/>
              <a:gd name="connsiteX144" fmla="*/ 558449 w 12192000"/>
              <a:gd name="connsiteY144" fmla="*/ 2182346 h 2237474"/>
              <a:gd name="connsiteX145" fmla="*/ 550517 w 12192000"/>
              <a:gd name="connsiteY145" fmla="*/ 2182060 h 2237474"/>
              <a:gd name="connsiteX146" fmla="*/ 550309 w 12192000"/>
              <a:gd name="connsiteY146" fmla="*/ 2181825 h 2237474"/>
              <a:gd name="connsiteX147" fmla="*/ 541836 w 12192000"/>
              <a:gd name="connsiteY147" fmla="*/ 2181063 h 2237474"/>
              <a:gd name="connsiteX148" fmla="*/ 536057 w 12192000"/>
              <a:gd name="connsiteY148" fmla="*/ 2181537 h 2237474"/>
              <a:gd name="connsiteX149" fmla="*/ 520671 w 12192000"/>
              <a:gd name="connsiteY149" fmla="*/ 2180980 h 2237474"/>
              <a:gd name="connsiteX150" fmla="*/ 515024 w 12192000"/>
              <a:gd name="connsiteY150" fmla="*/ 2179258 h 2237474"/>
              <a:gd name="connsiteX151" fmla="*/ 512278 w 12192000"/>
              <a:gd name="connsiteY151" fmla="*/ 2176369 h 2237474"/>
              <a:gd name="connsiteX152" fmla="*/ 480419 w 12192000"/>
              <a:gd name="connsiteY152" fmla="*/ 2167807 h 2237474"/>
              <a:gd name="connsiteX153" fmla="*/ 413835 w 12192000"/>
              <a:gd name="connsiteY153" fmla="*/ 2156783 h 2237474"/>
              <a:gd name="connsiteX154" fmla="*/ 376513 w 12192000"/>
              <a:gd name="connsiteY154" fmla="*/ 2154014 h 2237474"/>
              <a:gd name="connsiteX155" fmla="*/ 273386 w 12192000"/>
              <a:gd name="connsiteY155" fmla="*/ 2142551 h 2237474"/>
              <a:gd name="connsiteX156" fmla="*/ 169207 w 12192000"/>
              <a:gd name="connsiteY156" fmla="*/ 2128100 h 2237474"/>
              <a:gd name="connsiteX157" fmla="*/ 93149 w 12192000"/>
              <a:gd name="connsiteY157" fmla="*/ 2105324 h 2237474"/>
              <a:gd name="connsiteX158" fmla="*/ 88109 w 12192000"/>
              <a:gd name="connsiteY158" fmla="*/ 2106704 h 2237474"/>
              <a:gd name="connsiteX159" fmla="*/ 80022 w 12192000"/>
              <a:gd name="connsiteY159" fmla="*/ 2107254 h 2237474"/>
              <a:gd name="connsiteX160" fmla="*/ 79717 w 12192000"/>
              <a:gd name="connsiteY160" fmla="*/ 2107046 h 2237474"/>
              <a:gd name="connsiteX161" fmla="*/ 72352 w 12192000"/>
              <a:gd name="connsiteY161" fmla="*/ 2107991 h 2237474"/>
              <a:gd name="connsiteX162" fmla="*/ 37645 w 12192000"/>
              <a:gd name="connsiteY162" fmla="*/ 2115401 h 2237474"/>
              <a:gd name="connsiteX163" fmla="*/ 4572 w 12192000"/>
              <a:gd name="connsiteY163" fmla="*/ 2111091 h 2237474"/>
              <a:gd name="connsiteX164" fmla="*/ 0 w 12192000"/>
              <a:gd name="connsiteY164" fmla="*/ 2110468 h 2237474"/>
              <a:gd name="connsiteX165" fmla="*/ 0 w 12192000"/>
              <a:gd name="connsiteY16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02752 h 2237474"/>
              <a:gd name="connsiteX138" fmla="*/ 800195 w 12192000"/>
              <a:gd name="connsiteY138" fmla="*/ 2209407 h 2237474"/>
              <a:gd name="connsiteX139" fmla="*/ 784978 w 12192000"/>
              <a:gd name="connsiteY139" fmla="*/ 2212360 h 2237474"/>
              <a:gd name="connsiteX140" fmla="*/ 669923 w 12192000"/>
              <a:gd name="connsiteY140" fmla="*/ 2211682 h 2237474"/>
              <a:gd name="connsiteX141" fmla="*/ 648680 w 12192000"/>
              <a:gd name="connsiteY141" fmla="*/ 2206229 h 2237474"/>
              <a:gd name="connsiteX142" fmla="*/ 597225 w 12192000"/>
              <a:gd name="connsiteY142" fmla="*/ 2180999 h 2237474"/>
              <a:gd name="connsiteX143" fmla="*/ 558449 w 12192000"/>
              <a:gd name="connsiteY143" fmla="*/ 2182346 h 2237474"/>
              <a:gd name="connsiteX144" fmla="*/ 550517 w 12192000"/>
              <a:gd name="connsiteY144" fmla="*/ 2182060 h 2237474"/>
              <a:gd name="connsiteX145" fmla="*/ 550309 w 12192000"/>
              <a:gd name="connsiteY145" fmla="*/ 2181825 h 2237474"/>
              <a:gd name="connsiteX146" fmla="*/ 541836 w 12192000"/>
              <a:gd name="connsiteY146" fmla="*/ 2181063 h 2237474"/>
              <a:gd name="connsiteX147" fmla="*/ 536057 w 12192000"/>
              <a:gd name="connsiteY147" fmla="*/ 2181537 h 2237474"/>
              <a:gd name="connsiteX148" fmla="*/ 520671 w 12192000"/>
              <a:gd name="connsiteY148" fmla="*/ 2180980 h 2237474"/>
              <a:gd name="connsiteX149" fmla="*/ 515024 w 12192000"/>
              <a:gd name="connsiteY149" fmla="*/ 2179258 h 2237474"/>
              <a:gd name="connsiteX150" fmla="*/ 512278 w 12192000"/>
              <a:gd name="connsiteY150" fmla="*/ 2176369 h 2237474"/>
              <a:gd name="connsiteX151" fmla="*/ 480419 w 12192000"/>
              <a:gd name="connsiteY151" fmla="*/ 2167807 h 2237474"/>
              <a:gd name="connsiteX152" fmla="*/ 413835 w 12192000"/>
              <a:gd name="connsiteY152" fmla="*/ 2156783 h 2237474"/>
              <a:gd name="connsiteX153" fmla="*/ 376513 w 12192000"/>
              <a:gd name="connsiteY153" fmla="*/ 2154014 h 2237474"/>
              <a:gd name="connsiteX154" fmla="*/ 273386 w 12192000"/>
              <a:gd name="connsiteY154" fmla="*/ 2142551 h 2237474"/>
              <a:gd name="connsiteX155" fmla="*/ 169207 w 12192000"/>
              <a:gd name="connsiteY155" fmla="*/ 2128100 h 2237474"/>
              <a:gd name="connsiteX156" fmla="*/ 93149 w 12192000"/>
              <a:gd name="connsiteY156" fmla="*/ 2105324 h 2237474"/>
              <a:gd name="connsiteX157" fmla="*/ 88109 w 12192000"/>
              <a:gd name="connsiteY157" fmla="*/ 2106704 h 2237474"/>
              <a:gd name="connsiteX158" fmla="*/ 80022 w 12192000"/>
              <a:gd name="connsiteY158" fmla="*/ 2107254 h 2237474"/>
              <a:gd name="connsiteX159" fmla="*/ 79717 w 12192000"/>
              <a:gd name="connsiteY159" fmla="*/ 2107046 h 2237474"/>
              <a:gd name="connsiteX160" fmla="*/ 72352 w 12192000"/>
              <a:gd name="connsiteY160" fmla="*/ 2107991 h 2237474"/>
              <a:gd name="connsiteX161" fmla="*/ 37645 w 12192000"/>
              <a:gd name="connsiteY161" fmla="*/ 2115401 h 2237474"/>
              <a:gd name="connsiteX162" fmla="*/ 4572 w 12192000"/>
              <a:gd name="connsiteY162" fmla="*/ 2111091 h 2237474"/>
              <a:gd name="connsiteX163" fmla="*/ 0 w 12192000"/>
              <a:gd name="connsiteY163" fmla="*/ 2110468 h 2237474"/>
              <a:gd name="connsiteX164" fmla="*/ 0 w 12192000"/>
              <a:gd name="connsiteY164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02752 h 2237474"/>
              <a:gd name="connsiteX138" fmla="*/ 800195 w 12192000"/>
              <a:gd name="connsiteY138" fmla="*/ 2209407 h 2237474"/>
              <a:gd name="connsiteX139" fmla="*/ 784978 w 12192000"/>
              <a:gd name="connsiteY139" fmla="*/ 2212360 h 2237474"/>
              <a:gd name="connsiteX140" fmla="*/ 669923 w 12192000"/>
              <a:gd name="connsiteY140" fmla="*/ 2211682 h 2237474"/>
              <a:gd name="connsiteX141" fmla="*/ 648680 w 12192000"/>
              <a:gd name="connsiteY141" fmla="*/ 2206229 h 2237474"/>
              <a:gd name="connsiteX142" fmla="*/ 597225 w 12192000"/>
              <a:gd name="connsiteY142" fmla="*/ 2180999 h 2237474"/>
              <a:gd name="connsiteX143" fmla="*/ 558449 w 12192000"/>
              <a:gd name="connsiteY143" fmla="*/ 2182346 h 2237474"/>
              <a:gd name="connsiteX144" fmla="*/ 550517 w 12192000"/>
              <a:gd name="connsiteY144" fmla="*/ 2182060 h 2237474"/>
              <a:gd name="connsiteX145" fmla="*/ 550309 w 12192000"/>
              <a:gd name="connsiteY145" fmla="*/ 2181825 h 2237474"/>
              <a:gd name="connsiteX146" fmla="*/ 541836 w 12192000"/>
              <a:gd name="connsiteY146" fmla="*/ 2181063 h 2237474"/>
              <a:gd name="connsiteX147" fmla="*/ 520671 w 12192000"/>
              <a:gd name="connsiteY147" fmla="*/ 2180980 h 2237474"/>
              <a:gd name="connsiteX148" fmla="*/ 515024 w 12192000"/>
              <a:gd name="connsiteY148" fmla="*/ 2179258 h 2237474"/>
              <a:gd name="connsiteX149" fmla="*/ 512278 w 12192000"/>
              <a:gd name="connsiteY149" fmla="*/ 2176369 h 2237474"/>
              <a:gd name="connsiteX150" fmla="*/ 480419 w 12192000"/>
              <a:gd name="connsiteY150" fmla="*/ 2167807 h 2237474"/>
              <a:gd name="connsiteX151" fmla="*/ 413835 w 12192000"/>
              <a:gd name="connsiteY151" fmla="*/ 2156783 h 2237474"/>
              <a:gd name="connsiteX152" fmla="*/ 376513 w 12192000"/>
              <a:gd name="connsiteY152" fmla="*/ 2154014 h 2237474"/>
              <a:gd name="connsiteX153" fmla="*/ 273386 w 12192000"/>
              <a:gd name="connsiteY153" fmla="*/ 2142551 h 2237474"/>
              <a:gd name="connsiteX154" fmla="*/ 169207 w 12192000"/>
              <a:gd name="connsiteY154" fmla="*/ 2128100 h 2237474"/>
              <a:gd name="connsiteX155" fmla="*/ 93149 w 12192000"/>
              <a:gd name="connsiteY155" fmla="*/ 2105324 h 2237474"/>
              <a:gd name="connsiteX156" fmla="*/ 88109 w 12192000"/>
              <a:gd name="connsiteY156" fmla="*/ 2106704 h 2237474"/>
              <a:gd name="connsiteX157" fmla="*/ 80022 w 12192000"/>
              <a:gd name="connsiteY157" fmla="*/ 2107254 h 2237474"/>
              <a:gd name="connsiteX158" fmla="*/ 79717 w 12192000"/>
              <a:gd name="connsiteY158" fmla="*/ 2107046 h 2237474"/>
              <a:gd name="connsiteX159" fmla="*/ 72352 w 12192000"/>
              <a:gd name="connsiteY159" fmla="*/ 2107991 h 2237474"/>
              <a:gd name="connsiteX160" fmla="*/ 37645 w 12192000"/>
              <a:gd name="connsiteY160" fmla="*/ 2115401 h 2237474"/>
              <a:gd name="connsiteX161" fmla="*/ 4572 w 12192000"/>
              <a:gd name="connsiteY161" fmla="*/ 2111091 h 2237474"/>
              <a:gd name="connsiteX162" fmla="*/ 0 w 12192000"/>
              <a:gd name="connsiteY162" fmla="*/ 2110468 h 2237474"/>
              <a:gd name="connsiteX163" fmla="*/ 0 w 12192000"/>
              <a:gd name="connsiteY163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02752 h 2237474"/>
              <a:gd name="connsiteX138" fmla="*/ 800195 w 12192000"/>
              <a:gd name="connsiteY138" fmla="*/ 2209407 h 2237474"/>
              <a:gd name="connsiteX139" fmla="*/ 784978 w 12192000"/>
              <a:gd name="connsiteY139" fmla="*/ 2212360 h 2237474"/>
              <a:gd name="connsiteX140" fmla="*/ 669923 w 12192000"/>
              <a:gd name="connsiteY140" fmla="*/ 2211682 h 2237474"/>
              <a:gd name="connsiteX141" fmla="*/ 648680 w 12192000"/>
              <a:gd name="connsiteY141" fmla="*/ 2206229 h 2237474"/>
              <a:gd name="connsiteX142" fmla="*/ 597225 w 12192000"/>
              <a:gd name="connsiteY142" fmla="*/ 2180999 h 2237474"/>
              <a:gd name="connsiteX143" fmla="*/ 558449 w 12192000"/>
              <a:gd name="connsiteY143" fmla="*/ 2182346 h 2237474"/>
              <a:gd name="connsiteX144" fmla="*/ 550517 w 12192000"/>
              <a:gd name="connsiteY144" fmla="*/ 2182060 h 2237474"/>
              <a:gd name="connsiteX145" fmla="*/ 550309 w 12192000"/>
              <a:gd name="connsiteY145" fmla="*/ 2181825 h 2237474"/>
              <a:gd name="connsiteX146" fmla="*/ 520671 w 12192000"/>
              <a:gd name="connsiteY146" fmla="*/ 2180980 h 2237474"/>
              <a:gd name="connsiteX147" fmla="*/ 515024 w 12192000"/>
              <a:gd name="connsiteY147" fmla="*/ 2179258 h 2237474"/>
              <a:gd name="connsiteX148" fmla="*/ 512278 w 12192000"/>
              <a:gd name="connsiteY148" fmla="*/ 2176369 h 2237474"/>
              <a:gd name="connsiteX149" fmla="*/ 480419 w 12192000"/>
              <a:gd name="connsiteY149" fmla="*/ 2167807 h 2237474"/>
              <a:gd name="connsiteX150" fmla="*/ 413835 w 12192000"/>
              <a:gd name="connsiteY150" fmla="*/ 2156783 h 2237474"/>
              <a:gd name="connsiteX151" fmla="*/ 376513 w 12192000"/>
              <a:gd name="connsiteY151" fmla="*/ 2154014 h 2237474"/>
              <a:gd name="connsiteX152" fmla="*/ 273386 w 12192000"/>
              <a:gd name="connsiteY152" fmla="*/ 2142551 h 2237474"/>
              <a:gd name="connsiteX153" fmla="*/ 169207 w 12192000"/>
              <a:gd name="connsiteY153" fmla="*/ 2128100 h 2237474"/>
              <a:gd name="connsiteX154" fmla="*/ 93149 w 12192000"/>
              <a:gd name="connsiteY154" fmla="*/ 2105324 h 2237474"/>
              <a:gd name="connsiteX155" fmla="*/ 88109 w 12192000"/>
              <a:gd name="connsiteY155" fmla="*/ 2106704 h 2237474"/>
              <a:gd name="connsiteX156" fmla="*/ 80022 w 12192000"/>
              <a:gd name="connsiteY156" fmla="*/ 2107254 h 2237474"/>
              <a:gd name="connsiteX157" fmla="*/ 79717 w 12192000"/>
              <a:gd name="connsiteY157" fmla="*/ 2107046 h 2237474"/>
              <a:gd name="connsiteX158" fmla="*/ 72352 w 12192000"/>
              <a:gd name="connsiteY158" fmla="*/ 2107991 h 2237474"/>
              <a:gd name="connsiteX159" fmla="*/ 37645 w 12192000"/>
              <a:gd name="connsiteY159" fmla="*/ 2115401 h 2237474"/>
              <a:gd name="connsiteX160" fmla="*/ 4572 w 12192000"/>
              <a:gd name="connsiteY160" fmla="*/ 2111091 h 2237474"/>
              <a:gd name="connsiteX161" fmla="*/ 0 w 12192000"/>
              <a:gd name="connsiteY161" fmla="*/ 2110468 h 2237474"/>
              <a:gd name="connsiteX162" fmla="*/ 0 w 12192000"/>
              <a:gd name="connsiteY16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02752 h 2237474"/>
              <a:gd name="connsiteX138" fmla="*/ 800195 w 12192000"/>
              <a:gd name="connsiteY138" fmla="*/ 2209407 h 2237474"/>
              <a:gd name="connsiteX139" fmla="*/ 784978 w 12192000"/>
              <a:gd name="connsiteY139" fmla="*/ 2212360 h 2237474"/>
              <a:gd name="connsiteX140" fmla="*/ 669923 w 12192000"/>
              <a:gd name="connsiteY140" fmla="*/ 2211682 h 2237474"/>
              <a:gd name="connsiteX141" fmla="*/ 648680 w 12192000"/>
              <a:gd name="connsiteY141" fmla="*/ 2206229 h 2237474"/>
              <a:gd name="connsiteX142" fmla="*/ 597225 w 12192000"/>
              <a:gd name="connsiteY142" fmla="*/ 2180999 h 2237474"/>
              <a:gd name="connsiteX143" fmla="*/ 558449 w 12192000"/>
              <a:gd name="connsiteY143" fmla="*/ 2182346 h 2237474"/>
              <a:gd name="connsiteX144" fmla="*/ 550517 w 12192000"/>
              <a:gd name="connsiteY144" fmla="*/ 2182060 h 2237474"/>
              <a:gd name="connsiteX145" fmla="*/ 550309 w 12192000"/>
              <a:gd name="connsiteY145" fmla="*/ 2181825 h 2237474"/>
              <a:gd name="connsiteX146" fmla="*/ 520671 w 12192000"/>
              <a:gd name="connsiteY146" fmla="*/ 2180980 h 2237474"/>
              <a:gd name="connsiteX147" fmla="*/ 515024 w 12192000"/>
              <a:gd name="connsiteY147" fmla="*/ 2179258 h 2237474"/>
              <a:gd name="connsiteX148" fmla="*/ 480419 w 12192000"/>
              <a:gd name="connsiteY148" fmla="*/ 2167807 h 2237474"/>
              <a:gd name="connsiteX149" fmla="*/ 413835 w 12192000"/>
              <a:gd name="connsiteY149" fmla="*/ 2156783 h 2237474"/>
              <a:gd name="connsiteX150" fmla="*/ 376513 w 12192000"/>
              <a:gd name="connsiteY150" fmla="*/ 2154014 h 2237474"/>
              <a:gd name="connsiteX151" fmla="*/ 273386 w 12192000"/>
              <a:gd name="connsiteY151" fmla="*/ 2142551 h 2237474"/>
              <a:gd name="connsiteX152" fmla="*/ 169207 w 12192000"/>
              <a:gd name="connsiteY152" fmla="*/ 2128100 h 2237474"/>
              <a:gd name="connsiteX153" fmla="*/ 93149 w 12192000"/>
              <a:gd name="connsiteY153" fmla="*/ 2105324 h 2237474"/>
              <a:gd name="connsiteX154" fmla="*/ 88109 w 12192000"/>
              <a:gd name="connsiteY154" fmla="*/ 2106704 h 2237474"/>
              <a:gd name="connsiteX155" fmla="*/ 80022 w 12192000"/>
              <a:gd name="connsiteY155" fmla="*/ 2107254 h 2237474"/>
              <a:gd name="connsiteX156" fmla="*/ 79717 w 12192000"/>
              <a:gd name="connsiteY156" fmla="*/ 2107046 h 2237474"/>
              <a:gd name="connsiteX157" fmla="*/ 72352 w 12192000"/>
              <a:gd name="connsiteY157" fmla="*/ 2107991 h 2237474"/>
              <a:gd name="connsiteX158" fmla="*/ 37645 w 12192000"/>
              <a:gd name="connsiteY158" fmla="*/ 2115401 h 2237474"/>
              <a:gd name="connsiteX159" fmla="*/ 4572 w 12192000"/>
              <a:gd name="connsiteY159" fmla="*/ 2111091 h 2237474"/>
              <a:gd name="connsiteX160" fmla="*/ 0 w 12192000"/>
              <a:gd name="connsiteY160" fmla="*/ 2110468 h 2237474"/>
              <a:gd name="connsiteX161" fmla="*/ 0 w 12192000"/>
              <a:gd name="connsiteY161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02752 h 2237474"/>
              <a:gd name="connsiteX138" fmla="*/ 800195 w 12192000"/>
              <a:gd name="connsiteY138" fmla="*/ 2209407 h 2237474"/>
              <a:gd name="connsiteX139" fmla="*/ 784978 w 12192000"/>
              <a:gd name="connsiteY139" fmla="*/ 2212360 h 2237474"/>
              <a:gd name="connsiteX140" fmla="*/ 669923 w 12192000"/>
              <a:gd name="connsiteY140" fmla="*/ 2211682 h 2237474"/>
              <a:gd name="connsiteX141" fmla="*/ 648680 w 12192000"/>
              <a:gd name="connsiteY141" fmla="*/ 2206229 h 2237474"/>
              <a:gd name="connsiteX142" fmla="*/ 597225 w 12192000"/>
              <a:gd name="connsiteY142" fmla="*/ 2180999 h 2237474"/>
              <a:gd name="connsiteX143" fmla="*/ 558449 w 12192000"/>
              <a:gd name="connsiteY143" fmla="*/ 2182346 h 2237474"/>
              <a:gd name="connsiteX144" fmla="*/ 550517 w 12192000"/>
              <a:gd name="connsiteY144" fmla="*/ 2182060 h 2237474"/>
              <a:gd name="connsiteX145" fmla="*/ 550309 w 12192000"/>
              <a:gd name="connsiteY145" fmla="*/ 2181825 h 2237474"/>
              <a:gd name="connsiteX146" fmla="*/ 520671 w 12192000"/>
              <a:gd name="connsiteY146" fmla="*/ 2180980 h 2237474"/>
              <a:gd name="connsiteX147" fmla="*/ 515024 w 12192000"/>
              <a:gd name="connsiteY147" fmla="*/ 2179258 h 2237474"/>
              <a:gd name="connsiteX148" fmla="*/ 413835 w 12192000"/>
              <a:gd name="connsiteY148" fmla="*/ 2156783 h 2237474"/>
              <a:gd name="connsiteX149" fmla="*/ 376513 w 12192000"/>
              <a:gd name="connsiteY149" fmla="*/ 2154014 h 2237474"/>
              <a:gd name="connsiteX150" fmla="*/ 273386 w 12192000"/>
              <a:gd name="connsiteY150" fmla="*/ 2142551 h 2237474"/>
              <a:gd name="connsiteX151" fmla="*/ 169207 w 12192000"/>
              <a:gd name="connsiteY151" fmla="*/ 2128100 h 2237474"/>
              <a:gd name="connsiteX152" fmla="*/ 93149 w 12192000"/>
              <a:gd name="connsiteY152" fmla="*/ 2105324 h 2237474"/>
              <a:gd name="connsiteX153" fmla="*/ 88109 w 12192000"/>
              <a:gd name="connsiteY153" fmla="*/ 2106704 h 2237474"/>
              <a:gd name="connsiteX154" fmla="*/ 80022 w 12192000"/>
              <a:gd name="connsiteY154" fmla="*/ 2107254 h 2237474"/>
              <a:gd name="connsiteX155" fmla="*/ 79717 w 12192000"/>
              <a:gd name="connsiteY155" fmla="*/ 2107046 h 2237474"/>
              <a:gd name="connsiteX156" fmla="*/ 72352 w 12192000"/>
              <a:gd name="connsiteY156" fmla="*/ 2107991 h 2237474"/>
              <a:gd name="connsiteX157" fmla="*/ 37645 w 12192000"/>
              <a:gd name="connsiteY157" fmla="*/ 2115401 h 2237474"/>
              <a:gd name="connsiteX158" fmla="*/ 4572 w 12192000"/>
              <a:gd name="connsiteY158" fmla="*/ 2111091 h 2237474"/>
              <a:gd name="connsiteX159" fmla="*/ 0 w 12192000"/>
              <a:gd name="connsiteY159" fmla="*/ 2110468 h 2237474"/>
              <a:gd name="connsiteX160" fmla="*/ 0 w 12192000"/>
              <a:gd name="connsiteY160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02752 h 2237474"/>
              <a:gd name="connsiteX138" fmla="*/ 800195 w 12192000"/>
              <a:gd name="connsiteY138" fmla="*/ 2209407 h 2237474"/>
              <a:gd name="connsiteX139" fmla="*/ 784978 w 12192000"/>
              <a:gd name="connsiteY139" fmla="*/ 2212360 h 2237474"/>
              <a:gd name="connsiteX140" fmla="*/ 669923 w 12192000"/>
              <a:gd name="connsiteY140" fmla="*/ 2211682 h 2237474"/>
              <a:gd name="connsiteX141" fmla="*/ 648680 w 12192000"/>
              <a:gd name="connsiteY141" fmla="*/ 2206229 h 2237474"/>
              <a:gd name="connsiteX142" fmla="*/ 597225 w 12192000"/>
              <a:gd name="connsiteY142" fmla="*/ 2180999 h 2237474"/>
              <a:gd name="connsiteX143" fmla="*/ 558449 w 12192000"/>
              <a:gd name="connsiteY143" fmla="*/ 2182346 h 2237474"/>
              <a:gd name="connsiteX144" fmla="*/ 550517 w 12192000"/>
              <a:gd name="connsiteY144" fmla="*/ 2182060 h 2237474"/>
              <a:gd name="connsiteX145" fmla="*/ 550309 w 12192000"/>
              <a:gd name="connsiteY145" fmla="*/ 2181825 h 2237474"/>
              <a:gd name="connsiteX146" fmla="*/ 520671 w 12192000"/>
              <a:gd name="connsiteY146" fmla="*/ 2180980 h 2237474"/>
              <a:gd name="connsiteX147" fmla="*/ 515024 w 12192000"/>
              <a:gd name="connsiteY147" fmla="*/ 2179258 h 2237474"/>
              <a:gd name="connsiteX148" fmla="*/ 413835 w 12192000"/>
              <a:gd name="connsiteY148" fmla="*/ 2156783 h 2237474"/>
              <a:gd name="connsiteX149" fmla="*/ 376513 w 12192000"/>
              <a:gd name="connsiteY149" fmla="*/ 2154014 h 2237474"/>
              <a:gd name="connsiteX150" fmla="*/ 273386 w 12192000"/>
              <a:gd name="connsiteY150" fmla="*/ 2142551 h 2237474"/>
              <a:gd name="connsiteX151" fmla="*/ 169207 w 12192000"/>
              <a:gd name="connsiteY151" fmla="*/ 2128100 h 2237474"/>
              <a:gd name="connsiteX152" fmla="*/ 93149 w 12192000"/>
              <a:gd name="connsiteY152" fmla="*/ 2105324 h 2237474"/>
              <a:gd name="connsiteX153" fmla="*/ 88109 w 12192000"/>
              <a:gd name="connsiteY153" fmla="*/ 2106704 h 2237474"/>
              <a:gd name="connsiteX154" fmla="*/ 80022 w 12192000"/>
              <a:gd name="connsiteY154" fmla="*/ 2107254 h 2237474"/>
              <a:gd name="connsiteX155" fmla="*/ 72352 w 12192000"/>
              <a:gd name="connsiteY155" fmla="*/ 2107991 h 2237474"/>
              <a:gd name="connsiteX156" fmla="*/ 37645 w 12192000"/>
              <a:gd name="connsiteY156" fmla="*/ 2115401 h 2237474"/>
              <a:gd name="connsiteX157" fmla="*/ 4572 w 12192000"/>
              <a:gd name="connsiteY157" fmla="*/ 2111091 h 2237474"/>
              <a:gd name="connsiteX158" fmla="*/ 0 w 12192000"/>
              <a:gd name="connsiteY158" fmla="*/ 2110468 h 2237474"/>
              <a:gd name="connsiteX159" fmla="*/ 0 w 12192000"/>
              <a:gd name="connsiteY159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02752 h 2237474"/>
              <a:gd name="connsiteX138" fmla="*/ 800195 w 12192000"/>
              <a:gd name="connsiteY138" fmla="*/ 2209407 h 2237474"/>
              <a:gd name="connsiteX139" fmla="*/ 784978 w 12192000"/>
              <a:gd name="connsiteY139" fmla="*/ 2212360 h 2237474"/>
              <a:gd name="connsiteX140" fmla="*/ 669923 w 12192000"/>
              <a:gd name="connsiteY140" fmla="*/ 2211682 h 2237474"/>
              <a:gd name="connsiteX141" fmla="*/ 648680 w 12192000"/>
              <a:gd name="connsiteY141" fmla="*/ 2206229 h 2237474"/>
              <a:gd name="connsiteX142" fmla="*/ 597225 w 12192000"/>
              <a:gd name="connsiteY142" fmla="*/ 2180999 h 2237474"/>
              <a:gd name="connsiteX143" fmla="*/ 558449 w 12192000"/>
              <a:gd name="connsiteY143" fmla="*/ 2182346 h 2237474"/>
              <a:gd name="connsiteX144" fmla="*/ 550517 w 12192000"/>
              <a:gd name="connsiteY144" fmla="*/ 2182060 h 2237474"/>
              <a:gd name="connsiteX145" fmla="*/ 550309 w 12192000"/>
              <a:gd name="connsiteY145" fmla="*/ 2181825 h 2237474"/>
              <a:gd name="connsiteX146" fmla="*/ 520671 w 12192000"/>
              <a:gd name="connsiteY146" fmla="*/ 2180980 h 2237474"/>
              <a:gd name="connsiteX147" fmla="*/ 515024 w 12192000"/>
              <a:gd name="connsiteY147" fmla="*/ 2179258 h 2237474"/>
              <a:gd name="connsiteX148" fmla="*/ 413835 w 12192000"/>
              <a:gd name="connsiteY148" fmla="*/ 2156783 h 2237474"/>
              <a:gd name="connsiteX149" fmla="*/ 376513 w 12192000"/>
              <a:gd name="connsiteY149" fmla="*/ 2154014 h 2237474"/>
              <a:gd name="connsiteX150" fmla="*/ 273386 w 12192000"/>
              <a:gd name="connsiteY150" fmla="*/ 2142551 h 2237474"/>
              <a:gd name="connsiteX151" fmla="*/ 169207 w 12192000"/>
              <a:gd name="connsiteY151" fmla="*/ 2128100 h 2237474"/>
              <a:gd name="connsiteX152" fmla="*/ 93149 w 12192000"/>
              <a:gd name="connsiteY152" fmla="*/ 2105324 h 2237474"/>
              <a:gd name="connsiteX153" fmla="*/ 80022 w 12192000"/>
              <a:gd name="connsiteY153" fmla="*/ 2107254 h 2237474"/>
              <a:gd name="connsiteX154" fmla="*/ 72352 w 12192000"/>
              <a:gd name="connsiteY154" fmla="*/ 2107991 h 2237474"/>
              <a:gd name="connsiteX155" fmla="*/ 37645 w 12192000"/>
              <a:gd name="connsiteY155" fmla="*/ 2115401 h 2237474"/>
              <a:gd name="connsiteX156" fmla="*/ 4572 w 12192000"/>
              <a:gd name="connsiteY156" fmla="*/ 2111091 h 2237474"/>
              <a:gd name="connsiteX157" fmla="*/ 0 w 12192000"/>
              <a:gd name="connsiteY157" fmla="*/ 2110468 h 2237474"/>
              <a:gd name="connsiteX158" fmla="*/ 0 w 12192000"/>
              <a:gd name="connsiteY158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02752 h 2237474"/>
              <a:gd name="connsiteX138" fmla="*/ 800195 w 12192000"/>
              <a:gd name="connsiteY138" fmla="*/ 2209407 h 2237474"/>
              <a:gd name="connsiteX139" fmla="*/ 784978 w 12192000"/>
              <a:gd name="connsiteY139" fmla="*/ 2212360 h 2237474"/>
              <a:gd name="connsiteX140" fmla="*/ 669923 w 12192000"/>
              <a:gd name="connsiteY140" fmla="*/ 2211682 h 2237474"/>
              <a:gd name="connsiteX141" fmla="*/ 648680 w 12192000"/>
              <a:gd name="connsiteY141" fmla="*/ 2206229 h 2237474"/>
              <a:gd name="connsiteX142" fmla="*/ 597225 w 12192000"/>
              <a:gd name="connsiteY142" fmla="*/ 2180999 h 2237474"/>
              <a:gd name="connsiteX143" fmla="*/ 558449 w 12192000"/>
              <a:gd name="connsiteY143" fmla="*/ 2182346 h 2237474"/>
              <a:gd name="connsiteX144" fmla="*/ 550517 w 12192000"/>
              <a:gd name="connsiteY144" fmla="*/ 2182060 h 2237474"/>
              <a:gd name="connsiteX145" fmla="*/ 550309 w 12192000"/>
              <a:gd name="connsiteY145" fmla="*/ 2181825 h 2237474"/>
              <a:gd name="connsiteX146" fmla="*/ 520671 w 12192000"/>
              <a:gd name="connsiteY146" fmla="*/ 2180980 h 2237474"/>
              <a:gd name="connsiteX147" fmla="*/ 515024 w 12192000"/>
              <a:gd name="connsiteY147" fmla="*/ 2179258 h 2237474"/>
              <a:gd name="connsiteX148" fmla="*/ 413835 w 12192000"/>
              <a:gd name="connsiteY148" fmla="*/ 2156783 h 2237474"/>
              <a:gd name="connsiteX149" fmla="*/ 376513 w 12192000"/>
              <a:gd name="connsiteY149" fmla="*/ 2154014 h 2237474"/>
              <a:gd name="connsiteX150" fmla="*/ 273386 w 12192000"/>
              <a:gd name="connsiteY150" fmla="*/ 2142551 h 2237474"/>
              <a:gd name="connsiteX151" fmla="*/ 169207 w 12192000"/>
              <a:gd name="connsiteY151" fmla="*/ 2128100 h 2237474"/>
              <a:gd name="connsiteX152" fmla="*/ 80022 w 12192000"/>
              <a:gd name="connsiteY152" fmla="*/ 2107254 h 2237474"/>
              <a:gd name="connsiteX153" fmla="*/ 72352 w 12192000"/>
              <a:gd name="connsiteY153" fmla="*/ 2107991 h 2237474"/>
              <a:gd name="connsiteX154" fmla="*/ 37645 w 12192000"/>
              <a:gd name="connsiteY154" fmla="*/ 2115401 h 2237474"/>
              <a:gd name="connsiteX155" fmla="*/ 4572 w 12192000"/>
              <a:gd name="connsiteY155" fmla="*/ 2111091 h 2237474"/>
              <a:gd name="connsiteX156" fmla="*/ 0 w 12192000"/>
              <a:gd name="connsiteY156" fmla="*/ 2110468 h 2237474"/>
              <a:gd name="connsiteX157" fmla="*/ 0 w 12192000"/>
              <a:gd name="connsiteY157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02752 h 2237474"/>
              <a:gd name="connsiteX138" fmla="*/ 800195 w 12192000"/>
              <a:gd name="connsiteY138" fmla="*/ 2209407 h 2237474"/>
              <a:gd name="connsiteX139" fmla="*/ 784978 w 12192000"/>
              <a:gd name="connsiteY139" fmla="*/ 2212360 h 2237474"/>
              <a:gd name="connsiteX140" fmla="*/ 669923 w 12192000"/>
              <a:gd name="connsiteY140" fmla="*/ 2211682 h 2237474"/>
              <a:gd name="connsiteX141" fmla="*/ 648680 w 12192000"/>
              <a:gd name="connsiteY141" fmla="*/ 2206229 h 2237474"/>
              <a:gd name="connsiteX142" fmla="*/ 597225 w 12192000"/>
              <a:gd name="connsiteY142" fmla="*/ 2180999 h 2237474"/>
              <a:gd name="connsiteX143" fmla="*/ 558449 w 12192000"/>
              <a:gd name="connsiteY143" fmla="*/ 2182346 h 2237474"/>
              <a:gd name="connsiteX144" fmla="*/ 550517 w 12192000"/>
              <a:gd name="connsiteY144" fmla="*/ 2182060 h 2237474"/>
              <a:gd name="connsiteX145" fmla="*/ 520671 w 12192000"/>
              <a:gd name="connsiteY145" fmla="*/ 2180980 h 2237474"/>
              <a:gd name="connsiteX146" fmla="*/ 515024 w 12192000"/>
              <a:gd name="connsiteY146" fmla="*/ 2179258 h 2237474"/>
              <a:gd name="connsiteX147" fmla="*/ 413835 w 12192000"/>
              <a:gd name="connsiteY147" fmla="*/ 2156783 h 2237474"/>
              <a:gd name="connsiteX148" fmla="*/ 376513 w 12192000"/>
              <a:gd name="connsiteY148" fmla="*/ 2154014 h 2237474"/>
              <a:gd name="connsiteX149" fmla="*/ 273386 w 12192000"/>
              <a:gd name="connsiteY149" fmla="*/ 2142551 h 2237474"/>
              <a:gd name="connsiteX150" fmla="*/ 169207 w 12192000"/>
              <a:gd name="connsiteY150" fmla="*/ 2128100 h 2237474"/>
              <a:gd name="connsiteX151" fmla="*/ 80022 w 12192000"/>
              <a:gd name="connsiteY151" fmla="*/ 2107254 h 2237474"/>
              <a:gd name="connsiteX152" fmla="*/ 72352 w 12192000"/>
              <a:gd name="connsiteY152" fmla="*/ 2107991 h 2237474"/>
              <a:gd name="connsiteX153" fmla="*/ 37645 w 12192000"/>
              <a:gd name="connsiteY153" fmla="*/ 2115401 h 2237474"/>
              <a:gd name="connsiteX154" fmla="*/ 4572 w 12192000"/>
              <a:gd name="connsiteY154" fmla="*/ 2111091 h 2237474"/>
              <a:gd name="connsiteX155" fmla="*/ 0 w 12192000"/>
              <a:gd name="connsiteY155" fmla="*/ 2110468 h 2237474"/>
              <a:gd name="connsiteX156" fmla="*/ 0 w 12192000"/>
              <a:gd name="connsiteY156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02752 h 2237474"/>
              <a:gd name="connsiteX138" fmla="*/ 800195 w 12192000"/>
              <a:gd name="connsiteY138" fmla="*/ 2209407 h 2237474"/>
              <a:gd name="connsiteX139" fmla="*/ 784978 w 12192000"/>
              <a:gd name="connsiteY139" fmla="*/ 2212360 h 2237474"/>
              <a:gd name="connsiteX140" fmla="*/ 669923 w 12192000"/>
              <a:gd name="connsiteY140" fmla="*/ 2211682 h 2237474"/>
              <a:gd name="connsiteX141" fmla="*/ 648680 w 12192000"/>
              <a:gd name="connsiteY141" fmla="*/ 2206229 h 2237474"/>
              <a:gd name="connsiteX142" fmla="*/ 597225 w 12192000"/>
              <a:gd name="connsiteY142" fmla="*/ 2180999 h 2237474"/>
              <a:gd name="connsiteX143" fmla="*/ 558449 w 12192000"/>
              <a:gd name="connsiteY143" fmla="*/ 2182346 h 2237474"/>
              <a:gd name="connsiteX144" fmla="*/ 520671 w 12192000"/>
              <a:gd name="connsiteY144" fmla="*/ 2180980 h 2237474"/>
              <a:gd name="connsiteX145" fmla="*/ 515024 w 12192000"/>
              <a:gd name="connsiteY145" fmla="*/ 2179258 h 2237474"/>
              <a:gd name="connsiteX146" fmla="*/ 413835 w 12192000"/>
              <a:gd name="connsiteY146" fmla="*/ 2156783 h 2237474"/>
              <a:gd name="connsiteX147" fmla="*/ 376513 w 12192000"/>
              <a:gd name="connsiteY147" fmla="*/ 2154014 h 2237474"/>
              <a:gd name="connsiteX148" fmla="*/ 273386 w 12192000"/>
              <a:gd name="connsiteY148" fmla="*/ 2142551 h 2237474"/>
              <a:gd name="connsiteX149" fmla="*/ 169207 w 12192000"/>
              <a:gd name="connsiteY149" fmla="*/ 2128100 h 2237474"/>
              <a:gd name="connsiteX150" fmla="*/ 80022 w 12192000"/>
              <a:gd name="connsiteY150" fmla="*/ 2107254 h 2237474"/>
              <a:gd name="connsiteX151" fmla="*/ 72352 w 12192000"/>
              <a:gd name="connsiteY151" fmla="*/ 2107991 h 2237474"/>
              <a:gd name="connsiteX152" fmla="*/ 37645 w 12192000"/>
              <a:gd name="connsiteY152" fmla="*/ 2115401 h 2237474"/>
              <a:gd name="connsiteX153" fmla="*/ 4572 w 12192000"/>
              <a:gd name="connsiteY153" fmla="*/ 2111091 h 2237474"/>
              <a:gd name="connsiteX154" fmla="*/ 0 w 12192000"/>
              <a:gd name="connsiteY154" fmla="*/ 2110468 h 2237474"/>
              <a:gd name="connsiteX155" fmla="*/ 0 w 12192000"/>
              <a:gd name="connsiteY15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02752 h 2237474"/>
              <a:gd name="connsiteX138" fmla="*/ 800195 w 12192000"/>
              <a:gd name="connsiteY138" fmla="*/ 2209407 h 2237474"/>
              <a:gd name="connsiteX139" fmla="*/ 784978 w 12192000"/>
              <a:gd name="connsiteY139" fmla="*/ 2212360 h 2237474"/>
              <a:gd name="connsiteX140" fmla="*/ 669923 w 12192000"/>
              <a:gd name="connsiteY140" fmla="*/ 2211682 h 2237474"/>
              <a:gd name="connsiteX141" fmla="*/ 648680 w 12192000"/>
              <a:gd name="connsiteY141" fmla="*/ 2206229 h 2237474"/>
              <a:gd name="connsiteX142" fmla="*/ 597225 w 12192000"/>
              <a:gd name="connsiteY142" fmla="*/ 2180999 h 2237474"/>
              <a:gd name="connsiteX143" fmla="*/ 520671 w 12192000"/>
              <a:gd name="connsiteY143" fmla="*/ 2180980 h 2237474"/>
              <a:gd name="connsiteX144" fmla="*/ 515024 w 12192000"/>
              <a:gd name="connsiteY144" fmla="*/ 2179258 h 2237474"/>
              <a:gd name="connsiteX145" fmla="*/ 413835 w 12192000"/>
              <a:gd name="connsiteY145" fmla="*/ 2156783 h 2237474"/>
              <a:gd name="connsiteX146" fmla="*/ 376513 w 12192000"/>
              <a:gd name="connsiteY146" fmla="*/ 2154014 h 2237474"/>
              <a:gd name="connsiteX147" fmla="*/ 273386 w 12192000"/>
              <a:gd name="connsiteY147" fmla="*/ 2142551 h 2237474"/>
              <a:gd name="connsiteX148" fmla="*/ 169207 w 12192000"/>
              <a:gd name="connsiteY148" fmla="*/ 2128100 h 2237474"/>
              <a:gd name="connsiteX149" fmla="*/ 80022 w 12192000"/>
              <a:gd name="connsiteY149" fmla="*/ 2107254 h 2237474"/>
              <a:gd name="connsiteX150" fmla="*/ 72352 w 12192000"/>
              <a:gd name="connsiteY150" fmla="*/ 2107991 h 2237474"/>
              <a:gd name="connsiteX151" fmla="*/ 37645 w 12192000"/>
              <a:gd name="connsiteY151" fmla="*/ 2115401 h 2237474"/>
              <a:gd name="connsiteX152" fmla="*/ 4572 w 12192000"/>
              <a:gd name="connsiteY152" fmla="*/ 2111091 h 2237474"/>
              <a:gd name="connsiteX153" fmla="*/ 0 w 12192000"/>
              <a:gd name="connsiteY153" fmla="*/ 2110468 h 2237474"/>
              <a:gd name="connsiteX154" fmla="*/ 0 w 12192000"/>
              <a:gd name="connsiteY154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02752 h 2237474"/>
              <a:gd name="connsiteX138" fmla="*/ 800195 w 12192000"/>
              <a:gd name="connsiteY138" fmla="*/ 2209407 h 2237474"/>
              <a:gd name="connsiteX139" fmla="*/ 784978 w 12192000"/>
              <a:gd name="connsiteY139" fmla="*/ 2212360 h 2237474"/>
              <a:gd name="connsiteX140" fmla="*/ 648680 w 12192000"/>
              <a:gd name="connsiteY140" fmla="*/ 2206229 h 2237474"/>
              <a:gd name="connsiteX141" fmla="*/ 597225 w 12192000"/>
              <a:gd name="connsiteY141" fmla="*/ 2180999 h 2237474"/>
              <a:gd name="connsiteX142" fmla="*/ 520671 w 12192000"/>
              <a:gd name="connsiteY142" fmla="*/ 2180980 h 2237474"/>
              <a:gd name="connsiteX143" fmla="*/ 515024 w 12192000"/>
              <a:gd name="connsiteY143" fmla="*/ 2179258 h 2237474"/>
              <a:gd name="connsiteX144" fmla="*/ 413835 w 12192000"/>
              <a:gd name="connsiteY144" fmla="*/ 2156783 h 2237474"/>
              <a:gd name="connsiteX145" fmla="*/ 376513 w 12192000"/>
              <a:gd name="connsiteY145" fmla="*/ 2154014 h 2237474"/>
              <a:gd name="connsiteX146" fmla="*/ 273386 w 12192000"/>
              <a:gd name="connsiteY146" fmla="*/ 2142551 h 2237474"/>
              <a:gd name="connsiteX147" fmla="*/ 169207 w 12192000"/>
              <a:gd name="connsiteY147" fmla="*/ 2128100 h 2237474"/>
              <a:gd name="connsiteX148" fmla="*/ 80022 w 12192000"/>
              <a:gd name="connsiteY148" fmla="*/ 2107254 h 2237474"/>
              <a:gd name="connsiteX149" fmla="*/ 72352 w 12192000"/>
              <a:gd name="connsiteY149" fmla="*/ 2107991 h 2237474"/>
              <a:gd name="connsiteX150" fmla="*/ 37645 w 12192000"/>
              <a:gd name="connsiteY150" fmla="*/ 2115401 h 2237474"/>
              <a:gd name="connsiteX151" fmla="*/ 4572 w 12192000"/>
              <a:gd name="connsiteY151" fmla="*/ 2111091 h 2237474"/>
              <a:gd name="connsiteX152" fmla="*/ 0 w 12192000"/>
              <a:gd name="connsiteY152" fmla="*/ 2110468 h 2237474"/>
              <a:gd name="connsiteX153" fmla="*/ 0 w 12192000"/>
              <a:gd name="connsiteY153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02752 h 2237474"/>
              <a:gd name="connsiteX138" fmla="*/ 800195 w 12192000"/>
              <a:gd name="connsiteY138" fmla="*/ 2209407 h 2237474"/>
              <a:gd name="connsiteX139" fmla="*/ 784978 w 12192000"/>
              <a:gd name="connsiteY139" fmla="*/ 2212360 h 2237474"/>
              <a:gd name="connsiteX140" fmla="*/ 597225 w 12192000"/>
              <a:gd name="connsiteY140" fmla="*/ 2180999 h 2237474"/>
              <a:gd name="connsiteX141" fmla="*/ 520671 w 12192000"/>
              <a:gd name="connsiteY141" fmla="*/ 2180980 h 2237474"/>
              <a:gd name="connsiteX142" fmla="*/ 515024 w 12192000"/>
              <a:gd name="connsiteY142" fmla="*/ 2179258 h 2237474"/>
              <a:gd name="connsiteX143" fmla="*/ 413835 w 12192000"/>
              <a:gd name="connsiteY143" fmla="*/ 2156783 h 2237474"/>
              <a:gd name="connsiteX144" fmla="*/ 376513 w 12192000"/>
              <a:gd name="connsiteY144" fmla="*/ 2154014 h 2237474"/>
              <a:gd name="connsiteX145" fmla="*/ 273386 w 12192000"/>
              <a:gd name="connsiteY145" fmla="*/ 2142551 h 2237474"/>
              <a:gd name="connsiteX146" fmla="*/ 169207 w 12192000"/>
              <a:gd name="connsiteY146" fmla="*/ 2128100 h 2237474"/>
              <a:gd name="connsiteX147" fmla="*/ 80022 w 12192000"/>
              <a:gd name="connsiteY147" fmla="*/ 2107254 h 2237474"/>
              <a:gd name="connsiteX148" fmla="*/ 72352 w 12192000"/>
              <a:gd name="connsiteY148" fmla="*/ 2107991 h 2237474"/>
              <a:gd name="connsiteX149" fmla="*/ 37645 w 12192000"/>
              <a:gd name="connsiteY149" fmla="*/ 2115401 h 2237474"/>
              <a:gd name="connsiteX150" fmla="*/ 4572 w 12192000"/>
              <a:gd name="connsiteY150" fmla="*/ 2111091 h 2237474"/>
              <a:gd name="connsiteX151" fmla="*/ 0 w 12192000"/>
              <a:gd name="connsiteY151" fmla="*/ 2110468 h 2237474"/>
              <a:gd name="connsiteX152" fmla="*/ 0 w 12192000"/>
              <a:gd name="connsiteY15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02752 h 2237474"/>
              <a:gd name="connsiteX138" fmla="*/ 800195 w 12192000"/>
              <a:gd name="connsiteY138" fmla="*/ 2209407 h 2237474"/>
              <a:gd name="connsiteX139" fmla="*/ 784978 w 12192000"/>
              <a:gd name="connsiteY139" fmla="*/ 2212360 h 2237474"/>
              <a:gd name="connsiteX140" fmla="*/ 597225 w 12192000"/>
              <a:gd name="connsiteY140" fmla="*/ 2180999 h 2237474"/>
              <a:gd name="connsiteX141" fmla="*/ 520671 w 12192000"/>
              <a:gd name="connsiteY141" fmla="*/ 2180980 h 2237474"/>
              <a:gd name="connsiteX142" fmla="*/ 515024 w 12192000"/>
              <a:gd name="connsiteY142" fmla="*/ 2179258 h 2237474"/>
              <a:gd name="connsiteX143" fmla="*/ 413835 w 12192000"/>
              <a:gd name="connsiteY143" fmla="*/ 2156783 h 2237474"/>
              <a:gd name="connsiteX144" fmla="*/ 376513 w 12192000"/>
              <a:gd name="connsiteY144" fmla="*/ 2154014 h 2237474"/>
              <a:gd name="connsiteX145" fmla="*/ 273386 w 12192000"/>
              <a:gd name="connsiteY145" fmla="*/ 2142551 h 2237474"/>
              <a:gd name="connsiteX146" fmla="*/ 169207 w 12192000"/>
              <a:gd name="connsiteY146" fmla="*/ 2128100 h 2237474"/>
              <a:gd name="connsiteX147" fmla="*/ 80022 w 12192000"/>
              <a:gd name="connsiteY147" fmla="*/ 2107254 h 2237474"/>
              <a:gd name="connsiteX148" fmla="*/ 37645 w 12192000"/>
              <a:gd name="connsiteY148" fmla="*/ 2115401 h 2237474"/>
              <a:gd name="connsiteX149" fmla="*/ 4572 w 12192000"/>
              <a:gd name="connsiteY149" fmla="*/ 2111091 h 2237474"/>
              <a:gd name="connsiteX150" fmla="*/ 0 w 12192000"/>
              <a:gd name="connsiteY150" fmla="*/ 2110468 h 2237474"/>
              <a:gd name="connsiteX151" fmla="*/ 0 w 12192000"/>
              <a:gd name="connsiteY151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02752 h 2237474"/>
              <a:gd name="connsiteX138" fmla="*/ 800195 w 12192000"/>
              <a:gd name="connsiteY138" fmla="*/ 2209407 h 2237474"/>
              <a:gd name="connsiteX139" fmla="*/ 784978 w 12192000"/>
              <a:gd name="connsiteY139" fmla="*/ 2212360 h 2237474"/>
              <a:gd name="connsiteX140" fmla="*/ 597225 w 12192000"/>
              <a:gd name="connsiteY140" fmla="*/ 2180999 h 2237474"/>
              <a:gd name="connsiteX141" fmla="*/ 520671 w 12192000"/>
              <a:gd name="connsiteY141" fmla="*/ 2180980 h 2237474"/>
              <a:gd name="connsiteX142" fmla="*/ 515024 w 12192000"/>
              <a:gd name="connsiteY142" fmla="*/ 2179258 h 2237474"/>
              <a:gd name="connsiteX143" fmla="*/ 413835 w 12192000"/>
              <a:gd name="connsiteY143" fmla="*/ 2156783 h 2237474"/>
              <a:gd name="connsiteX144" fmla="*/ 376513 w 12192000"/>
              <a:gd name="connsiteY144" fmla="*/ 2154014 h 2237474"/>
              <a:gd name="connsiteX145" fmla="*/ 273386 w 12192000"/>
              <a:gd name="connsiteY145" fmla="*/ 2142551 h 2237474"/>
              <a:gd name="connsiteX146" fmla="*/ 169207 w 12192000"/>
              <a:gd name="connsiteY146" fmla="*/ 2128100 h 2237474"/>
              <a:gd name="connsiteX147" fmla="*/ 77641 w 12192000"/>
              <a:gd name="connsiteY147" fmla="*/ 2126835 h 2237474"/>
              <a:gd name="connsiteX148" fmla="*/ 37645 w 12192000"/>
              <a:gd name="connsiteY148" fmla="*/ 2115401 h 2237474"/>
              <a:gd name="connsiteX149" fmla="*/ 4572 w 12192000"/>
              <a:gd name="connsiteY149" fmla="*/ 2111091 h 2237474"/>
              <a:gd name="connsiteX150" fmla="*/ 0 w 12192000"/>
              <a:gd name="connsiteY150" fmla="*/ 2110468 h 2237474"/>
              <a:gd name="connsiteX151" fmla="*/ 0 w 12192000"/>
              <a:gd name="connsiteY151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02752 h 2237474"/>
              <a:gd name="connsiteX138" fmla="*/ 800195 w 12192000"/>
              <a:gd name="connsiteY138" fmla="*/ 2209407 h 2237474"/>
              <a:gd name="connsiteX139" fmla="*/ 597225 w 12192000"/>
              <a:gd name="connsiteY139" fmla="*/ 2180999 h 2237474"/>
              <a:gd name="connsiteX140" fmla="*/ 520671 w 12192000"/>
              <a:gd name="connsiteY140" fmla="*/ 2180980 h 2237474"/>
              <a:gd name="connsiteX141" fmla="*/ 515024 w 12192000"/>
              <a:gd name="connsiteY141" fmla="*/ 2179258 h 2237474"/>
              <a:gd name="connsiteX142" fmla="*/ 413835 w 12192000"/>
              <a:gd name="connsiteY142" fmla="*/ 2156783 h 2237474"/>
              <a:gd name="connsiteX143" fmla="*/ 376513 w 12192000"/>
              <a:gd name="connsiteY143" fmla="*/ 2154014 h 2237474"/>
              <a:gd name="connsiteX144" fmla="*/ 273386 w 12192000"/>
              <a:gd name="connsiteY144" fmla="*/ 2142551 h 2237474"/>
              <a:gd name="connsiteX145" fmla="*/ 169207 w 12192000"/>
              <a:gd name="connsiteY145" fmla="*/ 2128100 h 2237474"/>
              <a:gd name="connsiteX146" fmla="*/ 77641 w 12192000"/>
              <a:gd name="connsiteY146" fmla="*/ 2126835 h 2237474"/>
              <a:gd name="connsiteX147" fmla="*/ 37645 w 12192000"/>
              <a:gd name="connsiteY147" fmla="*/ 2115401 h 2237474"/>
              <a:gd name="connsiteX148" fmla="*/ 4572 w 12192000"/>
              <a:gd name="connsiteY148" fmla="*/ 2111091 h 2237474"/>
              <a:gd name="connsiteX149" fmla="*/ 0 w 12192000"/>
              <a:gd name="connsiteY149" fmla="*/ 2110468 h 2237474"/>
              <a:gd name="connsiteX150" fmla="*/ 0 w 12192000"/>
              <a:gd name="connsiteY150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02752 h 2237474"/>
              <a:gd name="connsiteX138" fmla="*/ 776382 w 12192000"/>
              <a:gd name="connsiteY138" fmla="*/ 2204512 h 2237474"/>
              <a:gd name="connsiteX139" fmla="*/ 597225 w 12192000"/>
              <a:gd name="connsiteY139" fmla="*/ 2180999 h 2237474"/>
              <a:gd name="connsiteX140" fmla="*/ 520671 w 12192000"/>
              <a:gd name="connsiteY140" fmla="*/ 2180980 h 2237474"/>
              <a:gd name="connsiteX141" fmla="*/ 515024 w 12192000"/>
              <a:gd name="connsiteY141" fmla="*/ 2179258 h 2237474"/>
              <a:gd name="connsiteX142" fmla="*/ 413835 w 12192000"/>
              <a:gd name="connsiteY142" fmla="*/ 2156783 h 2237474"/>
              <a:gd name="connsiteX143" fmla="*/ 376513 w 12192000"/>
              <a:gd name="connsiteY143" fmla="*/ 2154014 h 2237474"/>
              <a:gd name="connsiteX144" fmla="*/ 273386 w 12192000"/>
              <a:gd name="connsiteY144" fmla="*/ 2142551 h 2237474"/>
              <a:gd name="connsiteX145" fmla="*/ 169207 w 12192000"/>
              <a:gd name="connsiteY145" fmla="*/ 2128100 h 2237474"/>
              <a:gd name="connsiteX146" fmla="*/ 77641 w 12192000"/>
              <a:gd name="connsiteY146" fmla="*/ 2126835 h 2237474"/>
              <a:gd name="connsiteX147" fmla="*/ 37645 w 12192000"/>
              <a:gd name="connsiteY147" fmla="*/ 2115401 h 2237474"/>
              <a:gd name="connsiteX148" fmla="*/ 4572 w 12192000"/>
              <a:gd name="connsiteY148" fmla="*/ 2111091 h 2237474"/>
              <a:gd name="connsiteX149" fmla="*/ 0 w 12192000"/>
              <a:gd name="connsiteY149" fmla="*/ 2110468 h 2237474"/>
              <a:gd name="connsiteX150" fmla="*/ 0 w 12192000"/>
              <a:gd name="connsiteY150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10095 h 2237474"/>
              <a:gd name="connsiteX138" fmla="*/ 776382 w 12192000"/>
              <a:gd name="connsiteY138" fmla="*/ 2204512 h 2237474"/>
              <a:gd name="connsiteX139" fmla="*/ 597225 w 12192000"/>
              <a:gd name="connsiteY139" fmla="*/ 2180999 h 2237474"/>
              <a:gd name="connsiteX140" fmla="*/ 520671 w 12192000"/>
              <a:gd name="connsiteY140" fmla="*/ 2180980 h 2237474"/>
              <a:gd name="connsiteX141" fmla="*/ 515024 w 12192000"/>
              <a:gd name="connsiteY141" fmla="*/ 2179258 h 2237474"/>
              <a:gd name="connsiteX142" fmla="*/ 413835 w 12192000"/>
              <a:gd name="connsiteY142" fmla="*/ 2156783 h 2237474"/>
              <a:gd name="connsiteX143" fmla="*/ 376513 w 12192000"/>
              <a:gd name="connsiteY143" fmla="*/ 2154014 h 2237474"/>
              <a:gd name="connsiteX144" fmla="*/ 273386 w 12192000"/>
              <a:gd name="connsiteY144" fmla="*/ 2142551 h 2237474"/>
              <a:gd name="connsiteX145" fmla="*/ 169207 w 12192000"/>
              <a:gd name="connsiteY145" fmla="*/ 2128100 h 2237474"/>
              <a:gd name="connsiteX146" fmla="*/ 77641 w 12192000"/>
              <a:gd name="connsiteY146" fmla="*/ 2126835 h 2237474"/>
              <a:gd name="connsiteX147" fmla="*/ 37645 w 12192000"/>
              <a:gd name="connsiteY147" fmla="*/ 2115401 h 2237474"/>
              <a:gd name="connsiteX148" fmla="*/ 4572 w 12192000"/>
              <a:gd name="connsiteY148" fmla="*/ 2111091 h 2237474"/>
              <a:gd name="connsiteX149" fmla="*/ 0 w 12192000"/>
              <a:gd name="connsiteY149" fmla="*/ 2110468 h 2237474"/>
              <a:gd name="connsiteX150" fmla="*/ 0 w 12192000"/>
              <a:gd name="connsiteY150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10095 h 2237474"/>
              <a:gd name="connsiteX138" fmla="*/ 776382 w 12192000"/>
              <a:gd name="connsiteY138" fmla="*/ 2204512 h 2237474"/>
              <a:gd name="connsiteX139" fmla="*/ 597225 w 12192000"/>
              <a:gd name="connsiteY139" fmla="*/ 2180999 h 2237474"/>
              <a:gd name="connsiteX140" fmla="*/ 520671 w 12192000"/>
              <a:gd name="connsiteY140" fmla="*/ 2180980 h 2237474"/>
              <a:gd name="connsiteX141" fmla="*/ 515024 w 12192000"/>
              <a:gd name="connsiteY141" fmla="*/ 2179258 h 2237474"/>
              <a:gd name="connsiteX142" fmla="*/ 413835 w 12192000"/>
              <a:gd name="connsiteY142" fmla="*/ 2156783 h 2237474"/>
              <a:gd name="connsiteX143" fmla="*/ 376513 w 12192000"/>
              <a:gd name="connsiteY143" fmla="*/ 2154014 h 2237474"/>
              <a:gd name="connsiteX144" fmla="*/ 273386 w 12192000"/>
              <a:gd name="connsiteY144" fmla="*/ 2142551 h 2237474"/>
              <a:gd name="connsiteX145" fmla="*/ 169207 w 12192000"/>
              <a:gd name="connsiteY145" fmla="*/ 2128100 h 2237474"/>
              <a:gd name="connsiteX146" fmla="*/ 77641 w 12192000"/>
              <a:gd name="connsiteY146" fmla="*/ 2126835 h 2237474"/>
              <a:gd name="connsiteX147" fmla="*/ 37645 w 12192000"/>
              <a:gd name="connsiteY147" fmla="*/ 2115401 h 2237474"/>
              <a:gd name="connsiteX148" fmla="*/ 4572 w 12192000"/>
              <a:gd name="connsiteY148" fmla="*/ 2111091 h 2237474"/>
              <a:gd name="connsiteX149" fmla="*/ 0 w 12192000"/>
              <a:gd name="connsiteY149" fmla="*/ 2110468 h 2237474"/>
              <a:gd name="connsiteX150" fmla="*/ 0 w 12192000"/>
              <a:gd name="connsiteY150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279765 w 12192000"/>
              <a:gd name="connsiteY133" fmla="*/ 2229639 h 2237474"/>
              <a:gd name="connsiteX134" fmla="*/ 1195347 w 12192000"/>
              <a:gd name="connsiteY134" fmla="*/ 2212354 h 2237474"/>
              <a:gd name="connsiteX135" fmla="*/ 970251 w 12192000"/>
              <a:gd name="connsiteY135" fmla="*/ 2221029 h 2237474"/>
              <a:gd name="connsiteX136" fmla="*/ 812914 w 12192000"/>
              <a:gd name="connsiteY136" fmla="*/ 2210095 h 2237474"/>
              <a:gd name="connsiteX137" fmla="*/ 776382 w 12192000"/>
              <a:gd name="connsiteY137" fmla="*/ 2204512 h 2237474"/>
              <a:gd name="connsiteX138" fmla="*/ 597225 w 12192000"/>
              <a:gd name="connsiteY138" fmla="*/ 2180999 h 2237474"/>
              <a:gd name="connsiteX139" fmla="*/ 520671 w 12192000"/>
              <a:gd name="connsiteY139" fmla="*/ 2180980 h 2237474"/>
              <a:gd name="connsiteX140" fmla="*/ 515024 w 12192000"/>
              <a:gd name="connsiteY140" fmla="*/ 2179258 h 2237474"/>
              <a:gd name="connsiteX141" fmla="*/ 413835 w 12192000"/>
              <a:gd name="connsiteY141" fmla="*/ 2156783 h 2237474"/>
              <a:gd name="connsiteX142" fmla="*/ 376513 w 12192000"/>
              <a:gd name="connsiteY142" fmla="*/ 2154014 h 2237474"/>
              <a:gd name="connsiteX143" fmla="*/ 273386 w 12192000"/>
              <a:gd name="connsiteY143" fmla="*/ 2142551 h 2237474"/>
              <a:gd name="connsiteX144" fmla="*/ 169207 w 12192000"/>
              <a:gd name="connsiteY144" fmla="*/ 2128100 h 2237474"/>
              <a:gd name="connsiteX145" fmla="*/ 77641 w 12192000"/>
              <a:gd name="connsiteY145" fmla="*/ 2126835 h 2237474"/>
              <a:gd name="connsiteX146" fmla="*/ 37645 w 12192000"/>
              <a:gd name="connsiteY146" fmla="*/ 2115401 h 2237474"/>
              <a:gd name="connsiteX147" fmla="*/ 4572 w 12192000"/>
              <a:gd name="connsiteY147" fmla="*/ 2111091 h 2237474"/>
              <a:gd name="connsiteX148" fmla="*/ 0 w 12192000"/>
              <a:gd name="connsiteY148" fmla="*/ 2110468 h 2237474"/>
              <a:gd name="connsiteX149" fmla="*/ 0 w 12192000"/>
              <a:gd name="connsiteY149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009910 w 12192000"/>
              <a:gd name="connsiteY107" fmla="*/ 1957866 h 2237474"/>
              <a:gd name="connsiteX108" fmla="*/ 2995934 w 12192000"/>
              <a:gd name="connsiteY108" fmla="*/ 1967085 h 2237474"/>
              <a:gd name="connsiteX109" fmla="*/ 2942858 w 12192000"/>
              <a:gd name="connsiteY109" fmla="*/ 1981367 h 2237474"/>
              <a:gd name="connsiteX110" fmla="*/ 2875436 w 12192000"/>
              <a:gd name="connsiteY110" fmla="*/ 1996977 h 2237474"/>
              <a:gd name="connsiteX111" fmla="*/ 2874892 w 12192000"/>
              <a:gd name="connsiteY111" fmla="*/ 1996085 h 2237474"/>
              <a:gd name="connsiteX112" fmla="*/ 2843662 w 12192000"/>
              <a:gd name="connsiteY112" fmla="*/ 1992498 h 2237474"/>
              <a:gd name="connsiteX113" fmla="*/ 2718916 w 12192000"/>
              <a:gd name="connsiteY113" fmla="*/ 1990867 h 2237474"/>
              <a:gd name="connsiteX114" fmla="*/ 2713522 w 12192000"/>
              <a:gd name="connsiteY114" fmla="*/ 1990173 h 2237474"/>
              <a:gd name="connsiteX115" fmla="*/ 2578178 w 12192000"/>
              <a:gd name="connsiteY115" fmla="*/ 1990531 h 2237474"/>
              <a:gd name="connsiteX116" fmla="*/ 2476147 w 12192000"/>
              <a:gd name="connsiteY116" fmla="*/ 1998305 h 2237474"/>
              <a:gd name="connsiteX117" fmla="*/ 2373568 w 12192000"/>
              <a:gd name="connsiteY117" fmla="*/ 2003219 h 2237474"/>
              <a:gd name="connsiteX118" fmla="*/ 2287219 w 12192000"/>
              <a:gd name="connsiteY118" fmla="*/ 1998750 h 2237474"/>
              <a:gd name="connsiteX119" fmla="*/ 2243069 w 12192000"/>
              <a:gd name="connsiteY119" fmla="*/ 2005321 h 2237474"/>
              <a:gd name="connsiteX120" fmla="*/ 2164831 w 12192000"/>
              <a:gd name="connsiteY120" fmla="*/ 2010143 h 2237474"/>
              <a:gd name="connsiteX121" fmla="*/ 2085228 w 12192000"/>
              <a:gd name="connsiteY121" fmla="*/ 2046431 h 2237474"/>
              <a:gd name="connsiteX122" fmla="*/ 2058061 w 12192000"/>
              <a:gd name="connsiteY122" fmla="*/ 2047942 h 2237474"/>
              <a:gd name="connsiteX123" fmla="*/ 2042244 w 12192000"/>
              <a:gd name="connsiteY123" fmla="*/ 2055560 h 2237474"/>
              <a:gd name="connsiteX124" fmla="*/ 1877728 w 12192000"/>
              <a:gd name="connsiteY124" fmla="*/ 2101004 h 2237474"/>
              <a:gd name="connsiteX125" fmla="*/ 1759056 w 12192000"/>
              <a:gd name="connsiteY125" fmla="*/ 2125608 h 2237474"/>
              <a:gd name="connsiteX126" fmla="*/ 1637948 w 12192000"/>
              <a:gd name="connsiteY126" fmla="*/ 2172597 h 2237474"/>
              <a:gd name="connsiteX127" fmla="*/ 1434549 w 12192000"/>
              <a:gd name="connsiteY127" fmla="*/ 2234522 h 2237474"/>
              <a:gd name="connsiteX128" fmla="*/ 1398481 w 12192000"/>
              <a:gd name="connsiteY128" fmla="*/ 2237074 h 2237474"/>
              <a:gd name="connsiteX129" fmla="*/ 1398407 w 12192000"/>
              <a:gd name="connsiteY129" fmla="*/ 2237095 h 2237474"/>
              <a:gd name="connsiteX130" fmla="*/ 1370962 w 12192000"/>
              <a:gd name="connsiteY130" fmla="*/ 2237474 h 2237474"/>
              <a:gd name="connsiteX131" fmla="*/ 1356367 w 12192000"/>
              <a:gd name="connsiteY131" fmla="*/ 2235089 h 2237474"/>
              <a:gd name="connsiteX132" fmla="*/ 1279765 w 12192000"/>
              <a:gd name="connsiteY132" fmla="*/ 2229639 h 2237474"/>
              <a:gd name="connsiteX133" fmla="*/ 1195347 w 12192000"/>
              <a:gd name="connsiteY133" fmla="*/ 2212354 h 2237474"/>
              <a:gd name="connsiteX134" fmla="*/ 970251 w 12192000"/>
              <a:gd name="connsiteY134" fmla="*/ 2221029 h 2237474"/>
              <a:gd name="connsiteX135" fmla="*/ 812914 w 12192000"/>
              <a:gd name="connsiteY135" fmla="*/ 2210095 h 2237474"/>
              <a:gd name="connsiteX136" fmla="*/ 776382 w 12192000"/>
              <a:gd name="connsiteY136" fmla="*/ 2204512 h 2237474"/>
              <a:gd name="connsiteX137" fmla="*/ 597225 w 12192000"/>
              <a:gd name="connsiteY137" fmla="*/ 2180999 h 2237474"/>
              <a:gd name="connsiteX138" fmla="*/ 520671 w 12192000"/>
              <a:gd name="connsiteY138" fmla="*/ 2180980 h 2237474"/>
              <a:gd name="connsiteX139" fmla="*/ 515024 w 12192000"/>
              <a:gd name="connsiteY139" fmla="*/ 2179258 h 2237474"/>
              <a:gd name="connsiteX140" fmla="*/ 413835 w 12192000"/>
              <a:gd name="connsiteY140" fmla="*/ 2156783 h 2237474"/>
              <a:gd name="connsiteX141" fmla="*/ 376513 w 12192000"/>
              <a:gd name="connsiteY141" fmla="*/ 2154014 h 2237474"/>
              <a:gd name="connsiteX142" fmla="*/ 273386 w 12192000"/>
              <a:gd name="connsiteY142" fmla="*/ 2142551 h 2237474"/>
              <a:gd name="connsiteX143" fmla="*/ 169207 w 12192000"/>
              <a:gd name="connsiteY143" fmla="*/ 2128100 h 2237474"/>
              <a:gd name="connsiteX144" fmla="*/ 77641 w 12192000"/>
              <a:gd name="connsiteY144" fmla="*/ 2126835 h 2237474"/>
              <a:gd name="connsiteX145" fmla="*/ 37645 w 12192000"/>
              <a:gd name="connsiteY145" fmla="*/ 2115401 h 2237474"/>
              <a:gd name="connsiteX146" fmla="*/ 4572 w 12192000"/>
              <a:gd name="connsiteY146" fmla="*/ 2111091 h 2237474"/>
              <a:gd name="connsiteX147" fmla="*/ 0 w 12192000"/>
              <a:gd name="connsiteY147" fmla="*/ 2110468 h 2237474"/>
              <a:gd name="connsiteX148" fmla="*/ 0 w 12192000"/>
              <a:gd name="connsiteY148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009910 w 12192000"/>
              <a:gd name="connsiteY107" fmla="*/ 1957866 h 2237474"/>
              <a:gd name="connsiteX108" fmla="*/ 2995934 w 12192000"/>
              <a:gd name="connsiteY108" fmla="*/ 1967085 h 2237474"/>
              <a:gd name="connsiteX109" fmla="*/ 2942858 w 12192000"/>
              <a:gd name="connsiteY109" fmla="*/ 1981367 h 2237474"/>
              <a:gd name="connsiteX110" fmla="*/ 2875436 w 12192000"/>
              <a:gd name="connsiteY110" fmla="*/ 1996977 h 2237474"/>
              <a:gd name="connsiteX111" fmla="*/ 2874892 w 12192000"/>
              <a:gd name="connsiteY111" fmla="*/ 1996085 h 2237474"/>
              <a:gd name="connsiteX112" fmla="*/ 2843662 w 12192000"/>
              <a:gd name="connsiteY112" fmla="*/ 1992498 h 2237474"/>
              <a:gd name="connsiteX113" fmla="*/ 2718916 w 12192000"/>
              <a:gd name="connsiteY113" fmla="*/ 1990867 h 2237474"/>
              <a:gd name="connsiteX114" fmla="*/ 2713522 w 12192000"/>
              <a:gd name="connsiteY114" fmla="*/ 1990173 h 2237474"/>
              <a:gd name="connsiteX115" fmla="*/ 2578178 w 12192000"/>
              <a:gd name="connsiteY115" fmla="*/ 1990531 h 2237474"/>
              <a:gd name="connsiteX116" fmla="*/ 2476147 w 12192000"/>
              <a:gd name="connsiteY116" fmla="*/ 1998305 h 2237474"/>
              <a:gd name="connsiteX117" fmla="*/ 2373568 w 12192000"/>
              <a:gd name="connsiteY117" fmla="*/ 2003219 h 2237474"/>
              <a:gd name="connsiteX118" fmla="*/ 2287219 w 12192000"/>
              <a:gd name="connsiteY118" fmla="*/ 1998750 h 2237474"/>
              <a:gd name="connsiteX119" fmla="*/ 2243069 w 12192000"/>
              <a:gd name="connsiteY119" fmla="*/ 2005321 h 2237474"/>
              <a:gd name="connsiteX120" fmla="*/ 2164831 w 12192000"/>
              <a:gd name="connsiteY120" fmla="*/ 2010143 h 2237474"/>
              <a:gd name="connsiteX121" fmla="*/ 2085228 w 12192000"/>
              <a:gd name="connsiteY121" fmla="*/ 2046431 h 2237474"/>
              <a:gd name="connsiteX122" fmla="*/ 2058061 w 12192000"/>
              <a:gd name="connsiteY122" fmla="*/ 2047942 h 2237474"/>
              <a:gd name="connsiteX123" fmla="*/ 2042244 w 12192000"/>
              <a:gd name="connsiteY123" fmla="*/ 2055560 h 2237474"/>
              <a:gd name="connsiteX124" fmla="*/ 1877728 w 12192000"/>
              <a:gd name="connsiteY124" fmla="*/ 2101004 h 2237474"/>
              <a:gd name="connsiteX125" fmla="*/ 1759056 w 12192000"/>
              <a:gd name="connsiteY125" fmla="*/ 2125608 h 2237474"/>
              <a:gd name="connsiteX126" fmla="*/ 1637948 w 12192000"/>
              <a:gd name="connsiteY126" fmla="*/ 2172597 h 2237474"/>
              <a:gd name="connsiteX127" fmla="*/ 1434549 w 12192000"/>
              <a:gd name="connsiteY127" fmla="*/ 2234522 h 2237474"/>
              <a:gd name="connsiteX128" fmla="*/ 1398481 w 12192000"/>
              <a:gd name="connsiteY128" fmla="*/ 2237074 h 2237474"/>
              <a:gd name="connsiteX129" fmla="*/ 1398407 w 12192000"/>
              <a:gd name="connsiteY129" fmla="*/ 2237095 h 2237474"/>
              <a:gd name="connsiteX130" fmla="*/ 1370962 w 12192000"/>
              <a:gd name="connsiteY130" fmla="*/ 2237474 h 2237474"/>
              <a:gd name="connsiteX131" fmla="*/ 1356367 w 12192000"/>
              <a:gd name="connsiteY131" fmla="*/ 2235089 h 2237474"/>
              <a:gd name="connsiteX132" fmla="*/ 1279765 w 12192000"/>
              <a:gd name="connsiteY132" fmla="*/ 2229639 h 2237474"/>
              <a:gd name="connsiteX133" fmla="*/ 1195347 w 12192000"/>
              <a:gd name="connsiteY133" fmla="*/ 2212354 h 2237474"/>
              <a:gd name="connsiteX134" fmla="*/ 970251 w 12192000"/>
              <a:gd name="connsiteY134" fmla="*/ 2221029 h 2237474"/>
              <a:gd name="connsiteX135" fmla="*/ 812914 w 12192000"/>
              <a:gd name="connsiteY135" fmla="*/ 2210095 h 2237474"/>
              <a:gd name="connsiteX136" fmla="*/ 776382 w 12192000"/>
              <a:gd name="connsiteY136" fmla="*/ 2204512 h 2237474"/>
              <a:gd name="connsiteX137" fmla="*/ 597225 w 12192000"/>
              <a:gd name="connsiteY137" fmla="*/ 2180999 h 2237474"/>
              <a:gd name="connsiteX138" fmla="*/ 520671 w 12192000"/>
              <a:gd name="connsiteY138" fmla="*/ 2180980 h 2237474"/>
              <a:gd name="connsiteX139" fmla="*/ 515024 w 12192000"/>
              <a:gd name="connsiteY139" fmla="*/ 2179258 h 2237474"/>
              <a:gd name="connsiteX140" fmla="*/ 413835 w 12192000"/>
              <a:gd name="connsiteY140" fmla="*/ 2156783 h 2237474"/>
              <a:gd name="connsiteX141" fmla="*/ 376513 w 12192000"/>
              <a:gd name="connsiteY141" fmla="*/ 2154014 h 2237474"/>
              <a:gd name="connsiteX142" fmla="*/ 273386 w 12192000"/>
              <a:gd name="connsiteY142" fmla="*/ 2142551 h 2237474"/>
              <a:gd name="connsiteX143" fmla="*/ 169207 w 12192000"/>
              <a:gd name="connsiteY143" fmla="*/ 2128100 h 2237474"/>
              <a:gd name="connsiteX144" fmla="*/ 77641 w 12192000"/>
              <a:gd name="connsiteY144" fmla="*/ 2126835 h 2237474"/>
              <a:gd name="connsiteX145" fmla="*/ 37645 w 12192000"/>
              <a:gd name="connsiteY145" fmla="*/ 2115401 h 2237474"/>
              <a:gd name="connsiteX146" fmla="*/ 4572 w 12192000"/>
              <a:gd name="connsiteY146" fmla="*/ 2111091 h 2237474"/>
              <a:gd name="connsiteX147" fmla="*/ 0 w 12192000"/>
              <a:gd name="connsiteY147" fmla="*/ 2110468 h 2237474"/>
              <a:gd name="connsiteX148" fmla="*/ 0 w 12192000"/>
              <a:gd name="connsiteY148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009910 w 12192000"/>
              <a:gd name="connsiteY107" fmla="*/ 1957866 h 2237474"/>
              <a:gd name="connsiteX108" fmla="*/ 2995934 w 12192000"/>
              <a:gd name="connsiteY108" fmla="*/ 1967085 h 2237474"/>
              <a:gd name="connsiteX109" fmla="*/ 2942858 w 12192000"/>
              <a:gd name="connsiteY109" fmla="*/ 1981367 h 2237474"/>
              <a:gd name="connsiteX110" fmla="*/ 2875436 w 12192000"/>
              <a:gd name="connsiteY110" fmla="*/ 1996977 h 2237474"/>
              <a:gd name="connsiteX111" fmla="*/ 2874892 w 12192000"/>
              <a:gd name="connsiteY111" fmla="*/ 1996085 h 2237474"/>
              <a:gd name="connsiteX112" fmla="*/ 2843662 w 12192000"/>
              <a:gd name="connsiteY112" fmla="*/ 1992498 h 2237474"/>
              <a:gd name="connsiteX113" fmla="*/ 2718916 w 12192000"/>
              <a:gd name="connsiteY113" fmla="*/ 1990867 h 2237474"/>
              <a:gd name="connsiteX114" fmla="*/ 2713522 w 12192000"/>
              <a:gd name="connsiteY114" fmla="*/ 1990173 h 2237474"/>
              <a:gd name="connsiteX115" fmla="*/ 2578178 w 12192000"/>
              <a:gd name="connsiteY115" fmla="*/ 1990531 h 2237474"/>
              <a:gd name="connsiteX116" fmla="*/ 2476147 w 12192000"/>
              <a:gd name="connsiteY116" fmla="*/ 1998305 h 2237474"/>
              <a:gd name="connsiteX117" fmla="*/ 2373568 w 12192000"/>
              <a:gd name="connsiteY117" fmla="*/ 2003219 h 2237474"/>
              <a:gd name="connsiteX118" fmla="*/ 2287219 w 12192000"/>
              <a:gd name="connsiteY118" fmla="*/ 1998750 h 2237474"/>
              <a:gd name="connsiteX119" fmla="*/ 2243069 w 12192000"/>
              <a:gd name="connsiteY119" fmla="*/ 2005321 h 2237474"/>
              <a:gd name="connsiteX120" fmla="*/ 2164831 w 12192000"/>
              <a:gd name="connsiteY120" fmla="*/ 2010143 h 2237474"/>
              <a:gd name="connsiteX121" fmla="*/ 2085228 w 12192000"/>
              <a:gd name="connsiteY121" fmla="*/ 2046431 h 2237474"/>
              <a:gd name="connsiteX122" fmla="*/ 2058061 w 12192000"/>
              <a:gd name="connsiteY122" fmla="*/ 2047942 h 2237474"/>
              <a:gd name="connsiteX123" fmla="*/ 2042244 w 12192000"/>
              <a:gd name="connsiteY123" fmla="*/ 2055560 h 2237474"/>
              <a:gd name="connsiteX124" fmla="*/ 1877728 w 12192000"/>
              <a:gd name="connsiteY124" fmla="*/ 2101004 h 2237474"/>
              <a:gd name="connsiteX125" fmla="*/ 1759056 w 12192000"/>
              <a:gd name="connsiteY125" fmla="*/ 2125608 h 2237474"/>
              <a:gd name="connsiteX126" fmla="*/ 1637948 w 12192000"/>
              <a:gd name="connsiteY126" fmla="*/ 2172597 h 2237474"/>
              <a:gd name="connsiteX127" fmla="*/ 1434549 w 12192000"/>
              <a:gd name="connsiteY127" fmla="*/ 2234522 h 2237474"/>
              <a:gd name="connsiteX128" fmla="*/ 1398481 w 12192000"/>
              <a:gd name="connsiteY128" fmla="*/ 2237074 h 2237474"/>
              <a:gd name="connsiteX129" fmla="*/ 1398407 w 12192000"/>
              <a:gd name="connsiteY129" fmla="*/ 2237095 h 2237474"/>
              <a:gd name="connsiteX130" fmla="*/ 1370962 w 12192000"/>
              <a:gd name="connsiteY130" fmla="*/ 2237474 h 2237474"/>
              <a:gd name="connsiteX131" fmla="*/ 1356367 w 12192000"/>
              <a:gd name="connsiteY131" fmla="*/ 2235089 h 2237474"/>
              <a:gd name="connsiteX132" fmla="*/ 1279765 w 12192000"/>
              <a:gd name="connsiteY132" fmla="*/ 2229639 h 2237474"/>
              <a:gd name="connsiteX133" fmla="*/ 1195347 w 12192000"/>
              <a:gd name="connsiteY133" fmla="*/ 2212354 h 2237474"/>
              <a:gd name="connsiteX134" fmla="*/ 970251 w 12192000"/>
              <a:gd name="connsiteY134" fmla="*/ 2221029 h 2237474"/>
              <a:gd name="connsiteX135" fmla="*/ 812914 w 12192000"/>
              <a:gd name="connsiteY135" fmla="*/ 2210095 h 2237474"/>
              <a:gd name="connsiteX136" fmla="*/ 776382 w 12192000"/>
              <a:gd name="connsiteY136" fmla="*/ 2204512 h 2237474"/>
              <a:gd name="connsiteX137" fmla="*/ 597225 w 12192000"/>
              <a:gd name="connsiteY137" fmla="*/ 2180999 h 2237474"/>
              <a:gd name="connsiteX138" fmla="*/ 520671 w 12192000"/>
              <a:gd name="connsiteY138" fmla="*/ 2180980 h 2237474"/>
              <a:gd name="connsiteX139" fmla="*/ 515024 w 12192000"/>
              <a:gd name="connsiteY139" fmla="*/ 2179258 h 2237474"/>
              <a:gd name="connsiteX140" fmla="*/ 413835 w 12192000"/>
              <a:gd name="connsiteY140" fmla="*/ 2156783 h 2237474"/>
              <a:gd name="connsiteX141" fmla="*/ 376513 w 12192000"/>
              <a:gd name="connsiteY141" fmla="*/ 2154014 h 2237474"/>
              <a:gd name="connsiteX142" fmla="*/ 273386 w 12192000"/>
              <a:gd name="connsiteY142" fmla="*/ 2142551 h 2237474"/>
              <a:gd name="connsiteX143" fmla="*/ 169207 w 12192000"/>
              <a:gd name="connsiteY143" fmla="*/ 2128100 h 2237474"/>
              <a:gd name="connsiteX144" fmla="*/ 77641 w 12192000"/>
              <a:gd name="connsiteY144" fmla="*/ 2126835 h 2237474"/>
              <a:gd name="connsiteX145" fmla="*/ 37645 w 12192000"/>
              <a:gd name="connsiteY145" fmla="*/ 2115401 h 2237474"/>
              <a:gd name="connsiteX146" fmla="*/ 4572 w 12192000"/>
              <a:gd name="connsiteY146" fmla="*/ 2111091 h 2237474"/>
              <a:gd name="connsiteX147" fmla="*/ 0 w 12192000"/>
              <a:gd name="connsiteY147" fmla="*/ 2110468 h 2237474"/>
              <a:gd name="connsiteX148" fmla="*/ 0 w 12192000"/>
              <a:gd name="connsiteY148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009910 w 12192000"/>
              <a:gd name="connsiteY107" fmla="*/ 1957866 h 2237474"/>
              <a:gd name="connsiteX108" fmla="*/ 2995934 w 12192000"/>
              <a:gd name="connsiteY108" fmla="*/ 1967085 h 2237474"/>
              <a:gd name="connsiteX109" fmla="*/ 2942858 w 12192000"/>
              <a:gd name="connsiteY109" fmla="*/ 1981367 h 2237474"/>
              <a:gd name="connsiteX110" fmla="*/ 2875436 w 12192000"/>
              <a:gd name="connsiteY110" fmla="*/ 1996977 h 2237474"/>
              <a:gd name="connsiteX111" fmla="*/ 2874892 w 12192000"/>
              <a:gd name="connsiteY111" fmla="*/ 1996085 h 2237474"/>
              <a:gd name="connsiteX112" fmla="*/ 2843662 w 12192000"/>
              <a:gd name="connsiteY112" fmla="*/ 1992498 h 2237474"/>
              <a:gd name="connsiteX113" fmla="*/ 2718916 w 12192000"/>
              <a:gd name="connsiteY113" fmla="*/ 1990867 h 2237474"/>
              <a:gd name="connsiteX114" fmla="*/ 2713522 w 12192000"/>
              <a:gd name="connsiteY114" fmla="*/ 1990173 h 2237474"/>
              <a:gd name="connsiteX115" fmla="*/ 2476147 w 12192000"/>
              <a:gd name="connsiteY115" fmla="*/ 1998305 h 2237474"/>
              <a:gd name="connsiteX116" fmla="*/ 2373568 w 12192000"/>
              <a:gd name="connsiteY116" fmla="*/ 2003219 h 2237474"/>
              <a:gd name="connsiteX117" fmla="*/ 2287219 w 12192000"/>
              <a:gd name="connsiteY117" fmla="*/ 1998750 h 2237474"/>
              <a:gd name="connsiteX118" fmla="*/ 2243069 w 12192000"/>
              <a:gd name="connsiteY118" fmla="*/ 2005321 h 2237474"/>
              <a:gd name="connsiteX119" fmla="*/ 2164831 w 12192000"/>
              <a:gd name="connsiteY119" fmla="*/ 2010143 h 2237474"/>
              <a:gd name="connsiteX120" fmla="*/ 2085228 w 12192000"/>
              <a:gd name="connsiteY120" fmla="*/ 2046431 h 2237474"/>
              <a:gd name="connsiteX121" fmla="*/ 2058061 w 12192000"/>
              <a:gd name="connsiteY121" fmla="*/ 2047942 h 2237474"/>
              <a:gd name="connsiteX122" fmla="*/ 2042244 w 12192000"/>
              <a:gd name="connsiteY122" fmla="*/ 2055560 h 2237474"/>
              <a:gd name="connsiteX123" fmla="*/ 1877728 w 12192000"/>
              <a:gd name="connsiteY123" fmla="*/ 2101004 h 2237474"/>
              <a:gd name="connsiteX124" fmla="*/ 1759056 w 12192000"/>
              <a:gd name="connsiteY124" fmla="*/ 2125608 h 2237474"/>
              <a:gd name="connsiteX125" fmla="*/ 1637948 w 12192000"/>
              <a:gd name="connsiteY125" fmla="*/ 2172597 h 2237474"/>
              <a:gd name="connsiteX126" fmla="*/ 1434549 w 12192000"/>
              <a:gd name="connsiteY126" fmla="*/ 2234522 h 2237474"/>
              <a:gd name="connsiteX127" fmla="*/ 1398481 w 12192000"/>
              <a:gd name="connsiteY127" fmla="*/ 2237074 h 2237474"/>
              <a:gd name="connsiteX128" fmla="*/ 1398407 w 12192000"/>
              <a:gd name="connsiteY128" fmla="*/ 2237095 h 2237474"/>
              <a:gd name="connsiteX129" fmla="*/ 1370962 w 12192000"/>
              <a:gd name="connsiteY129" fmla="*/ 2237474 h 2237474"/>
              <a:gd name="connsiteX130" fmla="*/ 1356367 w 12192000"/>
              <a:gd name="connsiteY130" fmla="*/ 2235089 h 2237474"/>
              <a:gd name="connsiteX131" fmla="*/ 1279765 w 12192000"/>
              <a:gd name="connsiteY131" fmla="*/ 2229639 h 2237474"/>
              <a:gd name="connsiteX132" fmla="*/ 1195347 w 12192000"/>
              <a:gd name="connsiteY132" fmla="*/ 2212354 h 2237474"/>
              <a:gd name="connsiteX133" fmla="*/ 970251 w 12192000"/>
              <a:gd name="connsiteY133" fmla="*/ 2221029 h 2237474"/>
              <a:gd name="connsiteX134" fmla="*/ 812914 w 12192000"/>
              <a:gd name="connsiteY134" fmla="*/ 2210095 h 2237474"/>
              <a:gd name="connsiteX135" fmla="*/ 776382 w 12192000"/>
              <a:gd name="connsiteY135" fmla="*/ 2204512 h 2237474"/>
              <a:gd name="connsiteX136" fmla="*/ 597225 w 12192000"/>
              <a:gd name="connsiteY136" fmla="*/ 2180999 h 2237474"/>
              <a:gd name="connsiteX137" fmla="*/ 520671 w 12192000"/>
              <a:gd name="connsiteY137" fmla="*/ 2180980 h 2237474"/>
              <a:gd name="connsiteX138" fmla="*/ 515024 w 12192000"/>
              <a:gd name="connsiteY138" fmla="*/ 2179258 h 2237474"/>
              <a:gd name="connsiteX139" fmla="*/ 413835 w 12192000"/>
              <a:gd name="connsiteY139" fmla="*/ 2156783 h 2237474"/>
              <a:gd name="connsiteX140" fmla="*/ 376513 w 12192000"/>
              <a:gd name="connsiteY140" fmla="*/ 2154014 h 2237474"/>
              <a:gd name="connsiteX141" fmla="*/ 273386 w 12192000"/>
              <a:gd name="connsiteY141" fmla="*/ 2142551 h 2237474"/>
              <a:gd name="connsiteX142" fmla="*/ 169207 w 12192000"/>
              <a:gd name="connsiteY142" fmla="*/ 2128100 h 2237474"/>
              <a:gd name="connsiteX143" fmla="*/ 77641 w 12192000"/>
              <a:gd name="connsiteY143" fmla="*/ 2126835 h 2237474"/>
              <a:gd name="connsiteX144" fmla="*/ 37645 w 12192000"/>
              <a:gd name="connsiteY144" fmla="*/ 2115401 h 2237474"/>
              <a:gd name="connsiteX145" fmla="*/ 4572 w 12192000"/>
              <a:gd name="connsiteY145" fmla="*/ 2111091 h 2237474"/>
              <a:gd name="connsiteX146" fmla="*/ 0 w 12192000"/>
              <a:gd name="connsiteY146" fmla="*/ 2110468 h 2237474"/>
              <a:gd name="connsiteX147" fmla="*/ 0 w 12192000"/>
              <a:gd name="connsiteY147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6900177 w 12192000"/>
              <a:gd name="connsiteY58" fmla="*/ 1636016 h 2237474"/>
              <a:gd name="connsiteX59" fmla="*/ 6795372 w 12192000"/>
              <a:gd name="connsiteY59" fmla="*/ 1644845 h 2237474"/>
              <a:gd name="connsiteX60" fmla="*/ 6692251 w 12192000"/>
              <a:gd name="connsiteY60" fmla="*/ 1656357 h 2237474"/>
              <a:gd name="connsiteX61" fmla="*/ 6655235 w 12192000"/>
              <a:gd name="connsiteY61" fmla="*/ 1661869 h 2237474"/>
              <a:gd name="connsiteX62" fmla="*/ 6554894 w 12192000"/>
              <a:gd name="connsiteY62" fmla="*/ 1664428 h 2237474"/>
              <a:gd name="connsiteX63" fmla="*/ 6516595 w 12192000"/>
              <a:gd name="connsiteY63" fmla="*/ 1667475 h 2237474"/>
              <a:gd name="connsiteX64" fmla="*/ 6508541 w 12192000"/>
              <a:gd name="connsiteY64" fmla="*/ 1668757 h 2237474"/>
              <a:gd name="connsiteX65" fmla="*/ 6471012 w 12192000"/>
              <a:gd name="connsiteY65" fmla="*/ 1678604 h 2237474"/>
              <a:gd name="connsiteX66" fmla="*/ 6364035 w 12192000"/>
              <a:gd name="connsiteY66" fmla="*/ 1667683 h 2237474"/>
              <a:gd name="connsiteX67" fmla="*/ 6280959 w 12192000"/>
              <a:gd name="connsiteY67" fmla="*/ 1689329 h 2237474"/>
              <a:gd name="connsiteX68" fmla="*/ 6243319 w 12192000"/>
              <a:gd name="connsiteY68" fmla="*/ 1695560 h 2237474"/>
              <a:gd name="connsiteX69" fmla="*/ 6098321 w 12192000"/>
              <a:gd name="connsiteY69" fmla="*/ 1721646 h 2237474"/>
              <a:gd name="connsiteX70" fmla="*/ 5880652 w 12192000"/>
              <a:gd name="connsiteY70" fmla="*/ 1779643 h 2237474"/>
              <a:gd name="connsiteX71" fmla="*/ 5785959 w 12192000"/>
              <a:gd name="connsiteY71" fmla="*/ 1775307 h 2237474"/>
              <a:gd name="connsiteX72" fmla="*/ 5643534 w 12192000"/>
              <a:gd name="connsiteY72" fmla="*/ 1802919 h 2237474"/>
              <a:gd name="connsiteX73" fmla="*/ 5518799 w 12192000"/>
              <a:gd name="connsiteY73" fmla="*/ 1818312 h 2237474"/>
              <a:gd name="connsiteX74" fmla="*/ 5505014 w 12192000"/>
              <a:gd name="connsiteY74" fmla="*/ 1819259 h 2237474"/>
              <a:gd name="connsiteX75" fmla="*/ 5453307 w 12192000"/>
              <a:gd name="connsiteY75" fmla="*/ 1815450 h 2237474"/>
              <a:gd name="connsiteX76" fmla="*/ 5221533 w 12192000"/>
              <a:gd name="connsiteY76" fmla="*/ 1846950 h 2237474"/>
              <a:gd name="connsiteX77" fmla="*/ 5149802 w 12192000"/>
              <a:gd name="connsiteY77" fmla="*/ 1844846 h 2237474"/>
              <a:gd name="connsiteX78" fmla="*/ 5114927 w 12192000"/>
              <a:gd name="connsiteY78" fmla="*/ 1847827 h 2237474"/>
              <a:gd name="connsiteX79" fmla="*/ 5108970 w 12192000"/>
              <a:gd name="connsiteY79" fmla="*/ 1847935 h 2237474"/>
              <a:gd name="connsiteX80" fmla="*/ 5067961 w 12192000"/>
              <a:gd name="connsiteY80" fmla="*/ 1845917 h 2237474"/>
              <a:gd name="connsiteX81" fmla="*/ 5007075 w 12192000"/>
              <a:gd name="connsiteY81" fmla="*/ 1838626 h 2237474"/>
              <a:gd name="connsiteX82" fmla="*/ 4944087 w 12192000"/>
              <a:gd name="connsiteY82" fmla="*/ 1823332 h 2237474"/>
              <a:gd name="connsiteX83" fmla="*/ 4907662 w 12192000"/>
              <a:gd name="connsiteY83" fmla="*/ 1816900 h 2237474"/>
              <a:gd name="connsiteX84" fmla="*/ 4882386 w 12192000"/>
              <a:gd name="connsiteY84" fmla="*/ 1809844 h 2237474"/>
              <a:gd name="connsiteX85" fmla="*/ 4811440 w 12192000"/>
              <a:gd name="connsiteY85" fmla="*/ 1804655 h 2237474"/>
              <a:gd name="connsiteX86" fmla="*/ 4691075 w 12192000"/>
              <a:gd name="connsiteY86" fmla="*/ 1801389 h 2237474"/>
              <a:gd name="connsiteX87" fmla="*/ 4640313 w 12192000"/>
              <a:gd name="connsiteY87" fmla="*/ 1784307 h 2237474"/>
              <a:gd name="connsiteX88" fmla="*/ 4536503 w 12192000"/>
              <a:gd name="connsiteY88" fmla="*/ 1785334 h 2237474"/>
              <a:gd name="connsiteX89" fmla="*/ 4513724 w 12192000"/>
              <a:gd name="connsiteY89" fmla="*/ 1791996 h 2237474"/>
              <a:gd name="connsiteX90" fmla="*/ 4459810 w 12192000"/>
              <a:gd name="connsiteY90" fmla="*/ 1797886 h 2237474"/>
              <a:gd name="connsiteX91" fmla="*/ 4379064 w 12192000"/>
              <a:gd name="connsiteY91" fmla="*/ 1817177 h 2237474"/>
              <a:gd name="connsiteX92" fmla="*/ 4290981 w 12192000"/>
              <a:gd name="connsiteY92" fmla="*/ 1839677 h 2237474"/>
              <a:gd name="connsiteX93" fmla="*/ 4238372 w 12192000"/>
              <a:gd name="connsiteY93" fmla="*/ 1851480 h 2237474"/>
              <a:gd name="connsiteX94" fmla="*/ 4232517 w 12192000"/>
              <a:gd name="connsiteY94" fmla="*/ 1852567 h 2237474"/>
              <a:gd name="connsiteX95" fmla="*/ 4191732 w 12192000"/>
              <a:gd name="connsiteY95" fmla="*/ 1857328 h 2237474"/>
              <a:gd name="connsiteX96" fmla="*/ 4065532 w 12192000"/>
              <a:gd name="connsiteY96" fmla="*/ 1855477 h 2237474"/>
              <a:gd name="connsiteX97" fmla="*/ 4028460 w 12192000"/>
              <a:gd name="connsiteY97" fmla="*/ 1855137 h 2237474"/>
              <a:gd name="connsiteX98" fmla="*/ 4002267 w 12192000"/>
              <a:gd name="connsiteY98" fmla="*/ 1852352 h 2237474"/>
              <a:gd name="connsiteX99" fmla="*/ 3931396 w 12192000"/>
              <a:gd name="connsiteY99" fmla="*/ 1858915 h 2237474"/>
              <a:gd name="connsiteX100" fmla="*/ 3812162 w 12192000"/>
              <a:gd name="connsiteY100" fmla="*/ 1875501 h 2237474"/>
              <a:gd name="connsiteX101" fmla="*/ 3758105 w 12192000"/>
              <a:gd name="connsiteY101" fmla="*/ 1871856 h 2237474"/>
              <a:gd name="connsiteX102" fmla="*/ 3715896 w 12192000"/>
              <a:gd name="connsiteY102" fmla="*/ 1881552 h 2237474"/>
              <a:gd name="connsiteX103" fmla="*/ 3567259 w 12192000"/>
              <a:gd name="connsiteY103" fmla="*/ 1893482 h 2237474"/>
              <a:gd name="connsiteX104" fmla="*/ 3405770 w 12192000"/>
              <a:gd name="connsiteY104" fmla="*/ 1904591 h 2237474"/>
              <a:gd name="connsiteX105" fmla="*/ 3280097 w 12192000"/>
              <a:gd name="connsiteY105" fmla="*/ 1919610 h 2237474"/>
              <a:gd name="connsiteX106" fmla="*/ 3009910 w 12192000"/>
              <a:gd name="connsiteY106" fmla="*/ 1957866 h 2237474"/>
              <a:gd name="connsiteX107" fmla="*/ 2995934 w 12192000"/>
              <a:gd name="connsiteY107" fmla="*/ 1967085 h 2237474"/>
              <a:gd name="connsiteX108" fmla="*/ 2942858 w 12192000"/>
              <a:gd name="connsiteY108" fmla="*/ 1981367 h 2237474"/>
              <a:gd name="connsiteX109" fmla="*/ 2875436 w 12192000"/>
              <a:gd name="connsiteY109" fmla="*/ 1996977 h 2237474"/>
              <a:gd name="connsiteX110" fmla="*/ 2874892 w 12192000"/>
              <a:gd name="connsiteY110" fmla="*/ 1996085 h 2237474"/>
              <a:gd name="connsiteX111" fmla="*/ 2843662 w 12192000"/>
              <a:gd name="connsiteY111" fmla="*/ 1992498 h 2237474"/>
              <a:gd name="connsiteX112" fmla="*/ 2718916 w 12192000"/>
              <a:gd name="connsiteY112" fmla="*/ 1990867 h 2237474"/>
              <a:gd name="connsiteX113" fmla="*/ 2713522 w 12192000"/>
              <a:gd name="connsiteY113" fmla="*/ 1990173 h 2237474"/>
              <a:gd name="connsiteX114" fmla="*/ 2476147 w 12192000"/>
              <a:gd name="connsiteY114" fmla="*/ 1998305 h 2237474"/>
              <a:gd name="connsiteX115" fmla="*/ 2373568 w 12192000"/>
              <a:gd name="connsiteY115" fmla="*/ 2003219 h 2237474"/>
              <a:gd name="connsiteX116" fmla="*/ 2287219 w 12192000"/>
              <a:gd name="connsiteY116" fmla="*/ 1998750 h 2237474"/>
              <a:gd name="connsiteX117" fmla="*/ 2243069 w 12192000"/>
              <a:gd name="connsiteY117" fmla="*/ 2005321 h 2237474"/>
              <a:gd name="connsiteX118" fmla="*/ 2164831 w 12192000"/>
              <a:gd name="connsiteY118" fmla="*/ 2010143 h 2237474"/>
              <a:gd name="connsiteX119" fmla="*/ 2085228 w 12192000"/>
              <a:gd name="connsiteY119" fmla="*/ 2046431 h 2237474"/>
              <a:gd name="connsiteX120" fmla="*/ 2058061 w 12192000"/>
              <a:gd name="connsiteY120" fmla="*/ 2047942 h 2237474"/>
              <a:gd name="connsiteX121" fmla="*/ 2042244 w 12192000"/>
              <a:gd name="connsiteY121" fmla="*/ 2055560 h 2237474"/>
              <a:gd name="connsiteX122" fmla="*/ 1877728 w 12192000"/>
              <a:gd name="connsiteY122" fmla="*/ 2101004 h 2237474"/>
              <a:gd name="connsiteX123" fmla="*/ 1759056 w 12192000"/>
              <a:gd name="connsiteY123" fmla="*/ 2125608 h 2237474"/>
              <a:gd name="connsiteX124" fmla="*/ 1637948 w 12192000"/>
              <a:gd name="connsiteY124" fmla="*/ 2172597 h 2237474"/>
              <a:gd name="connsiteX125" fmla="*/ 1434549 w 12192000"/>
              <a:gd name="connsiteY125" fmla="*/ 2234522 h 2237474"/>
              <a:gd name="connsiteX126" fmla="*/ 1398481 w 12192000"/>
              <a:gd name="connsiteY126" fmla="*/ 2237074 h 2237474"/>
              <a:gd name="connsiteX127" fmla="*/ 1398407 w 12192000"/>
              <a:gd name="connsiteY127" fmla="*/ 2237095 h 2237474"/>
              <a:gd name="connsiteX128" fmla="*/ 1370962 w 12192000"/>
              <a:gd name="connsiteY128" fmla="*/ 2237474 h 2237474"/>
              <a:gd name="connsiteX129" fmla="*/ 1356367 w 12192000"/>
              <a:gd name="connsiteY129" fmla="*/ 2235089 h 2237474"/>
              <a:gd name="connsiteX130" fmla="*/ 1279765 w 12192000"/>
              <a:gd name="connsiteY130" fmla="*/ 2229639 h 2237474"/>
              <a:gd name="connsiteX131" fmla="*/ 1195347 w 12192000"/>
              <a:gd name="connsiteY131" fmla="*/ 2212354 h 2237474"/>
              <a:gd name="connsiteX132" fmla="*/ 970251 w 12192000"/>
              <a:gd name="connsiteY132" fmla="*/ 2221029 h 2237474"/>
              <a:gd name="connsiteX133" fmla="*/ 812914 w 12192000"/>
              <a:gd name="connsiteY133" fmla="*/ 2210095 h 2237474"/>
              <a:gd name="connsiteX134" fmla="*/ 776382 w 12192000"/>
              <a:gd name="connsiteY134" fmla="*/ 2204512 h 2237474"/>
              <a:gd name="connsiteX135" fmla="*/ 597225 w 12192000"/>
              <a:gd name="connsiteY135" fmla="*/ 2180999 h 2237474"/>
              <a:gd name="connsiteX136" fmla="*/ 520671 w 12192000"/>
              <a:gd name="connsiteY136" fmla="*/ 2180980 h 2237474"/>
              <a:gd name="connsiteX137" fmla="*/ 515024 w 12192000"/>
              <a:gd name="connsiteY137" fmla="*/ 2179258 h 2237474"/>
              <a:gd name="connsiteX138" fmla="*/ 413835 w 12192000"/>
              <a:gd name="connsiteY138" fmla="*/ 2156783 h 2237474"/>
              <a:gd name="connsiteX139" fmla="*/ 376513 w 12192000"/>
              <a:gd name="connsiteY139" fmla="*/ 2154014 h 2237474"/>
              <a:gd name="connsiteX140" fmla="*/ 273386 w 12192000"/>
              <a:gd name="connsiteY140" fmla="*/ 2142551 h 2237474"/>
              <a:gd name="connsiteX141" fmla="*/ 169207 w 12192000"/>
              <a:gd name="connsiteY141" fmla="*/ 2128100 h 2237474"/>
              <a:gd name="connsiteX142" fmla="*/ 77641 w 12192000"/>
              <a:gd name="connsiteY142" fmla="*/ 2126835 h 2237474"/>
              <a:gd name="connsiteX143" fmla="*/ 37645 w 12192000"/>
              <a:gd name="connsiteY143" fmla="*/ 2115401 h 2237474"/>
              <a:gd name="connsiteX144" fmla="*/ 4572 w 12192000"/>
              <a:gd name="connsiteY144" fmla="*/ 2111091 h 2237474"/>
              <a:gd name="connsiteX145" fmla="*/ 0 w 12192000"/>
              <a:gd name="connsiteY145" fmla="*/ 2110468 h 2237474"/>
              <a:gd name="connsiteX146" fmla="*/ 0 w 12192000"/>
              <a:gd name="connsiteY146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074238 w 12192000"/>
              <a:gd name="connsiteY45" fmla="*/ 1301895 h 2237474"/>
              <a:gd name="connsiteX46" fmla="*/ 7942099 w 12192000"/>
              <a:gd name="connsiteY46" fmla="*/ 1336332 h 2237474"/>
              <a:gd name="connsiteX47" fmla="*/ 7902328 w 12192000"/>
              <a:gd name="connsiteY47" fmla="*/ 1345865 h 2237474"/>
              <a:gd name="connsiteX48" fmla="*/ 7840612 w 12192000"/>
              <a:gd name="connsiteY48" fmla="*/ 1369373 h 2237474"/>
              <a:gd name="connsiteX49" fmla="*/ 7786819 w 12192000"/>
              <a:gd name="connsiteY49" fmla="*/ 1378970 h 2237474"/>
              <a:gd name="connsiteX50" fmla="*/ 7548172 w 12192000"/>
              <a:gd name="connsiteY50" fmla="*/ 1417460 h 2237474"/>
              <a:gd name="connsiteX51" fmla="*/ 7483437 w 12192000"/>
              <a:gd name="connsiteY51" fmla="*/ 1478152 h 2237474"/>
              <a:gd name="connsiteX52" fmla="*/ 7377870 w 12192000"/>
              <a:gd name="connsiteY52" fmla="*/ 1523319 h 2237474"/>
              <a:gd name="connsiteX53" fmla="*/ 7230737 w 12192000"/>
              <a:gd name="connsiteY53" fmla="*/ 1562633 h 2237474"/>
              <a:gd name="connsiteX54" fmla="*/ 7224458 w 12192000"/>
              <a:gd name="connsiteY54" fmla="*/ 1573008 h 2237474"/>
              <a:gd name="connsiteX55" fmla="*/ 7183121 w 12192000"/>
              <a:gd name="connsiteY55" fmla="*/ 1595162 h 2237474"/>
              <a:gd name="connsiteX56" fmla="*/ 7164601 w 12192000"/>
              <a:gd name="connsiteY56" fmla="*/ 1606490 h 2237474"/>
              <a:gd name="connsiteX57" fmla="*/ 6900177 w 12192000"/>
              <a:gd name="connsiteY57" fmla="*/ 1636016 h 2237474"/>
              <a:gd name="connsiteX58" fmla="*/ 6795372 w 12192000"/>
              <a:gd name="connsiteY58" fmla="*/ 1644845 h 2237474"/>
              <a:gd name="connsiteX59" fmla="*/ 6692251 w 12192000"/>
              <a:gd name="connsiteY59" fmla="*/ 1656357 h 2237474"/>
              <a:gd name="connsiteX60" fmla="*/ 6655235 w 12192000"/>
              <a:gd name="connsiteY60" fmla="*/ 1661869 h 2237474"/>
              <a:gd name="connsiteX61" fmla="*/ 6554894 w 12192000"/>
              <a:gd name="connsiteY61" fmla="*/ 1664428 h 2237474"/>
              <a:gd name="connsiteX62" fmla="*/ 6516595 w 12192000"/>
              <a:gd name="connsiteY62" fmla="*/ 1667475 h 2237474"/>
              <a:gd name="connsiteX63" fmla="*/ 6508541 w 12192000"/>
              <a:gd name="connsiteY63" fmla="*/ 1668757 h 2237474"/>
              <a:gd name="connsiteX64" fmla="*/ 6471012 w 12192000"/>
              <a:gd name="connsiteY64" fmla="*/ 1678604 h 2237474"/>
              <a:gd name="connsiteX65" fmla="*/ 6364035 w 12192000"/>
              <a:gd name="connsiteY65" fmla="*/ 1667683 h 2237474"/>
              <a:gd name="connsiteX66" fmla="*/ 6280959 w 12192000"/>
              <a:gd name="connsiteY66" fmla="*/ 1689329 h 2237474"/>
              <a:gd name="connsiteX67" fmla="*/ 6243319 w 12192000"/>
              <a:gd name="connsiteY67" fmla="*/ 1695560 h 2237474"/>
              <a:gd name="connsiteX68" fmla="*/ 6098321 w 12192000"/>
              <a:gd name="connsiteY68" fmla="*/ 1721646 h 2237474"/>
              <a:gd name="connsiteX69" fmla="*/ 5880652 w 12192000"/>
              <a:gd name="connsiteY69" fmla="*/ 1779643 h 2237474"/>
              <a:gd name="connsiteX70" fmla="*/ 5785959 w 12192000"/>
              <a:gd name="connsiteY70" fmla="*/ 1775307 h 2237474"/>
              <a:gd name="connsiteX71" fmla="*/ 5643534 w 12192000"/>
              <a:gd name="connsiteY71" fmla="*/ 1802919 h 2237474"/>
              <a:gd name="connsiteX72" fmla="*/ 5518799 w 12192000"/>
              <a:gd name="connsiteY72" fmla="*/ 1818312 h 2237474"/>
              <a:gd name="connsiteX73" fmla="*/ 5505014 w 12192000"/>
              <a:gd name="connsiteY73" fmla="*/ 1819259 h 2237474"/>
              <a:gd name="connsiteX74" fmla="*/ 5453307 w 12192000"/>
              <a:gd name="connsiteY74" fmla="*/ 1815450 h 2237474"/>
              <a:gd name="connsiteX75" fmla="*/ 5221533 w 12192000"/>
              <a:gd name="connsiteY75" fmla="*/ 1846950 h 2237474"/>
              <a:gd name="connsiteX76" fmla="*/ 5149802 w 12192000"/>
              <a:gd name="connsiteY76" fmla="*/ 1844846 h 2237474"/>
              <a:gd name="connsiteX77" fmla="*/ 5114927 w 12192000"/>
              <a:gd name="connsiteY77" fmla="*/ 1847827 h 2237474"/>
              <a:gd name="connsiteX78" fmla="*/ 5108970 w 12192000"/>
              <a:gd name="connsiteY78" fmla="*/ 1847935 h 2237474"/>
              <a:gd name="connsiteX79" fmla="*/ 5067961 w 12192000"/>
              <a:gd name="connsiteY79" fmla="*/ 1845917 h 2237474"/>
              <a:gd name="connsiteX80" fmla="*/ 5007075 w 12192000"/>
              <a:gd name="connsiteY80" fmla="*/ 1838626 h 2237474"/>
              <a:gd name="connsiteX81" fmla="*/ 4944087 w 12192000"/>
              <a:gd name="connsiteY81" fmla="*/ 1823332 h 2237474"/>
              <a:gd name="connsiteX82" fmla="*/ 4907662 w 12192000"/>
              <a:gd name="connsiteY82" fmla="*/ 1816900 h 2237474"/>
              <a:gd name="connsiteX83" fmla="*/ 4882386 w 12192000"/>
              <a:gd name="connsiteY83" fmla="*/ 1809844 h 2237474"/>
              <a:gd name="connsiteX84" fmla="*/ 4811440 w 12192000"/>
              <a:gd name="connsiteY84" fmla="*/ 1804655 h 2237474"/>
              <a:gd name="connsiteX85" fmla="*/ 4691075 w 12192000"/>
              <a:gd name="connsiteY85" fmla="*/ 1801389 h 2237474"/>
              <a:gd name="connsiteX86" fmla="*/ 4640313 w 12192000"/>
              <a:gd name="connsiteY86" fmla="*/ 1784307 h 2237474"/>
              <a:gd name="connsiteX87" fmla="*/ 4536503 w 12192000"/>
              <a:gd name="connsiteY87" fmla="*/ 1785334 h 2237474"/>
              <a:gd name="connsiteX88" fmla="*/ 4513724 w 12192000"/>
              <a:gd name="connsiteY88" fmla="*/ 1791996 h 2237474"/>
              <a:gd name="connsiteX89" fmla="*/ 4459810 w 12192000"/>
              <a:gd name="connsiteY89" fmla="*/ 1797886 h 2237474"/>
              <a:gd name="connsiteX90" fmla="*/ 4379064 w 12192000"/>
              <a:gd name="connsiteY90" fmla="*/ 1817177 h 2237474"/>
              <a:gd name="connsiteX91" fmla="*/ 4290981 w 12192000"/>
              <a:gd name="connsiteY91" fmla="*/ 1839677 h 2237474"/>
              <a:gd name="connsiteX92" fmla="*/ 4238372 w 12192000"/>
              <a:gd name="connsiteY92" fmla="*/ 1851480 h 2237474"/>
              <a:gd name="connsiteX93" fmla="*/ 4232517 w 12192000"/>
              <a:gd name="connsiteY93" fmla="*/ 1852567 h 2237474"/>
              <a:gd name="connsiteX94" fmla="*/ 4191732 w 12192000"/>
              <a:gd name="connsiteY94" fmla="*/ 1857328 h 2237474"/>
              <a:gd name="connsiteX95" fmla="*/ 4065532 w 12192000"/>
              <a:gd name="connsiteY95" fmla="*/ 1855477 h 2237474"/>
              <a:gd name="connsiteX96" fmla="*/ 4028460 w 12192000"/>
              <a:gd name="connsiteY96" fmla="*/ 1855137 h 2237474"/>
              <a:gd name="connsiteX97" fmla="*/ 4002267 w 12192000"/>
              <a:gd name="connsiteY97" fmla="*/ 1852352 h 2237474"/>
              <a:gd name="connsiteX98" fmla="*/ 3931396 w 12192000"/>
              <a:gd name="connsiteY98" fmla="*/ 1858915 h 2237474"/>
              <a:gd name="connsiteX99" fmla="*/ 3812162 w 12192000"/>
              <a:gd name="connsiteY99" fmla="*/ 1875501 h 2237474"/>
              <a:gd name="connsiteX100" fmla="*/ 3758105 w 12192000"/>
              <a:gd name="connsiteY100" fmla="*/ 1871856 h 2237474"/>
              <a:gd name="connsiteX101" fmla="*/ 3715896 w 12192000"/>
              <a:gd name="connsiteY101" fmla="*/ 1881552 h 2237474"/>
              <a:gd name="connsiteX102" fmla="*/ 3567259 w 12192000"/>
              <a:gd name="connsiteY102" fmla="*/ 1893482 h 2237474"/>
              <a:gd name="connsiteX103" fmla="*/ 3405770 w 12192000"/>
              <a:gd name="connsiteY103" fmla="*/ 1904591 h 2237474"/>
              <a:gd name="connsiteX104" fmla="*/ 3280097 w 12192000"/>
              <a:gd name="connsiteY104" fmla="*/ 1919610 h 2237474"/>
              <a:gd name="connsiteX105" fmla="*/ 3009910 w 12192000"/>
              <a:gd name="connsiteY105" fmla="*/ 1957866 h 2237474"/>
              <a:gd name="connsiteX106" fmla="*/ 2995934 w 12192000"/>
              <a:gd name="connsiteY106" fmla="*/ 1967085 h 2237474"/>
              <a:gd name="connsiteX107" fmla="*/ 2942858 w 12192000"/>
              <a:gd name="connsiteY107" fmla="*/ 1981367 h 2237474"/>
              <a:gd name="connsiteX108" fmla="*/ 2875436 w 12192000"/>
              <a:gd name="connsiteY108" fmla="*/ 1996977 h 2237474"/>
              <a:gd name="connsiteX109" fmla="*/ 2874892 w 12192000"/>
              <a:gd name="connsiteY109" fmla="*/ 1996085 h 2237474"/>
              <a:gd name="connsiteX110" fmla="*/ 2843662 w 12192000"/>
              <a:gd name="connsiteY110" fmla="*/ 1992498 h 2237474"/>
              <a:gd name="connsiteX111" fmla="*/ 2718916 w 12192000"/>
              <a:gd name="connsiteY111" fmla="*/ 1990867 h 2237474"/>
              <a:gd name="connsiteX112" fmla="*/ 2713522 w 12192000"/>
              <a:gd name="connsiteY112" fmla="*/ 1990173 h 2237474"/>
              <a:gd name="connsiteX113" fmla="*/ 2476147 w 12192000"/>
              <a:gd name="connsiteY113" fmla="*/ 1998305 h 2237474"/>
              <a:gd name="connsiteX114" fmla="*/ 2373568 w 12192000"/>
              <a:gd name="connsiteY114" fmla="*/ 2003219 h 2237474"/>
              <a:gd name="connsiteX115" fmla="*/ 2287219 w 12192000"/>
              <a:gd name="connsiteY115" fmla="*/ 1998750 h 2237474"/>
              <a:gd name="connsiteX116" fmla="*/ 2243069 w 12192000"/>
              <a:gd name="connsiteY116" fmla="*/ 2005321 h 2237474"/>
              <a:gd name="connsiteX117" fmla="*/ 2164831 w 12192000"/>
              <a:gd name="connsiteY117" fmla="*/ 2010143 h 2237474"/>
              <a:gd name="connsiteX118" fmla="*/ 2085228 w 12192000"/>
              <a:gd name="connsiteY118" fmla="*/ 2046431 h 2237474"/>
              <a:gd name="connsiteX119" fmla="*/ 2058061 w 12192000"/>
              <a:gd name="connsiteY119" fmla="*/ 2047942 h 2237474"/>
              <a:gd name="connsiteX120" fmla="*/ 2042244 w 12192000"/>
              <a:gd name="connsiteY120" fmla="*/ 2055560 h 2237474"/>
              <a:gd name="connsiteX121" fmla="*/ 1877728 w 12192000"/>
              <a:gd name="connsiteY121" fmla="*/ 2101004 h 2237474"/>
              <a:gd name="connsiteX122" fmla="*/ 1759056 w 12192000"/>
              <a:gd name="connsiteY122" fmla="*/ 2125608 h 2237474"/>
              <a:gd name="connsiteX123" fmla="*/ 1637948 w 12192000"/>
              <a:gd name="connsiteY123" fmla="*/ 2172597 h 2237474"/>
              <a:gd name="connsiteX124" fmla="*/ 1434549 w 12192000"/>
              <a:gd name="connsiteY124" fmla="*/ 2234522 h 2237474"/>
              <a:gd name="connsiteX125" fmla="*/ 1398481 w 12192000"/>
              <a:gd name="connsiteY125" fmla="*/ 2237074 h 2237474"/>
              <a:gd name="connsiteX126" fmla="*/ 1398407 w 12192000"/>
              <a:gd name="connsiteY126" fmla="*/ 2237095 h 2237474"/>
              <a:gd name="connsiteX127" fmla="*/ 1370962 w 12192000"/>
              <a:gd name="connsiteY127" fmla="*/ 2237474 h 2237474"/>
              <a:gd name="connsiteX128" fmla="*/ 1356367 w 12192000"/>
              <a:gd name="connsiteY128" fmla="*/ 2235089 h 2237474"/>
              <a:gd name="connsiteX129" fmla="*/ 1279765 w 12192000"/>
              <a:gd name="connsiteY129" fmla="*/ 2229639 h 2237474"/>
              <a:gd name="connsiteX130" fmla="*/ 1195347 w 12192000"/>
              <a:gd name="connsiteY130" fmla="*/ 2212354 h 2237474"/>
              <a:gd name="connsiteX131" fmla="*/ 970251 w 12192000"/>
              <a:gd name="connsiteY131" fmla="*/ 2221029 h 2237474"/>
              <a:gd name="connsiteX132" fmla="*/ 812914 w 12192000"/>
              <a:gd name="connsiteY132" fmla="*/ 2210095 h 2237474"/>
              <a:gd name="connsiteX133" fmla="*/ 776382 w 12192000"/>
              <a:gd name="connsiteY133" fmla="*/ 2204512 h 2237474"/>
              <a:gd name="connsiteX134" fmla="*/ 597225 w 12192000"/>
              <a:gd name="connsiteY134" fmla="*/ 2180999 h 2237474"/>
              <a:gd name="connsiteX135" fmla="*/ 520671 w 12192000"/>
              <a:gd name="connsiteY135" fmla="*/ 2180980 h 2237474"/>
              <a:gd name="connsiteX136" fmla="*/ 515024 w 12192000"/>
              <a:gd name="connsiteY136" fmla="*/ 2179258 h 2237474"/>
              <a:gd name="connsiteX137" fmla="*/ 413835 w 12192000"/>
              <a:gd name="connsiteY137" fmla="*/ 2156783 h 2237474"/>
              <a:gd name="connsiteX138" fmla="*/ 376513 w 12192000"/>
              <a:gd name="connsiteY138" fmla="*/ 2154014 h 2237474"/>
              <a:gd name="connsiteX139" fmla="*/ 273386 w 12192000"/>
              <a:gd name="connsiteY139" fmla="*/ 2142551 h 2237474"/>
              <a:gd name="connsiteX140" fmla="*/ 169207 w 12192000"/>
              <a:gd name="connsiteY140" fmla="*/ 2128100 h 2237474"/>
              <a:gd name="connsiteX141" fmla="*/ 77641 w 12192000"/>
              <a:gd name="connsiteY141" fmla="*/ 2126835 h 2237474"/>
              <a:gd name="connsiteX142" fmla="*/ 37645 w 12192000"/>
              <a:gd name="connsiteY142" fmla="*/ 2115401 h 2237474"/>
              <a:gd name="connsiteX143" fmla="*/ 4572 w 12192000"/>
              <a:gd name="connsiteY143" fmla="*/ 2111091 h 2237474"/>
              <a:gd name="connsiteX144" fmla="*/ 0 w 12192000"/>
              <a:gd name="connsiteY144" fmla="*/ 2110468 h 2237474"/>
              <a:gd name="connsiteX145" fmla="*/ 0 w 12192000"/>
              <a:gd name="connsiteY14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074238 w 12192000"/>
              <a:gd name="connsiteY44" fmla="*/ 1301895 h 2237474"/>
              <a:gd name="connsiteX45" fmla="*/ 7942099 w 12192000"/>
              <a:gd name="connsiteY45" fmla="*/ 1336332 h 2237474"/>
              <a:gd name="connsiteX46" fmla="*/ 7902328 w 12192000"/>
              <a:gd name="connsiteY46" fmla="*/ 1345865 h 2237474"/>
              <a:gd name="connsiteX47" fmla="*/ 7840612 w 12192000"/>
              <a:gd name="connsiteY47" fmla="*/ 1369373 h 2237474"/>
              <a:gd name="connsiteX48" fmla="*/ 7786819 w 12192000"/>
              <a:gd name="connsiteY48" fmla="*/ 1378970 h 2237474"/>
              <a:gd name="connsiteX49" fmla="*/ 7548172 w 12192000"/>
              <a:gd name="connsiteY49" fmla="*/ 1417460 h 2237474"/>
              <a:gd name="connsiteX50" fmla="*/ 7483437 w 12192000"/>
              <a:gd name="connsiteY50" fmla="*/ 1478152 h 2237474"/>
              <a:gd name="connsiteX51" fmla="*/ 7377870 w 12192000"/>
              <a:gd name="connsiteY51" fmla="*/ 1523319 h 2237474"/>
              <a:gd name="connsiteX52" fmla="*/ 7230737 w 12192000"/>
              <a:gd name="connsiteY52" fmla="*/ 1562633 h 2237474"/>
              <a:gd name="connsiteX53" fmla="*/ 7224458 w 12192000"/>
              <a:gd name="connsiteY53" fmla="*/ 1573008 h 2237474"/>
              <a:gd name="connsiteX54" fmla="*/ 7183121 w 12192000"/>
              <a:gd name="connsiteY54" fmla="*/ 1595162 h 2237474"/>
              <a:gd name="connsiteX55" fmla="*/ 7164601 w 12192000"/>
              <a:gd name="connsiteY55" fmla="*/ 1606490 h 2237474"/>
              <a:gd name="connsiteX56" fmla="*/ 6900177 w 12192000"/>
              <a:gd name="connsiteY56" fmla="*/ 1636016 h 2237474"/>
              <a:gd name="connsiteX57" fmla="*/ 6795372 w 12192000"/>
              <a:gd name="connsiteY57" fmla="*/ 1644845 h 2237474"/>
              <a:gd name="connsiteX58" fmla="*/ 6692251 w 12192000"/>
              <a:gd name="connsiteY58" fmla="*/ 1656357 h 2237474"/>
              <a:gd name="connsiteX59" fmla="*/ 6655235 w 12192000"/>
              <a:gd name="connsiteY59" fmla="*/ 1661869 h 2237474"/>
              <a:gd name="connsiteX60" fmla="*/ 6554894 w 12192000"/>
              <a:gd name="connsiteY60" fmla="*/ 1664428 h 2237474"/>
              <a:gd name="connsiteX61" fmla="*/ 6516595 w 12192000"/>
              <a:gd name="connsiteY61" fmla="*/ 1667475 h 2237474"/>
              <a:gd name="connsiteX62" fmla="*/ 6508541 w 12192000"/>
              <a:gd name="connsiteY62" fmla="*/ 1668757 h 2237474"/>
              <a:gd name="connsiteX63" fmla="*/ 6471012 w 12192000"/>
              <a:gd name="connsiteY63" fmla="*/ 1678604 h 2237474"/>
              <a:gd name="connsiteX64" fmla="*/ 6364035 w 12192000"/>
              <a:gd name="connsiteY64" fmla="*/ 1667683 h 2237474"/>
              <a:gd name="connsiteX65" fmla="*/ 6280959 w 12192000"/>
              <a:gd name="connsiteY65" fmla="*/ 1689329 h 2237474"/>
              <a:gd name="connsiteX66" fmla="*/ 6243319 w 12192000"/>
              <a:gd name="connsiteY66" fmla="*/ 1695560 h 2237474"/>
              <a:gd name="connsiteX67" fmla="*/ 6098321 w 12192000"/>
              <a:gd name="connsiteY67" fmla="*/ 1721646 h 2237474"/>
              <a:gd name="connsiteX68" fmla="*/ 5880652 w 12192000"/>
              <a:gd name="connsiteY68" fmla="*/ 1779643 h 2237474"/>
              <a:gd name="connsiteX69" fmla="*/ 5785959 w 12192000"/>
              <a:gd name="connsiteY69" fmla="*/ 1775307 h 2237474"/>
              <a:gd name="connsiteX70" fmla="*/ 5643534 w 12192000"/>
              <a:gd name="connsiteY70" fmla="*/ 1802919 h 2237474"/>
              <a:gd name="connsiteX71" fmla="*/ 5518799 w 12192000"/>
              <a:gd name="connsiteY71" fmla="*/ 1818312 h 2237474"/>
              <a:gd name="connsiteX72" fmla="*/ 5505014 w 12192000"/>
              <a:gd name="connsiteY72" fmla="*/ 1819259 h 2237474"/>
              <a:gd name="connsiteX73" fmla="*/ 5453307 w 12192000"/>
              <a:gd name="connsiteY73" fmla="*/ 1815450 h 2237474"/>
              <a:gd name="connsiteX74" fmla="*/ 5221533 w 12192000"/>
              <a:gd name="connsiteY74" fmla="*/ 1846950 h 2237474"/>
              <a:gd name="connsiteX75" fmla="*/ 5149802 w 12192000"/>
              <a:gd name="connsiteY75" fmla="*/ 1844846 h 2237474"/>
              <a:gd name="connsiteX76" fmla="*/ 5114927 w 12192000"/>
              <a:gd name="connsiteY76" fmla="*/ 1847827 h 2237474"/>
              <a:gd name="connsiteX77" fmla="*/ 5108970 w 12192000"/>
              <a:gd name="connsiteY77" fmla="*/ 1847935 h 2237474"/>
              <a:gd name="connsiteX78" fmla="*/ 5067961 w 12192000"/>
              <a:gd name="connsiteY78" fmla="*/ 1845917 h 2237474"/>
              <a:gd name="connsiteX79" fmla="*/ 5007075 w 12192000"/>
              <a:gd name="connsiteY79" fmla="*/ 1838626 h 2237474"/>
              <a:gd name="connsiteX80" fmla="*/ 4944087 w 12192000"/>
              <a:gd name="connsiteY80" fmla="*/ 1823332 h 2237474"/>
              <a:gd name="connsiteX81" fmla="*/ 4907662 w 12192000"/>
              <a:gd name="connsiteY81" fmla="*/ 1816900 h 2237474"/>
              <a:gd name="connsiteX82" fmla="*/ 4882386 w 12192000"/>
              <a:gd name="connsiteY82" fmla="*/ 1809844 h 2237474"/>
              <a:gd name="connsiteX83" fmla="*/ 4811440 w 12192000"/>
              <a:gd name="connsiteY83" fmla="*/ 1804655 h 2237474"/>
              <a:gd name="connsiteX84" fmla="*/ 4691075 w 12192000"/>
              <a:gd name="connsiteY84" fmla="*/ 1801389 h 2237474"/>
              <a:gd name="connsiteX85" fmla="*/ 4640313 w 12192000"/>
              <a:gd name="connsiteY85" fmla="*/ 1784307 h 2237474"/>
              <a:gd name="connsiteX86" fmla="*/ 4536503 w 12192000"/>
              <a:gd name="connsiteY86" fmla="*/ 1785334 h 2237474"/>
              <a:gd name="connsiteX87" fmla="*/ 4513724 w 12192000"/>
              <a:gd name="connsiteY87" fmla="*/ 1791996 h 2237474"/>
              <a:gd name="connsiteX88" fmla="*/ 4459810 w 12192000"/>
              <a:gd name="connsiteY88" fmla="*/ 1797886 h 2237474"/>
              <a:gd name="connsiteX89" fmla="*/ 4379064 w 12192000"/>
              <a:gd name="connsiteY89" fmla="*/ 1817177 h 2237474"/>
              <a:gd name="connsiteX90" fmla="*/ 4290981 w 12192000"/>
              <a:gd name="connsiteY90" fmla="*/ 1839677 h 2237474"/>
              <a:gd name="connsiteX91" fmla="*/ 4238372 w 12192000"/>
              <a:gd name="connsiteY91" fmla="*/ 1851480 h 2237474"/>
              <a:gd name="connsiteX92" fmla="*/ 4232517 w 12192000"/>
              <a:gd name="connsiteY92" fmla="*/ 1852567 h 2237474"/>
              <a:gd name="connsiteX93" fmla="*/ 4191732 w 12192000"/>
              <a:gd name="connsiteY93" fmla="*/ 1857328 h 2237474"/>
              <a:gd name="connsiteX94" fmla="*/ 4065532 w 12192000"/>
              <a:gd name="connsiteY94" fmla="*/ 1855477 h 2237474"/>
              <a:gd name="connsiteX95" fmla="*/ 4028460 w 12192000"/>
              <a:gd name="connsiteY95" fmla="*/ 1855137 h 2237474"/>
              <a:gd name="connsiteX96" fmla="*/ 4002267 w 12192000"/>
              <a:gd name="connsiteY96" fmla="*/ 1852352 h 2237474"/>
              <a:gd name="connsiteX97" fmla="*/ 3931396 w 12192000"/>
              <a:gd name="connsiteY97" fmla="*/ 1858915 h 2237474"/>
              <a:gd name="connsiteX98" fmla="*/ 3812162 w 12192000"/>
              <a:gd name="connsiteY98" fmla="*/ 1875501 h 2237474"/>
              <a:gd name="connsiteX99" fmla="*/ 3758105 w 12192000"/>
              <a:gd name="connsiteY99" fmla="*/ 1871856 h 2237474"/>
              <a:gd name="connsiteX100" fmla="*/ 3715896 w 12192000"/>
              <a:gd name="connsiteY100" fmla="*/ 1881552 h 2237474"/>
              <a:gd name="connsiteX101" fmla="*/ 3567259 w 12192000"/>
              <a:gd name="connsiteY101" fmla="*/ 1893482 h 2237474"/>
              <a:gd name="connsiteX102" fmla="*/ 3405770 w 12192000"/>
              <a:gd name="connsiteY102" fmla="*/ 1904591 h 2237474"/>
              <a:gd name="connsiteX103" fmla="*/ 3280097 w 12192000"/>
              <a:gd name="connsiteY103" fmla="*/ 1919610 h 2237474"/>
              <a:gd name="connsiteX104" fmla="*/ 3009910 w 12192000"/>
              <a:gd name="connsiteY104" fmla="*/ 1957866 h 2237474"/>
              <a:gd name="connsiteX105" fmla="*/ 2995934 w 12192000"/>
              <a:gd name="connsiteY105" fmla="*/ 1967085 h 2237474"/>
              <a:gd name="connsiteX106" fmla="*/ 2942858 w 12192000"/>
              <a:gd name="connsiteY106" fmla="*/ 1981367 h 2237474"/>
              <a:gd name="connsiteX107" fmla="*/ 2875436 w 12192000"/>
              <a:gd name="connsiteY107" fmla="*/ 1996977 h 2237474"/>
              <a:gd name="connsiteX108" fmla="*/ 2874892 w 12192000"/>
              <a:gd name="connsiteY108" fmla="*/ 1996085 h 2237474"/>
              <a:gd name="connsiteX109" fmla="*/ 2843662 w 12192000"/>
              <a:gd name="connsiteY109" fmla="*/ 1992498 h 2237474"/>
              <a:gd name="connsiteX110" fmla="*/ 2718916 w 12192000"/>
              <a:gd name="connsiteY110" fmla="*/ 1990867 h 2237474"/>
              <a:gd name="connsiteX111" fmla="*/ 2713522 w 12192000"/>
              <a:gd name="connsiteY111" fmla="*/ 1990173 h 2237474"/>
              <a:gd name="connsiteX112" fmla="*/ 2476147 w 12192000"/>
              <a:gd name="connsiteY112" fmla="*/ 1998305 h 2237474"/>
              <a:gd name="connsiteX113" fmla="*/ 2373568 w 12192000"/>
              <a:gd name="connsiteY113" fmla="*/ 2003219 h 2237474"/>
              <a:gd name="connsiteX114" fmla="*/ 2287219 w 12192000"/>
              <a:gd name="connsiteY114" fmla="*/ 1998750 h 2237474"/>
              <a:gd name="connsiteX115" fmla="*/ 2243069 w 12192000"/>
              <a:gd name="connsiteY115" fmla="*/ 2005321 h 2237474"/>
              <a:gd name="connsiteX116" fmla="*/ 2164831 w 12192000"/>
              <a:gd name="connsiteY116" fmla="*/ 2010143 h 2237474"/>
              <a:gd name="connsiteX117" fmla="*/ 2085228 w 12192000"/>
              <a:gd name="connsiteY117" fmla="*/ 2046431 h 2237474"/>
              <a:gd name="connsiteX118" fmla="*/ 2058061 w 12192000"/>
              <a:gd name="connsiteY118" fmla="*/ 2047942 h 2237474"/>
              <a:gd name="connsiteX119" fmla="*/ 2042244 w 12192000"/>
              <a:gd name="connsiteY119" fmla="*/ 2055560 h 2237474"/>
              <a:gd name="connsiteX120" fmla="*/ 1877728 w 12192000"/>
              <a:gd name="connsiteY120" fmla="*/ 2101004 h 2237474"/>
              <a:gd name="connsiteX121" fmla="*/ 1759056 w 12192000"/>
              <a:gd name="connsiteY121" fmla="*/ 2125608 h 2237474"/>
              <a:gd name="connsiteX122" fmla="*/ 1637948 w 12192000"/>
              <a:gd name="connsiteY122" fmla="*/ 2172597 h 2237474"/>
              <a:gd name="connsiteX123" fmla="*/ 1434549 w 12192000"/>
              <a:gd name="connsiteY123" fmla="*/ 2234522 h 2237474"/>
              <a:gd name="connsiteX124" fmla="*/ 1398481 w 12192000"/>
              <a:gd name="connsiteY124" fmla="*/ 2237074 h 2237474"/>
              <a:gd name="connsiteX125" fmla="*/ 1398407 w 12192000"/>
              <a:gd name="connsiteY125" fmla="*/ 2237095 h 2237474"/>
              <a:gd name="connsiteX126" fmla="*/ 1370962 w 12192000"/>
              <a:gd name="connsiteY126" fmla="*/ 2237474 h 2237474"/>
              <a:gd name="connsiteX127" fmla="*/ 1356367 w 12192000"/>
              <a:gd name="connsiteY127" fmla="*/ 2235089 h 2237474"/>
              <a:gd name="connsiteX128" fmla="*/ 1279765 w 12192000"/>
              <a:gd name="connsiteY128" fmla="*/ 2229639 h 2237474"/>
              <a:gd name="connsiteX129" fmla="*/ 1195347 w 12192000"/>
              <a:gd name="connsiteY129" fmla="*/ 2212354 h 2237474"/>
              <a:gd name="connsiteX130" fmla="*/ 970251 w 12192000"/>
              <a:gd name="connsiteY130" fmla="*/ 2221029 h 2237474"/>
              <a:gd name="connsiteX131" fmla="*/ 812914 w 12192000"/>
              <a:gd name="connsiteY131" fmla="*/ 2210095 h 2237474"/>
              <a:gd name="connsiteX132" fmla="*/ 776382 w 12192000"/>
              <a:gd name="connsiteY132" fmla="*/ 2204512 h 2237474"/>
              <a:gd name="connsiteX133" fmla="*/ 597225 w 12192000"/>
              <a:gd name="connsiteY133" fmla="*/ 2180999 h 2237474"/>
              <a:gd name="connsiteX134" fmla="*/ 520671 w 12192000"/>
              <a:gd name="connsiteY134" fmla="*/ 2180980 h 2237474"/>
              <a:gd name="connsiteX135" fmla="*/ 515024 w 12192000"/>
              <a:gd name="connsiteY135" fmla="*/ 2179258 h 2237474"/>
              <a:gd name="connsiteX136" fmla="*/ 413835 w 12192000"/>
              <a:gd name="connsiteY136" fmla="*/ 2156783 h 2237474"/>
              <a:gd name="connsiteX137" fmla="*/ 376513 w 12192000"/>
              <a:gd name="connsiteY137" fmla="*/ 2154014 h 2237474"/>
              <a:gd name="connsiteX138" fmla="*/ 273386 w 12192000"/>
              <a:gd name="connsiteY138" fmla="*/ 2142551 h 2237474"/>
              <a:gd name="connsiteX139" fmla="*/ 169207 w 12192000"/>
              <a:gd name="connsiteY139" fmla="*/ 2128100 h 2237474"/>
              <a:gd name="connsiteX140" fmla="*/ 77641 w 12192000"/>
              <a:gd name="connsiteY140" fmla="*/ 2126835 h 2237474"/>
              <a:gd name="connsiteX141" fmla="*/ 37645 w 12192000"/>
              <a:gd name="connsiteY141" fmla="*/ 2115401 h 2237474"/>
              <a:gd name="connsiteX142" fmla="*/ 4572 w 12192000"/>
              <a:gd name="connsiteY142" fmla="*/ 2111091 h 2237474"/>
              <a:gd name="connsiteX143" fmla="*/ 0 w 12192000"/>
              <a:gd name="connsiteY143" fmla="*/ 2110468 h 2237474"/>
              <a:gd name="connsiteX144" fmla="*/ 0 w 12192000"/>
              <a:gd name="connsiteY144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074238 w 12192000"/>
              <a:gd name="connsiteY44" fmla="*/ 1301895 h 2237474"/>
              <a:gd name="connsiteX45" fmla="*/ 7942099 w 12192000"/>
              <a:gd name="connsiteY45" fmla="*/ 1336332 h 2237474"/>
              <a:gd name="connsiteX46" fmla="*/ 7902328 w 12192000"/>
              <a:gd name="connsiteY46" fmla="*/ 1345865 h 2237474"/>
              <a:gd name="connsiteX47" fmla="*/ 7840612 w 12192000"/>
              <a:gd name="connsiteY47" fmla="*/ 1369373 h 2237474"/>
              <a:gd name="connsiteX48" fmla="*/ 7786819 w 12192000"/>
              <a:gd name="connsiteY48" fmla="*/ 1378970 h 2237474"/>
              <a:gd name="connsiteX49" fmla="*/ 7548172 w 12192000"/>
              <a:gd name="connsiteY49" fmla="*/ 1417460 h 2237474"/>
              <a:gd name="connsiteX50" fmla="*/ 7483437 w 12192000"/>
              <a:gd name="connsiteY50" fmla="*/ 1478152 h 2237474"/>
              <a:gd name="connsiteX51" fmla="*/ 7377870 w 12192000"/>
              <a:gd name="connsiteY51" fmla="*/ 1523319 h 2237474"/>
              <a:gd name="connsiteX52" fmla="*/ 7230737 w 12192000"/>
              <a:gd name="connsiteY52" fmla="*/ 1562633 h 2237474"/>
              <a:gd name="connsiteX53" fmla="*/ 7224458 w 12192000"/>
              <a:gd name="connsiteY53" fmla="*/ 1573008 h 2237474"/>
              <a:gd name="connsiteX54" fmla="*/ 7183121 w 12192000"/>
              <a:gd name="connsiteY54" fmla="*/ 1595162 h 2237474"/>
              <a:gd name="connsiteX55" fmla="*/ 7164601 w 12192000"/>
              <a:gd name="connsiteY55" fmla="*/ 1606490 h 2237474"/>
              <a:gd name="connsiteX56" fmla="*/ 6900177 w 12192000"/>
              <a:gd name="connsiteY56" fmla="*/ 1636016 h 2237474"/>
              <a:gd name="connsiteX57" fmla="*/ 6795372 w 12192000"/>
              <a:gd name="connsiteY57" fmla="*/ 1644845 h 2237474"/>
              <a:gd name="connsiteX58" fmla="*/ 6692251 w 12192000"/>
              <a:gd name="connsiteY58" fmla="*/ 1656357 h 2237474"/>
              <a:gd name="connsiteX59" fmla="*/ 6655235 w 12192000"/>
              <a:gd name="connsiteY59" fmla="*/ 1661869 h 2237474"/>
              <a:gd name="connsiteX60" fmla="*/ 6554894 w 12192000"/>
              <a:gd name="connsiteY60" fmla="*/ 1664428 h 2237474"/>
              <a:gd name="connsiteX61" fmla="*/ 6516595 w 12192000"/>
              <a:gd name="connsiteY61" fmla="*/ 1667475 h 2237474"/>
              <a:gd name="connsiteX62" fmla="*/ 6508541 w 12192000"/>
              <a:gd name="connsiteY62" fmla="*/ 1668757 h 2237474"/>
              <a:gd name="connsiteX63" fmla="*/ 6471012 w 12192000"/>
              <a:gd name="connsiteY63" fmla="*/ 1678604 h 2237474"/>
              <a:gd name="connsiteX64" fmla="*/ 6364035 w 12192000"/>
              <a:gd name="connsiteY64" fmla="*/ 1667683 h 2237474"/>
              <a:gd name="connsiteX65" fmla="*/ 6280959 w 12192000"/>
              <a:gd name="connsiteY65" fmla="*/ 1689329 h 2237474"/>
              <a:gd name="connsiteX66" fmla="*/ 6243319 w 12192000"/>
              <a:gd name="connsiteY66" fmla="*/ 1695560 h 2237474"/>
              <a:gd name="connsiteX67" fmla="*/ 6098321 w 12192000"/>
              <a:gd name="connsiteY67" fmla="*/ 1721646 h 2237474"/>
              <a:gd name="connsiteX68" fmla="*/ 5880652 w 12192000"/>
              <a:gd name="connsiteY68" fmla="*/ 1779643 h 2237474"/>
              <a:gd name="connsiteX69" fmla="*/ 5785959 w 12192000"/>
              <a:gd name="connsiteY69" fmla="*/ 1775307 h 2237474"/>
              <a:gd name="connsiteX70" fmla="*/ 5643534 w 12192000"/>
              <a:gd name="connsiteY70" fmla="*/ 1802919 h 2237474"/>
              <a:gd name="connsiteX71" fmla="*/ 5518799 w 12192000"/>
              <a:gd name="connsiteY71" fmla="*/ 1818312 h 2237474"/>
              <a:gd name="connsiteX72" fmla="*/ 5505014 w 12192000"/>
              <a:gd name="connsiteY72" fmla="*/ 1819259 h 2237474"/>
              <a:gd name="connsiteX73" fmla="*/ 5453307 w 12192000"/>
              <a:gd name="connsiteY73" fmla="*/ 1815450 h 2237474"/>
              <a:gd name="connsiteX74" fmla="*/ 5221533 w 12192000"/>
              <a:gd name="connsiteY74" fmla="*/ 1846950 h 2237474"/>
              <a:gd name="connsiteX75" fmla="*/ 5149802 w 12192000"/>
              <a:gd name="connsiteY75" fmla="*/ 1844846 h 2237474"/>
              <a:gd name="connsiteX76" fmla="*/ 5114927 w 12192000"/>
              <a:gd name="connsiteY76" fmla="*/ 1847827 h 2237474"/>
              <a:gd name="connsiteX77" fmla="*/ 5108970 w 12192000"/>
              <a:gd name="connsiteY77" fmla="*/ 1847935 h 2237474"/>
              <a:gd name="connsiteX78" fmla="*/ 5067961 w 12192000"/>
              <a:gd name="connsiteY78" fmla="*/ 1845917 h 2237474"/>
              <a:gd name="connsiteX79" fmla="*/ 5007075 w 12192000"/>
              <a:gd name="connsiteY79" fmla="*/ 1838626 h 2237474"/>
              <a:gd name="connsiteX80" fmla="*/ 4944087 w 12192000"/>
              <a:gd name="connsiteY80" fmla="*/ 1823332 h 2237474"/>
              <a:gd name="connsiteX81" fmla="*/ 4907662 w 12192000"/>
              <a:gd name="connsiteY81" fmla="*/ 1816900 h 2237474"/>
              <a:gd name="connsiteX82" fmla="*/ 4882386 w 12192000"/>
              <a:gd name="connsiteY82" fmla="*/ 1809844 h 2237474"/>
              <a:gd name="connsiteX83" fmla="*/ 4811440 w 12192000"/>
              <a:gd name="connsiteY83" fmla="*/ 1804655 h 2237474"/>
              <a:gd name="connsiteX84" fmla="*/ 4691075 w 12192000"/>
              <a:gd name="connsiteY84" fmla="*/ 1801389 h 2237474"/>
              <a:gd name="connsiteX85" fmla="*/ 4640313 w 12192000"/>
              <a:gd name="connsiteY85" fmla="*/ 1784307 h 2237474"/>
              <a:gd name="connsiteX86" fmla="*/ 4536503 w 12192000"/>
              <a:gd name="connsiteY86" fmla="*/ 1785334 h 2237474"/>
              <a:gd name="connsiteX87" fmla="*/ 4513724 w 12192000"/>
              <a:gd name="connsiteY87" fmla="*/ 1791996 h 2237474"/>
              <a:gd name="connsiteX88" fmla="*/ 4459810 w 12192000"/>
              <a:gd name="connsiteY88" fmla="*/ 1797886 h 2237474"/>
              <a:gd name="connsiteX89" fmla="*/ 4379064 w 12192000"/>
              <a:gd name="connsiteY89" fmla="*/ 1817177 h 2237474"/>
              <a:gd name="connsiteX90" fmla="*/ 4290981 w 12192000"/>
              <a:gd name="connsiteY90" fmla="*/ 1839677 h 2237474"/>
              <a:gd name="connsiteX91" fmla="*/ 4238372 w 12192000"/>
              <a:gd name="connsiteY91" fmla="*/ 1851480 h 2237474"/>
              <a:gd name="connsiteX92" fmla="*/ 4232517 w 12192000"/>
              <a:gd name="connsiteY92" fmla="*/ 1852567 h 2237474"/>
              <a:gd name="connsiteX93" fmla="*/ 4191732 w 12192000"/>
              <a:gd name="connsiteY93" fmla="*/ 1857328 h 2237474"/>
              <a:gd name="connsiteX94" fmla="*/ 4065532 w 12192000"/>
              <a:gd name="connsiteY94" fmla="*/ 1855477 h 2237474"/>
              <a:gd name="connsiteX95" fmla="*/ 4028460 w 12192000"/>
              <a:gd name="connsiteY95" fmla="*/ 1855137 h 2237474"/>
              <a:gd name="connsiteX96" fmla="*/ 4002267 w 12192000"/>
              <a:gd name="connsiteY96" fmla="*/ 1852352 h 2237474"/>
              <a:gd name="connsiteX97" fmla="*/ 3931396 w 12192000"/>
              <a:gd name="connsiteY97" fmla="*/ 1858915 h 2237474"/>
              <a:gd name="connsiteX98" fmla="*/ 3812162 w 12192000"/>
              <a:gd name="connsiteY98" fmla="*/ 1875501 h 2237474"/>
              <a:gd name="connsiteX99" fmla="*/ 3758105 w 12192000"/>
              <a:gd name="connsiteY99" fmla="*/ 1871856 h 2237474"/>
              <a:gd name="connsiteX100" fmla="*/ 3715896 w 12192000"/>
              <a:gd name="connsiteY100" fmla="*/ 1881552 h 2237474"/>
              <a:gd name="connsiteX101" fmla="*/ 3567259 w 12192000"/>
              <a:gd name="connsiteY101" fmla="*/ 1893482 h 2237474"/>
              <a:gd name="connsiteX102" fmla="*/ 3405770 w 12192000"/>
              <a:gd name="connsiteY102" fmla="*/ 1904591 h 2237474"/>
              <a:gd name="connsiteX103" fmla="*/ 3280097 w 12192000"/>
              <a:gd name="connsiteY103" fmla="*/ 1919610 h 2237474"/>
              <a:gd name="connsiteX104" fmla="*/ 3009910 w 12192000"/>
              <a:gd name="connsiteY104" fmla="*/ 1957866 h 2237474"/>
              <a:gd name="connsiteX105" fmla="*/ 2995934 w 12192000"/>
              <a:gd name="connsiteY105" fmla="*/ 1967085 h 2237474"/>
              <a:gd name="connsiteX106" fmla="*/ 2942858 w 12192000"/>
              <a:gd name="connsiteY106" fmla="*/ 1981367 h 2237474"/>
              <a:gd name="connsiteX107" fmla="*/ 2875436 w 12192000"/>
              <a:gd name="connsiteY107" fmla="*/ 1996977 h 2237474"/>
              <a:gd name="connsiteX108" fmla="*/ 2874892 w 12192000"/>
              <a:gd name="connsiteY108" fmla="*/ 1996085 h 2237474"/>
              <a:gd name="connsiteX109" fmla="*/ 2843662 w 12192000"/>
              <a:gd name="connsiteY109" fmla="*/ 1992498 h 2237474"/>
              <a:gd name="connsiteX110" fmla="*/ 2718916 w 12192000"/>
              <a:gd name="connsiteY110" fmla="*/ 1990867 h 2237474"/>
              <a:gd name="connsiteX111" fmla="*/ 2713522 w 12192000"/>
              <a:gd name="connsiteY111" fmla="*/ 1990173 h 2237474"/>
              <a:gd name="connsiteX112" fmla="*/ 2476147 w 12192000"/>
              <a:gd name="connsiteY112" fmla="*/ 1998305 h 2237474"/>
              <a:gd name="connsiteX113" fmla="*/ 2373568 w 12192000"/>
              <a:gd name="connsiteY113" fmla="*/ 2003219 h 2237474"/>
              <a:gd name="connsiteX114" fmla="*/ 2287219 w 12192000"/>
              <a:gd name="connsiteY114" fmla="*/ 1998750 h 2237474"/>
              <a:gd name="connsiteX115" fmla="*/ 2243069 w 12192000"/>
              <a:gd name="connsiteY115" fmla="*/ 2005321 h 2237474"/>
              <a:gd name="connsiteX116" fmla="*/ 2164831 w 12192000"/>
              <a:gd name="connsiteY116" fmla="*/ 2010143 h 2237474"/>
              <a:gd name="connsiteX117" fmla="*/ 2085228 w 12192000"/>
              <a:gd name="connsiteY117" fmla="*/ 2046431 h 2237474"/>
              <a:gd name="connsiteX118" fmla="*/ 2058061 w 12192000"/>
              <a:gd name="connsiteY118" fmla="*/ 2047942 h 2237474"/>
              <a:gd name="connsiteX119" fmla="*/ 2042244 w 12192000"/>
              <a:gd name="connsiteY119" fmla="*/ 2055560 h 2237474"/>
              <a:gd name="connsiteX120" fmla="*/ 1877728 w 12192000"/>
              <a:gd name="connsiteY120" fmla="*/ 2101004 h 2237474"/>
              <a:gd name="connsiteX121" fmla="*/ 1759056 w 12192000"/>
              <a:gd name="connsiteY121" fmla="*/ 2125608 h 2237474"/>
              <a:gd name="connsiteX122" fmla="*/ 1637948 w 12192000"/>
              <a:gd name="connsiteY122" fmla="*/ 2172597 h 2237474"/>
              <a:gd name="connsiteX123" fmla="*/ 1434549 w 12192000"/>
              <a:gd name="connsiteY123" fmla="*/ 2234522 h 2237474"/>
              <a:gd name="connsiteX124" fmla="*/ 1398481 w 12192000"/>
              <a:gd name="connsiteY124" fmla="*/ 2237074 h 2237474"/>
              <a:gd name="connsiteX125" fmla="*/ 1398407 w 12192000"/>
              <a:gd name="connsiteY125" fmla="*/ 2237095 h 2237474"/>
              <a:gd name="connsiteX126" fmla="*/ 1370962 w 12192000"/>
              <a:gd name="connsiteY126" fmla="*/ 2237474 h 2237474"/>
              <a:gd name="connsiteX127" fmla="*/ 1356367 w 12192000"/>
              <a:gd name="connsiteY127" fmla="*/ 2235089 h 2237474"/>
              <a:gd name="connsiteX128" fmla="*/ 1279765 w 12192000"/>
              <a:gd name="connsiteY128" fmla="*/ 2229639 h 2237474"/>
              <a:gd name="connsiteX129" fmla="*/ 1195347 w 12192000"/>
              <a:gd name="connsiteY129" fmla="*/ 2212354 h 2237474"/>
              <a:gd name="connsiteX130" fmla="*/ 970251 w 12192000"/>
              <a:gd name="connsiteY130" fmla="*/ 2221029 h 2237474"/>
              <a:gd name="connsiteX131" fmla="*/ 812914 w 12192000"/>
              <a:gd name="connsiteY131" fmla="*/ 2210095 h 2237474"/>
              <a:gd name="connsiteX132" fmla="*/ 776382 w 12192000"/>
              <a:gd name="connsiteY132" fmla="*/ 2204512 h 2237474"/>
              <a:gd name="connsiteX133" fmla="*/ 597225 w 12192000"/>
              <a:gd name="connsiteY133" fmla="*/ 2180999 h 2237474"/>
              <a:gd name="connsiteX134" fmla="*/ 520671 w 12192000"/>
              <a:gd name="connsiteY134" fmla="*/ 2180980 h 2237474"/>
              <a:gd name="connsiteX135" fmla="*/ 515024 w 12192000"/>
              <a:gd name="connsiteY135" fmla="*/ 2179258 h 2237474"/>
              <a:gd name="connsiteX136" fmla="*/ 413835 w 12192000"/>
              <a:gd name="connsiteY136" fmla="*/ 2156783 h 2237474"/>
              <a:gd name="connsiteX137" fmla="*/ 376513 w 12192000"/>
              <a:gd name="connsiteY137" fmla="*/ 2154014 h 2237474"/>
              <a:gd name="connsiteX138" fmla="*/ 273386 w 12192000"/>
              <a:gd name="connsiteY138" fmla="*/ 2142551 h 2237474"/>
              <a:gd name="connsiteX139" fmla="*/ 169207 w 12192000"/>
              <a:gd name="connsiteY139" fmla="*/ 2128100 h 2237474"/>
              <a:gd name="connsiteX140" fmla="*/ 77641 w 12192000"/>
              <a:gd name="connsiteY140" fmla="*/ 2126835 h 2237474"/>
              <a:gd name="connsiteX141" fmla="*/ 37645 w 12192000"/>
              <a:gd name="connsiteY141" fmla="*/ 2115401 h 2237474"/>
              <a:gd name="connsiteX142" fmla="*/ 4572 w 12192000"/>
              <a:gd name="connsiteY142" fmla="*/ 2111091 h 2237474"/>
              <a:gd name="connsiteX143" fmla="*/ 0 w 12192000"/>
              <a:gd name="connsiteY143" fmla="*/ 2110468 h 2237474"/>
              <a:gd name="connsiteX144" fmla="*/ 0 w 12192000"/>
              <a:gd name="connsiteY144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10017 w 12192000"/>
              <a:gd name="connsiteY25" fmla="*/ 993931 h 2237474"/>
              <a:gd name="connsiteX26" fmla="*/ 9392919 w 12192000"/>
              <a:gd name="connsiteY26" fmla="*/ 994656 h 2237474"/>
              <a:gd name="connsiteX27" fmla="*/ 9268019 w 12192000"/>
              <a:gd name="connsiteY27" fmla="*/ 1007442 h 2237474"/>
              <a:gd name="connsiteX28" fmla="*/ 9234662 w 12192000"/>
              <a:gd name="connsiteY28" fmla="*/ 1023056 h 2237474"/>
              <a:gd name="connsiteX29" fmla="*/ 9181033 w 12192000"/>
              <a:gd name="connsiteY29" fmla="*/ 1037921 h 2237474"/>
              <a:gd name="connsiteX30" fmla="*/ 9155969 w 12192000"/>
              <a:gd name="connsiteY30" fmla="*/ 1046804 h 2237474"/>
              <a:gd name="connsiteX31" fmla="*/ 9133985 w 12192000"/>
              <a:gd name="connsiteY31" fmla="*/ 1046450 h 2237474"/>
              <a:gd name="connsiteX32" fmla="*/ 9003462 w 12192000"/>
              <a:gd name="connsiteY32" fmla="*/ 1042406 h 2237474"/>
              <a:gd name="connsiteX33" fmla="*/ 8968445 w 12192000"/>
              <a:gd name="connsiteY33" fmla="*/ 1052169 h 2237474"/>
              <a:gd name="connsiteX34" fmla="*/ 8886001 w 12192000"/>
              <a:gd name="connsiteY34" fmla="*/ 1067468 h 2237474"/>
              <a:gd name="connsiteX35" fmla="*/ 8838610 w 12192000"/>
              <a:gd name="connsiteY35" fmla="*/ 1075091 h 2237474"/>
              <a:gd name="connsiteX36" fmla="*/ 8750383 w 12192000"/>
              <a:gd name="connsiteY36" fmla="*/ 1097387 h 2237474"/>
              <a:gd name="connsiteX37" fmla="*/ 8665605 w 12192000"/>
              <a:gd name="connsiteY37" fmla="*/ 1110791 h 2237474"/>
              <a:gd name="connsiteX38" fmla="*/ 8584946 w 12192000"/>
              <a:gd name="connsiteY38" fmla="*/ 1135226 h 2237474"/>
              <a:gd name="connsiteX39" fmla="*/ 8419755 w 12192000"/>
              <a:gd name="connsiteY39" fmla="*/ 1216260 h 2237474"/>
              <a:gd name="connsiteX40" fmla="*/ 8411626 w 12192000"/>
              <a:gd name="connsiteY40" fmla="*/ 1214397 h 2237474"/>
              <a:gd name="connsiteX41" fmla="*/ 8363469 w 12192000"/>
              <a:gd name="connsiteY41" fmla="*/ 1246658 h 2237474"/>
              <a:gd name="connsiteX42" fmla="*/ 8275497 w 12192000"/>
              <a:gd name="connsiteY42" fmla="*/ 1264396 h 2237474"/>
              <a:gd name="connsiteX43" fmla="*/ 8074238 w 12192000"/>
              <a:gd name="connsiteY43" fmla="*/ 1301895 h 2237474"/>
              <a:gd name="connsiteX44" fmla="*/ 7942099 w 12192000"/>
              <a:gd name="connsiteY44" fmla="*/ 1336332 h 2237474"/>
              <a:gd name="connsiteX45" fmla="*/ 7902328 w 12192000"/>
              <a:gd name="connsiteY45" fmla="*/ 1345865 h 2237474"/>
              <a:gd name="connsiteX46" fmla="*/ 7840612 w 12192000"/>
              <a:gd name="connsiteY46" fmla="*/ 1369373 h 2237474"/>
              <a:gd name="connsiteX47" fmla="*/ 7786819 w 12192000"/>
              <a:gd name="connsiteY47" fmla="*/ 1378970 h 2237474"/>
              <a:gd name="connsiteX48" fmla="*/ 7548172 w 12192000"/>
              <a:gd name="connsiteY48" fmla="*/ 1417460 h 2237474"/>
              <a:gd name="connsiteX49" fmla="*/ 7483437 w 12192000"/>
              <a:gd name="connsiteY49" fmla="*/ 1478152 h 2237474"/>
              <a:gd name="connsiteX50" fmla="*/ 7377870 w 12192000"/>
              <a:gd name="connsiteY50" fmla="*/ 1523319 h 2237474"/>
              <a:gd name="connsiteX51" fmla="*/ 7230737 w 12192000"/>
              <a:gd name="connsiteY51" fmla="*/ 1562633 h 2237474"/>
              <a:gd name="connsiteX52" fmla="*/ 7224458 w 12192000"/>
              <a:gd name="connsiteY52" fmla="*/ 1573008 h 2237474"/>
              <a:gd name="connsiteX53" fmla="*/ 7183121 w 12192000"/>
              <a:gd name="connsiteY53" fmla="*/ 1595162 h 2237474"/>
              <a:gd name="connsiteX54" fmla="*/ 7164601 w 12192000"/>
              <a:gd name="connsiteY54" fmla="*/ 1606490 h 2237474"/>
              <a:gd name="connsiteX55" fmla="*/ 6900177 w 12192000"/>
              <a:gd name="connsiteY55" fmla="*/ 1636016 h 2237474"/>
              <a:gd name="connsiteX56" fmla="*/ 6795372 w 12192000"/>
              <a:gd name="connsiteY56" fmla="*/ 1644845 h 2237474"/>
              <a:gd name="connsiteX57" fmla="*/ 6692251 w 12192000"/>
              <a:gd name="connsiteY57" fmla="*/ 1656357 h 2237474"/>
              <a:gd name="connsiteX58" fmla="*/ 6655235 w 12192000"/>
              <a:gd name="connsiteY58" fmla="*/ 1661869 h 2237474"/>
              <a:gd name="connsiteX59" fmla="*/ 6554894 w 12192000"/>
              <a:gd name="connsiteY59" fmla="*/ 1664428 h 2237474"/>
              <a:gd name="connsiteX60" fmla="*/ 6516595 w 12192000"/>
              <a:gd name="connsiteY60" fmla="*/ 1667475 h 2237474"/>
              <a:gd name="connsiteX61" fmla="*/ 6508541 w 12192000"/>
              <a:gd name="connsiteY61" fmla="*/ 1668757 h 2237474"/>
              <a:gd name="connsiteX62" fmla="*/ 6471012 w 12192000"/>
              <a:gd name="connsiteY62" fmla="*/ 1678604 h 2237474"/>
              <a:gd name="connsiteX63" fmla="*/ 6364035 w 12192000"/>
              <a:gd name="connsiteY63" fmla="*/ 1667683 h 2237474"/>
              <a:gd name="connsiteX64" fmla="*/ 6280959 w 12192000"/>
              <a:gd name="connsiteY64" fmla="*/ 1689329 h 2237474"/>
              <a:gd name="connsiteX65" fmla="*/ 6243319 w 12192000"/>
              <a:gd name="connsiteY65" fmla="*/ 1695560 h 2237474"/>
              <a:gd name="connsiteX66" fmla="*/ 6098321 w 12192000"/>
              <a:gd name="connsiteY66" fmla="*/ 1721646 h 2237474"/>
              <a:gd name="connsiteX67" fmla="*/ 5880652 w 12192000"/>
              <a:gd name="connsiteY67" fmla="*/ 1779643 h 2237474"/>
              <a:gd name="connsiteX68" fmla="*/ 5785959 w 12192000"/>
              <a:gd name="connsiteY68" fmla="*/ 1775307 h 2237474"/>
              <a:gd name="connsiteX69" fmla="*/ 5643534 w 12192000"/>
              <a:gd name="connsiteY69" fmla="*/ 1802919 h 2237474"/>
              <a:gd name="connsiteX70" fmla="*/ 5518799 w 12192000"/>
              <a:gd name="connsiteY70" fmla="*/ 1818312 h 2237474"/>
              <a:gd name="connsiteX71" fmla="*/ 5505014 w 12192000"/>
              <a:gd name="connsiteY71" fmla="*/ 1819259 h 2237474"/>
              <a:gd name="connsiteX72" fmla="*/ 5453307 w 12192000"/>
              <a:gd name="connsiteY72" fmla="*/ 1815450 h 2237474"/>
              <a:gd name="connsiteX73" fmla="*/ 5221533 w 12192000"/>
              <a:gd name="connsiteY73" fmla="*/ 1846950 h 2237474"/>
              <a:gd name="connsiteX74" fmla="*/ 5149802 w 12192000"/>
              <a:gd name="connsiteY74" fmla="*/ 1844846 h 2237474"/>
              <a:gd name="connsiteX75" fmla="*/ 5114927 w 12192000"/>
              <a:gd name="connsiteY75" fmla="*/ 1847827 h 2237474"/>
              <a:gd name="connsiteX76" fmla="*/ 5108970 w 12192000"/>
              <a:gd name="connsiteY76" fmla="*/ 1847935 h 2237474"/>
              <a:gd name="connsiteX77" fmla="*/ 5067961 w 12192000"/>
              <a:gd name="connsiteY77" fmla="*/ 1845917 h 2237474"/>
              <a:gd name="connsiteX78" fmla="*/ 5007075 w 12192000"/>
              <a:gd name="connsiteY78" fmla="*/ 1838626 h 2237474"/>
              <a:gd name="connsiteX79" fmla="*/ 4944087 w 12192000"/>
              <a:gd name="connsiteY79" fmla="*/ 1823332 h 2237474"/>
              <a:gd name="connsiteX80" fmla="*/ 4907662 w 12192000"/>
              <a:gd name="connsiteY80" fmla="*/ 1816900 h 2237474"/>
              <a:gd name="connsiteX81" fmla="*/ 4882386 w 12192000"/>
              <a:gd name="connsiteY81" fmla="*/ 1809844 h 2237474"/>
              <a:gd name="connsiteX82" fmla="*/ 4811440 w 12192000"/>
              <a:gd name="connsiteY82" fmla="*/ 1804655 h 2237474"/>
              <a:gd name="connsiteX83" fmla="*/ 4691075 w 12192000"/>
              <a:gd name="connsiteY83" fmla="*/ 1801389 h 2237474"/>
              <a:gd name="connsiteX84" fmla="*/ 4640313 w 12192000"/>
              <a:gd name="connsiteY84" fmla="*/ 1784307 h 2237474"/>
              <a:gd name="connsiteX85" fmla="*/ 4536503 w 12192000"/>
              <a:gd name="connsiteY85" fmla="*/ 1785334 h 2237474"/>
              <a:gd name="connsiteX86" fmla="*/ 4513724 w 12192000"/>
              <a:gd name="connsiteY86" fmla="*/ 1791996 h 2237474"/>
              <a:gd name="connsiteX87" fmla="*/ 4459810 w 12192000"/>
              <a:gd name="connsiteY87" fmla="*/ 1797886 h 2237474"/>
              <a:gd name="connsiteX88" fmla="*/ 4379064 w 12192000"/>
              <a:gd name="connsiteY88" fmla="*/ 1817177 h 2237474"/>
              <a:gd name="connsiteX89" fmla="*/ 4290981 w 12192000"/>
              <a:gd name="connsiteY89" fmla="*/ 1839677 h 2237474"/>
              <a:gd name="connsiteX90" fmla="*/ 4238372 w 12192000"/>
              <a:gd name="connsiteY90" fmla="*/ 1851480 h 2237474"/>
              <a:gd name="connsiteX91" fmla="*/ 4232517 w 12192000"/>
              <a:gd name="connsiteY91" fmla="*/ 1852567 h 2237474"/>
              <a:gd name="connsiteX92" fmla="*/ 4191732 w 12192000"/>
              <a:gd name="connsiteY92" fmla="*/ 1857328 h 2237474"/>
              <a:gd name="connsiteX93" fmla="*/ 4065532 w 12192000"/>
              <a:gd name="connsiteY93" fmla="*/ 1855477 h 2237474"/>
              <a:gd name="connsiteX94" fmla="*/ 4028460 w 12192000"/>
              <a:gd name="connsiteY94" fmla="*/ 1855137 h 2237474"/>
              <a:gd name="connsiteX95" fmla="*/ 4002267 w 12192000"/>
              <a:gd name="connsiteY95" fmla="*/ 1852352 h 2237474"/>
              <a:gd name="connsiteX96" fmla="*/ 3931396 w 12192000"/>
              <a:gd name="connsiteY96" fmla="*/ 1858915 h 2237474"/>
              <a:gd name="connsiteX97" fmla="*/ 3812162 w 12192000"/>
              <a:gd name="connsiteY97" fmla="*/ 1875501 h 2237474"/>
              <a:gd name="connsiteX98" fmla="*/ 3758105 w 12192000"/>
              <a:gd name="connsiteY98" fmla="*/ 1871856 h 2237474"/>
              <a:gd name="connsiteX99" fmla="*/ 3715896 w 12192000"/>
              <a:gd name="connsiteY99" fmla="*/ 1881552 h 2237474"/>
              <a:gd name="connsiteX100" fmla="*/ 3567259 w 12192000"/>
              <a:gd name="connsiteY100" fmla="*/ 1893482 h 2237474"/>
              <a:gd name="connsiteX101" fmla="*/ 3405770 w 12192000"/>
              <a:gd name="connsiteY101" fmla="*/ 1904591 h 2237474"/>
              <a:gd name="connsiteX102" fmla="*/ 3280097 w 12192000"/>
              <a:gd name="connsiteY102" fmla="*/ 1919610 h 2237474"/>
              <a:gd name="connsiteX103" fmla="*/ 3009910 w 12192000"/>
              <a:gd name="connsiteY103" fmla="*/ 1957866 h 2237474"/>
              <a:gd name="connsiteX104" fmla="*/ 2995934 w 12192000"/>
              <a:gd name="connsiteY104" fmla="*/ 1967085 h 2237474"/>
              <a:gd name="connsiteX105" fmla="*/ 2942858 w 12192000"/>
              <a:gd name="connsiteY105" fmla="*/ 1981367 h 2237474"/>
              <a:gd name="connsiteX106" fmla="*/ 2875436 w 12192000"/>
              <a:gd name="connsiteY106" fmla="*/ 1996977 h 2237474"/>
              <a:gd name="connsiteX107" fmla="*/ 2874892 w 12192000"/>
              <a:gd name="connsiteY107" fmla="*/ 1996085 h 2237474"/>
              <a:gd name="connsiteX108" fmla="*/ 2843662 w 12192000"/>
              <a:gd name="connsiteY108" fmla="*/ 1992498 h 2237474"/>
              <a:gd name="connsiteX109" fmla="*/ 2718916 w 12192000"/>
              <a:gd name="connsiteY109" fmla="*/ 1990867 h 2237474"/>
              <a:gd name="connsiteX110" fmla="*/ 2713522 w 12192000"/>
              <a:gd name="connsiteY110" fmla="*/ 1990173 h 2237474"/>
              <a:gd name="connsiteX111" fmla="*/ 2476147 w 12192000"/>
              <a:gd name="connsiteY111" fmla="*/ 1998305 h 2237474"/>
              <a:gd name="connsiteX112" fmla="*/ 2373568 w 12192000"/>
              <a:gd name="connsiteY112" fmla="*/ 2003219 h 2237474"/>
              <a:gd name="connsiteX113" fmla="*/ 2287219 w 12192000"/>
              <a:gd name="connsiteY113" fmla="*/ 1998750 h 2237474"/>
              <a:gd name="connsiteX114" fmla="*/ 2243069 w 12192000"/>
              <a:gd name="connsiteY114" fmla="*/ 2005321 h 2237474"/>
              <a:gd name="connsiteX115" fmla="*/ 2164831 w 12192000"/>
              <a:gd name="connsiteY115" fmla="*/ 2010143 h 2237474"/>
              <a:gd name="connsiteX116" fmla="*/ 2085228 w 12192000"/>
              <a:gd name="connsiteY116" fmla="*/ 2046431 h 2237474"/>
              <a:gd name="connsiteX117" fmla="*/ 2058061 w 12192000"/>
              <a:gd name="connsiteY117" fmla="*/ 2047942 h 2237474"/>
              <a:gd name="connsiteX118" fmla="*/ 2042244 w 12192000"/>
              <a:gd name="connsiteY118" fmla="*/ 2055560 h 2237474"/>
              <a:gd name="connsiteX119" fmla="*/ 1877728 w 12192000"/>
              <a:gd name="connsiteY119" fmla="*/ 2101004 h 2237474"/>
              <a:gd name="connsiteX120" fmla="*/ 1759056 w 12192000"/>
              <a:gd name="connsiteY120" fmla="*/ 2125608 h 2237474"/>
              <a:gd name="connsiteX121" fmla="*/ 1637948 w 12192000"/>
              <a:gd name="connsiteY121" fmla="*/ 2172597 h 2237474"/>
              <a:gd name="connsiteX122" fmla="*/ 1434549 w 12192000"/>
              <a:gd name="connsiteY122" fmla="*/ 2234522 h 2237474"/>
              <a:gd name="connsiteX123" fmla="*/ 1398481 w 12192000"/>
              <a:gd name="connsiteY123" fmla="*/ 2237074 h 2237474"/>
              <a:gd name="connsiteX124" fmla="*/ 1398407 w 12192000"/>
              <a:gd name="connsiteY124" fmla="*/ 2237095 h 2237474"/>
              <a:gd name="connsiteX125" fmla="*/ 1370962 w 12192000"/>
              <a:gd name="connsiteY125" fmla="*/ 2237474 h 2237474"/>
              <a:gd name="connsiteX126" fmla="*/ 1356367 w 12192000"/>
              <a:gd name="connsiteY126" fmla="*/ 2235089 h 2237474"/>
              <a:gd name="connsiteX127" fmla="*/ 1279765 w 12192000"/>
              <a:gd name="connsiteY127" fmla="*/ 2229639 h 2237474"/>
              <a:gd name="connsiteX128" fmla="*/ 1195347 w 12192000"/>
              <a:gd name="connsiteY128" fmla="*/ 2212354 h 2237474"/>
              <a:gd name="connsiteX129" fmla="*/ 970251 w 12192000"/>
              <a:gd name="connsiteY129" fmla="*/ 2221029 h 2237474"/>
              <a:gd name="connsiteX130" fmla="*/ 812914 w 12192000"/>
              <a:gd name="connsiteY130" fmla="*/ 2210095 h 2237474"/>
              <a:gd name="connsiteX131" fmla="*/ 776382 w 12192000"/>
              <a:gd name="connsiteY131" fmla="*/ 2204512 h 2237474"/>
              <a:gd name="connsiteX132" fmla="*/ 597225 w 12192000"/>
              <a:gd name="connsiteY132" fmla="*/ 2180999 h 2237474"/>
              <a:gd name="connsiteX133" fmla="*/ 520671 w 12192000"/>
              <a:gd name="connsiteY133" fmla="*/ 2180980 h 2237474"/>
              <a:gd name="connsiteX134" fmla="*/ 515024 w 12192000"/>
              <a:gd name="connsiteY134" fmla="*/ 2179258 h 2237474"/>
              <a:gd name="connsiteX135" fmla="*/ 413835 w 12192000"/>
              <a:gd name="connsiteY135" fmla="*/ 2156783 h 2237474"/>
              <a:gd name="connsiteX136" fmla="*/ 376513 w 12192000"/>
              <a:gd name="connsiteY136" fmla="*/ 2154014 h 2237474"/>
              <a:gd name="connsiteX137" fmla="*/ 273386 w 12192000"/>
              <a:gd name="connsiteY137" fmla="*/ 2142551 h 2237474"/>
              <a:gd name="connsiteX138" fmla="*/ 169207 w 12192000"/>
              <a:gd name="connsiteY138" fmla="*/ 2128100 h 2237474"/>
              <a:gd name="connsiteX139" fmla="*/ 77641 w 12192000"/>
              <a:gd name="connsiteY139" fmla="*/ 2126835 h 2237474"/>
              <a:gd name="connsiteX140" fmla="*/ 37645 w 12192000"/>
              <a:gd name="connsiteY140" fmla="*/ 2115401 h 2237474"/>
              <a:gd name="connsiteX141" fmla="*/ 4572 w 12192000"/>
              <a:gd name="connsiteY141" fmla="*/ 2111091 h 2237474"/>
              <a:gd name="connsiteX142" fmla="*/ 0 w 12192000"/>
              <a:gd name="connsiteY142" fmla="*/ 2110468 h 2237474"/>
              <a:gd name="connsiteX143" fmla="*/ 0 w 12192000"/>
              <a:gd name="connsiteY143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10017 w 12192000"/>
              <a:gd name="connsiteY25" fmla="*/ 993931 h 2237474"/>
              <a:gd name="connsiteX26" fmla="*/ 9392919 w 12192000"/>
              <a:gd name="connsiteY26" fmla="*/ 994656 h 2237474"/>
              <a:gd name="connsiteX27" fmla="*/ 9268019 w 12192000"/>
              <a:gd name="connsiteY27" fmla="*/ 1007442 h 2237474"/>
              <a:gd name="connsiteX28" fmla="*/ 9234662 w 12192000"/>
              <a:gd name="connsiteY28" fmla="*/ 1023056 h 2237474"/>
              <a:gd name="connsiteX29" fmla="*/ 9181033 w 12192000"/>
              <a:gd name="connsiteY29" fmla="*/ 1037921 h 2237474"/>
              <a:gd name="connsiteX30" fmla="*/ 9155969 w 12192000"/>
              <a:gd name="connsiteY30" fmla="*/ 1046804 h 2237474"/>
              <a:gd name="connsiteX31" fmla="*/ 9133985 w 12192000"/>
              <a:gd name="connsiteY31" fmla="*/ 1046450 h 2237474"/>
              <a:gd name="connsiteX32" fmla="*/ 9003462 w 12192000"/>
              <a:gd name="connsiteY32" fmla="*/ 1042406 h 2237474"/>
              <a:gd name="connsiteX33" fmla="*/ 8968445 w 12192000"/>
              <a:gd name="connsiteY33" fmla="*/ 1052169 h 2237474"/>
              <a:gd name="connsiteX34" fmla="*/ 8886001 w 12192000"/>
              <a:gd name="connsiteY34" fmla="*/ 1067468 h 2237474"/>
              <a:gd name="connsiteX35" fmla="*/ 8838610 w 12192000"/>
              <a:gd name="connsiteY35" fmla="*/ 1075091 h 2237474"/>
              <a:gd name="connsiteX36" fmla="*/ 8750383 w 12192000"/>
              <a:gd name="connsiteY36" fmla="*/ 1097387 h 2237474"/>
              <a:gd name="connsiteX37" fmla="*/ 8665605 w 12192000"/>
              <a:gd name="connsiteY37" fmla="*/ 1110791 h 2237474"/>
              <a:gd name="connsiteX38" fmla="*/ 8584946 w 12192000"/>
              <a:gd name="connsiteY38" fmla="*/ 1135226 h 2237474"/>
              <a:gd name="connsiteX39" fmla="*/ 8419755 w 12192000"/>
              <a:gd name="connsiteY39" fmla="*/ 1216260 h 2237474"/>
              <a:gd name="connsiteX40" fmla="*/ 8411626 w 12192000"/>
              <a:gd name="connsiteY40" fmla="*/ 1214397 h 2237474"/>
              <a:gd name="connsiteX41" fmla="*/ 8363469 w 12192000"/>
              <a:gd name="connsiteY41" fmla="*/ 1246658 h 2237474"/>
              <a:gd name="connsiteX42" fmla="*/ 8275497 w 12192000"/>
              <a:gd name="connsiteY42" fmla="*/ 1264396 h 2237474"/>
              <a:gd name="connsiteX43" fmla="*/ 8074238 w 12192000"/>
              <a:gd name="connsiteY43" fmla="*/ 1301895 h 2237474"/>
              <a:gd name="connsiteX44" fmla="*/ 7942099 w 12192000"/>
              <a:gd name="connsiteY44" fmla="*/ 1336332 h 2237474"/>
              <a:gd name="connsiteX45" fmla="*/ 7902328 w 12192000"/>
              <a:gd name="connsiteY45" fmla="*/ 1345865 h 2237474"/>
              <a:gd name="connsiteX46" fmla="*/ 7840612 w 12192000"/>
              <a:gd name="connsiteY46" fmla="*/ 1369373 h 2237474"/>
              <a:gd name="connsiteX47" fmla="*/ 7786819 w 12192000"/>
              <a:gd name="connsiteY47" fmla="*/ 1378970 h 2237474"/>
              <a:gd name="connsiteX48" fmla="*/ 7548172 w 12192000"/>
              <a:gd name="connsiteY48" fmla="*/ 1417460 h 2237474"/>
              <a:gd name="connsiteX49" fmla="*/ 7483437 w 12192000"/>
              <a:gd name="connsiteY49" fmla="*/ 1478152 h 2237474"/>
              <a:gd name="connsiteX50" fmla="*/ 7377870 w 12192000"/>
              <a:gd name="connsiteY50" fmla="*/ 1523319 h 2237474"/>
              <a:gd name="connsiteX51" fmla="*/ 7230737 w 12192000"/>
              <a:gd name="connsiteY51" fmla="*/ 1562633 h 2237474"/>
              <a:gd name="connsiteX52" fmla="*/ 7224458 w 12192000"/>
              <a:gd name="connsiteY52" fmla="*/ 1573008 h 2237474"/>
              <a:gd name="connsiteX53" fmla="*/ 7183121 w 12192000"/>
              <a:gd name="connsiteY53" fmla="*/ 1595162 h 2237474"/>
              <a:gd name="connsiteX54" fmla="*/ 7164601 w 12192000"/>
              <a:gd name="connsiteY54" fmla="*/ 1606490 h 2237474"/>
              <a:gd name="connsiteX55" fmla="*/ 6900177 w 12192000"/>
              <a:gd name="connsiteY55" fmla="*/ 1636016 h 2237474"/>
              <a:gd name="connsiteX56" fmla="*/ 6795372 w 12192000"/>
              <a:gd name="connsiteY56" fmla="*/ 1644845 h 2237474"/>
              <a:gd name="connsiteX57" fmla="*/ 6692251 w 12192000"/>
              <a:gd name="connsiteY57" fmla="*/ 1656357 h 2237474"/>
              <a:gd name="connsiteX58" fmla="*/ 6655235 w 12192000"/>
              <a:gd name="connsiteY58" fmla="*/ 1661869 h 2237474"/>
              <a:gd name="connsiteX59" fmla="*/ 6554894 w 12192000"/>
              <a:gd name="connsiteY59" fmla="*/ 1664428 h 2237474"/>
              <a:gd name="connsiteX60" fmla="*/ 6516595 w 12192000"/>
              <a:gd name="connsiteY60" fmla="*/ 1667475 h 2237474"/>
              <a:gd name="connsiteX61" fmla="*/ 6508541 w 12192000"/>
              <a:gd name="connsiteY61" fmla="*/ 1668757 h 2237474"/>
              <a:gd name="connsiteX62" fmla="*/ 6471012 w 12192000"/>
              <a:gd name="connsiteY62" fmla="*/ 1678604 h 2237474"/>
              <a:gd name="connsiteX63" fmla="*/ 6364035 w 12192000"/>
              <a:gd name="connsiteY63" fmla="*/ 1667683 h 2237474"/>
              <a:gd name="connsiteX64" fmla="*/ 6280959 w 12192000"/>
              <a:gd name="connsiteY64" fmla="*/ 1689329 h 2237474"/>
              <a:gd name="connsiteX65" fmla="*/ 6243319 w 12192000"/>
              <a:gd name="connsiteY65" fmla="*/ 1695560 h 2237474"/>
              <a:gd name="connsiteX66" fmla="*/ 6098321 w 12192000"/>
              <a:gd name="connsiteY66" fmla="*/ 1721646 h 2237474"/>
              <a:gd name="connsiteX67" fmla="*/ 5880652 w 12192000"/>
              <a:gd name="connsiteY67" fmla="*/ 1779643 h 2237474"/>
              <a:gd name="connsiteX68" fmla="*/ 5785959 w 12192000"/>
              <a:gd name="connsiteY68" fmla="*/ 1775307 h 2237474"/>
              <a:gd name="connsiteX69" fmla="*/ 5643534 w 12192000"/>
              <a:gd name="connsiteY69" fmla="*/ 1802919 h 2237474"/>
              <a:gd name="connsiteX70" fmla="*/ 5518799 w 12192000"/>
              <a:gd name="connsiteY70" fmla="*/ 1818312 h 2237474"/>
              <a:gd name="connsiteX71" fmla="*/ 5505014 w 12192000"/>
              <a:gd name="connsiteY71" fmla="*/ 1819259 h 2237474"/>
              <a:gd name="connsiteX72" fmla="*/ 5453307 w 12192000"/>
              <a:gd name="connsiteY72" fmla="*/ 1815450 h 2237474"/>
              <a:gd name="connsiteX73" fmla="*/ 5221533 w 12192000"/>
              <a:gd name="connsiteY73" fmla="*/ 1846950 h 2237474"/>
              <a:gd name="connsiteX74" fmla="*/ 5149802 w 12192000"/>
              <a:gd name="connsiteY74" fmla="*/ 1844846 h 2237474"/>
              <a:gd name="connsiteX75" fmla="*/ 5114927 w 12192000"/>
              <a:gd name="connsiteY75" fmla="*/ 1847827 h 2237474"/>
              <a:gd name="connsiteX76" fmla="*/ 5108970 w 12192000"/>
              <a:gd name="connsiteY76" fmla="*/ 1847935 h 2237474"/>
              <a:gd name="connsiteX77" fmla="*/ 5067961 w 12192000"/>
              <a:gd name="connsiteY77" fmla="*/ 1845917 h 2237474"/>
              <a:gd name="connsiteX78" fmla="*/ 5007075 w 12192000"/>
              <a:gd name="connsiteY78" fmla="*/ 1838626 h 2237474"/>
              <a:gd name="connsiteX79" fmla="*/ 4944087 w 12192000"/>
              <a:gd name="connsiteY79" fmla="*/ 1823332 h 2237474"/>
              <a:gd name="connsiteX80" fmla="*/ 4907662 w 12192000"/>
              <a:gd name="connsiteY80" fmla="*/ 1816900 h 2237474"/>
              <a:gd name="connsiteX81" fmla="*/ 4882386 w 12192000"/>
              <a:gd name="connsiteY81" fmla="*/ 1809844 h 2237474"/>
              <a:gd name="connsiteX82" fmla="*/ 4811440 w 12192000"/>
              <a:gd name="connsiteY82" fmla="*/ 1804655 h 2237474"/>
              <a:gd name="connsiteX83" fmla="*/ 4691075 w 12192000"/>
              <a:gd name="connsiteY83" fmla="*/ 1801389 h 2237474"/>
              <a:gd name="connsiteX84" fmla="*/ 4640313 w 12192000"/>
              <a:gd name="connsiteY84" fmla="*/ 1784307 h 2237474"/>
              <a:gd name="connsiteX85" fmla="*/ 4536503 w 12192000"/>
              <a:gd name="connsiteY85" fmla="*/ 1785334 h 2237474"/>
              <a:gd name="connsiteX86" fmla="*/ 4513724 w 12192000"/>
              <a:gd name="connsiteY86" fmla="*/ 1791996 h 2237474"/>
              <a:gd name="connsiteX87" fmla="*/ 4459810 w 12192000"/>
              <a:gd name="connsiteY87" fmla="*/ 1797886 h 2237474"/>
              <a:gd name="connsiteX88" fmla="*/ 4379064 w 12192000"/>
              <a:gd name="connsiteY88" fmla="*/ 1817177 h 2237474"/>
              <a:gd name="connsiteX89" fmla="*/ 4290981 w 12192000"/>
              <a:gd name="connsiteY89" fmla="*/ 1839677 h 2237474"/>
              <a:gd name="connsiteX90" fmla="*/ 4238372 w 12192000"/>
              <a:gd name="connsiteY90" fmla="*/ 1851480 h 2237474"/>
              <a:gd name="connsiteX91" fmla="*/ 4232517 w 12192000"/>
              <a:gd name="connsiteY91" fmla="*/ 1852567 h 2237474"/>
              <a:gd name="connsiteX92" fmla="*/ 4191732 w 12192000"/>
              <a:gd name="connsiteY92" fmla="*/ 1857328 h 2237474"/>
              <a:gd name="connsiteX93" fmla="*/ 4065532 w 12192000"/>
              <a:gd name="connsiteY93" fmla="*/ 1855477 h 2237474"/>
              <a:gd name="connsiteX94" fmla="*/ 4028460 w 12192000"/>
              <a:gd name="connsiteY94" fmla="*/ 1855137 h 2237474"/>
              <a:gd name="connsiteX95" fmla="*/ 4002267 w 12192000"/>
              <a:gd name="connsiteY95" fmla="*/ 1852352 h 2237474"/>
              <a:gd name="connsiteX96" fmla="*/ 3931396 w 12192000"/>
              <a:gd name="connsiteY96" fmla="*/ 1858915 h 2237474"/>
              <a:gd name="connsiteX97" fmla="*/ 3812162 w 12192000"/>
              <a:gd name="connsiteY97" fmla="*/ 1875501 h 2237474"/>
              <a:gd name="connsiteX98" fmla="*/ 3758105 w 12192000"/>
              <a:gd name="connsiteY98" fmla="*/ 1871856 h 2237474"/>
              <a:gd name="connsiteX99" fmla="*/ 3715896 w 12192000"/>
              <a:gd name="connsiteY99" fmla="*/ 1881552 h 2237474"/>
              <a:gd name="connsiteX100" fmla="*/ 3567259 w 12192000"/>
              <a:gd name="connsiteY100" fmla="*/ 1893482 h 2237474"/>
              <a:gd name="connsiteX101" fmla="*/ 3405770 w 12192000"/>
              <a:gd name="connsiteY101" fmla="*/ 1904591 h 2237474"/>
              <a:gd name="connsiteX102" fmla="*/ 3280097 w 12192000"/>
              <a:gd name="connsiteY102" fmla="*/ 1919610 h 2237474"/>
              <a:gd name="connsiteX103" fmla="*/ 3009910 w 12192000"/>
              <a:gd name="connsiteY103" fmla="*/ 1957866 h 2237474"/>
              <a:gd name="connsiteX104" fmla="*/ 2995934 w 12192000"/>
              <a:gd name="connsiteY104" fmla="*/ 1967085 h 2237474"/>
              <a:gd name="connsiteX105" fmla="*/ 2942858 w 12192000"/>
              <a:gd name="connsiteY105" fmla="*/ 1981367 h 2237474"/>
              <a:gd name="connsiteX106" fmla="*/ 2875436 w 12192000"/>
              <a:gd name="connsiteY106" fmla="*/ 1996977 h 2237474"/>
              <a:gd name="connsiteX107" fmla="*/ 2874892 w 12192000"/>
              <a:gd name="connsiteY107" fmla="*/ 1996085 h 2237474"/>
              <a:gd name="connsiteX108" fmla="*/ 2843662 w 12192000"/>
              <a:gd name="connsiteY108" fmla="*/ 1992498 h 2237474"/>
              <a:gd name="connsiteX109" fmla="*/ 2718916 w 12192000"/>
              <a:gd name="connsiteY109" fmla="*/ 1990867 h 2237474"/>
              <a:gd name="connsiteX110" fmla="*/ 2713522 w 12192000"/>
              <a:gd name="connsiteY110" fmla="*/ 1990173 h 2237474"/>
              <a:gd name="connsiteX111" fmla="*/ 2476147 w 12192000"/>
              <a:gd name="connsiteY111" fmla="*/ 1998305 h 2237474"/>
              <a:gd name="connsiteX112" fmla="*/ 2373568 w 12192000"/>
              <a:gd name="connsiteY112" fmla="*/ 2003219 h 2237474"/>
              <a:gd name="connsiteX113" fmla="*/ 2287219 w 12192000"/>
              <a:gd name="connsiteY113" fmla="*/ 1998750 h 2237474"/>
              <a:gd name="connsiteX114" fmla="*/ 2243069 w 12192000"/>
              <a:gd name="connsiteY114" fmla="*/ 2005321 h 2237474"/>
              <a:gd name="connsiteX115" fmla="*/ 2164831 w 12192000"/>
              <a:gd name="connsiteY115" fmla="*/ 2010143 h 2237474"/>
              <a:gd name="connsiteX116" fmla="*/ 2085228 w 12192000"/>
              <a:gd name="connsiteY116" fmla="*/ 2046431 h 2237474"/>
              <a:gd name="connsiteX117" fmla="*/ 2058061 w 12192000"/>
              <a:gd name="connsiteY117" fmla="*/ 2047942 h 2237474"/>
              <a:gd name="connsiteX118" fmla="*/ 2042244 w 12192000"/>
              <a:gd name="connsiteY118" fmla="*/ 2055560 h 2237474"/>
              <a:gd name="connsiteX119" fmla="*/ 1877728 w 12192000"/>
              <a:gd name="connsiteY119" fmla="*/ 2101004 h 2237474"/>
              <a:gd name="connsiteX120" fmla="*/ 1759056 w 12192000"/>
              <a:gd name="connsiteY120" fmla="*/ 2125608 h 2237474"/>
              <a:gd name="connsiteX121" fmla="*/ 1637948 w 12192000"/>
              <a:gd name="connsiteY121" fmla="*/ 2172597 h 2237474"/>
              <a:gd name="connsiteX122" fmla="*/ 1434549 w 12192000"/>
              <a:gd name="connsiteY122" fmla="*/ 2234522 h 2237474"/>
              <a:gd name="connsiteX123" fmla="*/ 1398481 w 12192000"/>
              <a:gd name="connsiteY123" fmla="*/ 2237074 h 2237474"/>
              <a:gd name="connsiteX124" fmla="*/ 1398407 w 12192000"/>
              <a:gd name="connsiteY124" fmla="*/ 2237095 h 2237474"/>
              <a:gd name="connsiteX125" fmla="*/ 1370962 w 12192000"/>
              <a:gd name="connsiteY125" fmla="*/ 2237474 h 2237474"/>
              <a:gd name="connsiteX126" fmla="*/ 1356367 w 12192000"/>
              <a:gd name="connsiteY126" fmla="*/ 2235089 h 2237474"/>
              <a:gd name="connsiteX127" fmla="*/ 1279765 w 12192000"/>
              <a:gd name="connsiteY127" fmla="*/ 2229639 h 2237474"/>
              <a:gd name="connsiteX128" fmla="*/ 1195347 w 12192000"/>
              <a:gd name="connsiteY128" fmla="*/ 2212354 h 2237474"/>
              <a:gd name="connsiteX129" fmla="*/ 970251 w 12192000"/>
              <a:gd name="connsiteY129" fmla="*/ 2221029 h 2237474"/>
              <a:gd name="connsiteX130" fmla="*/ 812914 w 12192000"/>
              <a:gd name="connsiteY130" fmla="*/ 2210095 h 2237474"/>
              <a:gd name="connsiteX131" fmla="*/ 776382 w 12192000"/>
              <a:gd name="connsiteY131" fmla="*/ 2204512 h 2237474"/>
              <a:gd name="connsiteX132" fmla="*/ 597225 w 12192000"/>
              <a:gd name="connsiteY132" fmla="*/ 2180999 h 2237474"/>
              <a:gd name="connsiteX133" fmla="*/ 520671 w 12192000"/>
              <a:gd name="connsiteY133" fmla="*/ 2180980 h 2237474"/>
              <a:gd name="connsiteX134" fmla="*/ 515024 w 12192000"/>
              <a:gd name="connsiteY134" fmla="*/ 2179258 h 2237474"/>
              <a:gd name="connsiteX135" fmla="*/ 413835 w 12192000"/>
              <a:gd name="connsiteY135" fmla="*/ 2156783 h 2237474"/>
              <a:gd name="connsiteX136" fmla="*/ 376513 w 12192000"/>
              <a:gd name="connsiteY136" fmla="*/ 2154014 h 2237474"/>
              <a:gd name="connsiteX137" fmla="*/ 273386 w 12192000"/>
              <a:gd name="connsiteY137" fmla="*/ 2142551 h 2237474"/>
              <a:gd name="connsiteX138" fmla="*/ 169207 w 12192000"/>
              <a:gd name="connsiteY138" fmla="*/ 2128100 h 2237474"/>
              <a:gd name="connsiteX139" fmla="*/ 77641 w 12192000"/>
              <a:gd name="connsiteY139" fmla="*/ 2126835 h 2237474"/>
              <a:gd name="connsiteX140" fmla="*/ 37645 w 12192000"/>
              <a:gd name="connsiteY140" fmla="*/ 2115401 h 2237474"/>
              <a:gd name="connsiteX141" fmla="*/ 4572 w 12192000"/>
              <a:gd name="connsiteY141" fmla="*/ 2111091 h 2237474"/>
              <a:gd name="connsiteX142" fmla="*/ 0 w 12192000"/>
              <a:gd name="connsiteY142" fmla="*/ 2110468 h 2237474"/>
              <a:gd name="connsiteX143" fmla="*/ 0 w 12192000"/>
              <a:gd name="connsiteY143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10017 w 12192000"/>
              <a:gd name="connsiteY25" fmla="*/ 993931 h 2237474"/>
              <a:gd name="connsiteX26" fmla="*/ 9392919 w 12192000"/>
              <a:gd name="connsiteY26" fmla="*/ 994656 h 2237474"/>
              <a:gd name="connsiteX27" fmla="*/ 9268019 w 12192000"/>
              <a:gd name="connsiteY27" fmla="*/ 1007442 h 2237474"/>
              <a:gd name="connsiteX28" fmla="*/ 9181033 w 12192000"/>
              <a:gd name="connsiteY28" fmla="*/ 1037921 h 2237474"/>
              <a:gd name="connsiteX29" fmla="*/ 9155969 w 12192000"/>
              <a:gd name="connsiteY29" fmla="*/ 1046804 h 2237474"/>
              <a:gd name="connsiteX30" fmla="*/ 9133985 w 12192000"/>
              <a:gd name="connsiteY30" fmla="*/ 1046450 h 2237474"/>
              <a:gd name="connsiteX31" fmla="*/ 9003462 w 12192000"/>
              <a:gd name="connsiteY31" fmla="*/ 1042406 h 2237474"/>
              <a:gd name="connsiteX32" fmla="*/ 8968445 w 12192000"/>
              <a:gd name="connsiteY32" fmla="*/ 1052169 h 2237474"/>
              <a:gd name="connsiteX33" fmla="*/ 8886001 w 12192000"/>
              <a:gd name="connsiteY33" fmla="*/ 1067468 h 2237474"/>
              <a:gd name="connsiteX34" fmla="*/ 8838610 w 12192000"/>
              <a:gd name="connsiteY34" fmla="*/ 1075091 h 2237474"/>
              <a:gd name="connsiteX35" fmla="*/ 8750383 w 12192000"/>
              <a:gd name="connsiteY35" fmla="*/ 1097387 h 2237474"/>
              <a:gd name="connsiteX36" fmla="*/ 8665605 w 12192000"/>
              <a:gd name="connsiteY36" fmla="*/ 1110791 h 2237474"/>
              <a:gd name="connsiteX37" fmla="*/ 8584946 w 12192000"/>
              <a:gd name="connsiteY37" fmla="*/ 1135226 h 2237474"/>
              <a:gd name="connsiteX38" fmla="*/ 8419755 w 12192000"/>
              <a:gd name="connsiteY38" fmla="*/ 1216260 h 2237474"/>
              <a:gd name="connsiteX39" fmla="*/ 8411626 w 12192000"/>
              <a:gd name="connsiteY39" fmla="*/ 1214397 h 2237474"/>
              <a:gd name="connsiteX40" fmla="*/ 8363469 w 12192000"/>
              <a:gd name="connsiteY40" fmla="*/ 1246658 h 2237474"/>
              <a:gd name="connsiteX41" fmla="*/ 8275497 w 12192000"/>
              <a:gd name="connsiteY41" fmla="*/ 1264396 h 2237474"/>
              <a:gd name="connsiteX42" fmla="*/ 8074238 w 12192000"/>
              <a:gd name="connsiteY42" fmla="*/ 1301895 h 2237474"/>
              <a:gd name="connsiteX43" fmla="*/ 7942099 w 12192000"/>
              <a:gd name="connsiteY43" fmla="*/ 1336332 h 2237474"/>
              <a:gd name="connsiteX44" fmla="*/ 7902328 w 12192000"/>
              <a:gd name="connsiteY44" fmla="*/ 1345865 h 2237474"/>
              <a:gd name="connsiteX45" fmla="*/ 7840612 w 12192000"/>
              <a:gd name="connsiteY45" fmla="*/ 1369373 h 2237474"/>
              <a:gd name="connsiteX46" fmla="*/ 7786819 w 12192000"/>
              <a:gd name="connsiteY46" fmla="*/ 1378970 h 2237474"/>
              <a:gd name="connsiteX47" fmla="*/ 7548172 w 12192000"/>
              <a:gd name="connsiteY47" fmla="*/ 1417460 h 2237474"/>
              <a:gd name="connsiteX48" fmla="*/ 7483437 w 12192000"/>
              <a:gd name="connsiteY48" fmla="*/ 1478152 h 2237474"/>
              <a:gd name="connsiteX49" fmla="*/ 7377870 w 12192000"/>
              <a:gd name="connsiteY49" fmla="*/ 1523319 h 2237474"/>
              <a:gd name="connsiteX50" fmla="*/ 7230737 w 12192000"/>
              <a:gd name="connsiteY50" fmla="*/ 1562633 h 2237474"/>
              <a:gd name="connsiteX51" fmla="*/ 7224458 w 12192000"/>
              <a:gd name="connsiteY51" fmla="*/ 1573008 h 2237474"/>
              <a:gd name="connsiteX52" fmla="*/ 7183121 w 12192000"/>
              <a:gd name="connsiteY52" fmla="*/ 1595162 h 2237474"/>
              <a:gd name="connsiteX53" fmla="*/ 7164601 w 12192000"/>
              <a:gd name="connsiteY53" fmla="*/ 1606490 h 2237474"/>
              <a:gd name="connsiteX54" fmla="*/ 6900177 w 12192000"/>
              <a:gd name="connsiteY54" fmla="*/ 1636016 h 2237474"/>
              <a:gd name="connsiteX55" fmla="*/ 6795372 w 12192000"/>
              <a:gd name="connsiteY55" fmla="*/ 1644845 h 2237474"/>
              <a:gd name="connsiteX56" fmla="*/ 6692251 w 12192000"/>
              <a:gd name="connsiteY56" fmla="*/ 1656357 h 2237474"/>
              <a:gd name="connsiteX57" fmla="*/ 6655235 w 12192000"/>
              <a:gd name="connsiteY57" fmla="*/ 1661869 h 2237474"/>
              <a:gd name="connsiteX58" fmla="*/ 6554894 w 12192000"/>
              <a:gd name="connsiteY58" fmla="*/ 1664428 h 2237474"/>
              <a:gd name="connsiteX59" fmla="*/ 6516595 w 12192000"/>
              <a:gd name="connsiteY59" fmla="*/ 1667475 h 2237474"/>
              <a:gd name="connsiteX60" fmla="*/ 6508541 w 12192000"/>
              <a:gd name="connsiteY60" fmla="*/ 1668757 h 2237474"/>
              <a:gd name="connsiteX61" fmla="*/ 6471012 w 12192000"/>
              <a:gd name="connsiteY61" fmla="*/ 1678604 h 2237474"/>
              <a:gd name="connsiteX62" fmla="*/ 6364035 w 12192000"/>
              <a:gd name="connsiteY62" fmla="*/ 1667683 h 2237474"/>
              <a:gd name="connsiteX63" fmla="*/ 6280959 w 12192000"/>
              <a:gd name="connsiteY63" fmla="*/ 1689329 h 2237474"/>
              <a:gd name="connsiteX64" fmla="*/ 6243319 w 12192000"/>
              <a:gd name="connsiteY64" fmla="*/ 1695560 h 2237474"/>
              <a:gd name="connsiteX65" fmla="*/ 6098321 w 12192000"/>
              <a:gd name="connsiteY65" fmla="*/ 1721646 h 2237474"/>
              <a:gd name="connsiteX66" fmla="*/ 5880652 w 12192000"/>
              <a:gd name="connsiteY66" fmla="*/ 1779643 h 2237474"/>
              <a:gd name="connsiteX67" fmla="*/ 5785959 w 12192000"/>
              <a:gd name="connsiteY67" fmla="*/ 1775307 h 2237474"/>
              <a:gd name="connsiteX68" fmla="*/ 5643534 w 12192000"/>
              <a:gd name="connsiteY68" fmla="*/ 1802919 h 2237474"/>
              <a:gd name="connsiteX69" fmla="*/ 5518799 w 12192000"/>
              <a:gd name="connsiteY69" fmla="*/ 1818312 h 2237474"/>
              <a:gd name="connsiteX70" fmla="*/ 5505014 w 12192000"/>
              <a:gd name="connsiteY70" fmla="*/ 1819259 h 2237474"/>
              <a:gd name="connsiteX71" fmla="*/ 5453307 w 12192000"/>
              <a:gd name="connsiteY71" fmla="*/ 1815450 h 2237474"/>
              <a:gd name="connsiteX72" fmla="*/ 5221533 w 12192000"/>
              <a:gd name="connsiteY72" fmla="*/ 1846950 h 2237474"/>
              <a:gd name="connsiteX73" fmla="*/ 5149802 w 12192000"/>
              <a:gd name="connsiteY73" fmla="*/ 1844846 h 2237474"/>
              <a:gd name="connsiteX74" fmla="*/ 5114927 w 12192000"/>
              <a:gd name="connsiteY74" fmla="*/ 1847827 h 2237474"/>
              <a:gd name="connsiteX75" fmla="*/ 5108970 w 12192000"/>
              <a:gd name="connsiteY75" fmla="*/ 1847935 h 2237474"/>
              <a:gd name="connsiteX76" fmla="*/ 5067961 w 12192000"/>
              <a:gd name="connsiteY76" fmla="*/ 1845917 h 2237474"/>
              <a:gd name="connsiteX77" fmla="*/ 5007075 w 12192000"/>
              <a:gd name="connsiteY77" fmla="*/ 1838626 h 2237474"/>
              <a:gd name="connsiteX78" fmla="*/ 4944087 w 12192000"/>
              <a:gd name="connsiteY78" fmla="*/ 1823332 h 2237474"/>
              <a:gd name="connsiteX79" fmla="*/ 4907662 w 12192000"/>
              <a:gd name="connsiteY79" fmla="*/ 1816900 h 2237474"/>
              <a:gd name="connsiteX80" fmla="*/ 4882386 w 12192000"/>
              <a:gd name="connsiteY80" fmla="*/ 1809844 h 2237474"/>
              <a:gd name="connsiteX81" fmla="*/ 4811440 w 12192000"/>
              <a:gd name="connsiteY81" fmla="*/ 1804655 h 2237474"/>
              <a:gd name="connsiteX82" fmla="*/ 4691075 w 12192000"/>
              <a:gd name="connsiteY82" fmla="*/ 1801389 h 2237474"/>
              <a:gd name="connsiteX83" fmla="*/ 4640313 w 12192000"/>
              <a:gd name="connsiteY83" fmla="*/ 1784307 h 2237474"/>
              <a:gd name="connsiteX84" fmla="*/ 4536503 w 12192000"/>
              <a:gd name="connsiteY84" fmla="*/ 1785334 h 2237474"/>
              <a:gd name="connsiteX85" fmla="*/ 4513724 w 12192000"/>
              <a:gd name="connsiteY85" fmla="*/ 1791996 h 2237474"/>
              <a:gd name="connsiteX86" fmla="*/ 4459810 w 12192000"/>
              <a:gd name="connsiteY86" fmla="*/ 1797886 h 2237474"/>
              <a:gd name="connsiteX87" fmla="*/ 4379064 w 12192000"/>
              <a:gd name="connsiteY87" fmla="*/ 1817177 h 2237474"/>
              <a:gd name="connsiteX88" fmla="*/ 4290981 w 12192000"/>
              <a:gd name="connsiteY88" fmla="*/ 1839677 h 2237474"/>
              <a:gd name="connsiteX89" fmla="*/ 4238372 w 12192000"/>
              <a:gd name="connsiteY89" fmla="*/ 1851480 h 2237474"/>
              <a:gd name="connsiteX90" fmla="*/ 4232517 w 12192000"/>
              <a:gd name="connsiteY90" fmla="*/ 1852567 h 2237474"/>
              <a:gd name="connsiteX91" fmla="*/ 4191732 w 12192000"/>
              <a:gd name="connsiteY91" fmla="*/ 1857328 h 2237474"/>
              <a:gd name="connsiteX92" fmla="*/ 4065532 w 12192000"/>
              <a:gd name="connsiteY92" fmla="*/ 1855477 h 2237474"/>
              <a:gd name="connsiteX93" fmla="*/ 4028460 w 12192000"/>
              <a:gd name="connsiteY93" fmla="*/ 1855137 h 2237474"/>
              <a:gd name="connsiteX94" fmla="*/ 4002267 w 12192000"/>
              <a:gd name="connsiteY94" fmla="*/ 1852352 h 2237474"/>
              <a:gd name="connsiteX95" fmla="*/ 3931396 w 12192000"/>
              <a:gd name="connsiteY95" fmla="*/ 1858915 h 2237474"/>
              <a:gd name="connsiteX96" fmla="*/ 3812162 w 12192000"/>
              <a:gd name="connsiteY96" fmla="*/ 1875501 h 2237474"/>
              <a:gd name="connsiteX97" fmla="*/ 3758105 w 12192000"/>
              <a:gd name="connsiteY97" fmla="*/ 1871856 h 2237474"/>
              <a:gd name="connsiteX98" fmla="*/ 3715896 w 12192000"/>
              <a:gd name="connsiteY98" fmla="*/ 1881552 h 2237474"/>
              <a:gd name="connsiteX99" fmla="*/ 3567259 w 12192000"/>
              <a:gd name="connsiteY99" fmla="*/ 1893482 h 2237474"/>
              <a:gd name="connsiteX100" fmla="*/ 3405770 w 12192000"/>
              <a:gd name="connsiteY100" fmla="*/ 1904591 h 2237474"/>
              <a:gd name="connsiteX101" fmla="*/ 3280097 w 12192000"/>
              <a:gd name="connsiteY101" fmla="*/ 1919610 h 2237474"/>
              <a:gd name="connsiteX102" fmla="*/ 3009910 w 12192000"/>
              <a:gd name="connsiteY102" fmla="*/ 1957866 h 2237474"/>
              <a:gd name="connsiteX103" fmla="*/ 2995934 w 12192000"/>
              <a:gd name="connsiteY103" fmla="*/ 1967085 h 2237474"/>
              <a:gd name="connsiteX104" fmla="*/ 2942858 w 12192000"/>
              <a:gd name="connsiteY104" fmla="*/ 1981367 h 2237474"/>
              <a:gd name="connsiteX105" fmla="*/ 2875436 w 12192000"/>
              <a:gd name="connsiteY105" fmla="*/ 1996977 h 2237474"/>
              <a:gd name="connsiteX106" fmla="*/ 2874892 w 12192000"/>
              <a:gd name="connsiteY106" fmla="*/ 1996085 h 2237474"/>
              <a:gd name="connsiteX107" fmla="*/ 2843662 w 12192000"/>
              <a:gd name="connsiteY107" fmla="*/ 1992498 h 2237474"/>
              <a:gd name="connsiteX108" fmla="*/ 2718916 w 12192000"/>
              <a:gd name="connsiteY108" fmla="*/ 1990867 h 2237474"/>
              <a:gd name="connsiteX109" fmla="*/ 2713522 w 12192000"/>
              <a:gd name="connsiteY109" fmla="*/ 1990173 h 2237474"/>
              <a:gd name="connsiteX110" fmla="*/ 2476147 w 12192000"/>
              <a:gd name="connsiteY110" fmla="*/ 1998305 h 2237474"/>
              <a:gd name="connsiteX111" fmla="*/ 2373568 w 12192000"/>
              <a:gd name="connsiteY111" fmla="*/ 2003219 h 2237474"/>
              <a:gd name="connsiteX112" fmla="*/ 2287219 w 12192000"/>
              <a:gd name="connsiteY112" fmla="*/ 1998750 h 2237474"/>
              <a:gd name="connsiteX113" fmla="*/ 2243069 w 12192000"/>
              <a:gd name="connsiteY113" fmla="*/ 2005321 h 2237474"/>
              <a:gd name="connsiteX114" fmla="*/ 2164831 w 12192000"/>
              <a:gd name="connsiteY114" fmla="*/ 2010143 h 2237474"/>
              <a:gd name="connsiteX115" fmla="*/ 2085228 w 12192000"/>
              <a:gd name="connsiteY115" fmla="*/ 2046431 h 2237474"/>
              <a:gd name="connsiteX116" fmla="*/ 2058061 w 12192000"/>
              <a:gd name="connsiteY116" fmla="*/ 2047942 h 2237474"/>
              <a:gd name="connsiteX117" fmla="*/ 2042244 w 12192000"/>
              <a:gd name="connsiteY117" fmla="*/ 2055560 h 2237474"/>
              <a:gd name="connsiteX118" fmla="*/ 1877728 w 12192000"/>
              <a:gd name="connsiteY118" fmla="*/ 2101004 h 2237474"/>
              <a:gd name="connsiteX119" fmla="*/ 1759056 w 12192000"/>
              <a:gd name="connsiteY119" fmla="*/ 2125608 h 2237474"/>
              <a:gd name="connsiteX120" fmla="*/ 1637948 w 12192000"/>
              <a:gd name="connsiteY120" fmla="*/ 2172597 h 2237474"/>
              <a:gd name="connsiteX121" fmla="*/ 1434549 w 12192000"/>
              <a:gd name="connsiteY121" fmla="*/ 2234522 h 2237474"/>
              <a:gd name="connsiteX122" fmla="*/ 1398481 w 12192000"/>
              <a:gd name="connsiteY122" fmla="*/ 2237074 h 2237474"/>
              <a:gd name="connsiteX123" fmla="*/ 1398407 w 12192000"/>
              <a:gd name="connsiteY123" fmla="*/ 2237095 h 2237474"/>
              <a:gd name="connsiteX124" fmla="*/ 1370962 w 12192000"/>
              <a:gd name="connsiteY124" fmla="*/ 2237474 h 2237474"/>
              <a:gd name="connsiteX125" fmla="*/ 1356367 w 12192000"/>
              <a:gd name="connsiteY125" fmla="*/ 2235089 h 2237474"/>
              <a:gd name="connsiteX126" fmla="*/ 1279765 w 12192000"/>
              <a:gd name="connsiteY126" fmla="*/ 2229639 h 2237474"/>
              <a:gd name="connsiteX127" fmla="*/ 1195347 w 12192000"/>
              <a:gd name="connsiteY127" fmla="*/ 2212354 h 2237474"/>
              <a:gd name="connsiteX128" fmla="*/ 970251 w 12192000"/>
              <a:gd name="connsiteY128" fmla="*/ 2221029 h 2237474"/>
              <a:gd name="connsiteX129" fmla="*/ 812914 w 12192000"/>
              <a:gd name="connsiteY129" fmla="*/ 2210095 h 2237474"/>
              <a:gd name="connsiteX130" fmla="*/ 776382 w 12192000"/>
              <a:gd name="connsiteY130" fmla="*/ 2204512 h 2237474"/>
              <a:gd name="connsiteX131" fmla="*/ 597225 w 12192000"/>
              <a:gd name="connsiteY131" fmla="*/ 2180999 h 2237474"/>
              <a:gd name="connsiteX132" fmla="*/ 520671 w 12192000"/>
              <a:gd name="connsiteY132" fmla="*/ 2180980 h 2237474"/>
              <a:gd name="connsiteX133" fmla="*/ 515024 w 12192000"/>
              <a:gd name="connsiteY133" fmla="*/ 2179258 h 2237474"/>
              <a:gd name="connsiteX134" fmla="*/ 413835 w 12192000"/>
              <a:gd name="connsiteY134" fmla="*/ 2156783 h 2237474"/>
              <a:gd name="connsiteX135" fmla="*/ 376513 w 12192000"/>
              <a:gd name="connsiteY135" fmla="*/ 2154014 h 2237474"/>
              <a:gd name="connsiteX136" fmla="*/ 273386 w 12192000"/>
              <a:gd name="connsiteY136" fmla="*/ 2142551 h 2237474"/>
              <a:gd name="connsiteX137" fmla="*/ 169207 w 12192000"/>
              <a:gd name="connsiteY137" fmla="*/ 2128100 h 2237474"/>
              <a:gd name="connsiteX138" fmla="*/ 77641 w 12192000"/>
              <a:gd name="connsiteY138" fmla="*/ 2126835 h 2237474"/>
              <a:gd name="connsiteX139" fmla="*/ 37645 w 12192000"/>
              <a:gd name="connsiteY139" fmla="*/ 2115401 h 2237474"/>
              <a:gd name="connsiteX140" fmla="*/ 4572 w 12192000"/>
              <a:gd name="connsiteY140" fmla="*/ 2111091 h 2237474"/>
              <a:gd name="connsiteX141" fmla="*/ 0 w 12192000"/>
              <a:gd name="connsiteY141" fmla="*/ 2110468 h 2237474"/>
              <a:gd name="connsiteX142" fmla="*/ 0 w 12192000"/>
              <a:gd name="connsiteY14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10017 w 12192000"/>
              <a:gd name="connsiteY25" fmla="*/ 993931 h 2237474"/>
              <a:gd name="connsiteX26" fmla="*/ 9392919 w 12192000"/>
              <a:gd name="connsiteY26" fmla="*/ 994656 h 2237474"/>
              <a:gd name="connsiteX27" fmla="*/ 9268019 w 12192000"/>
              <a:gd name="connsiteY27" fmla="*/ 1007442 h 2237474"/>
              <a:gd name="connsiteX28" fmla="*/ 9188177 w 12192000"/>
              <a:gd name="connsiteY28" fmla="*/ 1035474 h 2237474"/>
              <a:gd name="connsiteX29" fmla="*/ 9155969 w 12192000"/>
              <a:gd name="connsiteY29" fmla="*/ 1046804 h 2237474"/>
              <a:gd name="connsiteX30" fmla="*/ 9133985 w 12192000"/>
              <a:gd name="connsiteY30" fmla="*/ 1046450 h 2237474"/>
              <a:gd name="connsiteX31" fmla="*/ 9003462 w 12192000"/>
              <a:gd name="connsiteY31" fmla="*/ 1042406 h 2237474"/>
              <a:gd name="connsiteX32" fmla="*/ 8968445 w 12192000"/>
              <a:gd name="connsiteY32" fmla="*/ 1052169 h 2237474"/>
              <a:gd name="connsiteX33" fmla="*/ 8886001 w 12192000"/>
              <a:gd name="connsiteY33" fmla="*/ 1067468 h 2237474"/>
              <a:gd name="connsiteX34" fmla="*/ 8838610 w 12192000"/>
              <a:gd name="connsiteY34" fmla="*/ 1075091 h 2237474"/>
              <a:gd name="connsiteX35" fmla="*/ 8750383 w 12192000"/>
              <a:gd name="connsiteY35" fmla="*/ 1097387 h 2237474"/>
              <a:gd name="connsiteX36" fmla="*/ 8665605 w 12192000"/>
              <a:gd name="connsiteY36" fmla="*/ 1110791 h 2237474"/>
              <a:gd name="connsiteX37" fmla="*/ 8584946 w 12192000"/>
              <a:gd name="connsiteY37" fmla="*/ 1135226 h 2237474"/>
              <a:gd name="connsiteX38" fmla="*/ 8419755 w 12192000"/>
              <a:gd name="connsiteY38" fmla="*/ 1216260 h 2237474"/>
              <a:gd name="connsiteX39" fmla="*/ 8411626 w 12192000"/>
              <a:gd name="connsiteY39" fmla="*/ 1214397 h 2237474"/>
              <a:gd name="connsiteX40" fmla="*/ 8363469 w 12192000"/>
              <a:gd name="connsiteY40" fmla="*/ 1246658 h 2237474"/>
              <a:gd name="connsiteX41" fmla="*/ 8275497 w 12192000"/>
              <a:gd name="connsiteY41" fmla="*/ 1264396 h 2237474"/>
              <a:gd name="connsiteX42" fmla="*/ 8074238 w 12192000"/>
              <a:gd name="connsiteY42" fmla="*/ 1301895 h 2237474"/>
              <a:gd name="connsiteX43" fmla="*/ 7942099 w 12192000"/>
              <a:gd name="connsiteY43" fmla="*/ 1336332 h 2237474"/>
              <a:gd name="connsiteX44" fmla="*/ 7902328 w 12192000"/>
              <a:gd name="connsiteY44" fmla="*/ 1345865 h 2237474"/>
              <a:gd name="connsiteX45" fmla="*/ 7840612 w 12192000"/>
              <a:gd name="connsiteY45" fmla="*/ 1369373 h 2237474"/>
              <a:gd name="connsiteX46" fmla="*/ 7786819 w 12192000"/>
              <a:gd name="connsiteY46" fmla="*/ 1378970 h 2237474"/>
              <a:gd name="connsiteX47" fmla="*/ 7548172 w 12192000"/>
              <a:gd name="connsiteY47" fmla="*/ 1417460 h 2237474"/>
              <a:gd name="connsiteX48" fmla="*/ 7483437 w 12192000"/>
              <a:gd name="connsiteY48" fmla="*/ 1478152 h 2237474"/>
              <a:gd name="connsiteX49" fmla="*/ 7377870 w 12192000"/>
              <a:gd name="connsiteY49" fmla="*/ 1523319 h 2237474"/>
              <a:gd name="connsiteX50" fmla="*/ 7230737 w 12192000"/>
              <a:gd name="connsiteY50" fmla="*/ 1562633 h 2237474"/>
              <a:gd name="connsiteX51" fmla="*/ 7224458 w 12192000"/>
              <a:gd name="connsiteY51" fmla="*/ 1573008 h 2237474"/>
              <a:gd name="connsiteX52" fmla="*/ 7183121 w 12192000"/>
              <a:gd name="connsiteY52" fmla="*/ 1595162 h 2237474"/>
              <a:gd name="connsiteX53" fmla="*/ 7164601 w 12192000"/>
              <a:gd name="connsiteY53" fmla="*/ 1606490 h 2237474"/>
              <a:gd name="connsiteX54" fmla="*/ 6900177 w 12192000"/>
              <a:gd name="connsiteY54" fmla="*/ 1636016 h 2237474"/>
              <a:gd name="connsiteX55" fmla="*/ 6795372 w 12192000"/>
              <a:gd name="connsiteY55" fmla="*/ 1644845 h 2237474"/>
              <a:gd name="connsiteX56" fmla="*/ 6692251 w 12192000"/>
              <a:gd name="connsiteY56" fmla="*/ 1656357 h 2237474"/>
              <a:gd name="connsiteX57" fmla="*/ 6655235 w 12192000"/>
              <a:gd name="connsiteY57" fmla="*/ 1661869 h 2237474"/>
              <a:gd name="connsiteX58" fmla="*/ 6554894 w 12192000"/>
              <a:gd name="connsiteY58" fmla="*/ 1664428 h 2237474"/>
              <a:gd name="connsiteX59" fmla="*/ 6516595 w 12192000"/>
              <a:gd name="connsiteY59" fmla="*/ 1667475 h 2237474"/>
              <a:gd name="connsiteX60" fmla="*/ 6508541 w 12192000"/>
              <a:gd name="connsiteY60" fmla="*/ 1668757 h 2237474"/>
              <a:gd name="connsiteX61" fmla="*/ 6471012 w 12192000"/>
              <a:gd name="connsiteY61" fmla="*/ 1678604 h 2237474"/>
              <a:gd name="connsiteX62" fmla="*/ 6364035 w 12192000"/>
              <a:gd name="connsiteY62" fmla="*/ 1667683 h 2237474"/>
              <a:gd name="connsiteX63" fmla="*/ 6280959 w 12192000"/>
              <a:gd name="connsiteY63" fmla="*/ 1689329 h 2237474"/>
              <a:gd name="connsiteX64" fmla="*/ 6243319 w 12192000"/>
              <a:gd name="connsiteY64" fmla="*/ 1695560 h 2237474"/>
              <a:gd name="connsiteX65" fmla="*/ 6098321 w 12192000"/>
              <a:gd name="connsiteY65" fmla="*/ 1721646 h 2237474"/>
              <a:gd name="connsiteX66" fmla="*/ 5880652 w 12192000"/>
              <a:gd name="connsiteY66" fmla="*/ 1779643 h 2237474"/>
              <a:gd name="connsiteX67" fmla="*/ 5785959 w 12192000"/>
              <a:gd name="connsiteY67" fmla="*/ 1775307 h 2237474"/>
              <a:gd name="connsiteX68" fmla="*/ 5643534 w 12192000"/>
              <a:gd name="connsiteY68" fmla="*/ 1802919 h 2237474"/>
              <a:gd name="connsiteX69" fmla="*/ 5518799 w 12192000"/>
              <a:gd name="connsiteY69" fmla="*/ 1818312 h 2237474"/>
              <a:gd name="connsiteX70" fmla="*/ 5505014 w 12192000"/>
              <a:gd name="connsiteY70" fmla="*/ 1819259 h 2237474"/>
              <a:gd name="connsiteX71" fmla="*/ 5453307 w 12192000"/>
              <a:gd name="connsiteY71" fmla="*/ 1815450 h 2237474"/>
              <a:gd name="connsiteX72" fmla="*/ 5221533 w 12192000"/>
              <a:gd name="connsiteY72" fmla="*/ 1846950 h 2237474"/>
              <a:gd name="connsiteX73" fmla="*/ 5149802 w 12192000"/>
              <a:gd name="connsiteY73" fmla="*/ 1844846 h 2237474"/>
              <a:gd name="connsiteX74" fmla="*/ 5114927 w 12192000"/>
              <a:gd name="connsiteY74" fmla="*/ 1847827 h 2237474"/>
              <a:gd name="connsiteX75" fmla="*/ 5108970 w 12192000"/>
              <a:gd name="connsiteY75" fmla="*/ 1847935 h 2237474"/>
              <a:gd name="connsiteX76" fmla="*/ 5067961 w 12192000"/>
              <a:gd name="connsiteY76" fmla="*/ 1845917 h 2237474"/>
              <a:gd name="connsiteX77" fmla="*/ 5007075 w 12192000"/>
              <a:gd name="connsiteY77" fmla="*/ 1838626 h 2237474"/>
              <a:gd name="connsiteX78" fmla="*/ 4944087 w 12192000"/>
              <a:gd name="connsiteY78" fmla="*/ 1823332 h 2237474"/>
              <a:gd name="connsiteX79" fmla="*/ 4907662 w 12192000"/>
              <a:gd name="connsiteY79" fmla="*/ 1816900 h 2237474"/>
              <a:gd name="connsiteX80" fmla="*/ 4882386 w 12192000"/>
              <a:gd name="connsiteY80" fmla="*/ 1809844 h 2237474"/>
              <a:gd name="connsiteX81" fmla="*/ 4811440 w 12192000"/>
              <a:gd name="connsiteY81" fmla="*/ 1804655 h 2237474"/>
              <a:gd name="connsiteX82" fmla="*/ 4691075 w 12192000"/>
              <a:gd name="connsiteY82" fmla="*/ 1801389 h 2237474"/>
              <a:gd name="connsiteX83" fmla="*/ 4640313 w 12192000"/>
              <a:gd name="connsiteY83" fmla="*/ 1784307 h 2237474"/>
              <a:gd name="connsiteX84" fmla="*/ 4536503 w 12192000"/>
              <a:gd name="connsiteY84" fmla="*/ 1785334 h 2237474"/>
              <a:gd name="connsiteX85" fmla="*/ 4513724 w 12192000"/>
              <a:gd name="connsiteY85" fmla="*/ 1791996 h 2237474"/>
              <a:gd name="connsiteX86" fmla="*/ 4459810 w 12192000"/>
              <a:gd name="connsiteY86" fmla="*/ 1797886 h 2237474"/>
              <a:gd name="connsiteX87" fmla="*/ 4379064 w 12192000"/>
              <a:gd name="connsiteY87" fmla="*/ 1817177 h 2237474"/>
              <a:gd name="connsiteX88" fmla="*/ 4290981 w 12192000"/>
              <a:gd name="connsiteY88" fmla="*/ 1839677 h 2237474"/>
              <a:gd name="connsiteX89" fmla="*/ 4238372 w 12192000"/>
              <a:gd name="connsiteY89" fmla="*/ 1851480 h 2237474"/>
              <a:gd name="connsiteX90" fmla="*/ 4232517 w 12192000"/>
              <a:gd name="connsiteY90" fmla="*/ 1852567 h 2237474"/>
              <a:gd name="connsiteX91" fmla="*/ 4191732 w 12192000"/>
              <a:gd name="connsiteY91" fmla="*/ 1857328 h 2237474"/>
              <a:gd name="connsiteX92" fmla="*/ 4065532 w 12192000"/>
              <a:gd name="connsiteY92" fmla="*/ 1855477 h 2237474"/>
              <a:gd name="connsiteX93" fmla="*/ 4028460 w 12192000"/>
              <a:gd name="connsiteY93" fmla="*/ 1855137 h 2237474"/>
              <a:gd name="connsiteX94" fmla="*/ 4002267 w 12192000"/>
              <a:gd name="connsiteY94" fmla="*/ 1852352 h 2237474"/>
              <a:gd name="connsiteX95" fmla="*/ 3931396 w 12192000"/>
              <a:gd name="connsiteY95" fmla="*/ 1858915 h 2237474"/>
              <a:gd name="connsiteX96" fmla="*/ 3812162 w 12192000"/>
              <a:gd name="connsiteY96" fmla="*/ 1875501 h 2237474"/>
              <a:gd name="connsiteX97" fmla="*/ 3758105 w 12192000"/>
              <a:gd name="connsiteY97" fmla="*/ 1871856 h 2237474"/>
              <a:gd name="connsiteX98" fmla="*/ 3715896 w 12192000"/>
              <a:gd name="connsiteY98" fmla="*/ 1881552 h 2237474"/>
              <a:gd name="connsiteX99" fmla="*/ 3567259 w 12192000"/>
              <a:gd name="connsiteY99" fmla="*/ 1893482 h 2237474"/>
              <a:gd name="connsiteX100" fmla="*/ 3405770 w 12192000"/>
              <a:gd name="connsiteY100" fmla="*/ 1904591 h 2237474"/>
              <a:gd name="connsiteX101" fmla="*/ 3280097 w 12192000"/>
              <a:gd name="connsiteY101" fmla="*/ 1919610 h 2237474"/>
              <a:gd name="connsiteX102" fmla="*/ 3009910 w 12192000"/>
              <a:gd name="connsiteY102" fmla="*/ 1957866 h 2237474"/>
              <a:gd name="connsiteX103" fmla="*/ 2995934 w 12192000"/>
              <a:gd name="connsiteY103" fmla="*/ 1967085 h 2237474"/>
              <a:gd name="connsiteX104" fmla="*/ 2942858 w 12192000"/>
              <a:gd name="connsiteY104" fmla="*/ 1981367 h 2237474"/>
              <a:gd name="connsiteX105" fmla="*/ 2875436 w 12192000"/>
              <a:gd name="connsiteY105" fmla="*/ 1996977 h 2237474"/>
              <a:gd name="connsiteX106" fmla="*/ 2874892 w 12192000"/>
              <a:gd name="connsiteY106" fmla="*/ 1996085 h 2237474"/>
              <a:gd name="connsiteX107" fmla="*/ 2843662 w 12192000"/>
              <a:gd name="connsiteY107" fmla="*/ 1992498 h 2237474"/>
              <a:gd name="connsiteX108" fmla="*/ 2718916 w 12192000"/>
              <a:gd name="connsiteY108" fmla="*/ 1990867 h 2237474"/>
              <a:gd name="connsiteX109" fmla="*/ 2713522 w 12192000"/>
              <a:gd name="connsiteY109" fmla="*/ 1990173 h 2237474"/>
              <a:gd name="connsiteX110" fmla="*/ 2476147 w 12192000"/>
              <a:gd name="connsiteY110" fmla="*/ 1998305 h 2237474"/>
              <a:gd name="connsiteX111" fmla="*/ 2373568 w 12192000"/>
              <a:gd name="connsiteY111" fmla="*/ 2003219 h 2237474"/>
              <a:gd name="connsiteX112" fmla="*/ 2287219 w 12192000"/>
              <a:gd name="connsiteY112" fmla="*/ 1998750 h 2237474"/>
              <a:gd name="connsiteX113" fmla="*/ 2243069 w 12192000"/>
              <a:gd name="connsiteY113" fmla="*/ 2005321 h 2237474"/>
              <a:gd name="connsiteX114" fmla="*/ 2164831 w 12192000"/>
              <a:gd name="connsiteY114" fmla="*/ 2010143 h 2237474"/>
              <a:gd name="connsiteX115" fmla="*/ 2085228 w 12192000"/>
              <a:gd name="connsiteY115" fmla="*/ 2046431 h 2237474"/>
              <a:gd name="connsiteX116" fmla="*/ 2058061 w 12192000"/>
              <a:gd name="connsiteY116" fmla="*/ 2047942 h 2237474"/>
              <a:gd name="connsiteX117" fmla="*/ 2042244 w 12192000"/>
              <a:gd name="connsiteY117" fmla="*/ 2055560 h 2237474"/>
              <a:gd name="connsiteX118" fmla="*/ 1877728 w 12192000"/>
              <a:gd name="connsiteY118" fmla="*/ 2101004 h 2237474"/>
              <a:gd name="connsiteX119" fmla="*/ 1759056 w 12192000"/>
              <a:gd name="connsiteY119" fmla="*/ 2125608 h 2237474"/>
              <a:gd name="connsiteX120" fmla="*/ 1637948 w 12192000"/>
              <a:gd name="connsiteY120" fmla="*/ 2172597 h 2237474"/>
              <a:gd name="connsiteX121" fmla="*/ 1434549 w 12192000"/>
              <a:gd name="connsiteY121" fmla="*/ 2234522 h 2237474"/>
              <a:gd name="connsiteX122" fmla="*/ 1398481 w 12192000"/>
              <a:gd name="connsiteY122" fmla="*/ 2237074 h 2237474"/>
              <a:gd name="connsiteX123" fmla="*/ 1398407 w 12192000"/>
              <a:gd name="connsiteY123" fmla="*/ 2237095 h 2237474"/>
              <a:gd name="connsiteX124" fmla="*/ 1370962 w 12192000"/>
              <a:gd name="connsiteY124" fmla="*/ 2237474 h 2237474"/>
              <a:gd name="connsiteX125" fmla="*/ 1356367 w 12192000"/>
              <a:gd name="connsiteY125" fmla="*/ 2235089 h 2237474"/>
              <a:gd name="connsiteX126" fmla="*/ 1279765 w 12192000"/>
              <a:gd name="connsiteY126" fmla="*/ 2229639 h 2237474"/>
              <a:gd name="connsiteX127" fmla="*/ 1195347 w 12192000"/>
              <a:gd name="connsiteY127" fmla="*/ 2212354 h 2237474"/>
              <a:gd name="connsiteX128" fmla="*/ 970251 w 12192000"/>
              <a:gd name="connsiteY128" fmla="*/ 2221029 h 2237474"/>
              <a:gd name="connsiteX129" fmla="*/ 812914 w 12192000"/>
              <a:gd name="connsiteY129" fmla="*/ 2210095 h 2237474"/>
              <a:gd name="connsiteX130" fmla="*/ 776382 w 12192000"/>
              <a:gd name="connsiteY130" fmla="*/ 2204512 h 2237474"/>
              <a:gd name="connsiteX131" fmla="*/ 597225 w 12192000"/>
              <a:gd name="connsiteY131" fmla="*/ 2180999 h 2237474"/>
              <a:gd name="connsiteX132" fmla="*/ 520671 w 12192000"/>
              <a:gd name="connsiteY132" fmla="*/ 2180980 h 2237474"/>
              <a:gd name="connsiteX133" fmla="*/ 515024 w 12192000"/>
              <a:gd name="connsiteY133" fmla="*/ 2179258 h 2237474"/>
              <a:gd name="connsiteX134" fmla="*/ 413835 w 12192000"/>
              <a:gd name="connsiteY134" fmla="*/ 2156783 h 2237474"/>
              <a:gd name="connsiteX135" fmla="*/ 376513 w 12192000"/>
              <a:gd name="connsiteY135" fmla="*/ 2154014 h 2237474"/>
              <a:gd name="connsiteX136" fmla="*/ 273386 w 12192000"/>
              <a:gd name="connsiteY136" fmla="*/ 2142551 h 2237474"/>
              <a:gd name="connsiteX137" fmla="*/ 169207 w 12192000"/>
              <a:gd name="connsiteY137" fmla="*/ 2128100 h 2237474"/>
              <a:gd name="connsiteX138" fmla="*/ 77641 w 12192000"/>
              <a:gd name="connsiteY138" fmla="*/ 2126835 h 2237474"/>
              <a:gd name="connsiteX139" fmla="*/ 37645 w 12192000"/>
              <a:gd name="connsiteY139" fmla="*/ 2115401 h 2237474"/>
              <a:gd name="connsiteX140" fmla="*/ 4572 w 12192000"/>
              <a:gd name="connsiteY140" fmla="*/ 2111091 h 2237474"/>
              <a:gd name="connsiteX141" fmla="*/ 0 w 12192000"/>
              <a:gd name="connsiteY141" fmla="*/ 2110468 h 2237474"/>
              <a:gd name="connsiteX142" fmla="*/ 0 w 12192000"/>
              <a:gd name="connsiteY14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1890686 w 12192000"/>
              <a:gd name="connsiteY4" fmla="*/ 732766 h 2237474"/>
              <a:gd name="connsiteX5" fmla="*/ 11820512 w 12192000"/>
              <a:gd name="connsiteY5" fmla="*/ 745392 h 2237474"/>
              <a:gd name="connsiteX6" fmla="*/ 11649954 w 12192000"/>
              <a:gd name="connsiteY6" fmla="*/ 749628 h 2237474"/>
              <a:gd name="connsiteX7" fmla="*/ 11560424 w 12192000"/>
              <a:gd name="connsiteY7" fmla="*/ 748017 h 2237474"/>
              <a:gd name="connsiteX8" fmla="*/ 11358455 w 12192000"/>
              <a:gd name="connsiteY8" fmla="*/ 747593 h 2237474"/>
              <a:gd name="connsiteX9" fmla="*/ 11165209 w 12192000"/>
              <a:gd name="connsiteY9" fmla="*/ 748852 h 2237474"/>
              <a:gd name="connsiteX10" fmla="*/ 11058755 w 12192000"/>
              <a:gd name="connsiteY10" fmla="*/ 749617 h 2237474"/>
              <a:gd name="connsiteX11" fmla="*/ 10846594 w 12192000"/>
              <a:gd name="connsiteY11" fmla="*/ 765069 h 2237474"/>
              <a:gd name="connsiteX12" fmla="*/ 10739478 w 12192000"/>
              <a:gd name="connsiteY12" fmla="*/ 776841 h 2237474"/>
              <a:gd name="connsiteX13" fmla="*/ 10458762 w 12192000"/>
              <a:gd name="connsiteY13" fmla="*/ 755400 h 2237474"/>
              <a:gd name="connsiteX14" fmla="*/ 10211200 w 12192000"/>
              <a:gd name="connsiteY14" fmla="*/ 767513 h 2237474"/>
              <a:gd name="connsiteX15" fmla="*/ 10167995 w 12192000"/>
              <a:gd name="connsiteY15" fmla="*/ 760843 h 2237474"/>
              <a:gd name="connsiteX16" fmla="*/ 9997044 w 12192000"/>
              <a:gd name="connsiteY16" fmla="*/ 780129 h 2237474"/>
              <a:gd name="connsiteX17" fmla="*/ 9943887 w 12192000"/>
              <a:gd name="connsiteY17" fmla="*/ 804141 h 2237474"/>
              <a:gd name="connsiteX18" fmla="*/ 9918248 w 12192000"/>
              <a:gd name="connsiteY18" fmla="*/ 816628 h 2237474"/>
              <a:gd name="connsiteX19" fmla="*/ 9767091 w 12192000"/>
              <a:gd name="connsiteY19" fmla="*/ 870550 h 2237474"/>
              <a:gd name="connsiteX20" fmla="*/ 9683005 w 12192000"/>
              <a:gd name="connsiteY20" fmla="*/ 894128 h 2237474"/>
              <a:gd name="connsiteX21" fmla="*/ 9594438 w 12192000"/>
              <a:gd name="connsiteY21" fmla="*/ 919051 h 2237474"/>
              <a:gd name="connsiteX22" fmla="*/ 9544189 w 12192000"/>
              <a:gd name="connsiteY22" fmla="*/ 938966 h 2237474"/>
              <a:gd name="connsiteX23" fmla="*/ 9500499 w 12192000"/>
              <a:gd name="connsiteY23" fmla="*/ 954680 h 2237474"/>
              <a:gd name="connsiteX24" fmla="*/ 9410017 w 12192000"/>
              <a:gd name="connsiteY24" fmla="*/ 993931 h 2237474"/>
              <a:gd name="connsiteX25" fmla="*/ 9392919 w 12192000"/>
              <a:gd name="connsiteY25" fmla="*/ 994656 h 2237474"/>
              <a:gd name="connsiteX26" fmla="*/ 9268019 w 12192000"/>
              <a:gd name="connsiteY26" fmla="*/ 1007442 h 2237474"/>
              <a:gd name="connsiteX27" fmla="*/ 9188177 w 12192000"/>
              <a:gd name="connsiteY27" fmla="*/ 1035474 h 2237474"/>
              <a:gd name="connsiteX28" fmla="*/ 9155969 w 12192000"/>
              <a:gd name="connsiteY28" fmla="*/ 1046804 h 2237474"/>
              <a:gd name="connsiteX29" fmla="*/ 9133985 w 12192000"/>
              <a:gd name="connsiteY29" fmla="*/ 1046450 h 2237474"/>
              <a:gd name="connsiteX30" fmla="*/ 9003462 w 12192000"/>
              <a:gd name="connsiteY30" fmla="*/ 1042406 h 2237474"/>
              <a:gd name="connsiteX31" fmla="*/ 8968445 w 12192000"/>
              <a:gd name="connsiteY31" fmla="*/ 1052169 h 2237474"/>
              <a:gd name="connsiteX32" fmla="*/ 8886001 w 12192000"/>
              <a:gd name="connsiteY32" fmla="*/ 1067468 h 2237474"/>
              <a:gd name="connsiteX33" fmla="*/ 8838610 w 12192000"/>
              <a:gd name="connsiteY33" fmla="*/ 1075091 h 2237474"/>
              <a:gd name="connsiteX34" fmla="*/ 8750383 w 12192000"/>
              <a:gd name="connsiteY34" fmla="*/ 1097387 h 2237474"/>
              <a:gd name="connsiteX35" fmla="*/ 8665605 w 12192000"/>
              <a:gd name="connsiteY35" fmla="*/ 1110791 h 2237474"/>
              <a:gd name="connsiteX36" fmla="*/ 8584946 w 12192000"/>
              <a:gd name="connsiteY36" fmla="*/ 1135226 h 2237474"/>
              <a:gd name="connsiteX37" fmla="*/ 8419755 w 12192000"/>
              <a:gd name="connsiteY37" fmla="*/ 1216260 h 2237474"/>
              <a:gd name="connsiteX38" fmla="*/ 8411626 w 12192000"/>
              <a:gd name="connsiteY38" fmla="*/ 1214397 h 2237474"/>
              <a:gd name="connsiteX39" fmla="*/ 8363469 w 12192000"/>
              <a:gd name="connsiteY39" fmla="*/ 1246658 h 2237474"/>
              <a:gd name="connsiteX40" fmla="*/ 8275497 w 12192000"/>
              <a:gd name="connsiteY40" fmla="*/ 1264396 h 2237474"/>
              <a:gd name="connsiteX41" fmla="*/ 8074238 w 12192000"/>
              <a:gd name="connsiteY41" fmla="*/ 1301895 h 2237474"/>
              <a:gd name="connsiteX42" fmla="*/ 7942099 w 12192000"/>
              <a:gd name="connsiteY42" fmla="*/ 1336332 h 2237474"/>
              <a:gd name="connsiteX43" fmla="*/ 7902328 w 12192000"/>
              <a:gd name="connsiteY43" fmla="*/ 1345865 h 2237474"/>
              <a:gd name="connsiteX44" fmla="*/ 7840612 w 12192000"/>
              <a:gd name="connsiteY44" fmla="*/ 1369373 h 2237474"/>
              <a:gd name="connsiteX45" fmla="*/ 7786819 w 12192000"/>
              <a:gd name="connsiteY45" fmla="*/ 1378970 h 2237474"/>
              <a:gd name="connsiteX46" fmla="*/ 7548172 w 12192000"/>
              <a:gd name="connsiteY46" fmla="*/ 1417460 h 2237474"/>
              <a:gd name="connsiteX47" fmla="*/ 7483437 w 12192000"/>
              <a:gd name="connsiteY47" fmla="*/ 1478152 h 2237474"/>
              <a:gd name="connsiteX48" fmla="*/ 7377870 w 12192000"/>
              <a:gd name="connsiteY48" fmla="*/ 1523319 h 2237474"/>
              <a:gd name="connsiteX49" fmla="*/ 7230737 w 12192000"/>
              <a:gd name="connsiteY49" fmla="*/ 1562633 h 2237474"/>
              <a:gd name="connsiteX50" fmla="*/ 7224458 w 12192000"/>
              <a:gd name="connsiteY50" fmla="*/ 1573008 h 2237474"/>
              <a:gd name="connsiteX51" fmla="*/ 7183121 w 12192000"/>
              <a:gd name="connsiteY51" fmla="*/ 1595162 h 2237474"/>
              <a:gd name="connsiteX52" fmla="*/ 7164601 w 12192000"/>
              <a:gd name="connsiteY52" fmla="*/ 1606490 h 2237474"/>
              <a:gd name="connsiteX53" fmla="*/ 6900177 w 12192000"/>
              <a:gd name="connsiteY53" fmla="*/ 1636016 h 2237474"/>
              <a:gd name="connsiteX54" fmla="*/ 6795372 w 12192000"/>
              <a:gd name="connsiteY54" fmla="*/ 1644845 h 2237474"/>
              <a:gd name="connsiteX55" fmla="*/ 6692251 w 12192000"/>
              <a:gd name="connsiteY55" fmla="*/ 1656357 h 2237474"/>
              <a:gd name="connsiteX56" fmla="*/ 6655235 w 12192000"/>
              <a:gd name="connsiteY56" fmla="*/ 1661869 h 2237474"/>
              <a:gd name="connsiteX57" fmla="*/ 6554894 w 12192000"/>
              <a:gd name="connsiteY57" fmla="*/ 1664428 h 2237474"/>
              <a:gd name="connsiteX58" fmla="*/ 6516595 w 12192000"/>
              <a:gd name="connsiteY58" fmla="*/ 1667475 h 2237474"/>
              <a:gd name="connsiteX59" fmla="*/ 6508541 w 12192000"/>
              <a:gd name="connsiteY59" fmla="*/ 1668757 h 2237474"/>
              <a:gd name="connsiteX60" fmla="*/ 6471012 w 12192000"/>
              <a:gd name="connsiteY60" fmla="*/ 1678604 h 2237474"/>
              <a:gd name="connsiteX61" fmla="*/ 6364035 w 12192000"/>
              <a:gd name="connsiteY61" fmla="*/ 1667683 h 2237474"/>
              <a:gd name="connsiteX62" fmla="*/ 6280959 w 12192000"/>
              <a:gd name="connsiteY62" fmla="*/ 1689329 h 2237474"/>
              <a:gd name="connsiteX63" fmla="*/ 6243319 w 12192000"/>
              <a:gd name="connsiteY63" fmla="*/ 1695560 h 2237474"/>
              <a:gd name="connsiteX64" fmla="*/ 6098321 w 12192000"/>
              <a:gd name="connsiteY64" fmla="*/ 1721646 h 2237474"/>
              <a:gd name="connsiteX65" fmla="*/ 5880652 w 12192000"/>
              <a:gd name="connsiteY65" fmla="*/ 1779643 h 2237474"/>
              <a:gd name="connsiteX66" fmla="*/ 5785959 w 12192000"/>
              <a:gd name="connsiteY66" fmla="*/ 1775307 h 2237474"/>
              <a:gd name="connsiteX67" fmla="*/ 5643534 w 12192000"/>
              <a:gd name="connsiteY67" fmla="*/ 1802919 h 2237474"/>
              <a:gd name="connsiteX68" fmla="*/ 5518799 w 12192000"/>
              <a:gd name="connsiteY68" fmla="*/ 1818312 h 2237474"/>
              <a:gd name="connsiteX69" fmla="*/ 5505014 w 12192000"/>
              <a:gd name="connsiteY69" fmla="*/ 1819259 h 2237474"/>
              <a:gd name="connsiteX70" fmla="*/ 5453307 w 12192000"/>
              <a:gd name="connsiteY70" fmla="*/ 1815450 h 2237474"/>
              <a:gd name="connsiteX71" fmla="*/ 5221533 w 12192000"/>
              <a:gd name="connsiteY71" fmla="*/ 1846950 h 2237474"/>
              <a:gd name="connsiteX72" fmla="*/ 5149802 w 12192000"/>
              <a:gd name="connsiteY72" fmla="*/ 1844846 h 2237474"/>
              <a:gd name="connsiteX73" fmla="*/ 5114927 w 12192000"/>
              <a:gd name="connsiteY73" fmla="*/ 1847827 h 2237474"/>
              <a:gd name="connsiteX74" fmla="*/ 5108970 w 12192000"/>
              <a:gd name="connsiteY74" fmla="*/ 1847935 h 2237474"/>
              <a:gd name="connsiteX75" fmla="*/ 5067961 w 12192000"/>
              <a:gd name="connsiteY75" fmla="*/ 1845917 h 2237474"/>
              <a:gd name="connsiteX76" fmla="*/ 5007075 w 12192000"/>
              <a:gd name="connsiteY76" fmla="*/ 1838626 h 2237474"/>
              <a:gd name="connsiteX77" fmla="*/ 4944087 w 12192000"/>
              <a:gd name="connsiteY77" fmla="*/ 1823332 h 2237474"/>
              <a:gd name="connsiteX78" fmla="*/ 4907662 w 12192000"/>
              <a:gd name="connsiteY78" fmla="*/ 1816900 h 2237474"/>
              <a:gd name="connsiteX79" fmla="*/ 4882386 w 12192000"/>
              <a:gd name="connsiteY79" fmla="*/ 1809844 h 2237474"/>
              <a:gd name="connsiteX80" fmla="*/ 4811440 w 12192000"/>
              <a:gd name="connsiteY80" fmla="*/ 1804655 h 2237474"/>
              <a:gd name="connsiteX81" fmla="*/ 4691075 w 12192000"/>
              <a:gd name="connsiteY81" fmla="*/ 1801389 h 2237474"/>
              <a:gd name="connsiteX82" fmla="*/ 4640313 w 12192000"/>
              <a:gd name="connsiteY82" fmla="*/ 1784307 h 2237474"/>
              <a:gd name="connsiteX83" fmla="*/ 4536503 w 12192000"/>
              <a:gd name="connsiteY83" fmla="*/ 1785334 h 2237474"/>
              <a:gd name="connsiteX84" fmla="*/ 4513724 w 12192000"/>
              <a:gd name="connsiteY84" fmla="*/ 1791996 h 2237474"/>
              <a:gd name="connsiteX85" fmla="*/ 4459810 w 12192000"/>
              <a:gd name="connsiteY85" fmla="*/ 1797886 h 2237474"/>
              <a:gd name="connsiteX86" fmla="*/ 4379064 w 12192000"/>
              <a:gd name="connsiteY86" fmla="*/ 1817177 h 2237474"/>
              <a:gd name="connsiteX87" fmla="*/ 4290981 w 12192000"/>
              <a:gd name="connsiteY87" fmla="*/ 1839677 h 2237474"/>
              <a:gd name="connsiteX88" fmla="*/ 4238372 w 12192000"/>
              <a:gd name="connsiteY88" fmla="*/ 1851480 h 2237474"/>
              <a:gd name="connsiteX89" fmla="*/ 4232517 w 12192000"/>
              <a:gd name="connsiteY89" fmla="*/ 1852567 h 2237474"/>
              <a:gd name="connsiteX90" fmla="*/ 4191732 w 12192000"/>
              <a:gd name="connsiteY90" fmla="*/ 1857328 h 2237474"/>
              <a:gd name="connsiteX91" fmla="*/ 4065532 w 12192000"/>
              <a:gd name="connsiteY91" fmla="*/ 1855477 h 2237474"/>
              <a:gd name="connsiteX92" fmla="*/ 4028460 w 12192000"/>
              <a:gd name="connsiteY92" fmla="*/ 1855137 h 2237474"/>
              <a:gd name="connsiteX93" fmla="*/ 4002267 w 12192000"/>
              <a:gd name="connsiteY93" fmla="*/ 1852352 h 2237474"/>
              <a:gd name="connsiteX94" fmla="*/ 3931396 w 12192000"/>
              <a:gd name="connsiteY94" fmla="*/ 1858915 h 2237474"/>
              <a:gd name="connsiteX95" fmla="*/ 3812162 w 12192000"/>
              <a:gd name="connsiteY95" fmla="*/ 1875501 h 2237474"/>
              <a:gd name="connsiteX96" fmla="*/ 3758105 w 12192000"/>
              <a:gd name="connsiteY96" fmla="*/ 1871856 h 2237474"/>
              <a:gd name="connsiteX97" fmla="*/ 3715896 w 12192000"/>
              <a:gd name="connsiteY97" fmla="*/ 1881552 h 2237474"/>
              <a:gd name="connsiteX98" fmla="*/ 3567259 w 12192000"/>
              <a:gd name="connsiteY98" fmla="*/ 1893482 h 2237474"/>
              <a:gd name="connsiteX99" fmla="*/ 3405770 w 12192000"/>
              <a:gd name="connsiteY99" fmla="*/ 1904591 h 2237474"/>
              <a:gd name="connsiteX100" fmla="*/ 3280097 w 12192000"/>
              <a:gd name="connsiteY100" fmla="*/ 1919610 h 2237474"/>
              <a:gd name="connsiteX101" fmla="*/ 3009910 w 12192000"/>
              <a:gd name="connsiteY101" fmla="*/ 1957866 h 2237474"/>
              <a:gd name="connsiteX102" fmla="*/ 2995934 w 12192000"/>
              <a:gd name="connsiteY102" fmla="*/ 1967085 h 2237474"/>
              <a:gd name="connsiteX103" fmla="*/ 2942858 w 12192000"/>
              <a:gd name="connsiteY103" fmla="*/ 1981367 h 2237474"/>
              <a:gd name="connsiteX104" fmla="*/ 2875436 w 12192000"/>
              <a:gd name="connsiteY104" fmla="*/ 1996977 h 2237474"/>
              <a:gd name="connsiteX105" fmla="*/ 2874892 w 12192000"/>
              <a:gd name="connsiteY105" fmla="*/ 1996085 h 2237474"/>
              <a:gd name="connsiteX106" fmla="*/ 2843662 w 12192000"/>
              <a:gd name="connsiteY106" fmla="*/ 1992498 h 2237474"/>
              <a:gd name="connsiteX107" fmla="*/ 2718916 w 12192000"/>
              <a:gd name="connsiteY107" fmla="*/ 1990867 h 2237474"/>
              <a:gd name="connsiteX108" fmla="*/ 2713522 w 12192000"/>
              <a:gd name="connsiteY108" fmla="*/ 1990173 h 2237474"/>
              <a:gd name="connsiteX109" fmla="*/ 2476147 w 12192000"/>
              <a:gd name="connsiteY109" fmla="*/ 1998305 h 2237474"/>
              <a:gd name="connsiteX110" fmla="*/ 2373568 w 12192000"/>
              <a:gd name="connsiteY110" fmla="*/ 2003219 h 2237474"/>
              <a:gd name="connsiteX111" fmla="*/ 2287219 w 12192000"/>
              <a:gd name="connsiteY111" fmla="*/ 1998750 h 2237474"/>
              <a:gd name="connsiteX112" fmla="*/ 2243069 w 12192000"/>
              <a:gd name="connsiteY112" fmla="*/ 2005321 h 2237474"/>
              <a:gd name="connsiteX113" fmla="*/ 2164831 w 12192000"/>
              <a:gd name="connsiteY113" fmla="*/ 2010143 h 2237474"/>
              <a:gd name="connsiteX114" fmla="*/ 2085228 w 12192000"/>
              <a:gd name="connsiteY114" fmla="*/ 2046431 h 2237474"/>
              <a:gd name="connsiteX115" fmla="*/ 2058061 w 12192000"/>
              <a:gd name="connsiteY115" fmla="*/ 2047942 h 2237474"/>
              <a:gd name="connsiteX116" fmla="*/ 2042244 w 12192000"/>
              <a:gd name="connsiteY116" fmla="*/ 2055560 h 2237474"/>
              <a:gd name="connsiteX117" fmla="*/ 1877728 w 12192000"/>
              <a:gd name="connsiteY117" fmla="*/ 2101004 h 2237474"/>
              <a:gd name="connsiteX118" fmla="*/ 1759056 w 12192000"/>
              <a:gd name="connsiteY118" fmla="*/ 2125608 h 2237474"/>
              <a:gd name="connsiteX119" fmla="*/ 1637948 w 12192000"/>
              <a:gd name="connsiteY119" fmla="*/ 2172597 h 2237474"/>
              <a:gd name="connsiteX120" fmla="*/ 1434549 w 12192000"/>
              <a:gd name="connsiteY120" fmla="*/ 2234522 h 2237474"/>
              <a:gd name="connsiteX121" fmla="*/ 1398481 w 12192000"/>
              <a:gd name="connsiteY121" fmla="*/ 2237074 h 2237474"/>
              <a:gd name="connsiteX122" fmla="*/ 1398407 w 12192000"/>
              <a:gd name="connsiteY122" fmla="*/ 2237095 h 2237474"/>
              <a:gd name="connsiteX123" fmla="*/ 1370962 w 12192000"/>
              <a:gd name="connsiteY123" fmla="*/ 2237474 h 2237474"/>
              <a:gd name="connsiteX124" fmla="*/ 1356367 w 12192000"/>
              <a:gd name="connsiteY124" fmla="*/ 2235089 h 2237474"/>
              <a:gd name="connsiteX125" fmla="*/ 1279765 w 12192000"/>
              <a:gd name="connsiteY125" fmla="*/ 2229639 h 2237474"/>
              <a:gd name="connsiteX126" fmla="*/ 1195347 w 12192000"/>
              <a:gd name="connsiteY126" fmla="*/ 2212354 h 2237474"/>
              <a:gd name="connsiteX127" fmla="*/ 970251 w 12192000"/>
              <a:gd name="connsiteY127" fmla="*/ 2221029 h 2237474"/>
              <a:gd name="connsiteX128" fmla="*/ 812914 w 12192000"/>
              <a:gd name="connsiteY128" fmla="*/ 2210095 h 2237474"/>
              <a:gd name="connsiteX129" fmla="*/ 776382 w 12192000"/>
              <a:gd name="connsiteY129" fmla="*/ 2204512 h 2237474"/>
              <a:gd name="connsiteX130" fmla="*/ 597225 w 12192000"/>
              <a:gd name="connsiteY130" fmla="*/ 2180999 h 2237474"/>
              <a:gd name="connsiteX131" fmla="*/ 520671 w 12192000"/>
              <a:gd name="connsiteY131" fmla="*/ 2180980 h 2237474"/>
              <a:gd name="connsiteX132" fmla="*/ 515024 w 12192000"/>
              <a:gd name="connsiteY132" fmla="*/ 2179258 h 2237474"/>
              <a:gd name="connsiteX133" fmla="*/ 413835 w 12192000"/>
              <a:gd name="connsiteY133" fmla="*/ 2156783 h 2237474"/>
              <a:gd name="connsiteX134" fmla="*/ 376513 w 12192000"/>
              <a:gd name="connsiteY134" fmla="*/ 2154014 h 2237474"/>
              <a:gd name="connsiteX135" fmla="*/ 273386 w 12192000"/>
              <a:gd name="connsiteY135" fmla="*/ 2142551 h 2237474"/>
              <a:gd name="connsiteX136" fmla="*/ 169207 w 12192000"/>
              <a:gd name="connsiteY136" fmla="*/ 2128100 h 2237474"/>
              <a:gd name="connsiteX137" fmla="*/ 77641 w 12192000"/>
              <a:gd name="connsiteY137" fmla="*/ 2126835 h 2237474"/>
              <a:gd name="connsiteX138" fmla="*/ 37645 w 12192000"/>
              <a:gd name="connsiteY138" fmla="*/ 2115401 h 2237474"/>
              <a:gd name="connsiteX139" fmla="*/ 4572 w 12192000"/>
              <a:gd name="connsiteY139" fmla="*/ 2111091 h 2237474"/>
              <a:gd name="connsiteX140" fmla="*/ 0 w 12192000"/>
              <a:gd name="connsiteY140" fmla="*/ 2110468 h 2237474"/>
              <a:gd name="connsiteX141" fmla="*/ 0 w 12192000"/>
              <a:gd name="connsiteY141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38659 w 12192000"/>
              <a:gd name="connsiteY3" fmla="*/ 756742 h 2237474"/>
              <a:gd name="connsiteX4" fmla="*/ 11890686 w 12192000"/>
              <a:gd name="connsiteY4" fmla="*/ 732766 h 2237474"/>
              <a:gd name="connsiteX5" fmla="*/ 11820512 w 12192000"/>
              <a:gd name="connsiteY5" fmla="*/ 745392 h 2237474"/>
              <a:gd name="connsiteX6" fmla="*/ 11649954 w 12192000"/>
              <a:gd name="connsiteY6" fmla="*/ 749628 h 2237474"/>
              <a:gd name="connsiteX7" fmla="*/ 11560424 w 12192000"/>
              <a:gd name="connsiteY7" fmla="*/ 748017 h 2237474"/>
              <a:gd name="connsiteX8" fmla="*/ 11358455 w 12192000"/>
              <a:gd name="connsiteY8" fmla="*/ 747593 h 2237474"/>
              <a:gd name="connsiteX9" fmla="*/ 11165209 w 12192000"/>
              <a:gd name="connsiteY9" fmla="*/ 748852 h 2237474"/>
              <a:gd name="connsiteX10" fmla="*/ 11058755 w 12192000"/>
              <a:gd name="connsiteY10" fmla="*/ 749617 h 2237474"/>
              <a:gd name="connsiteX11" fmla="*/ 10846594 w 12192000"/>
              <a:gd name="connsiteY11" fmla="*/ 765069 h 2237474"/>
              <a:gd name="connsiteX12" fmla="*/ 10739478 w 12192000"/>
              <a:gd name="connsiteY12" fmla="*/ 776841 h 2237474"/>
              <a:gd name="connsiteX13" fmla="*/ 10458762 w 12192000"/>
              <a:gd name="connsiteY13" fmla="*/ 755400 h 2237474"/>
              <a:gd name="connsiteX14" fmla="*/ 10211200 w 12192000"/>
              <a:gd name="connsiteY14" fmla="*/ 767513 h 2237474"/>
              <a:gd name="connsiteX15" fmla="*/ 10167995 w 12192000"/>
              <a:gd name="connsiteY15" fmla="*/ 760843 h 2237474"/>
              <a:gd name="connsiteX16" fmla="*/ 9997044 w 12192000"/>
              <a:gd name="connsiteY16" fmla="*/ 780129 h 2237474"/>
              <a:gd name="connsiteX17" fmla="*/ 9943887 w 12192000"/>
              <a:gd name="connsiteY17" fmla="*/ 804141 h 2237474"/>
              <a:gd name="connsiteX18" fmla="*/ 9918248 w 12192000"/>
              <a:gd name="connsiteY18" fmla="*/ 816628 h 2237474"/>
              <a:gd name="connsiteX19" fmla="*/ 9767091 w 12192000"/>
              <a:gd name="connsiteY19" fmla="*/ 870550 h 2237474"/>
              <a:gd name="connsiteX20" fmla="*/ 9683005 w 12192000"/>
              <a:gd name="connsiteY20" fmla="*/ 894128 h 2237474"/>
              <a:gd name="connsiteX21" fmla="*/ 9594438 w 12192000"/>
              <a:gd name="connsiteY21" fmla="*/ 919051 h 2237474"/>
              <a:gd name="connsiteX22" fmla="*/ 9544189 w 12192000"/>
              <a:gd name="connsiteY22" fmla="*/ 938966 h 2237474"/>
              <a:gd name="connsiteX23" fmla="*/ 9500499 w 12192000"/>
              <a:gd name="connsiteY23" fmla="*/ 954680 h 2237474"/>
              <a:gd name="connsiteX24" fmla="*/ 9410017 w 12192000"/>
              <a:gd name="connsiteY24" fmla="*/ 993931 h 2237474"/>
              <a:gd name="connsiteX25" fmla="*/ 9392919 w 12192000"/>
              <a:gd name="connsiteY25" fmla="*/ 994656 h 2237474"/>
              <a:gd name="connsiteX26" fmla="*/ 9268019 w 12192000"/>
              <a:gd name="connsiteY26" fmla="*/ 1007442 h 2237474"/>
              <a:gd name="connsiteX27" fmla="*/ 9188177 w 12192000"/>
              <a:gd name="connsiteY27" fmla="*/ 1035474 h 2237474"/>
              <a:gd name="connsiteX28" fmla="*/ 9155969 w 12192000"/>
              <a:gd name="connsiteY28" fmla="*/ 1046804 h 2237474"/>
              <a:gd name="connsiteX29" fmla="*/ 9133985 w 12192000"/>
              <a:gd name="connsiteY29" fmla="*/ 1046450 h 2237474"/>
              <a:gd name="connsiteX30" fmla="*/ 9003462 w 12192000"/>
              <a:gd name="connsiteY30" fmla="*/ 1042406 h 2237474"/>
              <a:gd name="connsiteX31" fmla="*/ 8968445 w 12192000"/>
              <a:gd name="connsiteY31" fmla="*/ 1052169 h 2237474"/>
              <a:gd name="connsiteX32" fmla="*/ 8886001 w 12192000"/>
              <a:gd name="connsiteY32" fmla="*/ 1067468 h 2237474"/>
              <a:gd name="connsiteX33" fmla="*/ 8838610 w 12192000"/>
              <a:gd name="connsiteY33" fmla="*/ 1075091 h 2237474"/>
              <a:gd name="connsiteX34" fmla="*/ 8750383 w 12192000"/>
              <a:gd name="connsiteY34" fmla="*/ 1097387 h 2237474"/>
              <a:gd name="connsiteX35" fmla="*/ 8665605 w 12192000"/>
              <a:gd name="connsiteY35" fmla="*/ 1110791 h 2237474"/>
              <a:gd name="connsiteX36" fmla="*/ 8584946 w 12192000"/>
              <a:gd name="connsiteY36" fmla="*/ 1135226 h 2237474"/>
              <a:gd name="connsiteX37" fmla="*/ 8419755 w 12192000"/>
              <a:gd name="connsiteY37" fmla="*/ 1216260 h 2237474"/>
              <a:gd name="connsiteX38" fmla="*/ 8411626 w 12192000"/>
              <a:gd name="connsiteY38" fmla="*/ 1214397 h 2237474"/>
              <a:gd name="connsiteX39" fmla="*/ 8363469 w 12192000"/>
              <a:gd name="connsiteY39" fmla="*/ 1246658 h 2237474"/>
              <a:gd name="connsiteX40" fmla="*/ 8275497 w 12192000"/>
              <a:gd name="connsiteY40" fmla="*/ 1264396 h 2237474"/>
              <a:gd name="connsiteX41" fmla="*/ 8074238 w 12192000"/>
              <a:gd name="connsiteY41" fmla="*/ 1301895 h 2237474"/>
              <a:gd name="connsiteX42" fmla="*/ 7942099 w 12192000"/>
              <a:gd name="connsiteY42" fmla="*/ 1336332 h 2237474"/>
              <a:gd name="connsiteX43" fmla="*/ 7902328 w 12192000"/>
              <a:gd name="connsiteY43" fmla="*/ 1345865 h 2237474"/>
              <a:gd name="connsiteX44" fmla="*/ 7840612 w 12192000"/>
              <a:gd name="connsiteY44" fmla="*/ 1369373 h 2237474"/>
              <a:gd name="connsiteX45" fmla="*/ 7786819 w 12192000"/>
              <a:gd name="connsiteY45" fmla="*/ 1378970 h 2237474"/>
              <a:gd name="connsiteX46" fmla="*/ 7548172 w 12192000"/>
              <a:gd name="connsiteY46" fmla="*/ 1417460 h 2237474"/>
              <a:gd name="connsiteX47" fmla="*/ 7483437 w 12192000"/>
              <a:gd name="connsiteY47" fmla="*/ 1478152 h 2237474"/>
              <a:gd name="connsiteX48" fmla="*/ 7377870 w 12192000"/>
              <a:gd name="connsiteY48" fmla="*/ 1523319 h 2237474"/>
              <a:gd name="connsiteX49" fmla="*/ 7230737 w 12192000"/>
              <a:gd name="connsiteY49" fmla="*/ 1562633 h 2237474"/>
              <a:gd name="connsiteX50" fmla="*/ 7224458 w 12192000"/>
              <a:gd name="connsiteY50" fmla="*/ 1573008 h 2237474"/>
              <a:gd name="connsiteX51" fmla="*/ 7183121 w 12192000"/>
              <a:gd name="connsiteY51" fmla="*/ 1595162 h 2237474"/>
              <a:gd name="connsiteX52" fmla="*/ 7164601 w 12192000"/>
              <a:gd name="connsiteY52" fmla="*/ 1606490 h 2237474"/>
              <a:gd name="connsiteX53" fmla="*/ 6900177 w 12192000"/>
              <a:gd name="connsiteY53" fmla="*/ 1636016 h 2237474"/>
              <a:gd name="connsiteX54" fmla="*/ 6795372 w 12192000"/>
              <a:gd name="connsiteY54" fmla="*/ 1644845 h 2237474"/>
              <a:gd name="connsiteX55" fmla="*/ 6692251 w 12192000"/>
              <a:gd name="connsiteY55" fmla="*/ 1656357 h 2237474"/>
              <a:gd name="connsiteX56" fmla="*/ 6655235 w 12192000"/>
              <a:gd name="connsiteY56" fmla="*/ 1661869 h 2237474"/>
              <a:gd name="connsiteX57" fmla="*/ 6554894 w 12192000"/>
              <a:gd name="connsiteY57" fmla="*/ 1664428 h 2237474"/>
              <a:gd name="connsiteX58" fmla="*/ 6516595 w 12192000"/>
              <a:gd name="connsiteY58" fmla="*/ 1667475 h 2237474"/>
              <a:gd name="connsiteX59" fmla="*/ 6508541 w 12192000"/>
              <a:gd name="connsiteY59" fmla="*/ 1668757 h 2237474"/>
              <a:gd name="connsiteX60" fmla="*/ 6471012 w 12192000"/>
              <a:gd name="connsiteY60" fmla="*/ 1678604 h 2237474"/>
              <a:gd name="connsiteX61" fmla="*/ 6364035 w 12192000"/>
              <a:gd name="connsiteY61" fmla="*/ 1667683 h 2237474"/>
              <a:gd name="connsiteX62" fmla="*/ 6280959 w 12192000"/>
              <a:gd name="connsiteY62" fmla="*/ 1689329 h 2237474"/>
              <a:gd name="connsiteX63" fmla="*/ 6243319 w 12192000"/>
              <a:gd name="connsiteY63" fmla="*/ 1695560 h 2237474"/>
              <a:gd name="connsiteX64" fmla="*/ 6098321 w 12192000"/>
              <a:gd name="connsiteY64" fmla="*/ 1721646 h 2237474"/>
              <a:gd name="connsiteX65" fmla="*/ 5880652 w 12192000"/>
              <a:gd name="connsiteY65" fmla="*/ 1779643 h 2237474"/>
              <a:gd name="connsiteX66" fmla="*/ 5785959 w 12192000"/>
              <a:gd name="connsiteY66" fmla="*/ 1775307 h 2237474"/>
              <a:gd name="connsiteX67" fmla="*/ 5643534 w 12192000"/>
              <a:gd name="connsiteY67" fmla="*/ 1802919 h 2237474"/>
              <a:gd name="connsiteX68" fmla="*/ 5518799 w 12192000"/>
              <a:gd name="connsiteY68" fmla="*/ 1818312 h 2237474"/>
              <a:gd name="connsiteX69" fmla="*/ 5505014 w 12192000"/>
              <a:gd name="connsiteY69" fmla="*/ 1819259 h 2237474"/>
              <a:gd name="connsiteX70" fmla="*/ 5453307 w 12192000"/>
              <a:gd name="connsiteY70" fmla="*/ 1815450 h 2237474"/>
              <a:gd name="connsiteX71" fmla="*/ 5221533 w 12192000"/>
              <a:gd name="connsiteY71" fmla="*/ 1846950 h 2237474"/>
              <a:gd name="connsiteX72" fmla="*/ 5149802 w 12192000"/>
              <a:gd name="connsiteY72" fmla="*/ 1844846 h 2237474"/>
              <a:gd name="connsiteX73" fmla="*/ 5114927 w 12192000"/>
              <a:gd name="connsiteY73" fmla="*/ 1847827 h 2237474"/>
              <a:gd name="connsiteX74" fmla="*/ 5108970 w 12192000"/>
              <a:gd name="connsiteY74" fmla="*/ 1847935 h 2237474"/>
              <a:gd name="connsiteX75" fmla="*/ 5067961 w 12192000"/>
              <a:gd name="connsiteY75" fmla="*/ 1845917 h 2237474"/>
              <a:gd name="connsiteX76" fmla="*/ 5007075 w 12192000"/>
              <a:gd name="connsiteY76" fmla="*/ 1838626 h 2237474"/>
              <a:gd name="connsiteX77" fmla="*/ 4944087 w 12192000"/>
              <a:gd name="connsiteY77" fmla="*/ 1823332 h 2237474"/>
              <a:gd name="connsiteX78" fmla="*/ 4907662 w 12192000"/>
              <a:gd name="connsiteY78" fmla="*/ 1816900 h 2237474"/>
              <a:gd name="connsiteX79" fmla="*/ 4882386 w 12192000"/>
              <a:gd name="connsiteY79" fmla="*/ 1809844 h 2237474"/>
              <a:gd name="connsiteX80" fmla="*/ 4811440 w 12192000"/>
              <a:gd name="connsiteY80" fmla="*/ 1804655 h 2237474"/>
              <a:gd name="connsiteX81" fmla="*/ 4691075 w 12192000"/>
              <a:gd name="connsiteY81" fmla="*/ 1801389 h 2237474"/>
              <a:gd name="connsiteX82" fmla="*/ 4640313 w 12192000"/>
              <a:gd name="connsiteY82" fmla="*/ 1784307 h 2237474"/>
              <a:gd name="connsiteX83" fmla="*/ 4536503 w 12192000"/>
              <a:gd name="connsiteY83" fmla="*/ 1785334 h 2237474"/>
              <a:gd name="connsiteX84" fmla="*/ 4513724 w 12192000"/>
              <a:gd name="connsiteY84" fmla="*/ 1791996 h 2237474"/>
              <a:gd name="connsiteX85" fmla="*/ 4459810 w 12192000"/>
              <a:gd name="connsiteY85" fmla="*/ 1797886 h 2237474"/>
              <a:gd name="connsiteX86" fmla="*/ 4379064 w 12192000"/>
              <a:gd name="connsiteY86" fmla="*/ 1817177 h 2237474"/>
              <a:gd name="connsiteX87" fmla="*/ 4290981 w 12192000"/>
              <a:gd name="connsiteY87" fmla="*/ 1839677 h 2237474"/>
              <a:gd name="connsiteX88" fmla="*/ 4238372 w 12192000"/>
              <a:gd name="connsiteY88" fmla="*/ 1851480 h 2237474"/>
              <a:gd name="connsiteX89" fmla="*/ 4232517 w 12192000"/>
              <a:gd name="connsiteY89" fmla="*/ 1852567 h 2237474"/>
              <a:gd name="connsiteX90" fmla="*/ 4191732 w 12192000"/>
              <a:gd name="connsiteY90" fmla="*/ 1857328 h 2237474"/>
              <a:gd name="connsiteX91" fmla="*/ 4065532 w 12192000"/>
              <a:gd name="connsiteY91" fmla="*/ 1855477 h 2237474"/>
              <a:gd name="connsiteX92" fmla="*/ 4028460 w 12192000"/>
              <a:gd name="connsiteY92" fmla="*/ 1855137 h 2237474"/>
              <a:gd name="connsiteX93" fmla="*/ 4002267 w 12192000"/>
              <a:gd name="connsiteY93" fmla="*/ 1852352 h 2237474"/>
              <a:gd name="connsiteX94" fmla="*/ 3931396 w 12192000"/>
              <a:gd name="connsiteY94" fmla="*/ 1858915 h 2237474"/>
              <a:gd name="connsiteX95" fmla="*/ 3812162 w 12192000"/>
              <a:gd name="connsiteY95" fmla="*/ 1875501 h 2237474"/>
              <a:gd name="connsiteX96" fmla="*/ 3758105 w 12192000"/>
              <a:gd name="connsiteY96" fmla="*/ 1871856 h 2237474"/>
              <a:gd name="connsiteX97" fmla="*/ 3715896 w 12192000"/>
              <a:gd name="connsiteY97" fmla="*/ 1881552 h 2237474"/>
              <a:gd name="connsiteX98" fmla="*/ 3567259 w 12192000"/>
              <a:gd name="connsiteY98" fmla="*/ 1893482 h 2237474"/>
              <a:gd name="connsiteX99" fmla="*/ 3405770 w 12192000"/>
              <a:gd name="connsiteY99" fmla="*/ 1904591 h 2237474"/>
              <a:gd name="connsiteX100" fmla="*/ 3280097 w 12192000"/>
              <a:gd name="connsiteY100" fmla="*/ 1919610 h 2237474"/>
              <a:gd name="connsiteX101" fmla="*/ 3009910 w 12192000"/>
              <a:gd name="connsiteY101" fmla="*/ 1957866 h 2237474"/>
              <a:gd name="connsiteX102" fmla="*/ 2995934 w 12192000"/>
              <a:gd name="connsiteY102" fmla="*/ 1967085 h 2237474"/>
              <a:gd name="connsiteX103" fmla="*/ 2942858 w 12192000"/>
              <a:gd name="connsiteY103" fmla="*/ 1981367 h 2237474"/>
              <a:gd name="connsiteX104" fmla="*/ 2875436 w 12192000"/>
              <a:gd name="connsiteY104" fmla="*/ 1996977 h 2237474"/>
              <a:gd name="connsiteX105" fmla="*/ 2874892 w 12192000"/>
              <a:gd name="connsiteY105" fmla="*/ 1996085 h 2237474"/>
              <a:gd name="connsiteX106" fmla="*/ 2843662 w 12192000"/>
              <a:gd name="connsiteY106" fmla="*/ 1992498 h 2237474"/>
              <a:gd name="connsiteX107" fmla="*/ 2718916 w 12192000"/>
              <a:gd name="connsiteY107" fmla="*/ 1990867 h 2237474"/>
              <a:gd name="connsiteX108" fmla="*/ 2713522 w 12192000"/>
              <a:gd name="connsiteY108" fmla="*/ 1990173 h 2237474"/>
              <a:gd name="connsiteX109" fmla="*/ 2476147 w 12192000"/>
              <a:gd name="connsiteY109" fmla="*/ 1998305 h 2237474"/>
              <a:gd name="connsiteX110" fmla="*/ 2373568 w 12192000"/>
              <a:gd name="connsiteY110" fmla="*/ 2003219 h 2237474"/>
              <a:gd name="connsiteX111" fmla="*/ 2287219 w 12192000"/>
              <a:gd name="connsiteY111" fmla="*/ 1998750 h 2237474"/>
              <a:gd name="connsiteX112" fmla="*/ 2243069 w 12192000"/>
              <a:gd name="connsiteY112" fmla="*/ 2005321 h 2237474"/>
              <a:gd name="connsiteX113" fmla="*/ 2164831 w 12192000"/>
              <a:gd name="connsiteY113" fmla="*/ 2010143 h 2237474"/>
              <a:gd name="connsiteX114" fmla="*/ 2085228 w 12192000"/>
              <a:gd name="connsiteY114" fmla="*/ 2046431 h 2237474"/>
              <a:gd name="connsiteX115" fmla="*/ 2058061 w 12192000"/>
              <a:gd name="connsiteY115" fmla="*/ 2047942 h 2237474"/>
              <a:gd name="connsiteX116" fmla="*/ 2042244 w 12192000"/>
              <a:gd name="connsiteY116" fmla="*/ 2055560 h 2237474"/>
              <a:gd name="connsiteX117" fmla="*/ 1877728 w 12192000"/>
              <a:gd name="connsiteY117" fmla="*/ 2101004 h 2237474"/>
              <a:gd name="connsiteX118" fmla="*/ 1759056 w 12192000"/>
              <a:gd name="connsiteY118" fmla="*/ 2125608 h 2237474"/>
              <a:gd name="connsiteX119" fmla="*/ 1637948 w 12192000"/>
              <a:gd name="connsiteY119" fmla="*/ 2172597 h 2237474"/>
              <a:gd name="connsiteX120" fmla="*/ 1434549 w 12192000"/>
              <a:gd name="connsiteY120" fmla="*/ 2234522 h 2237474"/>
              <a:gd name="connsiteX121" fmla="*/ 1398481 w 12192000"/>
              <a:gd name="connsiteY121" fmla="*/ 2237074 h 2237474"/>
              <a:gd name="connsiteX122" fmla="*/ 1398407 w 12192000"/>
              <a:gd name="connsiteY122" fmla="*/ 2237095 h 2237474"/>
              <a:gd name="connsiteX123" fmla="*/ 1370962 w 12192000"/>
              <a:gd name="connsiteY123" fmla="*/ 2237474 h 2237474"/>
              <a:gd name="connsiteX124" fmla="*/ 1356367 w 12192000"/>
              <a:gd name="connsiteY124" fmla="*/ 2235089 h 2237474"/>
              <a:gd name="connsiteX125" fmla="*/ 1279765 w 12192000"/>
              <a:gd name="connsiteY125" fmla="*/ 2229639 h 2237474"/>
              <a:gd name="connsiteX126" fmla="*/ 1195347 w 12192000"/>
              <a:gd name="connsiteY126" fmla="*/ 2212354 h 2237474"/>
              <a:gd name="connsiteX127" fmla="*/ 970251 w 12192000"/>
              <a:gd name="connsiteY127" fmla="*/ 2221029 h 2237474"/>
              <a:gd name="connsiteX128" fmla="*/ 812914 w 12192000"/>
              <a:gd name="connsiteY128" fmla="*/ 2210095 h 2237474"/>
              <a:gd name="connsiteX129" fmla="*/ 776382 w 12192000"/>
              <a:gd name="connsiteY129" fmla="*/ 2204512 h 2237474"/>
              <a:gd name="connsiteX130" fmla="*/ 597225 w 12192000"/>
              <a:gd name="connsiteY130" fmla="*/ 2180999 h 2237474"/>
              <a:gd name="connsiteX131" fmla="*/ 520671 w 12192000"/>
              <a:gd name="connsiteY131" fmla="*/ 2180980 h 2237474"/>
              <a:gd name="connsiteX132" fmla="*/ 515024 w 12192000"/>
              <a:gd name="connsiteY132" fmla="*/ 2179258 h 2237474"/>
              <a:gd name="connsiteX133" fmla="*/ 413835 w 12192000"/>
              <a:gd name="connsiteY133" fmla="*/ 2156783 h 2237474"/>
              <a:gd name="connsiteX134" fmla="*/ 376513 w 12192000"/>
              <a:gd name="connsiteY134" fmla="*/ 2154014 h 2237474"/>
              <a:gd name="connsiteX135" fmla="*/ 273386 w 12192000"/>
              <a:gd name="connsiteY135" fmla="*/ 2142551 h 2237474"/>
              <a:gd name="connsiteX136" fmla="*/ 169207 w 12192000"/>
              <a:gd name="connsiteY136" fmla="*/ 2128100 h 2237474"/>
              <a:gd name="connsiteX137" fmla="*/ 77641 w 12192000"/>
              <a:gd name="connsiteY137" fmla="*/ 2126835 h 2237474"/>
              <a:gd name="connsiteX138" fmla="*/ 37645 w 12192000"/>
              <a:gd name="connsiteY138" fmla="*/ 2115401 h 2237474"/>
              <a:gd name="connsiteX139" fmla="*/ 4572 w 12192000"/>
              <a:gd name="connsiteY139" fmla="*/ 2111091 h 2237474"/>
              <a:gd name="connsiteX140" fmla="*/ 0 w 12192000"/>
              <a:gd name="connsiteY140" fmla="*/ 2110468 h 2237474"/>
              <a:gd name="connsiteX141" fmla="*/ 0 w 12192000"/>
              <a:gd name="connsiteY141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1890686 w 12192000"/>
              <a:gd name="connsiteY3" fmla="*/ 732766 h 2237474"/>
              <a:gd name="connsiteX4" fmla="*/ 11820512 w 12192000"/>
              <a:gd name="connsiteY4" fmla="*/ 745392 h 2237474"/>
              <a:gd name="connsiteX5" fmla="*/ 11649954 w 12192000"/>
              <a:gd name="connsiteY5" fmla="*/ 749628 h 2237474"/>
              <a:gd name="connsiteX6" fmla="*/ 11560424 w 12192000"/>
              <a:gd name="connsiteY6" fmla="*/ 748017 h 2237474"/>
              <a:gd name="connsiteX7" fmla="*/ 11358455 w 12192000"/>
              <a:gd name="connsiteY7" fmla="*/ 747593 h 2237474"/>
              <a:gd name="connsiteX8" fmla="*/ 11165209 w 12192000"/>
              <a:gd name="connsiteY8" fmla="*/ 748852 h 2237474"/>
              <a:gd name="connsiteX9" fmla="*/ 11058755 w 12192000"/>
              <a:gd name="connsiteY9" fmla="*/ 749617 h 2237474"/>
              <a:gd name="connsiteX10" fmla="*/ 10846594 w 12192000"/>
              <a:gd name="connsiteY10" fmla="*/ 765069 h 2237474"/>
              <a:gd name="connsiteX11" fmla="*/ 10739478 w 12192000"/>
              <a:gd name="connsiteY11" fmla="*/ 776841 h 2237474"/>
              <a:gd name="connsiteX12" fmla="*/ 10458762 w 12192000"/>
              <a:gd name="connsiteY12" fmla="*/ 755400 h 2237474"/>
              <a:gd name="connsiteX13" fmla="*/ 10211200 w 12192000"/>
              <a:gd name="connsiteY13" fmla="*/ 767513 h 2237474"/>
              <a:gd name="connsiteX14" fmla="*/ 10167995 w 12192000"/>
              <a:gd name="connsiteY14" fmla="*/ 760843 h 2237474"/>
              <a:gd name="connsiteX15" fmla="*/ 9997044 w 12192000"/>
              <a:gd name="connsiteY15" fmla="*/ 780129 h 2237474"/>
              <a:gd name="connsiteX16" fmla="*/ 9943887 w 12192000"/>
              <a:gd name="connsiteY16" fmla="*/ 804141 h 2237474"/>
              <a:gd name="connsiteX17" fmla="*/ 9918248 w 12192000"/>
              <a:gd name="connsiteY17" fmla="*/ 816628 h 2237474"/>
              <a:gd name="connsiteX18" fmla="*/ 9767091 w 12192000"/>
              <a:gd name="connsiteY18" fmla="*/ 870550 h 2237474"/>
              <a:gd name="connsiteX19" fmla="*/ 9683005 w 12192000"/>
              <a:gd name="connsiteY19" fmla="*/ 894128 h 2237474"/>
              <a:gd name="connsiteX20" fmla="*/ 9594438 w 12192000"/>
              <a:gd name="connsiteY20" fmla="*/ 919051 h 2237474"/>
              <a:gd name="connsiteX21" fmla="*/ 9544189 w 12192000"/>
              <a:gd name="connsiteY21" fmla="*/ 938966 h 2237474"/>
              <a:gd name="connsiteX22" fmla="*/ 9500499 w 12192000"/>
              <a:gd name="connsiteY22" fmla="*/ 954680 h 2237474"/>
              <a:gd name="connsiteX23" fmla="*/ 9410017 w 12192000"/>
              <a:gd name="connsiteY23" fmla="*/ 993931 h 2237474"/>
              <a:gd name="connsiteX24" fmla="*/ 9392919 w 12192000"/>
              <a:gd name="connsiteY24" fmla="*/ 994656 h 2237474"/>
              <a:gd name="connsiteX25" fmla="*/ 9268019 w 12192000"/>
              <a:gd name="connsiteY25" fmla="*/ 1007442 h 2237474"/>
              <a:gd name="connsiteX26" fmla="*/ 9188177 w 12192000"/>
              <a:gd name="connsiteY26" fmla="*/ 1035474 h 2237474"/>
              <a:gd name="connsiteX27" fmla="*/ 9155969 w 12192000"/>
              <a:gd name="connsiteY27" fmla="*/ 1046804 h 2237474"/>
              <a:gd name="connsiteX28" fmla="*/ 9133985 w 12192000"/>
              <a:gd name="connsiteY28" fmla="*/ 1046450 h 2237474"/>
              <a:gd name="connsiteX29" fmla="*/ 9003462 w 12192000"/>
              <a:gd name="connsiteY29" fmla="*/ 1042406 h 2237474"/>
              <a:gd name="connsiteX30" fmla="*/ 8968445 w 12192000"/>
              <a:gd name="connsiteY30" fmla="*/ 1052169 h 2237474"/>
              <a:gd name="connsiteX31" fmla="*/ 8886001 w 12192000"/>
              <a:gd name="connsiteY31" fmla="*/ 1067468 h 2237474"/>
              <a:gd name="connsiteX32" fmla="*/ 8838610 w 12192000"/>
              <a:gd name="connsiteY32" fmla="*/ 1075091 h 2237474"/>
              <a:gd name="connsiteX33" fmla="*/ 8750383 w 12192000"/>
              <a:gd name="connsiteY33" fmla="*/ 1097387 h 2237474"/>
              <a:gd name="connsiteX34" fmla="*/ 8665605 w 12192000"/>
              <a:gd name="connsiteY34" fmla="*/ 1110791 h 2237474"/>
              <a:gd name="connsiteX35" fmla="*/ 8584946 w 12192000"/>
              <a:gd name="connsiteY35" fmla="*/ 1135226 h 2237474"/>
              <a:gd name="connsiteX36" fmla="*/ 8419755 w 12192000"/>
              <a:gd name="connsiteY36" fmla="*/ 1216260 h 2237474"/>
              <a:gd name="connsiteX37" fmla="*/ 8411626 w 12192000"/>
              <a:gd name="connsiteY37" fmla="*/ 1214397 h 2237474"/>
              <a:gd name="connsiteX38" fmla="*/ 8363469 w 12192000"/>
              <a:gd name="connsiteY38" fmla="*/ 1246658 h 2237474"/>
              <a:gd name="connsiteX39" fmla="*/ 8275497 w 12192000"/>
              <a:gd name="connsiteY39" fmla="*/ 1264396 h 2237474"/>
              <a:gd name="connsiteX40" fmla="*/ 8074238 w 12192000"/>
              <a:gd name="connsiteY40" fmla="*/ 1301895 h 2237474"/>
              <a:gd name="connsiteX41" fmla="*/ 7942099 w 12192000"/>
              <a:gd name="connsiteY41" fmla="*/ 1336332 h 2237474"/>
              <a:gd name="connsiteX42" fmla="*/ 7902328 w 12192000"/>
              <a:gd name="connsiteY42" fmla="*/ 1345865 h 2237474"/>
              <a:gd name="connsiteX43" fmla="*/ 7840612 w 12192000"/>
              <a:gd name="connsiteY43" fmla="*/ 1369373 h 2237474"/>
              <a:gd name="connsiteX44" fmla="*/ 7786819 w 12192000"/>
              <a:gd name="connsiteY44" fmla="*/ 1378970 h 2237474"/>
              <a:gd name="connsiteX45" fmla="*/ 7548172 w 12192000"/>
              <a:gd name="connsiteY45" fmla="*/ 1417460 h 2237474"/>
              <a:gd name="connsiteX46" fmla="*/ 7483437 w 12192000"/>
              <a:gd name="connsiteY46" fmla="*/ 1478152 h 2237474"/>
              <a:gd name="connsiteX47" fmla="*/ 7377870 w 12192000"/>
              <a:gd name="connsiteY47" fmla="*/ 1523319 h 2237474"/>
              <a:gd name="connsiteX48" fmla="*/ 7230737 w 12192000"/>
              <a:gd name="connsiteY48" fmla="*/ 1562633 h 2237474"/>
              <a:gd name="connsiteX49" fmla="*/ 7224458 w 12192000"/>
              <a:gd name="connsiteY49" fmla="*/ 1573008 h 2237474"/>
              <a:gd name="connsiteX50" fmla="*/ 7183121 w 12192000"/>
              <a:gd name="connsiteY50" fmla="*/ 1595162 h 2237474"/>
              <a:gd name="connsiteX51" fmla="*/ 7164601 w 12192000"/>
              <a:gd name="connsiteY51" fmla="*/ 1606490 h 2237474"/>
              <a:gd name="connsiteX52" fmla="*/ 6900177 w 12192000"/>
              <a:gd name="connsiteY52" fmla="*/ 1636016 h 2237474"/>
              <a:gd name="connsiteX53" fmla="*/ 6795372 w 12192000"/>
              <a:gd name="connsiteY53" fmla="*/ 1644845 h 2237474"/>
              <a:gd name="connsiteX54" fmla="*/ 6692251 w 12192000"/>
              <a:gd name="connsiteY54" fmla="*/ 1656357 h 2237474"/>
              <a:gd name="connsiteX55" fmla="*/ 6655235 w 12192000"/>
              <a:gd name="connsiteY55" fmla="*/ 1661869 h 2237474"/>
              <a:gd name="connsiteX56" fmla="*/ 6554894 w 12192000"/>
              <a:gd name="connsiteY56" fmla="*/ 1664428 h 2237474"/>
              <a:gd name="connsiteX57" fmla="*/ 6516595 w 12192000"/>
              <a:gd name="connsiteY57" fmla="*/ 1667475 h 2237474"/>
              <a:gd name="connsiteX58" fmla="*/ 6508541 w 12192000"/>
              <a:gd name="connsiteY58" fmla="*/ 1668757 h 2237474"/>
              <a:gd name="connsiteX59" fmla="*/ 6471012 w 12192000"/>
              <a:gd name="connsiteY59" fmla="*/ 1678604 h 2237474"/>
              <a:gd name="connsiteX60" fmla="*/ 6364035 w 12192000"/>
              <a:gd name="connsiteY60" fmla="*/ 1667683 h 2237474"/>
              <a:gd name="connsiteX61" fmla="*/ 6280959 w 12192000"/>
              <a:gd name="connsiteY61" fmla="*/ 1689329 h 2237474"/>
              <a:gd name="connsiteX62" fmla="*/ 6243319 w 12192000"/>
              <a:gd name="connsiteY62" fmla="*/ 1695560 h 2237474"/>
              <a:gd name="connsiteX63" fmla="*/ 6098321 w 12192000"/>
              <a:gd name="connsiteY63" fmla="*/ 1721646 h 2237474"/>
              <a:gd name="connsiteX64" fmla="*/ 5880652 w 12192000"/>
              <a:gd name="connsiteY64" fmla="*/ 1779643 h 2237474"/>
              <a:gd name="connsiteX65" fmla="*/ 5785959 w 12192000"/>
              <a:gd name="connsiteY65" fmla="*/ 1775307 h 2237474"/>
              <a:gd name="connsiteX66" fmla="*/ 5643534 w 12192000"/>
              <a:gd name="connsiteY66" fmla="*/ 1802919 h 2237474"/>
              <a:gd name="connsiteX67" fmla="*/ 5518799 w 12192000"/>
              <a:gd name="connsiteY67" fmla="*/ 1818312 h 2237474"/>
              <a:gd name="connsiteX68" fmla="*/ 5505014 w 12192000"/>
              <a:gd name="connsiteY68" fmla="*/ 1819259 h 2237474"/>
              <a:gd name="connsiteX69" fmla="*/ 5453307 w 12192000"/>
              <a:gd name="connsiteY69" fmla="*/ 1815450 h 2237474"/>
              <a:gd name="connsiteX70" fmla="*/ 5221533 w 12192000"/>
              <a:gd name="connsiteY70" fmla="*/ 1846950 h 2237474"/>
              <a:gd name="connsiteX71" fmla="*/ 5149802 w 12192000"/>
              <a:gd name="connsiteY71" fmla="*/ 1844846 h 2237474"/>
              <a:gd name="connsiteX72" fmla="*/ 5114927 w 12192000"/>
              <a:gd name="connsiteY72" fmla="*/ 1847827 h 2237474"/>
              <a:gd name="connsiteX73" fmla="*/ 5108970 w 12192000"/>
              <a:gd name="connsiteY73" fmla="*/ 1847935 h 2237474"/>
              <a:gd name="connsiteX74" fmla="*/ 5067961 w 12192000"/>
              <a:gd name="connsiteY74" fmla="*/ 1845917 h 2237474"/>
              <a:gd name="connsiteX75" fmla="*/ 5007075 w 12192000"/>
              <a:gd name="connsiteY75" fmla="*/ 1838626 h 2237474"/>
              <a:gd name="connsiteX76" fmla="*/ 4944087 w 12192000"/>
              <a:gd name="connsiteY76" fmla="*/ 1823332 h 2237474"/>
              <a:gd name="connsiteX77" fmla="*/ 4907662 w 12192000"/>
              <a:gd name="connsiteY77" fmla="*/ 1816900 h 2237474"/>
              <a:gd name="connsiteX78" fmla="*/ 4882386 w 12192000"/>
              <a:gd name="connsiteY78" fmla="*/ 1809844 h 2237474"/>
              <a:gd name="connsiteX79" fmla="*/ 4811440 w 12192000"/>
              <a:gd name="connsiteY79" fmla="*/ 1804655 h 2237474"/>
              <a:gd name="connsiteX80" fmla="*/ 4691075 w 12192000"/>
              <a:gd name="connsiteY80" fmla="*/ 1801389 h 2237474"/>
              <a:gd name="connsiteX81" fmla="*/ 4640313 w 12192000"/>
              <a:gd name="connsiteY81" fmla="*/ 1784307 h 2237474"/>
              <a:gd name="connsiteX82" fmla="*/ 4536503 w 12192000"/>
              <a:gd name="connsiteY82" fmla="*/ 1785334 h 2237474"/>
              <a:gd name="connsiteX83" fmla="*/ 4513724 w 12192000"/>
              <a:gd name="connsiteY83" fmla="*/ 1791996 h 2237474"/>
              <a:gd name="connsiteX84" fmla="*/ 4459810 w 12192000"/>
              <a:gd name="connsiteY84" fmla="*/ 1797886 h 2237474"/>
              <a:gd name="connsiteX85" fmla="*/ 4379064 w 12192000"/>
              <a:gd name="connsiteY85" fmla="*/ 1817177 h 2237474"/>
              <a:gd name="connsiteX86" fmla="*/ 4290981 w 12192000"/>
              <a:gd name="connsiteY86" fmla="*/ 1839677 h 2237474"/>
              <a:gd name="connsiteX87" fmla="*/ 4238372 w 12192000"/>
              <a:gd name="connsiteY87" fmla="*/ 1851480 h 2237474"/>
              <a:gd name="connsiteX88" fmla="*/ 4232517 w 12192000"/>
              <a:gd name="connsiteY88" fmla="*/ 1852567 h 2237474"/>
              <a:gd name="connsiteX89" fmla="*/ 4191732 w 12192000"/>
              <a:gd name="connsiteY89" fmla="*/ 1857328 h 2237474"/>
              <a:gd name="connsiteX90" fmla="*/ 4065532 w 12192000"/>
              <a:gd name="connsiteY90" fmla="*/ 1855477 h 2237474"/>
              <a:gd name="connsiteX91" fmla="*/ 4028460 w 12192000"/>
              <a:gd name="connsiteY91" fmla="*/ 1855137 h 2237474"/>
              <a:gd name="connsiteX92" fmla="*/ 4002267 w 12192000"/>
              <a:gd name="connsiteY92" fmla="*/ 1852352 h 2237474"/>
              <a:gd name="connsiteX93" fmla="*/ 3931396 w 12192000"/>
              <a:gd name="connsiteY93" fmla="*/ 1858915 h 2237474"/>
              <a:gd name="connsiteX94" fmla="*/ 3812162 w 12192000"/>
              <a:gd name="connsiteY94" fmla="*/ 1875501 h 2237474"/>
              <a:gd name="connsiteX95" fmla="*/ 3758105 w 12192000"/>
              <a:gd name="connsiteY95" fmla="*/ 1871856 h 2237474"/>
              <a:gd name="connsiteX96" fmla="*/ 3715896 w 12192000"/>
              <a:gd name="connsiteY96" fmla="*/ 1881552 h 2237474"/>
              <a:gd name="connsiteX97" fmla="*/ 3567259 w 12192000"/>
              <a:gd name="connsiteY97" fmla="*/ 1893482 h 2237474"/>
              <a:gd name="connsiteX98" fmla="*/ 3405770 w 12192000"/>
              <a:gd name="connsiteY98" fmla="*/ 1904591 h 2237474"/>
              <a:gd name="connsiteX99" fmla="*/ 3280097 w 12192000"/>
              <a:gd name="connsiteY99" fmla="*/ 1919610 h 2237474"/>
              <a:gd name="connsiteX100" fmla="*/ 3009910 w 12192000"/>
              <a:gd name="connsiteY100" fmla="*/ 1957866 h 2237474"/>
              <a:gd name="connsiteX101" fmla="*/ 2995934 w 12192000"/>
              <a:gd name="connsiteY101" fmla="*/ 1967085 h 2237474"/>
              <a:gd name="connsiteX102" fmla="*/ 2942858 w 12192000"/>
              <a:gd name="connsiteY102" fmla="*/ 1981367 h 2237474"/>
              <a:gd name="connsiteX103" fmla="*/ 2875436 w 12192000"/>
              <a:gd name="connsiteY103" fmla="*/ 1996977 h 2237474"/>
              <a:gd name="connsiteX104" fmla="*/ 2874892 w 12192000"/>
              <a:gd name="connsiteY104" fmla="*/ 1996085 h 2237474"/>
              <a:gd name="connsiteX105" fmla="*/ 2843662 w 12192000"/>
              <a:gd name="connsiteY105" fmla="*/ 1992498 h 2237474"/>
              <a:gd name="connsiteX106" fmla="*/ 2718916 w 12192000"/>
              <a:gd name="connsiteY106" fmla="*/ 1990867 h 2237474"/>
              <a:gd name="connsiteX107" fmla="*/ 2713522 w 12192000"/>
              <a:gd name="connsiteY107" fmla="*/ 1990173 h 2237474"/>
              <a:gd name="connsiteX108" fmla="*/ 2476147 w 12192000"/>
              <a:gd name="connsiteY108" fmla="*/ 1998305 h 2237474"/>
              <a:gd name="connsiteX109" fmla="*/ 2373568 w 12192000"/>
              <a:gd name="connsiteY109" fmla="*/ 2003219 h 2237474"/>
              <a:gd name="connsiteX110" fmla="*/ 2287219 w 12192000"/>
              <a:gd name="connsiteY110" fmla="*/ 1998750 h 2237474"/>
              <a:gd name="connsiteX111" fmla="*/ 2243069 w 12192000"/>
              <a:gd name="connsiteY111" fmla="*/ 2005321 h 2237474"/>
              <a:gd name="connsiteX112" fmla="*/ 2164831 w 12192000"/>
              <a:gd name="connsiteY112" fmla="*/ 2010143 h 2237474"/>
              <a:gd name="connsiteX113" fmla="*/ 2085228 w 12192000"/>
              <a:gd name="connsiteY113" fmla="*/ 2046431 h 2237474"/>
              <a:gd name="connsiteX114" fmla="*/ 2058061 w 12192000"/>
              <a:gd name="connsiteY114" fmla="*/ 2047942 h 2237474"/>
              <a:gd name="connsiteX115" fmla="*/ 2042244 w 12192000"/>
              <a:gd name="connsiteY115" fmla="*/ 2055560 h 2237474"/>
              <a:gd name="connsiteX116" fmla="*/ 1877728 w 12192000"/>
              <a:gd name="connsiteY116" fmla="*/ 2101004 h 2237474"/>
              <a:gd name="connsiteX117" fmla="*/ 1759056 w 12192000"/>
              <a:gd name="connsiteY117" fmla="*/ 2125608 h 2237474"/>
              <a:gd name="connsiteX118" fmla="*/ 1637948 w 12192000"/>
              <a:gd name="connsiteY118" fmla="*/ 2172597 h 2237474"/>
              <a:gd name="connsiteX119" fmla="*/ 1434549 w 12192000"/>
              <a:gd name="connsiteY119" fmla="*/ 2234522 h 2237474"/>
              <a:gd name="connsiteX120" fmla="*/ 1398481 w 12192000"/>
              <a:gd name="connsiteY120" fmla="*/ 2237074 h 2237474"/>
              <a:gd name="connsiteX121" fmla="*/ 1398407 w 12192000"/>
              <a:gd name="connsiteY121" fmla="*/ 2237095 h 2237474"/>
              <a:gd name="connsiteX122" fmla="*/ 1370962 w 12192000"/>
              <a:gd name="connsiteY122" fmla="*/ 2237474 h 2237474"/>
              <a:gd name="connsiteX123" fmla="*/ 1356367 w 12192000"/>
              <a:gd name="connsiteY123" fmla="*/ 2235089 h 2237474"/>
              <a:gd name="connsiteX124" fmla="*/ 1279765 w 12192000"/>
              <a:gd name="connsiteY124" fmla="*/ 2229639 h 2237474"/>
              <a:gd name="connsiteX125" fmla="*/ 1195347 w 12192000"/>
              <a:gd name="connsiteY125" fmla="*/ 2212354 h 2237474"/>
              <a:gd name="connsiteX126" fmla="*/ 970251 w 12192000"/>
              <a:gd name="connsiteY126" fmla="*/ 2221029 h 2237474"/>
              <a:gd name="connsiteX127" fmla="*/ 812914 w 12192000"/>
              <a:gd name="connsiteY127" fmla="*/ 2210095 h 2237474"/>
              <a:gd name="connsiteX128" fmla="*/ 776382 w 12192000"/>
              <a:gd name="connsiteY128" fmla="*/ 2204512 h 2237474"/>
              <a:gd name="connsiteX129" fmla="*/ 597225 w 12192000"/>
              <a:gd name="connsiteY129" fmla="*/ 2180999 h 2237474"/>
              <a:gd name="connsiteX130" fmla="*/ 520671 w 12192000"/>
              <a:gd name="connsiteY130" fmla="*/ 2180980 h 2237474"/>
              <a:gd name="connsiteX131" fmla="*/ 515024 w 12192000"/>
              <a:gd name="connsiteY131" fmla="*/ 2179258 h 2237474"/>
              <a:gd name="connsiteX132" fmla="*/ 413835 w 12192000"/>
              <a:gd name="connsiteY132" fmla="*/ 2156783 h 2237474"/>
              <a:gd name="connsiteX133" fmla="*/ 376513 w 12192000"/>
              <a:gd name="connsiteY133" fmla="*/ 2154014 h 2237474"/>
              <a:gd name="connsiteX134" fmla="*/ 273386 w 12192000"/>
              <a:gd name="connsiteY134" fmla="*/ 2142551 h 2237474"/>
              <a:gd name="connsiteX135" fmla="*/ 169207 w 12192000"/>
              <a:gd name="connsiteY135" fmla="*/ 2128100 h 2237474"/>
              <a:gd name="connsiteX136" fmla="*/ 77641 w 12192000"/>
              <a:gd name="connsiteY136" fmla="*/ 2126835 h 2237474"/>
              <a:gd name="connsiteX137" fmla="*/ 37645 w 12192000"/>
              <a:gd name="connsiteY137" fmla="*/ 2115401 h 2237474"/>
              <a:gd name="connsiteX138" fmla="*/ 4572 w 12192000"/>
              <a:gd name="connsiteY138" fmla="*/ 2111091 h 2237474"/>
              <a:gd name="connsiteX139" fmla="*/ 0 w 12192000"/>
              <a:gd name="connsiteY139" fmla="*/ 2110468 h 2237474"/>
              <a:gd name="connsiteX140" fmla="*/ 0 w 12192000"/>
              <a:gd name="connsiteY140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1890686 w 12192000"/>
              <a:gd name="connsiteY3" fmla="*/ 732766 h 2237474"/>
              <a:gd name="connsiteX4" fmla="*/ 11820512 w 12192000"/>
              <a:gd name="connsiteY4" fmla="*/ 745392 h 2237474"/>
              <a:gd name="connsiteX5" fmla="*/ 11649954 w 12192000"/>
              <a:gd name="connsiteY5" fmla="*/ 749628 h 2237474"/>
              <a:gd name="connsiteX6" fmla="*/ 11560424 w 12192000"/>
              <a:gd name="connsiteY6" fmla="*/ 748017 h 2237474"/>
              <a:gd name="connsiteX7" fmla="*/ 11358455 w 12192000"/>
              <a:gd name="connsiteY7" fmla="*/ 747593 h 2237474"/>
              <a:gd name="connsiteX8" fmla="*/ 11165209 w 12192000"/>
              <a:gd name="connsiteY8" fmla="*/ 748852 h 2237474"/>
              <a:gd name="connsiteX9" fmla="*/ 11058755 w 12192000"/>
              <a:gd name="connsiteY9" fmla="*/ 749617 h 2237474"/>
              <a:gd name="connsiteX10" fmla="*/ 10846594 w 12192000"/>
              <a:gd name="connsiteY10" fmla="*/ 765069 h 2237474"/>
              <a:gd name="connsiteX11" fmla="*/ 10739478 w 12192000"/>
              <a:gd name="connsiteY11" fmla="*/ 776841 h 2237474"/>
              <a:gd name="connsiteX12" fmla="*/ 10458762 w 12192000"/>
              <a:gd name="connsiteY12" fmla="*/ 755400 h 2237474"/>
              <a:gd name="connsiteX13" fmla="*/ 10211200 w 12192000"/>
              <a:gd name="connsiteY13" fmla="*/ 767513 h 2237474"/>
              <a:gd name="connsiteX14" fmla="*/ 10167995 w 12192000"/>
              <a:gd name="connsiteY14" fmla="*/ 760843 h 2237474"/>
              <a:gd name="connsiteX15" fmla="*/ 9997044 w 12192000"/>
              <a:gd name="connsiteY15" fmla="*/ 780129 h 2237474"/>
              <a:gd name="connsiteX16" fmla="*/ 9943887 w 12192000"/>
              <a:gd name="connsiteY16" fmla="*/ 804141 h 2237474"/>
              <a:gd name="connsiteX17" fmla="*/ 9918248 w 12192000"/>
              <a:gd name="connsiteY17" fmla="*/ 816628 h 2237474"/>
              <a:gd name="connsiteX18" fmla="*/ 9767091 w 12192000"/>
              <a:gd name="connsiteY18" fmla="*/ 870550 h 2237474"/>
              <a:gd name="connsiteX19" fmla="*/ 9683005 w 12192000"/>
              <a:gd name="connsiteY19" fmla="*/ 894128 h 2237474"/>
              <a:gd name="connsiteX20" fmla="*/ 9594438 w 12192000"/>
              <a:gd name="connsiteY20" fmla="*/ 919051 h 2237474"/>
              <a:gd name="connsiteX21" fmla="*/ 9544189 w 12192000"/>
              <a:gd name="connsiteY21" fmla="*/ 938966 h 2237474"/>
              <a:gd name="connsiteX22" fmla="*/ 9500499 w 12192000"/>
              <a:gd name="connsiteY22" fmla="*/ 954680 h 2237474"/>
              <a:gd name="connsiteX23" fmla="*/ 9410017 w 12192000"/>
              <a:gd name="connsiteY23" fmla="*/ 993931 h 2237474"/>
              <a:gd name="connsiteX24" fmla="*/ 9392919 w 12192000"/>
              <a:gd name="connsiteY24" fmla="*/ 994656 h 2237474"/>
              <a:gd name="connsiteX25" fmla="*/ 9268019 w 12192000"/>
              <a:gd name="connsiteY25" fmla="*/ 1007442 h 2237474"/>
              <a:gd name="connsiteX26" fmla="*/ 9188177 w 12192000"/>
              <a:gd name="connsiteY26" fmla="*/ 1035474 h 2237474"/>
              <a:gd name="connsiteX27" fmla="*/ 9155969 w 12192000"/>
              <a:gd name="connsiteY27" fmla="*/ 1046804 h 2237474"/>
              <a:gd name="connsiteX28" fmla="*/ 9133985 w 12192000"/>
              <a:gd name="connsiteY28" fmla="*/ 1046450 h 2237474"/>
              <a:gd name="connsiteX29" fmla="*/ 9003462 w 12192000"/>
              <a:gd name="connsiteY29" fmla="*/ 1042406 h 2237474"/>
              <a:gd name="connsiteX30" fmla="*/ 8968445 w 12192000"/>
              <a:gd name="connsiteY30" fmla="*/ 1052169 h 2237474"/>
              <a:gd name="connsiteX31" fmla="*/ 8886001 w 12192000"/>
              <a:gd name="connsiteY31" fmla="*/ 1067468 h 2237474"/>
              <a:gd name="connsiteX32" fmla="*/ 8838610 w 12192000"/>
              <a:gd name="connsiteY32" fmla="*/ 1075091 h 2237474"/>
              <a:gd name="connsiteX33" fmla="*/ 8750383 w 12192000"/>
              <a:gd name="connsiteY33" fmla="*/ 1097387 h 2237474"/>
              <a:gd name="connsiteX34" fmla="*/ 8665605 w 12192000"/>
              <a:gd name="connsiteY34" fmla="*/ 1110791 h 2237474"/>
              <a:gd name="connsiteX35" fmla="*/ 8584946 w 12192000"/>
              <a:gd name="connsiteY35" fmla="*/ 1135226 h 2237474"/>
              <a:gd name="connsiteX36" fmla="*/ 8419755 w 12192000"/>
              <a:gd name="connsiteY36" fmla="*/ 1216260 h 2237474"/>
              <a:gd name="connsiteX37" fmla="*/ 8411626 w 12192000"/>
              <a:gd name="connsiteY37" fmla="*/ 1214397 h 2237474"/>
              <a:gd name="connsiteX38" fmla="*/ 8363469 w 12192000"/>
              <a:gd name="connsiteY38" fmla="*/ 1246658 h 2237474"/>
              <a:gd name="connsiteX39" fmla="*/ 8275497 w 12192000"/>
              <a:gd name="connsiteY39" fmla="*/ 1264396 h 2237474"/>
              <a:gd name="connsiteX40" fmla="*/ 8074238 w 12192000"/>
              <a:gd name="connsiteY40" fmla="*/ 1301895 h 2237474"/>
              <a:gd name="connsiteX41" fmla="*/ 7942099 w 12192000"/>
              <a:gd name="connsiteY41" fmla="*/ 1336332 h 2237474"/>
              <a:gd name="connsiteX42" fmla="*/ 7902328 w 12192000"/>
              <a:gd name="connsiteY42" fmla="*/ 1345865 h 2237474"/>
              <a:gd name="connsiteX43" fmla="*/ 7840612 w 12192000"/>
              <a:gd name="connsiteY43" fmla="*/ 1369373 h 2237474"/>
              <a:gd name="connsiteX44" fmla="*/ 7786819 w 12192000"/>
              <a:gd name="connsiteY44" fmla="*/ 1378970 h 2237474"/>
              <a:gd name="connsiteX45" fmla="*/ 7548172 w 12192000"/>
              <a:gd name="connsiteY45" fmla="*/ 1417460 h 2237474"/>
              <a:gd name="connsiteX46" fmla="*/ 7483437 w 12192000"/>
              <a:gd name="connsiteY46" fmla="*/ 1478152 h 2237474"/>
              <a:gd name="connsiteX47" fmla="*/ 7377870 w 12192000"/>
              <a:gd name="connsiteY47" fmla="*/ 1523319 h 2237474"/>
              <a:gd name="connsiteX48" fmla="*/ 7230737 w 12192000"/>
              <a:gd name="connsiteY48" fmla="*/ 1562633 h 2237474"/>
              <a:gd name="connsiteX49" fmla="*/ 7224458 w 12192000"/>
              <a:gd name="connsiteY49" fmla="*/ 1573008 h 2237474"/>
              <a:gd name="connsiteX50" fmla="*/ 7183121 w 12192000"/>
              <a:gd name="connsiteY50" fmla="*/ 1595162 h 2237474"/>
              <a:gd name="connsiteX51" fmla="*/ 7164601 w 12192000"/>
              <a:gd name="connsiteY51" fmla="*/ 1606490 h 2237474"/>
              <a:gd name="connsiteX52" fmla="*/ 6900177 w 12192000"/>
              <a:gd name="connsiteY52" fmla="*/ 1636016 h 2237474"/>
              <a:gd name="connsiteX53" fmla="*/ 6795372 w 12192000"/>
              <a:gd name="connsiteY53" fmla="*/ 1644845 h 2237474"/>
              <a:gd name="connsiteX54" fmla="*/ 6692251 w 12192000"/>
              <a:gd name="connsiteY54" fmla="*/ 1656357 h 2237474"/>
              <a:gd name="connsiteX55" fmla="*/ 6655235 w 12192000"/>
              <a:gd name="connsiteY55" fmla="*/ 1661869 h 2237474"/>
              <a:gd name="connsiteX56" fmla="*/ 6554894 w 12192000"/>
              <a:gd name="connsiteY56" fmla="*/ 1664428 h 2237474"/>
              <a:gd name="connsiteX57" fmla="*/ 6516595 w 12192000"/>
              <a:gd name="connsiteY57" fmla="*/ 1667475 h 2237474"/>
              <a:gd name="connsiteX58" fmla="*/ 6508541 w 12192000"/>
              <a:gd name="connsiteY58" fmla="*/ 1668757 h 2237474"/>
              <a:gd name="connsiteX59" fmla="*/ 6471012 w 12192000"/>
              <a:gd name="connsiteY59" fmla="*/ 1678604 h 2237474"/>
              <a:gd name="connsiteX60" fmla="*/ 6364035 w 12192000"/>
              <a:gd name="connsiteY60" fmla="*/ 1667683 h 2237474"/>
              <a:gd name="connsiteX61" fmla="*/ 6280959 w 12192000"/>
              <a:gd name="connsiteY61" fmla="*/ 1689329 h 2237474"/>
              <a:gd name="connsiteX62" fmla="*/ 6243319 w 12192000"/>
              <a:gd name="connsiteY62" fmla="*/ 1695560 h 2237474"/>
              <a:gd name="connsiteX63" fmla="*/ 6098321 w 12192000"/>
              <a:gd name="connsiteY63" fmla="*/ 1721646 h 2237474"/>
              <a:gd name="connsiteX64" fmla="*/ 5880652 w 12192000"/>
              <a:gd name="connsiteY64" fmla="*/ 1779643 h 2237474"/>
              <a:gd name="connsiteX65" fmla="*/ 5785959 w 12192000"/>
              <a:gd name="connsiteY65" fmla="*/ 1775307 h 2237474"/>
              <a:gd name="connsiteX66" fmla="*/ 5643534 w 12192000"/>
              <a:gd name="connsiteY66" fmla="*/ 1802919 h 2237474"/>
              <a:gd name="connsiteX67" fmla="*/ 5518799 w 12192000"/>
              <a:gd name="connsiteY67" fmla="*/ 1818312 h 2237474"/>
              <a:gd name="connsiteX68" fmla="*/ 5505014 w 12192000"/>
              <a:gd name="connsiteY68" fmla="*/ 1819259 h 2237474"/>
              <a:gd name="connsiteX69" fmla="*/ 5453307 w 12192000"/>
              <a:gd name="connsiteY69" fmla="*/ 1815450 h 2237474"/>
              <a:gd name="connsiteX70" fmla="*/ 5221533 w 12192000"/>
              <a:gd name="connsiteY70" fmla="*/ 1846950 h 2237474"/>
              <a:gd name="connsiteX71" fmla="*/ 5149802 w 12192000"/>
              <a:gd name="connsiteY71" fmla="*/ 1844846 h 2237474"/>
              <a:gd name="connsiteX72" fmla="*/ 5114927 w 12192000"/>
              <a:gd name="connsiteY72" fmla="*/ 1847827 h 2237474"/>
              <a:gd name="connsiteX73" fmla="*/ 5108970 w 12192000"/>
              <a:gd name="connsiteY73" fmla="*/ 1847935 h 2237474"/>
              <a:gd name="connsiteX74" fmla="*/ 5067961 w 12192000"/>
              <a:gd name="connsiteY74" fmla="*/ 1845917 h 2237474"/>
              <a:gd name="connsiteX75" fmla="*/ 5007075 w 12192000"/>
              <a:gd name="connsiteY75" fmla="*/ 1838626 h 2237474"/>
              <a:gd name="connsiteX76" fmla="*/ 4944087 w 12192000"/>
              <a:gd name="connsiteY76" fmla="*/ 1823332 h 2237474"/>
              <a:gd name="connsiteX77" fmla="*/ 4907662 w 12192000"/>
              <a:gd name="connsiteY77" fmla="*/ 1816900 h 2237474"/>
              <a:gd name="connsiteX78" fmla="*/ 4882386 w 12192000"/>
              <a:gd name="connsiteY78" fmla="*/ 1809844 h 2237474"/>
              <a:gd name="connsiteX79" fmla="*/ 4811440 w 12192000"/>
              <a:gd name="connsiteY79" fmla="*/ 1804655 h 2237474"/>
              <a:gd name="connsiteX80" fmla="*/ 4691075 w 12192000"/>
              <a:gd name="connsiteY80" fmla="*/ 1801389 h 2237474"/>
              <a:gd name="connsiteX81" fmla="*/ 4640313 w 12192000"/>
              <a:gd name="connsiteY81" fmla="*/ 1784307 h 2237474"/>
              <a:gd name="connsiteX82" fmla="*/ 4536503 w 12192000"/>
              <a:gd name="connsiteY82" fmla="*/ 1785334 h 2237474"/>
              <a:gd name="connsiteX83" fmla="*/ 4513724 w 12192000"/>
              <a:gd name="connsiteY83" fmla="*/ 1791996 h 2237474"/>
              <a:gd name="connsiteX84" fmla="*/ 4459810 w 12192000"/>
              <a:gd name="connsiteY84" fmla="*/ 1797886 h 2237474"/>
              <a:gd name="connsiteX85" fmla="*/ 4379064 w 12192000"/>
              <a:gd name="connsiteY85" fmla="*/ 1817177 h 2237474"/>
              <a:gd name="connsiteX86" fmla="*/ 4290981 w 12192000"/>
              <a:gd name="connsiteY86" fmla="*/ 1839677 h 2237474"/>
              <a:gd name="connsiteX87" fmla="*/ 4238372 w 12192000"/>
              <a:gd name="connsiteY87" fmla="*/ 1851480 h 2237474"/>
              <a:gd name="connsiteX88" fmla="*/ 4232517 w 12192000"/>
              <a:gd name="connsiteY88" fmla="*/ 1852567 h 2237474"/>
              <a:gd name="connsiteX89" fmla="*/ 4191732 w 12192000"/>
              <a:gd name="connsiteY89" fmla="*/ 1857328 h 2237474"/>
              <a:gd name="connsiteX90" fmla="*/ 4065532 w 12192000"/>
              <a:gd name="connsiteY90" fmla="*/ 1855477 h 2237474"/>
              <a:gd name="connsiteX91" fmla="*/ 4028460 w 12192000"/>
              <a:gd name="connsiteY91" fmla="*/ 1855137 h 2237474"/>
              <a:gd name="connsiteX92" fmla="*/ 4002267 w 12192000"/>
              <a:gd name="connsiteY92" fmla="*/ 1852352 h 2237474"/>
              <a:gd name="connsiteX93" fmla="*/ 3931396 w 12192000"/>
              <a:gd name="connsiteY93" fmla="*/ 1858915 h 2237474"/>
              <a:gd name="connsiteX94" fmla="*/ 3812162 w 12192000"/>
              <a:gd name="connsiteY94" fmla="*/ 1875501 h 2237474"/>
              <a:gd name="connsiteX95" fmla="*/ 3758105 w 12192000"/>
              <a:gd name="connsiteY95" fmla="*/ 1871856 h 2237474"/>
              <a:gd name="connsiteX96" fmla="*/ 3715896 w 12192000"/>
              <a:gd name="connsiteY96" fmla="*/ 1881552 h 2237474"/>
              <a:gd name="connsiteX97" fmla="*/ 3567259 w 12192000"/>
              <a:gd name="connsiteY97" fmla="*/ 1893482 h 2237474"/>
              <a:gd name="connsiteX98" fmla="*/ 3405770 w 12192000"/>
              <a:gd name="connsiteY98" fmla="*/ 1904591 h 2237474"/>
              <a:gd name="connsiteX99" fmla="*/ 3280097 w 12192000"/>
              <a:gd name="connsiteY99" fmla="*/ 1919610 h 2237474"/>
              <a:gd name="connsiteX100" fmla="*/ 3009910 w 12192000"/>
              <a:gd name="connsiteY100" fmla="*/ 1957866 h 2237474"/>
              <a:gd name="connsiteX101" fmla="*/ 2995934 w 12192000"/>
              <a:gd name="connsiteY101" fmla="*/ 1967085 h 2237474"/>
              <a:gd name="connsiteX102" fmla="*/ 2942858 w 12192000"/>
              <a:gd name="connsiteY102" fmla="*/ 1981367 h 2237474"/>
              <a:gd name="connsiteX103" fmla="*/ 2875436 w 12192000"/>
              <a:gd name="connsiteY103" fmla="*/ 1996977 h 2237474"/>
              <a:gd name="connsiteX104" fmla="*/ 2874892 w 12192000"/>
              <a:gd name="connsiteY104" fmla="*/ 1996085 h 2237474"/>
              <a:gd name="connsiteX105" fmla="*/ 2843662 w 12192000"/>
              <a:gd name="connsiteY105" fmla="*/ 1992498 h 2237474"/>
              <a:gd name="connsiteX106" fmla="*/ 2718916 w 12192000"/>
              <a:gd name="connsiteY106" fmla="*/ 1990867 h 2237474"/>
              <a:gd name="connsiteX107" fmla="*/ 2713522 w 12192000"/>
              <a:gd name="connsiteY107" fmla="*/ 1990173 h 2237474"/>
              <a:gd name="connsiteX108" fmla="*/ 2476147 w 12192000"/>
              <a:gd name="connsiteY108" fmla="*/ 1998305 h 2237474"/>
              <a:gd name="connsiteX109" fmla="*/ 2373568 w 12192000"/>
              <a:gd name="connsiteY109" fmla="*/ 2003219 h 2237474"/>
              <a:gd name="connsiteX110" fmla="*/ 2287219 w 12192000"/>
              <a:gd name="connsiteY110" fmla="*/ 1998750 h 2237474"/>
              <a:gd name="connsiteX111" fmla="*/ 2243069 w 12192000"/>
              <a:gd name="connsiteY111" fmla="*/ 2005321 h 2237474"/>
              <a:gd name="connsiteX112" fmla="*/ 2164831 w 12192000"/>
              <a:gd name="connsiteY112" fmla="*/ 2010143 h 2237474"/>
              <a:gd name="connsiteX113" fmla="*/ 2085228 w 12192000"/>
              <a:gd name="connsiteY113" fmla="*/ 2046431 h 2237474"/>
              <a:gd name="connsiteX114" fmla="*/ 2058061 w 12192000"/>
              <a:gd name="connsiteY114" fmla="*/ 2047942 h 2237474"/>
              <a:gd name="connsiteX115" fmla="*/ 2042244 w 12192000"/>
              <a:gd name="connsiteY115" fmla="*/ 2055560 h 2237474"/>
              <a:gd name="connsiteX116" fmla="*/ 1877728 w 12192000"/>
              <a:gd name="connsiteY116" fmla="*/ 2101004 h 2237474"/>
              <a:gd name="connsiteX117" fmla="*/ 1759056 w 12192000"/>
              <a:gd name="connsiteY117" fmla="*/ 2125608 h 2237474"/>
              <a:gd name="connsiteX118" fmla="*/ 1637948 w 12192000"/>
              <a:gd name="connsiteY118" fmla="*/ 2172597 h 2237474"/>
              <a:gd name="connsiteX119" fmla="*/ 1434549 w 12192000"/>
              <a:gd name="connsiteY119" fmla="*/ 2234522 h 2237474"/>
              <a:gd name="connsiteX120" fmla="*/ 1398481 w 12192000"/>
              <a:gd name="connsiteY120" fmla="*/ 2237074 h 2237474"/>
              <a:gd name="connsiteX121" fmla="*/ 1398407 w 12192000"/>
              <a:gd name="connsiteY121" fmla="*/ 2237095 h 2237474"/>
              <a:gd name="connsiteX122" fmla="*/ 1370962 w 12192000"/>
              <a:gd name="connsiteY122" fmla="*/ 2237474 h 2237474"/>
              <a:gd name="connsiteX123" fmla="*/ 1356367 w 12192000"/>
              <a:gd name="connsiteY123" fmla="*/ 2235089 h 2237474"/>
              <a:gd name="connsiteX124" fmla="*/ 1279765 w 12192000"/>
              <a:gd name="connsiteY124" fmla="*/ 2229639 h 2237474"/>
              <a:gd name="connsiteX125" fmla="*/ 1195347 w 12192000"/>
              <a:gd name="connsiteY125" fmla="*/ 2212354 h 2237474"/>
              <a:gd name="connsiteX126" fmla="*/ 970251 w 12192000"/>
              <a:gd name="connsiteY126" fmla="*/ 2221029 h 2237474"/>
              <a:gd name="connsiteX127" fmla="*/ 812914 w 12192000"/>
              <a:gd name="connsiteY127" fmla="*/ 2210095 h 2237474"/>
              <a:gd name="connsiteX128" fmla="*/ 776382 w 12192000"/>
              <a:gd name="connsiteY128" fmla="*/ 2204512 h 2237474"/>
              <a:gd name="connsiteX129" fmla="*/ 597225 w 12192000"/>
              <a:gd name="connsiteY129" fmla="*/ 2180999 h 2237474"/>
              <a:gd name="connsiteX130" fmla="*/ 520671 w 12192000"/>
              <a:gd name="connsiteY130" fmla="*/ 2180980 h 2237474"/>
              <a:gd name="connsiteX131" fmla="*/ 515024 w 12192000"/>
              <a:gd name="connsiteY131" fmla="*/ 2179258 h 2237474"/>
              <a:gd name="connsiteX132" fmla="*/ 413835 w 12192000"/>
              <a:gd name="connsiteY132" fmla="*/ 2156783 h 2237474"/>
              <a:gd name="connsiteX133" fmla="*/ 376513 w 12192000"/>
              <a:gd name="connsiteY133" fmla="*/ 2154014 h 2237474"/>
              <a:gd name="connsiteX134" fmla="*/ 273386 w 12192000"/>
              <a:gd name="connsiteY134" fmla="*/ 2142551 h 2237474"/>
              <a:gd name="connsiteX135" fmla="*/ 169207 w 12192000"/>
              <a:gd name="connsiteY135" fmla="*/ 2128100 h 2237474"/>
              <a:gd name="connsiteX136" fmla="*/ 77641 w 12192000"/>
              <a:gd name="connsiteY136" fmla="*/ 2126835 h 2237474"/>
              <a:gd name="connsiteX137" fmla="*/ 37645 w 12192000"/>
              <a:gd name="connsiteY137" fmla="*/ 2115401 h 2237474"/>
              <a:gd name="connsiteX138" fmla="*/ 4572 w 12192000"/>
              <a:gd name="connsiteY138" fmla="*/ 2111091 h 2237474"/>
              <a:gd name="connsiteX139" fmla="*/ 0 w 12192000"/>
              <a:gd name="connsiteY139" fmla="*/ 2110468 h 2237474"/>
              <a:gd name="connsiteX140" fmla="*/ 0 w 12192000"/>
              <a:gd name="connsiteY140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1890686 w 12192000"/>
              <a:gd name="connsiteY3" fmla="*/ 732766 h 2237474"/>
              <a:gd name="connsiteX4" fmla="*/ 11820512 w 12192000"/>
              <a:gd name="connsiteY4" fmla="*/ 745392 h 2237474"/>
              <a:gd name="connsiteX5" fmla="*/ 11649954 w 12192000"/>
              <a:gd name="connsiteY5" fmla="*/ 749628 h 2237474"/>
              <a:gd name="connsiteX6" fmla="*/ 11560424 w 12192000"/>
              <a:gd name="connsiteY6" fmla="*/ 748017 h 2237474"/>
              <a:gd name="connsiteX7" fmla="*/ 11358455 w 12192000"/>
              <a:gd name="connsiteY7" fmla="*/ 747593 h 2237474"/>
              <a:gd name="connsiteX8" fmla="*/ 11165209 w 12192000"/>
              <a:gd name="connsiteY8" fmla="*/ 748852 h 2237474"/>
              <a:gd name="connsiteX9" fmla="*/ 11058755 w 12192000"/>
              <a:gd name="connsiteY9" fmla="*/ 749617 h 2237474"/>
              <a:gd name="connsiteX10" fmla="*/ 10846594 w 12192000"/>
              <a:gd name="connsiteY10" fmla="*/ 765069 h 2237474"/>
              <a:gd name="connsiteX11" fmla="*/ 10739478 w 12192000"/>
              <a:gd name="connsiteY11" fmla="*/ 776841 h 2237474"/>
              <a:gd name="connsiteX12" fmla="*/ 10458762 w 12192000"/>
              <a:gd name="connsiteY12" fmla="*/ 755400 h 2237474"/>
              <a:gd name="connsiteX13" fmla="*/ 10211200 w 12192000"/>
              <a:gd name="connsiteY13" fmla="*/ 767513 h 2237474"/>
              <a:gd name="connsiteX14" fmla="*/ 10167995 w 12192000"/>
              <a:gd name="connsiteY14" fmla="*/ 760843 h 2237474"/>
              <a:gd name="connsiteX15" fmla="*/ 9997044 w 12192000"/>
              <a:gd name="connsiteY15" fmla="*/ 780129 h 2237474"/>
              <a:gd name="connsiteX16" fmla="*/ 9943887 w 12192000"/>
              <a:gd name="connsiteY16" fmla="*/ 804141 h 2237474"/>
              <a:gd name="connsiteX17" fmla="*/ 9918248 w 12192000"/>
              <a:gd name="connsiteY17" fmla="*/ 816628 h 2237474"/>
              <a:gd name="connsiteX18" fmla="*/ 9767091 w 12192000"/>
              <a:gd name="connsiteY18" fmla="*/ 870550 h 2237474"/>
              <a:gd name="connsiteX19" fmla="*/ 9683005 w 12192000"/>
              <a:gd name="connsiteY19" fmla="*/ 894128 h 2237474"/>
              <a:gd name="connsiteX20" fmla="*/ 9594438 w 12192000"/>
              <a:gd name="connsiteY20" fmla="*/ 919051 h 2237474"/>
              <a:gd name="connsiteX21" fmla="*/ 9544189 w 12192000"/>
              <a:gd name="connsiteY21" fmla="*/ 938966 h 2237474"/>
              <a:gd name="connsiteX22" fmla="*/ 9500499 w 12192000"/>
              <a:gd name="connsiteY22" fmla="*/ 954680 h 2237474"/>
              <a:gd name="connsiteX23" fmla="*/ 9410017 w 12192000"/>
              <a:gd name="connsiteY23" fmla="*/ 993931 h 2237474"/>
              <a:gd name="connsiteX24" fmla="*/ 9392919 w 12192000"/>
              <a:gd name="connsiteY24" fmla="*/ 994656 h 2237474"/>
              <a:gd name="connsiteX25" fmla="*/ 9268019 w 12192000"/>
              <a:gd name="connsiteY25" fmla="*/ 1007442 h 2237474"/>
              <a:gd name="connsiteX26" fmla="*/ 9188177 w 12192000"/>
              <a:gd name="connsiteY26" fmla="*/ 1035474 h 2237474"/>
              <a:gd name="connsiteX27" fmla="*/ 9155969 w 12192000"/>
              <a:gd name="connsiteY27" fmla="*/ 1046804 h 2237474"/>
              <a:gd name="connsiteX28" fmla="*/ 9133985 w 12192000"/>
              <a:gd name="connsiteY28" fmla="*/ 1046450 h 2237474"/>
              <a:gd name="connsiteX29" fmla="*/ 9003462 w 12192000"/>
              <a:gd name="connsiteY29" fmla="*/ 1042406 h 2237474"/>
              <a:gd name="connsiteX30" fmla="*/ 8968445 w 12192000"/>
              <a:gd name="connsiteY30" fmla="*/ 1052169 h 2237474"/>
              <a:gd name="connsiteX31" fmla="*/ 8886001 w 12192000"/>
              <a:gd name="connsiteY31" fmla="*/ 1067468 h 2237474"/>
              <a:gd name="connsiteX32" fmla="*/ 8838610 w 12192000"/>
              <a:gd name="connsiteY32" fmla="*/ 1075091 h 2237474"/>
              <a:gd name="connsiteX33" fmla="*/ 8750383 w 12192000"/>
              <a:gd name="connsiteY33" fmla="*/ 1097387 h 2237474"/>
              <a:gd name="connsiteX34" fmla="*/ 8665605 w 12192000"/>
              <a:gd name="connsiteY34" fmla="*/ 1110791 h 2237474"/>
              <a:gd name="connsiteX35" fmla="*/ 8584946 w 12192000"/>
              <a:gd name="connsiteY35" fmla="*/ 1135226 h 2237474"/>
              <a:gd name="connsiteX36" fmla="*/ 8419755 w 12192000"/>
              <a:gd name="connsiteY36" fmla="*/ 1216260 h 2237474"/>
              <a:gd name="connsiteX37" fmla="*/ 8411626 w 12192000"/>
              <a:gd name="connsiteY37" fmla="*/ 1214397 h 2237474"/>
              <a:gd name="connsiteX38" fmla="*/ 8363469 w 12192000"/>
              <a:gd name="connsiteY38" fmla="*/ 1246658 h 2237474"/>
              <a:gd name="connsiteX39" fmla="*/ 8275497 w 12192000"/>
              <a:gd name="connsiteY39" fmla="*/ 1264396 h 2237474"/>
              <a:gd name="connsiteX40" fmla="*/ 8074238 w 12192000"/>
              <a:gd name="connsiteY40" fmla="*/ 1301895 h 2237474"/>
              <a:gd name="connsiteX41" fmla="*/ 7942099 w 12192000"/>
              <a:gd name="connsiteY41" fmla="*/ 1336332 h 2237474"/>
              <a:gd name="connsiteX42" fmla="*/ 7902328 w 12192000"/>
              <a:gd name="connsiteY42" fmla="*/ 1345865 h 2237474"/>
              <a:gd name="connsiteX43" fmla="*/ 7840612 w 12192000"/>
              <a:gd name="connsiteY43" fmla="*/ 1369373 h 2237474"/>
              <a:gd name="connsiteX44" fmla="*/ 7786819 w 12192000"/>
              <a:gd name="connsiteY44" fmla="*/ 1378970 h 2237474"/>
              <a:gd name="connsiteX45" fmla="*/ 7548172 w 12192000"/>
              <a:gd name="connsiteY45" fmla="*/ 1417460 h 2237474"/>
              <a:gd name="connsiteX46" fmla="*/ 7483437 w 12192000"/>
              <a:gd name="connsiteY46" fmla="*/ 1478152 h 2237474"/>
              <a:gd name="connsiteX47" fmla="*/ 7377870 w 12192000"/>
              <a:gd name="connsiteY47" fmla="*/ 1523319 h 2237474"/>
              <a:gd name="connsiteX48" fmla="*/ 7230737 w 12192000"/>
              <a:gd name="connsiteY48" fmla="*/ 1562633 h 2237474"/>
              <a:gd name="connsiteX49" fmla="*/ 7224458 w 12192000"/>
              <a:gd name="connsiteY49" fmla="*/ 1573008 h 2237474"/>
              <a:gd name="connsiteX50" fmla="*/ 7183121 w 12192000"/>
              <a:gd name="connsiteY50" fmla="*/ 1595162 h 2237474"/>
              <a:gd name="connsiteX51" fmla="*/ 7164601 w 12192000"/>
              <a:gd name="connsiteY51" fmla="*/ 1606490 h 2237474"/>
              <a:gd name="connsiteX52" fmla="*/ 6900177 w 12192000"/>
              <a:gd name="connsiteY52" fmla="*/ 1636016 h 2237474"/>
              <a:gd name="connsiteX53" fmla="*/ 6795372 w 12192000"/>
              <a:gd name="connsiteY53" fmla="*/ 1644845 h 2237474"/>
              <a:gd name="connsiteX54" fmla="*/ 6692251 w 12192000"/>
              <a:gd name="connsiteY54" fmla="*/ 1656357 h 2237474"/>
              <a:gd name="connsiteX55" fmla="*/ 6655235 w 12192000"/>
              <a:gd name="connsiteY55" fmla="*/ 1661869 h 2237474"/>
              <a:gd name="connsiteX56" fmla="*/ 6554894 w 12192000"/>
              <a:gd name="connsiteY56" fmla="*/ 1664428 h 2237474"/>
              <a:gd name="connsiteX57" fmla="*/ 6516595 w 12192000"/>
              <a:gd name="connsiteY57" fmla="*/ 1667475 h 2237474"/>
              <a:gd name="connsiteX58" fmla="*/ 6508541 w 12192000"/>
              <a:gd name="connsiteY58" fmla="*/ 1668757 h 2237474"/>
              <a:gd name="connsiteX59" fmla="*/ 6471012 w 12192000"/>
              <a:gd name="connsiteY59" fmla="*/ 1678604 h 2237474"/>
              <a:gd name="connsiteX60" fmla="*/ 6364035 w 12192000"/>
              <a:gd name="connsiteY60" fmla="*/ 1667683 h 2237474"/>
              <a:gd name="connsiteX61" fmla="*/ 6280959 w 12192000"/>
              <a:gd name="connsiteY61" fmla="*/ 1689329 h 2237474"/>
              <a:gd name="connsiteX62" fmla="*/ 6243319 w 12192000"/>
              <a:gd name="connsiteY62" fmla="*/ 1695560 h 2237474"/>
              <a:gd name="connsiteX63" fmla="*/ 6098321 w 12192000"/>
              <a:gd name="connsiteY63" fmla="*/ 1721646 h 2237474"/>
              <a:gd name="connsiteX64" fmla="*/ 5880652 w 12192000"/>
              <a:gd name="connsiteY64" fmla="*/ 1779643 h 2237474"/>
              <a:gd name="connsiteX65" fmla="*/ 5785959 w 12192000"/>
              <a:gd name="connsiteY65" fmla="*/ 1775307 h 2237474"/>
              <a:gd name="connsiteX66" fmla="*/ 5643534 w 12192000"/>
              <a:gd name="connsiteY66" fmla="*/ 1802919 h 2237474"/>
              <a:gd name="connsiteX67" fmla="*/ 5518799 w 12192000"/>
              <a:gd name="connsiteY67" fmla="*/ 1818312 h 2237474"/>
              <a:gd name="connsiteX68" fmla="*/ 5505014 w 12192000"/>
              <a:gd name="connsiteY68" fmla="*/ 1819259 h 2237474"/>
              <a:gd name="connsiteX69" fmla="*/ 5453307 w 12192000"/>
              <a:gd name="connsiteY69" fmla="*/ 1815450 h 2237474"/>
              <a:gd name="connsiteX70" fmla="*/ 5221533 w 12192000"/>
              <a:gd name="connsiteY70" fmla="*/ 1846950 h 2237474"/>
              <a:gd name="connsiteX71" fmla="*/ 5149802 w 12192000"/>
              <a:gd name="connsiteY71" fmla="*/ 1844846 h 2237474"/>
              <a:gd name="connsiteX72" fmla="*/ 5114927 w 12192000"/>
              <a:gd name="connsiteY72" fmla="*/ 1847827 h 2237474"/>
              <a:gd name="connsiteX73" fmla="*/ 5108970 w 12192000"/>
              <a:gd name="connsiteY73" fmla="*/ 1847935 h 2237474"/>
              <a:gd name="connsiteX74" fmla="*/ 5067961 w 12192000"/>
              <a:gd name="connsiteY74" fmla="*/ 1845917 h 2237474"/>
              <a:gd name="connsiteX75" fmla="*/ 5007075 w 12192000"/>
              <a:gd name="connsiteY75" fmla="*/ 1838626 h 2237474"/>
              <a:gd name="connsiteX76" fmla="*/ 4944087 w 12192000"/>
              <a:gd name="connsiteY76" fmla="*/ 1823332 h 2237474"/>
              <a:gd name="connsiteX77" fmla="*/ 4907662 w 12192000"/>
              <a:gd name="connsiteY77" fmla="*/ 1816900 h 2237474"/>
              <a:gd name="connsiteX78" fmla="*/ 4882386 w 12192000"/>
              <a:gd name="connsiteY78" fmla="*/ 1809844 h 2237474"/>
              <a:gd name="connsiteX79" fmla="*/ 4811440 w 12192000"/>
              <a:gd name="connsiteY79" fmla="*/ 1804655 h 2237474"/>
              <a:gd name="connsiteX80" fmla="*/ 4691075 w 12192000"/>
              <a:gd name="connsiteY80" fmla="*/ 1801389 h 2237474"/>
              <a:gd name="connsiteX81" fmla="*/ 4640313 w 12192000"/>
              <a:gd name="connsiteY81" fmla="*/ 1784307 h 2237474"/>
              <a:gd name="connsiteX82" fmla="*/ 4536503 w 12192000"/>
              <a:gd name="connsiteY82" fmla="*/ 1785334 h 2237474"/>
              <a:gd name="connsiteX83" fmla="*/ 4513724 w 12192000"/>
              <a:gd name="connsiteY83" fmla="*/ 1791996 h 2237474"/>
              <a:gd name="connsiteX84" fmla="*/ 4459810 w 12192000"/>
              <a:gd name="connsiteY84" fmla="*/ 1797886 h 2237474"/>
              <a:gd name="connsiteX85" fmla="*/ 4379064 w 12192000"/>
              <a:gd name="connsiteY85" fmla="*/ 1817177 h 2237474"/>
              <a:gd name="connsiteX86" fmla="*/ 4290981 w 12192000"/>
              <a:gd name="connsiteY86" fmla="*/ 1839677 h 2237474"/>
              <a:gd name="connsiteX87" fmla="*/ 4238372 w 12192000"/>
              <a:gd name="connsiteY87" fmla="*/ 1851480 h 2237474"/>
              <a:gd name="connsiteX88" fmla="*/ 4232517 w 12192000"/>
              <a:gd name="connsiteY88" fmla="*/ 1852567 h 2237474"/>
              <a:gd name="connsiteX89" fmla="*/ 4191732 w 12192000"/>
              <a:gd name="connsiteY89" fmla="*/ 1857328 h 2237474"/>
              <a:gd name="connsiteX90" fmla="*/ 4065532 w 12192000"/>
              <a:gd name="connsiteY90" fmla="*/ 1855477 h 2237474"/>
              <a:gd name="connsiteX91" fmla="*/ 4028460 w 12192000"/>
              <a:gd name="connsiteY91" fmla="*/ 1855137 h 2237474"/>
              <a:gd name="connsiteX92" fmla="*/ 4002267 w 12192000"/>
              <a:gd name="connsiteY92" fmla="*/ 1852352 h 2237474"/>
              <a:gd name="connsiteX93" fmla="*/ 3931396 w 12192000"/>
              <a:gd name="connsiteY93" fmla="*/ 1858915 h 2237474"/>
              <a:gd name="connsiteX94" fmla="*/ 3812162 w 12192000"/>
              <a:gd name="connsiteY94" fmla="*/ 1875501 h 2237474"/>
              <a:gd name="connsiteX95" fmla="*/ 3758105 w 12192000"/>
              <a:gd name="connsiteY95" fmla="*/ 1871856 h 2237474"/>
              <a:gd name="connsiteX96" fmla="*/ 3567259 w 12192000"/>
              <a:gd name="connsiteY96" fmla="*/ 1893482 h 2237474"/>
              <a:gd name="connsiteX97" fmla="*/ 3405770 w 12192000"/>
              <a:gd name="connsiteY97" fmla="*/ 1904591 h 2237474"/>
              <a:gd name="connsiteX98" fmla="*/ 3280097 w 12192000"/>
              <a:gd name="connsiteY98" fmla="*/ 1919610 h 2237474"/>
              <a:gd name="connsiteX99" fmla="*/ 3009910 w 12192000"/>
              <a:gd name="connsiteY99" fmla="*/ 1957866 h 2237474"/>
              <a:gd name="connsiteX100" fmla="*/ 2995934 w 12192000"/>
              <a:gd name="connsiteY100" fmla="*/ 1967085 h 2237474"/>
              <a:gd name="connsiteX101" fmla="*/ 2942858 w 12192000"/>
              <a:gd name="connsiteY101" fmla="*/ 1981367 h 2237474"/>
              <a:gd name="connsiteX102" fmla="*/ 2875436 w 12192000"/>
              <a:gd name="connsiteY102" fmla="*/ 1996977 h 2237474"/>
              <a:gd name="connsiteX103" fmla="*/ 2874892 w 12192000"/>
              <a:gd name="connsiteY103" fmla="*/ 1996085 h 2237474"/>
              <a:gd name="connsiteX104" fmla="*/ 2843662 w 12192000"/>
              <a:gd name="connsiteY104" fmla="*/ 1992498 h 2237474"/>
              <a:gd name="connsiteX105" fmla="*/ 2718916 w 12192000"/>
              <a:gd name="connsiteY105" fmla="*/ 1990867 h 2237474"/>
              <a:gd name="connsiteX106" fmla="*/ 2713522 w 12192000"/>
              <a:gd name="connsiteY106" fmla="*/ 1990173 h 2237474"/>
              <a:gd name="connsiteX107" fmla="*/ 2476147 w 12192000"/>
              <a:gd name="connsiteY107" fmla="*/ 1998305 h 2237474"/>
              <a:gd name="connsiteX108" fmla="*/ 2373568 w 12192000"/>
              <a:gd name="connsiteY108" fmla="*/ 2003219 h 2237474"/>
              <a:gd name="connsiteX109" fmla="*/ 2287219 w 12192000"/>
              <a:gd name="connsiteY109" fmla="*/ 1998750 h 2237474"/>
              <a:gd name="connsiteX110" fmla="*/ 2243069 w 12192000"/>
              <a:gd name="connsiteY110" fmla="*/ 2005321 h 2237474"/>
              <a:gd name="connsiteX111" fmla="*/ 2164831 w 12192000"/>
              <a:gd name="connsiteY111" fmla="*/ 2010143 h 2237474"/>
              <a:gd name="connsiteX112" fmla="*/ 2085228 w 12192000"/>
              <a:gd name="connsiteY112" fmla="*/ 2046431 h 2237474"/>
              <a:gd name="connsiteX113" fmla="*/ 2058061 w 12192000"/>
              <a:gd name="connsiteY113" fmla="*/ 2047942 h 2237474"/>
              <a:gd name="connsiteX114" fmla="*/ 2042244 w 12192000"/>
              <a:gd name="connsiteY114" fmla="*/ 2055560 h 2237474"/>
              <a:gd name="connsiteX115" fmla="*/ 1877728 w 12192000"/>
              <a:gd name="connsiteY115" fmla="*/ 2101004 h 2237474"/>
              <a:gd name="connsiteX116" fmla="*/ 1759056 w 12192000"/>
              <a:gd name="connsiteY116" fmla="*/ 2125608 h 2237474"/>
              <a:gd name="connsiteX117" fmla="*/ 1637948 w 12192000"/>
              <a:gd name="connsiteY117" fmla="*/ 2172597 h 2237474"/>
              <a:gd name="connsiteX118" fmla="*/ 1434549 w 12192000"/>
              <a:gd name="connsiteY118" fmla="*/ 2234522 h 2237474"/>
              <a:gd name="connsiteX119" fmla="*/ 1398481 w 12192000"/>
              <a:gd name="connsiteY119" fmla="*/ 2237074 h 2237474"/>
              <a:gd name="connsiteX120" fmla="*/ 1398407 w 12192000"/>
              <a:gd name="connsiteY120" fmla="*/ 2237095 h 2237474"/>
              <a:gd name="connsiteX121" fmla="*/ 1370962 w 12192000"/>
              <a:gd name="connsiteY121" fmla="*/ 2237474 h 2237474"/>
              <a:gd name="connsiteX122" fmla="*/ 1356367 w 12192000"/>
              <a:gd name="connsiteY122" fmla="*/ 2235089 h 2237474"/>
              <a:gd name="connsiteX123" fmla="*/ 1279765 w 12192000"/>
              <a:gd name="connsiteY123" fmla="*/ 2229639 h 2237474"/>
              <a:gd name="connsiteX124" fmla="*/ 1195347 w 12192000"/>
              <a:gd name="connsiteY124" fmla="*/ 2212354 h 2237474"/>
              <a:gd name="connsiteX125" fmla="*/ 970251 w 12192000"/>
              <a:gd name="connsiteY125" fmla="*/ 2221029 h 2237474"/>
              <a:gd name="connsiteX126" fmla="*/ 812914 w 12192000"/>
              <a:gd name="connsiteY126" fmla="*/ 2210095 h 2237474"/>
              <a:gd name="connsiteX127" fmla="*/ 776382 w 12192000"/>
              <a:gd name="connsiteY127" fmla="*/ 2204512 h 2237474"/>
              <a:gd name="connsiteX128" fmla="*/ 597225 w 12192000"/>
              <a:gd name="connsiteY128" fmla="*/ 2180999 h 2237474"/>
              <a:gd name="connsiteX129" fmla="*/ 520671 w 12192000"/>
              <a:gd name="connsiteY129" fmla="*/ 2180980 h 2237474"/>
              <a:gd name="connsiteX130" fmla="*/ 515024 w 12192000"/>
              <a:gd name="connsiteY130" fmla="*/ 2179258 h 2237474"/>
              <a:gd name="connsiteX131" fmla="*/ 413835 w 12192000"/>
              <a:gd name="connsiteY131" fmla="*/ 2156783 h 2237474"/>
              <a:gd name="connsiteX132" fmla="*/ 376513 w 12192000"/>
              <a:gd name="connsiteY132" fmla="*/ 2154014 h 2237474"/>
              <a:gd name="connsiteX133" fmla="*/ 273386 w 12192000"/>
              <a:gd name="connsiteY133" fmla="*/ 2142551 h 2237474"/>
              <a:gd name="connsiteX134" fmla="*/ 169207 w 12192000"/>
              <a:gd name="connsiteY134" fmla="*/ 2128100 h 2237474"/>
              <a:gd name="connsiteX135" fmla="*/ 77641 w 12192000"/>
              <a:gd name="connsiteY135" fmla="*/ 2126835 h 2237474"/>
              <a:gd name="connsiteX136" fmla="*/ 37645 w 12192000"/>
              <a:gd name="connsiteY136" fmla="*/ 2115401 h 2237474"/>
              <a:gd name="connsiteX137" fmla="*/ 4572 w 12192000"/>
              <a:gd name="connsiteY137" fmla="*/ 2111091 h 2237474"/>
              <a:gd name="connsiteX138" fmla="*/ 0 w 12192000"/>
              <a:gd name="connsiteY138" fmla="*/ 2110468 h 2237474"/>
              <a:gd name="connsiteX139" fmla="*/ 0 w 12192000"/>
              <a:gd name="connsiteY139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1890686 w 12192000"/>
              <a:gd name="connsiteY3" fmla="*/ 732766 h 2237474"/>
              <a:gd name="connsiteX4" fmla="*/ 11820512 w 12192000"/>
              <a:gd name="connsiteY4" fmla="*/ 745392 h 2237474"/>
              <a:gd name="connsiteX5" fmla="*/ 11649954 w 12192000"/>
              <a:gd name="connsiteY5" fmla="*/ 749628 h 2237474"/>
              <a:gd name="connsiteX6" fmla="*/ 11560424 w 12192000"/>
              <a:gd name="connsiteY6" fmla="*/ 748017 h 2237474"/>
              <a:gd name="connsiteX7" fmla="*/ 11358455 w 12192000"/>
              <a:gd name="connsiteY7" fmla="*/ 747593 h 2237474"/>
              <a:gd name="connsiteX8" fmla="*/ 11165209 w 12192000"/>
              <a:gd name="connsiteY8" fmla="*/ 748852 h 2237474"/>
              <a:gd name="connsiteX9" fmla="*/ 11058755 w 12192000"/>
              <a:gd name="connsiteY9" fmla="*/ 749617 h 2237474"/>
              <a:gd name="connsiteX10" fmla="*/ 10846594 w 12192000"/>
              <a:gd name="connsiteY10" fmla="*/ 765069 h 2237474"/>
              <a:gd name="connsiteX11" fmla="*/ 10739478 w 12192000"/>
              <a:gd name="connsiteY11" fmla="*/ 776841 h 2237474"/>
              <a:gd name="connsiteX12" fmla="*/ 10458762 w 12192000"/>
              <a:gd name="connsiteY12" fmla="*/ 755400 h 2237474"/>
              <a:gd name="connsiteX13" fmla="*/ 10211200 w 12192000"/>
              <a:gd name="connsiteY13" fmla="*/ 767513 h 2237474"/>
              <a:gd name="connsiteX14" fmla="*/ 10167995 w 12192000"/>
              <a:gd name="connsiteY14" fmla="*/ 760843 h 2237474"/>
              <a:gd name="connsiteX15" fmla="*/ 9997044 w 12192000"/>
              <a:gd name="connsiteY15" fmla="*/ 780129 h 2237474"/>
              <a:gd name="connsiteX16" fmla="*/ 9943887 w 12192000"/>
              <a:gd name="connsiteY16" fmla="*/ 804141 h 2237474"/>
              <a:gd name="connsiteX17" fmla="*/ 9918248 w 12192000"/>
              <a:gd name="connsiteY17" fmla="*/ 816628 h 2237474"/>
              <a:gd name="connsiteX18" fmla="*/ 9767091 w 12192000"/>
              <a:gd name="connsiteY18" fmla="*/ 870550 h 2237474"/>
              <a:gd name="connsiteX19" fmla="*/ 9683005 w 12192000"/>
              <a:gd name="connsiteY19" fmla="*/ 894128 h 2237474"/>
              <a:gd name="connsiteX20" fmla="*/ 9594438 w 12192000"/>
              <a:gd name="connsiteY20" fmla="*/ 919051 h 2237474"/>
              <a:gd name="connsiteX21" fmla="*/ 9544189 w 12192000"/>
              <a:gd name="connsiteY21" fmla="*/ 938966 h 2237474"/>
              <a:gd name="connsiteX22" fmla="*/ 9500499 w 12192000"/>
              <a:gd name="connsiteY22" fmla="*/ 954680 h 2237474"/>
              <a:gd name="connsiteX23" fmla="*/ 9410017 w 12192000"/>
              <a:gd name="connsiteY23" fmla="*/ 993931 h 2237474"/>
              <a:gd name="connsiteX24" fmla="*/ 9392919 w 12192000"/>
              <a:gd name="connsiteY24" fmla="*/ 994656 h 2237474"/>
              <a:gd name="connsiteX25" fmla="*/ 9268019 w 12192000"/>
              <a:gd name="connsiteY25" fmla="*/ 1007442 h 2237474"/>
              <a:gd name="connsiteX26" fmla="*/ 9188177 w 12192000"/>
              <a:gd name="connsiteY26" fmla="*/ 1035474 h 2237474"/>
              <a:gd name="connsiteX27" fmla="*/ 9155969 w 12192000"/>
              <a:gd name="connsiteY27" fmla="*/ 1046804 h 2237474"/>
              <a:gd name="connsiteX28" fmla="*/ 9133985 w 12192000"/>
              <a:gd name="connsiteY28" fmla="*/ 1046450 h 2237474"/>
              <a:gd name="connsiteX29" fmla="*/ 9003462 w 12192000"/>
              <a:gd name="connsiteY29" fmla="*/ 1042406 h 2237474"/>
              <a:gd name="connsiteX30" fmla="*/ 8968445 w 12192000"/>
              <a:gd name="connsiteY30" fmla="*/ 1052169 h 2237474"/>
              <a:gd name="connsiteX31" fmla="*/ 8886001 w 12192000"/>
              <a:gd name="connsiteY31" fmla="*/ 1067468 h 2237474"/>
              <a:gd name="connsiteX32" fmla="*/ 8838610 w 12192000"/>
              <a:gd name="connsiteY32" fmla="*/ 1075091 h 2237474"/>
              <a:gd name="connsiteX33" fmla="*/ 8750383 w 12192000"/>
              <a:gd name="connsiteY33" fmla="*/ 1097387 h 2237474"/>
              <a:gd name="connsiteX34" fmla="*/ 8665605 w 12192000"/>
              <a:gd name="connsiteY34" fmla="*/ 1110791 h 2237474"/>
              <a:gd name="connsiteX35" fmla="*/ 8584946 w 12192000"/>
              <a:gd name="connsiteY35" fmla="*/ 1135226 h 2237474"/>
              <a:gd name="connsiteX36" fmla="*/ 8419755 w 12192000"/>
              <a:gd name="connsiteY36" fmla="*/ 1216260 h 2237474"/>
              <a:gd name="connsiteX37" fmla="*/ 8411626 w 12192000"/>
              <a:gd name="connsiteY37" fmla="*/ 1214397 h 2237474"/>
              <a:gd name="connsiteX38" fmla="*/ 8363469 w 12192000"/>
              <a:gd name="connsiteY38" fmla="*/ 1246658 h 2237474"/>
              <a:gd name="connsiteX39" fmla="*/ 8275497 w 12192000"/>
              <a:gd name="connsiteY39" fmla="*/ 1264396 h 2237474"/>
              <a:gd name="connsiteX40" fmla="*/ 8074238 w 12192000"/>
              <a:gd name="connsiteY40" fmla="*/ 1301895 h 2237474"/>
              <a:gd name="connsiteX41" fmla="*/ 7942099 w 12192000"/>
              <a:gd name="connsiteY41" fmla="*/ 1336332 h 2237474"/>
              <a:gd name="connsiteX42" fmla="*/ 7902328 w 12192000"/>
              <a:gd name="connsiteY42" fmla="*/ 1345865 h 2237474"/>
              <a:gd name="connsiteX43" fmla="*/ 7840612 w 12192000"/>
              <a:gd name="connsiteY43" fmla="*/ 1369373 h 2237474"/>
              <a:gd name="connsiteX44" fmla="*/ 7786819 w 12192000"/>
              <a:gd name="connsiteY44" fmla="*/ 1378970 h 2237474"/>
              <a:gd name="connsiteX45" fmla="*/ 7548172 w 12192000"/>
              <a:gd name="connsiteY45" fmla="*/ 1417460 h 2237474"/>
              <a:gd name="connsiteX46" fmla="*/ 7483437 w 12192000"/>
              <a:gd name="connsiteY46" fmla="*/ 1478152 h 2237474"/>
              <a:gd name="connsiteX47" fmla="*/ 7377870 w 12192000"/>
              <a:gd name="connsiteY47" fmla="*/ 1523319 h 2237474"/>
              <a:gd name="connsiteX48" fmla="*/ 7230737 w 12192000"/>
              <a:gd name="connsiteY48" fmla="*/ 1562633 h 2237474"/>
              <a:gd name="connsiteX49" fmla="*/ 7224458 w 12192000"/>
              <a:gd name="connsiteY49" fmla="*/ 1573008 h 2237474"/>
              <a:gd name="connsiteX50" fmla="*/ 7183121 w 12192000"/>
              <a:gd name="connsiteY50" fmla="*/ 1595162 h 2237474"/>
              <a:gd name="connsiteX51" fmla="*/ 7164601 w 12192000"/>
              <a:gd name="connsiteY51" fmla="*/ 1606490 h 2237474"/>
              <a:gd name="connsiteX52" fmla="*/ 6900177 w 12192000"/>
              <a:gd name="connsiteY52" fmla="*/ 1636016 h 2237474"/>
              <a:gd name="connsiteX53" fmla="*/ 6795372 w 12192000"/>
              <a:gd name="connsiteY53" fmla="*/ 1644845 h 2237474"/>
              <a:gd name="connsiteX54" fmla="*/ 6692251 w 12192000"/>
              <a:gd name="connsiteY54" fmla="*/ 1656357 h 2237474"/>
              <a:gd name="connsiteX55" fmla="*/ 6655235 w 12192000"/>
              <a:gd name="connsiteY55" fmla="*/ 1661869 h 2237474"/>
              <a:gd name="connsiteX56" fmla="*/ 6554894 w 12192000"/>
              <a:gd name="connsiteY56" fmla="*/ 1664428 h 2237474"/>
              <a:gd name="connsiteX57" fmla="*/ 6516595 w 12192000"/>
              <a:gd name="connsiteY57" fmla="*/ 1667475 h 2237474"/>
              <a:gd name="connsiteX58" fmla="*/ 6508541 w 12192000"/>
              <a:gd name="connsiteY58" fmla="*/ 1668757 h 2237474"/>
              <a:gd name="connsiteX59" fmla="*/ 6471012 w 12192000"/>
              <a:gd name="connsiteY59" fmla="*/ 1678604 h 2237474"/>
              <a:gd name="connsiteX60" fmla="*/ 6364035 w 12192000"/>
              <a:gd name="connsiteY60" fmla="*/ 1667683 h 2237474"/>
              <a:gd name="connsiteX61" fmla="*/ 6280959 w 12192000"/>
              <a:gd name="connsiteY61" fmla="*/ 1689329 h 2237474"/>
              <a:gd name="connsiteX62" fmla="*/ 6243319 w 12192000"/>
              <a:gd name="connsiteY62" fmla="*/ 1695560 h 2237474"/>
              <a:gd name="connsiteX63" fmla="*/ 6098321 w 12192000"/>
              <a:gd name="connsiteY63" fmla="*/ 1721646 h 2237474"/>
              <a:gd name="connsiteX64" fmla="*/ 5880652 w 12192000"/>
              <a:gd name="connsiteY64" fmla="*/ 1779643 h 2237474"/>
              <a:gd name="connsiteX65" fmla="*/ 5785959 w 12192000"/>
              <a:gd name="connsiteY65" fmla="*/ 1775307 h 2237474"/>
              <a:gd name="connsiteX66" fmla="*/ 5643534 w 12192000"/>
              <a:gd name="connsiteY66" fmla="*/ 1802919 h 2237474"/>
              <a:gd name="connsiteX67" fmla="*/ 5518799 w 12192000"/>
              <a:gd name="connsiteY67" fmla="*/ 1818312 h 2237474"/>
              <a:gd name="connsiteX68" fmla="*/ 5505014 w 12192000"/>
              <a:gd name="connsiteY68" fmla="*/ 1819259 h 2237474"/>
              <a:gd name="connsiteX69" fmla="*/ 5453307 w 12192000"/>
              <a:gd name="connsiteY69" fmla="*/ 1815450 h 2237474"/>
              <a:gd name="connsiteX70" fmla="*/ 5221533 w 12192000"/>
              <a:gd name="connsiteY70" fmla="*/ 1846950 h 2237474"/>
              <a:gd name="connsiteX71" fmla="*/ 5149802 w 12192000"/>
              <a:gd name="connsiteY71" fmla="*/ 1844846 h 2237474"/>
              <a:gd name="connsiteX72" fmla="*/ 5114927 w 12192000"/>
              <a:gd name="connsiteY72" fmla="*/ 1847827 h 2237474"/>
              <a:gd name="connsiteX73" fmla="*/ 5108970 w 12192000"/>
              <a:gd name="connsiteY73" fmla="*/ 1847935 h 2237474"/>
              <a:gd name="connsiteX74" fmla="*/ 5067961 w 12192000"/>
              <a:gd name="connsiteY74" fmla="*/ 1845917 h 2237474"/>
              <a:gd name="connsiteX75" fmla="*/ 5007075 w 12192000"/>
              <a:gd name="connsiteY75" fmla="*/ 1838626 h 2237474"/>
              <a:gd name="connsiteX76" fmla="*/ 4944087 w 12192000"/>
              <a:gd name="connsiteY76" fmla="*/ 1823332 h 2237474"/>
              <a:gd name="connsiteX77" fmla="*/ 4907662 w 12192000"/>
              <a:gd name="connsiteY77" fmla="*/ 1816900 h 2237474"/>
              <a:gd name="connsiteX78" fmla="*/ 4882386 w 12192000"/>
              <a:gd name="connsiteY78" fmla="*/ 1809844 h 2237474"/>
              <a:gd name="connsiteX79" fmla="*/ 4811440 w 12192000"/>
              <a:gd name="connsiteY79" fmla="*/ 1804655 h 2237474"/>
              <a:gd name="connsiteX80" fmla="*/ 4691075 w 12192000"/>
              <a:gd name="connsiteY80" fmla="*/ 1801389 h 2237474"/>
              <a:gd name="connsiteX81" fmla="*/ 4640313 w 12192000"/>
              <a:gd name="connsiteY81" fmla="*/ 1784307 h 2237474"/>
              <a:gd name="connsiteX82" fmla="*/ 4536503 w 12192000"/>
              <a:gd name="connsiteY82" fmla="*/ 1785334 h 2237474"/>
              <a:gd name="connsiteX83" fmla="*/ 4513724 w 12192000"/>
              <a:gd name="connsiteY83" fmla="*/ 1791996 h 2237474"/>
              <a:gd name="connsiteX84" fmla="*/ 4459810 w 12192000"/>
              <a:gd name="connsiteY84" fmla="*/ 1797886 h 2237474"/>
              <a:gd name="connsiteX85" fmla="*/ 4379064 w 12192000"/>
              <a:gd name="connsiteY85" fmla="*/ 1817177 h 2237474"/>
              <a:gd name="connsiteX86" fmla="*/ 4290981 w 12192000"/>
              <a:gd name="connsiteY86" fmla="*/ 1839677 h 2237474"/>
              <a:gd name="connsiteX87" fmla="*/ 4238372 w 12192000"/>
              <a:gd name="connsiteY87" fmla="*/ 1851480 h 2237474"/>
              <a:gd name="connsiteX88" fmla="*/ 4232517 w 12192000"/>
              <a:gd name="connsiteY88" fmla="*/ 1852567 h 2237474"/>
              <a:gd name="connsiteX89" fmla="*/ 4191732 w 12192000"/>
              <a:gd name="connsiteY89" fmla="*/ 1857328 h 2237474"/>
              <a:gd name="connsiteX90" fmla="*/ 4065532 w 12192000"/>
              <a:gd name="connsiteY90" fmla="*/ 1855477 h 2237474"/>
              <a:gd name="connsiteX91" fmla="*/ 4028460 w 12192000"/>
              <a:gd name="connsiteY91" fmla="*/ 1855137 h 2237474"/>
              <a:gd name="connsiteX92" fmla="*/ 4002267 w 12192000"/>
              <a:gd name="connsiteY92" fmla="*/ 1852352 h 2237474"/>
              <a:gd name="connsiteX93" fmla="*/ 3931396 w 12192000"/>
              <a:gd name="connsiteY93" fmla="*/ 1858915 h 2237474"/>
              <a:gd name="connsiteX94" fmla="*/ 3812162 w 12192000"/>
              <a:gd name="connsiteY94" fmla="*/ 1875501 h 2237474"/>
              <a:gd name="connsiteX95" fmla="*/ 3758105 w 12192000"/>
              <a:gd name="connsiteY95" fmla="*/ 1871856 h 2237474"/>
              <a:gd name="connsiteX96" fmla="*/ 3567259 w 12192000"/>
              <a:gd name="connsiteY96" fmla="*/ 1893482 h 2237474"/>
              <a:gd name="connsiteX97" fmla="*/ 3405770 w 12192000"/>
              <a:gd name="connsiteY97" fmla="*/ 1904591 h 2237474"/>
              <a:gd name="connsiteX98" fmla="*/ 3280097 w 12192000"/>
              <a:gd name="connsiteY98" fmla="*/ 1919610 h 2237474"/>
              <a:gd name="connsiteX99" fmla="*/ 3009910 w 12192000"/>
              <a:gd name="connsiteY99" fmla="*/ 1957866 h 2237474"/>
              <a:gd name="connsiteX100" fmla="*/ 2995934 w 12192000"/>
              <a:gd name="connsiteY100" fmla="*/ 1967085 h 2237474"/>
              <a:gd name="connsiteX101" fmla="*/ 2942858 w 12192000"/>
              <a:gd name="connsiteY101" fmla="*/ 1981367 h 2237474"/>
              <a:gd name="connsiteX102" fmla="*/ 2875436 w 12192000"/>
              <a:gd name="connsiteY102" fmla="*/ 1996977 h 2237474"/>
              <a:gd name="connsiteX103" fmla="*/ 2874892 w 12192000"/>
              <a:gd name="connsiteY103" fmla="*/ 1996085 h 2237474"/>
              <a:gd name="connsiteX104" fmla="*/ 2843662 w 12192000"/>
              <a:gd name="connsiteY104" fmla="*/ 1992498 h 2237474"/>
              <a:gd name="connsiteX105" fmla="*/ 2718916 w 12192000"/>
              <a:gd name="connsiteY105" fmla="*/ 1990867 h 2237474"/>
              <a:gd name="connsiteX106" fmla="*/ 2713522 w 12192000"/>
              <a:gd name="connsiteY106" fmla="*/ 1990173 h 2237474"/>
              <a:gd name="connsiteX107" fmla="*/ 2476147 w 12192000"/>
              <a:gd name="connsiteY107" fmla="*/ 1998305 h 2237474"/>
              <a:gd name="connsiteX108" fmla="*/ 2373568 w 12192000"/>
              <a:gd name="connsiteY108" fmla="*/ 2003219 h 2237474"/>
              <a:gd name="connsiteX109" fmla="*/ 2287219 w 12192000"/>
              <a:gd name="connsiteY109" fmla="*/ 1998750 h 2237474"/>
              <a:gd name="connsiteX110" fmla="*/ 2243069 w 12192000"/>
              <a:gd name="connsiteY110" fmla="*/ 2005321 h 2237474"/>
              <a:gd name="connsiteX111" fmla="*/ 2164831 w 12192000"/>
              <a:gd name="connsiteY111" fmla="*/ 2010143 h 2237474"/>
              <a:gd name="connsiteX112" fmla="*/ 2085228 w 12192000"/>
              <a:gd name="connsiteY112" fmla="*/ 2046431 h 2237474"/>
              <a:gd name="connsiteX113" fmla="*/ 2058061 w 12192000"/>
              <a:gd name="connsiteY113" fmla="*/ 2047942 h 2237474"/>
              <a:gd name="connsiteX114" fmla="*/ 2042244 w 12192000"/>
              <a:gd name="connsiteY114" fmla="*/ 2055560 h 2237474"/>
              <a:gd name="connsiteX115" fmla="*/ 1877728 w 12192000"/>
              <a:gd name="connsiteY115" fmla="*/ 2101004 h 2237474"/>
              <a:gd name="connsiteX116" fmla="*/ 1759056 w 12192000"/>
              <a:gd name="connsiteY116" fmla="*/ 2125608 h 2237474"/>
              <a:gd name="connsiteX117" fmla="*/ 1637948 w 12192000"/>
              <a:gd name="connsiteY117" fmla="*/ 2172597 h 2237474"/>
              <a:gd name="connsiteX118" fmla="*/ 1434549 w 12192000"/>
              <a:gd name="connsiteY118" fmla="*/ 2234522 h 2237474"/>
              <a:gd name="connsiteX119" fmla="*/ 1398481 w 12192000"/>
              <a:gd name="connsiteY119" fmla="*/ 2237074 h 2237474"/>
              <a:gd name="connsiteX120" fmla="*/ 1398407 w 12192000"/>
              <a:gd name="connsiteY120" fmla="*/ 2237095 h 2237474"/>
              <a:gd name="connsiteX121" fmla="*/ 1370962 w 12192000"/>
              <a:gd name="connsiteY121" fmla="*/ 2237474 h 2237474"/>
              <a:gd name="connsiteX122" fmla="*/ 1356367 w 12192000"/>
              <a:gd name="connsiteY122" fmla="*/ 2235089 h 2237474"/>
              <a:gd name="connsiteX123" fmla="*/ 1279765 w 12192000"/>
              <a:gd name="connsiteY123" fmla="*/ 2229639 h 2237474"/>
              <a:gd name="connsiteX124" fmla="*/ 1195347 w 12192000"/>
              <a:gd name="connsiteY124" fmla="*/ 2212354 h 2237474"/>
              <a:gd name="connsiteX125" fmla="*/ 970251 w 12192000"/>
              <a:gd name="connsiteY125" fmla="*/ 2221029 h 2237474"/>
              <a:gd name="connsiteX126" fmla="*/ 812914 w 12192000"/>
              <a:gd name="connsiteY126" fmla="*/ 2210095 h 2237474"/>
              <a:gd name="connsiteX127" fmla="*/ 776382 w 12192000"/>
              <a:gd name="connsiteY127" fmla="*/ 2204512 h 2237474"/>
              <a:gd name="connsiteX128" fmla="*/ 597225 w 12192000"/>
              <a:gd name="connsiteY128" fmla="*/ 2180999 h 2237474"/>
              <a:gd name="connsiteX129" fmla="*/ 520671 w 12192000"/>
              <a:gd name="connsiteY129" fmla="*/ 2180980 h 2237474"/>
              <a:gd name="connsiteX130" fmla="*/ 515024 w 12192000"/>
              <a:gd name="connsiteY130" fmla="*/ 2179258 h 2237474"/>
              <a:gd name="connsiteX131" fmla="*/ 413835 w 12192000"/>
              <a:gd name="connsiteY131" fmla="*/ 2156783 h 2237474"/>
              <a:gd name="connsiteX132" fmla="*/ 376513 w 12192000"/>
              <a:gd name="connsiteY132" fmla="*/ 2154014 h 2237474"/>
              <a:gd name="connsiteX133" fmla="*/ 273386 w 12192000"/>
              <a:gd name="connsiteY133" fmla="*/ 2142551 h 2237474"/>
              <a:gd name="connsiteX134" fmla="*/ 77641 w 12192000"/>
              <a:gd name="connsiteY134" fmla="*/ 2126835 h 2237474"/>
              <a:gd name="connsiteX135" fmla="*/ 37645 w 12192000"/>
              <a:gd name="connsiteY135" fmla="*/ 2115401 h 2237474"/>
              <a:gd name="connsiteX136" fmla="*/ 4572 w 12192000"/>
              <a:gd name="connsiteY136" fmla="*/ 2111091 h 2237474"/>
              <a:gd name="connsiteX137" fmla="*/ 0 w 12192000"/>
              <a:gd name="connsiteY137" fmla="*/ 2110468 h 2237474"/>
              <a:gd name="connsiteX138" fmla="*/ 0 w 12192000"/>
              <a:gd name="connsiteY138" fmla="*/ 0 h 2237474"/>
              <a:gd name="connsiteX0" fmla="*/ 0 w 12192000"/>
              <a:gd name="connsiteY0" fmla="*/ 0 h 2237627"/>
              <a:gd name="connsiteX1" fmla="*/ 12192000 w 12192000"/>
              <a:gd name="connsiteY1" fmla="*/ 0 h 2237627"/>
              <a:gd name="connsiteX2" fmla="*/ 12192000 w 12192000"/>
              <a:gd name="connsiteY2" fmla="*/ 751299 h 2237627"/>
              <a:gd name="connsiteX3" fmla="*/ 11890686 w 12192000"/>
              <a:gd name="connsiteY3" fmla="*/ 732766 h 2237627"/>
              <a:gd name="connsiteX4" fmla="*/ 11820512 w 12192000"/>
              <a:gd name="connsiteY4" fmla="*/ 745392 h 2237627"/>
              <a:gd name="connsiteX5" fmla="*/ 11649954 w 12192000"/>
              <a:gd name="connsiteY5" fmla="*/ 749628 h 2237627"/>
              <a:gd name="connsiteX6" fmla="*/ 11560424 w 12192000"/>
              <a:gd name="connsiteY6" fmla="*/ 748017 h 2237627"/>
              <a:gd name="connsiteX7" fmla="*/ 11358455 w 12192000"/>
              <a:gd name="connsiteY7" fmla="*/ 747593 h 2237627"/>
              <a:gd name="connsiteX8" fmla="*/ 11165209 w 12192000"/>
              <a:gd name="connsiteY8" fmla="*/ 748852 h 2237627"/>
              <a:gd name="connsiteX9" fmla="*/ 11058755 w 12192000"/>
              <a:gd name="connsiteY9" fmla="*/ 749617 h 2237627"/>
              <a:gd name="connsiteX10" fmla="*/ 10846594 w 12192000"/>
              <a:gd name="connsiteY10" fmla="*/ 765069 h 2237627"/>
              <a:gd name="connsiteX11" fmla="*/ 10739478 w 12192000"/>
              <a:gd name="connsiteY11" fmla="*/ 776841 h 2237627"/>
              <a:gd name="connsiteX12" fmla="*/ 10458762 w 12192000"/>
              <a:gd name="connsiteY12" fmla="*/ 755400 h 2237627"/>
              <a:gd name="connsiteX13" fmla="*/ 10211200 w 12192000"/>
              <a:gd name="connsiteY13" fmla="*/ 767513 h 2237627"/>
              <a:gd name="connsiteX14" fmla="*/ 10167995 w 12192000"/>
              <a:gd name="connsiteY14" fmla="*/ 760843 h 2237627"/>
              <a:gd name="connsiteX15" fmla="*/ 9997044 w 12192000"/>
              <a:gd name="connsiteY15" fmla="*/ 780129 h 2237627"/>
              <a:gd name="connsiteX16" fmla="*/ 9943887 w 12192000"/>
              <a:gd name="connsiteY16" fmla="*/ 804141 h 2237627"/>
              <a:gd name="connsiteX17" fmla="*/ 9918248 w 12192000"/>
              <a:gd name="connsiteY17" fmla="*/ 816628 h 2237627"/>
              <a:gd name="connsiteX18" fmla="*/ 9767091 w 12192000"/>
              <a:gd name="connsiteY18" fmla="*/ 870550 h 2237627"/>
              <a:gd name="connsiteX19" fmla="*/ 9683005 w 12192000"/>
              <a:gd name="connsiteY19" fmla="*/ 894128 h 2237627"/>
              <a:gd name="connsiteX20" fmla="*/ 9594438 w 12192000"/>
              <a:gd name="connsiteY20" fmla="*/ 919051 h 2237627"/>
              <a:gd name="connsiteX21" fmla="*/ 9544189 w 12192000"/>
              <a:gd name="connsiteY21" fmla="*/ 938966 h 2237627"/>
              <a:gd name="connsiteX22" fmla="*/ 9500499 w 12192000"/>
              <a:gd name="connsiteY22" fmla="*/ 954680 h 2237627"/>
              <a:gd name="connsiteX23" fmla="*/ 9410017 w 12192000"/>
              <a:gd name="connsiteY23" fmla="*/ 993931 h 2237627"/>
              <a:gd name="connsiteX24" fmla="*/ 9392919 w 12192000"/>
              <a:gd name="connsiteY24" fmla="*/ 994656 h 2237627"/>
              <a:gd name="connsiteX25" fmla="*/ 9268019 w 12192000"/>
              <a:gd name="connsiteY25" fmla="*/ 1007442 h 2237627"/>
              <a:gd name="connsiteX26" fmla="*/ 9188177 w 12192000"/>
              <a:gd name="connsiteY26" fmla="*/ 1035474 h 2237627"/>
              <a:gd name="connsiteX27" fmla="*/ 9155969 w 12192000"/>
              <a:gd name="connsiteY27" fmla="*/ 1046804 h 2237627"/>
              <a:gd name="connsiteX28" fmla="*/ 9133985 w 12192000"/>
              <a:gd name="connsiteY28" fmla="*/ 1046450 h 2237627"/>
              <a:gd name="connsiteX29" fmla="*/ 9003462 w 12192000"/>
              <a:gd name="connsiteY29" fmla="*/ 1042406 h 2237627"/>
              <a:gd name="connsiteX30" fmla="*/ 8968445 w 12192000"/>
              <a:gd name="connsiteY30" fmla="*/ 1052169 h 2237627"/>
              <a:gd name="connsiteX31" fmla="*/ 8886001 w 12192000"/>
              <a:gd name="connsiteY31" fmla="*/ 1067468 h 2237627"/>
              <a:gd name="connsiteX32" fmla="*/ 8838610 w 12192000"/>
              <a:gd name="connsiteY32" fmla="*/ 1075091 h 2237627"/>
              <a:gd name="connsiteX33" fmla="*/ 8750383 w 12192000"/>
              <a:gd name="connsiteY33" fmla="*/ 1097387 h 2237627"/>
              <a:gd name="connsiteX34" fmla="*/ 8665605 w 12192000"/>
              <a:gd name="connsiteY34" fmla="*/ 1110791 h 2237627"/>
              <a:gd name="connsiteX35" fmla="*/ 8584946 w 12192000"/>
              <a:gd name="connsiteY35" fmla="*/ 1135226 h 2237627"/>
              <a:gd name="connsiteX36" fmla="*/ 8419755 w 12192000"/>
              <a:gd name="connsiteY36" fmla="*/ 1216260 h 2237627"/>
              <a:gd name="connsiteX37" fmla="*/ 8411626 w 12192000"/>
              <a:gd name="connsiteY37" fmla="*/ 1214397 h 2237627"/>
              <a:gd name="connsiteX38" fmla="*/ 8363469 w 12192000"/>
              <a:gd name="connsiteY38" fmla="*/ 1246658 h 2237627"/>
              <a:gd name="connsiteX39" fmla="*/ 8275497 w 12192000"/>
              <a:gd name="connsiteY39" fmla="*/ 1264396 h 2237627"/>
              <a:gd name="connsiteX40" fmla="*/ 8074238 w 12192000"/>
              <a:gd name="connsiteY40" fmla="*/ 1301895 h 2237627"/>
              <a:gd name="connsiteX41" fmla="*/ 7942099 w 12192000"/>
              <a:gd name="connsiteY41" fmla="*/ 1336332 h 2237627"/>
              <a:gd name="connsiteX42" fmla="*/ 7902328 w 12192000"/>
              <a:gd name="connsiteY42" fmla="*/ 1345865 h 2237627"/>
              <a:gd name="connsiteX43" fmla="*/ 7840612 w 12192000"/>
              <a:gd name="connsiteY43" fmla="*/ 1369373 h 2237627"/>
              <a:gd name="connsiteX44" fmla="*/ 7786819 w 12192000"/>
              <a:gd name="connsiteY44" fmla="*/ 1378970 h 2237627"/>
              <a:gd name="connsiteX45" fmla="*/ 7548172 w 12192000"/>
              <a:gd name="connsiteY45" fmla="*/ 1417460 h 2237627"/>
              <a:gd name="connsiteX46" fmla="*/ 7483437 w 12192000"/>
              <a:gd name="connsiteY46" fmla="*/ 1478152 h 2237627"/>
              <a:gd name="connsiteX47" fmla="*/ 7377870 w 12192000"/>
              <a:gd name="connsiteY47" fmla="*/ 1523319 h 2237627"/>
              <a:gd name="connsiteX48" fmla="*/ 7230737 w 12192000"/>
              <a:gd name="connsiteY48" fmla="*/ 1562633 h 2237627"/>
              <a:gd name="connsiteX49" fmla="*/ 7224458 w 12192000"/>
              <a:gd name="connsiteY49" fmla="*/ 1573008 h 2237627"/>
              <a:gd name="connsiteX50" fmla="*/ 7183121 w 12192000"/>
              <a:gd name="connsiteY50" fmla="*/ 1595162 h 2237627"/>
              <a:gd name="connsiteX51" fmla="*/ 7164601 w 12192000"/>
              <a:gd name="connsiteY51" fmla="*/ 1606490 h 2237627"/>
              <a:gd name="connsiteX52" fmla="*/ 6900177 w 12192000"/>
              <a:gd name="connsiteY52" fmla="*/ 1636016 h 2237627"/>
              <a:gd name="connsiteX53" fmla="*/ 6795372 w 12192000"/>
              <a:gd name="connsiteY53" fmla="*/ 1644845 h 2237627"/>
              <a:gd name="connsiteX54" fmla="*/ 6692251 w 12192000"/>
              <a:gd name="connsiteY54" fmla="*/ 1656357 h 2237627"/>
              <a:gd name="connsiteX55" fmla="*/ 6655235 w 12192000"/>
              <a:gd name="connsiteY55" fmla="*/ 1661869 h 2237627"/>
              <a:gd name="connsiteX56" fmla="*/ 6554894 w 12192000"/>
              <a:gd name="connsiteY56" fmla="*/ 1664428 h 2237627"/>
              <a:gd name="connsiteX57" fmla="*/ 6516595 w 12192000"/>
              <a:gd name="connsiteY57" fmla="*/ 1667475 h 2237627"/>
              <a:gd name="connsiteX58" fmla="*/ 6508541 w 12192000"/>
              <a:gd name="connsiteY58" fmla="*/ 1668757 h 2237627"/>
              <a:gd name="connsiteX59" fmla="*/ 6471012 w 12192000"/>
              <a:gd name="connsiteY59" fmla="*/ 1678604 h 2237627"/>
              <a:gd name="connsiteX60" fmla="*/ 6364035 w 12192000"/>
              <a:gd name="connsiteY60" fmla="*/ 1667683 h 2237627"/>
              <a:gd name="connsiteX61" fmla="*/ 6280959 w 12192000"/>
              <a:gd name="connsiteY61" fmla="*/ 1689329 h 2237627"/>
              <a:gd name="connsiteX62" fmla="*/ 6243319 w 12192000"/>
              <a:gd name="connsiteY62" fmla="*/ 1695560 h 2237627"/>
              <a:gd name="connsiteX63" fmla="*/ 6098321 w 12192000"/>
              <a:gd name="connsiteY63" fmla="*/ 1721646 h 2237627"/>
              <a:gd name="connsiteX64" fmla="*/ 5880652 w 12192000"/>
              <a:gd name="connsiteY64" fmla="*/ 1779643 h 2237627"/>
              <a:gd name="connsiteX65" fmla="*/ 5785959 w 12192000"/>
              <a:gd name="connsiteY65" fmla="*/ 1775307 h 2237627"/>
              <a:gd name="connsiteX66" fmla="*/ 5643534 w 12192000"/>
              <a:gd name="connsiteY66" fmla="*/ 1802919 h 2237627"/>
              <a:gd name="connsiteX67" fmla="*/ 5518799 w 12192000"/>
              <a:gd name="connsiteY67" fmla="*/ 1818312 h 2237627"/>
              <a:gd name="connsiteX68" fmla="*/ 5505014 w 12192000"/>
              <a:gd name="connsiteY68" fmla="*/ 1819259 h 2237627"/>
              <a:gd name="connsiteX69" fmla="*/ 5453307 w 12192000"/>
              <a:gd name="connsiteY69" fmla="*/ 1815450 h 2237627"/>
              <a:gd name="connsiteX70" fmla="*/ 5221533 w 12192000"/>
              <a:gd name="connsiteY70" fmla="*/ 1846950 h 2237627"/>
              <a:gd name="connsiteX71" fmla="*/ 5149802 w 12192000"/>
              <a:gd name="connsiteY71" fmla="*/ 1844846 h 2237627"/>
              <a:gd name="connsiteX72" fmla="*/ 5114927 w 12192000"/>
              <a:gd name="connsiteY72" fmla="*/ 1847827 h 2237627"/>
              <a:gd name="connsiteX73" fmla="*/ 5108970 w 12192000"/>
              <a:gd name="connsiteY73" fmla="*/ 1847935 h 2237627"/>
              <a:gd name="connsiteX74" fmla="*/ 5067961 w 12192000"/>
              <a:gd name="connsiteY74" fmla="*/ 1845917 h 2237627"/>
              <a:gd name="connsiteX75" fmla="*/ 5007075 w 12192000"/>
              <a:gd name="connsiteY75" fmla="*/ 1838626 h 2237627"/>
              <a:gd name="connsiteX76" fmla="*/ 4944087 w 12192000"/>
              <a:gd name="connsiteY76" fmla="*/ 1823332 h 2237627"/>
              <a:gd name="connsiteX77" fmla="*/ 4907662 w 12192000"/>
              <a:gd name="connsiteY77" fmla="*/ 1816900 h 2237627"/>
              <a:gd name="connsiteX78" fmla="*/ 4882386 w 12192000"/>
              <a:gd name="connsiteY78" fmla="*/ 1809844 h 2237627"/>
              <a:gd name="connsiteX79" fmla="*/ 4811440 w 12192000"/>
              <a:gd name="connsiteY79" fmla="*/ 1804655 h 2237627"/>
              <a:gd name="connsiteX80" fmla="*/ 4691075 w 12192000"/>
              <a:gd name="connsiteY80" fmla="*/ 1801389 h 2237627"/>
              <a:gd name="connsiteX81" fmla="*/ 4640313 w 12192000"/>
              <a:gd name="connsiteY81" fmla="*/ 1784307 h 2237627"/>
              <a:gd name="connsiteX82" fmla="*/ 4536503 w 12192000"/>
              <a:gd name="connsiteY82" fmla="*/ 1785334 h 2237627"/>
              <a:gd name="connsiteX83" fmla="*/ 4513724 w 12192000"/>
              <a:gd name="connsiteY83" fmla="*/ 1791996 h 2237627"/>
              <a:gd name="connsiteX84" fmla="*/ 4459810 w 12192000"/>
              <a:gd name="connsiteY84" fmla="*/ 1797886 h 2237627"/>
              <a:gd name="connsiteX85" fmla="*/ 4379064 w 12192000"/>
              <a:gd name="connsiteY85" fmla="*/ 1817177 h 2237627"/>
              <a:gd name="connsiteX86" fmla="*/ 4290981 w 12192000"/>
              <a:gd name="connsiteY86" fmla="*/ 1839677 h 2237627"/>
              <a:gd name="connsiteX87" fmla="*/ 4238372 w 12192000"/>
              <a:gd name="connsiteY87" fmla="*/ 1851480 h 2237627"/>
              <a:gd name="connsiteX88" fmla="*/ 4232517 w 12192000"/>
              <a:gd name="connsiteY88" fmla="*/ 1852567 h 2237627"/>
              <a:gd name="connsiteX89" fmla="*/ 4191732 w 12192000"/>
              <a:gd name="connsiteY89" fmla="*/ 1857328 h 2237627"/>
              <a:gd name="connsiteX90" fmla="*/ 4065532 w 12192000"/>
              <a:gd name="connsiteY90" fmla="*/ 1855477 h 2237627"/>
              <a:gd name="connsiteX91" fmla="*/ 4028460 w 12192000"/>
              <a:gd name="connsiteY91" fmla="*/ 1855137 h 2237627"/>
              <a:gd name="connsiteX92" fmla="*/ 4002267 w 12192000"/>
              <a:gd name="connsiteY92" fmla="*/ 1852352 h 2237627"/>
              <a:gd name="connsiteX93" fmla="*/ 3931396 w 12192000"/>
              <a:gd name="connsiteY93" fmla="*/ 1858915 h 2237627"/>
              <a:gd name="connsiteX94" fmla="*/ 3812162 w 12192000"/>
              <a:gd name="connsiteY94" fmla="*/ 1875501 h 2237627"/>
              <a:gd name="connsiteX95" fmla="*/ 3758105 w 12192000"/>
              <a:gd name="connsiteY95" fmla="*/ 1871856 h 2237627"/>
              <a:gd name="connsiteX96" fmla="*/ 3567259 w 12192000"/>
              <a:gd name="connsiteY96" fmla="*/ 1893482 h 2237627"/>
              <a:gd name="connsiteX97" fmla="*/ 3405770 w 12192000"/>
              <a:gd name="connsiteY97" fmla="*/ 1904591 h 2237627"/>
              <a:gd name="connsiteX98" fmla="*/ 3280097 w 12192000"/>
              <a:gd name="connsiteY98" fmla="*/ 1919610 h 2237627"/>
              <a:gd name="connsiteX99" fmla="*/ 3009910 w 12192000"/>
              <a:gd name="connsiteY99" fmla="*/ 1957866 h 2237627"/>
              <a:gd name="connsiteX100" fmla="*/ 2995934 w 12192000"/>
              <a:gd name="connsiteY100" fmla="*/ 1967085 h 2237627"/>
              <a:gd name="connsiteX101" fmla="*/ 2942858 w 12192000"/>
              <a:gd name="connsiteY101" fmla="*/ 1981367 h 2237627"/>
              <a:gd name="connsiteX102" fmla="*/ 2875436 w 12192000"/>
              <a:gd name="connsiteY102" fmla="*/ 1996977 h 2237627"/>
              <a:gd name="connsiteX103" fmla="*/ 2874892 w 12192000"/>
              <a:gd name="connsiteY103" fmla="*/ 1996085 h 2237627"/>
              <a:gd name="connsiteX104" fmla="*/ 2843662 w 12192000"/>
              <a:gd name="connsiteY104" fmla="*/ 1992498 h 2237627"/>
              <a:gd name="connsiteX105" fmla="*/ 2718916 w 12192000"/>
              <a:gd name="connsiteY105" fmla="*/ 1990867 h 2237627"/>
              <a:gd name="connsiteX106" fmla="*/ 2713522 w 12192000"/>
              <a:gd name="connsiteY106" fmla="*/ 1990173 h 2237627"/>
              <a:gd name="connsiteX107" fmla="*/ 2476147 w 12192000"/>
              <a:gd name="connsiteY107" fmla="*/ 1998305 h 2237627"/>
              <a:gd name="connsiteX108" fmla="*/ 2373568 w 12192000"/>
              <a:gd name="connsiteY108" fmla="*/ 2003219 h 2237627"/>
              <a:gd name="connsiteX109" fmla="*/ 2287219 w 12192000"/>
              <a:gd name="connsiteY109" fmla="*/ 1998750 h 2237627"/>
              <a:gd name="connsiteX110" fmla="*/ 2243069 w 12192000"/>
              <a:gd name="connsiteY110" fmla="*/ 2005321 h 2237627"/>
              <a:gd name="connsiteX111" fmla="*/ 2164831 w 12192000"/>
              <a:gd name="connsiteY111" fmla="*/ 2010143 h 2237627"/>
              <a:gd name="connsiteX112" fmla="*/ 2085228 w 12192000"/>
              <a:gd name="connsiteY112" fmla="*/ 2046431 h 2237627"/>
              <a:gd name="connsiteX113" fmla="*/ 2058061 w 12192000"/>
              <a:gd name="connsiteY113" fmla="*/ 2047942 h 2237627"/>
              <a:gd name="connsiteX114" fmla="*/ 2042244 w 12192000"/>
              <a:gd name="connsiteY114" fmla="*/ 2055560 h 2237627"/>
              <a:gd name="connsiteX115" fmla="*/ 1877728 w 12192000"/>
              <a:gd name="connsiteY115" fmla="*/ 2101004 h 2237627"/>
              <a:gd name="connsiteX116" fmla="*/ 1759056 w 12192000"/>
              <a:gd name="connsiteY116" fmla="*/ 2125608 h 2237627"/>
              <a:gd name="connsiteX117" fmla="*/ 1637948 w 12192000"/>
              <a:gd name="connsiteY117" fmla="*/ 2172597 h 2237627"/>
              <a:gd name="connsiteX118" fmla="*/ 1434549 w 12192000"/>
              <a:gd name="connsiteY118" fmla="*/ 2234522 h 2237627"/>
              <a:gd name="connsiteX119" fmla="*/ 1398481 w 12192000"/>
              <a:gd name="connsiteY119" fmla="*/ 2237074 h 2237627"/>
              <a:gd name="connsiteX120" fmla="*/ 1370962 w 12192000"/>
              <a:gd name="connsiteY120" fmla="*/ 2237474 h 2237627"/>
              <a:gd name="connsiteX121" fmla="*/ 1356367 w 12192000"/>
              <a:gd name="connsiteY121" fmla="*/ 2235089 h 2237627"/>
              <a:gd name="connsiteX122" fmla="*/ 1279765 w 12192000"/>
              <a:gd name="connsiteY122" fmla="*/ 2229639 h 2237627"/>
              <a:gd name="connsiteX123" fmla="*/ 1195347 w 12192000"/>
              <a:gd name="connsiteY123" fmla="*/ 2212354 h 2237627"/>
              <a:gd name="connsiteX124" fmla="*/ 970251 w 12192000"/>
              <a:gd name="connsiteY124" fmla="*/ 2221029 h 2237627"/>
              <a:gd name="connsiteX125" fmla="*/ 812914 w 12192000"/>
              <a:gd name="connsiteY125" fmla="*/ 2210095 h 2237627"/>
              <a:gd name="connsiteX126" fmla="*/ 776382 w 12192000"/>
              <a:gd name="connsiteY126" fmla="*/ 2204512 h 2237627"/>
              <a:gd name="connsiteX127" fmla="*/ 597225 w 12192000"/>
              <a:gd name="connsiteY127" fmla="*/ 2180999 h 2237627"/>
              <a:gd name="connsiteX128" fmla="*/ 520671 w 12192000"/>
              <a:gd name="connsiteY128" fmla="*/ 2180980 h 2237627"/>
              <a:gd name="connsiteX129" fmla="*/ 515024 w 12192000"/>
              <a:gd name="connsiteY129" fmla="*/ 2179258 h 2237627"/>
              <a:gd name="connsiteX130" fmla="*/ 413835 w 12192000"/>
              <a:gd name="connsiteY130" fmla="*/ 2156783 h 2237627"/>
              <a:gd name="connsiteX131" fmla="*/ 376513 w 12192000"/>
              <a:gd name="connsiteY131" fmla="*/ 2154014 h 2237627"/>
              <a:gd name="connsiteX132" fmla="*/ 273386 w 12192000"/>
              <a:gd name="connsiteY132" fmla="*/ 2142551 h 2237627"/>
              <a:gd name="connsiteX133" fmla="*/ 77641 w 12192000"/>
              <a:gd name="connsiteY133" fmla="*/ 2126835 h 2237627"/>
              <a:gd name="connsiteX134" fmla="*/ 37645 w 12192000"/>
              <a:gd name="connsiteY134" fmla="*/ 2115401 h 2237627"/>
              <a:gd name="connsiteX135" fmla="*/ 4572 w 12192000"/>
              <a:gd name="connsiteY135" fmla="*/ 2111091 h 2237627"/>
              <a:gd name="connsiteX136" fmla="*/ 0 w 12192000"/>
              <a:gd name="connsiteY136" fmla="*/ 2110468 h 2237627"/>
              <a:gd name="connsiteX137" fmla="*/ 0 w 12192000"/>
              <a:gd name="connsiteY137" fmla="*/ 0 h 2237627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820512 w 12192000"/>
              <a:gd name="connsiteY4" fmla="*/ 745392 h 2240205"/>
              <a:gd name="connsiteX5" fmla="*/ 11649954 w 12192000"/>
              <a:gd name="connsiteY5" fmla="*/ 749628 h 2240205"/>
              <a:gd name="connsiteX6" fmla="*/ 11560424 w 12192000"/>
              <a:gd name="connsiteY6" fmla="*/ 748017 h 2240205"/>
              <a:gd name="connsiteX7" fmla="*/ 11358455 w 12192000"/>
              <a:gd name="connsiteY7" fmla="*/ 747593 h 2240205"/>
              <a:gd name="connsiteX8" fmla="*/ 11165209 w 12192000"/>
              <a:gd name="connsiteY8" fmla="*/ 748852 h 2240205"/>
              <a:gd name="connsiteX9" fmla="*/ 11058755 w 12192000"/>
              <a:gd name="connsiteY9" fmla="*/ 749617 h 2240205"/>
              <a:gd name="connsiteX10" fmla="*/ 10846594 w 12192000"/>
              <a:gd name="connsiteY10" fmla="*/ 765069 h 2240205"/>
              <a:gd name="connsiteX11" fmla="*/ 10739478 w 12192000"/>
              <a:gd name="connsiteY11" fmla="*/ 776841 h 2240205"/>
              <a:gd name="connsiteX12" fmla="*/ 10458762 w 12192000"/>
              <a:gd name="connsiteY12" fmla="*/ 755400 h 2240205"/>
              <a:gd name="connsiteX13" fmla="*/ 10211200 w 12192000"/>
              <a:gd name="connsiteY13" fmla="*/ 767513 h 2240205"/>
              <a:gd name="connsiteX14" fmla="*/ 10167995 w 12192000"/>
              <a:gd name="connsiteY14" fmla="*/ 760843 h 2240205"/>
              <a:gd name="connsiteX15" fmla="*/ 9997044 w 12192000"/>
              <a:gd name="connsiteY15" fmla="*/ 780129 h 2240205"/>
              <a:gd name="connsiteX16" fmla="*/ 9943887 w 12192000"/>
              <a:gd name="connsiteY16" fmla="*/ 804141 h 2240205"/>
              <a:gd name="connsiteX17" fmla="*/ 9918248 w 12192000"/>
              <a:gd name="connsiteY17" fmla="*/ 816628 h 2240205"/>
              <a:gd name="connsiteX18" fmla="*/ 9767091 w 12192000"/>
              <a:gd name="connsiteY18" fmla="*/ 870550 h 2240205"/>
              <a:gd name="connsiteX19" fmla="*/ 9683005 w 12192000"/>
              <a:gd name="connsiteY19" fmla="*/ 894128 h 2240205"/>
              <a:gd name="connsiteX20" fmla="*/ 9594438 w 12192000"/>
              <a:gd name="connsiteY20" fmla="*/ 919051 h 2240205"/>
              <a:gd name="connsiteX21" fmla="*/ 9544189 w 12192000"/>
              <a:gd name="connsiteY21" fmla="*/ 938966 h 2240205"/>
              <a:gd name="connsiteX22" fmla="*/ 9500499 w 12192000"/>
              <a:gd name="connsiteY22" fmla="*/ 954680 h 2240205"/>
              <a:gd name="connsiteX23" fmla="*/ 9410017 w 12192000"/>
              <a:gd name="connsiteY23" fmla="*/ 993931 h 2240205"/>
              <a:gd name="connsiteX24" fmla="*/ 9392919 w 12192000"/>
              <a:gd name="connsiteY24" fmla="*/ 994656 h 2240205"/>
              <a:gd name="connsiteX25" fmla="*/ 9268019 w 12192000"/>
              <a:gd name="connsiteY25" fmla="*/ 1007442 h 2240205"/>
              <a:gd name="connsiteX26" fmla="*/ 9188177 w 12192000"/>
              <a:gd name="connsiteY26" fmla="*/ 1035474 h 2240205"/>
              <a:gd name="connsiteX27" fmla="*/ 9155969 w 12192000"/>
              <a:gd name="connsiteY27" fmla="*/ 1046804 h 2240205"/>
              <a:gd name="connsiteX28" fmla="*/ 9133985 w 12192000"/>
              <a:gd name="connsiteY28" fmla="*/ 1046450 h 2240205"/>
              <a:gd name="connsiteX29" fmla="*/ 9003462 w 12192000"/>
              <a:gd name="connsiteY29" fmla="*/ 1042406 h 2240205"/>
              <a:gd name="connsiteX30" fmla="*/ 8968445 w 12192000"/>
              <a:gd name="connsiteY30" fmla="*/ 1052169 h 2240205"/>
              <a:gd name="connsiteX31" fmla="*/ 8886001 w 12192000"/>
              <a:gd name="connsiteY31" fmla="*/ 1067468 h 2240205"/>
              <a:gd name="connsiteX32" fmla="*/ 8838610 w 12192000"/>
              <a:gd name="connsiteY32" fmla="*/ 1075091 h 2240205"/>
              <a:gd name="connsiteX33" fmla="*/ 8750383 w 12192000"/>
              <a:gd name="connsiteY33" fmla="*/ 1097387 h 2240205"/>
              <a:gd name="connsiteX34" fmla="*/ 8665605 w 12192000"/>
              <a:gd name="connsiteY34" fmla="*/ 1110791 h 2240205"/>
              <a:gd name="connsiteX35" fmla="*/ 8584946 w 12192000"/>
              <a:gd name="connsiteY35" fmla="*/ 1135226 h 2240205"/>
              <a:gd name="connsiteX36" fmla="*/ 8419755 w 12192000"/>
              <a:gd name="connsiteY36" fmla="*/ 1216260 h 2240205"/>
              <a:gd name="connsiteX37" fmla="*/ 8411626 w 12192000"/>
              <a:gd name="connsiteY37" fmla="*/ 1214397 h 2240205"/>
              <a:gd name="connsiteX38" fmla="*/ 8363469 w 12192000"/>
              <a:gd name="connsiteY38" fmla="*/ 1246658 h 2240205"/>
              <a:gd name="connsiteX39" fmla="*/ 8275497 w 12192000"/>
              <a:gd name="connsiteY39" fmla="*/ 1264396 h 2240205"/>
              <a:gd name="connsiteX40" fmla="*/ 8074238 w 12192000"/>
              <a:gd name="connsiteY40" fmla="*/ 1301895 h 2240205"/>
              <a:gd name="connsiteX41" fmla="*/ 7942099 w 12192000"/>
              <a:gd name="connsiteY41" fmla="*/ 1336332 h 2240205"/>
              <a:gd name="connsiteX42" fmla="*/ 7902328 w 12192000"/>
              <a:gd name="connsiteY42" fmla="*/ 1345865 h 2240205"/>
              <a:gd name="connsiteX43" fmla="*/ 7840612 w 12192000"/>
              <a:gd name="connsiteY43" fmla="*/ 1369373 h 2240205"/>
              <a:gd name="connsiteX44" fmla="*/ 7786819 w 12192000"/>
              <a:gd name="connsiteY44" fmla="*/ 1378970 h 2240205"/>
              <a:gd name="connsiteX45" fmla="*/ 7548172 w 12192000"/>
              <a:gd name="connsiteY45" fmla="*/ 1417460 h 2240205"/>
              <a:gd name="connsiteX46" fmla="*/ 7483437 w 12192000"/>
              <a:gd name="connsiteY46" fmla="*/ 1478152 h 2240205"/>
              <a:gd name="connsiteX47" fmla="*/ 7377870 w 12192000"/>
              <a:gd name="connsiteY47" fmla="*/ 1523319 h 2240205"/>
              <a:gd name="connsiteX48" fmla="*/ 7230737 w 12192000"/>
              <a:gd name="connsiteY48" fmla="*/ 1562633 h 2240205"/>
              <a:gd name="connsiteX49" fmla="*/ 7224458 w 12192000"/>
              <a:gd name="connsiteY49" fmla="*/ 1573008 h 2240205"/>
              <a:gd name="connsiteX50" fmla="*/ 7183121 w 12192000"/>
              <a:gd name="connsiteY50" fmla="*/ 1595162 h 2240205"/>
              <a:gd name="connsiteX51" fmla="*/ 7164601 w 12192000"/>
              <a:gd name="connsiteY51" fmla="*/ 1606490 h 2240205"/>
              <a:gd name="connsiteX52" fmla="*/ 6900177 w 12192000"/>
              <a:gd name="connsiteY52" fmla="*/ 1636016 h 2240205"/>
              <a:gd name="connsiteX53" fmla="*/ 6795372 w 12192000"/>
              <a:gd name="connsiteY53" fmla="*/ 1644845 h 2240205"/>
              <a:gd name="connsiteX54" fmla="*/ 6692251 w 12192000"/>
              <a:gd name="connsiteY54" fmla="*/ 1656357 h 2240205"/>
              <a:gd name="connsiteX55" fmla="*/ 6655235 w 12192000"/>
              <a:gd name="connsiteY55" fmla="*/ 1661869 h 2240205"/>
              <a:gd name="connsiteX56" fmla="*/ 6554894 w 12192000"/>
              <a:gd name="connsiteY56" fmla="*/ 1664428 h 2240205"/>
              <a:gd name="connsiteX57" fmla="*/ 6516595 w 12192000"/>
              <a:gd name="connsiteY57" fmla="*/ 1667475 h 2240205"/>
              <a:gd name="connsiteX58" fmla="*/ 6508541 w 12192000"/>
              <a:gd name="connsiteY58" fmla="*/ 1668757 h 2240205"/>
              <a:gd name="connsiteX59" fmla="*/ 6471012 w 12192000"/>
              <a:gd name="connsiteY59" fmla="*/ 1678604 h 2240205"/>
              <a:gd name="connsiteX60" fmla="*/ 6364035 w 12192000"/>
              <a:gd name="connsiteY60" fmla="*/ 1667683 h 2240205"/>
              <a:gd name="connsiteX61" fmla="*/ 6280959 w 12192000"/>
              <a:gd name="connsiteY61" fmla="*/ 1689329 h 2240205"/>
              <a:gd name="connsiteX62" fmla="*/ 6243319 w 12192000"/>
              <a:gd name="connsiteY62" fmla="*/ 1695560 h 2240205"/>
              <a:gd name="connsiteX63" fmla="*/ 6098321 w 12192000"/>
              <a:gd name="connsiteY63" fmla="*/ 1721646 h 2240205"/>
              <a:gd name="connsiteX64" fmla="*/ 5880652 w 12192000"/>
              <a:gd name="connsiteY64" fmla="*/ 1779643 h 2240205"/>
              <a:gd name="connsiteX65" fmla="*/ 5785959 w 12192000"/>
              <a:gd name="connsiteY65" fmla="*/ 1775307 h 2240205"/>
              <a:gd name="connsiteX66" fmla="*/ 5643534 w 12192000"/>
              <a:gd name="connsiteY66" fmla="*/ 1802919 h 2240205"/>
              <a:gd name="connsiteX67" fmla="*/ 5518799 w 12192000"/>
              <a:gd name="connsiteY67" fmla="*/ 1818312 h 2240205"/>
              <a:gd name="connsiteX68" fmla="*/ 5505014 w 12192000"/>
              <a:gd name="connsiteY68" fmla="*/ 1819259 h 2240205"/>
              <a:gd name="connsiteX69" fmla="*/ 5453307 w 12192000"/>
              <a:gd name="connsiteY69" fmla="*/ 1815450 h 2240205"/>
              <a:gd name="connsiteX70" fmla="*/ 5221533 w 12192000"/>
              <a:gd name="connsiteY70" fmla="*/ 1846950 h 2240205"/>
              <a:gd name="connsiteX71" fmla="*/ 5149802 w 12192000"/>
              <a:gd name="connsiteY71" fmla="*/ 1844846 h 2240205"/>
              <a:gd name="connsiteX72" fmla="*/ 5114927 w 12192000"/>
              <a:gd name="connsiteY72" fmla="*/ 1847827 h 2240205"/>
              <a:gd name="connsiteX73" fmla="*/ 5108970 w 12192000"/>
              <a:gd name="connsiteY73" fmla="*/ 1847935 h 2240205"/>
              <a:gd name="connsiteX74" fmla="*/ 5067961 w 12192000"/>
              <a:gd name="connsiteY74" fmla="*/ 1845917 h 2240205"/>
              <a:gd name="connsiteX75" fmla="*/ 5007075 w 12192000"/>
              <a:gd name="connsiteY75" fmla="*/ 1838626 h 2240205"/>
              <a:gd name="connsiteX76" fmla="*/ 4944087 w 12192000"/>
              <a:gd name="connsiteY76" fmla="*/ 1823332 h 2240205"/>
              <a:gd name="connsiteX77" fmla="*/ 4907662 w 12192000"/>
              <a:gd name="connsiteY77" fmla="*/ 1816900 h 2240205"/>
              <a:gd name="connsiteX78" fmla="*/ 4882386 w 12192000"/>
              <a:gd name="connsiteY78" fmla="*/ 1809844 h 2240205"/>
              <a:gd name="connsiteX79" fmla="*/ 4811440 w 12192000"/>
              <a:gd name="connsiteY79" fmla="*/ 1804655 h 2240205"/>
              <a:gd name="connsiteX80" fmla="*/ 4691075 w 12192000"/>
              <a:gd name="connsiteY80" fmla="*/ 1801389 h 2240205"/>
              <a:gd name="connsiteX81" fmla="*/ 4640313 w 12192000"/>
              <a:gd name="connsiteY81" fmla="*/ 1784307 h 2240205"/>
              <a:gd name="connsiteX82" fmla="*/ 4536503 w 12192000"/>
              <a:gd name="connsiteY82" fmla="*/ 1785334 h 2240205"/>
              <a:gd name="connsiteX83" fmla="*/ 4513724 w 12192000"/>
              <a:gd name="connsiteY83" fmla="*/ 1791996 h 2240205"/>
              <a:gd name="connsiteX84" fmla="*/ 4459810 w 12192000"/>
              <a:gd name="connsiteY84" fmla="*/ 1797886 h 2240205"/>
              <a:gd name="connsiteX85" fmla="*/ 4379064 w 12192000"/>
              <a:gd name="connsiteY85" fmla="*/ 1817177 h 2240205"/>
              <a:gd name="connsiteX86" fmla="*/ 4290981 w 12192000"/>
              <a:gd name="connsiteY86" fmla="*/ 1839677 h 2240205"/>
              <a:gd name="connsiteX87" fmla="*/ 4238372 w 12192000"/>
              <a:gd name="connsiteY87" fmla="*/ 1851480 h 2240205"/>
              <a:gd name="connsiteX88" fmla="*/ 4232517 w 12192000"/>
              <a:gd name="connsiteY88" fmla="*/ 1852567 h 2240205"/>
              <a:gd name="connsiteX89" fmla="*/ 4191732 w 12192000"/>
              <a:gd name="connsiteY89" fmla="*/ 1857328 h 2240205"/>
              <a:gd name="connsiteX90" fmla="*/ 4065532 w 12192000"/>
              <a:gd name="connsiteY90" fmla="*/ 1855477 h 2240205"/>
              <a:gd name="connsiteX91" fmla="*/ 4028460 w 12192000"/>
              <a:gd name="connsiteY91" fmla="*/ 1855137 h 2240205"/>
              <a:gd name="connsiteX92" fmla="*/ 4002267 w 12192000"/>
              <a:gd name="connsiteY92" fmla="*/ 1852352 h 2240205"/>
              <a:gd name="connsiteX93" fmla="*/ 3931396 w 12192000"/>
              <a:gd name="connsiteY93" fmla="*/ 1858915 h 2240205"/>
              <a:gd name="connsiteX94" fmla="*/ 3812162 w 12192000"/>
              <a:gd name="connsiteY94" fmla="*/ 1875501 h 2240205"/>
              <a:gd name="connsiteX95" fmla="*/ 3758105 w 12192000"/>
              <a:gd name="connsiteY95" fmla="*/ 1871856 h 2240205"/>
              <a:gd name="connsiteX96" fmla="*/ 3567259 w 12192000"/>
              <a:gd name="connsiteY96" fmla="*/ 1893482 h 2240205"/>
              <a:gd name="connsiteX97" fmla="*/ 3405770 w 12192000"/>
              <a:gd name="connsiteY97" fmla="*/ 1904591 h 2240205"/>
              <a:gd name="connsiteX98" fmla="*/ 3280097 w 12192000"/>
              <a:gd name="connsiteY98" fmla="*/ 1919610 h 2240205"/>
              <a:gd name="connsiteX99" fmla="*/ 3009910 w 12192000"/>
              <a:gd name="connsiteY99" fmla="*/ 1957866 h 2240205"/>
              <a:gd name="connsiteX100" fmla="*/ 2995934 w 12192000"/>
              <a:gd name="connsiteY100" fmla="*/ 1967085 h 2240205"/>
              <a:gd name="connsiteX101" fmla="*/ 2942858 w 12192000"/>
              <a:gd name="connsiteY101" fmla="*/ 1981367 h 2240205"/>
              <a:gd name="connsiteX102" fmla="*/ 2875436 w 12192000"/>
              <a:gd name="connsiteY102" fmla="*/ 1996977 h 2240205"/>
              <a:gd name="connsiteX103" fmla="*/ 2874892 w 12192000"/>
              <a:gd name="connsiteY103" fmla="*/ 1996085 h 2240205"/>
              <a:gd name="connsiteX104" fmla="*/ 2843662 w 12192000"/>
              <a:gd name="connsiteY104" fmla="*/ 1992498 h 2240205"/>
              <a:gd name="connsiteX105" fmla="*/ 2718916 w 12192000"/>
              <a:gd name="connsiteY105" fmla="*/ 1990867 h 2240205"/>
              <a:gd name="connsiteX106" fmla="*/ 2713522 w 12192000"/>
              <a:gd name="connsiteY106" fmla="*/ 1990173 h 2240205"/>
              <a:gd name="connsiteX107" fmla="*/ 2476147 w 12192000"/>
              <a:gd name="connsiteY107" fmla="*/ 1998305 h 2240205"/>
              <a:gd name="connsiteX108" fmla="*/ 2373568 w 12192000"/>
              <a:gd name="connsiteY108" fmla="*/ 2003219 h 2240205"/>
              <a:gd name="connsiteX109" fmla="*/ 2287219 w 12192000"/>
              <a:gd name="connsiteY109" fmla="*/ 1998750 h 2240205"/>
              <a:gd name="connsiteX110" fmla="*/ 2243069 w 12192000"/>
              <a:gd name="connsiteY110" fmla="*/ 2005321 h 2240205"/>
              <a:gd name="connsiteX111" fmla="*/ 2164831 w 12192000"/>
              <a:gd name="connsiteY111" fmla="*/ 2010143 h 2240205"/>
              <a:gd name="connsiteX112" fmla="*/ 2085228 w 12192000"/>
              <a:gd name="connsiteY112" fmla="*/ 2046431 h 2240205"/>
              <a:gd name="connsiteX113" fmla="*/ 2058061 w 12192000"/>
              <a:gd name="connsiteY113" fmla="*/ 2047942 h 2240205"/>
              <a:gd name="connsiteX114" fmla="*/ 2042244 w 12192000"/>
              <a:gd name="connsiteY114" fmla="*/ 2055560 h 2240205"/>
              <a:gd name="connsiteX115" fmla="*/ 1877728 w 12192000"/>
              <a:gd name="connsiteY115" fmla="*/ 2101004 h 2240205"/>
              <a:gd name="connsiteX116" fmla="*/ 1759056 w 12192000"/>
              <a:gd name="connsiteY116" fmla="*/ 2125608 h 2240205"/>
              <a:gd name="connsiteX117" fmla="*/ 1637948 w 12192000"/>
              <a:gd name="connsiteY117" fmla="*/ 2172597 h 2240205"/>
              <a:gd name="connsiteX118" fmla="*/ 1434549 w 12192000"/>
              <a:gd name="connsiteY118" fmla="*/ 2234522 h 2240205"/>
              <a:gd name="connsiteX119" fmla="*/ 1370962 w 12192000"/>
              <a:gd name="connsiteY119" fmla="*/ 2237474 h 2240205"/>
              <a:gd name="connsiteX120" fmla="*/ 1356367 w 12192000"/>
              <a:gd name="connsiteY120" fmla="*/ 2235089 h 2240205"/>
              <a:gd name="connsiteX121" fmla="*/ 1279765 w 12192000"/>
              <a:gd name="connsiteY121" fmla="*/ 2229639 h 2240205"/>
              <a:gd name="connsiteX122" fmla="*/ 1195347 w 12192000"/>
              <a:gd name="connsiteY122" fmla="*/ 2212354 h 2240205"/>
              <a:gd name="connsiteX123" fmla="*/ 970251 w 12192000"/>
              <a:gd name="connsiteY123" fmla="*/ 2221029 h 2240205"/>
              <a:gd name="connsiteX124" fmla="*/ 812914 w 12192000"/>
              <a:gd name="connsiteY124" fmla="*/ 2210095 h 2240205"/>
              <a:gd name="connsiteX125" fmla="*/ 776382 w 12192000"/>
              <a:gd name="connsiteY125" fmla="*/ 2204512 h 2240205"/>
              <a:gd name="connsiteX126" fmla="*/ 597225 w 12192000"/>
              <a:gd name="connsiteY126" fmla="*/ 2180999 h 2240205"/>
              <a:gd name="connsiteX127" fmla="*/ 520671 w 12192000"/>
              <a:gd name="connsiteY127" fmla="*/ 2180980 h 2240205"/>
              <a:gd name="connsiteX128" fmla="*/ 515024 w 12192000"/>
              <a:gd name="connsiteY128" fmla="*/ 2179258 h 2240205"/>
              <a:gd name="connsiteX129" fmla="*/ 413835 w 12192000"/>
              <a:gd name="connsiteY129" fmla="*/ 2156783 h 2240205"/>
              <a:gd name="connsiteX130" fmla="*/ 376513 w 12192000"/>
              <a:gd name="connsiteY130" fmla="*/ 2154014 h 2240205"/>
              <a:gd name="connsiteX131" fmla="*/ 273386 w 12192000"/>
              <a:gd name="connsiteY131" fmla="*/ 2142551 h 2240205"/>
              <a:gd name="connsiteX132" fmla="*/ 77641 w 12192000"/>
              <a:gd name="connsiteY132" fmla="*/ 2126835 h 2240205"/>
              <a:gd name="connsiteX133" fmla="*/ 37645 w 12192000"/>
              <a:gd name="connsiteY133" fmla="*/ 2115401 h 2240205"/>
              <a:gd name="connsiteX134" fmla="*/ 4572 w 12192000"/>
              <a:gd name="connsiteY134" fmla="*/ 2111091 h 2240205"/>
              <a:gd name="connsiteX135" fmla="*/ 0 w 12192000"/>
              <a:gd name="connsiteY135" fmla="*/ 2110468 h 2240205"/>
              <a:gd name="connsiteX136" fmla="*/ 0 w 12192000"/>
              <a:gd name="connsiteY136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820512 w 12192000"/>
              <a:gd name="connsiteY4" fmla="*/ 745392 h 2240205"/>
              <a:gd name="connsiteX5" fmla="*/ 11649954 w 12192000"/>
              <a:gd name="connsiteY5" fmla="*/ 749628 h 2240205"/>
              <a:gd name="connsiteX6" fmla="*/ 11560424 w 12192000"/>
              <a:gd name="connsiteY6" fmla="*/ 748017 h 2240205"/>
              <a:gd name="connsiteX7" fmla="*/ 11358455 w 12192000"/>
              <a:gd name="connsiteY7" fmla="*/ 747593 h 2240205"/>
              <a:gd name="connsiteX8" fmla="*/ 11165209 w 12192000"/>
              <a:gd name="connsiteY8" fmla="*/ 748852 h 2240205"/>
              <a:gd name="connsiteX9" fmla="*/ 11058755 w 12192000"/>
              <a:gd name="connsiteY9" fmla="*/ 749617 h 2240205"/>
              <a:gd name="connsiteX10" fmla="*/ 10846594 w 12192000"/>
              <a:gd name="connsiteY10" fmla="*/ 765069 h 2240205"/>
              <a:gd name="connsiteX11" fmla="*/ 10739478 w 12192000"/>
              <a:gd name="connsiteY11" fmla="*/ 776841 h 2240205"/>
              <a:gd name="connsiteX12" fmla="*/ 10458762 w 12192000"/>
              <a:gd name="connsiteY12" fmla="*/ 755400 h 2240205"/>
              <a:gd name="connsiteX13" fmla="*/ 10211200 w 12192000"/>
              <a:gd name="connsiteY13" fmla="*/ 767513 h 2240205"/>
              <a:gd name="connsiteX14" fmla="*/ 10167995 w 12192000"/>
              <a:gd name="connsiteY14" fmla="*/ 760843 h 2240205"/>
              <a:gd name="connsiteX15" fmla="*/ 9997044 w 12192000"/>
              <a:gd name="connsiteY15" fmla="*/ 780129 h 2240205"/>
              <a:gd name="connsiteX16" fmla="*/ 9943887 w 12192000"/>
              <a:gd name="connsiteY16" fmla="*/ 804141 h 2240205"/>
              <a:gd name="connsiteX17" fmla="*/ 9918248 w 12192000"/>
              <a:gd name="connsiteY17" fmla="*/ 816628 h 2240205"/>
              <a:gd name="connsiteX18" fmla="*/ 9767091 w 12192000"/>
              <a:gd name="connsiteY18" fmla="*/ 870550 h 2240205"/>
              <a:gd name="connsiteX19" fmla="*/ 9683005 w 12192000"/>
              <a:gd name="connsiteY19" fmla="*/ 894128 h 2240205"/>
              <a:gd name="connsiteX20" fmla="*/ 9594438 w 12192000"/>
              <a:gd name="connsiteY20" fmla="*/ 919051 h 2240205"/>
              <a:gd name="connsiteX21" fmla="*/ 9544189 w 12192000"/>
              <a:gd name="connsiteY21" fmla="*/ 938966 h 2240205"/>
              <a:gd name="connsiteX22" fmla="*/ 9500499 w 12192000"/>
              <a:gd name="connsiteY22" fmla="*/ 954680 h 2240205"/>
              <a:gd name="connsiteX23" fmla="*/ 9410017 w 12192000"/>
              <a:gd name="connsiteY23" fmla="*/ 993931 h 2240205"/>
              <a:gd name="connsiteX24" fmla="*/ 9392919 w 12192000"/>
              <a:gd name="connsiteY24" fmla="*/ 994656 h 2240205"/>
              <a:gd name="connsiteX25" fmla="*/ 9268019 w 12192000"/>
              <a:gd name="connsiteY25" fmla="*/ 1007442 h 2240205"/>
              <a:gd name="connsiteX26" fmla="*/ 9188177 w 12192000"/>
              <a:gd name="connsiteY26" fmla="*/ 1035474 h 2240205"/>
              <a:gd name="connsiteX27" fmla="*/ 9155969 w 12192000"/>
              <a:gd name="connsiteY27" fmla="*/ 1046804 h 2240205"/>
              <a:gd name="connsiteX28" fmla="*/ 9133985 w 12192000"/>
              <a:gd name="connsiteY28" fmla="*/ 1046450 h 2240205"/>
              <a:gd name="connsiteX29" fmla="*/ 9003462 w 12192000"/>
              <a:gd name="connsiteY29" fmla="*/ 1042406 h 2240205"/>
              <a:gd name="connsiteX30" fmla="*/ 8968445 w 12192000"/>
              <a:gd name="connsiteY30" fmla="*/ 1052169 h 2240205"/>
              <a:gd name="connsiteX31" fmla="*/ 8886001 w 12192000"/>
              <a:gd name="connsiteY31" fmla="*/ 1067468 h 2240205"/>
              <a:gd name="connsiteX32" fmla="*/ 8838610 w 12192000"/>
              <a:gd name="connsiteY32" fmla="*/ 1075091 h 2240205"/>
              <a:gd name="connsiteX33" fmla="*/ 8750383 w 12192000"/>
              <a:gd name="connsiteY33" fmla="*/ 1097387 h 2240205"/>
              <a:gd name="connsiteX34" fmla="*/ 8665605 w 12192000"/>
              <a:gd name="connsiteY34" fmla="*/ 1110791 h 2240205"/>
              <a:gd name="connsiteX35" fmla="*/ 8584946 w 12192000"/>
              <a:gd name="connsiteY35" fmla="*/ 1135226 h 2240205"/>
              <a:gd name="connsiteX36" fmla="*/ 8419755 w 12192000"/>
              <a:gd name="connsiteY36" fmla="*/ 1216260 h 2240205"/>
              <a:gd name="connsiteX37" fmla="*/ 8411626 w 12192000"/>
              <a:gd name="connsiteY37" fmla="*/ 1214397 h 2240205"/>
              <a:gd name="connsiteX38" fmla="*/ 8363469 w 12192000"/>
              <a:gd name="connsiteY38" fmla="*/ 1246658 h 2240205"/>
              <a:gd name="connsiteX39" fmla="*/ 8275497 w 12192000"/>
              <a:gd name="connsiteY39" fmla="*/ 1264396 h 2240205"/>
              <a:gd name="connsiteX40" fmla="*/ 8074238 w 12192000"/>
              <a:gd name="connsiteY40" fmla="*/ 1301895 h 2240205"/>
              <a:gd name="connsiteX41" fmla="*/ 7942099 w 12192000"/>
              <a:gd name="connsiteY41" fmla="*/ 1336332 h 2240205"/>
              <a:gd name="connsiteX42" fmla="*/ 7902328 w 12192000"/>
              <a:gd name="connsiteY42" fmla="*/ 1345865 h 2240205"/>
              <a:gd name="connsiteX43" fmla="*/ 7840612 w 12192000"/>
              <a:gd name="connsiteY43" fmla="*/ 1369373 h 2240205"/>
              <a:gd name="connsiteX44" fmla="*/ 7786819 w 12192000"/>
              <a:gd name="connsiteY44" fmla="*/ 1378970 h 2240205"/>
              <a:gd name="connsiteX45" fmla="*/ 7548172 w 12192000"/>
              <a:gd name="connsiteY45" fmla="*/ 1417460 h 2240205"/>
              <a:gd name="connsiteX46" fmla="*/ 7483437 w 12192000"/>
              <a:gd name="connsiteY46" fmla="*/ 1478152 h 2240205"/>
              <a:gd name="connsiteX47" fmla="*/ 7377870 w 12192000"/>
              <a:gd name="connsiteY47" fmla="*/ 1523319 h 2240205"/>
              <a:gd name="connsiteX48" fmla="*/ 7230737 w 12192000"/>
              <a:gd name="connsiteY48" fmla="*/ 1562633 h 2240205"/>
              <a:gd name="connsiteX49" fmla="*/ 7224458 w 12192000"/>
              <a:gd name="connsiteY49" fmla="*/ 1573008 h 2240205"/>
              <a:gd name="connsiteX50" fmla="*/ 7183121 w 12192000"/>
              <a:gd name="connsiteY50" fmla="*/ 1595162 h 2240205"/>
              <a:gd name="connsiteX51" fmla="*/ 7164601 w 12192000"/>
              <a:gd name="connsiteY51" fmla="*/ 1606490 h 2240205"/>
              <a:gd name="connsiteX52" fmla="*/ 6900177 w 12192000"/>
              <a:gd name="connsiteY52" fmla="*/ 1636016 h 2240205"/>
              <a:gd name="connsiteX53" fmla="*/ 6795372 w 12192000"/>
              <a:gd name="connsiteY53" fmla="*/ 1644845 h 2240205"/>
              <a:gd name="connsiteX54" fmla="*/ 6692251 w 12192000"/>
              <a:gd name="connsiteY54" fmla="*/ 1656357 h 2240205"/>
              <a:gd name="connsiteX55" fmla="*/ 6655235 w 12192000"/>
              <a:gd name="connsiteY55" fmla="*/ 1661869 h 2240205"/>
              <a:gd name="connsiteX56" fmla="*/ 6554894 w 12192000"/>
              <a:gd name="connsiteY56" fmla="*/ 1664428 h 2240205"/>
              <a:gd name="connsiteX57" fmla="*/ 6516595 w 12192000"/>
              <a:gd name="connsiteY57" fmla="*/ 1667475 h 2240205"/>
              <a:gd name="connsiteX58" fmla="*/ 6508541 w 12192000"/>
              <a:gd name="connsiteY58" fmla="*/ 1668757 h 2240205"/>
              <a:gd name="connsiteX59" fmla="*/ 6471012 w 12192000"/>
              <a:gd name="connsiteY59" fmla="*/ 1678604 h 2240205"/>
              <a:gd name="connsiteX60" fmla="*/ 6364035 w 12192000"/>
              <a:gd name="connsiteY60" fmla="*/ 1667683 h 2240205"/>
              <a:gd name="connsiteX61" fmla="*/ 6243319 w 12192000"/>
              <a:gd name="connsiteY61" fmla="*/ 1695560 h 2240205"/>
              <a:gd name="connsiteX62" fmla="*/ 6098321 w 12192000"/>
              <a:gd name="connsiteY62" fmla="*/ 1721646 h 2240205"/>
              <a:gd name="connsiteX63" fmla="*/ 5880652 w 12192000"/>
              <a:gd name="connsiteY63" fmla="*/ 1779643 h 2240205"/>
              <a:gd name="connsiteX64" fmla="*/ 5785959 w 12192000"/>
              <a:gd name="connsiteY64" fmla="*/ 1775307 h 2240205"/>
              <a:gd name="connsiteX65" fmla="*/ 5643534 w 12192000"/>
              <a:gd name="connsiteY65" fmla="*/ 1802919 h 2240205"/>
              <a:gd name="connsiteX66" fmla="*/ 5518799 w 12192000"/>
              <a:gd name="connsiteY66" fmla="*/ 1818312 h 2240205"/>
              <a:gd name="connsiteX67" fmla="*/ 5505014 w 12192000"/>
              <a:gd name="connsiteY67" fmla="*/ 1819259 h 2240205"/>
              <a:gd name="connsiteX68" fmla="*/ 5453307 w 12192000"/>
              <a:gd name="connsiteY68" fmla="*/ 1815450 h 2240205"/>
              <a:gd name="connsiteX69" fmla="*/ 5221533 w 12192000"/>
              <a:gd name="connsiteY69" fmla="*/ 1846950 h 2240205"/>
              <a:gd name="connsiteX70" fmla="*/ 5149802 w 12192000"/>
              <a:gd name="connsiteY70" fmla="*/ 1844846 h 2240205"/>
              <a:gd name="connsiteX71" fmla="*/ 5114927 w 12192000"/>
              <a:gd name="connsiteY71" fmla="*/ 1847827 h 2240205"/>
              <a:gd name="connsiteX72" fmla="*/ 5108970 w 12192000"/>
              <a:gd name="connsiteY72" fmla="*/ 1847935 h 2240205"/>
              <a:gd name="connsiteX73" fmla="*/ 5067961 w 12192000"/>
              <a:gd name="connsiteY73" fmla="*/ 1845917 h 2240205"/>
              <a:gd name="connsiteX74" fmla="*/ 5007075 w 12192000"/>
              <a:gd name="connsiteY74" fmla="*/ 1838626 h 2240205"/>
              <a:gd name="connsiteX75" fmla="*/ 4944087 w 12192000"/>
              <a:gd name="connsiteY75" fmla="*/ 1823332 h 2240205"/>
              <a:gd name="connsiteX76" fmla="*/ 4907662 w 12192000"/>
              <a:gd name="connsiteY76" fmla="*/ 1816900 h 2240205"/>
              <a:gd name="connsiteX77" fmla="*/ 4882386 w 12192000"/>
              <a:gd name="connsiteY77" fmla="*/ 1809844 h 2240205"/>
              <a:gd name="connsiteX78" fmla="*/ 4811440 w 12192000"/>
              <a:gd name="connsiteY78" fmla="*/ 1804655 h 2240205"/>
              <a:gd name="connsiteX79" fmla="*/ 4691075 w 12192000"/>
              <a:gd name="connsiteY79" fmla="*/ 1801389 h 2240205"/>
              <a:gd name="connsiteX80" fmla="*/ 4640313 w 12192000"/>
              <a:gd name="connsiteY80" fmla="*/ 1784307 h 2240205"/>
              <a:gd name="connsiteX81" fmla="*/ 4536503 w 12192000"/>
              <a:gd name="connsiteY81" fmla="*/ 1785334 h 2240205"/>
              <a:gd name="connsiteX82" fmla="*/ 4513724 w 12192000"/>
              <a:gd name="connsiteY82" fmla="*/ 1791996 h 2240205"/>
              <a:gd name="connsiteX83" fmla="*/ 4459810 w 12192000"/>
              <a:gd name="connsiteY83" fmla="*/ 1797886 h 2240205"/>
              <a:gd name="connsiteX84" fmla="*/ 4379064 w 12192000"/>
              <a:gd name="connsiteY84" fmla="*/ 1817177 h 2240205"/>
              <a:gd name="connsiteX85" fmla="*/ 4290981 w 12192000"/>
              <a:gd name="connsiteY85" fmla="*/ 1839677 h 2240205"/>
              <a:gd name="connsiteX86" fmla="*/ 4238372 w 12192000"/>
              <a:gd name="connsiteY86" fmla="*/ 1851480 h 2240205"/>
              <a:gd name="connsiteX87" fmla="*/ 4232517 w 12192000"/>
              <a:gd name="connsiteY87" fmla="*/ 1852567 h 2240205"/>
              <a:gd name="connsiteX88" fmla="*/ 4191732 w 12192000"/>
              <a:gd name="connsiteY88" fmla="*/ 1857328 h 2240205"/>
              <a:gd name="connsiteX89" fmla="*/ 4065532 w 12192000"/>
              <a:gd name="connsiteY89" fmla="*/ 1855477 h 2240205"/>
              <a:gd name="connsiteX90" fmla="*/ 4028460 w 12192000"/>
              <a:gd name="connsiteY90" fmla="*/ 1855137 h 2240205"/>
              <a:gd name="connsiteX91" fmla="*/ 4002267 w 12192000"/>
              <a:gd name="connsiteY91" fmla="*/ 1852352 h 2240205"/>
              <a:gd name="connsiteX92" fmla="*/ 3931396 w 12192000"/>
              <a:gd name="connsiteY92" fmla="*/ 1858915 h 2240205"/>
              <a:gd name="connsiteX93" fmla="*/ 3812162 w 12192000"/>
              <a:gd name="connsiteY93" fmla="*/ 1875501 h 2240205"/>
              <a:gd name="connsiteX94" fmla="*/ 3758105 w 12192000"/>
              <a:gd name="connsiteY94" fmla="*/ 1871856 h 2240205"/>
              <a:gd name="connsiteX95" fmla="*/ 3567259 w 12192000"/>
              <a:gd name="connsiteY95" fmla="*/ 1893482 h 2240205"/>
              <a:gd name="connsiteX96" fmla="*/ 3405770 w 12192000"/>
              <a:gd name="connsiteY96" fmla="*/ 1904591 h 2240205"/>
              <a:gd name="connsiteX97" fmla="*/ 3280097 w 12192000"/>
              <a:gd name="connsiteY97" fmla="*/ 1919610 h 2240205"/>
              <a:gd name="connsiteX98" fmla="*/ 3009910 w 12192000"/>
              <a:gd name="connsiteY98" fmla="*/ 1957866 h 2240205"/>
              <a:gd name="connsiteX99" fmla="*/ 2995934 w 12192000"/>
              <a:gd name="connsiteY99" fmla="*/ 1967085 h 2240205"/>
              <a:gd name="connsiteX100" fmla="*/ 2942858 w 12192000"/>
              <a:gd name="connsiteY100" fmla="*/ 1981367 h 2240205"/>
              <a:gd name="connsiteX101" fmla="*/ 2875436 w 12192000"/>
              <a:gd name="connsiteY101" fmla="*/ 1996977 h 2240205"/>
              <a:gd name="connsiteX102" fmla="*/ 2874892 w 12192000"/>
              <a:gd name="connsiteY102" fmla="*/ 1996085 h 2240205"/>
              <a:gd name="connsiteX103" fmla="*/ 2843662 w 12192000"/>
              <a:gd name="connsiteY103" fmla="*/ 1992498 h 2240205"/>
              <a:gd name="connsiteX104" fmla="*/ 2718916 w 12192000"/>
              <a:gd name="connsiteY104" fmla="*/ 1990867 h 2240205"/>
              <a:gd name="connsiteX105" fmla="*/ 2713522 w 12192000"/>
              <a:gd name="connsiteY105" fmla="*/ 1990173 h 2240205"/>
              <a:gd name="connsiteX106" fmla="*/ 2476147 w 12192000"/>
              <a:gd name="connsiteY106" fmla="*/ 1998305 h 2240205"/>
              <a:gd name="connsiteX107" fmla="*/ 2373568 w 12192000"/>
              <a:gd name="connsiteY107" fmla="*/ 2003219 h 2240205"/>
              <a:gd name="connsiteX108" fmla="*/ 2287219 w 12192000"/>
              <a:gd name="connsiteY108" fmla="*/ 1998750 h 2240205"/>
              <a:gd name="connsiteX109" fmla="*/ 2243069 w 12192000"/>
              <a:gd name="connsiteY109" fmla="*/ 2005321 h 2240205"/>
              <a:gd name="connsiteX110" fmla="*/ 2164831 w 12192000"/>
              <a:gd name="connsiteY110" fmla="*/ 2010143 h 2240205"/>
              <a:gd name="connsiteX111" fmla="*/ 2085228 w 12192000"/>
              <a:gd name="connsiteY111" fmla="*/ 2046431 h 2240205"/>
              <a:gd name="connsiteX112" fmla="*/ 2058061 w 12192000"/>
              <a:gd name="connsiteY112" fmla="*/ 2047942 h 2240205"/>
              <a:gd name="connsiteX113" fmla="*/ 2042244 w 12192000"/>
              <a:gd name="connsiteY113" fmla="*/ 2055560 h 2240205"/>
              <a:gd name="connsiteX114" fmla="*/ 1877728 w 12192000"/>
              <a:gd name="connsiteY114" fmla="*/ 2101004 h 2240205"/>
              <a:gd name="connsiteX115" fmla="*/ 1759056 w 12192000"/>
              <a:gd name="connsiteY115" fmla="*/ 2125608 h 2240205"/>
              <a:gd name="connsiteX116" fmla="*/ 1637948 w 12192000"/>
              <a:gd name="connsiteY116" fmla="*/ 2172597 h 2240205"/>
              <a:gd name="connsiteX117" fmla="*/ 1434549 w 12192000"/>
              <a:gd name="connsiteY117" fmla="*/ 2234522 h 2240205"/>
              <a:gd name="connsiteX118" fmla="*/ 1370962 w 12192000"/>
              <a:gd name="connsiteY118" fmla="*/ 2237474 h 2240205"/>
              <a:gd name="connsiteX119" fmla="*/ 1356367 w 12192000"/>
              <a:gd name="connsiteY119" fmla="*/ 2235089 h 2240205"/>
              <a:gd name="connsiteX120" fmla="*/ 1279765 w 12192000"/>
              <a:gd name="connsiteY120" fmla="*/ 2229639 h 2240205"/>
              <a:gd name="connsiteX121" fmla="*/ 1195347 w 12192000"/>
              <a:gd name="connsiteY121" fmla="*/ 2212354 h 2240205"/>
              <a:gd name="connsiteX122" fmla="*/ 970251 w 12192000"/>
              <a:gd name="connsiteY122" fmla="*/ 2221029 h 2240205"/>
              <a:gd name="connsiteX123" fmla="*/ 812914 w 12192000"/>
              <a:gd name="connsiteY123" fmla="*/ 2210095 h 2240205"/>
              <a:gd name="connsiteX124" fmla="*/ 776382 w 12192000"/>
              <a:gd name="connsiteY124" fmla="*/ 2204512 h 2240205"/>
              <a:gd name="connsiteX125" fmla="*/ 597225 w 12192000"/>
              <a:gd name="connsiteY125" fmla="*/ 2180999 h 2240205"/>
              <a:gd name="connsiteX126" fmla="*/ 520671 w 12192000"/>
              <a:gd name="connsiteY126" fmla="*/ 2180980 h 2240205"/>
              <a:gd name="connsiteX127" fmla="*/ 515024 w 12192000"/>
              <a:gd name="connsiteY127" fmla="*/ 2179258 h 2240205"/>
              <a:gd name="connsiteX128" fmla="*/ 413835 w 12192000"/>
              <a:gd name="connsiteY128" fmla="*/ 2156783 h 2240205"/>
              <a:gd name="connsiteX129" fmla="*/ 376513 w 12192000"/>
              <a:gd name="connsiteY129" fmla="*/ 2154014 h 2240205"/>
              <a:gd name="connsiteX130" fmla="*/ 273386 w 12192000"/>
              <a:gd name="connsiteY130" fmla="*/ 2142551 h 2240205"/>
              <a:gd name="connsiteX131" fmla="*/ 77641 w 12192000"/>
              <a:gd name="connsiteY131" fmla="*/ 2126835 h 2240205"/>
              <a:gd name="connsiteX132" fmla="*/ 37645 w 12192000"/>
              <a:gd name="connsiteY132" fmla="*/ 2115401 h 2240205"/>
              <a:gd name="connsiteX133" fmla="*/ 4572 w 12192000"/>
              <a:gd name="connsiteY133" fmla="*/ 2111091 h 2240205"/>
              <a:gd name="connsiteX134" fmla="*/ 0 w 12192000"/>
              <a:gd name="connsiteY134" fmla="*/ 2110468 h 2240205"/>
              <a:gd name="connsiteX135" fmla="*/ 0 w 12192000"/>
              <a:gd name="connsiteY135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820512 w 12192000"/>
              <a:gd name="connsiteY4" fmla="*/ 745392 h 2240205"/>
              <a:gd name="connsiteX5" fmla="*/ 11649954 w 12192000"/>
              <a:gd name="connsiteY5" fmla="*/ 749628 h 2240205"/>
              <a:gd name="connsiteX6" fmla="*/ 11560424 w 12192000"/>
              <a:gd name="connsiteY6" fmla="*/ 748017 h 2240205"/>
              <a:gd name="connsiteX7" fmla="*/ 11358455 w 12192000"/>
              <a:gd name="connsiteY7" fmla="*/ 747593 h 2240205"/>
              <a:gd name="connsiteX8" fmla="*/ 11165209 w 12192000"/>
              <a:gd name="connsiteY8" fmla="*/ 748852 h 2240205"/>
              <a:gd name="connsiteX9" fmla="*/ 11058755 w 12192000"/>
              <a:gd name="connsiteY9" fmla="*/ 749617 h 2240205"/>
              <a:gd name="connsiteX10" fmla="*/ 10846594 w 12192000"/>
              <a:gd name="connsiteY10" fmla="*/ 765069 h 2240205"/>
              <a:gd name="connsiteX11" fmla="*/ 10739478 w 12192000"/>
              <a:gd name="connsiteY11" fmla="*/ 776841 h 2240205"/>
              <a:gd name="connsiteX12" fmla="*/ 10458762 w 12192000"/>
              <a:gd name="connsiteY12" fmla="*/ 755400 h 2240205"/>
              <a:gd name="connsiteX13" fmla="*/ 10211200 w 12192000"/>
              <a:gd name="connsiteY13" fmla="*/ 767513 h 2240205"/>
              <a:gd name="connsiteX14" fmla="*/ 10167995 w 12192000"/>
              <a:gd name="connsiteY14" fmla="*/ 760843 h 2240205"/>
              <a:gd name="connsiteX15" fmla="*/ 9997044 w 12192000"/>
              <a:gd name="connsiteY15" fmla="*/ 780129 h 2240205"/>
              <a:gd name="connsiteX16" fmla="*/ 9943887 w 12192000"/>
              <a:gd name="connsiteY16" fmla="*/ 804141 h 2240205"/>
              <a:gd name="connsiteX17" fmla="*/ 9918248 w 12192000"/>
              <a:gd name="connsiteY17" fmla="*/ 816628 h 2240205"/>
              <a:gd name="connsiteX18" fmla="*/ 9767091 w 12192000"/>
              <a:gd name="connsiteY18" fmla="*/ 870550 h 2240205"/>
              <a:gd name="connsiteX19" fmla="*/ 9683005 w 12192000"/>
              <a:gd name="connsiteY19" fmla="*/ 894128 h 2240205"/>
              <a:gd name="connsiteX20" fmla="*/ 9594438 w 12192000"/>
              <a:gd name="connsiteY20" fmla="*/ 919051 h 2240205"/>
              <a:gd name="connsiteX21" fmla="*/ 9544189 w 12192000"/>
              <a:gd name="connsiteY21" fmla="*/ 938966 h 2240205"/>
              <a:gd name="connsiteX22" fmla="*/ 9500499 w 12192000"/>
              <a:gd name="connsiteY22" fmla="*/ 954680 h 2240205"/>
              <a:gd name="connsiteX23" fmla="*/ 9410017 w 12192000"/>
              <a:gd name="connsiteY23" fmla="*/ 993931 h 2240205"/>
              <a:gd name="connsiteX24" fmla="*/ 9392919 w 12192000"/>
              <a:gd name="connsiteY24" fmla="*/ 994656 h 2240205"/>
              <a:gd name="connsiteX25" fmla="*/ 9268019 w 12192000"/>
              <a:gd name="connsiteY25" fmla="*/ 1007442 h 2240205"/>
              <a:gd name="connsiteX26" fmla="*/ 9188177 w 12192000"/>
              <a:gd name="connsiteY26" fmla="*/ 1035474 h 2240205"/>
              <a:gd name="connsiteX27" fmla="*/ 9155969 w 12192000"/>
              <a:gd name="connsiteY27" fmla="*/ 1046804 h 2240205"/>
              <a:gd name="connsiteX28" fmla="*/ 9133985 w 12192000"/>
              <a:gd name="connsiteY28" fmla="*/ 1046450 h 2240205"/>
              <a:gd name="connsiteX29" fmla="*/ 9003462 w 12192000"/>
              <a:gd name="connsiteY29" fmla="*/ 1042406 h 2240205"/>
              <a:gd name="connsiteX30" fmla="*/ 8968445 w 12192000"/>
              <a:gd name="connsiteY30" fmla="*/ 1052169 h 2240205"/>
              <a:gd name="connsiteX31" fmla="*/ 8886001 w 12192000"/>
              <a:gd name="connsiteY31" fmla="*/ 1067468 h 2240205"/>
              <a:gd name="connsiteX32" fmla="*/ 8838610 w 12192000"/>
              <a:gd name="connsiteY32" fmla="*/ 1075091 h 2240205"/>
              <a:gd name="connsiteX33" fmla="*/ 8665605 w 12192000"/>
              <a:gd name="connsiteY33" fmla="*/ 1110791 h 2240205"/>
              <a:gd name="connsiteX34" fmla="*/ 8584946 w 12192000"/>
              <a:gd name="connsiteY34" fmla="*/ 1135226 h 2240205"/>
              <a:gd name="connsiteX35" fmla="*/ 8419755 w 12192000"/>
              <a:gd name="connsiteY35" fmla="*/ 1216260 h 2240205"/>
              <a:gd name="connsiteX36" fmla="*/ 8411626 w 12192000"/>
              <a:gd name="connsiteY36" fmla="*/ 1214397 h 2240205"/>
              <a:gd name="connsiteX37" fmla="*/ 8363469 w 12192000"/>
              <a:gd name="connsiteY37" fmla="*/ 1246658 h 2240205"/>
              <a:gd name="connsiteX38" fmla="*/ 8275497 w 12192000"/>
              <a:gd name="connsiteY38" fmla="*/ 1264396 h 2240205"/>
              <a:gd name="connsiteX39" fmla="*/ 8074238 w 12192000"/>
              <a:gd name="connsiteY39" fmla="*/ 1301895 h 2240205"/>
              <a:gd name="connsiteX40" fmla="*/ 7942099 w 12192000"/>
              <a:gd name="connsiteY40" fmla="*/ 1336332 h 2240205"/>
              <a:gd name="connsiteX41" fmla="*/ 7902328 w 12192000"/>
              <a:gd name="connsiteY41" fmla="*/ 1345865 h 2240205"/>
              <a:gd name="connsiteX42" fmla="*/ 7840612 w 12192000"/>
              <a:gd name="connsiteY42" fmla="*/ 1369373 h 2240205"/>
              <a:gd name="connsiteX43" fmla="*/ 7786819 w 12192000"/>
              <a:gd name="connsiteY43" fmla="*/ 1378970 h 2240205"/>
              <a:gd name="connsiteX44" fmla="*/ 7548172 w 12192000"/>
              <a:gd name="connsiteY44" fmla="*/ 1417460 h 2240205"/>
              <a:gd name="connsiteX45" fmla="*/ 7483437 w 12192000"/>
              <a:gd name="connsiteY45" fmla="*/ 1478152 h 2240205"/>
              <a:gd name="connsiteX46" fmla="*/ 7377870 w 12192000"/>
              <a:gd name="connsiteY46" fmla="*/ 1523319 h 2240205"/>
              <a:gd name="connsiteX47" fmla="*/ 7230737 w 12192000"/>
              <a:gd name="connsiteY47" fmla="*/ 1562633 h 2240205"/>
              <a:gd name="connsiteX48" fmla="*/ 7224458 w 12192000"/>
              <a:gd name="connsiteY48" fmla="*/ 1573008 h 2240205"/>
              <a:gd name="connsiteX49" fmla="*/ 7183121 w 12192000"/>
              <a:gd name="connsiteY49" fmla="*/ 1595162 h 2240205"/>
              <a:gd name="connsiteX50" fmla="*/ 7164601 w 12192000"/>
              <a:gd name="connsiteY50" fmla="*/ 1606490 h 2240205"/>
              <a:gd name="connsiteX51" fmla="*/ 6900177 w 12192000"/>
              <a:gd name="connsiteY51" fmla="*/ 1636016 h 2240205"/>
              <a:gd name="connsiteX52" fmla="*/ 6795372 w 12192000"/>
              <a:gd name="connsiteY52" fmla="*/ 1644845 h 2240205"/>
              <a:gd name="connsiteX53" fmla="*/ 6692251 w 12192000"/>
              <a:gd name="connsiteY53" fmla="*/ 1656357 h 2240205"/>
              <a:gd name="connsiteX54" fmla="*/ 6655235 w 12192000"/>
              <a:gd name="connsiteY54" fmla="*/ 1661869 h 2240205"/>
              <a:gd name="connsiteX55" fmla="*/ 6554894 w 12192000"/>
              <a:gd name="connsiteY55" fmla="*/ 1664428 h 2240205"/>
              <a:gd name="connsiteX56" fmla="*/ 6516595 w 12192000"/>
              <a:gd name="connsiteY56" fmla="*/ 1667475 h 2240205"/>
              <a:gd name="connsiteX57" fmla="*/ 6508541 w 12192000"/>
              <a:gd name="connsiteY57" fmla="*/ 1668757 h 2240205"/>
              <a:gd name="connsiteX58" fmla="*/ 6471012 w 12192000"/>
              <a:gd name="connsiteY58" fmla="*/ 1678604 h 2240205"/>
              <a:gd name="connsiteX59" fmla="*/ 6364035 w 12192000"/>
              <a:gd name="connsiteY59" fmla="*/ 1667683 h 2240205"/>
              <a:gd name="connsiteX60" fmla="*/ 6243319 w 12192000"/>
              <a:gd name="connsiteY60" fmla="*/ 1695560 h 2240205"/>
              <a:gd name="connsiteX61" fmla="*/ 6098321 w 12192000"/>
              <a:gd name="connsiteY61" fmla="*/ 1721646 h 2240205"/>
              <a:gd name="connsiteX62" fmla="*/ 5880652 w 12192000"/>
              <a:gd name="connsiteY62" fmla="*/ 1779643 h 2240205"/>
              <a:gd name="connsiteX63" fmla="*/ 5785959 w 12192000"/>
              <a:gd name="connsiteY63" fmla="*/ 1775307 h 2240205"/>
              <a:gd name="connsiteX64" fmla="*/ 5643534 w 12192000"/>
              <a:gd name="connsiteY64" fmla="*/ 1802919 h 2240205"/>
              <a:gd name="connsiteX65" fmla="*/ 5518799 w 12192000"/>
              <a:gd name="connsiteY65" fmla="*/ 1818312 h 2240205"/>
              <a:gd name="connsiteX66" fmla="*/ 5505014 w 12192000"/>
              <a:gd name="connsiteY66" fmla="*/ 1819259 h 2240205"/>
              <a:gd name="connsiteX67" fmla="*/ 5453307 w 12192000"/>
              <a:gd name="connsiteY67" fmla="*/ 1815450 h 2240205"/>
              <a:gd name="connsiteX68" fmla="*/ 5221533 w 12192000"/>
              <a:gd name="connsiteY68" fmla="*/ 1846950 h 2240205"/>
              <a:gd name="connsiteX69" fmla="*/ 5149802 w 12192000"/>
              <a:gd name="connsiteY69" fmla="*/ 1844846 h 2240205"/>
              <a:gd name="connsiteX70" fmla="*/ 5114927 w 12192000"/>
              <a:gd name="connsiteY70" fmla="*/ 1847827 h 2240205"/>
              <a:gd name="connsiteX71" fmla="*/ 5108970 w 12192000"/>
              <a:gd name="connsiteY71" fmla="*/ 1847935 h 2240205"/>
              <a:gd name="connsiteX72" fmla="*/ 5067961 w 12192000"/>
              <a:gd name="connsiteY72" fmla="*/ 1845917 h 2240205"/>
              <a:gd name="connsiteX73" fmla="*/ 5007075 w 12192000"/>
              <a:gd name="connsiteY73" fmla="*/ 1838626 h 2240205"/>
              <a:gd name="connsiteX74" fmla="*/ 4944087 w 12192000"/>
              <a:gd name="connsiteY74" fmla="*/ 1823332 h 2240205"/>
              <a:gd name="connsiteX75" fmla="*/ 4907662 w 12192000"/>
              <a:gd name="connsiteY75" fmla="*/ 1816900 h 2240205"/>
              <a:gd name="connsiteX76" fmla="*/ 4882386 w 12192000"/>
              <a:gd name="connsiteY76" fmla="*/ 1809844 h 2240205"/>
              <a:gd name="connsiteX77" fmla="*/ 4811440 w 12192000"/>
              <a:gd name="connsiteY77" fmla="*/ 1804655 h 2240205"/>
              <a:gd name="connsiteX78" fmla="*/ 4691075 w 12192000"/>
              <a:gd name="connsiteY78" fmla="*/ 1801389 h 2240205"/>
              <a:gd name="connsiteX79" fmla="*/ 4640313 w 12192000"/>
              <a:gd name="connsiteY79" fmla="*/ 1784307 h 2240205"/>
              <a:gd name="connsiteX80" fmla="*/ 4536503 w 12192000"/>
              <a:gd name="connsiteY80" fmla="*/ 1785334 h 2240205"/>
              <a:gd name="connsiteX81" fmla="*/ 4513724 w 12192000"/>
              <a:gd name="connsiteY81" fmla="*/ 1791996 h 2240205"/>
              <a:gd name="connsiteX82" fmla="*/ 4459810 w 12192000"/>
              <a:gd name="connsiteY82" fmla="*/ 1797886 h 2240205"/>
              <a:gd name="connsiteX83" fmla="*/ 4379064 w 12192000"/>
              <a:gd name="connsiteY83" fmla="*/ 1817177 h 2240205"/>
              <a:gd name="connsiteX84" fmla="*/ 4290981 w 12192000"/>
              <a:gd name="connsiteY84" fmla="*/ 1839677 h 2240205"/>
              <a:gd name="connsiteX85" fmla="*/ 4238372 w 12192000"/>
              <a:gd name="connsiteY85" fmla="*/ 1851480 h 2240205"/>
              <a:gd name="connsiteX86" fmla="*/ 4232517 w 12192000"/>
              <a:gd name="connsiteY86" fmla="*/ 1852567 h 2240205"/>
              <a:gd name="connsiteX87" fmla="*/ 4191732 w 12192000"/>
              <a:gd name="connsiteY87" fmla="*/ 1857328 h 2240205"/>
              <a:gd name="connsiteX88" fmla="*/ 4065532 w 12192000"/>
              <a:gd name="connsiteY88" fmla="*/ 1855477 h 2240205"/>
              <a:gd name="connsiteX89" fmla="*/ 4028460 w 12192000"/>
              <a:gd name="connsiteY89" fmla="*/ 1855137 h 2240205"/>
              <a:gd name="connsiteX90" fmla="*/ 4002267 w 12192000"/>
              <a:gd name="connsiteY90" fmla="*/ 1852352 h 2240205"/>
              <a:gd name="connsiteX91" fmla="*/ 3931396 w 12192000"/>
              <a:gd name="connsiteY91" fmla="*/ 1858915 h 2240205"/>
              <a:gd name="connsiteX92" fmla="*/ 3812162 w 12192000"/>
              <a:gd name="connsiteY92" fmla="*/ 1875501 h 2240205"/>
              <a:gd name="connsiteX93" fmla="*/ 3758105 w 12192000"/>
              <a:gd name="connsiteY93" fmla="*/ 1871856 h 2240205"/>
              <a:gd name="connsiteX94" fmla="*/ 3567259 w 12192000"/>
              <a:gd name="connsiteY94" fmla="*/ 1893482 h 2240205"/>
              <a:gd name="connsiteX95" fmla="*/ 3405770 w 12192000"/>
              <a:gd name="connsiteY95" fmla="*/ 1904591 h 2240205"/>
              <a:gd name="connsiteX96" fmla="*/ 3280097 w 12192000"/>
              <a:gd name="connsiteY96" fmla="*/ 1919610 h 2240205"/>
              <a:gd name="connsiteX97" fmla="*/ 3009910 w 12192000"/>
              <a:gd name="connsiteY97" fmla="*/ 1957866 h 2240205"/>
              <a:gd name="connsiteX98" fmla="*/ 2995934 w 12192000"/>
              <a:gd name="connsiteY98" fmla="*/ 1967085 h 2240205"/>
              <a:gd name="connsiteX99" fmla="*/ 2942858 w 12192000"/>
              <a:gd name="connsiteY99" fmla="*/ 1981367 h 2240205"/>
              <a:gd name="connsiteX100" fmla="*/ 2875436 w 12192000"/>
              <a:gd name="connsiteY100" fmla="*/ 1996977 h 2240205"/>
              <a:gd name="connsiteX101" fmla="*/ 2874892 w 12192000"/>
              <a:gd name="connsiteY101" fmla="*/ 1996085 h 2240205"/>
              <a:gd name="connsiteX102" fmla="*/ 2843662 w 12192000"/>
              <a:gd name="connsiteY102" fmla="*/ 1992498 h 2240205"/>
              <a:gd name="connsiteX103" fmla="*/ 2718916 w 12192000"/>
              <a:gd name="connsiteY103" fmla="*/ 1990867 h 2240205"/>
              <a:gd name="connsiteX104" fmla="*/ 2713522 w 12192000"/>
              <a:gd name="connsiteY104" fmla="*/ 1990173 h 2240205"/>
              <a:gd name="connsiteX105" fmla="*/ 2476147 w 12192000"/>
              <a:gd name="connsiteY105" fmla="*/ 1998305 h 2240205"/>
              <a:gd name="connsiteX106" fmla="*/ 2373568 w 12192000"/>
              <a:gd name="connsiteY106" fmla="*/ 2003219 h 2240205"/>
              <a:gd name="connsiteX107" fmla="*/ 2287219 w 12192000"/>
              <a:gd name="connsiteY107" fmla="*/ 1998750 h 2240205"/>
              <a:gd name="connsiteX108" fmla="*/ 2243069 w 12192000"/>
              <a:gd name="connsiteY108" fmla="*/ 2005321 h 2240205"/>
              <a:gd name="connsiteX109" fmla="*/ 2164831 w 12192000"/>
              <a:gd name="connsiteY109" fmla="*/ 2010143 h 2240205"/>
              <a:gd name="connsiteX110" fmla="*/ 2085228 w 12192000"/>
              <a:gd name="connsiteY110" fmla="*/ 2046431 h 2240205"/>
              <a:gd name="connsiteX111" fmla="*/ 2058061 w 12192000"/>
              <a:gd name="connsiteY111" fmla="*/ 2047942 h 2240205"/>
              <a:gd name="connsiteX112" fmla="*/ 2042244 w 12192000"/>
              <a:gd name="connsiteY112" fmla="*/ 2055560 h 2240205"/>
              <a:gd name="connsiteX113" fmla="*/ 1877728 w 12192000"/>
              <a:gd name="connsiteY113" fmla="*/ 2101004 h 2240205"/>
              <a:gd name="connsiteX114" fmla="*/ 1759056 w 12192000"/>
              <a:gd name="connsiteY114" fmla="*/ 2125608 h 2240205"/>
              <a:gd name="connsiteX115" fmla="*/ 1637948 w 12192000"/>
              <a:gd name="connsiteY115" fmla="*/ 2172597 h 2240205"/>
              <a:gd name="connsiteX116" fmla="*/ 1434549 w 12192000"/>
              <a:gd name="connsiteY116" fmla="*/ 2234522 h 2240205"/>
              <a:gd name="connsiteX117" fmla="*/ 1370962 w 12192000"/>
              <a:gd name="connsiteY117" fmla="*/ 2237474 h 2240205"/>
              <a:gd name="connsiteX118" fmla="*/ 1356367 w 12192000"/>
              <a:gd name="connsiteY118" fmla="*/ 2235089 h 2240205"/>
              <a:gd name="connsiteX119" fmla="*/ 1279765 w 12192000"/>
              <a:gd name="connsiteY119" fmla="*/ 2229639 h 2240205"/>
              <a:gd name="connsiteX120" fmla="*/ 1195347 w 12192000"/>
              <a:gd name="connsiteY120" fmla="*/ 2212354 h 2240205"/>
              <a:gd name="connsiteX121" fmla="*/ 970251 w 12192000"/>
              <a:gd name="connsiteY121" fmla="*/ 2221029 h 2240205"/>
              <a:gd name="connsiteX122" fmla="*/ 812914 w 12192000"/>
              <a:gd name="connsiteY122" fmla="*/ 2210095 h 2240205"/>
              <a:gd name="connsiteX123" fmla="*/ 776382 w 12192000"/>
              <a:gd name="connsiteY123" fmla="*/ 2204512 h 2240205"/>
              <a:gd name="connsiteX124" fmla="*/ 597225 w 12192000"/>
              <a:gd name="connsiteY124" fmla="*/ 2180999 h 2240205"/>
              <a:gd name="connsiteX125" fmla="*/ 520671 w 12192000"/>
              <a:gd name="connsiteY125" fmla="*/ 2180980 h 2240205"/>
              <a:gd name="connsiteX126" fmla="*/ 515024 w 12192000"/>
              <a:gd name="connsiteY126" fmla="*/ 2179258 h 2240205"/>
              <a:gd name="connsiteX127" fmla="*/ 413835 w 12192000"/>
              <a:gd name="connsiteY127" fmla="*/ 2156783 h 2240205"/>
              <a:gd name="connsiteX128" fmla="*/ 376513 w 12192000"/>
              <a:gd name="connsiteY128" fmla="*/ 2154014 h 2240205"/>
              <a:gd name="connsiteX129" fmla="*/ 273386 w 12192000"/>
              <a:gd name="connsiteY129" fmla="*/ 2142551 h 2240205"/>
              <a:gd name="connsiteX130" fmla="*/ 77641 w 12192000"/>
              <a:gd name="connsiteY130" fmla="*/ 2126835 h 2240205"/>
              <a:gd name="connsiteX131" fmla="*/ 37645 w 12192000"/>
              <a:gd name="connsiteY131" fmla="*/ 2115401 h 2240205"/>
              <a:gd name="connsiteX132" fmla="*/ 4572 w 12192000"/>
              <a:gd name="connsiteY132" fmla="*/ 2111091 h 2240205"/>
              <a:gd name="connsiteX133" fmla="*/ 0 w 12192000"/>
              <a:gd name="connsiteY133" fmla="*/ 2110468 h 2240205"/>
              <a:gd name="connsiteX134" fmla="*/ 0 w 12192000"/>
              <a:gd name="connsiteY134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820512 w 12192000"/>
              <a:gd name="connsiteY4" fmla="*/ 745392 h 2240205"/>
              <a:gd name="connsiteX5" fmla="*/ 11649954 w 12192000"/>
              <a:gd name="connsiteY5" fmla="*/ 749628 h 2240205"/>
              <a:gd name="connsiteX6" fmla="*/ 11560424 w 12192000"/>
              <a:gd name="connsiteY6" fmla="*/ 748017 h 2240205"/>
              <a:gd name="connsiteX7" fmla="*/ 11358455 w 12192000"/>
              <a:gd name="connsiteY7" fmla="*/ 747593 h 2240205"/>
              <a:gd name="connsiteX8" fmla="*/ 11165209 w 12192000"/>
              <a:gd name="connsiteY8" fmla="*/ 748852 h 2240205"/>
              <a:gd name="connsiteX9" fmla="*/ 11058755 w 12192000"/>
              <a:gd name="connsiteY9" fmla="*/ 749617 h 2240205"/>
              <a:gd name="connsiteX10" fmla="*/ 10846594 w 12192000"/>
              <a:gd name="connsiteY10" fmla="*/ 765069 h 2240205"/>
              <a:gd name="connsiteX11" fmla="*/ 10739478 w 12192000"/>
              <a:gd name="connsiteY11" fmla="*/ 776841 h 2240205"/>
              <a:gd name="connsiteX12" fmla="*/ 10458762 w 12192000"/>
              <a:gd name="connsiteY12" fmla="*/ 755400 h 2240205"/>
              <a:gd name="connsiteX13" fmla="*/ 10211200 w 12192000"/>
              <a:gd name="connsiteY13" fmla="*/ 767513 h 2240205"/>
              <a:gd name="connsiteX14" fmla="*/ 10167995 w 12192000"/>
              <a:gd name="connsiteY14" fmla="*/ 760843 h 2240205"/>
              <a:gd name="connsiteX15" fmla="*/ 9997044 w 12192000"/>
              <a:gd name="connsiteY15" fmla="*/ 780129 h 2240205"/>
              <a:gd name="connsiteX16" fmla="*/ 9943887 w 12192000"/>
              <a:gd name="connsiteY16" fmla="*/ 804141 h 2240205"/>
              <a:gd name="connsiteX17" fmla="*/ 9918248 w 12192000"/>
              <a:gd name="connsiteY17" fmla="*/ 816628 h 2240205"/>
              <a:gd name="connsiteX18" fmla="*/ 9767091 w 12192000"/>
              <a:gd name="connsiteY18" fmla="*/ 870550 h 2240205"/>
              <a:gd name="connsiteX19" fmla="*/ 9683005 w 12192000"/>
              <a:gd name="connsiteY19" fmla="*/ 894128 h 2240205"/>
              <a:gd name="connsiteX20" fmla="*/ 9594438 w 12192000"/>
              <a:gd name="connsiteY20" fmla="*/ 919051 h 2240205"/>
              <a:gd name="connsiteX21" fmla="*/ 9544189 w 12192000"/>
              <a:gd name="connsiteY21" fmla="*/ 938966 h 2240205"/>
              <a:gd name="connsiteX22" fmla="*/ 9500499 w 12192000"/>
              <a:gd name="connsiteY22" fmla="*/ 954680 h 2240205"/>
              <a:gd name="connsiteX23" fmla="*/ 9410017 w 12192000"/>
              <a:gd name="connsiteY23" fmla="*/ 993931 h 2240205"/>
              <a:gd name="connsiteX24" fmla="*/ 9392919 w 12192000"/>
              <a:gd name="connsiteY24" fmla="*/ 994656 h 2240205"/>
              <a:gd name="connsiteX25" fmla="*/ 9268019 w 12192000"/>
              <a:gd name="connsiteY25" fmla="*/ 1007442 h 2240205"/>
              <a:gd name="connsiteX26" fmla="*/ 9188177 w 12192000"/>
              <a:gd name="connsiteY26" fmla="*/ 1035474 h 2240205"/>
              <a:gd name="connsiteX27" fmla="*/ 9155969 w 12192000"/>
              <a:gd name="connsiteY27" fmla="*/ 1046804 h 2240205"/>
              <a:gd name="connsiteX28" fmla="*/ 9133985 w 12192000"/>
              <a:gd name="connsiteY28" fmla="*/ 1046450 h 2240205"/>
              <a:gd name="connsiteX29" fmla="*/ 9003462 w 12192000"/>
              <a:gd name="connsiteY29" fmla="*/ 1042406 h 2240205"/>
              <a:gd name="connsiteX30" fmla="*/ 8968445 w 12192000"/>
              <a:gd name="connsiteY30" fmla="*/ 1052169 h 2240205"/>
              <a:gd name="connsiteX31" fmla="*/ 8886001 w 12192000"/>
              <a:gd name="connsiteY31" fmla="*/ 1067468 h 2240205"/>
              <a:gd name="connsiteX32" fmla="*/ 8838610 w 12192000"/>
              <a:gd name="connsiteY32" fmla="*/ 1075091 h 2240205"/>
              <a:gd name="connsiteX33" fmla="*/ 8665605 w 12192000"/>
              <a:gd name="connsiteY33" fmla="*/ 1110791 h 2240205"/>
              <a:gd name="connsiteX34" fmla="*/ 8584946 w 12192000"/>
              <a:gd name="connsiteY34" fmla="*/ 1135226 h 2240205"/>
              <a:gd name="connsiteX35" fmla="*/ 8419755 w 12192000"/>
              <a:gd name="connsiteY35" fmla="*/ 1216260 h 2240205"/>
              <a:gd name="connsiteX36" fmla="*/ 8411626 w 12192000"/>
              <a:gd name="connsiteY36" fmla="*/ 1214397 h 2240205"/>
              <a:gd name="connsiteX37" fmla="*/ 8363469 w 12192000"/>
              <a:gd name="connsiteY37" fmla="*/ 1246658 h 2240205"/>
              <a:gd name="connsiteX38" fmla="*/ 8275497 w 12192000"/>
              <a:gd name="connsiteY38" fmla="*/ 1264396 h 2240205"/>
              <a:gd name="connsiteX39" fmla="*/ 8074238 w 12192000"/>
              <a:gd name="connsiteY39" fmla="*/ 1301895 h 2240205"/>
              <a:gd name="connsiteX40" fmla="*/ 7942099 w 12192000"/>
              <a:gd name="connsiteY40" fmla="*/ 1336332 h 2240205"/>
              <a:gd name="connsiteX41" fmla="*/ 7902328 w 12192000"/>
              <a:gd name="connsiteY41" fmla="*/ 1345865 h 2240205"/>
              <a:gd name="connsiteX42" fmla="*/ 7840612 w 12192000"/>
              <a:gd name="connsiteY42" fmla="*/ 1369373 h 2240205"/>
              <a:gd name="connsiteX43" fmla="*/ 7786819 w 12192000"/>
              <a:gd name="connsiteY43" fmla="*/ 1378970 h 2240205"/>
              <a:gd name="connsiteX44" fmla="*/ 7548172 w 12192000"/>
              <a:gd name="connsiteY44" fmla="*/ 1417460 h 2240205"/>
              <a:gd name="connsiteX45" fmla="*/ 7483437 w 12192000"/>
              <a:gd name="connsiteY45" fmla="*/ 1478152 h 2240205"/>
              <a:gd name="connsiteX46" fmla="*/ 7377870 w 12192000"/>
              <a:gd name="connsiteY46" fmla="*/ 1523319 h 2240205"/>
              <a:gd name="connsiteX47" fmla="*/ 7230737 w 12192000"/>
              <a:gd name="connsiteY47" fmla="*/ 1562633 h 2240205"/>
              <a:gd name="connsiteX48" fmla="*/ 7224458 w 12192000"/>
              <a:gd name="connsiteY48" fmla="*/ 1573008 h 2240205"/>
              <a:gd name="connsiteX49" fmla="*/ 7183121 w 12192000"/>
              <a:gd name="connsiteY49" fmla="*/ 1595162 h 2240205"/>
              <a:gd name="connsiteX50" fmla="*/ 7164601 w 12192000"/>
              <a:gd name="connsiteY50" fmla="*/ 1606490 h 2240205"/>
              <a:gd name="connsiteX51" fmla="*/ 6900177 w 12192000"/>
              <a:gd name="connsiteY51" fmla="*/ 1636016 h 2240205"/>
              <a:gd name="connsiteX52" fmla="*/ 6795372 w 12192000"/>
              <a:gd name="connsiteY52" fmla="*/ 1644845 h 2240205"/>
              <a:gd name="connsiteX53" fmla="*/ 6692251 w 12192000"/>
              <a:gd name="connsiteY53" fmla="*/ 1656357 h 2240205"/>
              <a:gd name="connsiteX54" fmla="*/ 6655235 w 12192000"/>
              <a:gd name="connsiteY54" fmla="*/ 1661869 h 2240205"/>
              <a:gd name="connsiteX55" fmla="*/ 6554894 w 12192000"/>
              <a:gd name="connsiteY55" fmla="*/ 1664428 h 2240205"/>
              <a:gd name="connsiteX56" fmla="*/ 6516595 w 12192000"/>
              <a:gd name="connsiteY56" fmla="*/ 1667475 h 2240205"/>
              <a:gd name="connsiteX57" fmla="*/ 6508541 w 12192000"/>
              <a:gd name="connsiteY57" fmla="*/ 1668757 h 2240205"/>
              <a:gd name="connsiteX58" fmla="*/ 6471012 w 12192000"/>
              <a:gd name="connsiteY58" fmla="*/ 1678604 h 2240205"/>
              <a:gd name="connsiteX59" fmla="*/ 6364035 w 12192000"/>
              <a:gd name="connsiteY59" fmla="*/ 1667683 h 2240205"/>
              <a:gd name="connsiteX60" fmla="*/ 6243319 w 12192000"/>
              <a:gd name="connsiteY60" fmla="*/ 1695560 h 2240205"/>
              <a:gd name="connsiteX61" fmla="*/ 6098321 w 12192000"/>
              <a:gd name="connsiteY61" fmla="*/ 1721646 h 2240205"/>
              <a:gd name="connsiteX62" fmla="*/ 5880652 w 12192000"/>
              <a:gd name="connsiteY62" fmla="*/ 1779643 h 2240205"/>
              <a:gd name="connsiteX63" fmla="*/ 5785959 w 12192000"/>
              <a:gd name="connsiteY63" fmla="*/ 1775307 h 2240205"/>
              <a:gd name="connsiteX64" fmla="*/ 5643534 w 12192000"/>
              <a:gd name="connsiteY64" fmla="*/ 1802919 h 2240205"/>
              <a:gd name="connsiteX65" fmla="*/ 5518799 w 12192000"/>
              <a:gd name="connsiteY65" fmla="*/ 1818312 h 2240205"/>
              <a:gd name="connsiteX66" fmla="*/ 5505014 w 12192000"/>
              <a:gd name="connsiteY66" fmla="*/ 1819259 h 2240205"/>
              <a:gd name="connsiteX67" fmla="*/ 5453307 w 12192000"/>
              <a:gd name="connsiteY67" fmla="*/ 1815450 h 2240205"/>
              <a:gd name="connsiteX68" fmla="*/ 5221533 w 12192000"/>
              <a:gd name="connsiteY68" fmla="*/ 1846950 h 2240205"/>
              <a:gd name="connsiteX69" fmla="*/ 5149802 w 12192000"/>
              <a:gd name="connsiteY69" fmla="*/ 1844846 h 2240205"/>
              <a:gd name="connsiteX70" fmla="*/ 5114927 w 12192000"/>
              <a:gd name="connsiteY70" fmla="*/ 1847827 h 2240205"/>
              <a:gd name="connsiteX71" fmla="*/ 5108970 w 12192000"/>
              <a:gd name="connsiteY71" fmla="*/ 1847935 h 2240205"/>
              <a:gd name="connsiteX72" fmla="*/ 5067961 w 12192000"/>
              <a:gd name="connsiteY72" fmla="*/ 1845917 h 2240205"/>
              <a:gd name="connsiteX73" fmla="*/ 5007075 w 12192000"/>
              <a:gd name="connsiteY73" fmla="*/ 1838626 h 2240205"/>
              <a:gd name="connsiteX74" fmla="*/ 4944087 w 12192000"/>
              <a:gd name="connsiteY74" fmla="*/ 1823332 h 2240205"/>
              <a:gd name="connsiteX75" fmla="*/ 4907662 w 12192000"/>
              <a:gd name="connsiteY75" fmla="*/ 1816900 h 2240205"/>
              <a:gd name="connsiteX76" fmla="*/ 4882386 w 12192000"/>
              <a:gd name="connsiteY76" fmla="*/ 1809844 h 2240205"/>
              <a:gd name="connsiteX77" fmla="*/ 4811440 w 12192000"/>
              <a:gd name="connsiteY77" fmla="*/ 1804655 h 2240205"/>
              <a:gd name="connsiteX78" fmla="*/ 4691075 w 12192000"/>
              <a:gd name="connsiteY78" fmla="*/ 1801389 h 2240205"/>
              <a:gd name="connsiteX79" fmla="*/ 4640313 w 12192000"/>
              <a:gd name="connsiteY79" fmla="*/ 1784307 h 2240205"/>
              <a:gd name="connsiteX80" fmla="*/ 4536503 w 12192000"/>
              <a:gd name="connsiteY80" fmla="*/ 1785334 h 2240205"/>
              <a:gd name="connsiteX81" fmla="*/ 4513724 w 12192000"/>
              <a:gd name="connsiteY81" fmla="*/ 1791996 h 2240205"/>
              <a:gd name="connsiteX82" fmla="*/ 4459810 w 12192000"/>
              <a:gd name="connsiteY82" fmla="*/ 1797886 h 2240205"/>
              <a:gd name="connsiteX83" fmla="*/ 4379064 w 12192000"/>
              <a:gd name="connsiteY83" fmla="*/ 1817177 h 2240205"/>
              <a:gd name="connsiteX84" fmla="*/ 4290981 w 12192000"/>
              <a:gd name="connsiteY84" fmla="*/ 1839677 h 2240205"/>
              <a:gd name="connsiteX85" fmla="*/ 4238372 w 12192000"/>
              <a:gd name="connsiteY85" fmla="*/ 1851480 h 2240205"/>
              <a:gd name="connsiteX86" fmla="*/ 4232517 w 12192000"/>
              <a:gd name="connsiteY86" fmla="*/ 1852567 h 2240205"/>
              <a:gd name="connsiteX87" fmla="*/ 4191732 w 12192000"/>
              <a:gd name="connsiteY87" fmla="*/ 1857328 h 2240205"/>
              <a:gd name="connsiteX88" fmla="*/ 4065532 w 12192000"/>
              <a:gd name="connsiteY88" fmla="*/ 1855477 h 2240205"/>
              <a:gd name="connsiteX89" fmla="*/ 4028460 w 12192000"/>
              <a:gd name="connsiteY89" fmla="*/ 1855137 h 2240205"/>
              <a:gd name="connsiteX90" fmla="*/ 4002267 w 12192000"/>
              <a:gd name="connsiteY90" fmla="*/ 1852352 h 2240205"/>
              <a:gd name="connsiteX91" fmla="*/ 3931396 w 12192000"/>
              <a:gd name="connsiteY91" fmla="*/ 1858915 h 2240205"/>
              <a:gd name="connsiteX92" fmla="*/ 3812162 w 12192000"/>
              <a:gd name="connsiteY92" fmla="*/ 1875501 h 2240205"/>
              <a:gd name="connsiteX93" fmla="*/ 3758105 w 12192000"/>
              <a:gd name="connsiteY93" fmla="*/ 1871856 h 2240205"/>
              <a:gd name="connsiteX94" fmla="*/ 3567259 w 12192000"/>
              <a:gd name="connsiteY94" fmla="*/ 1893482 h 2240205"/>
              <a:gd name="connsiteX95" fmla="*/ 3405770 w 12192000"/>
              <a:gd name="connsiteY95" fmla="*/ 1904591 h 2240205"/>
              <a:gd name="connsiteX96" fmla="*/ 3280097 w 12192000"/>
              <a:gd name="connsiteY96" fmla="*/ 1919610 h 2240205"/>
              <a:gd name="connsiteX97" fmla="*/ 3009910 w 12192000"/>
              <a:gd name="connsiteY97" fmla="*/ 1957866 h 2240205"/>
              <a:gd name="connsiteX98" fmla="*/ 2995934 w 12192000"/>
              <a:gd name="connsiteY98" fmla="*/ 1967085 h 2240205"/>
              <a:gd name="connsiteX99" fmla="*/ 2942858 w 12192000"/>
              <a:gd name="connsiteY99" fmla="*/ 1981367 h 2240205"/>
              <a:gd name="connsiteX100" fmla="*/ 2875436 w 12192000"/>
              <a:gd name="connsiteY100" fmla="*/ 1996977 h 2240205"/>
              <a:gd name="connsiteX101" fmla="*/ 2874892 w 12192000"/>
              <a:gd name="connsiteY101" fmla="*/ 1996085 h 2240205"/>
              <a:gd name="connsiteX102" fmla="*/ 2843662 w 12192000"/>
              <a:gd name="connsiteY102" fmla="*/ 1992498 h 2240205"/>
              <a:gd name="connsiteX103" fmla="*/ 2718916 w 12192000"/>
              <a:gd name="connsiteY103" fmla="*/ 1990867 h 2240205"/>
              <a:gd name="connsiteX104" fmla="*/ 2713522 w 12192000"/>
              <a:gd name="connsiteY104" fmla="*/ 1990173 h 2240205"/>
              <a:gd name="connsiteX105" fmla="*/ 2476147 w 12192000"/>
              <a:gd name="connsiteY105" fmla="*/ 1998305 h 2240205"/>
              <a:gd name="connsiteX106" fmla="*/ 2373568 w 12192000"/>
              <a:gd name="connsiteY106" fmla="*/ 2003219 h 2240205"/>
              <a:gd name="connsiteX107" fmla="*/ 2287219 w 12192000"/>
              <a:gd name="connsiteY107" fmla="*/ 1998750 h 2240205"/>
              <a:gd name="connsiteX108" fmla="*/ 2243069 w 12192000"/>
              <a:gd name="connsiteY108" fmla="*/ 2005321 h 2240205"/>
              <a:gd name="connsiteX109" fmla="*/ 2164831 w 12192000"/>
              <a:gd name="connsiteY109" fmla="*/ 2010143 h 2240205"/>
              <a:gd name="connsiteX110" fmla="*/ 2085228 w 12192000"/>
              <a:gd name="connsiteY110" fmla="*/ 2046431 h 2240205"/>
              <a:gd name="connsiteX111" fmla="*/ 2058061 w 12192000"/>
              <a:gd name="connsiteY111" fmla="*/ 2047942 h 2240205"/>
              <a:gd name="connsiteX112" fmla="*/ 2042244 w 12192000"/>
              <a:gd name="connsiteY112" fmla="*/ 2055560 h 2240205"/>
              <a:gd name="connsiteX113" fmla="*/ 1877728 w 12192000"/>
              <a:gd name="connsiteY113" fmla="*/ 2101004 h 2240205"/>
              <a:gd name="connsiteX114" fmla="*/ 1759056 w 12192000"/>
              <a:gd name="connsiteY114" fmla="*/ 2125608 h 2240205"/>
              <a:gd name="connsiteX115" fmla="*/ 1637948 w 12192000"/>
              <a:gd name="connsiteY115" fmla="*/ 2172597 h 2240205"/>
              <a:gd name="connsiteX116" fmla="*/ 1434549 w 12192000"/>
              <a:gd name="connsiteY116" fmla="*/ 2234522 h 2240205"/>
              <a:gd name="connsiteX117" fmla="*/ 1370962 w 12192000"/>
              <a:gd name="connsiteY117" fmla="*/ 2237474 h 2240205"/>
              <a:gd name="connsiteX118" fmla="*/ 1356367 w 12192000"/>
              <a:gd name="connsiteY118" fmla="*/ 2235089 h 2240205"/>
              <a:gd name="connsiteX119" fmla="*/ 1279765 w 12192000"/>
              <a:gd name="connsiteY119" fmla="*/ 2229639 h 2240205"/>
              <a:gd name="connsiteX120" fmla="*/ 1195347 w 12192000"/>
              <a:gd name="connsiteY120" fmla="*/ 2212354 h 2240205"/>
              <a:gd name="connsiteX121" fmla="*/ 970251 w 12192000"/>
              <a:gd name="connsiteY121" fmla="*/ 2221029 h 2240205"/>
              <a:gd name="connsiteX122" fmla="*/ 812914 w 12192000"/>
              <a:gd name="connsiteY122" fmla="*/ 2210095 h 2240205"/>
              <a:gd name="connsiteX123" fmla="*/ 776382 w 12192000"/>
              <a:gd name="connsiteY123" fmla="*/ 2204512 h 2240205"/>
              <a:gd name="connsiteX124" fmla="*/ 597225 w 12192000"/>
              <a:gd name="connsiteY124" fmla="*/ 2180999 h 2240205"/>
              <a:gd name="connsiteX125" fmla="*/ 520671 w 12192000"/>
              <a:gd name="connsiteY125" fmla="*/ 2180980 h 2240205"/>
              <a:gd name="connsiteX126" fmla="*/ 515024 w 12192000"/>
              <a:gd name="connsiteY126" fmla="*/ 2179258 h 2240205"/>
              <a:gd name="connsiteX127" fmla="*/ 413835 w 12192000"/>
              <a:gd name="connsiteY127" fmla="*/ 2156783 h 2240205"/>
              <a:gd name="connsiteX128" fmla="*/ 376513 w 12192000"/>
              <a:gd name="connsiteY128" fmla="*/ 2154014 h 2240205"/>
              <a:gd name="connsiteX129" fmla="*/ 273386 w 12192000"/>
              <a:gd name="connsiteY129" fmla="*/ 2142551 h 2240205"/>
              <a:gd name="connsiteX130" fmla="*/ 77641 w 12192000"/>
              <a:gd name="connsiteY130" fmla="*/ 2126835 h 2240205"/>
              <a:gd name="connsiteX131" fmla="*/ 37645 w 12192000"/>
              <a:gd name="connsiteY131" fmla="*/ 2115401 h 2240205"/>
              <a:gd name="connsiteX132" fmla="*/ 4572 w 12192000"/>
              <a:gd name="connsiteY132" fmla="*/ 2111091 h 2240205"/>
              <a:gd name="connsiteX133" fmla="*/ 0 w 12192000"/>
              <a:gd name="connsiteY133" fmla="*/ 2110468 h 2240205"/>
              <a:gd name="connsiteX134" fmla="*/ 0 w 12192000"/>
              <a:gd name="connsiteY134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820512 w 12192000"/>
              <a:gd name="connsiteY4" fmla="*/ 745392 h 2240205"/>
              <a:gd name="connsiteX5" fmla="*/ 11649954 w 12192000"/>
              <a:gd name="connsiteY5" fmla="*/ 749628 h 2240205"/>
              <a:gd name="connsiteX6" fmla="*/ 11560424 w 12192000"/>
              <a:gd name="connsiteY6" fmla="*/ 748017 h 2240205"/>
              <a:gd name="connsiteX7" fmla="*/ 11358455 w 12192000"/>
              <a:gd name="connsiteY7" fmla="*/ 747593 h 2240205"/>
              <a:gd name="connsiteX8" fmla="*/ 11165209 w 12192000"/>
              <a:gd name="connsiteY8" fmla="*/ 748852 h 2240205"/>
              <a:gd name="connsiteX9" fmla="*/ 11058755 w 12192000"/>
              <a:gd name="connsiteY9" fmla="*/ 749617 h 2240205"/>
              <a:gd name="connsiteX10" fmla="*/ 10846594 w 12192000"/>
              <a:gd name="connsiteY10" fmla="*/ 765069 h 2240205"/>
              <a:gd name="connsiteX11" fmla="*/ 10739478 w 12192000"/>
              <a:gd name="connsiteY11" fmla="*/ 776841 h 2240205"/>
              <a:gd name="connsiteX12" fmla="*/ 10458762 w 12192000"/>
              <a:gd name="connsiteY12" fmla="*/ 755400 h 2240205"/>
              <a:gd name="connsiteX13" fmla="*/ 10211200 w 12192000"/>
              <a:gd name="connsiteY13" fmla="*/ 767513 h 2240205"/>
              <a:gd name="connsiteX14" fmla="*/ 10167995 w 12192000"/>
              <a:gd name="connsiteY14" fmla="*/ 760843 h 2240205"/>
              <a:gd name="connsiteX15" fmla="*/ 9997044 w 12192000"/>
              <a:gd name="connsiteY15" fmla="*/ 780129 h 2240205"/>
              <a:gd name="connsiteX16" fmla="*/ 9943887 w 12192000"/>
              <a:gd name="connsiteY16" fmla="*/ 804141 h 2240205"/>
              <a:gd name="connsiteX17" fmla="*/ 9918248 w 12192000"/>
              <a:gd name="connsiteY17" fmla="*/ 816628 h 2240205"/>
              <a:gd name="connsiteX18" fmla="*/ 9767091 w 12192000"/>
              <a:gd name="connsiteY18" fmla="*/ 870550 h 2240205"/>
              <a:gd name="connsiteX19" fmla="*/ 9683005 w 12192000"/>
              <a:gd name="connsiteY19" fmla="*/ 894128 h 2240205"/>
              <a:gd name="connsiteX20" fmla="*/ 9594438 w 12192000"/>
              <a:gd name="connsiteY20" fmla="*/ 919051 h 2240205"/>
              <a:gd name="connsiteX21" fmla="*/ 9544189 w 12192000"/>
              <a:gd name="connsiteY21" fmla="*/ 938966 h 2240205"/>
              <a:gd name="connsiteX22" fmla="*/ 9500499 w 12192000"/>
              <a:gd name="connsiteY22" fmla="*/ 954680 h 2240205"/>
              <a:gd name="connsiteX23" fmla="*/ 9410017 w 12192000"/>
              <a:gd name="connsiteY23" fmla="*/ 993931 h 2240205"/>
              <a:gd name="connsiteX24" fmla="*/ 9392919 w 12192000"/>
              <a:gd name="connsiteY24" fmla="*/ 994656 h 2240205"/>
              <a:gd name="connsiteX25" fmla="*/ 9268019 w 12192000"/>
              <a:gd name="connsiteY25" fmla="*/ 1007442 h 2240205"/>
              <a:gd name="connsiteX26" fmla="*/ 9188177 w 12192000"/>
              <a:gd name="connsiteY26" fmla="*/ 1035474 h 2240205"/>
              <a:gd name="connsiteX27" fmla="*/ 9155969 w 12192000"/>
              <a:gd name="connsiteY27" fmla="*/ 1046804 h 2240205"/>
              <a:gd name="connsiteX28" fmla="*/ 9133985 w 12192000"/>
              <a:gd name="connsiteY28" fmla="*/ 1046450 h 2240205"/>
              <a:gd name="connsiteX29" fmla="*/ 9003462 w 12192000"/>
              <a:gd name="connsiteY29" fmla="*/ 1042406 h 2240205"/>
              <a:gd name="connsiteX30" fmla="*/ 8968445 w 12192000"/>
              <a:gd name="connsiteY30" fmla="*/ 1052169 h 2240205"/>
              <a:gd name="connsiteX31" fmla="*/ 8886001 w 12192000"/>
              <a:gd name="connsiteY31" fmla="*/ 1067468 h 2240205"/>
              <a:gd name="connsiteX32" fmla="*/ 8838610 w 12192000"/>
              <a:gd name="connsiteY32" fmla="*/ 1075091 h 2240205"/>
              <a:gd name="connsiteX33" fmla="*/ 8665605 w 12192000"/>
              <a:gd name="connsiteY33" fmla="*/ 1110791 h 2240205"/>
              <a:gd name="connsiteX34" fmla="*/ 8584946 w 12192000"/>
              <a:gd name="connsiteY34" fmla="*/ 1135226 h 2240205"/>
              <a:gd name="connsiteX35" fmla="*/ 8419755 w 12192000"/>
              <a:gd name="connsiteY35" fmla="*/ 1216260 h 2240205"/>
              <a:gd name="connsiteX36" fmla="*/ 8411626 w 12192000"/>
              <a:gd name="connsiteY36" fmla="*/ 1214397 h 2240205"/>
              <a:gd name="connsiteX37" fmla="*/ 8363469 w 12192000"/>
              <a:gd name="connsiteY37" fmla="*/ 1246658 h 2240205"/>
              <a:gd name="connsiteX38" fmla="*/ 8275497 w 12192000"/>
              <a:gd name="connsiteY38" fmla="*/ 1264396 h 2240205"/>
              <a:gd name="connsiteX39" fmla="*/ 8074238 w 12192000"/>
              <a:gd name="connsiteY39" fmla="*/ 1301895 h 2240205"/>
              <a:gd name="connsiteX40" fmla="*/ 7902328 w 12192000"/>
              <a:gd name="connsiteY40" fmla="*/ 1345865 h 2240205"/>
              <a:gd name="connsiteX41" fmla="*/ 7840612 w 12192000"/>
              <a:gd name="connsiteY41" fmla="*/ 1369373 h 2240205"/>
              <a:gd name="connsiteX42" fmla="*/ 7786819 w 12192000"/>
              <a:gd name="connsiteY42" fmla="*/ 1378970 h 2240205"/>
              <a:gd name="connsiteX43" fmla="*/ 7548172 w 12192000"/>
              <a:gd name="connsiteY43" fmla="*/ 1417460 h 2240205"/>
              <a:gd name="connsiteX44" fmla="*/ 7483437 w 12192000"/>
              <a:gd name="connsiteY44" fmla="*/ 1478152 h 2240205"/>
              <a:gd name="connsiteX45" fmla="*/ 7377870 w 12192000"/>
              <a:gd name="connsiteY45" fmla="*/ 1523319 h 2240205"/>
              <a:gd name="connsiteX46" fmla="*/ 7230737 w 12192000"/>
              <a:gd name="connsiteY46" fmla="*/ 1562633 h 2240205"/>
              <a:gd name="connsiteX47" fmla="*/ 7224458 w 12192000"/>
              <a:gd name="connsiteY47" fmla="*/ 1573008 h 2240205"/>
              <a:gd name="connsiteX48" fmla="*/ 7183121 w 12192000"/>
              <a:gd name="connsiteY48" fmla="*/ 1595162 h 2240205"/>
              <a:gd name="connsiteX49" fmla="*/ 7164601 w 12192000"/>
              <a:gd name="connsiteY49" fmla="*/ 1606490 h 2240205"/>
              <a:gd name="connsiteX50" fmla="*/ 6900177 w 12192000"/>
              <a:gd name="connsiteY50" fmla="*/ 1636016 h 2240205"/>
              <a:gd name="connsiteX51" fmla="*/ 6795372 w 12192000"/>
              <a:gd name="connsiteY51" fmla="*/ 1644845 h 2240205"/>
              <a:gd name="connsiteX52" fmla="*/ 6692251 w 12192000"/>
              <a:gd name="connsiteY52" fmla="*/ 1656357 h 2240205"/>
              <a:gd name="connsiteX53" fmla="*/ 6655235 w 12192000"/>
              <a:gd name="connsiteY53" fmla="*/ 1661869 h 2240205"/>
              <a:gd name="connsiteX54" fmla="*/ 6554894 w 12192000"/>
              <a:gd name="connsiteY54" fmla="*/ 1664428 h 2240205"/>
              <a:gd name="connsiteX55" fmla="*/ 6516595 w 12192000"/>
              <a:gd name="connsiteY55" fmla="*/ 1667475 h 2240205"/>
              <a:gd name="connsiteX56" fmla="*/ 6508541 w 12192000"/>
              <a:gd name="connsiteY56" fmla="*/ 1668757 h 2240205"/>
              <a:gd name="connsiteX57" fmla="*/ 6471012 w 12192000"/>
              <a:gd name="connsiteY57" fmla="*/ 1678604 h 2240205"/>
              <a:gd name="connsiteX58" fmla="*/ 6364035 w 12192000"/>
              <a:gd name="connsiteY58" fmla="*/ 1667683 h 2240205"/>
              <a:gd name="connsiteX59" fmla="*/ 6243319 w 12192000"/>
              <a:gd name="connsiteY59" fmla="*/ 1695560 h 2240205"/>
              <a:gd name="connsiteX60" fmla="*/ 6098321 w 12192000"/>
              <a:gd name="connsiteY60" fmla="*/ 1721646 h 2240205"/>
              <a:gd name="connsiteX61" fmla="*/ 5880652 w 12192000"/>
              <a:gd name="connsiteY61" fmla="*/ 1779643 h 2240205"/>
              <a:gd name="connsiteX62" fmla="*/ 5785959 w 12192000"/>
              <a:gd name="connsiteY62" fmla="*/ 1775307 h 2240205"/>
              <a:gd name="connsiteX63" fmla="*/ 5643534 w 12192000"/>
              <a:gd name="connsiteY63" fmla="*/ 1802919 h 2240205"/>
              <a:gd name="connsiteX64" fmla="*/ 5518799 w 12192000"/>
              <a:gd name="connsiteY64" fmla="*/ 1818312 h 2240205"/>
              <a:gd name="connsiteX65" fmla="*/ 5505014 w 12192000"/>
              <a:gd name="connsiteY65" fmla="*/ 1819259 h 2240205"/>
              <a:gd name="connsiteX66" fmla="*/ 5453307 w 12192000"/>
              <a:gd name="connsiteY66" fmla="*/ 1815450 h 2240205"/>
              <a:gd name="connsiteX67" fmla="*/ 5221533 w 12192000"/>
              <a:gd name="connsiteY67" fmla="*/ 1846950 h 2240205"/>
              <a:gd name="connsiteX68" fmla="*/ 5149802 w 12192000"/>
              <a:gd name="connsiteY68" fmla="*/ 1844846 h 2240205"/>
              <a:gd name="connsiteX69" fmla="*/ 5114927 w 12192000"/>
              <a:gd name="connsiteY69" fmla="*/ 1847827 h 2240205"/>
              <a:gd name="connsiteX70" fmla="*/ 5108970 w 12192000"/>
              <a:gd name="connsiteY70" fmla="*/ 1847935 h 2240205"/>
              <a:gd name="connsiteX71" fmla="*/ 5067961 w 12192000"/>
              <a:gd name="connsiteY71" fmla="*/ 1845917 h 2240205"/>
              <a:gd name="connsiteX72" fmla="*/ 5007075 w 12192000"/>
              <a:gd name="connsiteY72" fmla="*/ 1838626 h 2240205"/>
              <a:gd name="connsiteX73" fmla="*/ 4944087 w 12192000"/>
              <a:gd name="connsiteY73" fmla="*/ 1823332 h 2240205"/>
              <a:gd name="connsiteX74" fmla="*/ 4907662 w 12192000"/>
              <a:gd name="connsiteY74" fmla="*/ 1816900 h 2240205"/>
              <a:gd name="connsiteX75" fmla="*/ 4882386 w 12192000"/>
              <a:gd name="connsiteY75" fmla="*/ 1809844 h 2240205"/>
              <a:gd name="connsiteX76" fmla="*/ 4811440 w 12192000"/>
              <a:gd name="connsiteY76" fmla="*/ 1804655 h 2240205"/>
              <a:gd name="connsiteX77" fmla="*/ 4691075 w 12192000"/>
              <a:gd name="connsiteY77" fmla="*/ 1801389 h 2240205"/>
              <a:gd name="connsiteX78" fmla="*/ 4640313 w 12192000"/>
              <a:gd name="connsiteY78" fmla="*/ 1784307 h 2240205"/>
              <a:gd name="connsiteX79" fmla="*/ 4536503 w 12192000"/>
              <a:gd name="connsiteY79" fmla="*/ 1785334 h 2240205"/>
              <a:gd name="connsiteX80" fmla="*/ 4513724 w 12192000"/>
              <a:gd name="connsiteY80" fmla="*/ 1791996 h 2240205"/>
              <a:gd name="connsiteX81" fmla="*/ 4459810 w 12192000"/>
              <a:gd name="connsiteY81" fmla="*/ 1797886 h 2240205"/>
              <a:gd name="connsiteX82" fmla="*/ 4379064 w 12192000"/>
              <a:gd name="connsiteY82" fmla="*/ 1817177 h 2240205"/>
              <a:gd name="connsiteX83" fmla="*/ 4290981 w 12192000"/>
              <a:gd name="connsiteY83" fmla="*/ 1839677 h 2240205"/>
              <a:gd name="connsiteX84" fmla="*/ 4238372 w 12192000"/>
              <a:gd name="connsiteY84" fmla="*/ 1851480 h 2240205"/>
              <a:gd name="connsiteX85" fmla="*/ 4232517 w 12192000"/>
              <a:gd name="connsiteY85" fmla="*/ 1852567 h 2240205"/>
              <a:gd name="connsiteX86" fmla="*/ 4191732 w 12192000"/>
              <a:gd name="connsiteY86" fmla="*/ 1857328 h 2240205"/>
              <a:gd name="connsiteX87" fmla="*/ 4065532 w 12192000"/>
              <a:gd name="connsiteY87" fmla="*/ 1855477 h 2240205"/>
              <a:gd name="connsiteX88" fmla="*/ 4028460 w 12192000"/>
              <a:gd name="connsiteY88" fmla="*/ 1855137 h 2240205"/>
              <a:gd name="connsiteX89" fmla="*/ 4002267 w 12192000"/>
              <a:gd name="connsiteY89" fmla="*/ 1852352 h 2240205"/>
              <a:gd name="connsiteX90" fmla="*/ 3931396 w 12192000"/>
              <a:gd name="connsiteY90" fmla="*/ 1858915 h 2240205"/>
              <a:gd name="connsiteX91" fmla="*/ 3812162 w 12192000"/>
              <a:gd name="connsiteY91" fmla="*/ 1875501 h 2240205"/>
              <a:gd name="connsiteX92" fmla="*/ 3758105 w 12192000"/>
              <a:gd name="connsiteY92" fmla="*/ 1871856 h 2240205"/>
              <a:gd name="connsiteX93" fmla="*/ 3567259 w 12192000"/>
              <a:gd name="connsiteY93" fmla="*/ 1893482 h 2240205"/>
              <a:gd name="connsiteX94" fmla="*/ 3405770 w 12192000"/>
              <a:gd name="connsiteY94" fmla="*/ 1904591 h 2240205"/>
              <a:gd name="connsiteX95" fmla="*/ 3280097 w 12192000"/>
              <a:gd name="connsiteY95" fmla="*/ 1919610 h 2240205"/>
              <a:gd name="connsiteX96" fmla="*/ 3009910 w 12192000"/>
              <a:gd name="connsiteY96" fmla="*/ 1957866 h 2240205"/>
              <a:gd name="connsiteX97" fmla="*/ 2995934 w 12192000"/>
              <a:gd name="connsiteY97" fmla="*/ 1967085 h 2240205"/>
              <a:gd name="connsiteX98" fmla="*/ 2942858 w 12192000"/>
              <a:gd name="connsiteY98" fmla="*/ 1981367 h 2240205"/>
              <a:gd name="connsiteX99" fmla="*/ 2875436 w 12192000"/>
              <a:gd name="connsiteY99" fmla="*/ 1996977 h 2240205"/>
              <a:gd name="connsiteX100" fmla="*/ 2874892 w 12192000"/>
              <a:gd name="connsiteY100" fmla="*/ 1996085 h 2240205"/>
              <a:gd name="connsiteX101" fmla="*/ 2843662 w 12192000"/>
              <a:gd name="connsiteY101" fmla="*/ 1992498 h 2240205"/>
              <a:gd name="connsiteX102" fmla="*/ 2718916 w 12192000"/>
              <a:gd name="connsiteY102" fmla="*/ 1990867 h 2240205"/>
              <a:gd name="connsiteX103" fmla="*/ 2713522 w 12192000"/>
              <a:gd name="connsiteY103" fmla="*/ 1990173 h 2240205"/>
              <a:gd name="connsiteX104" fmla="*/ 2476147 w 12192000"/>
              <a:gd name="connsiteY104" fmla="*/ 1998305 h 2240205"/>
              <a:gd name="connsiteX105" fmla="*/ 2373568 w 12192000"/>
              <a:gd name="connsiteY105" fmla="*/ 2003219 h 2240205"/>
              <a:gd name="connsiteX106" fmla="*/ 2287219 w 12192000"/>
              <a:gd name="connsiteY106" fmla="*/ 1998750 h 2240205"/>
              <a:gd name="connsiteX107" fmla="*/ 2243069 w 12192000"/>
              <a:gd name="connsiteY107" fmla="*/ 2005321 h 2240205"/>
              <a:gd name="connsiteX108" fmla="*/ 2164831 w 12192000"/>
              <a:gd name="connsiteY108" fmla="*/ 2010143 h 2240205"/>
              <a:gd name="connsiteX109" fmla="*/ 2085228 w 12192000"/>
              <a:gd name="connsiteY109" fmla="*/ 2046431 h 2240205"/>
              <a:gd name="connsiteX110" fmla="*/ 2058061 w 12192000"/>
              <a:gd name="connsiteY110" fmla="*/ 2047942 h 2240205"/>
              <a:gd name="connsiteX111" fmla="*/ 2042244 w 12192000"/>
              <a:gd name="connsiteY111" fmla="*/ 2055560 h 2240205"/>
              <a:gd name="connsiteX112" fmla="*/ 1877728 w 12192000"/>
              <a:gd name="connsiteY112" fmla="*/ 2101004 h 2240205"/>
              <a:gd name="connsiteX113" fmla="*/ 1759056 w 12192000"/>
              <a:gd name="connsiteY113" fmla="*/ 2125608 h 2240205"/>
              <a:gd name="connsiteX114" fmla="*/ 1637948 w 12192000"/>
              <a:gd name="connsiteY114" fmla="*/ 2172597 h 2240205"/>
              <a:gd name="connsiteX115" fmla="*/ 1434549 w 12192000"/>
              <a:gd name="connsiteY115" fmla="*/ 2234522 h 2240205"/>
              <a:gd name="connsiteX116" fmla="*/ 1370962 w 12192000"/>
              <a:gd name="connsiteY116" fmla="*/ 2237474 h 2240205"/>
              <a:gd name="connsiteX117" fmla="*/ 1356367 w 12192000"/>
              <a:gd name="connsiteY117" fmla="*/ 2235089 h 2240205"/>
              <a:gd name="connsiteX118" fmla="*/ 1279765 w 12192000"/>
              <a:gd name="connsiteY118" fmla="*/ 2229639 h 2240205"/>
              <a:gd name="connsiteX119" fmla="*/ 1195347 w 12192000"/>
              <a:gd name="connsiteY119" fmla="*/ 2212354 h 2240205"/>
              <a:gd name="connsiteX120" fmla="*/ 970251 w 12192000"/>
              <a:gd name="connsiteY120" fmla="*/ 2221029 h 2240205"/>
              <a:gd name="connsiteX121" fmla="*/ 812914 w 12192000"/>
              <a:gd name="connsiteY121" fmla="*/ 2210095 h 2240205"/>
              <a:gd name="connsiteX122" fmla="*/ 776382 w 12192000"/>
              <a:gd name="connsiteY122" fmla="*/ 2204512 h 2240205"/>
              <a:gd name="connsiteX123" fmla="*/ 597225 w 12192000"/>
              <a:gd name="connsiteY123" fmla="*/ 2180999 h 2240205"/>
              <a:gd name="connsiteX124" fmla="*/ 520671 w 12192000"/>
              <a:gd name="connsiteY124" fmla="*/ 2180980 h 2240205"/>
              <a:gd name="connsiteX125" fmla="*/ 515024 w 12192000"/>
              <a:gd name="connsiteY125" fmla="*/ 2179258 h 2240205"/>
              <a:gd name="connsiteX126" fmla="*/ 413835 w 12192000"/>
              <a:gd name="connsiteY126" fmla="*/ 2156783 h 2240205"/>
              <a:gd name="connsiteX127" fmla="*/ 376513 w 12192000"/>
              <a:gd name="connsiteY127" fmla="*/ 2154014 h 2240205"/>
              <a:gd name="connsiteX128" fmla="*/ 273386 w 12192000"/>
              <a:gd name="connsiteY128" fmla="*/ 2142551 h 2240205"/>
              <a:gd name="connsiteX129" fmla="*/ 77641 w 12192000"/>
              <a:gd name="connsiteY129" fmla="*/ 2126835 h 2240205"/>
              <a:gd name="connsiteX130" fmla="*/ 37645 w 12192000"/>
              <a:gd name="connsiteY130" fmla="*/ 2115401 h 2240205"/>
              <a:gd name="connsiteX131" fmla="*/ 4572 w 12192000"/>
              <a:gd name="connsiteY131" fmla="*/ 2111091 h 2240205"/>
              <a:gd name="connsiteX132" fmla="*/ 0 w 12192000"/>
              <a:gd name="connsiteY132" fmla="*/ 2110468 h 2240205"/>
              <a:gd name="connsiteX133" fmla="*/ 0 w 12192000"/>
              <a:gd name="connsiteY133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820512 w 12192000"/>
              <a:gd name="connsiteY4" fmla="*/ 745392 h 2240205"/>
              <a:gd name="connsiteX5" fmla="*/ 11649954 w 12192000"/>
              <a:gd name="connsiteY5" fmla="*/ 749628 h 2240205"/>
              <a:gd name="connsiteX6" fmla="*/ 11560424 w 12192000"/>
              <a:gd name="connsiteY6" fmla="*/ 748017 h 2240205"/>
              <a:gd name="connsiteX7" fmla="*/ 11358455 w 12192000"/>
              <a:gd name="connsiteY7" fmla="*/ 747593 h 2240205"/>
              <a:gd name="connsiteX8" fmla="*/ 11165209 w 12192000"/>
              <a:gd name="connsiteY8" fmla="*/ 748852 h 2240205"/>
              <a:gd name="connsiteX9" fmla="*/ 11058755 w 12192000"/>
              <a:gd name="connsiteY9" fmla="*/ 749617 h 2240205"/>
              <a:gd name="connsiteX10" fmla="*/ 10846594 w 12192000"/>
              <a:gd name="connsiteY10" fmla="*/ 765069 h 2240205"/>
              <a:gd name="connsiteX11" fmla="*/ 10739478 w 12192000"/>
              <a:gd name="connsiteY11" fmla="*/ 776841 h 2240205"/>
              <a:gd name="connsiteX12" fmla="*/ 10458762 w 12192000"/>
              <a:gd name="connsiteY12" fmla="*/ 755400 h 2240205"/>
              <a:gd name="connsiteX13" fmla="*/ 10211200 w 12192000"/>
              <a:gd name="connsiteY13" fmla="*/ 767513 h 2240205"/>
              <a:gd name="connsiteX14" fmla="*/ 10167995 w 12192000"/>
              <a:gd name="connsiteY14" fmla="*/ 760843 h 2240205"/>
              <a:gd name="connsiteX15" fmla="*/ 9997044 w 12192000"/>
              <a:gd name="connsiteY15" fmla="*/ 780129 h 2240205"/>
              <a:gd name="connsiteX16" fmla="*/ 9943887 w 12192000"/>
              <a:gd name="connsiteY16" fmla="*/ 804141 h 2240205"/>
              <a:gd name="connsiteX17" fmla="*/ 9918248 w 12192000"/>
              <a:gd name="connsiteY17" fmla="*/ 816628 h 2240205"/>
              <a:gd name="connsiteX18" fmla="*/ 9767091 w 12192000"/>
              <a:gd name="connsiteY18" fmla="*/ 870550 h 2240205"/>
              <a:gd name="connsiteX19" fmla="*/ 9683005 w 12192000"/>
              <a:gd name="connsiteY19" fmla="*/ 894128 h 2240205"/>
              <a:gd name="connsiteX20" fmla="*/ 9594438 w 12192000"/>
              <a:gd name="connsiteY20" fmla="*/ 919051 h 2240205"/>
              <a:gd name="connsiteX21" fmla="*/ 9544189 w 12192000"/>
              <a:gd name="connsiteY21" fmla="*/ 938966 h 2240205"/>
              <a:gd name="connsiteX22" fmla="*/ 9500499 w 12192000"/>
              <a:gd name="connsiteY22" fmla="*/ 954680 h 2240205"/>
              <a:gd name="connsiteX23" fmla="*/ 9410017 w 12192000"/>
              <a:gd name="connsiteY23" fmla="*/ 993931 h 2240205"/>
              <a:gd name="connsiteX24" fmla="*/ 9392919 w 12192000"/>
              <a:gd name="connsiteY24" fmla="*/ 994656 h 2240205"/>
              <a:gd name="connsiteX25" fmla="*/ 9268019 w 12192000"/>
              <a:gd name="connsiteY25" fmla="*/ 1007442 h 2240205"/>
              <a:gd name="connsiteX26" fmla="*/ 9188177 w 12192000"/>
              <a:gd name="connsiteY26" fmla="*/ 1035474 h 2240205"/>
              <a:gd name="connsiteX27" fmla="*/ 9155969 w 12192000"/>
              <a:gd name="connsiteY27" fmla="*/ 1046804 h 2240205"/>
              <a:gd name="connsiteX28" fmla="*/ 9133985 w 12192000"/>
              <a:gd name="connsiteY28" fmla="*/ 1046450 h 2240205"/>
              <a:gd name="connsiteX29" fmla="*/ 9003462 w 12192000"/>
              <a:gd name="connsiteY29" fmla="*/ 1042406 h 2240205"/>
              <a:gd name="connsiteX30" fmla="*/ 8968445 w 12192000"/>
              <a:gd name="connsiteY30" fmla="*/ 1052169 h 2240205"/>
              <a:gd name="connsiteX31" fmla="*/ 8886001 w 12192000"/>
              <a:gd name="connsiteY31" fmla="*/ 1067468 h 2240205"/>
              <a:gd name="connsiteX32" fmla="*/ 8838610 w 12192000"/>
              <a:gd name="connsiteY32" fmla="*/ 1075091 h 2240205"/>
              <a:gd name="connsiteX33" fmla="*/ 8665605 w 12192000"/>
              <a:gd name="connsiteY33" fmla="*/ 1110791 h 2240205"/>
              <a:gd name="connsiteX34" fmla="*/ 8584946 w 12192000"/>
              <a:gd name="connsiteY34" fmla="*/ 1135226 h 2240205"/>
              <a:gd name="connsiteX35" fmla="*/ 8419755 w 12192000"/>
              <a:gd name="connsiteY35" fmla="*/ 1216260 h 2240205"/>
              <a:gd name="connsiteX36" fmla="*/ 8411626 w 12192000"/>
              <a:gd name="connsiteY36" fmla="*/ 1214397 h 2240205"/>
              <a:gd name="connsiteX37" fmla="*/ 8363469 w 12192000"/>
              <a:gd name="connsiteY37" fmla="*/ 1246658 h 2240205"/>
              <a:gd name="connsiteX38" fmla="*/ 8275497 w 12192000"/>
              <a:gd name="connsiteY38" fmla="*/ 1264396 h 2240205"/>
              <a:gd name="connsiteX39" fmla="*/ 8074238 w 12192000"/>
              <a:gd name="connsiteY39" fmla="*/ 1301895 h 2240205"/>
              <a:gd name="connsiteX40" fmla="*/ 7902328 w 12192000"/>
              <a:gd name="connsiteY40" fmla="*/ 1345865 h 2240205"/>
              <a:gd name="connsiteX41" fmla="*/ 7840612 w 12192000"/>
              <a:gd name="connsiteY41" fmla="*/ 1369373 h 2240205"/>
              <a:gd name="connsiteX42" fmla="*/ 7786819 w 12192000"/>
              <a:gd name="connsiteY42" fmla="*/ 1378970 h 2240205"/>
              <a:gd name="connsiteX43" fmla="*/ 7548172 w 12192000"/>
              <a:gd name="connsiteY43" fmla="*/ 1417460 h 2240205"/>
              <a:gd name="connsiteX44" fmla="*/ 7483437 w 12192000"/>
              <a:gd name="connsiteY44" fmla="*/ 1478152 h 2240205"/>
              <a:gd name="connsiteX45" fmla="*/ 7377870 w 12192000"/>
              <a:gd name="connsiteY45" fmla="*/ 1523319 h 2240205"/>
              <a:gd name="connsiteX46" fmla="*/ 7230737 w 12192000"/>
              <a:gd name="connsiteY46" fmla="*/ 1562633 h 2240205"/>
              <a:gd name="connsiteX47" fmla="*/ 7224458 w 12192000"/>
              <a:gd name="connsiteY47" fmla="*/ 1573008 h 2240205"/>
              <a:gd name="connsiteX48" fmla="*/ 7183121 w 12192000"/>
              <a:gd name="connsiteY48" fmla="*/ 1595162 h 2240205"/>
              <a:gd name="connsiteX49" fmla="*/ 7164601 w 12192000"/>
              <a:gd name="connsiteY49" fmla="*/ 1606490 h 2240205"/>
              <a:gd name="connsiteX50" fmla="*/ 6900177 w 12192000"/>
              <a:gd name="connsiteY50" fmla="*/ 1636016 h 2240205"/>
              <a:gd name="connsiteX51" fmla="*/ 6795372 w 12192000"/>
              <a:gd name="connsiteY51" fmla="*/ 1644845 h 2240205"/>
              <a:gd name="connsiteX52" fmla="*/ 6692251 w 12192000"/>
              <a:gd name="connsiteY52" fmla="*/ 1656357 h 2240205"/>
              <a:gd name="connsiteX53" fmla="*/ 6655235 w 12192000"/>
              <a:gd name="connsiteY53" fmla="*/ 1661869 h 2240205"/>
              <a:gd name="connsiteX54" fmla="*/ 6554894 w 12192000"/>
              <a:gd name="connsiteY54" fmla="*/ 1664428 h 2240205"/>
              <a:gd name="connsiteX55" fmla="*/ 6516595 w 12192000"/>
              <a:gd name="connsiteY55" fmla="*/ 1667475 h 2240205"/>
              <a:gd name="connsiteX56" fmla="*/ 6508541 w 12192000"/>
              <a:gd name="connsiteY56" fmla="*/ 1668757 h 2240205"/>
              <a:gd name="connsiteX57" fmla="*/ 6471012 w 12192000"/>
              <a:gd name="connsiteY57" fmla="*/ 1678604 h 2240205"/>
              <a:gd name="connsiteX58" fmla="*/ 6364035 w 12192000"/>
              <a:gd name="connsiteY58" fmla="*/ 1667683 h 2240205"/>
              <a:gd name="connsiteX59" fmla="*/ 6243319 w 12192000"/>
              <a:gd name="connsiteY59" fmla="*/ 1695560 h 2240205"/>
              <a:gd name="connsiteX60" fmla="*/ 6098321 w 12192000"/>
              <a:gd name="connsiteY60" fmla="*/ 1721646 h 2240205"/>
              <a:gd name="connsiteX61" fmla="*/ 5880652 w 12192000"/>
              <a:gd name="connsiteY61" fmla="*/ 1779643 h 2240205"/>
              <a:gd name="connsiteX62" fmla="*/ 5785959 w 12192000"/>
              <a:gd name="connsiteY62" fmla="*/ 1775307 h 2240205"/>
              <a:gd name="connsiteX63" fmla="*/ 5643534 w 12192000"/>
              <a:gd name="connsiteY63" fmla="*/ 1802919 h 2240205"/>
              <a:gd name="connsiteX64" fmla="*/ 5518799 w 12192000"/>
              <a:gd name="connsiteY64" fmla="*/ 1818312 h 2240205"/>
              <a:gd name="connsiteX65" fmla="*/ 5505014 w 12192000"/>
              <a:gd name="connsiteY65" fmla="*/ 1819259 h 2240205"/>
              <a:gd name="connsiteX66" fmla="*/ 5453307 w 12192000"/>
              <a:gd name="connsiteY66" fmla="*/ 1815450 h 2240205"/>
              <a:gd name="connsiteX67" fmla="*/ 5221533 w 12192000"/>
              <a:gd name="connsiteY67" fmla="*/ 1846950 h 2240205"/>
              <a:gd name="connsiteX68" fmla="*/ 5149802 w 12192000"/>
              <a:gd name="connsiteY68" fmla="*/ 1844846 h 2240205"/>
              <a:gd name="connsiteX69" fmla="*/ 5114927 w 12192000"/>
              <a:gd name="connsiteY69" fmla="*/ 1847827 h 2240205"/>
              <a:gd name="connsiteX70" fmla="*/ 5108970 w 12192000"/>
              <a:gd name="connsiteY70" fmla="*/ 1847935 h 2240205"/>
              <a:gd name="connsiteX71" fmla="*/ 5067961 w 12192000"/>
              <a:gd name="connsiteY71" fmla="*/ 1845917 h 2240205"/>
              <a:gd name="connsiteX72" fmla="*/ 5007075 w 12192000"/>
              <a:gd name="connsiteY72" fmla="*/ 1838626 h 2240205"/>
              <a:gd name="connsiteX73" fmla="*/ 4944087 w 12192000"/>
              <a:gd name="connsiteY73" fmla="*/ 1823332 h 2240205"/>
              <a:gd name="connsiteX74" fmla="*/ 4907662 w 12192000"/>
              <a:gd name="connsiteY74" fmla="*/ 1816900 h 2240205"/>
              <a:gd name="connsiteX75" fmla="*/ 4882386 w 12192000"/>
              <a:gd name="connsiteY75" fmla="*/ 1809844 h 2240205"/>
              <a:gd name="connsiteX76" fmla="*/ 4811440 w 12192000"/>
              <a:gd name="connsiteY76" fmla="*/ 1804655 h 2240205"/>
              <a:gd name="connsiteX77" fmla="*/ 4691075 w 12192000"/>
              <a:gd name="connsiteY77" fmla="*/ 1801389 h 2240205"/>
              <a:gd name="connsiteX78" fmla="*/ 4640313 w 12192000"/>
              <a:gd name="connsiteY78" fmla="*/ 1784307 h 2240205"/>
              <a:gd name="connsiteX79" fmla="*/ 4536503 w 12192000"/>
              <a:gd name="connsiteY79" fmla="*/ 1785334 h 2240205"/>
              <a:gd name="connsiteX80" fmla="*/ 4513724 w 12192000"/>
              <a:gd name="connsiteY80" fmla="*/ 1791996 h 2240205"/>
              <a:gd name="connsiteX81" fmla="*/ 4459810 w 12192000"/>
              <a:gd name="connsiteY81" fmla="*/ 1797886 h 2240205"/>
              <a:gd name="connsiteX82" fmla="*/ 4379064 w 12192000"/>
              <a:gd name="connsiteY82" fmla="*/ 1817177 h 2240205"/>
              <a:gd name="connsiteX83" fmla="*/ 4290981 w 12192000"/>
              <a:gd name="connsiteY83" fmla="*/ 1839677 h 2240205"/>
              <a:gd name="connsiteX84" fmla="*/ 4238372 w 12192000"/>
              <a:gd name="connsiteY84" fmla="*/ 1851480 h 2240205"/>
              <a:gd name="connsiteX85" fmla="*/ 4232517 w 12192000"/>
              <a:gd name="connsiteY85" fmla="*/ 1852567 h 2240205"/>
              <a:gd name="connsiteX86" fmla="*/ 4191732 w 12192000"/>
              <a:gd name="connsiteY86" fmla="*/ 1857328 h 2240205"/>
              <a:gd name="connsiteX87" fmla="*/ 4065532 w 12192000"/>
              <a:gd name="connsiteY87" fmla="*/ 1855477 h 2240205"/>
              <a:gd name="connsiteX88" fmla="*/ 4028460 w 12192000"/>
              <a:gd name="connsiteY88" fmla="*/ 1855137 h 2240205"/>
              <a:gd name="connsiteX89" fmla="*/ 4002267 w 12192000"/>
              <a:gd name="connsiteY89" fmla="*/ 1852352 h 2240205"/>
              <a:gd name="connsiteX90" fmla="*/ 3931396 w 12192000"/>
              <a:gd name="connsiteY90" fmla="*/ 1858915 h 2240205"/>
              <a:gd name="connsiteX91" fmla="*/ 3812162 w 12192000"/>
              <a:gd name="connsiteY91" fmla="*/ 1875501 h 2240205"/>
              <a:gd name="connsiteX92" fmla="*/ 3758105 w 12192000"/>
              <a:gd name="connsiteY92" fmla="*/ 1871856 h 2240205"/>
              <a:gd name="connsiteX93" fmla="*/ 3567259 w 12192000"/>
              <a:gd name="connsiteY93" fmla="*/ 1893482 h 2240205"/>
              <a:gd name="connsiteX94" fmla="*/ 3405770 w 12192000"/>
              <a:gd name="connsiteY94" fmla="*/ 1904591 h 2240205"/>
              <a:gd name="connsiteX95" fmla="*/ 3280097 w 12192000"/>
              <a:gd name="connsiteY95" fmla="*/ 1919610 h 2240205"/>
              <a:gd name="connsiteX96" fmla="*/ 3009910 w 12192000"/>
              <a:gd name="connsiteY96" fmla="*/ 1957866 h 2240205"/>
              <a:gd name="connsiteX97" fmla="*/ 2995934 w 12192000"/>
              <a:gd name="connsiteY97" fmla="*/ 1967085 h 2240205"/>
              <a:gd name="connsiteX98" fmla="*/ 2942858 w 12192000"/>
              <a:gd name="connsiteY98" fmla="*/ 1981367 h 2240205"/>
              <a:gd name="connsiteX99" fmla="*/ 2875436 w 12192000"/>
              <a:gd name="connsiteY99" fmla="*/ 1996977 h 2240205"/>
              <a:gd name="connsiteX100" fmla="*/ 2874892 w 12192000"/>
              <a:gd name="connsiteY100" fmla="*/ 1996085 h 2240205"/>
              <a:gd name="connsiteX101" fmla="*/ 2843662 w 12192000"/>
              <a:gd name="connsiteY101" fmla="*/ 1992498 h 2240205"/>
              <a:gd name="connsiteX102" fmla="*/ 2718916 w 12192000"/>
              <a:gd name="connsiteY102" fmla="*/ 1990867 h 2240205"/>
              <a:gd name="connsiteX103" fmla="*/ 2713522 w 12192000"/>
              <a:gd name="connsiteY103" fmla="*/ 1990173 h 2240205"/>
              <a:gd name="connsiteX104" fmla="*/ 2476147 w 12192000"/>
              <a:gd name="connsiteY104" fmla="*/ 1998305 h 2240205"/>
              <a:gd name="connsiteX105" fmla="*/ 2373568 w 12192000"/>
              <a:gd name="connsiteY105" fmla="*/ 2003219 h 2240205"/>
              <a:gd name="connsiteX106" fmla="*/ 2287219 w 12192000"/>
              <a:gd name="connsiteY106" fmla="*/ 1998750 h 2240205"/>
              <a:gd name="connsiteX107" fmla="*/ 2243069 w 12192000"/>
              <a:gd name="connsiteY107" fmla="*/ 2005321 h 2240205"/>
              <a:gd name="connsiteX108" fmla="*/ 2164831 w 12192000"/>
              <a:gd name="connsiteY108" fmla="*/ 2010143 h 2240205"/>
              <a:gd name="connsiteX109" fmla="*/ 2085228 w 12192000"/>
              <a:gd name="connsiteY109" fmla="*/ 2046431 h 2240205"/>
              <a:gd name="connsiteX110" fmla="*/ 2058061 w 12192000"/>
              <a:gd name="connsiteY110" fmla="*/ 2047942 h 2240205"/>
              <a:gd name="connsiteX111" fmla="*/ 2042244 w 12192000"/>
              <a:gd name="connsiteY111" fmla="*/ 2055560 h 2240205"/>
              <a:gd name="connsiteX112" fmla="*/ 1877728 w 12192000"/>
              <a:gd name="connsiteY112" fmla="*/ 2101004 h 2240205"/>
              <a:gd name="connsiteX113" fmla="*/ 1759056 w 12192000"/>
              <a:gd name="connsiteY113" fmla="*/ 2125608 h 2240205"/>
              <a:gd name="connsiteX114" fmla="*/ 1637948 w 12192000"/>
              <a:gd name="connsiteY114" fmla="*/ 2172597 h 2240205"/>
              <a:gd name="connsiteX115" fmla="*/ 1434549 w 12192000"/>
              <a:gd name="connsiteY115" fmla="*/ 2234522 h 2240205"/>
              <a:gd name="connsiteX116" fmla="*/ 1370962 w 12192000"/>
              <a:gd name="connsiteY116" fmla="*/ 2237474 h 2240205"/>
              <a:gd name="connsiteX117" fmla="*/ 1356367 w 12192000"/>
              <a:gd name="connsiteY117" fmla="*/ 2235089 h 2240205"/>
              <a:gd name="connsiteX118" fmla="*/ 1279765 w 12192000"/>
              <a:gd name="connsiteY118" fmla="*/ 2229639 h 2240205"/>
              <a:gd name="connsiteX119" fmla="*/ 1195347 w 12192000"/>
              <a:gd name="connsiteY119" fmla="*/ 2212354 h 2240205"/>
              <a:gd name="connsiteX120" fmla="*/ 970251 w 12192000"/>
              <a:gd name="connsiteY120" fmla="*/ 2221029 h 2240205"/>
              <a:gd name="connsiteX121" fmla="*/ 812914 w 12192000"/>
              <a:gd name="connsiteY121" fmla="*/ 2210095 h 2240205"/>
              <a:gd name="connsiteX122" fmla="*/ 776382 w 12192000"/>
              <a:gd name="connsiteY122" fmla="*/ 2204512 h 2240205"/>
              <a:gd name="connsiteX123" fmla="*/ 597225 w 12192000"/>
              <a:gd name="connsiteY123" fmla="*/ 2180999 h 2240205"/>
              <a:gd name="connsiteX124" fmla="*/ 520671 w 12192000"/>
              <a:gd name="connsiteY124" fmla="*/ 2180980 h 2240205"/>
              <a:gd name="connsiteX125" fmla="*/ 515024 w 12192000"/>
              <a:gd name="connsiteY125" fmla="*/ 2179258 h 2240205"/>
              <a:gd name="connsiteX126" fmla="*/ 413835 w 12192000"/>
              <a:gd name="connsiteY126" fmla="*/ 2156783 h 2240205"/>
              <a:gd name="connsiteX127" fmla="*/ 376513 w 12192000"/>
              <a:gd name="connsiteY127" fmla="*/ 2154014 h 2240205"/>
              <a:gd name="connsiteX128" fmla="*/ 273386 w 12192000"/>
              <a:gd name="connsiteY128" fmla="*/ 2142551 h 2240205"/>
              <a:gd name="connsiteX129" fmla="*/ 77641 w 12192000"/>
              <a:gd name="connsiteY129" fmla="*/ 2126835 h 2240205"/>
              <a:gd name="connsiteX130" fmla="*/ 37645 w 12192000"/>
              <a:gd name="connsiteY130" fmla="*/ 2115401 h 2240205"/>
              <a:gd name="connsiteX131" fmla="*/ 4572 w 12192000"/>
              <a:gd name="connsiteY131" fmla="*/ 2111091 h 2240205"/>
              <a:gd name="connsiteX132" fmla="*/ 0 w 12192000"/>
              <a:gd name="connsiteY132" fmla="*/ 2110468 h 2240205"/>
              <a:gd name="connsiteX133" fmla="*/ 0 w 12192000"/>
              <a:gd name="connsiteY133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820512 w 12192000"/>
              <a:gd name="connsiteY4" fmla="*/ 745392 h 2240205"/>
              <a:gd name="connsiteX5" fmla="*/ 11649954 w 12192000"/>
              <a:gd name="connsiteY5" fmla="*/ 749628 h 2240205"/>
              <a:gd name="connsiteX6" fmla="*/ 11560424 w 12192000"/>
              <a:gd name="connsiteY6" fmla="*/ 748017 h 2240205"/>
              <a:gd name="connsiteX7" fmla="*/ 11358455 w 12192000"/>
              <a:gd name="connsiteY7" fmla="*/ 747593 h 2240205"/>
              <a:gd name="connsiteX8" fmla="*/ 11165209 w 12192000"/>
              <a:gd name="connsiteY8" fmla="*/ 748852 h 2240205"/>
              <a:gd name="connsiteX9" fmla="*/ 11058755 w 12192000"/>
              <a:gd name="connsiteY9" fmla="*/ 749617 h 2240205"/>
              <a:gd name="connsiteX10" fmla="*/ 10846594 w 12192000"/>
              <a:gd name="connsiteY10" fmla="*/ 765069 h 2240205"/>
              <a:gd name="connsiteX11" fmla="*/ 10739478 w 12192000"/>
              <a:gd name="connsiteY11" fmla="*/ 776841 h 2240205"/>
              <a:gd name="connsiteX12" fmla="*/ 10458762 w 12192000"/>
              <a:gd name="connsiteY12" fmla="*/ 755400 h 2240205"/>
              <a:gd name="connsiteX13" fmla="*/ 10211200 w 12192000"/>
              <a:gd name="connsiteY13" fmla="*/ 767513 h 2240205"/>
              <a:gd name="connsiteX14" fmla="*/ 10167995 w 12192000"/>
              <a:gd name="connsiteY14" fmla="*/ 760843 h 2240205"/>
              <a:gd name="connsiteX15" fmla="*/ 9997044 w 12192000"/>
              <a:gd name="connsiteY15" fmla="*/ 780129 h 2240205"/>
              <a:gd name="connsiteX16" fmla="*/ 9943887 w 12192000"/>
              <a:gd name="connsiteY16" fmla="*/ 804141 h 2240205"/>
              <a:gd name="connsiteX17" fmla="*/ 9918248 w 12192000"/>
              <a:gd name="connsiteY17" fmla="*/ 816628 h 2240205"/>
              <a:gd name="connsiteX18" fmla="*/ 9767091 w 12192000"/>
              <a:gd name="connsiteY18" fmla="*/ 870550 h 2240205"/>
              <a:gd name="connsiteX19" fmla="*/ 9683005 w 12192000"/>
              <a:gd name="connsiteY19" fmla="*/ 894128 h 2240205"/>
              <a:gd name="connsiteX20" fmla="*/ 9544189 w 12192000"/>
              <a:gd name="connsiteY20" fmla="*/ 938966 h 2240205"/>
              <a:gd name="connsiteX21" fmla="*/ 9500499 w 12192000"/>
              <a:gd name="connsiteY21" fmla="*/ 954680 h 2240205"/>
              <a:gd name="connsiteX22" fmla="*/ 9410017 w 12192000"/>
              <a:gd name="connsiteY22" fmla="*/ 993931 h 2240205"/>
              <a:gd name="connsiteX23" fmla="*/ 9392919 w 12192000"/>
              <a:gd name="connsiteY23" fmla="*/ 994656 h 2240205"/>
              <a:gd name="connsiteX24" fmla="*/ 9268019 w 12192000"/>
              <a:gd name="connsiteY24" fmla="*/ 1007442 h 2240205"/>
              <a:gd name="connsiteX25" fmla="*/ 9188177 w 12192000"/>
              <a:gd name="connsiteY25" fmla="*/ 1035474 h 2240205"/>
              <a:gd name="connsiteX26" fmla="*/ 9155969 w 12192000"/>
              <a:gd name="connsiteY26" fmla="*/ 1046804 h 2240205"/>
              <a:gd name="connsiteX27" fmla="*/ 9133985 w 12192000"/>
              <a:gd name="connsiteY27" fmla="*/ 1046450 h 2240205"/>
              <a:gd name="connsiteX28" fmla="*/ 9003462 w 12192000"/>
              <a:gd name="connsiteY28" fmla="*/ 1042406 h 2240205"/>
              <a:gd name="connsiteX29" fmla="*/ 8968445 w 12192000"/>
              <a:gd name="connsiteY29" fmla="*/ 1052169 h 2240205"/>
              <a:gd name="connsiteX30" fmla="*/ 8886001 w 12192000"/>
              <a:gd name="connsiteY30" fmla="*/ 1067468 h 2240205"/>
              <a:gd name="connsiteX31" fmla="*/ 8838610 w 12192000"/>
              <a:gd name="connsiteY31" fmla="*/ 1075091 h 2240205"/>
              <a:gd name="connsiteX32" fmla="*/ 8665605 w 12192000"/>
              <a:gd name="connsiteY32" fmla="*/ 1110791 h 2240205"/>
              <a:gd name="connsiteX33" fmla="*/ 8584946 w 12192000"/>
              <a:gd name="connsiteY33" fmla="*/ 1135226 h 2240205"/>
              <a:gd name="connsiteX34" fmla="*/ 8419755 w 12192000"/>
              <a:gd name="connsiteY34" fmla="*/ 1216260 h 2240205"/>
              <a:gd name="connsiteX35" fmla="*/ 8411626 w 12192000"/>
              <a:gd name="connsiteY35" fmla="*/ 1214397 h 2240205"/>
              <a:gd name="connsiteX36" fmla="*/ 8363469 w 12192000"/>
              <a:gd name="connsiteY36" fmla="*/ 1246658 h 2240205"/>
              <a:gd name="connsiteX37" fmla="*/ 8275497 w 12192000"/>
              <a:gd name="connsiteY37" fmla="*/ 1264396 h 2240205"/>
              <a:gd name="connsiteX38" fmla="*/ 8074238 w 12192000"/>
              <a:gd name="connsiteY38" fmla="*/ 1301895 h 2240205"/>
              <a:gd name="connsiteX39" fmla="*/ 7902328 w 12192000"/>
              <a:gd name="connsiteY39" fmla="*/ 1345865 h 2240205"/>
              <a:gd name="connsiteX40" fmla="*/ 7840612 w 12192000"/>
              <a:gd name="connsiteY40" fmla="*/ 1369373 h 2240205"/>
              <a:gd name="connsiteX41" fmla="*/ 7786819 w 12192000"/>
              <a:gd name="connsiteY41" fmla="*/ 1378970 h 2240205"/>
              <a:gd name="connsiteX42" fmla="*/ 7548172 w 12192000"/>
              <a:gd name="connsiteY42" fmla="*/ 1417460 h 2240205"/>
              <a:gd name="connsiteX43" fmla="*/ 7483437 w 12192000"/>
              <a:gd name="connsiteY43" fmla="*/ 1478152 h 2240205"/>
              <a:gd name="connsiteX44" fmla="*/ 7377870 w 12192000"/>
              <a:gd name="connsiteY44" fmla="*/ 1523319 h 2240205"/>
              <a:gd name="connsiteX45" fmla="*/ 7230737 w 12192000"/>
              <a:gd name="connsiteY45" fmla="*/ 1562633 h 2240205"/>
              <a:gd name="connsiteX46" fmla="*/ 7224458 w 12192000"/>
              <a:gd name="connsiteY46" fmla="*/ 1573008 h 2240205"/>
              <a:gd name="connsiteX47" fmla="*/ 7183121 w 12192000"/>
              <a:gd name="connsiteY47" fmla="*/ 1595162 h 2240205"/>
              <a:gd name="connsiteX48" fmla="*/ 7164601 w 12192000"/>
              <a:gd name="connsiteY48" fmla="*/ 1606490 h 2240205"/>
              <a:gd name="connsiteX49" fmla="*/ 6900177 w 12192000"/>
              <a:gd name="connsiteY49" fmla="*/ 1636016 h 2240205"/>
              <a:gd name="connsiteX50" fmla="*/ 6795372 w 12192000"/>
              <a:gd name="connsiteY50" fmla="*/ 1644845 h 2240205"/>
              <a:gd name="connsiteX51" fmla="*/ 6692251 w 12192000"/>
              <a:gd name="connsiteY51" fmla="*/ 1656357 h 2240205"/>
              <a:gd name="connsiteX52" fmla="*/ 6655235 w 12192000"/>
              <a:gd name="connsiteY52" fmla="*/ 1661869 h 2240205"/>
              <a:gd name="connsiteX53" fmla="*/ 6554894 w 12192000"/>
              <a:gd name="connsiteY53" fmla="*/ 1664428 h 2240205"/>
              <a:gd name="connsiteX54" fmla="*/ 6516595 w 12192000"/>
              <a:gd name="connsiteY54" fmla="*/ 1667475 h 2240205"/>
              <a:gd name="connsiteX55" fmla="*/ 6508541 w 12192000"/>
              <a:gd name="connsiteY55" fmla="*/ 1668757 h 2240205"/>
              <a:gd name="connsiteX56" fmla="*/ 6471012 w 12192000"/>
              <a:gd name="connsiteY56" fmla="*/ 1678604 h 2240205"/>
              <a:gd name="connsiteX57" fmla="*/ 6364035 w 12192000"/>
              <a:gd name="connsiteY57" fmla="*/ 1667683 h 2240205"/>
              <a:gd name="connsiteX58" fmla="*/ 6243319 w 12192000"/>
              <a:gd name="connsiteY58" fmla="*/ 1695560 h 2240205"/>
              <a:gd name="connsiteX59" fmla="*/ 6098321 w 12192000"/>
              <a:gd name="connsiteY59" fmla="*/ 1721646 h 2240205"/>
              <a:gd name="connsiteX60" fmla="*/ 5880652 w 12192000"/>
              <a:gd name="connsiteY60" fmla="*/ 1779643 h 2240205"/>
              <a:gd name="connsiteX61" fmla="*/ 5785959 w 12192000"/>
              <a:gd name="connsiteY61" fmla="*/ 1775307 h 2240205"/>
              <a:gd name="connsiteX62" fmla="*/ 5643534 w 12192000"/>
              <a:gd name="connsiteY62" fmla="*/ 1802919 h 2240205"/>
              <a:gd name="connsiteX63" fmla="*/ 5518799 w 12192000"/>
              <a:gd name="connsiteY63" fmla="*/ 1818312 h 2240205"/>
              <a:gd name="connsiteX64" fmla="*/ 5505014 w 12192000"/>
              <a:gd name="connsiteY64" fmla="*/ 1819259 h 2240205"/>
              <a:gd name="connsiteX65" fmla="*/ 5453307 w 12192000"/>
              <a:gd name="connsiteY65" fmla="*/ 1815450 h 2240205"/>
              <a:gd name="connsiteX66" fmla="*/ 5221533 w 12192000"/>
              <a:gd name="connsiteY66" fmla="*/ 1846950 h 2240205"/>
              <a:gd name="connsiteX67" fmla="*/ 5149802 w 12192000"/>
              <a:gd name="connsiteY67" fmla="*/ 1844846 h 2240205"/>
              <a:gd name="connsiteX68" fmla="*/ 5114927 w 12192000"/>
              <a:gd name="connsiteY68" fmla="*/ 1847827 h 2240205"/>
              <a:gd name="connsiteX69" fmla="*/ 5108970 w 12192000"/>
              <a:gd name="connsiteY69" fmla="*/ 1847935 h 2240205"/>
              <a:gd name="connsiteX70" fmla="*/ 5067961 w 12192000"/>
              <a:gd name="connsiteY70" fmla="*/ 1845917 h 2240205"/>
              <a:gd name="connsiteX71" fmla="*/ 5007075 w 12192000"/>
              <a:gd name="connsiteY71" fmla="*/ 1838626 h 2240205"/>
              <a:gd name="connsiteX72" fmla="*/ 4944087 w 12192000"/>
              <a:gd name="connsiteY72" fmla="*/ 1823332 h 2240205"/>
              <a:gd name="connsiteX73" fmla="*/ 4907662 w 12192000"/>
              <a:gd name="connsiteY73" fmla="*/ 1816900 h 2240205"/>
              <a:gd name="connsiteX74" fmla="*/ 4882386 w 12192000"/>
              <a:gd name="connsiteY74" fmla="*/ 1809844 h 2240205"/>
              <a:gd name="connsiteX75" fmla="*/ 4811440 w 12192000"/>
              <a:gd name="connsiteY75" fmla="*/ 1804655 h 2240205"/>
              <a:gd name="connsiteX76" fmla="*/ 4691075 w 12192000"/>
              <a:gd name="connsiteY76" fmla="*/ 1801389 h 2240205"/>
              <a:gd name="connsiteX77" fmla="*/ 4640313 w 12192000"/>
              <a:gd name="connsiteY77" fmla="*/ 1784307 h 2240205"/>
              <a:gd name="connsiteX78" fmla="*/ 4536503 w 12192000"/>
              <a:gd name="connsiteY78" fmla="*/ 1785334 h 2240205"/>
              <a:gd name="connsiteX79" fmla="*/ 4513724 w 12192000"/>
              <a:gd name="connsiteY79" fmla="*/ 1791996 h 2240205"/>
              <a:gd name="connsiteX80" fmla="*/ 4459810 w 12192000"/>
              <a:gd name="connsiteY80" fmla="*/ 1797886 h 2240205"/>
              <a:gd name="connsiteX81" fmla="*/ 4379064 w 12192000"/>
              <a:gd name="connsiteY81" fmla="*/ 1817177 h 2240205"/>
              <a:gd name="connsiteX82" fmla="*/ 4290981 w 12192000"/>
              <a:gd name="connsiteY82" fmla="*/ 1839677 h 2240205"/>
              <a:gd name="connsiteX83" fmla="*/ 4238372 w 12192000"/>
              <a:gd name="connsiteY83" fmla="*/ 1851480 h 2240205"/>
              <a:gd name="connsiteX84" fmla="*/ 4232517 w 12192000"/>
              <a:gd name="connsiteY84" fmla="*/ 1852567 h 2240205"/>
              <a:gd name="connsiteX85" fmla="*/ 4191732 w 12192000"/>
              <a:gd name="connsiteY85" fmla="*/ 1857328 h 2240205"/>
              <a:gd name="connsiteX86" fmla="*/ 4065532 w 12192000"/>
              <a:gd name="connsiteY86" fmla="*/ 1855477 h 2240205"/>
              <a:gd name="connsiteX87" fmla="*/ 4028460 w 12192000"/>
              <a:gd name="connsiteY87" fmla="*/ 1855137 h 2240205"/>
              <a:gd name="connsiteX88" fmla="*/ 4002267 w 12192000"/>
              <a:gd name="connsiteY88" fmla="*/ 1852352 h 2240205"/>
              <a:gd name="connsiteX89" fmla="*/ 3931396 w 12192000"/>
              <a:gd name="connsiteY89" fmla="*/ 1858915 h 2240205"/>
              <a:gd name="connsiteX90" fmla="*/ 3812162 w 12192000"/>
              <a:gd name="connsiteY90" fmla="*/ 1875501 h 2240205"/>
              <a:gd name="connsiteX91" fmla="*/ 3758105 w 12192000"/>
              <a:gd name="connsiteY91" fmla="*/ 1871856 h 2240205"/>
              <a:gd name="connsiteX92" fmla="*/ 3567259 w 12192000"/>
              <a:gd name="connsiteY92" fmla="*/ 1893482 h 2240205"/>
              <a:gd name="connsiteX93" fmla="*/ 3405770 w 12192000"/>
              <a:gd name="connsiteY93" fmla="*/ 1904591 h 2240205"/>
              <a:gd name="connsiteX94" fmla="*/ 3280097 w 12192000"/>
              <a:gd name="connsiteY94" fmla="*/ 1919610 h 2240205"/>
              <a:gd name="connsiteX95" fmla="*/ 3009910 w 12192000"/>
              <a:gd name="connsiteY95" fmla="*/ 1957866 h 2240205"/>
              <a:gd name="connsiteX96" fmla="*/ 2995934 w 12192000"/>
              <a:gd name="connsiteY96" fmla="*/ 1967085 h 2240205"/>
              <a:gd name="connsiteX97" fmla="*/ 2942858 w 12192000"/>
              <a:gd name="connsiteY97" fmla="*/ 1981367 h 2240205"/>
              <a:gd name="connsiteX98" fmla="*/ 2875436 w 12192000"/>
              <a:gd name="connsiteY98" fmla="*/ 1996977 h 2240205"/>
              <a:gd name="connsiteX99" fmla="*/ 2874892 w 12192000"/>
              <a:gd name="connsiteY99" fmla="*/ 1996085 h 2240205"/>
              <a:gd name="connsiteX100" fmla="*/ 2843662 w 12192000"/>
              <a:gd name="connsiteY100" fmla="*/ 1992498 h 2240205"/>
              <a:gd name="connsiteX101" fmla="*/ 2718916 w 12192000"/>
              <a:gd name="connsiteY101" fmla="*/ 1990867 h 2240205"/>
              <a:gd name="connsiteX102" fmla="*/ 2713522 w 12192000"/>
              <a:gd name="connsiteY102" fmla="*/ 1990173 h 2240205"/>
              <a:gd name="connsiteX103" fmla="*/ 2476147 w 12192000"/>
              <a:gd name="connsiteY103" fmla="*/ 1998305 h 2240205"/>
              <a:gd name="connsiteX104" fmla="*/ 2373568 w 12192000"/>
              <a:gd name="connsiteY104" fmla="*/ 2003219 h 2240205"/>
              <a:gd name="connsiteX105" fmla="*/ 2287219 w 12192000"/>
              <a:gd name="connsiteY105" fmla="*/ 1998750 h 2240205"/>
              <a:gd name="connsiteX106" fmla="*/ 2243069 w 12192000"/>
              <a:gd name="connsiteY106" fmla="*/ 2005321 h 2240205"/>
              <a:gd name="connsiteX107" fmla="*/ 2164831 w 12192000"/>
              <a:gd name="connsiteY107" fmla="*/ 2010143 h 2240205"/>
              <a:gd name="connsiteX108" fmla="*/ 2085228 w 12192000"/>
              <a:gd name="connsiteY108" fmla="*/ 2046431 h 2240205"/>
              <a:gd name="connsiteX109" fmla="*/ 2058061 w 12192000"/>
              <a:gd name="connsiteY109" fmla="*/ 2047942 h 2240205"/>
              <a:gd name="connsiteX110" fmla="*/ 2042244 w 12192000"/>
              <a:gd name="connsiteY110" fmla="*/ 2055560 h 2240205"/>
              <a:gd name="connsiteX111" fmla="*/ 1877728 w 12192000"/>
              <a:gd name="connsiteY111" fmla="*/ 2101004 h 2240205"/>
              <a:gd name="connsiteX112" fmla="*/ 1759056 w 12192000"/>
              <a:gd name="connsiteY112" fmla="*/ 2125608 h 2240205"/>
              <a:gd name="connsiteX113" fmla="*/ 1637948 w 12192000"/>
              <a:gd name="connsiteY113" fmla="*/ 2172597 h 2240205"/>
              <a:gd name="connsiteX114" fmla="*/ 1434549 w 12192000"/>
              <a:gd name="connsiteY114" fmla="*/ 2234522 h 2240205"/>
              <a:gd name="connsiteX115" fmla="*/ 1370962 w 12192000"/>
              <a:gd name="connsiteY115" fmla="*/ 2237474 h 2240205"/>
              <a:gd name="connsiteX116" fmla="*/ 1356367 w 12192000"/>
              <a:gd name="connsiteY116" fmla="*/ 2235089 h 2240205"/>
              <a:gd name="connsiteX117" fmla="*/ 1279765 w 12192000"/>
              <a:gd name="connsiteY117" fmla="*/ 2229639 h 2240205"/>
              <a:gd name="connsiteX118" fmla="*/ 1195347 w 12192000"/>
              <a:gd name="connsiteY118" fmla="*/ 2212354 h 2240205"/>
              <a:gd name="connsiteX119" fmla="*/ 970251 w 12192000"/>
              <a:gd name="connsiteY119" fmla="*/ 2221029 h 2240205"/>
              <a:gd name="connsiteX120" fmla="*/ 812914 w 12192000"/>
              <a:gd name="connsiteY120" fmla="*/ 2210095 h 2240205"/>
              <a:gd name="connsiteX121" fmla="*/ 776382 w 12192000"/>
              <a:gd name="connsiteY121" fmla="*/ 2204512 h 2240205"/>
              <a:gd name="connsiteX122" fmla="*/ 597225 w 12192000"/>
              <a:gd name="connsiteY122" fmla="*/ 2180999 h 2240205"/>
              <a:gd name="connsiteX123" fmla="*/ 520671 w 12192000"/>
              <a:gd name="connsiteY123" fmla="*/ 2180980 h 2240205"/>
              <a:gd name="connsiteX124" fmla="*/ 515024 w 12192000"/>
              <a:gd name="connsiteY124" fmla="*/ 2179258 h 2240205"/>
              <a:gd name="connsiteX125" fmla="*/ 413835 w 12192000"/>
              <a:gd name="connsiteY125" fmla="*/ 2156783 h 2240205"/>
              <a:gd name="connsiteX126" fmla="*/ 376513 w 12192000"/>
              <a:gd name="connsiteY126" fmla="*/ 2154014 h 2240205"/>
              <a:gd name="connsiteX127" fmla="*/ 273386 w 12192000"/>
              <a:gd name="connsiteY127" fmla="*/ 2142551 h 2240205"/>
              <a:gd name="connsiteX128" fmla="*/ 77641 w 12192000"/>
              <a:gd name="connsiteY128" fmla="*/ 2126835 h 2240205"/>
              <a:gd name="connsiteX129" fmla="*/ 37645 w 12192000"/>
              <a:gd name="connsiteY129" fmla="*/ 2115401 h 2240205"/>
              <a:gd name="connsiteX130" fmla="*/ 4572 w 12192000"/>
              <a:gd name="connsiteY130" fmla="*/ 2111091 h 2240205"/>
              <a:gd name="connsiteX131" fmla="*/ 0 w 12192000"/>
              <a:gd name="connsiteY131" fmla="*/ 2110468 h 2240205"/>
              <a:gd name="connsiteX132" fmla="*/ 0 w 12192000"/>
              <a:gd name="connsiteY132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820512 w 12192000"/>
              <a:gd name="connsiteY4" fmla="*/ 745392 h 2240205"/>
              <a:gd name="connsiteX5" fmla="*/ 11649954 w 12192000"/>
              <a:gd name="connsiteY5" fmla="*/ 749628 h 2240205"/>
              <a:gd name="connsiteX6" fmla="*/ 11560424 w 12192000"/>
              <a:gd name="connsiteY6" fmla="*/ 748017 h 2240205"/>
              <a:gd name="connsiteX7" fmla="*/ 11358455 w 12192000"/>
              <a:gd name="connsiteY7" fmla="*/ 747593 h 2240205"/>
              <a:gd name="connsiteX8" fmla="*/ 11165209 w 12192000"/>
              <a:gd name="connsiteY8" fmla="*/ 748852 h 2240205"/>
              <a:gd name="connsiteX9" fmla="*/ 11058755 w 12192000"/>
              <a:gd name="connsiteY9" fmla="*/ 749617 h 2240205"/>
              <a:gd name="connsiteX10" fmla="*/ 10846594 w 12192000"/>
              <a:gd name="connsiteY10" fmla="*/ 765069 h 2240205"/>
              <a:gd name="connsiteX11" fmla="*/ 10739478 w 12192000"/>
              <a:gd name="connsiteY11" fmla="*/ 776841 h 2240205"/>
              <a:gd name="connsiteX12" fmla="*/ 10458762 w 12192000"/>
              <a:gd name="connsiteY12" fmla="*/ 755400 h 2240205"/>
              <a:gd name="connsiteX13" fmla="*/ 10211200 w 12192000"/>
              <a:gd name="connsiteY13" fmla="*/ 767513 h 2240205"/>
              <a:gd name="connsiteX14" fmla="*/ 10167995 w 12192000"/>
              <a:gd name="connsiteY14" fmla="*/ 760843 h 2240205"/>
              <a:gd name="connsiteX15" fmla="*/ 9997044 w 12192000"/>
              <a:gd name="connsiteY15" fmla="*/ 780129 h 2240205"/>
              <a:gd name="connsiteX16" fmla="*/ 9943887 w 12192000"/>
              <a:gd name="connsiteY16" fmla="*/ 804141 h 2240205"/>
              <a:gd name="connsiteX17" fmla="*/ 9918248 w 12192000"/>
              <a:gd name="connsiteY17" fmla="*/ 816628 h 2240205"/>
              <a:gd name="connsiteX18" fmla="*/ 9767091 w 12192000"/>
              <a:gd name="connsiteY18" fmla="*/ 870550 h 2240205"/>
              <a:gd name="connsiteX19" fmla="*/ 9683005 w 12192000"/>
              <a:gd name="connsiteY19" fmla="*/ 894128 h 2240205"/>
              <a:gd name="connsiteX20" fmla="*/ 9500499 w 12192000"/>
              <a:gd name="connsiteY20" fmla="*/ 954680 h 2240205"/>
              <a:gd name="connsiteX21" fmla="*/ 9410017 w 12192000"/>
              <a:gd name="connsiteY21" fmla="*/ 993931 h 2240205"/>
              <a:gd name="connsiteX22" fmla="*/ 9392919 w 12192000"/>
              <a:gd name="connsiteY22" fmla="*/ 994656 h 2240205"/>
              <a:gd name="connsiteX23" fmla="*/ 9268019 w 12192000"/>
              <a:gd name="connsiteY23" fmla="*/ 1007442 h 2240205"/>
              <a:gd name="connsiteX24" fmla="*/ 9188177 w 12192000"/>
              <a:gd name="connsiteY24" fmla="*/ 1035474 h 2240205"/>
              <a:gd name="connsiteX25" fmla="*/ 9155969 w 12192000"/>
              <a:gd name="connsiteY25" fmla="*/ 1046804 h 2240205"/>
              <a:gd name="connsiteX26" fmla="*/ 9133985 w 12192000"/>
              <a:gd name="connsiteY26" fmla="*/ 1046450 h 2240205"/>
              <a:gd name="connsiteX27" fmla="*/ 9003462 w 12192000"/>
              <a:gd name="connsiteY27" fmla="*/ 1042406 h 2240205"/>
              <a:gd name="connsiteX28" fmla="*/ 8968445 w 12192000"/>
              <a:gd name="connsiteY28" fmla="*/ 1052169 h 2240205"/>
              <a:gd name="connsiteX29" fmla="*/ 8886001 w 12192000"/>
              <a:gd name="connsiteY29" fmla="*/ 1067468 h 2240205"/>
              <a:gd name="connsiteX30" fmla="*/ 8838610 w 12192000"/>
              <a:gd name="connsiteY30" fmla="*/ 1075091 h 2240205"/>
              <a:gd name="connsiteX31" fmla="*/ 8665605 w 12192000"/>
              <a:gd name="connsiteY31" fmla="*/ 1110791 h 2240205"/>
              <a:gd name="connsiteX32" fmla="*/ 8584946 w 12192000"/>
              <a:gd name="connsiteY32" fmla="*/ 1135226 h 2240205"/>
              <a:gd name="connsiteX33" fmla="*/ 8419755 w 12192000"/>
              <a:gd name="connsiteY33" fmla="*/ 1216260 h 2240205"/>
              <a:gd name="connsiteX34" fmla="*/ 8411626 w 12192000"/>
              <a:gd name="connsiteY34" fmla="*/ 1214397 h 2240205"/>
              <a:gd name="connsiteX35" fmla="*/ 8363469 w 12192000"/>
              <a:gd name="connsiteY35" fmla="*/ 1246658 h 2240205"/>
              <a:gd name="connsiteX36" fmla="*/ 8275497 w 12192000"/>
              <a:gd name="connsiteY36" fmla="*/ 1264396 h 2240205"/>
              <a:gd name="connsiteX37" fmla="*/ 8074238 w 12192000"/>
              <a:gd name="connsiteY37" fmla="*/ 1301895 h 2240205"/>
              <a:gd name="connsiteX38" fmla="*/ 7902328 w 12192000"/>
              <a:gd name="connsiteY38" fmla="*/ 1345865 h 2240205"/>
              <a:gd name="connsiteX39" fmla="*/ 7840612 w 12192000"/>
              <a:gd name="connsiteY39" fmla="*/ 1369373 h 2240205"/>
              <a:gd name="connsiteX40" fmla="*/ 7786819 w 12192000"/>
              <a:gd name="connsiteY40" fmla="*/ 1378970 h 2240205"/>
              <a:gd name="connsiteX41" fmla="*/ 7548172 w 12192000"/>
              <a:gd name="connsiteY41" fmla="*/ 1417460 h 2240205"/>
              <a:gd name="connsiteX42" fmla="*/ 7483437 w 12192000"/>
              <a:gd name="connsiteY42" fmla="*/ 1478152 h 2240205"/>
              <a:gd name="connsiteX43" fmla="*/ 7377870 w 12192000"/>
              <a:gd name="connsiteY43" fmla="*/ 1523319 h 2240205"/>
              <a:gd name="connsiteX44" fmla="*/ 7230737 w 12192000"/>
              <a:gd name="connsiteY44" fmla="*/ 1562633 h 2240205"/>
              <a:gd name="connsiteX45" fmla="*/ 7224458 w 12192000"/>
              <a:gd name="connsiteY45" fmla="*/ 1573008 h 2240205"/>
              <a:gd name="connsiteX46" fmla="*/ 7183121 w 12192000"/>
              <a:gd name="connsiteY46" fmla="*/ 1595162 h 2240205"/>
              <a:gd name="connsiteX47" fmla="*/ 7164601 w 12192000"/>
              <a:gd name="connsiteY47" fmla="*/ 1606490 h 2240205"/>
              <a:gd name="connsiteX48" fmla="*/ 6900177 w 12192000"/>
              <a:gd name="connsiteY48" fmla="*/ 1636016 h 2240205"/>
              <a:gd name="connsiteX49" fmla="*/ 6795372 w 12192000"/>
              <a:gd name="connsiteY49" fmla="*/ 1644845 h 2240205"/>
              <a:gd name="connsiteX50" fmla="*/ 6692251 w 12192000"/>
              <a:gd name="connsiteY50" fmla="*/ 1656357 h 2240205"/>
              <a:gd name="connsiteX51" fmla="*/ 6655235 w 12192000"/>
              <a:gd name="connsiteY51" fmla="*/ 1661869 h 2240205"/>
              <a:gd name="connsiteX52" fmla="*/ 6554894 w 12192000"/>
              <a:gd name="connsiteY52" fmla="*/ 1664428 h 2240205"/>
              <a:gd name="connsiteX53" fmla="*/ 6516595 w 12192000"/>
              <a:gd name="connsiteY53" fmla="*/ 1667475 h 2240205"/>
              <a:gd name="connsiteX54" fmla="*/ 6508541 w 12192000"/>
              <a:gd name="connsiteY54" fmla="*/ 1668757 h 2240205"/>
              <a:gd name="connsiteX55" fmla="*/ 6471012 w 12192000"/>
              <a:gd name="connsiteY55" fmla="*/ 1678604 h 2240205"/>
              <a:gd name="connsiteX56" fmla="*/ 6364035 w 12192000"/>
              <a:gd name="connsiteY56" fmla="*/ 1667683 h 2240205"/>
              <a:gd name="connsiteX57" fmla="*/ 6243319 w 12192000"/>
              <a:gd name="connsiteY57" fmla="*/ 1695560 h 2240205"/>
              <a:gd name="connsiteX58" fmla="*/ 6098321 w 12192000"/>
              <a:gd name="connsiteY58" fmla="*/ 1721646 h 2240205"/>
              <a:gd name="connsiteX59" fmla="*/ 5880652 w 12192000"/>
              <a:gd name="connsiteY59" fmla="*/ 1779643 h 2240205"/>
              <a:gd name="connsiteX60" fmla="*/ 5785959 w 12192000"/>
              <a:gd name="connsiteY60" fmla="*/ 1775307 h 2240205"/>
              <a:gd name="connsiteX61" fmla="*/ 5643534 w 12192000"/>
              <a:gd name="connsiteY61" fmla="*/ 1802919 h 2240205"/>
              <a:gd name="connsiteX62" fmla="*/ 5518799 w 12192000"/>
              <a:gd name="connsiteY62" fmla="*/ 1818312 h 2240205"/>
              <a:gd name="connsiteX63" fmla="*/ 5505014 w 12192000"/>
              <a:gd name="connsiteY63" fmla="*/ 1819259 h 2240205"/>
              <a:gd name="connsiteX64" fmla="*/ 5453307 w 12192000"/>
              <a:gd name="connsiteY64" fmla="*/ 1815450 h 2240205"/>
              <a:gd name="connsiteX65" fmla="*/ 5221533 w 12192000"/>
              <a:gd name="connsiteY65" fmla="*/ 1846950 h 2240205"/>
              <a:gd name="connsiteX66" fmla="*/ 5149802 w 12192000"/>
              <a:gd name="connsiteY66" fmla="*/ 1844846 h 2240205"/>
              <a:gd name="connsiteX67" fmla="*/ 5114927 w 12192000"/>
              <a:gd name="connsiteY67" fmla="*/ 1847827 h 2240205"/>
              <a:gd name="connsiteX68" fmla="*/ 5108970 w 12192000"/>
              <a:gd name="connsiteY68" fmla="*/ 1847935 h 2240205"/>
              <a:gd name="connsiteX69" fmla="*/ 5067961 w 12192000"/>
              <a:gd name="connsiteY69" fmla="*/ 1845917 h 2240205"/>
              <a:gd name="connsiteX70" fmla="*/ 5007075 w 12192000"/>
              <a:gd name="connsiteY70" fmla="*/ 1838626 h 2240205"/>
              <a:gd name="connsiteX71" fmla="*/ 4944087 w 12192000"/>
              <a:gd name="connsiteY71" fmla="*/ 1823332 h 2240205"/>
              <a:gd name="connsiteX72" fmla="*/ 4907662 w 12192000"/>
              <a:gd name="connsiteY72" fmla="*/ 1816900 h 2240205"/>
              <a:gd name="connsiteX73" fmla="*/ 4882386 w 12192000"/>
              <a:gd name="connsiteY73" fmla="*/ 1809844 h 2240205"/>
              <a:gd name="connsiteX74" fmla="*/ 4811440 w 12192000"/>
              <a:gd name="connsiteY74" fmla="*/ 1804655 h 2240205"/>
              <a:gd name="connsiteX75" fmla="*/ 4691075 w 12192000"/>
              <a:gd name="connsiteY75" fmla="*/ 1801389 h 2240205"/>
              <a:gd name="connsiteX76" fmla="*/ 4640313 w 12192000"/>
              <a:gd name="connsiteY76" fmla="*/ 1784307 h 2240205"/>
              <a:gd name="connsiteX77" fmla="*/ 4536503 w 12192000"/>
              <a:gd name="connsiteY77" fmla="*/ 1785334 h 2240205"/>
              <a:gd name="connsiteX78" fmla="*/ 4513724 w 12192000"/>
              <a:gd name="connsiteY78" fmla="*/ 1791996 h 2240205"/>
              <a:gd name="connsiteX79" fmla="*/ 4459810 w 12192000"/>
              <a:gd name="connsiteY79" fmla="*/ 1797886 h 2240205"/>
              <a:gd name="connsiteX80" fmla="*/ 4379064 w 12192000"/>
              <a:gd name="connsiteY80" fmla="*/ 1817177 h 2240205"/>
              <a:gd name="connsiteX81" fmla="*/ 4290981 w 12192000"/>
              <a:gd name="connsiteY81" fmla="*/ 1839677 h 2240205"/>
              <a:gd name="connsiteX82" fmla="*/ 4238372 w 12192000"/>
              <a:gd name="connsiteY82" fmla="*/ 1851480 h 2240205"/>
              <a:gd name="connsiteX83" fmla="*/ 4232517 w 12192000"/>
              <a:gd name="connsiteY83" fmla="*/ 1852567 h 2240205"/>
              <a:gd name="connsiteX84" fmla="*/ 4191732 w 12192000"/>
              <a:gd name="connsiteY84" fmla="*/ 1857328 h 2240205"/>
              <a:gd name="connsiteX85" fmla="*/ 4065532 w 12192000"/>
              <a:gd name="connsiteY85" fmla="*/ 1855477 h 2240205"/>
              <a:gd name="connsiteX86" fmla="*/ 4028460 w 12192000"/>
              <a:gd name="connsiteY86" fmla="*/ 1855137 h 2240205"/>
              <a:gd name="connsiteX87" fmla="*/ 4002267 w 12192000"/>
              <a:gd name="connsiteY87" fmla="*/ 1852352 h 2240205"/>
              <a:gd name="connsiteX88" fmla="*/ 3931396 w 12192000"/>
              <a:gd name="connsiteY88" fmla="*/ 1858915 h 2240205"/>
              <a:gd name="connsiteX89" fmla="*/ 3812162 w 12192000"/>
              <a:gd name="connsiteY89" fmla="*/ 1875501 h 2240205"/>
              <a:gd name="connsiteX90" fmla="*/ 3758105 w 12192000"/>
              <a:gd name="connsiteY90" fmla="*/ 1871856 h 2240205"/>
              <a:gd name="connsiteX91" fmla="*/ 3567259 w 12192000"/>
              <a:gd name="connsiteY91" fmla="*/ 1893482 h 2240205"/>
              <a:gd name="connsiteX92" fmla="*/ 3405770 w 12192000"/>
              <a:gd name="connsiteY92" fmla="*/ 1904591 h 2240205"/>
              <a:gd name="connsiteX93" fmla="*/ 3280097 w 12192000"/>
              <a:gd name="connsiteY93" fmla="*/ 1919610 h 2240205"/>
              <a:gd name="connsiteX94" fmla="*/ 3009910 w 12192000"/>
              <a:gd name="connsiteY94" fmla="*/ 1957866 h 2240205"/>
              <a:gd name="connsiteX95" fmla="*/ 2995934 w 12192000"/>
              <a:gd name="connsiteY95" fmla="*/ 1967085 h 2240205"/>
              <a:gd name="connsiteX96" fmla="*/ 2942858 w 12192000"/>
              <a:gd name="connsiteY96" fmla="*/ 1981367 h 2240205"/>
              <a:gd name="connsiteX97" fmla="*/ 2875436 w 12192000"/>
              <a:gd name="connsiteY97" fmla="*/ 1996977 h 2240205"/>
              <a:gd name="connsiteX98" fmla="*/ 2874892 w 12192000"/>
              <a:gd name="connsiteY98" fmla="*/ 1996085 h 2240205"/>
              <a:gd name="connsiteX99" fmla="*/ 2843662 w 12192000"/>
              <a:gd name="connsiteY99" fmla="*/ 1992498 h 2240205"/>
              <a:gd name="connsiteX100" fmla="*/ 2718916 w 12192000"/>
              <a:gd name="connsiteY100" fmla="*/ 1990867 h 2240205"/>
              <a:gd name="connsiteX101" fmla="*/ 2713522 w 12192000"/>
              <a:gd name="connsiteY101" fmla="*/ 1990173 h 2240205"/>
              <a:gd name="connsiteX102" fmla="*/ 2476147 w 12192000"/>
              <a:gd name="connsiteY102" fmla="*/ 1998305 h 2240205"/>
              <a:gd name="connsiteX103" fmla="*/ 2373568 w 12192000"/>
              <a:gd name="connsiteY103" fmla="*/ 2003219 h 2240205"/>
              <a:gd name="connsiteX104" fmla="*/ 2287219 w 12192000"/>
              <a:gd name="connsiteY104" fmla="*/ 1998750 h 2240205"/>
              <a:gd name="connsiteX105" fmla="*/ 2243069 w 12192000"/>
              <a:gd name="connsiteY105" fmla="*/ 2005321 h 2240205"/>
              <a:gd name="connsiteX106" fmla="*/ 2164831 w 12192000"/>
              <a:gd name="connsiteY106" fmla="*/ 2010143 h 2240205"/>
              <a:gd name="connsiteX107" fmla="*/ 2085228 w 12192000"/>
              <a:gd name="connsiteY107" fmla="*/ 2046431 h 2240205"/>
              <a:gd name="connsiteX108" fmla="*/ 2058061 w 12192000"/>
              <a:gd name="connsiteY108" fmla="*/ 2047942 h 2240205"/>
              <a:gd name="connsiteX109" fmla="*/ 2042244 w 12192000"/>
              <a:gd name="connsiteY109" fmla="*/ 2055560 h 2240205"/>
              <a:gd name="connsiteX110" fmla="*/ 1877728 w 12192000"/>
              <a:gd name="connsiteY110" fmla="*/ 2101004 h 2240205"/>
              <a:gd name="connsiteX111" fmla="*/ 1759056 w 12192000"/>
              <a:gd name="connsiteY111" fmla="*/ 2125608 h 2240205"/>
              <a:gd name="connsiteX112" fmla="*/ 1637948 w 12192000"/>
              <a:gd name="connsiteY112" fmla="*/ 2172597 h 2240205"/>
              <a:gd name="connsiteX113" fmla="*/ 1434549 w 12192000"/>
              <a:gd name="connsiteY113" fmla="*/ 2234522 h 2240205"/>
              <a:gd name="connsiteX114" fmla="*/ 1370962 w 12192000"/>
              <a:gd name="connsiteY114" fmla="*/ 2237474 h 2240205"/>
              <a:gd name="connsiteX115" fmla="*/ 1356367 w 12192000"/>
              <a:gd name="connsiteY115" fmla="*/ 2235089 h 2240205"/>
              <a:gd name="connsiteX116" fmla="*/ 1279765 w 12192000"/>
              <a:gd name="connsiteY116" fmla="*/ 2229639 h 2240205"/>
              <a:gd name="connsiteX117" fmla="*/ 1195347 w 12192000"/>
              <a:gd name="connsiteY117" fmla="*/ 2212354 h 2240205"/>
              <a:gd name="connsiteX118" fmla="*/ 970251 w 12192000"/>
              <a:gd name="connsiteY118" fmla="*/ 2221029 h 2240205"/>
              <a:gd name="connsiteX119" fmla="*/ 812914 w 12192000"/>
              <a:gd name="connsiteY119" fmla="*/ 2210095 h 2240205"/>
              <a:gd name="connsiteX120" fmla="*/ 776382 w 12192000"/>
              <a:gd name="connsiteY120" fmla="*/ 2204512 h 2240205"/>
              <a:gd name="connsiteX121" fmla="*/ 597225 w 12192000"/>
              <a:gd name="connsiteY121" fmla="*/ 2180999 h 2240205"/>
              <a:gd name="connsiteX122" fmla="*/ 520671 w 12192000"/>
              <a:gd name="connsiteY122" fmla="*/ 2180980 h 2240205"/>
              <a:gd name="connsiteX123" fmla="*/ 515024 w 12192000"/>
              <a:gd name="connsiteY123" fmla="*/ 2179258 h 2240205"/>
              <a:gd name="connsiteX124" fmla="*/ 413835 w 12192000"/>
              <a:gd name="connsiteY124" fmla="*/ 2156783 h 2240205"/>
              <a:gd name="connsiteX125" fmla="*/ 376513 w 12192000"/>
              <a:gd name="connsiteY125" fmla="*/ 2154014 h 2240205"/>
              <a:gd name="connsiteX126" fmla="*/ 273386 w 12192000"/>
              <a:gd name="connsiteY126" fmla="*/ 2142551 h 2240205"/>
              <a:gd name="connsiteX127" fmla="*/ 77641 w 12192000"/>
              <a:gd name="connsiteY127" fmla="*/ 2126835 h 2240205"/>
              <a:gd name="connsiteX128" fmla="*/ 37645 w 12192000"/>
              <a:gd name="connsiteY128" fmla="*/ 2115401 h 2240205"/>
              <a:gd name="connsiteX129" fmla="*/ 4572 w 12192000"/>
              <a:gd name="connsiteY129" fmla="*/ 2111091 h 2240205"/>
              <a:gd name="connsiteX130" fmla="*/ 0 w 12192000"/>
              <a:gd name="connsiteY130" fmla="*/ 2110468 h 2240205"/>
              <a:gd name="connsiteX131" fmla="*/ 0 w 12192000"/>
              <a:gd name="connsiteY131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820512 w 12192000"/>
              <a:gd name="connsiteY4" fmla="*/ 745392 h 2240205"/>
              <a:gd name="connsiteX5" fmla="*/ 11649954 w 12192000"/>
              <a:gd name="connsiteY5" fmla="*/ 749628 h 2240205"/>
              <a:gd name="connsiteX6" fmla="*/ 11560424 w 12192000"/>
              <a:gd name="connsiteY6" fmla="*/ 748017 h 2240205"/>
              <a:gd name="connsiteX7" fmla="*/ 11358455 w 12192000"/>
              <a:gd name="connsiteY7" fmla="*/ 747593 h 2240205"/>
              <a:gd name="connsiteX8" fmla="*/ 11165209 w 12192000"/>
              <a:gd name="connsiteY8" fmla="*/ 748852 h 2240205"/>
              <a:gd name="connsiteX9" fmla="*/ 11058755 w 12192000"/>
              <a:gd name="connsiteY9" fmla="*/ 749617 h 2240205"/>
              <a:gd name="connsiteX10" fmla="*/ 10846594 w 12192000"/>
              <a:gd name="connsiteY10" fmla="*/ 765069 h 2240205"/>
              <a:gd name="connsiteX11" fmla="*/ 10739478 w 12192000"/>
              <a:gd name="connsiteY11" fmla="*/ 776841 h 2240205"/>
              <a:gd name="connsiteX12" fmla="*/ 10458762 w 12192000"/>
              <a:gd name="connsiteY12" fmla="*/ 755400 h 2240205"/>
              <a:gd name="connsiteX13" fmla="*/ 10211200 w 12192000"/>
              <a:gd name="connsiteY13" fmla="*/ 767513 h 2240205"/>
              <a:gd name="connsiteX14" fmla="*/ 10167995 w 12192000"/>
              <a:gd name="connsiteY14" fmla="*/ 760843 h 2240205"/>
              <a:gd name="connsiteX15" fmla="*/ 9997044 w 12192000"/>
              <a:gd name="connsiteY15" fmla="*/ 780129 h 2240205"/>
              <a:gd name="connsiteX16" fmla="*/ 9943887 w 12192000"/>
              <a:gd name="connsiteY16" fmla="*/ 804141 h 2240205"/>
              <a:gd name="connsiteX17" fmla="*/ 9918248 w 12192000"/>
              <a:gd name="connsiteY17" fmla="*/ 816628 h 2240205"/>
              <a:gd name="connsiteX18" fmla="*/ 9767091 w 12192000"/>
              <a:gd name="connsiteY18" fmla="*/ 870550 h 2240205"/>
              <a:gd name="connsiteX19" fmla="*/ 9683005 w 12192000"/>
              <a:gd name="connsiteY19" fmla="*/ 894128 h 2240205"/>
              <a:gd name="connsiteX20" fmla="*/ 9500499 w 12192000"/>
              <a:gd name="connsiteY20" fmla="*/ 954680 h 2240205"/>
              <a:gd name="connsiteX21" fmla="*/ 9410017 w 12192000"/>
              <a:gd name="connsiteY21" fmla="*/ 993931 h 2240205"/>
              <a:gd name="connsiteX22" fmla="*/ 9392919 w 12192000"/>
              <a:gd name="connsiteY22" fmla="*/ 994656 h 2240205"/>
              <a:gd name="connsiteX23" fmla="*/ 9268019 w 12192000"/>
              <a:gd name="connsiteY23" fmla="*/ 1007442 h 2240205"/>
              <a:gd name="connsiteX24" fmla="*/ 9188177 w 12192000"/>
              <a:gd name="connsiteY24" fmla="*/ 1035474 h 2240205"/>
              <a:gd name="connsiteX25" fmla="*/ 9155969 w 12192000"/>
              <a:gd name="connsiteY25" fmla="*/ 1046804 h 2240205"/>
              <a:gd name="connsiteX26" fmla="*/ 9133985 w 12192000"/>
              <a:gd name="connsiteY26" fmla="*/ 1046450 h 2240205"/>
              <a:gd name="connsiteX27" fmla="*/ 9003462 w 12192000"/>
              <a:gd name="connsiteY27" fmla="*/ 1042406 h 2240205"/>
              <a:gd name="connsiteX28" fmla="*/ 8968445 w 12192000"/>
              <a:gd name="connsiteY28" fmla="*/ 1052169 h 2240205"/>
              <a:gd name="connsiteX29" fmla="*/ 8886001 w 12192000"/>
              <a:gd name="connsiteY29" fmla="*/ 1067468 h 2240205"/>
              <a:gd name="connsiteX30" fmla="*/ 8838610 w 12192000"/>
              <a:gd name="connsiteY30" fmla="*/ 1075091 h 2240205"/>
              <a:gd name="connsiteX31" fmla="*/ 8665605 w 12192000"/>
              <a:gd name="connsiteY31" fmla="*/ 1110791 h 2240205"/>
              <a:gd name="connsiteX32" fmla="*/ 8584946 w 12192000"/>
              <a:gd name="connsiteY32" fmla="*/ 1135226 h 2240205"/>
              <a:gd name="connsiteX33" fmla="*/ 8419755 w 12192000"/>
              <a:gd name="connsiteY33" fmla="*/ 1216260 h 2240205"/>
              <a:gd name="connsiteX34" fmla="*/ 8411626 w 12192000"/>
              <a:gd name="connsiteY34" fmla="*/ 1214397 h 2240205"/>
              <a:gd name="connsiteX35" fmla="*/ 8363469 w 12192000"/>
              <a:gd name="connsiteY35" fmla="*/ 1246658 h 2240205"/>
              <a:gd name="connsiteX36" fmla="*/ 8275497 w 12192000"/>
              <a:gd name="connsiteY36" fmla="*/ 1264396 h 2240205"/>
              <a:gd name="connsiteX37" fmla="*/ 8074238 w 12192000"/>
              <a:gd name="connsiteY37" fmla="*/ 1301895 h 2240205"/>
              <a:gd name="connsiteX38" fmla="*/ 7902328 w 12192000"/>
              <a:gd name="connsiteY38" fmla="*/ 1345865 h 2240205"/>
              <a:gd name="connsiteX39" fmla="*/ 7840612 w 12192000"/>
              <a:gd name="connsiteY39" fmla="*/ 1369373 h 2240205"/>
              <a:gd name="connsiteX40" fmla="*/ 7786819 w 12192000"/>
              <a:gd name="connsiteY40" fmla="*/ 1378970 h 2240205"/>
              <a:gd name="connsiteX41" fmla="*/ 7548172 w 12192000"/>
              <a:gd name="connsiteY41" fmla="*/ 1417460 h 2240205"/>
              <a:gd name="connsiteX42" fmla="*/ 7483437 w 12192000"/>
              <a:gd name="connsiteY42" fmla="*/ 1478152 h 2240205"/>
              <a:gd name="connsiteX43" fmla="*/ 7377870 w 12192000"/>
              <a:gd name="connsiteY43" fmla="*/ 1523319 h 2240205"/>
              <a:gd name="connsiteX44" fmla="*/ 7230737 w 12192000"/>
              <a:gd name="connsiteY44" fmla="*/ 1562633 h 2240205"/>
              <a:gd name="connsiteX45" fmla="*/ 7224458 w 12192000"/>
              <a:gd name="connsiteY45" fmla="*/ 1573008 h 2240205"/>
              <a:gd name="connsiteX46" fmla="*/ 7183121 w 12192000"/>
              <a:gd name="connsiteY46" fmla="*/ 1595162 h 2240205"/>
              <a:gd name="connsiteX47" fmla="*/ 7164601 w 12192000"/>
              <a:gd name="connsiteY47" fmla="*/ 1606490 h 2240205"/>
              <a:gd name="connsiteX48" fmla="*/ 6900177 w 12192000"/>
              <a:gd name="connsiteY48" fmla="*/ 1636016 h 2240205"/>
              <a:gd name="connsiteX49" fmla="*/ 6795372 w 12192000"/>
              <a:gd name="connsiteY49" fmla="*/ 1644845 h 2240205"/>
              <a:gd name="connsiteX50" fmla="*/ 6692251 w 12192000"/>
              <a:gd name="connsiteY50" fmla="*/ 1656357 h 2240205"/>
              <a:gd name="connsiteX51" fmla="*/ 6655235 w 12192000"/>
              <a:gd name="connsiteY51" fmla="*/ 1661869 h 2240205"/>
              <a:gd name="connsiteX52" fmla="*/ 6554894 w 12192000"/>
              <a:gd name="connsiteY52" fmla="*/ 1664428 h 2240205"/>
              <a:gd name="connsiteX53" fmla="*/ 6516595 w 12192000"/>
              <a:gd name="connsiteY53" fmla="*/ 1667475 h 2240205"/>
              <a:gd name="connsiteX54" fmla="*/ 6508541 w 12192000"/>
              <a:gd name="connsiteY54" fmla="*/ 1668757 h 2240205"/>
              <a:gd name="connsiteX55" fmla="*/ 6471012 w 12192000"/>
              <a:gd name="connsiteY55" fmla="*/ 1678604 h 2240205"/>
              <a:gd name="connsiteX56" fmla="*/ 6364035 w 12192000"/>
              <a:gd name="connsiteY56" fmla="*/ 1667683 h 2240205"/>
              <a:gd name="connsiteX57" fmla="*/ 6243319 w 12192000"/>
              <a:gd name="connsiteY57" fmla="*/ 1695560 h 2240205"/>
              <a:gd name="connsiteX58" fmla="*/ 6098321 w 12192000"/>
              <a:gd name="connsiteY58" fmla="*/ 1721646 h 2240205"/>
              <a:gd name="connsiteX59" fmla="*/ 5880652 w 12192000"/>
              <a:gd name="connsiteY59" fmla="*/ 1779643 h 2240205"/>
              <a:gd name="connsiteX60" fmla="*/ 5785959 w 12192000"/>
              <a:gd name="connsiteY60" fmla="*/ 1775307 h 2240205"/>
              <a:gd name="connsiteX61" fmla="*/ 5643534 w 12192000"/>
              <a:gd name="connsiteY61" fmla="*/ 1802919 h 2240205"/>
              <a:gd name="connsiteX62" fmla="*/ 5518799 w 12192000"/>
              <a:gd name="connsiteY62" fmla="*/ 1818312 h 2240205"/>
              <a:gd name="connsiteX63" fmla="*/ 5505014 w 12192000"/>
              <a:gd name="connsiteY63" fmla="*/ 1819259 h 2240205"/>
              <a:gd name="connsiteX64" fmla="*/ 5453307 w 12192000"/>
              <a:gd name="connsiteY64" fmla="*/ 1815450 h 2240205"/>
              <a:gd name="connsiteX65" fmla="*/ 5221533 w 12192000"/>
              <a:gd name="connsiteY65" fmla="*/ 1846950 h 2240205"/>
              <a:gd name="connsiteX66" fmla="*/ 5149802 w 12192000"/>
              <a:gd name="connsiteY66" fmla="*/ 1844846 h 2240205"/>
              <a:gd name="connsiteX67" fmla="*/ 5114927 w 12192000"/>
              <a:gd name="connsiteY67" fmla="*/ 1847827 h 2240205"/>
              <a:gd name="connsiteX68" fmla="*/ 5108970 w 12192000"/>
              <a:gd name="connsiteY68" fmla="*/ 1847935 h 2240205"/>
              <a:gd name="connsiteX69" fmla="*/ 5067961 w 12192000"/>
              <a:gd name="connsiteY69" fmla="*/ 1845917 h 2240205"/>
              <a:gd name="connsiteX70" fmla="*/ 5007075 w 12192000"/>
              <a:gd name="connsiteY70" fmla="*/ 1838626 h 2240205"/>
              <a:gd name="connsiteX71" fmla="*/ 4944087 w 12192000"/>
              <a:gd name="connsiteY71" fmla="*/ 1823332 h 2240205"/>
              <a:gd name="connsiteX72" fmla="*/ 4907662 w 12192000"/>
              <a:gd name="connsiteY72" fmla="*/ 1816900 h 2240205"/>
              <a:gd name="connsiteX73" fmla="*/ 4882386 w 12192000"/>
              <a:gd name="connsiteY73" fmla="*/ 1809844 h 2240205"/>
              <a:gd name="connsiteX74" fmla="*/ 4811440 w 12192000"/>
              <a:gd name="connsiteY74" fmla="*/ 1804655 h 2240205"/>
              <a:gd name="connsiteX75" fmla="*/ 4691075 w 12192000"/>
              <a:gd name="connsiteY75" fmla="*/ 1801389 h 2240205"/>
              <a:gd name="connsiteX76" fmla="*/ 4640313 w 12192000"/>
              <a:gd name="connsiteY76" fmla="*/ 1784307 h 2240205"/>
              <a:gd name="connsiteX77" fmla="*/ 4536503 w 12192000"/>
              <a:gd name="connsiteY77" fmla="*/ 1785334 h 2240205"/>
              <a:gd name="connsiteX78" fmla="*/ 4513724 w 12192000"/>
              <a:gd name="connsiteY78" fmla="*/ 1791996 h 2240205"/>
              <a:gd name="connsiteX79" fmla="*/ 4459810 w 12192000"/>
              <a:gd name="connsiteY79" fmla="*/ 1797886 h 2240205"/>
              <a:gd name="connsiteX80" fmla="*/ 4379064 w 12192000"/>
              <a:gd name="connsiteY80" fmla="*/ 1817177 h 2240205"/>
              <a:gd name="connsiteX81" fmla="*/ 4290981 w 12192000"/>
              <a:gd name="connsiteY81" fmla="*/ 1839677 h 2240205"/>
              <a:gd name="connsiteX82" fmla="*/ 4238372 w 12192000"/>
              <a:gd name="connsiteY82" fmla="*/ 1851480 h 2240205"/>
              <a:gd name="connsiteX83" fmla="*/ 4232517 w 12192000"/>
              <a:gd name="connsiteY83" fmla="*/ 1852567 h 2240205"/>
              <a:gd name="connsiteX84" fmla="*/ 4191732 w 12192000"/>
              <a:gd name="connsiteY84" fmla="*/ 1857328 h 2240205"/>
              <a:gd name="connsiteX85" fmla="*/ 4065532 w 12192000"/>
              <a:gd name="connsiteY85" fmla="*/ 1855477 h 2240205"/>
              <a:gd name="connsiteX86" fmla="*/ 4028460 w 12192000"/>
              <a:gd name="connsiteY86" fmla="*/ 1855137 h 2240205"/>
              <a:gd name="connsiteX87" fmla="*/ 4002267 w 12192000"/>
              <a:gd name="connsiteY87" fmla="*/ 1852352 h 2240205"/>
              <a:gd name="connsiteX88" fmla="*/ 3931396 w 12192000"/>
              <a:gd name="connsiteY88" fmla="*/ 1858915 h 2240205"/>
              <a:gd name="connsiteX89" fmla="*/ 3812162 w 12192000"/>
              <a:gd name="connsiteY89" fmla="*/ 1875501 h 2240205"/>
              <a:gd name="connsiteX90" fmla="*/ 3758105 w 12192000"/>
              <a:gd name="connsiteY90" fmla="*/ 1871856 h 2240205"/>
              <a:gd name="connsiteX91" fmla="*/ 3567259 w 12192000"/>
              <a:gd name="connsiteY91" fmla="*/ 1893482 h 2240205"/>
              <a:gd name="connsiteX92" fmla="*/ 3405770 w 12192000"/>
              <a:gd name="connsiteY92" fmla="*/ 1904591 h 2240205"/>
              <a:gd name="connsiteX93" fmla="*/ 3280097 w 12192000"/>
              <a:gd name="connsiteY93" fmla="*/ 1919610 h 2240205"/>
              <a:gd name="connsiteX94" fmla="*/ 3009910 w 12192000"/>
              <a:gd name="connsiteY94" fmla="*/ 1957866 h 2240205"/>
              <a:gd name="connsiteX95" fmla="*/ 2995934 w 12192000"/>
              <a:gd name="connsiteY95" fmla="*/ 1967085 h 2240205"/>
              <a:gd name="connsiteX96" fmla="*/ 2942858 w 12192000"/>
              <a:gd name="connsiteY96" fmla="*/ 1981367 h 2240205"/>
              <a:gd name="connsiteX97" fmla="*/ 2875436 w 12192000"/>
              <a:gd name="connsiteY97" fmla="*/ 1996977 h 2240205"/>
              <a:gd name="connsiteX98" fmla="*/ 2874892 w 12192000"/>
              <a:gd name="connsiteY98" fmla="*/ 1996085 h 2240205"/>
              <a:gd name="connsiteX99" fmla="*/ 2843662 w 12192000"/>
              <a:gd name="connsiteY99" fmla="*/ 1992498 h 2240205"/>
              <a:gd name="connsiteX100" fmla="*/ 2718916 w 12192000"/>
              <a:gd name="connsiteY100" fmla="*/ 1990867 h 2240205"/>
              <a:gd name="connsiteX101" fmla="*/ 2713522 w 12192000"/>
              <a:gd name="connsiteY101" fmla="*/ 1990173 h 2240205"/>
              <a:gd name="connsiteX102" fmla="*/ 2476147 w 12192000"/>
              <a:gd name="connsiteY102" fmla="*/ 1998305 h 2240205"/>
              <a:gd name="connsiteX103" fmla="*/ 2373568 w 12192000"/>
              <a:gd name="connsiteY103" fmla="*/ 2003219 h 2240205"/>
              <a:gd name="connsiteX104" fmla="*/ 2287219 w 12192000"/>
              <a:gd name="connsiteY104" fmla="*/ 1998750 h 2240205"/>
              <a:gd name="connsiteX105" fmla="*/ 2243069 w 12192000"/>
              <a:gd name="connsiteY105" fmla="*/ 2005321 h 2240205"/>
              <a:gd name="connsiteX106" fmla="*/ 2164831 w 12192000"/>
              <a:gd name="connsiteY106" fmla="*/ 2010143 h 2240205"/>
              <a:gd name="connsiteX107" fmla="*/ 2085228 w 12192000"/>
              <a:gd name="connsiteY107" fmla="*/ 2046431 h 2240205"/>
              <a:gd name="connsiteX108" fmla="*/ 2058061 w 12192000"/>
              <a:gd name="connsiteY108" fmla="*/ 2047942 h 2240205"/>
              <a:gd name="connsiteX109" fmla="*/ 2042244 w 12192000"/>
              <a:gd name="connsiteY109" fmla="*/ 2055560 h 2240205"/>
              <a:gd name="connsiteX110" fmla="*/ 1877728 w 12192000"/>
              <a:gd name="connsiteY110" fmla="*/ 2101004 h 2240205"/>
              <a:gd name="connsiteX111" fmla="*/ 1759056 w 12192000"/>
              <a:gd name="connsiteY111" fmla="*/ 2125608 h 2240205"/>
              <a:gd name="connsiteX112" fmla="*/ 1637948 w 12192000"/>
              <a:gd name="connsiteY112" fmla="*/ 2172597 h 2240205"/>
              <a:gd name="connsiteX113" fmla="*/ 1434549 w 12192000"/>
              <a:gd name="connsiteY113" fmla="*/ 2234522 h 2240205"/>
              <a:gd name="connsiteX114" fmla="*/ 1370962 w 12192000"/>
              <a:gd name="connsiteY114" fmla="*/ 2237474 h 2240205"/>
              <a:gd name="connsiteX115" fmla="*/ 1356367 w 12192000"/>
              <a:gd name="connsiteY115" fmla="*/ 2235089 h 2240205"/>
              <a:gd name="connsiteX116" fmla="*/ 1279765 w 12192000"/>
              <a:gd name="connsiteY116" fmla="*/ 2229639 h 2240205"/>
              <a:gd name="connsiteX117" fmla="*/ 1195347 w 12192000"/>
              <a:gd name="connsiteY117" fmla="*/ 2212354 h 2240205"/>
              <a:gd name="connsiteX118" fmla="*/ 970251 w 12192000"/>
              <a:gd name="connsiteY118" fmla="*/ 2221029 h 2240205"/>
              <a:gd name="connsiteX119" fmla="*/ 812914 w 12192000"/>
              <a:gd name="connsiteY119" fmla="*/ 2210095 h 2240205"/>
              <a:gd name="connsiteX120" fmla="*/ 776382 w 12192000"/>
              <a:gd name="connsiteY120" fmla="*/ 2204512 h 2240205"/>
              <a:gd name="connsiteX121" fmla="*/ 597225 w 12192000"/>
              <a:gd name="connsiteY121" fmla="*/ 2180999 h 2240205"/>
              <a:gd name="connsiteX122" fmla="*/ 520671 w 12192000"/>
              <a:gd name="connsiteY122" fmla="*/ 2180980 h 2240205"/>
              <a:gd name="connsiteX123" fmla="*/ 515024 w 12192000"/>
              <a:gd name="connsiteY123" fmla="*/ 2179258 h 2240205"/>
              <a:gd name="connsiteX124" fmla="*/ 413835 w 12192000"/>
              <a:gd name="connsiteY124" fmla="*/ 2156783 h 2240205"/>
              <a:gd name="connsiteX125" fmla="*/ 376513 w 12192000"/>
              <a:gd name="connsiteY125" fmla="*/ 2154014 h 2240205"/>
              <a:gd name="connsiteX126" fmla="*/ 273386 w 12192000"/>
              <a:gd name="connsiteY126" fmla="*/ 2142551 h 2240205"/>
              <a:gd name="connsiteX127" fmla="*/ 77641 w 12192000"/>
              <a:gd name="connsiteY127" fmla="*/ 2126835 h 2240205"/>
              <a:gd name="connsiteX128" fmla="*/ 37645 w 12192000"/>
              <a:gd name="connsiteY128" fmla="*/ 2115401 h 2240205"/>
              <a:gd name="connsiteX129" fmla="*/ 4572 w 12192000"/>
              <a:gd name="connsiteY129" fmla="*/ 2111091 h 2240205"/>
              <a:gd name="connsiteX130" fmla="*/ 0 w 12192000"/>
              <a:gd name="connsiteY130" fmla="*/ 2110468 h 2240205"/>
              <a:gd name="connsiteX131" fmla="*/ 0 w 12192000"/>
              <a:gd name="connsiteY131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649954 w 12192000"/>
              <a:gd name="connsiteY4" fmla="*/ 749628 h 2240205"/>
              <a:gd name="connsiteX5" fmla="*/ 11560424 w 12192000"/>
              <a:gd name="connsiteY5" fmla="*/ 748017 h 2240205"/>
              <a:gd name="connsiteX6" fmla="*/ 11358455 w 12192000"/>
              <a:gd name="connsiteY6" fmla="*/ 747593 h 2240205"/>
              <a:gd name="connsiteX7" fmla="*/ 11165209 w 12192000"/>
              <a:gd name="connsiteY7" fmla="*/ 748852 h 2240205"/>
              <a:gd name="connsiteX8" fmla="*/ 11058755 w 12192000"/>
              <a:gd name="connsiteY8" fmla="*/ 749617 h 2240205"/>
              <a:gd name="connsiteX9" fmla="*/ 10846594 w 12192000"/>
              <a:gd name="connsiteY9" fmla="*/ 765069 h 2240205"/>
              <a:gd name="connsiteX10" fmla="*/ 10739478 w 12192000"/>
              <a:gd name="connsiteY10" fmla="*/ 776841 h 2240205"/>
              <a:gd name="connsiteX11" fmla="*/ 10458762 w 12192000"/>
              <a:gd name="connsiteY11" fmla="*/ 755400 h 2240205"/>
              <a:gd name="connsiteX12" fmla="*/ 10211200 w 12192000"/>
              <a:gd name="connsiteY12" fmla="*/ 767513 h 2240205"/>
              <a:gd name="connsiteX13" fmla="*/ 10167995 w 12192000"/>
              <a:gd name="connsiteY13" fmla="*/ 760843 h 2240205"/>
              <a:gd name="connsiteX14" fmla="*/ 9997044 w 12192000"/>
              <a:gd name="connsiteY14" fmla="*/ 780129 h 2240205"/>
              <a:gd name="connsiteX15" fmla="*/ 9943887 w 12192000"/>
              <a:gd name="connsiteY15" fmla="*/ 804141 h 2240205"/>
              <a:gd name="connsiteX16" fmla="*/ 9918248 w 12192000"/>
              <a:gd name="connsiteY16" fmla="*/ 816628 h 2240205"/>
              <a:gd name="connsiteX17" fmla="*/ 9767091 w 12192000"/>
              <a:gd name="connsiteY17" fmla="*/ 870550 h 2240205"/>
              <a:gd name="connsiteX18" fmla="*/ 9683005 w 12192000"/>
              <a:gd name="connsiteY18" fmla="*/ 894128 h 2240205"/>
              <a:gd name="connsiteX19" fmla="*/ 9500499 w 12192000"/>
              <a:gd name="connsiteY19" fmla="*/ 954680 h 2240205"/>
              <a:gd name="connsiteX20" fmla="*/ 9410017 w 12192000"/>
              <a:gd name="connsiteY20" fmla="*/ 993931 h 2240205"/>
              <a:gd name="connsiteX21" fmla="*/ 9392919 w 12192000"/>
              <a:gd name="connsiteY21" fmla="*/ 994656 h 2240205"/>
              <a:gd name="connsiteX22" fmla="*/ 9268019 w 12192000"/>
              <a:gd name="connsiteY22" fmla="*/ 1007442 h 2240205"/>
              <a:gd name="connsiteX23" fmla="*/ 9188177 w 12192000"/>
              <a:gd name="connsiteY23" fmla="*/ 1035474 h 2240205"/>
              <a:gd name="connsiteX24" fmla="*/ 9155969 w 12192000"/>
              <a:gd name="connsiteY24" fmla="*/ 1046804 h 2240205"/>
              <a:gd name="connsiteX25" fmla="*/ 9133985 w 12192000"/>
              <a:gd name="connsiteY25" fmla="*/ 1046450 h 2240205"/>
              <a:gd name="connsiteX26" fmla="*/ 9003462 w 12192000"/>
              <a:gd name="connsiteY26" fmla="*/ 1042406 h 2240205"/>
              <a:gd name="connsiteX27" fmla="*/ 8968445 w 12192000"/>
              <a:gd name="connsiteY27" fmla="*/ 1052169 h 2240205"/>
              <a:gd name="connsiteX28" fmla="*/ 8886001 w 12192000"/>
              <a:gd name="connsiteY28" fmla="*/ 1067468 h 2240205"/>
              <a:gd name="connsiteX29" fmla="*/ 8838610 w 12192000"/>
              <a:gd name="connsiteY29" fmla="*/ 1075091 h 2240205"/>
              <a:gd name="connsiteX30" fmla="*/ 8665605 w 12192000"/>
              <a:gd name="connsiteY30" fmla="*/ 1110791 h 2240205"/>
              <a:gd name="connsiteX31" fmla="*/ 8584946 w 12192000"/>
              <a:gd name="connsiteY31" fmla="*/ 1135226 h 2240205"/>
              <a:gd name="connsiteX32" fmla="*/ 8419755 w 12192000"/>
              <a:gd name="connsiteY32" fmla="*/ 1216260 h 2240205"/>
              <a:gd name="connsiteX33" fmla="*/ 8411626 w 12192000"/>
              <a:gd name="connsiteY33" fmla="*/ 1214397 h 2240205"/>
              <a:gd name="connsiteX34" fmla="*/ 8363469 w 12192000"/>
              <a:gd name="connsiteY34" fmla="*/ 1246658 h 2240205"/>
              <a:gd name="connsiteX35" fmla="*/ 8275497 w 12192000"/>
              <a:gd name="connsiteY35" fmla="*/ 1264396 h 2240205"/>
              <a:gd name="connsiteX36" fmla="*/ 8074238 w 12192000"/>
              <a:gd name="connsiteY36" fmla="*/ 1301895 h 2240205"/>
              <a:gd name="connsiteX37" fmla="*/ 7902328 w 12192000"/>
              <a:gd name="connsiteY37" fmla="*/ 1345865 h 2240205"/>
              <a:gd name="connsiteX38" fmla="*/ 7840612 w 12192000"/>
              <a:gd name="connsiteY38" fmla="*/ 1369373 h 2240205"/>
              <a:gd name="connsiteX39" fmla="*/ 7786819 w 12192000"/>
              <a:gd name="connsiteY39" fmla="*/ 1378970 h 2240205"/>
              <a:gd name="connsiteX40" fmla="*/ 7548172 w 12192000"/>
              <a:gd name="connsiteY40" fmla="*/ 1417460 h 2240205"/>
              <a:gd name="connsiteX41" fmla="*/ 7483437 w 12192000"/>
              <a:gd name="connsiteY41" fmla="*/ 1478152 h 2240205"/>
              <a:gd name="connsiteX42" fmla="*/ 7377870 w 12192000"/>
              <a:gd name="connsiteY42" fmla="*/ 1523319 h 2240205"/>
              <a:gd name="connsiteX43" fmla="*/ 7230737 w 12192000"/>
              <a:gd name="connsiteY43" fmla="*/ 1562633 h 2240205"/>
              <a:gd name="connsiteX44" fmla="*/ 7224458 w 12192000"/>
              <a:gd name="connsiteY44" fmla="*/ 1573008 h 2240205"/>
              <a:gd name="connsiteX45" fmla="*/ 7183121 w 12192000"/>
              <a:gd name="connsiteY45" fmla="*/ 1595162 h 2240205"/>
              <a:gd name="connsiteX46" fmla="*/ 7164601 w 12192000"/>
              <a:gd name="connsiteY46" fmla="*/ 1606490 h 2240205"/>
              <a:gd name="connsiteX47" fmla="*/ 6900177 w 12192000"/>
              <a:gd name="connsiteY47" fmla="*/ 1636016 h 2240205"/>
              <a:gd name="connsiteX48" fmla="*/ 6795372 w 12192000"/>
              <a:gd name="connsiteY48" fmla="*/ 1644845 h 2240205"/>
              <a:gd name="connsiteX49" fmla="*/ 6692251 w 12192000"/>
              <a:gd name="connsiteY49" fmla="*/ 1656357 h 2240205"/>
              <a:gd name="connsiteX50" fmla="*/ 6655235 w 12192000"/>
              <a:gd name="connsiteY50" fmla="*/ 1661869 h 2240205"/>
              <a:gd name="connsiteX51" fmla="*/ 6554894 w 12192000"/>
              <a:gd name="connsiteY51" fmla="*/ 1664428 h 2240205"/>
              <a:gd name="connsiteX52" fmla="*/ 6516595 w 12192000"/>
              <a:gd name="connsiteY52" fmla="*/ 1667475 h 2240205"/>
              <a:gd name="connsiteX53" fmla="*/ 6508541 w 12192000"/>
              <a:gd name="connsiteY53" fmla="*/ 1668757 h 2240205"/>
              <a:gd name="connsiteX54" fmla="*/ 6471012 w 12192000"/>
              <a:gd name="connsiteY54" fmla="*/ 1678604 h 2240205"/>
              <a:gd name="connsiteX55" fmla="*/ 6364035 w 12192000"/>
              <a:gd name="connsiteY55" fmla="*/ 1667683 h 2240205"/>
              <a:gd name="connsiteX56" fmla="*/ 6243319 w 12192000"/>
              <a:gd name="connsiteY56" fmla="*/ 1695560 h 2240205"/>
              <a:gd name="connsiteX57" fmla="*/ 6098321 w 12192000"/>
              <a:gd name="connsiteY57" fmla="*/ 1721646 h 2240205"/>
              <a:gd name="connsiteX58" fmla="*/ 5880652 w 12192000"/>
              <a:gd name="connsiteY58" fmla="*/ 1779643 h 2240205"/>
              <a:gd name="connsiteX59" fmla="*/ 5785959 w 12192000"/>
              <a:gd name="connsiteY59" fmla="*/ 1775307 h 2240205"/>
              <a:gd name="connsiteX60" fmla="*/ 5643534 w 12192000"/>
              <a:gd name="connsiteY60" fmla="*/ 1802919 h 2240205"/>
              <a:gd name="connsiteX61" fmla="*/ 5518799 w 12192000"/>
              <a:gd name="connsiteY61" fmla="*/ 1818312 h 2240205"/>
              <a:gd name="connsiteX62" fmla="*/ 5505014 w 12192000"/>
              <a:gd name="connsiteY62" fmla="*/ 1819259 h 2240205"/>
              <a:gd name="connsiteX63" fmla="*/ 5453307 w 12192000"/>
              <a:gd name="connsiteY63" fmla="*/ 1815450 h 2240205"/>
              <a:gd name="connsiteX64" fmla="*/ 5221533 w 12192000"/>
              <a:gd name="connsiteY64" fmla="*/ 1846950 h 2240205"/>
              <a:gd name="connsiteX65" fmla="*/ 5149802 w 12192000"/>
              <a:gd name="connsiteY65" fmla="*/ 1844846 h 2240205"/>
              <a:gd name="connsiteX66" fmla="*/ 5114927 w 12192000"/>
              <a:gd name="connsiteY66" fmla="*/ 1847827 h 2240205"/>
              <a:gd name="connsiteX67" fmla="*/ 5108970 w 12192000"/>
              <a:gd name="connsiteY67" fmla="*/ 1847935 h 2240205"/>
              <a:gd name="connsiteX68" fmla="*/ 5067961 w 12192000"/>
              <a:gd name="connsiteY68" fmla="*/ 1845917 h 2240205"/>
              <a:gd name="connsiteX69" fmla="*/ 5007075 w 12192000"/>
              <a:gd name="connsiteY69" fmla="*/ 1838626 h 2240205"/>
              <a:gd name="connsiteX70" fmla="*/ 4944087 w 12192000"/>
              <a:gd name="connsiteY70" fmla="*/ 1823332 h 2240205"/>
              <a:gd name="connsiteX71" fmla="*/ 4907662 w 12192000"/>
              <a:gd name="connsiteY71" fmla="*/ 1816900 h 2240205"/>
              <a:gd name="connsiteX72" fmla="*/ 4882386 w 12192000"/>
              <a:gd name="connsiteY72" fmla="*/ 1809844 h 2240205"/>
              <a:gd name="connsiteX73" fmla="*/ 4811440 w 12192000"/>
              <a:gd name="connsiteY73" fmla="*/ 1804655 h 2240205"/>
              <a:gd name="connsiteX74" fmla="*/ 4691075 w 12192000"/>
              <a:gd name="connsiteY74" fmla="*/ 1801389 h 2240205"/>
              <a:gd name="connsiteX75" fmla="*/ 4640313 w 12192000"/>
              <a:gd name="connsiteY75" fmla="*/ 1784307 h 2240205"/>
              <a:gd name="connsiteX76" fmla="*/ 4536503 w 12192000"/>
              <a:gd name="connsiteY76" fmla="*/ 1785334 h 2240205"/>
              <a:gd name="connsiteX77" fmla="*/ 4513724 w 12192000"/>
              <a:gd name="connsiteY77" fmla="*/ 1791996 h 2240205"/>
              <a:gd name="connsiteX78" fmla="*/ 4459810 w 12192000"/>
              <a:gd name="connsiteY78" fmla="*/ 1797886 h 2240205"/>
              <a:gd name="connsiteX79" fmla="*/ 4379064 w 12192000"/>
              <a:gd name="connsiteY79" fmla="*/ 1817177 h 2240205"/>
              <a:gd name="connsiteX80" fmla="*/ 4290981 w 12192000"/>
              <a:gd name="connsiteY80" fmla="*/ 1839677 h 2240205"/>
              <a:gd name="connsiteX81" fmla="*/ 4238372 w 12192000"/>
              <a:gd name="connsiteY81" fmla="*/ 1851480 h 2240205"/>
              <a:gd name="connsiteX82" fmla="*/ 4232517 w 12192000"/>
              <a:gd name="connsiteY82" fmla="*/ 1852567 h 2240205"/>
              <a:gd name="connsiteX83" fmla="*/ 4191732 w 12192000"/>
              <a:gd name="connsiteY83" fmla="*/ 1857328 h 2240205"/>
              <a:gd name="connsiteX84" fmla="*/ 4065532 w 12192000"/>
              <a:gd name="connsiteY84" fmla="*/ 1855477 h 2240205"/>
              <a:gd name="connsiteX85" fmla="*/ 4028460 w 12192000"/>
              <a:gd name="connsiteY85" fmla="*/ 1855137 h 2240205"/>
              <a:gd name="connsiteX86" fmla="*/ 4002267 w 12192000"/>
              <a:gd name="connsiteY86" fmla="*/ 1852352 h 2240205"/>
              <a:gd name="connsiteX87" fmla="*/ 3931396 w 12192000"/>
              <a:gd name="connsiteY87" fmla="*/ 1858915 h 2240205"/>
              <a:gd name="connsiteX88" fmla="*/ 3812162 w 12192000"/>
              <a:gd name="connsiteY88" fmla="*/ 1875501 h 2240205"/>
              <a:gd name="connsiteX89" fmla="*/ 3758105 w 12192000"/>
              <a:gd name="connsiteY89" fmla="*/ 1871856 h 2240205"/>
              <a:gd name="connsiteX90" fmla="*/ 3567259 w 12192000"/>
              <a:gd name="connsiteY90" fmla="*/ 1893482 h 2240205"/>
              <a:gd name="connsiteX91" fmla="*/ 3405770 w 12192000"/>
              <a:gd name="connsiteY91" fmla="*/ 1904591 h 2240205"/>
              <a:gd name="connsiteX92" fmla="*/ 3280097 w 12192000"/>
              <a:gd name="connsiteY92" fmla="*/ 1919610 h 2240205"/>
              <a:gd name="connsiteX93" fmla="*/ 3009910 w 12192000"/>
              <a:gd name="connsiteY93" fmla="*/ 1957866 h 2240205"/>
              <a:gd name="connsiteX94" fmla="*/ 2995934 w 12192000"/>
              <a:gd name="connsiteY94" fmla="*/ 1967085 h 2240205"/>
              <a:gd name="connsiteX95" fmla="*/ 2942858 w 12192000"/>
              <a:gd name="connsiteY95" fmla="*/ 1981367 h 2240205"/>
              <a:gd name="connsiteX96" fmla="*/ 2875436 w 12192000"/>
              <a:gd name="connsiteY96" fmla="*/ 1996977 h 2240205"/>
              <a:gd name="connsiteX97" fmla="*/ 2874892 w 12192000"/>
              <a:gd name="connsiteY97" fmla="*/ 1996085 h 2240205"/>
              <a:gd name="connsiteX98" fmla="*/ 2843662 w 12192000"/>
              <a:gd name="connsiteY98" fmla="*/ 1992498 h 2240205"/>
              <a:gd name="connsiteX99" fmla="*/ 2718916 w 12192000"/>
              <a:gd name="connsiteY99" fmla="*/ 1990867 h 2240205"/>
              <a:gd name="connsiteX100" fmla="*/ 2713522 w 12192000"/>
              <a:gd name="connsiteY100" fmla="*/ 1990173 h 2240205"/>
              <a:gd name="connsiteX101" fmla="*/ 2476147 w 12192000"/>
              <a:gd name="connsiteY101" fmla="*/ 1998305 h 2240205"/>
              <a:gd name="connsiteX102" fmla="*/ 2373568 w 12192000"/>
              <a:gd name="connsiteY102" fmla="*/ 2003219 h 2240205"/>
              <a:gd name="connsiteX103" fmla="*/ 2287219 w 12192000"/>
              <a:gd name="connsiteY103" fmla="*/ 1998750 h 2240205"/>
              <a:gd name="connsiteX104" fmla="*/ 2243069 w 12192000"/>
              <a:gd name="connsiteY104" fmla="*/ 2005321 h 2240205"/>
              <a:gd name="connsiteX105" fmla="*/ 2164831 w 12192000"/>
              <a:gd name="connsiteY105" fmla="*/ 2010143 h 2240205"/>
              <a:gd name="connsiteX106" fmla="*/ 2085228 w 12192000"/>
              <a:gd name="connsiteY106" fmla="*/ 2046431 h 2240205"/>
              <a:gd name="connsiteX107" fmla="*/ 2058061 w 12192000"/>
              <a:gd name="connsiteY107" fmla="*/ 2047942 h 2240205"/>
              <a:gd name="connsiteX108" fmla="*/ 2042244 w 12192000"/>
              <a:gd name="connsiteY108" fmla="*/ 2055560 h 2240205"/>
              <a:gd name="connsiteX109" fmla="*/ 1877728 w 12192000"/>
              <a:gd name="connsiteY109" fmla="*/ 2101004 h 2240205"/>
              <a:gd name="connsiteX110" fmla="*/ 1759056 w 12192000"/>
              <a:gd name="connsiteY110" fmla="*/ 2125608 h 2240205"/>
              <a:gd name="connsiteX111" fmla="*/ 1637948 w 12192000"/>
              <a:gd name="connsiteY111" fmla="*/ 2172597 h 2240205"/>
              <a:gd name="connsiteX112" fmla="*/ 1434549 w 12192000"/>
              <a:gd name="connsiteY112" fmla="*/ 2234522 h 2240205"/>
              <a:gd name="connsiteX113" fmla="*/ 1370962 w 12192000"/>
              <a:gd name="connsiteY113" fmla="*/ 2237474 h 2240205"/>
              <a:gd name="connsiteX114" fmla="*/ 1356367 w 12192000"/>
              <a:gd name="connsiteY114" fmla="*/ 2235089 h 2240205"/>
              <a:gd name="connsiteX115" fmla="*/ 1279765 w 12192000"/>
              <a:gd name="connsiteY115" fmla="*/ 2229639 h 2240205"/>
              <a:gd name="connsiteX116" fmla="*/ 1195347 w 12192000"/>
              <a:gd name="connsiteY116" fmla="*/ 2212354 h 2240205"/>
              <a:gd name="connsiteX117" fmla="*/ 970251 w 12192000"/>
              <a:gd name="connsiteY117" fmla="*/ 2221029 h 2240205"/>
              <a:gd name="connsiteX118" fmla="*/ 812914 w 12192000"/>
              <a:gd name="connsiteY118" fmla="*/ 2210095 h 2240205"/>
              <a:gd name="connsiteX119" fmla="*/ 776382 w 12192000"/>
              <a:gd name="connsiteY119" fmla="*/ 2204512 h 2240205"/>
              <a:gd name="connsiteX120" fmla="*/ 597225 w 12192000"/>
              <a:gd name="connsiteY120" fmla="*/ 2180999 h 2240205"/>
              <a:gd name="connsiteX121" fmla="*/ 520671 w 12192000"/>
              <a:gd name="connsiteY121" fmla="*/ 2180980 h 2240205"/>
              <a:gd name="connsiteX122" fmla="*/ 515024 w 12192000"/>
              <a:gd name="connsiteY122" fmla="*/ 2179258 h 2240205"/>
              <a:gd name="connsiteX123" fmla="*/ 413835 w 12192000"/>
              <a:gd name="connsiteY123" fmla="*/ 2156783 h 2240205"/>
              <a:gd name="connsiteX124" fmla="*/ 376513 w 12192000"/>
              <a:gd name="connsiteY124" fmla="*/ 2154014 h 2240205"/>
              <a:gd name="connsiteX125" fmla="*/ 273386 w 12192000"/>
              <a:gd name="connsiteY125" fmla="*/ 2142551 h 2240205"/>
              <a:gd name="connsiteX126" fmla="*/ 77641 w 12192000"/>
              <a:gd name="connsiteY126" fmla="*/ 2126835 h 2240205"/>
              <a:gd name="connsiteX127" fmla="*/ 37645 w 12192000"/>
              <a:gd name="connsiteY127" fmla="*/ 2115401 h 2240205"/>
              <a:gd name="connsiteX128" fmla="*/ 4572 w 12192000"/>
              <a:gd name="connsiteY128" fmla="*/ 2111091 h 2240205"/>
              <a:gd name="connsiteX129" fmla="*/ 0 w 12192000"/>
              <a:gd name="connsiteY129" fmla="*/ 2110468 h 2240205"/>
              <a:gd name="connsiteX130" fmla="*/ 0 w 12192000"/>
              <a:gd name="connsiteY130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649954 w 12192000"/>
              <a:gd name="connsiteY4" fmla="*/ 749628 h 2240205"/>
              <a:gd name="connsiteX5" fmla="*/ 11560424 w 12192000"/>
              <a:gd name="connsiteY5" fmla="*/ 748017 h 2240205"/>
              <a:gd name="connsiteX6" fmla="*/ 11358455 w 12192000"/>
              <a:gd name="connsiteY6" fmla="*/ 747593 h 2240205"/>
              <a:gd name="connsiteX7" fmla="*/ 11165209 w 12192000"/>
              <a:gd name="connsiteY7" fmla="*/ 748852 h 2240205"/>
              <a:gd name="connsiteX8" fmla="*/ 11058755 w 12192000"/>
              <a:gd name="connsiteY8" fmla="*/ 749617 h 2240205"/>
              <a:gd name="connsiteX9" fmla="*/ 10739478 w 12192000"/>
              <a:gd name="connsiteY9" fmla="*/ 776841 h 2240205"/>
              <a:gd name="connsiteX10" fmla="*/ 10458762 w 12192000"/>
              <a:gd name="connsiteY10" fmla="*/ 755400 h 2240205"/>
              <a:gd name="connsiteX11" fmla="*/ 10211200 w 12192000"/>
              <a:gd name="connsiteY11" fmla="*/ 767513 h 2240205"/>
              <a:gd name="connsiteX12" fmla="*/ 10167995 w 12192000"/>
              <a:gd name="connsiteY12" fmla="*/ 760843 h 2240205"/>
              <a:gd name="connsiteX13" fmla="*/ 9997044 w 12192000"/>
              <a:gd name="connsiteY13" fmla="*/ 780129 h 2240205"/>
              <a:gd name="connsiteX14" fmla="*/ 9943887 w 12192000"/>
              <a:gd name="connsiteY14" fmla="*/ 804141 h 2240205"/>
              <a:gd name="connsiteX15" fmla="*/ 9918248 w 12192000"/>
              <a:gd name="connsiteY15" fmla="*/ 816628 h 2240205"/>
              <a:gd name="connsiteX16" fmla="*/ 9767091 w 12192000"/>
              <a:gd name="connsiteY16" fmla="*/ 870550 h 2240205"/>
              <a:gd name="connsiteX17" fmla="*/ 9683005 w 12192000"/>
              <a:gd name="connsiteY17" fmla="*/ 894128 h 2240205"/>
              <a:gd name="connsiteX18" fmla="*/ 9500499 w 12192000"/>
              <a:gd name="connsiteY18" fmla="*/ 954680 h 2240205"/>
              <a:gd name="connsiteX19" fmla="*/ 9410017 w 12192000"/>
              <a:gd name="connsiteY19" fmla="*/ 993931 h 2240205"/>
              <a:gd name="connsiteX20" fmla="*/ 9392919 w 12192000"/>
              <a:gd name="connsiteY20" fmla="*/ 994656 h 2240205"/>
              <a:gd name="connsiteX21" fmla="*/ 9268019 w 12192000"/>
              <a:gd name="connsiteY21" fmla="*/ 1007442 h 2240205"/>
              <a:gd name="connsiteX22" fmla="*/ 9188177 w 12192000"/>
              <a:gd name="connsiteY22" fmla="*/ 1035474 h 2240205"/>
              <a:gd name="connsiteX23" fmla="*/ 9155969 w 12192000"/>
              <a:gd name="connsiteY23" fmla="*/ 1046804 h 2240205"/>
              <a:gd name="connsiteX24" fmla="*/ 9133985 w 12192000"/>
              <a:gd name="connsiteY24" fmla="*/ 1046450 h 2240205"/>
              <a:gd name="connsiteX25" fmla="*/ 9003462 w 12192000"/>
              <a:gd name="connsiteY25" fmla="*/ 1042406 h 2240205"/>
              <a:gd name="connsiteX26" fmla="*/ 8968445 w 12192000"/>
              <a:gd name="connsiteY26" fmla="*/ 1052169 h 2240205"/>
              <a:gd name="connsiteX27" fmla="*/ 8886001 w 12192000"/>
              <a:gd name="connsiteY27" fmla="*/ 1067468 h 2240205"/>
              <a:gd name="connsiteX28" fmla="*/ 8838610 w 12192000"/>
              <a:gd name="connsiteY28" fmla="*/ 1075091 h 2240205"/>
              <a:gd name="connsiteX29" fmla="*/ 8665605 w 12192000"/>
              <a:gd name="connsiteY29" fmla="*/ 1110791 h 2240205"/>
              <a:gd name="connsiteX30" fmla="*/ 8584946 w 12192000"/>
              <a:gd name="connsiteY30" fmla="*/ 1135226 h 2240205"/>
              <a:gd name="connsiteX31" fmla="*/ 8419755 w 12192000"/>
              <a:gd name="connsiteY31" fmla="*/ 1216260 h 2240205"/>
              <a:gd name="connsiteX32" fmla="*/ 8411626 w 12192000"/>
              <a:gd name="connsiteY32" fmla="*/ 1214397 h 2240205"/>
              <a:gd name="connsiteX33" fmla="*/ 8363469 w 12192000"/>
              <a:gd name="connsiteY33" fmla="*/ 1246658 h 2240205"/>
              <a:gd name="connsiteX34" fmla="*/ 8275497 w 12192000"/>
              <a:gd name="connsiteY34" fmla="*/ 1264396 h 2240205"/>
              <a:gd name="connsiteX35" fmla="*/ 8074238 w 12192000"/>
              <a:gd name="connsiteY35" fmla="*/ 1301895 h 2240205"/>
              <a:gd name="connsiteX36" fmla="*/ 7902328 w 12192000"/>
              <a:gd name="connsiteY36" fmla="*/ 1345865 h 2240205"/>
              <a:gd name="connsiteX37" fmla="*/ 7840612 w 12192000"/>
              <a:gd name="connsiteY37" fmla="*/ 1369373 h 2240205"/>
              <a:gd name="connsiteX38" fmla="*/ 7786819 w 12192000"/>
              <a:gd name="connsiteY38" fmla="*/ 1378970 h 2240205"/>
              <a:gd name="connsiteX39" fmla="*/ 7548172 w 12192000"/>
              <a:gd name="connsiteY39" fmla="*/ 1417460 h 2240205"/>
              <a:gd name="connsiteX40" fmla="*/ 7483437 w 12192000"/>
              <a:gd name="connsiteY40" fmla="*/ 1478152 h 2240205"/>
              <a:gd name="connsiteX41" fmla="*/ 7377870 w 12192000"/>
              <a:gd name="connsiteY41" fmla="*/ 1523319 h 2240205"/>
              <a:gd name="connsiteX42" fmla="*/ 7230737 w 12192000"/>
              <a:gd name="connsiteY42" fmla="*/ 1562633 h 2240205"/>
              <a:gd name="connsiteX43" fmla="*/ 7224458 w 12192000"/>
              <a:gd name="connsiteY43" fmla="*/ 1573008 h 2240205"/>
              <a:gd name="connsiteX44" fmla="*/ 7183121 w 12192000"/>
              <a:gd name="connsiteY44" fmla="*/ 1595162 h 2240205"/>
              <a:gd name="connsiteX45" fmla="*/ 7164601 w 12192000"/>
              <a:gd name="connsiteY45" fmla="*/ 1606490 h 2240205"/>
              <a:gd name="connsiteX46" fmla="*/ 6900177 w 12192000"/>
              <a:gd name="connsiteY46" fmla="*/ 1636016 h 2240205"/>
              <a:gd name="connsiteX47" fmla="*/ 6795372 w 12192000"/>
              <a:gd name="connsiteY47" fmla="*/ 1644845 h 2240205"/>
              <a:gd name="connsiteX48" fmla="*/ 6692251 w 12192000"/>
              <a:gd name="connsiteY48" fmla="*/ 1656357 h 2240205"/>
              <a:gd name="connsiteX49" fmla="*/ 6655235 w 12192000"/>
              <a:gd name="connsiteY49" fmla="*/ 1661869 h 2240205"/>
              <a:gd name="connsiteX50" fmla="*/ 6554894 w 12192000"/>
              <a:gd name="connsiteY50" fmla="*/ 1664428 h 2240205"/>
              <a:gd name="connsiteX51" fmla="*/ 6516595 w 12192000"/>
              <a:gd name="connsiteY51" fmla="*/ 1667475 h 2240205"/>
              <a:gd name="connsiteX52" fmla="*/ 6508541 w 12192000"/>
              <a:gd name="connsiteY52" fmla="*/ 1668757 h 2240205"/>
              <a:gd name="connsiteX53" fmla="*/ 6471012 w 12192000"/>
              <a:gd name="connsiteY53" fmla="*/ 1678604 h 2240205"/>
              <a:gd name="connsiteX54" fmla="*/ 6364035 w 12192000"/>
              <a:gd name="connsiteY54" fmla="*/ 1667683 h 2240205"/>
              <a:gd name="connsiteX55" fmla="*/ 6243319 w 12192000"/>
              <a:gd name="connsiteY55" fmla="*/ 1695560 h 2240205"/>
              <a:gd name="connsiteX56" fmla="*/ 6098321 w 12192000"/>
              <a:gd name="connsiteY56" fmla="*/ 1721646 h 2240205"/>
              <a:gd name="connsiteX57" fmla="*/ 5880652 w 12192000"/>
              <a:gd name="connsiteY57" fmla="*/ 1779643 h 2240205"/>
              <a:gd name="connsiteX58" fmla="*/ 5785959 w 12192000"/>
              <a:gd name="connsiteY58" fmla="*/ 1775307 h 2240205"/>
              <a:gd name="connsiteX59" fmla="*/ 5643534 w 12192000"/>
              <a:gd name="connsiteY59" fmla="*/ 1802919 h 2240205"/>
              <a:gd name="connsiteX60" fmla="*/ 5518799 w 12192000"/>
              <a:gd name="connsiteY60" fmla="*/ 1818312 h 2240205"/>
              <a:gd name="connsiteX61" fmla="*/ 5505014 w 12192000"/>
              <a:gd name="connsiteY61" fmla="*/ 1819259 h 2240205"/>
              <a:gd name="connsiteX62" fmla="*/ 5453307 w 12192000"/>
              <a:gd name="connsiteY62" fmla="*/ 1815450 h 2240205"/>
              <a:gd name="connsiteX63" fmla="*/ 5221533 w 12192000"/>
              <a:gd name="connsiteY63" fmla="*/ 1846950 h 2240205"/>
              <a:gd name="connsiteX64" fmla="*/ 5149802 w 12192000"/>
              <a:gd name="connsiteY64" fmla="*/ 1844846 h 2240205"/>
              <a:gd name="connsiteX65" fmla="*/ 5114927 w 12192000"/>
              <a:gd name="connsiteY65" fmla="*/ 1847827 h 2240205"/>
              <a:gd name="connsiteX66" fmla="*/ 5108970 w 12192000"/>
              <a:gd name="connsiteY66" fmla="*/ 1847935 h 2240205"/>
              <a:gd name="connsiteX67" fmla="*/ 5067961 w 12192000"/>
              <a:gd name="connsiteY67" fmla="*/ 1845917 h 2240205"/>
              <a:gd name="connsiteX68" fmla="*/ 5007075 w 12192000"/>
              <a:gd name="connsiteY68" fmla="*/ 1838626 h 2240205"/>
              <a:gd name="connsiteX69" fmla="*/ 4944087 w 12192000"/>
              <a:gd name="connsiteY69" fmla="*/ 1823332 h 2240205"/>
              <a:gd name="connsiteX70" fmla="*/ 4907662 w 12192000"/>
              <a:gd name="connsiteY70" fmla="*/ 1816900 h 2240205"/>
              <a:gd name="connsiteX71" fmla="*/ 4882386 w 12192000"/>
              <a:gd name="connsiteY71" fmla="*/ 1809844 h 2240205"/>
              <a:gd name="connsiteX72" fmla="*/ 4811440 w 12192000"/>
              <a:gd name="connsiteY72" fmla="*/ 1804655 h 2240205"/>
              <a:gd name="connsiteX73" fmla="*/ 4691075 w 12192000"/>
              <a:gd name="connsiteY73" fmla="*/ 1801389 h 2240205"/>
              <a:gd name="connsiteX74" fmla="*/ 4640313 w 12192000"/>
              <a:gd name="connsiteY74" fmla="*/ 1784307 h 2240205"/>
              <a:gd name="connsiteX75" fmla="*/ 4536503 w 12192000"/>
              <a:gd name="connsiteY75" fmla="*/ 1785334 h 2240205"/>
              <a:gd name="connsiteX76" fmla="*/ 4513724 w 12192000"/>
              <a:gd name="connsiteY76" fmla="*/ 1791996 h 2240205"/>
              <a:gd name="connsiteX77" fmla="*/ 4459810 w 12192000"/>
              <a:gd name="connsiteY77" fmla="*/ 1797886 h 2240205"/>
              <a:gd name="connsiteX78" fmla="*/ 4379064 w 12192000"/>
              <a:gd name="connsiteY78" fmla="*/ 1817177 h 2240205"/>
              <a:gd name="connsiteX79" fmla="*/ 4290981 w 12192000"/>
              <a:gd name="connsiteY79" fmla="*/ 1839677 h 2240205"/>
              <a:gd name="connsiteX80" fmla="*/ 4238372 w 12192000"/>
              <a:gd name="connsiteY80" fmla="*/ 1851480 h 2240205"/>
              <a:gd name="connsiteX81" fmla="*/ 4232517 w 12192000"/>
              <a:gd name="connsiteY81" fmla="*/ 1852567 h 2240205"/>
              <a:gd name="connsiteX82" fmla="*/ 4191732 w 12192000"/>
              <a:gd name="connsiteY82" fmla="*/ 1857328 h 2240205"/>
              <a:gd name="connsiteX83" fmla="*/ 4065532 w 12192000"/>
              <a:gd name="connsiteY83" fmla="*/ 1855477 h 2240205"/>
              <a:gd name="connsiteX84" fmla="*/ 4028460 w 12192000"/>
              <a:gd name="connsiteY84" fmla="*/ 1855137 h 2240205"/>
              <a:gd name="connsiteX85" fmla="*/ 4002267 w 12192000"/>
              <a:gd name="connsiteY85" fmla="*/ 1852352 h 2240205"/>
              <a:gd name="connsiteX86" fmla="*/ 3931396 w 12192000"/>
              <a:gd name="connsiteY86" fmla="*/ 1858915 h 2240205"/>
              <a:gd name="connsiteX87" fmla="*/ 3812162 w 12192000"/>
              <a:gd name="connsiteY87" fmla="*/ 1875501 h 2240205"/>
              <a:gd name="connsiteX88" fmla="*/ 3758105 w 12192000"/>
              <a:gd name="connsiteY88" fmla="*/ 1871856 h 2240205"/>
              <a:gd name="connsiteX89" fmla="*/ 3567259 w 12192000"/>
              <a:gd name="connsiteY89" fmla="*/ 1893482 h 2240205"/>
              <a:gd name="connsiteX90" fmla="*/ 3405770 w 12192000"/>
              <a:gd name="connsiteY90" fmla="*/ 1904591 h 2240205"/>
              <a:gd name="connsiteX91" fmla="*/ 3280097 w 12192000"/>
              <a:gd name="connsiteY91" fmla="*/ 1919610 h 2240205"/>
              <a:gd name="connsiteX92" fmla="*/ 3009910 w 12192000"/>
              <a:gd name="connsiteY92" fmla="*/ 1957866 h 2240205"/>
              <a:gd name="connsiteX93" fmla="*/ 2995934 w 12192000"/>
              <a:gd name="connsiteY93" fmla="*/ 1967085 h 2240205"/>
              <a:gd name="connsiteX94" fmla="*/ 2942858 w 12192000"/>
              <a:gd name="connsiteY94" fmla="*/ 1981367 h 2240205"/>
              <a:gd name="connsiteX95" fmla="*/ 2875436 w 12192000"/>
              <a:gd name="connsiteY95" fmla="*/ 1996977 h 2240205"/>
              <a:gd name="connsiteX96" fmla="*/ 2874892 w 12192000"/>
              <a:gd name="connsiteY96" fmla="*/ 1996085 h 2240205"/>
              <a:gd name="connsiteX97" fmla="*/ 2843662 w 12192000"/>
              <a:gd name="connsiteY97" fmla="*/ 1992498 h 2240205"/>
              <a:gd name="connsiteX98" fmla="*/ 2718916 w 12192000"/>
              <a:gd name="connsiteY98" fmla="*/ 1990867 h 2240205"/>
              <a:gd name="connsiteX99" fmla="*/ 2713522 w 12192000"/>
              <a:gd name="connsiteY99" fmla="*/ 1990173 h 2240205"/>
              <a:gd name="connsiteX100" fmla="*/ 2476147 w 12192000"/>
              <a:gd name="connsiteY100" fmla="*/ 1998305 h 2240205"/>
              <a:gd name="connsiteX101" fmla="*/ 2373568 w 12192000"/>
              <a:gd name="connsiteY101" fmla="*/ 2003219 h 2240205"/>
              <a:gd name="connsiteX102" fmla="*/ 2287219 w 12192000"/>
              <a:gd name="connsiteY102" fmla="*/ 1998750 h 2240205"/>
              <a:gd name="connsiteX103" fmla="*/ 2243069 w 12192000"/>
              <a:gd name="connsiteY103" fmla="*/ 2005321 h 2240205"/>
              <a:gd name="connsiteX104" fmla="*/ 2164831 w 12192000"/>
              <a:gd name="connsiteY104" fmla="*/ 2010143 h 2240205"/>
              <a:gd name="connsiteX105" fmla="*/ 2085228 w 12192000"/>
              <a:gd name="connsiteY105" fmla="*/ 2046431 h 2240205"/>
              <a:gd name="connsiteX106" fmla="*/ 2058061 w 12192000"/>
              <a:gd name="connsiteY106" fmla="*/ 2047942 h 2240205"/>
              <a:gd name="connsiteX107" fmla="*/ 2042244 w 12192000"/>
              <a:gd name="connsiteY107" fmla="*/ 2055560 h 2240205"/>
              <a:gd name="connsiteX108" fmla="*/ 1877728 w 12192000"/>
              <a:gd name="connsiteY108" fmla="*/ 2101004 h 2240205"/>
              <a:gd name="connsiteX109" fmla="*/ 1759056 w 12192000"/>
              <a:gd name="connsiteY109" fmla="*/ 2125608 h 2240205"/>
              <a:gd name="connsiteX110" fmla="*/ 1637948 w 12192000"/>
              <a:gd name="connsiteY110" fmla="*/ 2172597 h 2240205"/>
              <a:gd name="connsiteX111" fmla="*/ 1434549 w 12192000"/>
              <a:gd name="connsiteY111" fmla="*/ 2234522 h 2240205"/>
              <a:gd name="connsiteX112" fmla="*/ 1370962 w 12192000"/>
              <a:gd name="connsiteY112" fmla="*/ 2237474 h 2240205"/>
              <a:gd name="connsiteX113" fmla="*/ 1356367 w 12192000"/>
              <a:gd name="connsiteY113" fmla="*/ 2235089 h 2240205"/>
              <a:gd name="connsiteX114" fmla="*/ 1279765 w 12192000"/>
              <a:gd name="connsiteY114" fmla="*/ 2229639 h 2240205"/>
              <a:gd name="connsiteX115" fmla="*/ 1195347 w 12192000"/>
              <a:gd name="connsiteY115" fmla="*/ 2212354 h 2240205"/>
              <a:gd name="connsiteX116" fmla="*/ 970251 w 12192000"/>
              <a:gd name="connsiteY116" fmla="*/ 2221029 h 2240205"/>
              <a:gd name="connsiteX117" fmla="*/ 812914 w 12192000"/>
              <a:gd name="connsiteY117" fmla="*/ 2210095 h 2240205"/>
              <a:gd name="connsiteX118" fmla="*/ 776382 w 12192000"/>
              <a:gd name="connsiteY118" fmla="*/ 2204512 h 2240205"/>
              <a:gd name="connsiteX119" fmla="*/ 597225 w 12192000"/>
              <a:gd name="connsiteY119" fmla="*/ 2180999 h 2240205"/>
              <a:gd name="connsiteX120" fmla="*/ 520671 w 12192000"/>
              <a:gd name="connsiteY120" fmla="*/ 2180980 h 2240205"/>
              <a:gd name="connsiteX121" fmla="*/ 515024 w 12192000"/>
              <a:gd name="connsiteY121" fmla="*/ 2179258 h 2240205"/>
              <a:gd name="connsiteX122" fmla="*/ 413835 w 12192000"/>
              <a:gd name="connsiteY122" fmla="*/ 2156783 h 2240205"/>
              <a:gd name="connsiteX123" fmla="*/ 376513 w 12192000"/>
              <a:gd name="connsiteY123" fmla="*/ 2154014 h 2240205"/>
              <a:gd name="connsiteX124" fmla="*/ 273386 w 12192000"/>
              <a:gd name="connsiteY124" fmla="*/ 2142551 h 2240205"/>
              <a:gd name="connsiteX125" fmla="*/ 77641 w 12192000"/>
              <a:gd name="connsiteY125" fmla="*/ 2126835 h 2240205"/>
              <a:gd name="connsiteX126" fmla="*/ 37645 w 12192000"/>
              <a:gd name="connsiteY126" fmla="*/ 2115401 h 2240205"/>
              <a:gd name="connsiteX127" fmla="*/ 4572 w 12192000"/>
              <a:gd name="connsiteY127" fmla="*/ 2111091 h 2240205"/>
              <a:gd name="connsiteX128" fmla="*/ 0 w 12192000"/>
              <a:gd name="connsiteY128" fmla="*/ 2110468 h 2240205"/>
              <a:gd name="connsiteX129" fmla="*/ 0 w 12192000"/>
              <a:gd name="connsiteY129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649954 w 12192000"/>
              <a:gd name="connsiteY4" fmla="*/ 749628 h 2240205"/>
              <a:gd name="connsiteX5" fmla="*/ 11560424 w 12192000"/>
              <a:gd name="connsiteY5" fmla="*/ 748017 h 2240205"/>
              <a:gd name="connsiteX6" fmla="*/ 11358455 w 12192000"/>
              <a:gd name="connsiteY6" fmla="*/ 747593 h 2240205"/>
              <a:gd name="connsiteX7" fmla="*/ 11165209 w 12192000"/>
              <a:gd name="connsiteY7" fmla="*/ 748852 h 2240205"/>
              <a:gd name="connsiteX8" fmla="*/ 11058755 w 12192000"/>
              <a:gd name="connsiteY8" fmla="*/ 749617 h 2240205"/>
              <a:gd name="connsiteX9" fmla="*/ 10803046 w 12192000"/>
              <a:gd name="connsiteY9" fmla="*/ 774328 h 2240205"/>
              <a:gd name="connsiteX10" fmla="*/ 10458762 w 12192000"/>
              <a:gd name="connsiteY10" fmla="*/ 755400 h 2240205"/>
              <a:gd name="connsiteX11" fmla="*/ 10211200 w 12192000"/>
              <a:gd name="connsiteY11" fmla="*/ 767513 h 2240205"/>
              <a:gd name="connsiteX12" fmla="*/ 10167995 w 12192000"/>
              <a:gd name="connsiteY12" fmla="*/ 760843 h 2240205"/>
              <a:gd name="connsiteX13" fmla="*/ 9997044 w 12192000"/>
              <a:gd name="connsiteY13" fmla="*/ 780129 h 2240205"/>
              <a:gd name="connsiteX14" fmla="*/ 9943887 w 12192000"/>
              <a:gd name="connsiteY14" fmla="*/ 804141 h 2240205"/>
              <a:gd name="connsiteX15" fmla="*/ 9918248 w 12192000"/>
              <a:gd name="connsiteY15" fmla="*/ 816628 h 2240205"/>
              <a:gd name="connsiteX16" fmla="*/ 9767091 w 12192000"/>
              <a:gd name="connsiteY16" fmla="*/ 870550 h 2240205"/>
              <a:gd name="connsiteX17" fmla="*/ 9683005 w 12192000"/>
              <a:gd name="connsiteY17" fmla="*/ 894128 h 2240205"/>
              <a:gd name="connsiteX18" fmla="*/ 9500499 w 12192000"/>
              <a:gd name="connsiteY18" fmla="*/ 954680 h 2240205"/>
              <a:gd name="connsiteX19" fmla="*/ 9410017 w 12192000"/>
              <a:gd name="connsiteY19" fmla="*/ 993931 h 2240205"/>
              <a:gd name="connsiteX20" fmla="*/ 9392919 w 12192000"/>
              <a:gd name="connsiteY20" fmla="*/ 994656 h 2240205"/>
              <a:gd name="connsiteX21" fmla="*/ 9268019 w 12192000"/>
              <a:gd name="connsiteY21" fmla="*/ 1007442 h 2240205"/>
              <a:gd name="connsiteX22" fmla="*/ 9188177 w 12192000"/>
              <a:gd name="connsiteY22" fmla="*/ 1035474 h 2240205"/>
              <a:gd name="connsiteX23" fmla="*/ 9155969 w 12192000"/>
              <a:gd name="connsiteY23" fmla="*/ 1046804 h 2240205"/>
              <a:gd name="connsiteX24" fmla="*/ 9133985 w 12192000"/>
              <a:gd name="connsiteY24" fmla="*/ 1046450 h 2240205"/>
              <a:gd name="connsiteX25" fmla="*/ 9003462 w 12192000"/>
              <a:gd name="connsiteY25" fmla="*/ 1042406 h 2240205"/>
              <a:gd name="connsiteX26" fmla="*/ 8968445 w 12192000"/>
              <a:gd name="connsiteY26" fmla="*/ 1052169 h 2240205"/>
              <a:gd name="connsiteX27" fmla="*/ 8886001 w 12192000"/>
              <a:gd name="connsiteY27" fmla="*/ 1067468 h 2240205"/>
              <a:gd name="connsiteX28" fmla="*/ 8838610 w 12192000"/>
              <a:gd name="connsiteY28" fmla="*/ 1075091 h 2240205"/>
              <a:gd name="connsiteX29" fmla="*/ 8665605 w 12192000"/>
              <a:gd name="connsiteY29" fmla="*/ 1110791 h 2240205"/>
              <a:gd name="connsiteX30" fmla="*/ 8584946 w 12192000"/>
              <a:gd name="connsiteY30" fmla="*/ 1135226 h 2240205"/>
              <a:gd name="connsiteX31" fmla="*/ 8419755 w 12192000"/>
              <a:gd name="connsiteY31" fmla="*/ 1216260 h 2240205"/>
              <a:gd name="connsiteX32" fmla="*/ 8411626 w 12192000"/>
              <a:gd name="connsiteY32" fmla="*/ 1214397 h 2240205"/>
              <a:gd name="connsiteX33" fmla="*/ 8363469 w 12192000"/>
              <a:gd name="connsiteY33" fmla="*/ 1246658 h 2240205"/>
              <a:gd name="connsiteX34" fmla="*/ 8275497 w 12192000"/>
              <a:gd name="connsiteY34" fmla="*/ 1264396 h 2240205"/>
              <a:gd name="connsiteX35" fmla="*/ 8074238 w 12192000"/>
              <a:gd name="connsiteY35" fmla="*/ 1301895 h 2240205"/>
              <a:gd name="connsiteX36" fmla="*/ 7902328 w 12192000"/>
              <a:gd name="connsiteY36" fmla="*/ 1345865 h 2240205"/>
              <a:gd name="connsiteX37" fmla="*/ 7840612 w 12192000"/>
              <a:gd name="connsiteY37" fmla="*/ 1369373 h 2240205"/>
              <a:gd name="connsiteX38" fmla="*/ 7786819 w 12192000"/>
              <a:gd name="connsiteY38" fmla="*/ 1378970 h 2240205"/>
              <a:gd name="connsiteX39" fmla="*/ 7548172 w 12192000"/>
              <a:gd name="connsiteY39" fmla="*/ 1417460 h 2240205"/>
              <a:gd name="connsiteX40" fmla="*/ 7483437 w 12192000"/>
              <a:gd name="connsiteY40" fmla="*/ 1478152 h 2240205"/>
              <a:gd name="connsiteX41" fmla="*/ 7377870 w 12192000"/>
              <a:gd name="connsiteY41" fmla="*/ 1523319 h 2240205"/>
              <a:gd name="connsiteX42" fmla="*/ 7230737 w 12192000"/>
              <a:gd name="connsiteY42" fmla="*/ 1562633 h 2240205"/>
              <a:gd name="connsiteX43" fmla="*/ 7224458 w 12192000"/>
              <a:gd name="connsiteY43" fmla="*/ 1573008 h 2240205"/>
              <a:gd name="connsiteX44" fmla="*/ 7183121 w 12192000"/>
              <a:gd name="connsiteY44" fmla="*/ 1595162 h 2240205"/>
              <a:gd name="connsiteX45" fmla="*/ 7164601 w 12192000"/>
              <a:gd name="connsiteY45" fmla="*/ 1606490 h 2240205"/>
              <a:gd name="connsiteX46" fmla="*/ 6900177 w 12192000"/>
              <a:gd name="connsiteY46" fmla="*/ 1636016 h 2240205"/>
              <a:gd name="connsiteX47" fmla="*/ 6795372 w 12192000"/>
              <a:gd name="connsiteY47" fmla="*/ 1644845 h 2240205"/>
              <a:gd name="connsiteX48" fmla="*/ 6692251 w 12192000"/>
              <a:gd name="connsiteY48" fmla="*/ 1656357 h 2240205"/>
              <a:gd name="connsiteX49" fmla="*/ 6655235 w 12192000"/>
              <a:gd name="connsiteY49" fmla="*/ 1661869 h 2240205"/>
              <a:gd name="connsiteX50" fmla="*/ 6554894 w 12192000"/>
              <a:gd name="connsiteY50" fmla="*/ 1664428 h 2240205"/>
              <a:gd name="connsiteX51" fmla="*/ 6516595 w 12192000"/>
              <a:gd name="connsiteY51" fmla="*/ 1667475 h 2240205"/>
              <a:gd name="connsiteX52" fmla="*/ 6508541 w 12192000"/>
              <a:gd name="connsiteY52" fmla="*/ 1668757 h 2240205"/>
              <a:gd name="connsiteX53" fmla="*/ 6471012 w 12192000"/>
              <a:gd name="connsiteY53" fmla="*/ 1678604 h 2240205"/>
              <a:gd name="connsiteX54" fmla="*/ 6364035 w 12192000"/>
              <a:gd name="connsiteY54" fmla="*/ 1667683 h 2240205"/>
              <a:gd name="connsiteX55" fmla="*/ 6243319 w 12192000"/>
              <a:gd name="connsiteY55" fmla="*/ 1695560 h 2240205"/>
              <a:gd name="connsiteX56" fmla="*/ 6098321 w 12192000"/>
              <a:gd name="connsiteY56" fmla="*/ 1721646 h 2240205"/>
              <a:gd name="connsiteX57" fmla="*/ 5880652 w 12192000"/>
              <a:gd name="connsiteY57" fmla="*/ 1779643 h 2240205"/>
              <a:gd name="connsiteX58" fmla="*/ 5785959 w 12192000"/>
              <a:gd name="connsiteY58" fmla="*/ 1775307 h 2240205"/>
              <a:gd name="connsiteX59" fmla="*/ 5643534 w 12192000"/>
              <a:gd name="connsiteY59" fmla="*/ 1802919 h 2240205"/>
              <a:gd name="connsiteX60" fmla="*/ 5518799 w 12192000"/>
              <a:gd name="connsiteY60" fmla="*/ 1818312 h 2240205"/>
              <a:gd name="connsiteX61" fmla="*/ 5505014 w 12192000"/>
              <a:gd name="connsiteY61" fmla="*/ 1819259 h 2240205"/>
              <a:gd name="connsiteX62" fmla="*/ 5453307 w 12192000"/>
              <a:gd name="connsiteY62" fmla="*/ 1815450 h 2240205"/>
              <a:gd name="connsiteX63" fmla="*/ 5221533 w 12192000"/>
              <a:gd name="connsiteY63" fmla="*/ 1846950 h 2240205"/>
              <a:gd name="connsiteX64" fmla="*/ 5149802 w 12192000"/>
              <a:gd name="connsiteY64" fmla="*/ 1844846 h 2240205"/>
              <a:gd name="connsiteX65" fmla="*/ 5114927 w 12192000"/>
              <a:gd name="connsiteY65" fmla="*/ 1847827 h 2240205"/>
              <a:gd name="connsiteX66" fmla="*/ 5108970 w 12192000"/>
              <a:gd name="connsiteY66" fmla="*/ 1847935 h 2240205"/>
              <a:gd name="connsiteX67" fmla="*/ 5067961 w 12192000"/>
              <a:gd name="connsiteY67" fmla="*/ 1845917 h 2240205"/>
              <a:gd name="connsiteX68" fmla="*/ 5007075 w 12192000"/>
              <a:gd name="connsiteY68" fmla="*/ 1838626 h 2240205"/>
              <a:gd name="connsiteX69" fmla="*/ 4944087 w 12192000"/>
              <a:gd name="connsiteY69" fmla="*/ 1823332 h 2240205"/>
              <a:gd name="connsiteX70" fmla="*/ 4907662 w 12192000"/>
              <a:gd name="connsiteY70" fmla="*/ 1816900 h 2240205"/>
              <a:gd name="connsiteX71" fmla="*/ 4882386 w 12192000"/>
              <a:gd name="connsiteY71" fmla="*/ 1809844 h 2240205"/>
              <a:gd name="connsiteX72" fmla="*/ 4811440 w 12192000"/>
              <a:gd name="connsiteY72" fmla="*/ 1804655 h 2240205"/>
              <a:gd name="connsiteX73" fmla="*/ 4691075 w 12192000"/>
              <a:gd name="connsiteY73" fmla="*/ 1801389 h 2240205"/>
              <a:gd name="connsiteX74" fmla="*/ 4640313 w 12192000"/>
              <a:gd name="connsiteY74" fmla="*/ 1784307 h 2240205"/>
              <a:gd name="connsiteX75" fmla="*/ 4536503 w 12192000"/>
              <a:gd name="connsiteY75" fmla="*/ 1785334 h 2240205"/>
              <a:gd name="connsiteX76" fmla="*/ 4513724 w 12192000"/>
              <a:gd name="connsiteY76" fmla="*/ 1791996 h 2240205"/>
              <a:gd name="connsiteX77" fmla="*/ 4459810 w 12192000"/>
              <a:gd name="connsiteY77" fmla="*/ 1797886 h 2240205"/>
              <a:gd name="connsiteX78" fmla="*/ 4379064 w 12192000"/>
              <a:gd name="connsiteY78" fmla="*/ 1817177 h 2240205"/>
              <a:gd name="connsiteX79" fmla="*/ 4290981 w 12192000"/>
              <a:gd name="connsiteY79" fmla="*/ 1839677 h 2240205"/>
              <a:gd name="connsiteX80" fmla="*/ 4238372 w 12192000"/>
              <a:gd name="connsiteY80" fmla="*/ 1851480 h 2240205"/>
              <a:gd name="connsiteX81" fmla="*/ 4232517 w 12192000"/>
              <a:gd name="connsiteY81" fmla="*/ 1852567 h 2240205"/>
              <a:gd name="connsiteX82" fmla="*/ 4191732 w 12192000"/>
              <a:gd name="connsiteY82" fmla="*/ 1857328 h 2240205"/>
              <a:gd name="connsiteX83" fmla="*/ 4065532 w 12192000"/>
              <a:gd name="connsiteY83" fmla="*/ 1855477 h 2240205"/>
              <a:gd name="connsiteX84" fmla="*/ 4028460 w 12192000"/>
              <a:gd name="connsiteY84" fmla="*/ 1855137 h 2240205"/>
              <a:gd name="connsiteX85" fmla="*/ 4002267 w 12192000"/>
              <a:gd name="connsiteY85" fmla="*/ 1852352 h 2240205"/>
              <a:gd name="connsiteX86" fmla="*/ 3931396 w 12192000"/>
              <a:gd name="connsiteY86" fmla="*/ 1858915 h 2240205"/>
              <a:gd name="connsiteX87" fmla="*/ 3812162 w 12192000"/>
              <a:gd name="connsiteY87" fmla="*/ 1875501 h 2240205"/>
              <a:gd name="connsiteX88" fmla="*/ 3758105 w 12192000"/>
              <a:gd name="connsiteY88" fmla="*/ 1871856 h 2240205"/>
              <a:gd name="connsiteX89" fmla="*/ 3567259 w 12192000"/>
              <a:gd name="connsiteY89" fmla="*/ 1893482 h 2240205"/>
              <a:gd name="connsiteX90" fmla="*/ 3405770 w 12192000"/>
              <a:gd name="connsiteY90" fmla="*/ 1904591 h 2240205"/>
              <a:gd name="connsiteX91" fmla="*/ 3280097 w 12192000"/>
              <a:gd name="connsiteY91" fmla="*/ 1919610 h 2240205"/>
              <a:gd name="connsiteX92" fmla="*/ 3009910 w 12192000"/>
              <a:gd name="connsiteY92" fmla="*/ 1957866 h 2240205"/>
              <a:gd name="connsiteX93" fmla="*/ 2995934 w 12192000"/>
              <a:gd name="connsiteY93" fmla="*/ 1967085 h 2240205"/>
              <a:gd name="connsiteX94" fmla="*/ 2942858 w 12192000"/>
              <a:gd name="connsiteY94" fmla="*/ 1981367 h 2240205"/>
              <a:gd name="connsiteX95" fmla="*/ 2875436 w 12192000"/>
              <a:gd name="connsiteY95" fmla="*/ 1996977 h 2240205"/>
              <a:gd name="connsiteX96" fmla="*/ 2874892 w 12192000"/>
              <a:gd name="connsiteY96" fmla="*/ 1996085 h 2240205"/>
              <a:gd name="connsiteX97" fmla="*/ 2843662 w 12192000"/>
              <a:gd name="connsiteY97" fmla="*/ 1992498 h 2240205"/>
              <a:gd name="connsiteX98" fmla="*/ 2718916 w 12192000"/>
              <a:gd name="connsiteY98" fmla="*/ 1990867 h 2240205"/>
              <a:gd name="connsiteX99" fmla="*/ 2713522 w 12192000"/>
              <a:gd name="connsiteY99" fmla="*/ 1990173 h 2240205"/>
              <a:gd name="connsiteX100" fmla="*/ 2476147 w 12192000"/>
              <a:gd name="connsiteY100" fmla="*/ 1998305 h 2240205"/>
              <a:gd name="connsiteX101" fmla="*/ 2373568 w 12192000"/>
              <a:gd name="connsiteY101" fmla="*/ 2003219 h 2240205"/>
              <a:gd name="connsiteX102" fmla="*/ 2287219 w 12192000"/>
              <a:gd name="connsiteY102" fmla="*/ 1998750 h 2240205"/>
              <a:gd name="connsiteX103" fmla="*/ 2243069 w 12192000"/>
              <a:gd name="connsiteY103" fmla="*/ 2005321 h 2240205"/>
              <a:gd name="connsiteX104" fmla="*/ 2164831 w 12192000"/>
              <a:gd name="connsiteY104" fmla="*/ 2010143 h 2240205"/>
              <a:gd name="connsiteX105" fmla="*/ 2085228 w 12192000"/>
              <a:gd name="connsiteY105" fmla="*/ 2046431 h 2240205"/>
              <a:gd name="connsiteX106" fmla="*/ 2058061 w 12192000"/>
              <a:gd name="connsiteY106" fmla="*/ 2047942 h 2240205"/>
              <a:gd name="connsiteX107" fmla="*/ 2042244 w 12192000"/>
              <a:gd name="connsiteY107" fmla="*/ 2055560 h 2240205"/>
              <a:gd name="connsiteX108" fmla="*/ 1877728 w 12192000"/>
              <a:gd name="connsiteY108" fmla="*/ 2101004 h 2240205"/>
              <a:gd name="connsiteX109" fmla="*/ 1759056 w 12192000"/>
              <a:gd name="connsiteY109" fmla="*/ 2125608 h 2240205"/>
              <a:gd name="connsiteX110" fmla="*/ 1637948 w 12192000"/>
              <a:gd name="connsiteY110" fmla="*/ 2172597 h 2240205"/>
              <a:gd name="connsiteX111" fmla="*/ 1434549 w 12192000"/>
              <a:gd name="connsiteY111" fmla="*/ 2234522 h 2240205"/>
              <a:gd name="connsiteX112" fmla="*/ 1370962 w 12192000"/>
              <a:gd name="connsiteY112" fmla="*/ 2237474 h 2240205"/>
              <a:gd name="connsiteX113" fmla="*/ 1356367 w 12192000"/>
              <a:gd name="connsiteY113" fmla="*/ 2235089 h 2240205"/>
              <a:gd name="connsiteX114" fmla="*/ 1279765 w 12192000"/>
              <a:gd name="connsiteY114" fmla="*/ 2229639 h 2240205"/>
              <a:gd name="connsiteX115" fmla="*/ 1195347 w 12192000"/>
              <a:gd name="connsiteY115" fmla="*/ 2212354 h 2240205"/>
              <a:gd name="connsiteX116" fmla="*/ 970251 w 12192000"/>
              <a:gd name="connsiteY116" fmla="*/ 2221029 h 2240205"/>
              <a:gd name="connsiteX117" fmla="*/ 812914 w 12192000"/>
              <a:gd name="connsiteY117" fmla="*/ 2210095 h 2240205"/>
              <a:gd name="connsiteX118" fmla="*/ 776382 w 12192000"/>
              <a:gd name="connsiteY118" fmla="*/ 2204512 h 2240205"/>
              <a:gd name="connsiteX119" fmla="*/ 597225 w 12192000"/>
              <a:gd name="connsiteY119" fmla="*/ 2180999 h 2240205"/>
              <a:gd name="connsiteX120" fmla="*/ 520671 w 12192000"/>
              <a:gd name="connsiteY120" fmla="*/ 2180980 h 2240205"/>
              <a:gd name="connsiteX121" fmla="*/ 515024 w 12192000"/>
              <a:gd name="connsiteY121" fmla="*/ 2179258 h 2240205"/>
              <a:gd name="connsiteX122" fmla="*/ 413835 w 12192000"/>
              <a:gd name="connsiteY122" fmla="*/ 2156783 h 2240205"/>
              <a:gd name="connsiteX123" fmla="*/ 376513 w 12192000"/>
              <a:gd name="connsiteY123" fmla="*/ 2154014 h 2240205"/>
              <a:gd name="connsiteX124" fmla="*/ 273386 w 12192000"/>
              <a:gd name="connsiteY124" fmla="*/ 2142551 h 2240205"/>
              <a:gd name="connsiteX125" fmla="*/ 77641 w 12192000"/>
              <a:gd name="connsiteY125" fmla="*/ 2126835 h 2240205"/>
              <a:gd name="connsiteX126" fmla="*/ 37645 w 12192000"/>
              <a:gd name="connsiteY126" fmla="*/ 2115401 h 2240205"/>
              <a:gd name="connsiteX127" fmla="*/ 4572 w 12192000"/>
              <a:gd name="connsiteY127" fmla="*/ 2111091 h 2240205"/>
              <a:gd name="connsiteX128" fmla="*/ 0 w 12192000"/>
              <a:gd name="connsiteY128" fmla="*/ 2110468 h 2240205"/>
              <a:gd name="connsiteX129" fmla="*/ 0 w 12192000"/>
              <a:gd name="connsiteY129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649954 w 12192000"/>
              <a:gd name="connsiteY4" fmla="*/ 749628 h 2240205"/>
              <a:gd name="connsiteX5" fmla="*/ 11560424 w 12192000"/>
              <a:gd name="connsiteY5" fmla="*/ 748017 h 2240205"/>
              <a:gd name="connsiteX6" fmla="*/ 11358455 w 12192000"/>
              <a:gd name="connsiteY6" fmla="*/ 747593 h 2240205"/>
              <a:gd name="connsiteX7" fmla="*/ 11165209 w 12192000"/>
              <a:gd name="connsiteY7" fmla="*/ 748852 h 2240205"/>
              <a:gd name="connsiteX8" fmla="*/ 11058755 w 12192000"/>
              <a:gd name="connsiteY8" fmla="*/ 749617 h 2240205"/>
              <a:gd name="connsiteX9" fmla="*/ 10803046 w 12192000"/>
              <a:gd name="connsiteY9" fmla="*/ 774328 h 2240205"/>
              <a:gd name="connsiteX10" fmla="*/ 10458762 w 12192000"/>
              <a:gd name="connsiteY10" fmla="*/ 755400 h 2240205"/>
              <a:gd name="connsiteX11" fmla="*/ 10211200 w 12192000"/>
              <a:gd name="connsiteY11" fmla="*/ 767513 h 2240205"/>
              <a:gd name="connsiteX12" fmla="*/ 10167995 w 12192000"/>
              <a:gd name="connsiteY12" fmla="*/ 760843 h 2240205"/>
              <a:gd name="connsiteX13" fmla="*/ 9997044 w 12192000"/>
              <a:gd name="connsiteY13" fmla="*/ 780129 h 2240205"/>
              <a:gd name="connsiteX14" fmla="*/ 9943887 w 12192000"/>
              <a:gd name="connsiteY14" fmla="*/ 804141 h 2240205"/>
              <a:gd name="connsiteX15" fmla="*/ 9918248 w 12192000"/>
              <a:gd name="connsiteY15" fmla="*/ 816628 h 2240205"/>
              <a:gd name="connsiteX16" fmla="*/ 9767091 w 12192000"/>
              <a:gd name="connsiteY16" fmla="*/ 870550 h 2240205"/>
              <a:gd name="connsiteX17" fmla="*/ 9683005 w 12192000"/>
              <a:gd name="connsiteY17" fmla="*/ 894128 h 2240205"/>
              <a:gd name="connsiteX18" fmla="*/ 9500499 w 12192000"/>
              <a:gd name="connsiteY18" fmla="*/ 954680 h 2240205"/>
              <a:gd name="connsiteX19" fmla="*/ 9410017 w 12192000"/>
              <a:gd name="connsiteY19" fmla="*/ 993931 h 2240205"/>
              <a:gd name="connsiteX20" fmla="*/ 9392919 w 12192000"/>
              <a:gd name="connsiteY20" fmla="*/ 994656 h 2240205"/>
              <a:gd name="connsiteX21" fmla="*/ 9268019 w 12192000"/>
              <a:gd name="connsiteY21" fmla="*/ 1007442 h 2240205"/>
              <a:gd name="connsiteX22" fmla="*/ 9188177 w 12192000"/>
              <a:gd name="connsiteY22" fmla="*/ 1035474 h 2240205"/>
              <a:gd name="connsiteX23" fmla="*/ 9155969 w 12192000"/>
              <a:gd name="connsiteY23" fmla="*/ 1046804 h 2240205"/>
              <a:gd name="connsiteX24" fmla="*/ 9133985 w 12192000"/>
              <a:gd name="connsiteY24" fmla="*/ 1046450 h 2240205"/>
              <a:gd name="connsiteX25" fmla="*/ 9003462 w 12192000"/>
              <a:gd name="connsiteY25" fmla="*/ 1042406 h 2240205"/>
              <a:gd name="connsiteX26" fmla="*/ 8968445 w 12192000"/>
              <a:gd name="connsiteY26" fmla="*/ 1052169 h 2240205"/>
              <a:gd name="connsiteX27" fmla="*/ 8886001 w 12192000"/>
              <a:gd name="connsiteY27" fmla="*/ 1067468 h 2240205"/>
              <a:gd name="connsiteX28" fmla="*/ 8838610 w 12192000"/>
              <a:gd name="connsiteY28" fmla="*/ 1075091 h 2240205"/>
              <a:gd name="connsiteX29" fmla="*/ 8665605 w 12192000"/>
              <a:gd name="connsiteY29" fmla="*/ 1110791 h 2240205"/>
              <a:gd name="connsiteX30" fmla="*/ 8584946 w 12192000"/>
              <a:gd name="connsiteY30" fmla="*/ 1135226 h 2240205"/>
              <a:gd name="connsiteX31" fmla="*/ 8419755 w 12192000"/>
              <a:gd name="connsiteY31" fmla="*/ 1216260 h 2240205"/>
              <a:gd name="connsiteX32" fmla="*/ 8411626 w 12192000"/>
              <a:gd name="connsiteY32" fmla="*/ 1214397 h 2240205"/>
              <a:gd name="connsiteX33" fmla="*/ 8363469 w 12192000"/>
              <a:gd name="connsiteY33" fmla="*/ 1246658 h 2240205"/>
              <a:gd name="connsiteX34" fmla="*/ 8275497 w 12192000"/>
              <a:gd name="connsiteY34" fmla="*/ 1264396 h 2240205"/>
              <a:gd name="connsiteX35" fmla="*/ 8074238 w 12192000"/>
              <a:gd name="connsiteY35" fmla="*/ 1301895 h 2240205"/>
              <a:gd name="connsiteX36" fmla="*/ 7902328 w 12192000"/>
              <a:gd name="connsiteY36" fmla="*/ 1345865 h 2240205"/>
              <a:gd name="connsiteX37" fmla="*/ 7840612 w 12192000"/>
              <a:gd name="connsiteY37" fmla="*/ 1369373 h 2240205"/>
              <a:gd name="connsiteX38" fmla="*/ 7786819 w 12192000"/>
              <a:gd name="connsiteY38" fmla="*/ 1378970 h 2240205"/>
              <a:gd name="connsiteX39" fmla="*/ 7548172 w 12192000"/>
              <a:gd name="connsiteY39" fmla="*/ 1417460 h 2240205"/>
              <a:gd name="connsiteX40" fmla="*/ 7483437 w 12192000"/>
              <a:gd name="connsiteY40" fmla="*/ 1478152 h 2240205"/>
              <a:gd name="connsiteX41" fmla="*/ 7377870 w 12192000"/>
              <a:gd name="connsiteY41" fmla="*/ 1523319 h 2240205"/>
              <a:gd name="connsiteX42" fmla="*/ 7230737 w 12192000"/>
              <a:gd name="connsiteY42" fmla="*/ 1562633 h 2240205"/>
              <a:gd name="connsiteX43" fmla="*/ 7224458 w 12192000"/>
              <a:gd name="connsiteY43" fmla="*/ 1573008 h 2240205"/>
              <a:gd name="connsiteX44" fmla="*/ 7183121 w 12192000"/>
              <a:gd name="connsiteY44" fmla="*/ 1595162 h 2240205"/>
              <a:gd name="connsiteX45" fmla="*/ 7164601 w 12192000"/>
              <a:gd name="connsiteY45" fmla="*/ 1606490 h 2240205"/>
              <a:gd name="connsiteX46" fmla="*/ 6900177 w 12192000"/>
              <a:gd name="connsiteY46" fmla="*/ 1636016 h 2240205"/>
              <a:gd name="connsiteX47" fmla="*/ 6795372 w 12192000"/>
              <a:gd name="connsiteY47" fmla="*/ 1644845 h 2240205"/>
              <a:gd name="connsiteX48" fmla="*/ 6692251 w 12192000"/>
              <a:gd name="connsiteY48" fmla="*/ 1656357 h 2240205"/>
              <a:gd name="connsiteX49" fmla="*/ 6655235 w 12192000"/>
              <a:gd name="connsiteY49" fmla="*/ 1661869 h 2240205"/>
              <a:gd name="connsiteX50" fmla="*/ 6554894 w 12192000"/>
              <a:gd name="connsiteY50" fmla="*/ 1664428 h 2240205"/>
              <a:gd name="connsiteX51" fmla="*/ 6516595 w 12192000"/>
              <a:gd name="connsiteY51" fmla="*/ 1667475 h 2240205"/>
              <a:gd name="connsiteX52" fmla="*/ 6508541 w 12192000"/>
              <a:gd name="connsiteY52" fmla="*/ 1668757 h 2240205"/>
              <a:gd name="connsiteX53" fmla="*/ 6471012 w 12192000"/>
              <a:gd name="connsiteY53" fmla="*/ 1678604 h 2240205"/>
              <a:gd name="connsiteX54" fmla="*/ 6364035 w 12192000"/>
              <a:gd name="connsiteY54" fmla="*/ 1667683 h 2240205"/>
              <a:gd name="connsiteX55" fmla="*/ 6243319 w 12192000"/>
              <a:gd name="connsiteY55" fmla="*/ 1695560 h 2240205"/>
              <a:gd name="connsiteX56" fmla="*/ 6098321 w 12192000"/>
              <a:gd name="connsiteY56" fmla="*/ 1721646 h 2240205"/>
              <a:gd name="connsiteX57" fmla="*/ 5880652 w 12192000"/>
              <a:gd name="connsiteY57" fmla="*/ 1779643 h 2240205"/>
              <a:gd name="connsiteX58" fmla="*/ 5785959 w 12192000"/>
              <a:gd name="connsiteY58" fmla="*/ 1775307 h 2240205"/>
              <a:gd name="connsiteX59" fmla="*/ 5643534 w 12192000"/>
              <a:gd name="connsiteY59" fmla="*/ 1802919 h 2240205"/>
              <a:gd name="connsiteX60" fmla="*/ 5518799 w 12192000"/>
              <a:gd name="connsiteY60" fmla="*/ 1818312 h 2240205"/>
              <a:gd name="connsiteX61" fmla="*/ 5505014 w 12192000"/>
              <a:gd name="connsiteY61" fmla="*/ 1819259 h 2240205"/>
              <a:gd name="connsiteX62" fmla="*/ 5453307 w 12192000"/>
              <a:gd name="connsiteY62" fmla="*/ 1815450 h 2240205"/>
              <a:gd name="connsiteX63" fmla="*/ 5221533 w 12192000"/>
              <a:gd name="connsiteY63" fmla="*/ 1846950 h 2240205"/>
              <a:gd name="connsiteX64" fmla="*/ 5149802 w 12192000"/>
              <a:gd name="connsiteY64" fmla="*/ 1844846 h 2240205"/>
              <a:gd name="connsiteX65" fmla="*/ 5114927 w 12192000"/>
              <a:gd name="connsiteY65" fmla="*/ 1847827 h 2240205"/>
              <a:gd name="connsiteX66" fmla="*/ 5108970 w 12192000"/>
              <a:gd name="connsiteY66" fmla="*/ 1847935 h 2240205"/>
              <a:gd name="connsiteX67" fmla="*/ 5067961 w 12192000"/>
              <a:gd name="connsiteY67" fmla="*/ 1845917 h 2240205"/>
              <a:gd name="connsiteX68" fmla="*/ 5007075 w 12192000"/>
              <a:gd name="connsiteY68" fmla="*/ 1838626 h 2240205"/>
              <a:gd name="connsiteX69" fmla="*/ 4944087 w 12192000"/>
              <a:gd name="connsiteY69" fmla="*/ 1823332 h 2240205"/>
              <a:gd name="connsiteX70" fmla="*/ 4907662 w 12192000"/>
              <a:gd name="connsiteY70" fmla="*/ 1816900 h 2240205"/>
              <a:gd name="connsiteX71" fmla="*/ 4882386 w 12192000"/>
              <a:gd name="connsiteY71" fmla="*/ 1809844 h 2240205"/>
              <a:gd name="connsiteX72" fmla="*/ 4811440 w 12192000"/>
              <a:gd name="connsiteY72" fmla="*/ 1804655 h 2240205"/>
              <a:gd name="connsiteX73" fmla="*/ 4691075 w 12192000"/>
              <a:gd name="connsiteY73" fmla="*/ 1801389 h 2240205"/>
              <a:gd name="connsiteX74" fmla="*/ 4640313 w 12192000"/>
              <a:gd name="connsiteY74" fmla="*/ 1784307 h 2240205"/>
              <a:gd name="connsiteX75" fmla="*/ 4536503 w 12192000"/>
              <a:gd name="connsiteY75" fmla="*/ 1785334 h 2240205"/>
              <a:gd name="connsiteX76" fmla="*/ 4513724 w 12192000"/>
              <a:gd name="connsiteY76" fmla="*/ 1791996 h 2240205"/>
              <a:gd name="connsiteX77" fmla="*/ 4459810 w 12192000"/>
              <a:gd name="connsiteY77" fmla="*/ 1797886 h 2240205"/>
              <a:gd name="connsiteX78" fmla="*/ 4379064 w 12192000"/>
              <a:gd name="connsiteY78" fmla="*/ 1817177 h 2240205"/>
              <a:gd name="connsiteX79" fmla="*/ 4290981 w 12192000"/>
              <a:gd name="connsiteY79" fmla="*/ 1839677 h 2240205"/>
              <a:gd name="connsiteX80" fmla="*/ 4238372 w 12192000"/>
              <a:gd name="connsiteY80" fmla="*/ 1851480 h 2240205"/>
              <a:gd name="connsiteX81" fmla="*/ 4232517 w 12192000"/>
              <a:gd name="connsiteY81" fmla="*/ 1852567 h 2240205"/>
              <a:gd name="connsiteX82" fmla="*/ 4191732 w 12192000"/>
              <a:gd name="connsiteY82" fmla="*/ 1857328 h 2240205"/>
              <a:gd name="connsiteX83" fmla="*/ 4065532 w 12192000"/>
              <a:gd name="connsiteY83" fmla="*/ 1855477 h 2240205"/>
              <a:gd name="connsiteX84" fmla="*/ 4028460 w 12192000"/>
              <a:gd name="connsiteY84" fmla="*/ 1855137 h 2240205"/>
              <a:gd name="connsiteX85" fmla="*/ 4002267 w 12192000"/>
              <a:gd name="connsiteY85" fmla="*/ 1852352 h 2240205"/>
              <a:gd name="connsiteX86" fmla="*/ 3931396 w 12192000"/>
              <a:gd name="connsiteY86" fmla="*/ 1858915 h 2240205"/>
              <a:gd name="connsiteX87" fmla="*/ 3812162 w 12192000"/>
              <a:gd name="connsiteY87" fmla="*/ 1875501 h 2240205"/>
              <a:gd name="connsiteX88" fmla="*/ 3758105 w 12192000"/>
              <a:gd name="connsiteY88" fmla="*/ 1871856 h 2240205"/>
              <a:gd name="connsiteX89" fmla="*/ 3567259 w 12192000"/>
              <a:gd name="connsiteY89" fmla="*/ 1893482 h 2240205"/>
              <a:gd name="connsiteX90" fmla="*/ 3405770 w 12192000"/>
              <a:gd name="connsiteY90" fmla="*/ 1904591 h 2240205"/>
              <a:gd name="connsiteX91" fmla="*/ 3280097 w 12192000"/>
              <a:gd name="connsiteY91" fmla="*/ 1919610 h 2240205"/>
              <a:gd name="connsiteX92" fmla="*/ 3009910 w 12192000"/>
              <a:gd name="connsiteY92" fmla="*/ 1957866 h 2240205"/>
              <a:gd name="connsiteX93" fmla="*/ 2995934 w 12192000"/>
              <a:gd name="connsiteY93" fmla="*/ 1967085 h 2240205"/>
              <a:gd name="connsiteX94" fmla="*/ 2942858 w 12192000"/>
              <a:gd name="connsiteY94" fmla="*/ 1981367 h 2240205"/>
              <a:gd name="connsiteX95" fmla="*/ 2875436 w 12192000"/>
              <a:gd name="connsiteY95" fmla="*/ 1996977 h 2240205"/>
              <a:gd name="connsiteX96" fmla="*/ 2874892 w 12192000"/>
              <a:gd name="connsiteY96" fmla="*/ 1996085 h 2240205"/>
              <a:gd name="connsiteX97" fmla="*/ 2843662 w 12192000"/>
              <a:gd name="connsiteY97" fmla="*/ 1992498 h 2240205"/>
              <a:gd name="connsiteX98" fmla="*/ 2718916 w 12192000"/>
              <a:gd name="connsiteY98" fmla="*/ 1990867 h 2240205"/>
              <a:gd name="connsiteX99" fmla="*/ 2713522 w 12192000"/>
              <a:gd name="connsiteY99" fmla="*/ 1990173 h 2240205"/>
              <a:gd name="connsiteX100" fmla="*/ 2476147 w 12192000"/>
              <a:gd name="connsiteY100" fmla="*/ 1998305 h 2240205"/>
              <a:gd name="connsiteX101" fmla="*/ 2373568 w 12192000"/>
              <a:gd name="connsiteY101" fmla="*/ 2003219 h 2240205"/>
              <a:gd name="connsiteX102" fmla="*/ 2287219 w 12192000"/>
              <a:gd name="connsiteY102" fmla="*/ 1998750 h 2240205"/>
              <a:gd name="connsiteX103" fmla="*/ 2243069 w 12192000"/>
              <a:gd name="connsiteY103" fmla="*/ 2005321 h 2240205"/>
              <a:gd name="connsiteX104" fmla="*/ 2164831 w 12192000"/>
              <a:gd name="connsiteY104" fmla="*/ 2010143 h 2240205"/>
              <a:gd name="connsiteX105" fmla="*/ 2085228 w 12192000"/>
              <a:gd name="connsiteY105" fmla="*/ 2046431 h 2240205"/>
              <a:gd name="connsiteX106" fmla="*/ 2058061 w 12192000"/>
              <a:gd name="connsiteY106" fmla="*/ 2047942 h 2240205"/>
              <a:gd name="connsiteX107" fmla="*/ 2042244 w 12192000"/>
              <a:gd name="connsiteY107" fmla="*/ 2055560 h 2240205"/>
              <a:gd name="connsiteX108" fmla="*/ 1877728 w 12192000"/>
              <a:gd name="connsiteY108" fmla="*/ 2101004 h 2240205"/>
              <a:gd name="connsiteX109" fmla="*/ 1759056 w 12192000"/>
              <a:gd name="connsiteY109" fmla="*/ 2125608 h 2240205"/>
              <a:gd name="connsiteX110" fmla="*/ 1637948 w 12192000"/>
              <a:gd name="connsiteY110" fmla="*/ 2172597 h 2240205"/>
              <a:gd name="connsiteX111" fmla="*/ 1434549 w 12192000"/>
              <a:gd name="connsiteY111" fmla="*/ 2234522 h 2240205"/>
              <a:gd name="connsiteX112" fmla="*/ 1370962 w 12192000"/>
              <a:gd name="connsiteY112" fmla="*/ 2237474 h 2240205"/>
              <a:gd name="connsiteX113" fmla="*/ 1356367 w 12192000"/>
              <a:gd name="connsiteY113" fmla="*/ 2235089 h 2240205"/>
              <a:gd name="connsiteX114" fmla="*/ 1279765 w 12192000"/>
              <a:gd name="connsiteY114" fmla="*/ 2229639 h 2240205"/>
              <a:gd name="connsiteX115" fmla="*/ 1195347 w 12192000"/>
              <a:gd name="connsiteY115" fmla="*/ 2212354 h 2240205"/>
              <a:gd name="connsiteX116" fmla="*/ 970251 w 12192000"/>
              <a:gd name="connsiteY116" fmla="*/ 2221029 h 2240205"/>
              <a:gd name="connsiteX117" fmla="*/ 812914 w 12192000"/>
              <a:gd name="connsiteY117" fmla="*/ 2210095 h 2240205"/>
              <a:gd name="connsiteX118" fmla="*/ 776382 w 12192000"/>
              <a:gd name="connsiteY118" fmla="*/ 2204512 h 2240205"/>
              <a:gd name="connsiteX119" fmla="*/ 597225 w 12192000"/>
              <a:gd name="connsiteY119" fmla="*/ 2180999 h 2240205"/>
              <a:gd name="connsiteX120" fmla="*/ 520671 w 12192000"/>
              <a:gd name="connsiteY120" fmla="*/ 2180980 h 2240205"/>
              <a:gd name="connsiteX121" fmla="*/ 515024 w 12192000"/>
              <a:gd name="connsiteY121" fmla="*/ 2179258 h 2240205"/>
              <a:gd name="connsiteX122" fmla="*/ 413835 w 12192000"/>
              <a:gd name="connsiteY122" fmla="*/ 2156783 h 2240205"/>
              <a:gd name="connsiteX123" fmla="*/ 376513 w 12192000"/>
              <a:gd name="connsiteY123" fmla="*/ 2154014 h 2240205"/>
              <a:gd name="connsiteX124" fmla="*/ 273386 w 12192000"/>
              <a:gd name="connsiteY124" fmla="*/ 2142551 h 2240205"/>
              <a:gd name="connsiteX125" fmla="*/ 77641 w 12192000"/>
              <a:gd name="connsiteY125" fmla="*/ 2126835 h 2240205"/>
              <a:gd name="connsiteX126" fmla="*/ 37645 w 12192000"/>
              <a:gd name="connsiteY126" fmla="*/ 2115401 h 2240205"/>
              <a:gd name="connsiteX127" fmla="*/ 4572 w 12192000"/>
              <a:gd name="connsiteY127" fmla="*/ 2111091 h 2240205"/>
              <a:gd name="connsiteX128" fmla="*/ 0 w 12192000"/>
              <a:gd name="connsiteY128" fmla="*/ 2110468 h 2240205"/>
              <a:gd name="connsiteX129" fmla="*/ 0 w 12192000"/>
              <a:gd name="connsiteY129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649954 w 12192000"/>
              <a:gd name="connsiteY4" fmla="*/ 749628 h 2240205"/>
              <a:gd name="connsiteX5" fmla="*/ 11560424 w 12192000"/>
              <a:gd name="connsiteY5" fmla="*/ 748017 h 2240205"/>
              <a:gd name="connsiteX6" fmla="*/ 11358455 w 12192000"/>
              <a:gd name="connsiteY6" fmla="*/ 747593 h 2240205"/>
              <a:gd name="connsiteX7" fmla="*/ 11165209 w 12192000"/>
              <a:gd name="connsiteY7" fmla="*/ 748852 h 2240205"/>
              <a:gd name="connsiteX8" fmla="*/ 11058755 w 12192000"/>
              <a:gd name="connsiteY8" fmla="*/ 749617 h 2240205"/>
              <a:gd name="connsiteX9" fmla="*/ 10803046 w 12192000"/>
              <a:gd name="connsiteY9" fmla="*/ 774328 h 2240205"/>
              <a:gd name="connsiteX10" fmla="*/ 10458762 w 12192000"/>
              <a:gd name="connsiteY10" fmla="*/ 755400 h 2240205"/>
              <a:gd name="connsiteX11" fmla="*/ 10211200 w 12192000"/>
              <a:gd name="connsiteY11" fmla="*/ 767513 h 2240205"/>
              <a:gd name="connsiteX12" fmla="*/ 10167995 w 12192000"/>
              <a:gd name="connsiteY12" fmla="*/ 760843 h 2240205"/>
              <a:gd name="connsiteX13" fmla="*/ 9997044 w 12192000"/>
              <a:gd name="connsiteY13" fmla="*/ 780129 h 2240205"/>
              <a:gd name="connsiteX14" fmla="*/ 9943887 w 12192000"/>
              <a:gd name="connsiteY14" fmla="*/ 804141 h 2240205"/>
              <a:gd name="connsiteX15" fmla="*/ 9918248 w 12192000"/>
              <a:gd name="connsiteY15" fmla="*/ 816628 h 2240205"/>
              <a:gd name="connsiteX16" fmla="*/ 9767091 w 12192000"/>
              <a:gd name="connsiteY16" fmla="*/ 870550 h 2240205"/>
              <a:gd name="connsiteX17" fmla="*/ 9683005 w 12192000"/>
              <a:gd name="connsiteY17" fmla="*/ 894128 h 2240205"/>
              <a:gd name="connsiteX18" fmla="*/ 9500499 w 12192000"/>
              <a:gd name="connsiteY18" fmla="*/ 954680 h 2240205"/>
              <a:gd name="connsiteX19" fmla="*/ 9410017 w 12192000"/>
              <a:gd name="connsiteY19" fmla="*/ 993931 h 2240205"/>
              <a:gd name="connsiteX20" fmla="*/ 9392919 w 12192000"/>
              <a:gd name="connsiteY20" fmla="*/ 994656 h 2240205"/>
              <a:gd name="connsiteX21" fmla="*/ 9268019 w 12192000"/>
              <a:gd name="connsiteY21" fmla="*/ 1007442 h 2240205"/>
              <a:gd name="connsiteX22" fmla="*/ 9188177 w 12192000"/>
              <a:gd name="connsiteY22" fmla="*/ 1035474 h 2240205"/>
              <a:gd name="connsiteX23" fmla="*/ 9155969 w 12192000"/>
              <a:gd name="connsiteY23" fmla="*/ 1046804 h 2240205"/>
              <a:gd name="connsiteX24" fmla="*/ 9133985 w 12192000"/>
              <a:gd name="connsiteY24" fmla="*/ 1046450 h 2240205"/>
              <a:gd name="connsiteX25" fmla="*/ 9003462 w 12192000"/>
              <a:gd name="connsiteY25" fmla="*/ 1042406 h 2240205"/>
              <a:gd name="connsiteX26" fmla="*/ 8968445 w 12192000"/>
              <a:gd name="connsiteY26" fmla="*/ 1052169 h 2240205"/>
              <a:gd name="connsiteX27" fmla="*/ 8886001 w 12192000"/>
              <a:gd name="connsiteY27" fmla="*/ 1067468 h 2240205"/>
              <a:gd name="connsiteX28" fmla="*/ 8838610 w 12192000"/>
              <a:gd name="connsiteY28" fmla="*/ 1075091 h 2240205"/>
              <a:gd name="connsiteX29" fmla="*/ 8665605 w 12192000"/>
              <a:gd name="connsiteY29" fmla="*/ 1110791 h 2240205"/>
              <a:gd name="connsiteX30" fmla="*/ 8419755 w 12192000"/>
              <a:gd name="connsiteY30" fmla="*/ 1216260 h 2240205"/>
              <a:gd name="connsiteX31" fmla="*/ 8411626 w 12192000"/>
              <a:gd name="connsiteY31" fmla="*/ 1214397 h 2240205"/>
              <a:gd name="connsiteX32" fmla="*/ 8363469 w 12192000"/>
              <a:gd name="connsiteY32" fmla="*/ 1246658 h 2240205"/>
              <a:gd name="connsiteX33" fmla="*/ 8275497 w 12192000"/>
              <a:gd name="connsiteY33" fmla="*/ 1264396 h 2240205"/>
              <a:gd name="connsiteX34" fmla="*/ 8074238 w 12192000"/>
              <a:gd name="connsiteY34" fmla="*/ 1301895 h 2240205"/>
              <a:gd name="connsiteX35" fmla="*/ 7902328 w 12192000"/>
              <a:gd name="connsiteY35" fmla="*/ 1345865 h 2240205"/>
              <a:gd name="connsiteX36" fmla="*/ 7840612 w 12192000"/>
              <a:gd name="connsiteY36" fmla="*/ 1369373 h 2240205"/>
              <a:gd name="connsiteX37" fmla="*/ 7786819 w 12192000"/>
              <a:gd name="connsiteY37" fmla="*/ 1378970 h 2240205"/>
              <a:gd name="connsiteX38" fmla="*/ 7548172 w 12192000"/>
              <a:gd name="connsiteY38" fmla="*/ 1417460 h 2240205"/>
              <a:gd name="connsiteX39" fmla="*/ 7483437 w 12192000"/>
              <a:gd name="connsiteY39" fmla="*/ 1478152 h 2240205"/>
              <a:gd name="connsiteX40" fmla="*/ 7377870 w 12192000"/>
              <a:gd name="connsiteY40" fmla="*/ 1523319 h 2240205"/>
              <a:gd name="connsiteX41" fmla="*/ 7230737 w 12192000"/>
              <a:gd name="connsiteY41" fmla="*/ 1562633 h 2240205"/>
              <a:gd name="connsiteX42" fmla="*/ 7224458 w 12192000"/>
              <a:gd name="connsiteY42" fmla="*/ 1573008 h 2240205"/>
              <a:gd name="connsiteX43" fmla="*/ 7183121 w 12192000"/>
              <a:gd name="connsiteY43" fmla="*/ 1595162 h 2240205"/>
              <a:gd name="connsiteX44" fmla="*/ 7164601 w 12192000"/>
              <a:gd name="connsiteY44" fmla="*/ 1606490 h 2240205"/>
              <a:gd name="connsiteX45" fmla="*/ 6900177 w 12192000"/>
              <a:gd name="connsiteY45" fmla="*/ 1636016 h 2240205"/>
              <a:gd name="connsiteX46" fmla="*/ 6795372 w 12192000"/>
              <a:gd name="connsiteY46" fmla="*/ 1644845 h 2240205"/>
              <a:gd name="connsiteX47" fmla="*/ 6692251 w 12192000"/>
              <a:gd name="connsiteY47" fmla="*/ 1656357 h 2240205"/>
              <a:gd name="connsiteX48" fmla="*/ 6655235 w 12192000"/>
              <a:gd name="connsiteY48" fmla="*/ 1661869 h 2240205"/>
              <a:gd name="connsiteX49" fmla="*/ 6554894 w 12192000"/>
              <a:gd name="connsiteY49" fmla="*/ 1664428 h 2240205"/>
              <a:gd name="connsiteX50" fmla="*/ 6516595 w 12192000"/>
              <a:gd name="connsiteY50" fmla="*/ 1667475 h 2240205"/>
              <a:gd name="connsiteX51" fmla="*/ 6508541 w 12192000"/>
              <a:gd name="connsiteY51" fmla="*/ 1668757 h 2240205"/>
              <a:gd name="connsiteX52" fmla="*/ 6471012 w 12192000"/>
              <a:gd name="connsiteY52" fmla="*/ 1678604 h 2240205"/>
              <a:gd name="connsiteX53" fmla="*/ 6364035 w 12192000"/>
              <a:gd name="connsiteY53" fmla="*/ 1667683 h 2240205"/>
              <a:gd name="connsiteX54" fmla="*/ 6243319 w 12192000"/>
              <a:gd name="connsiteY54" fmla="*/ 1695560 h 2240205"/>
              <a:gd name="connsiteX55" fmla="*/ 6098321 w 12192000"/>
              <a:gd name="connsiteY55" fmla="*/ 1721646 h 2240205"/>
              <a:gd name="connsiteX56" fmla="*/ 5880652 w 12192000"/>
              <a:gd name="connsiteY56" fmla="*/ 1779643 h 2240205"/>
              <a:gd name="connsiteX57" fmla="*/ 5785959 w 12192000"/>
              <a:gd name="connsiteY57" fmla="*/ 1775307 h 2240205"/>
              <a:gd name="connsiteX58" fmla="*/ 5643534 w 12192000"/>
              <a:gd name="connsiteY58" fmla="*/ 1802919 h 2240205"/>
              <a:gd name="connsiteX59" fmla="*/ 5518799 w 12192000"/>
              <a:gd name="connsiteY59" fmla="*/ 1818312 h 2240205"/>
              <a:gd name="connsiteX60" fmla="*/ 5505014 w 12192000"/>
              <a:gd name="connsiteY60" fmla="*/ 1819259 h 2240205"/>
              <a:gd name="connsiteX61" fmla="*/ 5453307 w 12192000"/>
              <a:gd name="connsiteY61" fmla="*/ 1815450 h 2240205"/>
              <a:gd name="connsiteX62" fmla="*/ 5221533 w 12192000"/>
              <a:gd name="connsiteY62" fmla="*/ 1846950 h 2240205"/>
              <a:gd name="connsiteX63" fmla="*/ 5149802 w 12192000"/>
              <a:gd name="connsiteY63" fmla="*/ 1844846 h 2240205"/>
              <a:gd name="connsiteX64" fmla="*/ 5114927 w 12192000"/>
              <a:gd name="connsiteY64" fmla="*/ 1847827 h 2240205"/>
              <a:gd name="connsiteX65" fmla="*/ 5108970 w 12192000"/>
              <a:gd name="connsiteY65" fmla="*/ 1847935 h 2240205"/>
              <a:gd name="connsiteX66" fmla="*/ 5067961 w 12192000"/>
              <a:gd name="connsiteY66" fmla="*/ 1845917 h 2240205"/>
              <a:gd name="connsiteX67" fmla="*/ 5007075 w 12192000"/>
              <a:gd name="connsiteY67" fmla="*/ 1838626 h 2240205"/>
              <a:gd name="connsiteX68" fmla="*/ 4944087 w 12192000"/>
              <a:gd name="connsiteY68" fmla="*/ 1823332 h 2240205"/>
              <a:gd name="connsiteX69" fmla="*/ 4907662 w 12192000"/>
              <a:gd name="connsiteY69" fmla="*/ 1816900 h 2240205"/>
              <a:gd name="connsiteX70" fmla="*/ 4882386 w 12192000"/>
              <a:gd name="connsiteY70" fmla="*/ 1809844 h 2240205"/>
              <a:gd name="connsiteX71" fmla="*/ 4811440 w 12192000"/>
              <a:gd name="connsiteY71" fmla="*/ 1804655 h 2240205"/>
              <a:gd name="connsiteX72" fmla="*/ 4691075 w 12192000"/>
              <a:gd name="connsiteY72" fmla="*/ 1801389 h 2240205"/>
              <a:gd name="connsiteX73" fmla="*/ 4640313 w 12192000"/>
              <a:gd name="connsiteY73" fmla="*/ 1784307 h 2240205"/>
              <a:gd name="connsiteX74" fmla="*/ 4536503 w 12192000"/>
              <a:gd name="connsiteY74" fmla="*/ 1785334 h 2240205"/>
              <a:gd name="connsiteX75" fmla="*/ 4513724 w 12192000"/>
              <a:gd name="connsiteY75" fmla="*/ 1791996 h 2240205"/>
              <a:gd name="connsiteX76" fmla="*/ 4459810 w 12192000"/>
              <a:gd name="connsiteY76" fmla="*/ 1797886 h 2240205"/>
              <a:gd name="connsiteX77" fmla="*/ 4379064 w 12192000"/>
              <a:gd name="connsiteY77" fmla="*/ 1817177 h 2240205"/>
              <a:gd name="connsiteX78" fmla="*/ 4290981 w 12192000"/>
              <a:gd name="connsiteY78" fmla="*/ 1839677 h 2240205"/>
              <a:gd name="connsiteX79" fmla="*/ 4238372 w 12192000"/>
              <a:gd name="connsiteY79" fmla="*/ 1851480 h 2240205"/>
              <a:gd name="connsiteX80" fmla="*/ 4232517 w 12192000"/>
              <a:gd name="connsiteY80" fmla="*/ 1852567 h 2240205"/>
              <a:gd name="connsiteX81" fmla="*/ 4191732 w 12192000"/>
              <a:gd name="connsiteY81" fmla="*/ 1857328 h 2240205"/>
              <a:gd name="connsiteX82" fmla="*/ 4065532 w 12192000"/>
              <a:gd name="connsiteY82" fmla="*/ 1855477 h 2240205"/>
              <a:gd name="connsiteX83" fmla="*/ 4028460 w 12192000"/>
              <a:gd name="connsiteY83" fmla="*/ 1855137 h 2240205"/>
              <a:gd name="connsiteX84" fmla="*/ 4002267 w 12192000"/>
              <a:gd name="connsiteY84" fmla="*/ 1852352 h 2240205"/>
              <a:gd name="connsiteX85" fmla="*/ 3931396 w 12192000"/>
              <a:gd name="connsiteY85" fmla="*/ 1858915 h 2240205"/>
              <a:gd name="connsiteX86" fmla="*/ 3812162 w 12192000"/>
              <a:gd name="connsiteY86" fmla="*/ 1875501 h 2240205"/>
              <a:gd name="connsiteX87" fmla="*/ 3758105 w 12192000"/>
              <a:gd name="connsiteY87" fmla="*/ 1871856 h 2240205"/>
              <a:gd name="connsiteX88" fmla="*/ 3567259 w 12192000"/>
              <a:gd name="connsiteY88" fmla="*/ 1893482 h 2240205"/>
              <a:gd name="connsiteX89" fmla="*/ 3405770 w 12192000"/>
              <a:gd name="connsiteY89" fmla="*/ 1904591 h 2240205"/>
              <a:gd name="connsiteX90" fmla="*/ 3280097 w 12192000"/>
              <a:gd name="connsiteY90" fmla="*/ 1919610 h 2240205"/>
              <a:gd name="connsiteX91" fmla="*/ 3009910 w 12192000"/>
              <a:gd name="connsiteY91" fmla="*/ 1957866 h 2240205"/>
              <a:gd name="connsiteX92" fmla="*/ 2995934 w 12192000"/>
              <a:gd name="connsiteY92" fmla="*/ 1967085 h 2240205"/>
              <a:gd name="connsiteX93" fmla="*/ 2942858 w 12192000"/>
              <a:gd name="connsiteY93" fmla="*/ 1981367 h 2240205"/>
              <a:gd name="connsiteX94" fmla="*/ 2875436 w 12192000"/>
              <a:gd name="connsiteY94" fmla="*/ 1996977 h 2240205"/>
              <a:gd name="connsiteX95" fmla="*/ 2874892 w 12192000"/>
              <a:gd name="connsiteY95" fmla="*/ 1996085 h 2240205"/>
              <a:gd name="connsiteX96" fmla="*/ 2843662 w 12192000"/>
              <a:gd name="connsiteY96" fmla="*/ 1992498 h 2240205"/>
              <a:gd name="connsiteX97" fmla="*/ 2718916 w 12192000"/>
              <a:gd name="connsiteY97" fmla="*/ 1990867 h 2240205"/>
              <a:gd name="connsiteX98" fmla="*/ 2713522 w 12192000"/>
              <a:gd name="connsiteY98" fmla="*/ 1990173 h 2240205"/>
              <a:gd name="connsiteX99" fmla="*/ 2476147 w 12192000"/>
              <a:gd name="connsiteY99" fmla="*/ 1998305 h 2240205"/>
              <a:gd name="connsiteX100" fmla="*/ 2373568 w 12192000"/>
              <a:gd name="connsiteY100" fmla="*/ 2003219 h 2240205"/>
              <a:gd name="connsiteX101" fmla="*/ 2287219 w 12192000"/>
              <a:gd name="connsiteY101" fmla="*/ 1998750 h 2240205"/>
              <a:gd name="connsiteX102" fmla="*/ 2243069 w 12192000"/>
              <a:gd name="connsiteY102" fmla="*/ 2005321 h 2240205"/>
              <a:gd name="connsiteX103" fmla="*/ 2164831 w 12192000"/>
              <a:gd name="connsiteY103" fmla="*/ 2010143 h 2240205"/>
              <a:gd name="connsiteX104" fmla="*/ 2085228 w 12192000"/>
              <a:gd name="connsiteY104" fmla="*/ 2046431 h 2240205"/>
              <a:gd name="connsiteX105" fmla="*/ 2058061 w 12192000"/>
              <a:gd name="connsiteY105" fmla="*/ 2047942 h 2240205"/>
              <a:gd name="connsiteX106" fmla="*/ 2042244 w 12192000"/>
              <a:gd name="connsiteY106" fmla="*/ 2055560 h 2240205"/>
              <a:gd name="connsiteX107" fmla="*/ 1877728 w 12192000"/>
              <a:gd name="connsiteY107" fmla="*/ 2101004 h 2240205"/>
              <a:gd name="connsiteX108" fmla="*/ 1759056 w 12192000"/>
              <a:gd name="connsiteY108" fmla="*/ 2125608 h 2240205"/>
              <a:gd name="connsiteX109" fmla="*/ 1637948 w 12192000"/>
              <a:gd name="connsiteY109" fmla="*/ 2172597 h 2240205"/>
              <a:gd name="connsiteX110" fmla="*/ 1434549 w 12192000"/>
              <a:gd name="connsiteY110" fmla="*/ 2234522 h 2240205"/>
              <a:gd name="connsiteX111" fmla="*/ 1370962 w 12192000"/>
              <a:gd name="connsiteY111" fmla="*/ 2237474 h 2240205"/>
              <a:gd name="connsiteX112" fmla="*/ 1356367 w 12192000"/>
              <a:gd name="connsiteY112" fmla="*/ 2235089 h 2240205"/>
              <a:gd name="connsiteX113" fmla="*/ 1279765 w 12192000"/>
              <a:gd name="connsiteY113" fmla="*/ 2229639 h 2240205"/>
              <a:gd name="connsiteX114" fmla="*/ 1195347 w 12192000"/>
              <a:gd name="connsiteY114" fmla="*/ 2212354 h 2240205"/>
              <a:gd name="connsiteX115" fmla="*/ 970251 w 12192000"/>
              <a:gd name="connsiteY115" fmla="*/ 2221029 h 2240205"/>
              <a:gd name="connsiteX116" fmla="*/ 812914 w 12192000"/>
              <a:gd name="connsiteY116" fmla="*/ 2210095 h 2240205"/>
              <a:gd name="connsiteX117" fmla="*/ 776382 w 12192000"/>
              <a:gd name="connsiteY117" fmla="*/ 2204512 h 2240205"/>
              <a:gd name="connsiteX118" fmla="*/ 597225 w 12192000"/>
              <a:gd name="connsiteY118" fmla="*/ 2180999 h 2240205"/>
              <a:gd name="connsiteX119" fmla="*/ 520671 w 12192000"/>
              <a:gd name="connsiteY119" fmla="*/ 2180980 h 2240205"/>
              <a:gd name="connsiteX120" fmla="*/ 515024 w 12192000"/>
              <a:gd name="connsiteY120" fmla="*/ 2179258 h 2240205"/>
              <a:gd name="connsiteX121" fmla="*/ 413835 w 12192000"/>
              <a:gd name="connsiteY121" fmla="*/ 2156783 h 2240205"/>
              <a:gd name="connsiteX122" fmla="*/ 376513 w 12192000"/>
              <a:gd name="connsiteY122" fmla="*/ 2154014 h 2240205"/>
              <a:gd name="connsiteX123" fmla="*/ 273386 w 12192000"/>
              <a:gd name="connsiteY123" fmla="*/ 2142551 h 2240205"/>
              <a:gd name="connsiteX124" fmla="*/ 77641 w 12192000"/>
              <a:gd name="connsiteY124" fmla="*/ 2126835 h 2240205"/>
              <a:gd name="connsiteX125" fmla="*/ 37645 w 12192000"/>
              <a:gd name="connsiteY125" fmla="*/ 2115401 h 2240205"/>
              <a:gd name="connsiteX126" fmla="*/ 4572 w 12192000"/>
              <a:gd name="connsiteY126" fmla="*/ 2111091 h 2240205"/>
              <a:gd name="connsiteX127" fmla="*/ 0 w 12192000"/>
              <a:gd name="connsiteY127" fmla="*/ 2110468 h 2240205"/>
              <a:gd name="connsiteX128" fmla="*/ 0 w 12192000"/>
              <a:gd name="connsiteY128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649954 w 12192000"/>
              <a:gd name="connsiteY4" fmla="*/ 749628 h 2240205"/>
              <a:gd name="connsiteX5" fmla="*/ 11560424 w 12192000"/>
              <a:gd name="connsiteY5" fmla="*/ 748017 h 2240205"/>
              <a:gd name="connsiteX6" fmla="*/ 11358455 w 12192000"/>
              <a:gd name="connsiteY6" fmla="*/ 747593 h 2240205"/>
              <a:gd name="connsiteX7" fmla="*/ 11165209 w 12192000"/>
              <a:gd name="connsiteY7" fmla="*/ 748852 h 2240205"/>
              <a:gd name="connsiteX8" fmla="*/ 11058755 w 12192000"/>
              <a:gd name="connsiteY8" fmla="*/ 749617 h 2240205"/>
              <a:gd name="connsiteX9" fmla="*/ 10803046 w 12192000"/>
              <a:gd name="connsiteY9" fmla="*/ 774328 h 2240205"/>
              <a:gd name="connsiteX10" fmla="*/ 10458762 w 12192000"/>
              <a:gd name="connsiteY10" fmla="*/ 755400 h 2240205"/>
              <a:gd name="connsiteX11" fmla="*/ 10211200 w 12192000"/>
              <a:gd name="connsiteY11" fmla="*/ 767513 h 2240205"/>
              <a:gd name="connsiteX12" fmla="*/ 10167995 w 12192000"/>
              <a:gd name="connsiteY12" fmla="*/ 760843 h 2240205"/>
              <a:gd name="connsiteX13" fmla="*/ 9997044 w 12192000"/>
              <a:gd name="connsiteY13" fmla="*/ 780129 h 2240205"/>
              <a:gd name="connsiteX14" fmla="*/ 9943887 w 12192000"/>
              <a:gd name="connsiteY14" fmla="*/ 804141 h 2240205"/>
              <a:gd name="connsiteX15" fmla="*/ 9918248 w 12192000"/>
              <a:gd name="connsiteY15" fmla="*/ 816628 h 2240205"/>
              <a:gd name="connsiteX16" fmla="*/ 9767091 w 12192000"/>
              <a:gd name="connsiteY16" fmla="*/ 870550 h 2240205"/>
              <a:gd name="connsiteX17" fmla="*/ 9683005 w 12192000"/>
              <a:gd name="connsiteY17" fmla="*/ 894128 h 2240205"/>
              <a:gd name="connsiteX18" fmla="*/ 9500499 w 12192000"/>
              <a:gd name="connsiteY18" fmla="*/ 954680 h 2240205"/>
              <a:gd name="connsiteX19" fmla="*/ 9410017 w 12192000"/>
              <a:gd name="connsiteY19" fmla="*/ 993931 h 2240205"/>
              <a:gd name="connsiteX20" fmla="*/ 9392919 w 12192000"/>
              <a:gd name="connsiteY20" fmla="*/ 994656 h 2240205"/>
              <a:gd name="connsiteX21" fmla="*/ 9268019 w 12192000"/>
              <a:gd name="connsiteY21" fmla="*/ 1007442 h 2240205"/>
              <a:gd name="connsiteX22" fmla="*/ 9188177 w 12192000"/>
              <a:gd name="connsiteY22" fmla="*/ 1035474 h 2240205"/>
              <a:gd name="connsiteX23" fmla="*/ 9155969 w 12192000"/>
              <a:gd name="connsiteY23" fmla="*/ 1046804 h 2240205"/>
              <a:gd name="connsiteX24" fmla="*/ 9133985 w 12192000"/>
              <a:gd name="connsiteY24" fmla="*/ 1046450 h 2240205"/>
              <a:gd name="connsiteX25" fmla="*/ 9003462 w 12192000"/>
              <a:gd name="connsiteY25" fmla="*/ 1042406 h 2240205"/>
              <a:gd name="connsiteX26" fmla="*/ 8968445 w 12192000"/>
              <a:gd name="connsiteY26" fmla="*/ 1052169 h 2240205"/>
              <a:gd name="connsiteX27" fmla="*/ 8886001 w 12192000"/>
              <a:gd name="connsiteY27" fmla="*/ 1067468 h 2240205"/>
              <a:gd name="connsiteX28" fmla="*/ 8838610 w 12192000"/>
              <a:gd name="connsiteY28" fmla="*/ 1075091 h 2240205"/>
              <a:gd name="connsiteX29" fmla="*/ 8665605 w 12192000"/>
              <a:gd name="connsiteY29" fmla="*/ 1110791 h 2240205"/>
              <a:gd name="connsiteX30" fmla="*/ 8419755 w 12192000"/>
              <a:gd name="connsiteY30" fmla="*/ 1216260 h 2240205"/>
              <a:gd name="connsiteX31" fmla="*/ 8411626 w 12192000"/>
              <a:gd name="connsiteY31" fmla="*/ 1214397 h 2240205"/>
              <a:gd name="connsiteX32" fmla="*/ 8363469 w 12192000"/>
              <a:gd name="connsiteY32" fmla="*/ 1246658 h 2240205"/>
              <a:gd name="connsiteX33" fmla="*/ 8275497 w 12192000"/>
              <a:gd name="connsiteY33" fmla="*/ 1264396 h 2240205"/>
              <a:gd name="connsiteX34" fmla="*/ 8074238 w 12192000"/>
              <a:gd name="connsiteY34" fmla="*/ 1301895 h 2240205"/>
              <a:gd name="connsiteX35" fmla="*/ 7902328 w 12192000"/>
              <a:gd name="connsiteY35" fmla="*/ 1345865 h 2240205"/>
              <a:gd name="connsiteX36" fmla="*/ 7840612 w 12192000"/>
              <a:gd name="connsiteY36" fmla="*/ 1369373 h 2240205"/>
              <a:gd name="connsiteX37" fmla="*/ 7786819 w 12192000"/>
              <a:gd name="connsiteY37" fmla="*/ 1378970 h 2240205"/>
              <a:gd name="connsiteX38" fmla="*/ 7548172 w 12192000"/>
              <a:gd name="connsiteY38" fmla="*/ 1417460 h 2240205"/>
              <a:gd name="connsiteX39" fmla="*/ 7483437 w 12192000"/>
              <a:gd name="connsiteY39" fmla="*/ 1478152 h 2240205"/>
              <a:gd name="connsiteX40" fmla="*/ 7377870 w 12192000"/>
              <a:gd name="connsiteY40" fmla="*/ 1523319 h 2240205"/>
              <a:gd name="connsiteX41" fmla="*/ 7230737 w 12192000"/>
              <a:gd name="connsiteY41" fmla="*/ 1562633 h 2240205"/>
              <a:gd name="connsiteX42" fmla="*/ 7224458 w 12192000"/>
              <a:gd name="connsiteY42" fmla="*/ 1573008 h 2240205"/>
              <a:gd name="connsiteX43" fmla="*/ 7183121 w 12192000"/>
              <a:gd name="connsiteY43" fmla="*/ 1595162 h 2240205"/>
              <a:gd name="connsiteX44" fmla="*/ 7164601 w 12192000"/>
              <a:gd name="connsiteY44" fmla="*/ 1606490 h 2240205"/>
              <a:gd name="connsiteX45" fmla="*/ 6900177 w 12192000"/>
              <a:gd name="connsiteY45" fmla="*/ 1636016 h 2240205"/>
              <a:gd name="connsiteX46" fmla="*/ 6795372 w 12192000"/>
              <a:gd name="connsiteY46" fmla="*/ 1644845 h 2240205"/>
              <a:gd name="connsiteX47" fmla="*/ 6692251 w 12192000"/>
              <a:gd name="connsiteY47" fmla="*/ 1656357 h 2240205"/>
              <a:gd name="connsiteX48" fmla="*/ 6655235 w 12192000"/>
              <a:gd name="connsiteY48" fmla="*/ 1661869 h 2240205"/>
              <a:gd name="connsiteX49" fmla="*/ 6554894 w 12192000"/>
              <a:gd name="connsiteY49" fmla="*/ 1664428 h 2240205"/>
              <a:gd name="connsiteX50" fmla="*/ 6516595 w 12192000"/>
              <a:gd name="connsiteY50" fmla="*/ 1667475 h 2240205"/>
              <a:gd name="connsiteX51" fmla="*/ 6508541 w 12192000"/>
              <a:gd name="connsiteY51" fmla="*/ 1668757 h 2240205"/>
              <a:gd name="connsiteX52" fmla="*/ 6471012 w 12192000"/>
              <a:gd name="connsiteY52" fmla="*/ 1678604 h 2240205"/>
              <a:gd name="connsiteX53" fmla="*/ 6364035 w 12192000"/>
              <a:gd name="connsiteY53" fmla="*/ 1667683 h 2240205"/>
              <a:gd name="connsiteX54" fmla="*/ 6243319 w 12192000"/>
              <a:gd name="connsiteY54" fmla="*/ 1695560 h 2240205"/>
              <a:gd name="connsiteX55" fmla="*/ 6098321 w 12192000"/>
              <a:gd name="connsiteY55" fmla="*/ 1721646 h 2240205"/>
              <a:gd name="connsiteX56" fmla="*/ 5880652 w 12192000"/>
              <a:gd name="connsiteY56" fmla="*/ 1779643 h 2240205"/>
              <a:gd name="connsiteX57" fmla="*/ 5785959 w 12192000"/>
              <a:gd name="connsiteY57" fmla="*/ 1775307 h 2240205"/>
              <a:gd name="connsiteX58" fmla="*/ 5643534 w 12192000"/>
              <a:gd name="connsiteY58" fmla="*/ 1802919 h 2240205"/>
              <a:gd name="connsiteX59" fmla="*/ 5518799 w 12192000"/>
              <a:gd name="connsiteY59" fmla="*/ 1818312 h 2240205"/>
              <a:gd name="connsiteX60" fmla="*/ 5505014 w 12192000"/>
              <a:gd name="connsiteY60" fmla="*/ 1819259 h 2240205"/>
              <a:gd name="connsiteX61" fmla="*/ 5453307 w 12192000"/>
              <a:gd name="connsiteY61" fmla="*/ 1815450 h 2240205"/>
              <a:gd name="connsiteX62" fmla="*/ 5221533 w 12192000"/>
              <a:gd name="connsiteY62" fmla="*/ 1846950 h 2240205"/>
              <a:gd name="connsiteX63" fmla="*/ 5149802 w 12192000"/>
              <a:gd name="connsiteY63" fmla="*/ 1844846 h 2240205"/>
              <a:gd name="connsiteX64" fmla="*/ 5114927 w 12192000"/>
              <a:gd name="connsiteY64" fmla="*/ 1847827 h 2240205"/>
              <a:gd name="connsiteX65" fmla="*/ 5108970 w 12192000"/>
              <a:gd name="connsiteY65" fmla="*/ 1847935 h 2240205"/>
              <a:gd name="connsiteX66" fmla="*/ 5067961 w 12192000"/>
              <a:gd name="connsiteY66" fmla="*/ 1845917 h 2240205"/>
              <a:gd name="connsiteX67" fmla="*/ 5007075 w 12192000"/>
              <a:gd name="connsiteY67" fmla="*/ 1838626 h 2240205"/>
              <a:gd name="connsiteX68" fmla="*/ 4944087 w 12192000"/>
              <a:gd name="connsiteY68" fmla="*/ 1823332 h 2240205"/>
              <a:gd name="connsiteX69" fmla="*/ 4907662 w 12192000"/>
              <a:gd name="connsiteY69" fmla="*/ 1816900 h 2240205"/>
              <a:gd name="connsiteX70" fmla="*/ 4882386 w 12192000"/>
              <a:gd name="connsiteY70" fmla="*/ 1809844 h 2240205"/>
              <a:gd name="connsiteX71" fmla="*/ 4811440 w 12192000"/>
              <a:gd name="connsiteY71" fmla="*/ 1804655 h 2240205"/>
              <a:gd name="connsiteX72" fmla="*/ 4691075 w 12192000"/>
              <a:gd name="connsiteY72" fmla="*/ 1801389 h 2240205"/>
              <a:gd name="connsiteX73" fmla="*/ 4640313 w 12192000"/>
              <a:gd name="connsiteY73" fmla="*/ 1784307 h 2240205"/>
              <a:gd name="connsiteX74" fmla="*/ 4536503 w 12192000"/>
              <a:gd name="connsiteY74" fmla="*/ 1785334 h 2240205"/>
              <a:gd name="connsiteX75" fmla="*/ 4513724 w 12192000"/>
              <a:gd name="connsiteY75" fmla="*/ 1791996 h 2240205"/>
              <a:gd name="connsiteX76" fmla="*/ 4459810 w 12192000"/>
              <a:gd name="connsiteY76" fmla="*/ 1797886 h 2240205"/>
              <a:gd name="connsiteX77" fmla="*/ 4379064 w 12192000"/>
              <a:gd name="connsiteY77" fmla="*/ 1817177 h 2240205"/>
              <a:gd name="connsiteX78" fmla="*/ 4290981 w 12192000"/>
              <a:gd name="connsiteY78" fmla="*/ 1839677 h 2240205"/>
              <a:gd name="connsiteX79" fmla="*/ 4238372 w 12192000"/>
              <a:gd name="connsiteY79" fmla="*/ 1851480 h 2240205"/>
              <a:gd name="connsiteX80" fmla="*/ 4232517 w 12192000"/>
              <a:gd name="connsiteY80" fmla="*/ 1852567 h 2240205"/>
              <a:gd name="connsiteX81" fmla="*/ 4191732 w 12192000"/>
              <a:gd name="connsiteY81" fmla="*/ 1857328 h 2240205"/>
              <a:gd name="connsiteX82" fmla="*/ 4065532 w 12192000"/>
              <a:gd name="connsiteY82" fmla="*/ 1855477 h 2240205"/>
              <a:gd name="connsiteX83" fmla="*/ 4028460 w 12192000"/>
              <a:gd name="connsiteY83" fmla="*/ 1855137 h 2240205"/>
              <a:gd name="connsiteX84" fmla="*/ 4002267 w 12192000"/>
              <a:gd name="connsiteY84" fmla="*/ 1852352 h 2240205"/>
              <a:gd name="connsiteX85" fmla="*/ 3931396 w 12192000"/>
              <a:gd name="connsiteY85" fmla="*/ 1858915 h 2240205"/>
              <a:gd name="connsiteX86" fmla="*/ 3812162 w 12192000"/>
              <a:gd name="connsiteY86" fmla="*/ 1875501 h 2240205"/>
              <a:gd name="connsiteX87" fmla="*/ 3758105 w 12192000"/>
              <a:gd name="connsiteY87" fmla="*/ 1871856 h 2240205"/>
              <a:gd name="connsiteX88" fmla="*/ 3567259 w 12192000"/>
              <a:gd name="connsiteY88" fmla="*/ 1893482 h 2240205"/>
              <a:gd name="connsiteX89" fmla="*/ 3405770 w 12192000"/>
              <a:gd name="connsiteY89" fmla="*/ 1904591 h 2240205"/>
              <a:gd name="connsiteX90" fmla="*/ 3280097 w 12192000"/>
              <a:gd name="connsiteY90" fmla="*/ 1919610 h 2240205"/>
              <a:gd name="connsiteX91" fmla="*/ 3009910 w 12192000"/>
              <a:gd name="connsiteY91" fmla="*/ 1957866 h 2240205"/>
              <a:gd name="connsiteX92" fmla="*/ 2995934 w 12192000"/>
              <a:gd name="connsiteY92" fmla="*/ 1967085 h 2240205"/>
              <a:gd name="connsiteX93" fmla="*/ 2942858 w 12192000"/>
              <a:gd name="connsiteY93" fmla="*/ 1981367 h 2240205"/>
              <a:gd name="connsiteX94" fmla="*/ 2875436 w 12192000"/>
              <a:gd name="connsiteY94" fmla="*/ 1996977 h 2240205"/>
              <a:gd name="connsiteX95" fmla="*/ 2874892 w 12192000"/>
              <a:gd name="connsiteY95" fmla="*/ 1996085 h 2240205"/>
              <a:gd name="connsiteX96" fmla="*/ 2843662 w 12192000"/>
              <a:gd name="connsiteY96" fmla="*/ 1992498 h 2240205"/>
              <a:gd name="connsiteX97" fmla="*/ 2718916 w 12192000"/>
              <a:gd name="connsiteY97" fmla="*/ 1990867 h 2240205"/>
              <a:gd name="connsiteX98" fmla="*/ 2713522 w 12192000"/>
              <a:gd name="connsiteY98" fmla="*/ 1990173 h 2240205"/>
              <a:gd name="connsiteX99" fmla="*/ 2476147 w 12192000"/>
              <a:gd name="connsiteY99" fmla="*/ 1998305 h 2240205"/>
              <a:gd name="connsiteX100" fmla="*/ 2373568 w 12192000"/>
              <a:gd name="connsiteY100" fmla="*/ 2003219 h 2240205"/>
              <a:gd name="connsiteX101" fmla="*/ 2287219 w 12192000"/>
              <a:gd name="connsiteY101" fmla="*/ 1998750 h 2240205"/>
              <a:gd name="connsiteX102" fmla="*/ 2243069 w 12192000"/>
              <a:gd name="connsiteY102" fmla="*/ 2005321 h 2240205"/>
              <a:gd name="connsiteX103" fmla="*/ 2164831 w 12192000"/>
              <a:gd name="connsiteY103" fmla="*/ 2010143 h 2240205"/>
              <a:gd name="connsiteX104" fmla="*/ 2085228 w 12192000"/>
              <a:gd name="connsiteY104" fmla="*/ 2046431 h 2240205"/>
              <a:gd name="connsiteX105" fmla="*/ 2058061 w 12192000"/>
              <a:gd name="connsiteY105" fmla="*/ 2047942 h 2240205"/>
              <a:gd name="connsiteX106" fmla="*/ 2042244 w 12192000"/>
              <a:gd name="connsiteY106" fmla="*/ 2055560 h 2240205"/>
              <a:gd name="connsiteX107" fmla="*/ 1877728 w 12192000"/>
              <a:gd name="connsiteY107" fmla="*/ 2101004 h 2240205"/>
              <a:gd name="connsiteX108" fmla="*/ 1759056 w 12192000"/>
              <a:gd name="connsiteY108" fmla="*/ 2125608 h 2240205"/>
              <a:gd name="connsiteX109" fmla="*/ 1637948 w 12192000"/>
              <a:gd name="connsiteY109" fmla="*/ 2172597 h 2240205"/>
              <a:gd name="connsiteX110" fmla="*/ 1434549 w 12192000"/>
              <a:gd name="connsiteY110" fmla="*/ 2234522 h 2240205"/>
              <a:gd name="connsiteX111" fmla="*/ 1370962 w 12192000"/>
              <a:gd name="connsiteY111" fmla="*/ 2237474 h 2240205"/>
              <a:gd name="connsiteX112" fmla="*/ 1356367 w 12192000"/>
              <a:gd name="connsiteY112" fmla="*/ 2235089 h 2240205"/>
              <a:gd name="connsiteX113" fmla="*/ 1279765 w 12192000"/>
              <a:gd name="connsiteY113" fmla="*/ 2229639 h 2240205"/>
              <a:gd name="connsiteX114" fmla="*/ 1195347 w 12192000"/>
              <a:gd name="connsiteY114" fmla="*/ 2212354 h 2240205"/>
              <a:gd name="connsiteX115" fmla="*/ 970251 w 12192000"/>
              <a:gd name="connsiteY115" fmla="*/ 2221029 h 2240205"/>
              <a:gd name="connsiteX116" fmla="*/ 812914 w 12192000"/>
              <a:gd name="connsiteY116" fmla="*/ 2210095 h 2240205"/>
              <a:gd name="connsiteX117" fmla="*/ 776382 w 12192000"/>
              <a:gd name="connsiteY117" fmla="*/ 2204512 h 2240205"/>
              <a:gd name="connsiteX118" fmla="*/ 597225 w 12192000"/>
              <a:gd name="connsiteY118" fmla="*/ 2180999 h 2240205"/>
              <a:gd name="connsiteX119" fmla="*/ 520671 w 12192000"/>
              <a:gd name="connsiteY119" fmla="*/ 2180980 h 2240205"/>
              <a:gd name="connsiteX120" fmla="*/ 515024 w 12192000"/>
              <a:gd name="connsiteY120" fmla="*/ 2179258 h 2240205"/>
              <a:gd name="connsiteX121" fmla="*/ 413835 w 12192000"/>
              <a:gd name="connsiteY121" fmla="*/ 2156783 h 2240205"/>
              <a:gd name="connsiteX122" fmla="*/ 376513 w 12192000"/>
              <a:gd name="connsiteY122" fmla="*/ 2154014 h 2240205"/>
              <a:gd name="connsiteX123" fmla="*/ 273386 w 12192000"/>
              <a:gd name="connsiteY123" fmla="*/ 2142551 h 2240205"/>
              <a:gd name="connsiteX124" fmla="*/ 77641 w 12192000"/>
              <a:gd name="connsiteY124" fmla="*/ 2126835 h 2240205"/>
              <a:gd name="connsiteX125" fmla="*/ 37645 w 12192000"/>
              <a:gd name="connsiteY125" fmla="*/ 2115401 h 2240205"/>
              <a:gd name="connsiteX126" fmla="*/ 4572 w 12192000"/>
              <a:gd name="connsiteY126" fmla="*/ 2111091 h 2240205"/>
              <a:gd name="connsiteX127" fmla="*/ 0 w 12192000"/>
              <a:gd name="connsiteY127" fmla="*/ 2110468 h 2240205"/>
              <a:gd name="connsiteX128" fmla="*/ 0 w 12192000"/>
              <a:gd name="connsiteY128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649954 w 12192000"/>
              <a:gd name="connsiteY4" fmla="*/ 749628 h 2240205"/>
              <a:gd name="connsiteX5" fmla="*/ 11560424 w 12192000"/>
              <a:gd name="connsiteY5" fmla="*/ 748017 h 2240205"/>
              <a:gd name="connsiteX6" fmla="*/ 11358455 w 12192000"/>
              <a:gd name="connsiteY6" fmla="*/ 747593 h 2240205"/>
              <a:gd name="connsiteX7" fmla="*/ 11165209 w 12192000"/>
              <a:gd name="connsiteY7" fmla="*/ 748852 h 2240205"/>
              <a:gd name="connsiteX8" fmla="*/ 11058755 w 12192000"/>
              <a:gd name="connsiteY8" fmla="*/ 749617 h 2240205"/>
              <a:gd name="connsiteX9" fmla="*/ 10803046 w 12192000"/>
              <a:gd name="connsiteY9" fmla="*/ 774328 h 2240205"/>
              <a:gd name="connsiteX10" fmla="*/ 10458762 w 12192000"/>
              <a:gd name="connsiteY10" fmla="*/ 755400 h 2240205"/>
              <a:gd name="connsiteX11" fmla="*/ 10211200 w 12192000"/>
              <a:gd name="connsiteY11" fmla="*/ 767513 h 2240205"/>
              <a:gd name="connsiteX12" fmla="*/ 10167995 w 12192000"/>
              <a:gd name="connsiteY12" fmla="*/ 760843 h 2240205"/>
              <a:gd name="connsiteX13" fmla="*/ 9997044 w 12192000"/>
              <a:gd name="connsiteY13" fmla="*/ 780129 h 2240205"/>
              <a:gd name="connsiteX14" fmla="*/ 9943887 w 12192000"/>
              <a:gd name="connsiteY14" fmla="*/ 804141 h 2240205"/>
              <a:gd name="connsiteX15" fmla="*/ 9918248 w 12192000"/>
              <a:gd name="connsiteY15" fmla="*/ 816628 h 2240205"/>
              <a:gd name="connsiteX16" fmla="*/ 9767091 w 12192000"/>
              <a:gd name="connsiteY16" fmla="*/ 870550 h 2240205"/>
              <a:gd name="connsiteX17" fmla="*/ 9683005 w 12192000"/>
              <a:gd name="connsiteY17" fmla="*/ 894128 h 2240205"/>
              <a:gd name="connsiteX18" fmla="*/ 9500499 w 12192000"/>
              <a:gd name="connsiteY18" fmla="*/ 954680 h 2240205"/>
              <a:gd name="connsiteX19" fmla="*/ 9410017 w 12192000"/>
              <a:gd name="connsiteY19" fmla="*/ 993931 h 2240205"/>
              <a:gd name="connsiteX20" fmla="*/ 9392919 w 12192000"/>
              <a:gd name="connsiteY20" fmla="*/ 994656 h 2240205"/>
              <a:gd name="connsiteX21" fmla="*/ 9268019 w 12192000"/>
              <a:gd name="connsiteY21" fmla="*/ 1007442 h 2240205"/>
              <a:gd name="connsiteX22" fmla="*/ 9188177 w 12192000"/>
              <a:gd name="connsiteY22" fmla="*/ 1035474 h 2240205"/>
              <a:gd name="connsiteX23" fmla="*/ 9155969 w 12192000"/>
              <a:gd name="connsiteY23" fmla="*/ 1046804 h 2240205"/>
              <a:gd name="connsiteX24" fmla="*/ 9133985 w 12192000"/>
              <a:gd name="connsiteY24" fmla="*/ 1046450 h 2240205"/>
              <a:gd name="connsiteX25" fmla="*/ 9003462 w 12192000"/>
              <a:gd name="connsiteY25" fmla="*/ 1042406 h 2240205"/>
              <a:gd name="connsiteX26" fmla="*/ 8968445 w 12192000"/>
              <a:gd name="connsiteY26" fmla="*/ 1052169 h 2240205"/>
              <a:gd name="connsiteX27" fmla="*/ 8886001 w 12192000"/>
              <a:gd name="connsiteY27" fmla="*/ 1067468 h 2240205"/>
              <a:gd name="connsiteX28" fmla="*/ 8838610 w 12192000"/>
              <a:gd name="connsiteY28" fmla="*/ 1075091 h 2240205"/>
              <a:gd name="connsiteX29" fmla="*/ 8665605 w 12192000"/>
              <a:gd name="connsiteY29" fmla="*/ 1110791 h 2240205"/>
              <a:gd name="connsiteX30" fmla="*/ 8419755 w 12192000"/>
              <a:gd name="connsiteY30" fmla="*/ 1216260 h 2240205"/>
              <a:gd name="connsiteX31" fmla="*/ 8411626 w 12192000"/>
              <a:gd name="connsiteY31" fmla="*/ 1214397 h 2240205"/>
              <a:gd name="connsiteX32" fmla="*/ 8363469 w 12192000"/>
              <a:gd name="connsiteY32" fmla="*/ 1246658 h 2240205"/>
              <a:gd name="connsiteX33" fmla="*/ 8275497 w 12192000"/>
              <a:gd name="connsiteY33" fmla="*/ 1264396 h 2240205"/>
              <a:gd name="connsiteX34" fmla="*/ 8074238 w 12192000"/>
              <a:gd name="connsiteY34" fmla="*/ 1301895 h 2240205"/>
              <a:gd name="connsiteX35" fmla="*/ 7902328 w 12192000"/>
              <a:gd name="connsiteY35" fmla="*/ 1345865 h 2240205"/>
              <a:gd name="connsiteX36" fmla="*/ 7840612 w 12192000"/>
              <a:gd name="connsiteY36" fmla="*/ 1369373 h 2240205"/>
              <a:gd name="connsiteX37" fmla="*/ 7786819 w 12192000"/>
              <a:gd name="connsiteY37" fmla="*/ 1378970 h 2240205"/>
              <a:gd name="connsiteX38" fmla="*/ 7548172 w 12192000"/>
              <a:gd name="connsiteY38" fmla="*/ 1417460 h 2240205"/>
              <a:gd name="connsiteX39" fmla="*/ 7483437 w 12192000"/>
              <a:gd name="connsiteY39" fmla="*/ 1478152 h 2240205"/>
              <a:gd name="connsiteX40" fmla="*/ 7377870 w 12192000"/>
              <a:gd name="connsiteY40" fmla="*/ 1523319 h 2240205"/>
              <a:gd name="connsiteX41" fmla="*/ 7230737 w 12192000"/>
              <a:gd name="connsiteY41" fmla="*/ 1562633 h 2240205"/>
              <a:gd name="connsiteX42" fmla="*/ 7224458 w 12192000"/>
              <a:gd name="connsiteY42" fmla="*/ 1573008 h 2240205"/>
              <a:gd name="connsiteX43" fmla="*/ 7183121 w 12192000"/>
              <a:gd name="connsiteY43" fmla="*/ 1595162 h 2240205"/>
              <a:gd name="connsiteX44" fmla="*/ 7164601 w 12192000"/>
              <a:gd name="connsiteY44" fmla="*/ 1606490 h 2240205"/>
              <a:gd name="connsiteX45" fmla="*/ 6900177 w 12192000"/>
              <a:gd name="connsiteY45" fmla="*/ 1636016 h 2240205"/>
              <a:gd name="connsiteX46" fmla="*/ 6795372 w 12192000"/>
              <a:gd name="connsiteY46" fmla="*/ 1644845 h 2240205"/>
              <a:gd name="connsiteX47" fmla="*/ 6692251 w 12192000"/>
              <a:gd name="connsiteY47" fmla="*/ 1656357 h 2240205"/>
              <a:gd name="connsiteX48" fmla="*/ 6655235 w 12192000"/>
              <a:gd name="connsiteY48" fmla="*/ 1661869 h 2240205"/>
              <a:gd name="connsiteX49" fmla="*/ 6554894 w 12192000"/>
              <a:gd name="connsiteY49" fmla="*/ 1664428 h 2240205"/>
              <a:gd name="connsiteX50" fmla="*/ 6516595 w 12192000"/>
              <a:gd name="connsiteY50" fmla="*/ 1667475 h 2240205"/>
              <a:gd name="connsiteX51" fmla="*/ 6508541 w 12192000"/>
              <a:gd name="connsiteY51" fmla="*/ 1668757 h 2240205"/>
              <a:gd name="connsiteX52" fmla="*/ 6471012 w 12192000"/>
              <a:gd name="connsiteY52" fmla="*/ 1678604 h 2240205"/>
              <a:gd name="connsiteX53" fmla="*/ 6364035 w 12192000"/>
              <a:gd name="connsiteY53" fmla="*/ 1667683 h 2240205"/>
              <a:gd name="connsiteX54" fmla="*/ 6243319 w 12192000"/>
              <a:gd name="connsiteY54" fmla="*/ 1695560 h 2240205"/>
              <a:gd name="connsiteX55" fmla="*/ 6098321 w 12192000"/>
              <a:gd name="connsiteY55" fmla="*/ 1721646 h 2240205"/>
              <a:gd name="connsiteX56" fmla="*/ 5880652 w 12192000"/>
              <a:gd name="connsiteY56" fmla="*/ 1779643 h 2240205"/>
              <a:gd name="connsiteX57" fmla="*/ 5785959 w 12192000"/>
              <a:gd name="connsiteY57" fmla="*/ 1775307 h 2240205"/>
              <a:gd name="connsiteX58" fmla="*/ 5643534 w 12192000"/>
              <a:gd name="connsiteY58" fmla="*/ 1802919 h 2240205"/>
              <a:gd name="connsiteX59" fmla="*/ 5518799 w 12192000"/>
              <a:gd name="connsiteY59" fmla="*/ 1818312 h 2240205"/>
              <a:gd name="connsiteX60" fmla="*/ 5505014 w 12192000"/>
              <a:gd name="connsiteY60" fmla="*/ 1819259 h 2240205"/>
              <a:gd name="connsiteX61" fmla="*/ 5453307 w 12192000"/>
              <a:gd name="connsiteY61" fmla="*/ 1815450 h 2240205"/>
              <a:gd name="connsiteX62" fmla="*/ 5221533 w 12192000"/>
              <a:gd name="connsiteY62" fmla="*/ 1846950 h 2240205"/>
              <a:gd name="connsiteX63" fmla="*/ 5149802 w 12192000"/>
              <a:gd name="connsiteY63" fmla="*/ 1844846 h 2240205"/>
              <a:gd name="connsiteX64" fmla="*/ 5114927 w 12192000"/>
              <a:gd name="connsiteY64" fmla="*/ 1847827 h 2240205"/>
              <a:gd name="connsiteX65" fmla="*/ 5108970 w 12192000"/>
              <a:gd name="connsiteY65" fmla="*/ 1847935 h 2240205"/>
              <a:gd name="connsiteX66" fmla="*/ 5067961 w 12192000"/>
              <a:gd name="connsiteY66" fmla="*/ 1845917 h 2240205"/>
              <a:gd name="connsiteX67" fmla="*/ 5007075 w 12192000"/>
              <a:gd name="connsiteY67" fmla="*/ 1838626 h 2240205"/>
              <a:gd name="connsiteX68" fmla="*/ 4944087 w 12192000"/>
              <a:gd name="connsiteY68" fmla="*/ 1823332 h 2240205"/>
              <a:gd name="connsiteX69" fmla="*/ 4907662 w 12192000"/>
              <a:gd name="connsiteY69" fmla="*/ 1816900 h 2240205"/>
              <a:gd name="connsiteX70" fmla="*/ 4882386 w 12192000"/>
              <a:gd name="connsiteY70" fmla="*/ 1809844 h 2240205"/>
              <a:gd name="connsiteX71" fmla="*/ 4811440 w 12192000"/>
              <a:gd name="connsiteY71" fmla="*/ 1804655 h 2240205"/>
              <a:gd name="connsiteX72" fmla="*/ 4691075 w 12192000"/>
              <a:gd name="connsiteY72" fmla="*/ 1801389 h 2240205"/>
              <a:gd name="connsiteX73" fmla="*/ 4640313 w 12192000"/>
              <a:gd name="connsiteY73" fmla="*/ 1784307 h 2240205"/>
              <a:gd name="connsiteX74" fmla="*/ 4536503 w 12192000"/>
              <a:gd name="connsiteY74" fmla="*/ 1785334 h 2240205"/>
              <a:gd name="connsiteX75" fmla="*/ 4513724 w 12192000"/>
              <a:gd name="connsiteY75" fmla="*/ 1791996 h 2240205"/>
              <a:gd name="connsiteX76" fmla="*/ 4459810 w 12192000"/>
              <a:gd name="connsiteY76" fmla="*/ 1797886 h 2240205"/>
              <a:gd name="connsiteX77" fmla="*/ 4379064 w 12192000"/>
              <a:gd name="connsiteY77" fmla="*/ 1817177 h 2240205"/>
              <a:gd name="connsiteX78" fmla="*/ 4290981 w 12192000"/>
              <a:gd name="connsiteY78" fmla="*/ 1839677 h 2240205"/>
              <a:gd name="connsiteX79" fmla="*/ 4238372 w 12192000"/>
              <a:gd name="connsiteY79" fmla="*/ 1851480 h 2240205"/>
              <a:gd name="connsiteX80" fmla="*/ 4232517 w 12192000"/>
              <a:gd name="connsiteY80" fmla="*/ 1852567 h 2240205"/>
              <a:gd name="connsiteX81" fmla="*/ 4191732 w 12192000"/>
              <a:gd name="connsiteY81" fmla="*/ 1857328 h 2240205"/>
              <a:gd name="connsiteX82" fmla="*/ 4065532 w 12192000"/>
              <a:gd name="connsiteY82" fmla="*/ 1855477 h 2240205"/>
              <a:gd name="connsiteX83" fmla="*/ 4028460 w 12192000"/>
              <a:gd name="connsiteY83" fmla="*/ 1855137 h 2240205"/>
              <a:gd name="connsiteX84" fmla="*/ 4002267 w 12192000"/>
              <a:gd name="connsiteY84" fmla="*/ 1852352 h 2240205"/>
              <a:gd name="connsiteX85" fmla="*/ 3931396 w 12192000"/>
              <a:gd name="connsiteY85" fmla="*/ 1858915 h 2240205"/>
              <a:gd name="connsiteX86" fmla="*/ 3812162 w 12192000"/>
              <a:gd name="connsiteY86" fmla="*/ 1875501 h 2240205"/>
              <a:gd name="connsiteX87" fmla="*/ 3758105 w 12192000"/>
              <a:gd name="connsiteY87" fmla="*/ 1871856 h 2240205"/>
              <a:gd name="connsiteX88" fmla="*/ 3567259 w 12192000"/>
              <a:gd name="connsiteY88" fmla="*/ 1893482 h 2240205"/>
              <a:gd name="connsiteX89" fmla="*/ 3405770 w 12192000"/>
              <a:gd name="connsiteY89" fmla="*/ 1904591 h 2240205"/>
              <a:gd name="connsiteX90" fmla="*/ 3280097 w 12192000"/>
              <a:gd name="connsiteY90" fmla="*/ 1919610 h 2240205"/>
              <a:gd name="connsiteX91" fmla="*/ 3009910 w 12192000"/>
              <a:gd name="connsiteY91" fmla="*/ 1957866 h 2240205"/>
              <a:gd name="connsiteX92" fmla="*/ 2995934 w 12192000"/>
              <a:gd name="connsiteY92" fmla="*/ 1967085 h 2240205"/>
              <a:gd name="connsiteX93" fmla="*/ 2942858 w 12192000"/>
              <a:gd name="connsiteY93" fmla="*/ 1981367 h 2240205"/>
              <a:gd name="connsiteX94" fmla="*/ 2875436 w 12192000"/>
              <a:gd name="connsiteY94" fmla="*/ 1996977 h 2240205"/>
              <a:gd name="connsiteX95" fmla="*/ 2874892 w 12192000"/>
              <a:gd name="connsiteY95" fmla="*/ 1996085 h 2240205"/>
              <a:gd name="connsiteX96" fmla="*/ 2843662 w 12192000"/>
              <a:gd name="connsiteY96" fmla="*/ 1992498 h 2240205"/>
              <a:gd name="connsiteX97" fmla="*/ 2718916 w 12192000"/>
              <a:gd name="connsiteY97" fmla="*/ 1990867 h 2240205"/>
              <a:gd name="connsiteX98" fmla="*/ 2713522 w 12192000"/>
              <a:gd name="connsiteY98" fmla="*/ 1990173 h 2240205"/>
              <a:gd name="connsiteX99" fmla="*/ 2476147 w 12192000"/>
              <a:gd name="connsiteY99" fmla="*/ 1998305 h 2240205"/>
              <a:gd name="connsiteX100" fmla="*/ 2373568 w 12192000"/>
              <a:gd name="connsiteY100" fmla="*/ 2003219 h 2240205"/>
              <a:gd name="connsiteX101" fmla="*/ 2287219 w 12192000"/>
              <a:gd name="connsiteY101" fmla="*/ 1998750 h 2240205"/>
              <a:gd name="connsiteX102" fmla="*/ 2243069 w 12192000"/>
              <a:gd name="connsiteY102" fmla="*/ 2005321 h 2240205"/>
              <a:gd name="connsiteX103" fmla="*/ 2164831 w 12192000"/>
              <a:gd name="connsiteY103" fmla="*/ 2010143 h 2240205"/>
              <a:gd name="connsiteX104" fmla="*/ 2085228 w 12192000"/>
              <a:gd name="connsiteY104" fmla="*/ 2046431 h 2240205"/>
              <a:gd name="connsiteX105" fmla="*/ 2058061 w 12192000"/>
              <a:gd name="connsiteY105" fmla="*/ 2047942 h 2240205"/>
              <a:gd name="connsiteX106" fmla="*/ 2042244 w 12192000"/>
              <a:gd name="connsiteY106" fmla="*/ 2055560 h 2240205"/>
              <a:gd name="connsiteX107" fmla="*/ 1877728 w 12192000"/>
              <a:gd name="connsiteY107" fmla="*/ 2101004 h 2240205"/>
              <a:gd name="connsiteX108" fmla="*/ 1759056 w 12192000"/>
              <a:gd name="connsiteY108" fmla="*/ 2125608 h 2240205"/>
              <a:gd name="connsiteX109" fmla="*/ 1637948 w 12192000"/>
              <a:gd name="connsiteY109" fmla="*/ 2172597 h 2240205"/>
              <a:gd name="connsiteX110" fmla="*/ 1434549 w 12192000"/>
              <a:gd name="connsiteY110" fmla="*/ 2234522 h 2240205"/>
              <a:gd name="connsiteX111" fmla="*/ 1370962 w 12192000"/>
              <a:gd name="connsiteY111" fmla="*/ 2237474 h 2240205"/>
              <a:gd name="connsiteX112" fmla="*/ 1356367 w 12192000"/>
              <a:gd name="connsiteY112" fmla="*/ 2235089 h 2240205"/>
              <a:gd name="connsiteX113" fmla="*/ 1279765 w 12192000"/>
              <a:gd name="connsiteY113" fmla="*/ 2229639 h 2240205"/>
              <a:gd name="connsiteX114" fmla="*/ 1195347 w 12192000"/>
              <a:gd name="connsiteY114" fmla="*/ 2212354 h 2240205"/>
              <a:gd name="connsiteX115" fmla="*/ 970251 w 12192000"/>
              <a:gd name="connsiteY115" fmla="*/ 2221029 h 2240205"/>
              <a:gd name="connsiteX116" fmla="*/ 812914 w 12192000"/>
              <a:gd name="connsiteY116" fmla="*/ 2210095 h 2240205"/>
              <a:gd name="connsiteX117" fmla="*/ 776382 w 12192000"/>
              <a:gd name="connsiteY117" fmla="*/ 2204512 h 2240205"/>
              <a:gd name="connsiteX118" fmla="*/ 597225 w 12192000"/>
              <a:gd name="connsiteY118" fmla="*/ 2180999 h 2240205"/>
              <a:gd name="connsiteX119" fmla="*/ 520671 w 12192000"/>
              <a:gd name="connsiteY119" fmla="*/ 2180980 h 2240205"/>
              <a:gd name="connsiteX120" fmla="*/ 515024 w 12192000"/>
              <a:gd name="connsiteY120" fmla="*/ 2179258 h 2240205"/>
              <a:gd name="connsiteX121" fmla="*/ 413835 w 12192000"/>
              <a:gd name="connsiteY121" fmla="*/ 2156783 h 2240205"/>
              <a:gd name="connsiteX122" fmla="*/ 376513 w 12192000"/>
              <a:gd name="connsiteY122" fmla="*/ 2154014 h 2240205"/>
              <a:gd name="connsiteX123" fmla="*/ 273386 w 12192000"/>
              <a:gd name="connsiteY123" fmla="*/ 2142551 h 2240205"/>
              <a:gd name="connsiteX124" fmla="*/ 77641 w 12192000"/>
              <a:gd name="connsiteY124" fmla="*/ 2126835 h 2240205"/>
              <a:gd name="connsiteX125" fmla="*/ 37645 w 12192000"/>
              <a:gd name="connsiteY125" fmla="*/ 2115401 h 2240205"/>
              <a:gd name="connsiteX126" fmla="*/ 4572 w 12192000"/>
              <a:gd name="connsiteY126" fmla="*/ 2111091 h 2240205"/>
              <a:gd name="connsiteX127" fmla="*/ 0 w 12192000"/>
              <a:gd name="connsiteY127" fmla="*/ 2110468 h 2240205"/>
              <a:gd name="connsiteX128" fmla="*/ 0 w 12192000"/>
              <a:gd name="connsiteY128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649954 w 12192000"/>
              <a:gd name="connsiteY4" fmla="*/ 749628 h 2240205"/>
              <a:gd name="connsiteX5" fmla="*/ 11560424 w 12192000"/>
              <a:gd name="connsiteY5" fmla="*/ 748017 h 2240205"/>
              <a:gd name="connsiteX6" fmla="*/ 11358455 w 12192000"/>
              <a:gd name="connsiteY6" fmla="*/ 747593 h 2240205"/>
              <a:gd name="connsiteX7" fmla="*/ 11165209 w 12192000"/>
              <a:gd name="connsiteY7" fmla="*/ 748852 h 2240205"/>
              <a:gd name="connsiteX8" fmla="*/ 11058755 w 12192000"/>
              <a:gd name="connsiteY8" fmla="*/ 749617 h 2240205"/>
              <a:gd name="connsiteX9" fmla="*/ 10803046 w 12192000"/>
              <a:gd name="connsiteY9" fmla="*/ 774328 h 2240205"/>
              <a:gd name="connsiteX10" fmla="*/ 10458762 w 12192000"/>
              <a:gd name="connsiteY10" fmla="*/ 755400 h 2240205"/>
              <a:gd name="connsiteX11" fmla="*/ 10211200 w 12192000"/>
              <a:gd name="connsiteY11" fmla="*/ 767513 h 2240205"/>
              <a:gd name="connsiteX12" fmla="*/ 10167995 w 12192000"/>
              <a:gd name="connsiteY12" fmla="*/ 760843 h 2240205"/>
              <a:gd name="connsiteX13" fmla="*/ 9997044 w 12192000"/>
              <a:gd name="connsiteY13" fmla="*/ 780129 h 2240205"/>
              <a:gd name="connsiteX14" fmla="*/ 9943887 w 12192000"/>
              <a:gd name="connsiteY14" fmla="*/ 804141 h 2240205"/>
              <a:gd name="connsiteX15" fmla="*/ 9918248 w 12192000"/>
              <a:gd name="connsiteY15" fmla="*/ 816628 h 2240205"/>
              <a:gd name="connsiteX16" fmla="*/ 9767091 w 12192000"/>
              <a:gd name="connsiteY16" fmla="*/ 870550 h 2240205"/>
              <a:gd name="connsiteX17" fmla="*/ 9683005 w 12192000"/>
              <a:gd name="connsiteY17" fmla="*/ 894128 h 2240205"/>
              <a:gd name="connsiteX18" fmla="*/ 9500499 w 12192000"/>
              <a:gd name="connsiteY18" fmla="*/ 954680 h 2240205"/>
              <a:gd name="connsiteX19" fmla="*/ 9410017 w 12192000"/>
              <a:gd name="connsiteY19" fmla="*/ 993931 h 2240205"/>
              <a:gd name="connsiteX20" fmla="*/ 9392919 w 12192000"/>
              <a:gd name="connsiteY20" fmla="*/ 994656 h 2240205"/>
              <a:gd name="connsiteX21" fmla="*/ 9268019 w 12192000"/>
              <a:gd name="connsiteY21" fmla="*/ 1007442 h 2240205"/>
              <a:gd name="connsiteX22" fmla="*/ 9188177 w 12192000"/>
              <a:gd name="connsiteY22" fmla="*/ 1035474 h 2240205"/>
              <a:gd name="connsiteX23" fmla="*/ 9155969 w 12192000"/>
              <a:gd name="connsiteY23" fmla="*/ 1046804 h 2240205"/>
              <a:gd name="connsiteX24" fmla="*/ 9133985 w 12192000"/>
              <a:gd name="connsiteY24" fmla="*/ 1046450 h 2240205"/>
              <a:gd name="connsiteX25" fmla="*/ 9003462 w 12192000"/>
              <a:gd name="connsiteY25" fmla="*/ 1042406 h 2240205"/>
              <a:gd name="connsiteX26" fmla="*/ 8968445 w 12192000"/>
              <a:gd name="connsiteY26" fmla="*/ 1052169 h 2240205"/>
              <a:gd name="connsiteX27" fmla="*/ 8886001 w 12192000"/>
              <a:gd name="connsiteY27" fmla="*/ 1067468 h 2240205"/>
              <a:gd name="connsiteX28" fmla="*/ 8838610 w 12192000"/>
              <a:gd name="connsiteY28" fmla="*/ 1075091 h 2240205"/>
              <a:gd name="connsiteX29" fmla="*/ 8665605 w 12192000"/>
              <a:gd name="connsiteY29" fmla="*/ 1110791 h 2240205"/>
              <a:gd name="connsiteX30" fmla="*/ 8419755 w 12192000"/>
              <a:gd name="connsiteY30" fmla="*/ 1216260 h 2240205"/>
              <a:gd name="connsiteX31" fmla="*/ 8411626 w 12192000"/>
              <a:gd name="connsiteY31" fmla="*/ 1214397 h 2240205"/>
              <a:gd name="connsiteX32" fmla="*/ 8363469 w 12192000"/>
              <a:gd name="connsiteY32" fmla="*/ 1246658 h 2240205"/>
              <a:gd name="connsiteX33" fmla="*/ 8275497 w 12192000"/>
              <a:gd name="connsiteY33" fmla="*/ 1264396 h 2240205"/>
              <a:gd name="connsiteX34" fmla="*/ 8074238 w 12192000"/>
              <a:gd name="connsiteY34" fmla="*/ 1301895 h 2240205"/>
              <a:gd name="connsiteX35" fmla="*/ 7902328 w 12192000"/>
              <a:gd name="connsiteY35" fmla="*/ 1345865 h 2240205"/>
              <a:gd name="connsiteX36" fmla="*/ 7840612 w 12192000"/>
              <a:gd name="connsiteY36" fmla="*/ 1369373 h 2240205"/>
              <a:gd name="connsiteX37" fmla="*/ 7786819 w 12192000"/>
              <a:gd name="connsiteY37" fmla="*/ 1378970 h 2240205"/>
              <a:gd name="connsiteX38" fmla="*/ 7548172 w 12192000"/>
              <a:gd name="connsiteY38" fmla="*/ 1417460 h 2240205"/>
              <a:gd name="connsiteX39" fmla="*/ 7483437 w 12192000"/>
              <a:gd name="connsiteY39" fmla="*/ 1478152 h 2240205"/>
              <a:gd name="connsiteX40" fmla="*/ 7377870 w 12192000"/>
              <a:gd name="connsiteY40" fmla="*/ 1523319 h 2240205"/>
              <a:gd name="connsiteX41" fmla="*/ 7230737 w 12192000"/>
              <a:gd name="connsiteY41" fmla="*/ 1562633 h 2240205"/>
              <a:gd name="connsiteX42" fmla="*/ 7224458 w 12192000"/>
              <a:gd name="connsiteY42" fmla="*/ 1573008 h 2240205"/>
              <a:gd name="connsiteX43" fmla="*/ 7183121 w 12192000"/>
              <a:gd name="connsiteY43" fmla="*/ 1595162 h 2240205"/>
              <a:gd name="connsiteX44" fmla="*/ 7164601 w 12192000"/>
              <a:gd name="connsiteY44" fmla="*/ 1606490 h 2240205"/>
              <a:gd name="connsiteX45" fmla="*/ 6900177 w 12192000"/>
              <a:gd name="connsiteY45" fmla="*/ 1636016 h 2240205"/>
              <a:gd name="connsiteX46" fmla="*/ 6795372 w 12192000"/>
              <a:gd name="connsiteY46" fmla="*/ 1644845 h 2240205"/>
              <a:gd name="connsiteX47" fmla="*/ 6692251 w 12192000"/>
              <a:gd name="connsiteY47" fmla="*/ 1656357 h 2240205"/>
              <a:gd name="connsiteX48" fmla="*/ 6655235 w 12192000"/>
              <a:gd name="connsiteY48" fmla="*/ 1661869 h 2240205"/>
              <a:gd name="connsiteX49" fmla="*/ 6554894 w 12192000"/>
              <a:gd name="connsiteY49" fmla="*/ 1664428 h 2240205"/>
              <a:gd name="connsiteX50" fmla="*/ 6516595 w 12192000"/>
              <a:gd name="connsiteY50" fmla="*/ 1667475 h 2240205"/>
              <a:gd name="connsiteX51" fmla="*/ 6508541 w 12192000"/>
              <a:gd name="connsiteY51" fmla="*/ 1668757 h 2240205"/>
              <a:gd name="connsiteX52" fmla="*/ 6471012 w 12192000"/>
              <a:gd name="connsiteY52" fmla="*/ 1678604 h 2240205"/>
              <a:gd name="connsiteX53" fmla="*/ 6364035 w 12192000"/>
              <a:gd name="connsiteY53" fmla="*/ 1667683 h 2240205"/>
              <a:gd name="connsiteX54" fmla="*/ 6243319 w 12192000"/>
              <a:gd name="connsiteY54" fmla="*/ 1695560 h 2240205"/>
              <a:gd name="connsiteX55" fmla="*/ 6098321 w 12192000"/>
              <a:gd name="connsiteY55" fmla="*/ 1721646 h 2240205"/>
              <a:gd name="connsiteX56" fmla="*/ 5880652 w 12192000"/>
              <a:gd name="connsiteY56" fmla="*/ 1779643 h 2240205"/>
              <a:gd name="connsiteX57" fmla="*/ 5785959 w 12192000"/>
              <a:gd name="connsiteY57" fmla="*/ 1775307 h 2240205"/>
              <a:gd name="connsiteX58" fmla="*/ 5643534 w 12192000"/>
              <a:gd name="connsiteY58" fmla="*/ 1802919 h 2240205"/>
              <a:gd name="connsiteX59" fmla="*/ 5518799 w 12192000"/>
              <a:gd name="connsiteY59" fmla="*/ 1818312 h 2240205"/>
              <a:gd name="connsiteX60" fmla="*/ 5505014 w 12192000"/>
              <a:gd name="connsiteY60" fmla="*/ 1819259 h 2240205"/>
              <a:gd name="connsiteX61" fmla="*/ 5453307 w 12192000"/>
              <a:gd name="connsiteY61" fmla="*/ 1815450 h 2240205"/>
              <a:gd name="connsiteX62" fmla="*/ 5221533 w 12192000"/>
              <a:gd name="connsiteY62" fmla="*/ 1846950 h 2240205"/>
              <a:gd name="connsiteX63" fmla="*/ 5149802 w 12192000"/>
              <a:gd name="connsiteY63" fmla="*/ 1844846 h 2240205"/>
              <a:gd name="connsiteX64" fmla="*/ 5114927 w 12192000"/>
              <a:gd name="connsiteY64" fmla="*/ 1847827 h 2240205"/>
              <a:gd name="connsiteX65" fmla="*/ 5108970 w 12192000"/>
              <a:gd name="connsiteY65" fmla="*/ 1847935 h 2240205"/>
              <a:gd name="connsiteX66" fmla="*/ 5067961 w 12192000"/>
              <a:gd name="connsiteY66" fmla="*/ 1845917 h 2240205"/>
              <a:gd name="connsiteX67" fmla="*/ 5007075 w 12192000"/>
              <a:gd name="connsiteY67" fmla="*/ 1838626 h 2240205"/>
              <a:gd name="connsiteX68" fmla="*/ 4944087 w 12192000"/>
              <a:gd name="connsiteY68" fmla="*/ 1823332 h 2240205"/>
              <a:gd name="connsiteX69" fmla="*/ 4907662 w 12192000"/>
              <a:gd name="connsiteY69" fmla="*/ 1816900 h 2240205"/>
              <a:gd name="connsiteX70" fmla="*/ 4882386 w 12192000"/>
              <a:gd name="connsiteY70" fmla="*/ 1809844 h 2240205"/>
              <a:gd name="connsiteX71" fmla="*/ 4811440 w 12192000"/>
              <a:gd name="connsiteY71" fmla="*/ 1804655 h 2240205"/>
              <a:gd name="connsiteX72" fmla="*/ 4691075 w 12192000"/>
              <a:gd name="connsiteY72" fmla="*/ 1801389 h 2240205"/>
              <a:gd name="connsiteX73" fmla="*/ 4640313 w 12192000"/>
              <a:gd name="connsiteY73" fmla="*/ 1784307 h 2240205"/>
              <a:gd name="connsiteX74" fmla="*/ 4536503 w 12192000"/>
              <a:gd name="connsiteY74" fmla="*/ 1785334 h 2240205"/>
              <a:gd name="connsiteX75" fmla="*/ 4513724 w 12192000"/>
              <a:gd name="connsiteY75" fmla="*/ 1791996 h 2240205"/>
              <a:gd name="connsiteX76" fmla="*/ 4459810 w 12192000"/>
              <a:gd name="connsiteY76" fmla="*/ 1797886 h 2240205"/>
              <a:gd name="connsiteX77" fmla="*/ 4379064 w 12192000"/>
              <a:gd name="connsiteY77" fmla="*/ 1817177 h 2240205"/>
              <a:gd name="connsiteX78" fmla="*/ 4290981 w 12192000"/>
              <a:gd name="connsiteY78" fmla="*/ 1839677 h 2240205"/>
              <a:gd name="connsiteX79" fmla="*/ 4238372 w 12192000"/>
              <a:gd name="connsiteY79" fmla="*/ 1851480 h 2240205"/>
              <a:gd name="connsiteX80" fmla="*/ 4232517 w 12192000"/>
              <a:gd name="connsiteY80" fmla="*/ 1852567 h 2240205"/>
              <a:gd name="connsiteX81" fmla="*/ 4191732 w 12192000"/>
              <a:gd name="connsiteY81" fmla="*/ 1857328 h 2240205"/>
              <a:gd name="connsiteX82" fmla="*/ 4065532 w 12192000"/>
              <a:gd name="connsiteY82" fmla="*/ 1855477 h 2240205"/>
              <a:gd name="connsiteX83" fmla="*/ 4028460 w 12192000"/>
              <a:gd name="connsiteY83" fmla="*/ 1855137 h 2240205"/>
              <a:gd name="connsiteX84" fmla="*/ 4002267 w 12192000"/>
              <a:gd name="connsiteY84" fmla="*/ 1852352 h 2240205"/>
              <a:gd name="connsiteX85" fmla="*/ 3931396 w 12192000"/>
              <a:gd name="connsiteY85" fmla="*/ 1858915 h 2240205"/>
              <a:gd name="connsiteX86" fmla="*/ 3812162 w 12192000"/>
              <a:gd name="connsiteY86" fmla="*/ 1875501 h 2240205"/>
              <a:gd name="connsiteX87" fmla="*/ 3758105 w 12192000"/>
              <a:gd name="connsiteY87" fmla="*/ 1871856 h 2240205"/>
              <a:gd name="connsiteX88" fmla="*/ 3567259 w 12192000"/>
              <a:gd name="connsiteY88" fmla="*/ 1893482 h 2240205"/>
              <a:gd name="connsiteX89" fmla="*/ 3405770 w 12192000"/>
              <a:gd name="connsiteY89" fmla="*/ 1904591 h 2240205"/>
              <a:gd name="connsiteX90" fmla="*/ 3280097 w 12192000"/>
              <a:gd name="connsiteY90" fmla="*/ 1919610 h 2240205"/>
              <a:gd name="connsiteX91" fmla="*/ 3009910 w 12192000"/>
              <a:gd name="connsiteY91" fmla="*/ 1957866 h 2240205"/>
              <a:gd name="connsiteX92" fmla="*/ 2995934 w 12192000"/>
              <a:gd name="connsiteY92" fmla="*/ 1967085 h 2240205"/>
              <a:gd name="connsiteX93" fmla="*/ 2942858 w 12192000"/>
              <a:gd name="connsiteY93" fmla="*/ 1981367 h 2240205"/>
              <a:gd name="connsiteX94" fmla="*/ 2875436 w 12192000"/>
              <a:gd name="connsiteY94" fmla="*/ 1996977 h 2240205"/>
              <a:gd name="connsiteX95" fmla="*/ 2874892 w 12192000"/>
              <a:gd name="connsiteY95" fmla="*/ 1996085 h 2240205"/>
              <a:gd name="connsiteX96" fmla="*/ 2843662 w 12192000"/>
              <a:gd name="connsiteY96" fmla="*/ 1992498 h 2240205"/>
              <a:gd name="connsiteX97" fmla="*/ 2718916 w 12192000"/>
              <a:gd name="connsiteY97" fmla="*/ 1990867 h 2240205"/>
              <a:gd name="connsiteX98" fmla="*/ 2713522 w 12192000"/>
              <a:gd name="connsiteY98" fmla="*/ 1990173 h 2240205"/>
              <a:gd name="connsiteX99" fmla="*/ 2476147 w 12192000"/>
              <a:gd name="connsiteY99" fmla="*/ 1998305 h 2240205"/>
              <a:gd name="connsiteX100" fmla="*/ 2373568 w 12192000"/>
              <a:gd name="connsiteY100" fmla="*/ 2003219 h 2240205"/>
              <a:gd name="connsiteX101" fmla="*/ 2287219 w 12192000"/>
              <a:gd name="connsiteY101" fmla="*/ 1998750 h 2240205"/>
              <a:gd name="connsiteX102" fmla="*/ 2243069 w 12192000"/>
              <a:gd name="connsiteY102" fmla="*/ 2005321 h 2240205"/>
              <a:gd name="connsiteX103" fmla="*/ 2164831 w 12192000"/>
              <a:gd name="connsiteY103" fmla="*/ 2010143 h 2240205"/>
              <a:gd name="connsiteX104" fmla="*/ 2058061 w 12192000"/>
              <a:gd name="connsiteY104" fmla="*/ 2047942 h 2240205"/>
              <a:gd name="connsiteX105" fmla="*/ 2042244 w 12192000"/>
              <a:gd name="connsiteY105" fmla="*/ 2055560 h 2240205"/>
              <a:gd name="connsiteX106" fmla="*/ 1877728 w 12192000"/>
              <a:gd name="connsiteY106" fmla="*/ 2101004 h 2240205"/>
              <a:gd name="connsiteX107" fmla="*/ 1759056 w 12192000"/>
              <a:gd name="connsiteY107" fmla="*/ 2125608 h 2240205"/>
              <a:gd name="connsiteX108" fmla="*/ 1637948 w 12192000"/>
              <a:gd name="connsiteY108" fmla="*/ 2172597 h 2240205"/>
              <a:gd name="connsiteX109" fmla="*/ 1434549 w 12192000"/>
              <a:gd name="connsiteY109" fmla="*/ 2234522 h 2240205"/>
              <a:gd name="connsiteX110" fmla="*/ 1370962 w 12192000"/>
              <a:gd name="connsiteY110" fmla="*/ 2237474 h 2240205"/>
              <a:gd name="connsiteX111" fmla="*/ 1356367 w 12192000"/>
              <a:gd name="connsiteY111" fmla="*/ 2235089 h 2240205"/>
              <a:gd name="connsiteX112" fmla="*/ 1279765 w 12192000"/>
              <a:gd name="connsiteY112" fmla="*/ 2229639 h 2240205"/>
              <a:gd name="connsiteX113" fmla="*/ 1195347 w 12192000"/>
              <a:gd name="connsiteY113" fmla="*/ 2212354 h 2240205"/>
              <a:gd name="connsiteX114" fmla="*/ 970251 w 12192000"/>
              <a:gd name="connsiteY114" fmla="*/ 2221029 h 2240205"/>
              <a:gd name="connsiteX115" fmla="*/ 812914 w 12192000"/>
              <a:gd name="connsiteY115" fmla="*/ 2210095 h 2240205"/>
              <a:gd name="connsiteX116" fmla="*/ 776382 w 12192000"/>
              <a:gd name="connsiteY116" fmla="*/ 2204512 h 2240205"/>
              <a:gd name="connsiteX117" fmla="*/ 597225 w 12192000"/>
              <a:gd name="connsiteY117" fmla="*/ 2180999 h 2240205"/>
              <a:gd name="connsiteX118" fmla="*/ 520671 w 12192000"/>
              <a:gd name="connsiteY118" fmla="*/ 2180980 h 2240205"/>
              <a:gd name="connsiteX119" fmla="*/ 515024 w 12192000"/>
              <a:gd name="connsiteY119" fmla="*/ 2179258 h 2240205"/>
              <a:gd name="connsiteX120" fmla="*/ 413835 w 12192000"/>
              <a:gd name="connsiteY120" fmla="*/ 2156783 h 2240205"/>
              <a:gd name="connsiteX121" fmla="*/ 376513 w 12192000"/>
              <a:gd name="connsiteY121" fmla="*/ 2154014 h 2240205"/>
              <a:gd name="connsiteX122" fmla="*/ 273386 w 12192000"/>
              <a:gd name="connsiteY122" fmla="*/ 2142551 h 2240205"/>
              <a:gd name="connsiteX123" fmla="*/ 77641 w 12192000"/>
              <a:gd name="connsiteY123" fmla="*/ 2126835 h 2240205"/>
              <a:gd name="connsiteX124" fmla="*/ 37645 w 12192000"/>
              <a:gd name="connsiteY124" fmla="*/ 2115401 h 2240205"/>
              <a:gd name="connsiteX125" fmla="*/ 4572 w 12192000"/>
              <a:gd name="connsiteY125" fmla="*/ 2111091 h 2240205"/>
              <a:gd name="connsiteX126" fmla="*/ 0 w 12192000"/>
              <a:gd name="connsiteY126" fmla="*/ 2110468 h 2240205"/>
              <a:gd name="connsiteX127" fmla="*/ 0 w 12192000"/>
              <a:gd name="connsiteY127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649954 w 12192000"/>
              <a:gd name="connsiteY4" fmla="*/ 749628 h 2240205"/>
              <a:gd name="connsiteX5" fmla="*/ 11560424 w 12192000"/>
              <a:gd name="connsiteY5" fmla="*/ 748017 h 2240205"/>
              <a:gd name="connsiteX6" fmla="*/ 11358455 w 12192000"/>
              <a:gd name="connsiteY6" fmla="*/ 747593 h 2240205"/>
              <a:gd name="connsiteX7" fmla="*/ 11165209 w 12192000"/>
              <a:gd name="connsiteY7" fmla="*/ 748852 h 2240205"/>
              <a:gd name="connsiteX8" fmla="*/ 11058755 w 12192000"/>
              <a:gd name="connsiteY8" fmla="*/ 749617 h 2240205"/>
              <a:gd name="connsiteX9" fmla="*/ 10803046 w 12192000"/>
              <a:gd name="connsiteY9" fmla="*/ 774328 h 2240205"/>
              <a:gd name="connsiteX10" fmla="*/ 10458762 w 12192000"/>
              <a:gd name="connsiteY10" fmla="*/ 755400 h 2240205"/>
              <a:gd name="connsiteX11" fmla="*/ 10211200 w 12192000"/>
              <a:gd name="connsiteY11" fmla="*/ 767513 h 2240205"/>
              <a:gd name="connsiteX12" fmla="*/ 10167995 w 12192000"/>
              <a:gd name="connsiteY12" fmla="*/ 760843 h 2240205"/>
              <a:gd name="connsiteX13" fmla="*/ 9997044 w 12192000"/>
              <a:gd name="connsiteY13" fmla="*/ 780129 h 2240205"/>
              <a:gd name="connsiteX14" fmla="*/ 9943887 w 12192000"/>
              <a:gd name="connsiteY14" fmla="*/ 804141 h 2240205"/>
              <a:gd name="connsiteX15" fmla="*/ 9918248 w 12192000"/>
              <a:gd name="connsiteY15" fmla="*/ 816628 h 2240205"/>
              <a:gd name="connsiteX16" fmla="*/ 9767091 w 12192000"/>
              <a:gd name="connsiteY16" fmla="*/ 870550 h 2240205"/>
              <a:gd name="connsiteX17" fmla="*/ 9683005 w 12192000"/>
              <a:gd name="connsiteY17" fmla="*/ 894128 h 2240205"/>
              <a:gd name="connsiteX18" fmla="*/ 9500499 w 12192000"/>
              <a:gd name="connsiteY18" fmla="*/ 954680 h 2240205"/>
              <a:gd name="connsiteX19" fmla="*/ 9410017 w 12192000"/>
              <a:gd name="connsiteY19" fmla="*/ 993931 h 2240205"/>
              <a:gd name="connsiteX20" fmla="*/ 9392919 w 12192000"/>
              <a:gd name="connsiteY20" fmla="*/ 994656 h 2240205"/>
              <a:gd name="connsiteX21" fmla="*/ 9268019 w 12192000"/>
              <a:gd name="connsiteY21" fmla="*/ 1007442 h 2240205"/>
              <a:gd name="connsiteX22" fmla="*/ 9188177 w 12192000"/>
              <a:gd name="connsiteY22" fmla="*/ 1035474 h 2240205"/>
              <a:gd name="connsiteX23" fmla="*/ 9155969 w 12192000"/>
              <a:gd name="connsiteY23" fmla="*/ 1046804 h 2240205"/>
              <a:gd name="connsiteX24" fmla="*/ 9133985 w 12192000"/>
              <a:gd name="connsiteY24" fmla="*/ 1046450 h 2240205"/>
              <a:gd name="connsiteX25" fmla="*/ 9003462 w 12192000"/>
              <a:gd name="connsiteY25" fmla="*/ 1042406 h 2240205"/>
              <a:gd name="connsiteX26" fmla="*/ 8968445 w 12192000"/>
              <a:gd name="connsiteY26" fmla="*/ 1052169 h 2240205"/>
              <a:gd name="connsiteX27" fmla="*/ 8886001 w 12192000"/>
              <a:gd name="connsiteY27" fmla="*/ 1067468 h 2240205"/>
              <a:gd name="connsiteX28" fmla="*/ 8838610 w 12192000"/>
              <a:gd name="connsiteY28" fmla="*/ 1075091 h 2240205"/>
              <a:gd name="connsiteX29" fmla="*/ 8665605 w 12192000"/>
              <a:gd name="connsiteY29" fmla="*/ 1110791 h 2240205"/>
              <a:gd name="connsiteX30" fmla="*/ 8419755 w 12192000"/>
              <a:gd name="connsiteY30" fmla="*/ 1216260 h 2240205"/>
              <a:gd name="connsiteX31" fmla="*/ 8411626 w 12192000"/>
              <a:gd name="connsiteY31" fmla="*/ 1214397 h 2240205"/>
              <a:gd name="connsiteX32" fmla="*/ 8363469 w 12192000"/>
              <a:gd name="connsiteY32" fmla="*/ 1246658 h 2240205"/>
              <a:gd name="connsiteX33" fmla="*/ 8275497 w 12192000"/>
              <a:gd name="connsiteY33" fmla="*/ 1264396 h 2240205"/>
              <a:gd name="connsiteX34" fmla="*/ 8074238 w 12192000"/>
              <a:gd name="connsiteY34" fmla="*/ 1301895 h 2240205"/>
              <a:gd name="connsiteX35" fmla="*/ 7902328 w 12192000"/>
              <a:gd name="connsiteY35" fmla="*/ 1345865 h 2240205"/>
              <a:gd name="connsiteX36" fmla="*/ 7840612 w 12192000"/>
              <a:gd name="connsiteY36" fmla="*/ 1369373 h 2240205"/>
              <a:gd name="connsiteX37" fmla="*/ 7786819 w 12192000"/>
              <a:gd name="connsiteY37" fmla="*/ 1378970 h 2240205"/>
              <a:gd name="connsiteX38" fmla="*/ 7548172 w 12192000"/>
              <a:gd name="connsiteY38" fmla="*/ 1417460 h 2240205"/>
              <a:gd name="connsiteX39" fmla="*/ 7483437 w 12192000"/>
              <a:gd name="connsiteY39" fmla="*/ 1478152 h 2240205"/>
              <a:gd name="connsiteX40" fmla="*/ 7377870 w 12192000"/>
              <a:gd name="connsiteY40" fmla="*/ 1523319 h 2240205"/>
              <a:gd name="connsiteX41" fmla="*/ 7230737 w 12192000"/>
              <a:gd name="connsiteY41" fmla="*/ 1562633 h 2240205"/>
              <a:gd name="connsiteX42" fmla="*/ 7224458 w 12192000"/>
              <a:gd name="connsiteY42" fmla="*/ 1573008 h 2240205"/>
              <a:gd name="connsiteX43" fmla="*/ 7183121 w 12192000"/>
              <a:gd name="connsiteY43" fmla="*/ 1595162 h 2240205"/>
              <a:gd name="connsiteX44" fmla="*/ 7164601 w 12192000"/>
              <a:gd name="connsiteY44" fmla="*/ 1606490 h 2240205"/>
              <a:gd name="connsiteX45" fmla="*/ 6900177 w 12192000"/>
              <a:gd name="connsiteY45" fmla="*/ 1636016 h 2240205"/>
              <a:gd name="connsiteX46" fmla="*/ 6795372 w 12192000"/>
              <a:gd name="connsiteY46" fmla="*/ 1644845 h 2240205"/>
              <a:gd name="connsiteX47" fmla="*/ 6692251 w 12192000"/>
              <a:gd name="connsiteY47" fmla="*/ 1656357 h 2240205"/>
              <a:gd name="connsiteX48" fmla="*/ 6655235 w 12192000"/>
              <a:gd name="connsiteY48" fmla="*/ 1661869 h 2240205"/>
              <a:gd name="connsiteX49" fmla="*/ 6554894 w 12192000"/>
              <a:gd name="connsiteY49" fmla="*/ 1664428 h 2240205"/>
              <a:gd name="connsiteX50" fmla="*/ 6516595 w 12192000"/>
              <a:gd name="connsiteY50" fmla="*/ 1667475 h 2240205"/>
              <a:gd name="connsiteX51" fmla="*/ 6508541 w 12192000"/>
              <a:gd name="connsiteY51" fmla="*/ 1668757 h 2240205"/>
              <a:gd name="connsiteX52" fmla="*/ 6471012 w 12192000"/>
              <a:gd name="connsiteY52" fmla="*/ 1678604 h 2240205"/>
              <a:gd name="connsiteX53" fmla="*/ 6364035 w 12192000"/>
              <a:gd name="connsiteY53" fmla="*/ 1667683 h 2240205"/>
              <a:gd name="connsiteX54" fmla="*/ 6243319 w 12192000"/>
              <a:gd name="connsiteY54" fmla="*/ 1695560 h 2240205"/>
              <a:gd name="connsiteX55" fmla="*/ 6098321 w 12192000"/>
              <a:gd name="connsiteY55" fmla="*/ 1721646 h 2240205"/>
              <a:gd name="connsiteX56" fmla="*/ 5880652 w 12192000"/>
              <a:gd name="connsiteY56" fmla="*/ 1779643 h 2240205"/>
              <a:gd name="connsiteX57" fmla="*/ 5785959 w 12192000"/>
              <a:gd name="connsiteY57" fmla="*/ 1775307 h 2240205"/>
              <a:gd name="connsiteX58" fmla="*/ 5643534 w 12192000"/>
              <a:gd name="connsiteY58" fmla="*/ 1802919 h 2240205"/>
              <a:gd name="connsiteX59" fmla="*/ 5518799 w 12192000"/>
              <a:gd name="connsiteY59" fmla="*/ 1818312 h 2240205"/>
              <a:gd name="connsiteX60" fmla="*/ 5505014 w 12192000"/>
              <a:gd name="connsiteY60" fmla="*/ 1819259 h 2240205"/>
              <a:gd name="connsiteX61" fmla="*/ 5453307 w 12192000"/>
              <a:gd name="connsiteY61" fmla="*/ 1815450 h 2240205"/>
              <a:gd name="connsiteX62" fmla="*/ 5221533 w 12192000"/>
              <a:gd name="connsiteY62" fmla="*/ 1846950 h 2240205"/>
              <a:gd name="connsiteX63" fmla="*/ 5149802 w 12192000"/>
              <a:gd name="connsiteY63" fmla="*/ 1844846 h 2240205"/>
              <a:gd name="connsiteX64" fmla="*/ 5114927 w 12192000"/>
              <a:gd name="connsiteY64" fmla="*/ 1847827 h 2240205"/>
              <a:gd name="connsiteX65" fmla="*/ 5108970 w 12192000"/>
              <a:gd name="connsiteY65" fmla="*/ 1847935 h 2240205"/>
              <a:gd name="connsiteX66" fmla="*/ 5067961 w 12192000"/>
              <a:gd name="connsiteY66" fmla="*/ 1845917 h 2240205"/>
              <a:gd name="connsiteX67" fmla="*/ 5007075 w 12192000"/>
              <a:gd name="connsiteY67" fmla="*/ 1838626 h 2240205"/>
              <a:gd name="connsiteX68" fmla="*/ 4944087 w 12192000"/>
              <a:gd name="connsiteY68" fmla="*/ 1823332 h 2240205"/>
              <a:gd name="connsiteX69" fmla="*/ 4907662 w 12192000"/>
              <a:gd name="connsiteY69" fmla="*/ 1816900 h 2240205"/>
              <a:gd name="connsiteX70" fmla="*/ 4882386 w 12192000"/>
              <a:gd name="connsiteY70" fmla="*/ 1809844 h 2240205"/>
              <a:gd name="connsiteX71" fmla="*/ 4811440 w 12192000"/>
              <a:gd name="connsiteY71" fmla="*/ 1804655 h 2240205"/>
              <a:gd name="connsiteX72" fmla="*/ 4691075 w 12192000"/>
              <a:gd name="connsiteY72" fmla="*/ 1801389 h 2240205"/>
              <a:gd name="connsiteX73" fmla="*/ 4640313 w 12192000"/>
              <a:gd name="connsiteY73" fmla="*/ 1784307 h 2240205"/>
              <a:gd name="connsiteX74" fmla="*/ 4536503 w 12192000"/>
              <a:gd name="connsiteY74" fmla="*/ 1785334 h 2240205"/>
              <a:gd name="connsiteX75" fmla="*/ 4513724 w 12192000"/>
              <a:gd name="connsiteY75" fmla="*/ 1791996 h 2240205"/>
              <a:gd name="connsiteX76" fmla="*/ 4459810 w 12192000"/>
              <a:gd name="connsiteY76" fmla="*/ 1797886 h 2240205"/>
              <a:gd name="connsiteX77" fmla="*/ 4379064 w 12192000"/>
              <a:gd name="connsiteY77" fmla="*/ 1817177 h 2240205"/>
              <a:gd name="connsiteX78" fmla="*/ 4290981 w 12192000"/>
              <a:gd name="connsiteY78" fmla="*/ 1839677 h 2240205"/>
              <a:gd name="connsiteX79" fmla="*/ 4238372 w 12192000"/>
              <a:gd name="connsiteY79" fmla="*/ 1851480 h 2240205"/>
              <a:gd name="connsiteX80" fmla="*/ 4232517 w 12192000"/>
              <a:gd name="connsiteY80" fmla="*/ 1852567 h 2240205"/>
              <a:gd name="connsiteX81" fmla="*/ 4191732 w 12192000"/>
              <a:gd name="connsiteY81" fmla="*/ 1857328 h 2240205"/>
              <a:gd name="connsiteX82" fmla="*/ 4065532 w 12192000"/>
              <a:gd name="connsiteY82" fmla="*/ 1855477 h 2240205"/>
              <a:gd name="connsiteX83" fmla="*/ 4028460 w 12192000"/>
              <a:gd name="connsiteY83" fmla="*/ 1855137 h 2240205"/>
              <a:gd name="connsiteX84" fmla="*/ 4002267 w 12192000"/>
              <a:gd name="connsiteY84" fmla="*/ 1852352 h 2240205"/>
              <a:gd name="connsiteX85" fmla="*/ 3931396 w 12192000"/>
              <a:gd name="connsiteY85" fmla="*/ 1858915 h 2240205"/>
              <a:gd name="connsiteX86" fmla="*/ 3812162 w 12192000"/>
              <a:gd name="connsiteY86" fmla="*/ 1875501 h 2240205"/>
              <a:gd name="connsiteX87" fmla="*/ 3758105 w 12192000"/>
              <a:gd name="connsiteY87" fmla="*/ 1871856 h 2240205"/>
              <a:gd name="connsiteX88" fmla="*/ 3567259 w 12192000"/>
              <a:gd name="connsiteY88" fmla="*/ 1893482 h 2240205"/>
              <a:gd name="connsiteX89" fmla="*/ 3405770 w 12192000"/>
              <a:gd name="connsiteY89" fmla="*/ 1904591 h 2240205"/>
              <a:gd name="connsiteX90" fmla="*/ 3280097 w 12192000"/>
              <a:gd name="connsiteY90" fmla="*/ 1919610 h 2240205"/>
              <a:gd name="connsiteX91" fmla="*/ 3009910 w 12192000"/>
              <a:gd name="connsiteY91" fmla="*/ 1957866 h 2240205"/>
              <a:gd name="connsiteX92" fmla="*/ 2995934 w 12192000"/>
              <a:gd name="connsiteY92" fmla="*/ 1967085 h 2240205"/>
              <a:gd name="connsiteX93" fmla="*/ 2942858 w 12192000"/>
              <a:gd name="connsiteY93" fmla="*/ 1981367 h 2240205"/>
              <a:gd name="connsiteX94" fmla="*/ 2875436 w 12192000"/>
              <a:gd name="connsiteY94" fmla="*/ 1996977 h 2240205"/>
              <a:gd name="connsiteX95" fmla="*/ 2874892 w 12192000"/>
              <a:gd name="connsiteY95" fmla="*/ 1996085 h 2240205"/>
              <a:gd name="connsiteX96" fmla="*/ 2843662 w 12192000"/>
              <a:gd name="connsiteY96" fmla="*/ 1992498 h 2240205"/>
              <a:gd name="connsiteX97" fmla="*/ 2718916 w 12192000"/>
              <a:gd name="connsiteY97" fmla="*/ 1990867 h 2240205"/>
              <a:gd name="connsiteX98" fmla="*/ 2713522 w 12192000"/>
              <a:gd name="connsiteY98" fmla="*/ 1990173 h 2240205"/>
              <a:gd name="connsiteX99" fmla="*/ 2476147 w 12192000"/>
              <a:gd name="connsiteY99" fmla="*/ 1998305 h 2240205"/>
              <a:gd name="connsiteX100" fmla="*/ 2373568 w 12192000"/>
              <a:gd name="connsiteY100" fmla="*/ 2003219 h 2240205"/>
              <a:gd name="connsiteX101" fmla="*/ 2287219 w 12192000"/>
              <a:gd name="connsiteY101" fmla="*/ 1998750 h 2240205"/>
              <a:gd name="connsiteX102" fmla="*/ 2164831 w 12192000"/>
              <a:gd name="connsiteY102" fmla="*/ 2010143 h 2240205"/>
              <a:gd name="connsiteX103" fmla="*/ 2058061 w 12192000"/>
              <a:gd name="connsiteY103" fmla="*/ 2047942 h 2240205"/>
              <a:gd name="connsiteX104" fmla="*/ 2042244 w 12192000"/>
              <a:gd name="connsiteY104" fmla="*/ 2055560 h 2240205"/>
              <a:gd name="connsiteX105" fmla="*/ 1877728 w 12192000"/>
              <a:gd name="connsiteY105" fmla="*/ 2101004 h 2240205"/>
              <a:gd name="connsiteX106" fmla="*/ 1759056 w 12192000"/>
              <a:gd name="connsiteY106" fmla="*/ 2125608 h 2240205"/>
              <a:gd name="connsiteX107" fmla="*/ 1637948 w 12192000"/>
              <a:gd name="connsiteY107" fmla="*/ 2172597 h 2240205"/>
              <a:gd name="connsiteX108" fmla="*/ 1434549 w 12192000"/>
              <a:gd name="connsiteY108" fmla="*/ 2234522 h 2240205"/>
              <a:gd name="connsiteX109" fmla="*/ 1370962 w 12192000"/>
              <a:gd name="connsiteY109" fmla="*/ 2237474 h 2240205"/>
              <a:gd name="connsiteX110" fmla="*/ 1356367 w 12192000"/>
              <a:gd name="connsiteY110" fmla="*/ 2235089 h 2240205"/>
              <a:gd name="connsiteX111" fmla="*/ 1279765 w 12192000"/>
              <a:gd name="connsiteY111" fmla="*/ 2229639 h 2240205"/>
              <a:gd name="connsiteX112" fmla="*/ 1195347 w 12192000"/>
              <a:gd name="connsiteY112" fmla="*/ 2212354 h 2240205"/>
              <a:gd name="connsiteX113" fmla="*/ 970251 w 12192000"/>
              <a:gd name="connsiteY113" fmla="*/ 2221029 h 2240205"/>
              <a:gd name="connsiteX114" fmla="*/ 812914 w 12192000"/>
              <a:gd name="connsiteY114" fmla="*/ 2210095 h 2240205"/>
              <a:gd name="connsiteX115" fmla="*/ 776382 w 12192000"/>
              <a:gd name="connsiteY115" fmla="*/ 2204512 h 2240205"/>
              <a:gd name="connsiteX116" fmla="*/ 597225 w 12192000"/>
              <a:gd name="connsiteY116" fmla="*/ 2180999 h 2240205"/>
              <a:gd name="connsiteX117" fmla="*/ 520671 w 12192000"/>
              <a:gd name="connsiteY117" fmla="*/ 2180980 h 2240205"/>
              <a:gd name="connsiteX118" fmla="*/ 515024 w 12192000"/>
              <a:gd name="connsiteY118" fmla="*/ 2179258 h 2240205"/>
              <a:gd name="connsiteX119" fmla="*/ 413835 w 12192000"/>
              <a:gd name="connsiteY119" fmla="*/ 2156783 h 2240205"/>
              <a:gd name="connsiteX120" fmla="*/ 376513 w 12192000"/>
              <a:gd name="connsiteY120" fmla="*/ 2154014 h 2240205"/>
              <a:gd name="connsiteX121" fmla="*/ 273386 w 12192000"/>
              <a:gd name="connsiteY121" fmla="*/ 2142551 h 2240205"/>
              <a:gd name="connsiteX122" fmla="*/ 77641 w 12192000"/>
              <a:gd name="connsiteY122" fmla="*/ 2126835 h 2240205"/>
              <a:gd name="connsiteX123" fmla="*/ 37645 w 12192000"/>
              <a:gd name="connsiteY123" fmla="*/ 2115401 h 2240205"/>
              <a:gd name="connsiteX124" fmla="*/ 4572 w 12192000"/>
              <a:gd name="connsiteY124" fmla="*/ 2111091 h 2240205"/>
              <a:gd name="connsiteX125" fmla="*/ 0 w 12192000"/>
              <a:gd name="connsiteY125" fmla="*/ 2110468 h 2240205"/>
              <a:gd name="connsiteX126" fmla="*/ 0 w 12192000"/>
              <a:gd name="connsiteY126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649954 w 12192000"/>
              <a:gd name="connsiteY4" fmla="*/ 749628 h 2240205"/>
              <a:gd name="connsiteX5" fmla="*/ 11560424 w 12192000"/>
              <a:gd name="connsiteY5" fmla="*/ 748017 h 2240205"/>
              <a:gd name="connsiteX6" fmla="*/ 11358455 w 12192000"/>
              <a:gd name="connsiteY6" fmla="*/ 747593 h 2240205"/>
              <a:gd name="connsiteX7" fmla="*/ 11165209 w 12192000"/>
              <a:gd name="connsiteY7" fmla="*/ 748852 h 2240205"/>
              <a:gd name="connsiteX8" fmla="*/ 11058755 w 12192000"/>
              <a:gd name="connsiteY8" fmla="*/ 749617 h 2240205"/>
              <a:gd name="connsiteX9" fmla="*/ 10803046 w 12192000"/>
              <a:gd name="connsiteY9" fmla="*/ 774328 h 2240205"/>
              <a:gd name="connsiteX10" fmla="*/ 10458762 w 12192000"/>
              <a:gd name="connsiteY10" fmla="*/ 755400 h 2240205"/>
              <a:gd name="connsiteX11" fmla="*/ 10211200 w 12192000"/>
              <a:gd name="connsiteY11" fmla="*/ 767513 h 2240205"/>
              <a:gd name="connsiteX12" fmla="*/ 10167995 w 12192000"/>
              <a:gd name="connsiteY12" fmla="*/ 760843 h 2240205"/>
              <a:gd name="connsiteX13" fmla="*/ 9997044 w 12192000"/>
              <a:gd name="connsiteY13" fmla="*/ 780129 h 2240205"/>
              <a:gd name="connsiteX14" fmla="*/ 9943887 w 12192000"/>
              <a:gd name="connsiteY14" fmla="*/ 804141 h 2240205"/>
              <a:gd name="connsiteX15" fmla="*/ 9918248 w 12192000"/>
              <a:gd name="connsiteY15" fmla="*/ 816628 h 2240205"/>
              <a:gd name="connsiteX16" fmla="*/ 9767091 w 12192000"/>
              <a:gd name="connsiteY16" fmla="*/ 870550 h 2240205"/>
              <a:gd name="connsiteX17" fmla="*/ 9683005 w 12192000"/>
              <a:gd name="connsiteY17" fmla="*/ 894128 h 2240205"/>
              <a:gd name="connsiteX18" fmla="*/ 9500499 w 12192000"/>
              <a:gd name="connsiteY18" fmla="*/ 954680 h 2240205"/>
              <a:gd name="connsiteX19" fmla="*/ 9410017 w 12192000"/>
              <a:gd name="connsiteY19" fmla="*/ 993931 h 2240205"/>
              <a:gd name="connsiteX20" fmla="*/ 9392919 w 12192000"/>
              <a:gd name="connsiteY20" fmla="*/ 994656 h 2240205"/>
              <a:gd name="connsiteX21" fmla="*/ 9268019 w 12192000"/>
              <a:gd name="connsiteY21" fmla="*/ 1007442 h 2240205"/>
              <a:gd name="connsiteX22" fmla="*/ 9188177 w 12192000"/>
              <a:gd name="connsiteY22" fmla="*/ 1035474 h 2240205"/>
              <a:gd name="connsiteX23" fmla="*/ 9155969 w 12192000"/>
              <a:gd name="connsiteY23" fmla="*/ 1046804 h 2240205"/>
              <a:gd name="connsiteX24" fmla="*/ 9133985 w 12192000"/>
              <a:gd name="connsiteY24" fmla="*/ 1046450 h 2240205"/>
              <a:gd name="connsiteX25" fmla="*/ 9003462 w 12192000"/>
              <a:gd name="connsiteY25" fmla="*/ 1042406 h 2240205"/>
              <a:gd name="connsiteX26" fmla="*/ 8968445 w 12192000"/>
              <a:gd name="connsiteY26" fmla="*/ 1052169 h 2240205"/>
              <a:gd name="connsiteX27" fmla="*/ 8886001 w 12192000"/>
              <a:gd name="connsiteY27" fmla="*/ 1067468 h 2240205"/>
              <a:gd name="connsiteX28" fmla="*/ 8838610 w 12192000"/>
              <a:gd name="connsiteY28" fmla="*/ 1075091 h 2240205"/>
              <a:gd name="connsiteX29" fmla="*/ 8665605 w 12192000"/>
              <a:gd name="connsiteY29" fmla="*/ 1110791 h 2240205"/>
              <a:gd name="connsiteX30" fmla="*/ 8419755 w 12192000"/>
              <a:gd name="connsiteY30" fmla="*/ 1216260 h 2240205"/>
              <a:gd name="connsiteX31" fmla="*/ 8411626 w 12192000"/>
              <a:gd name="connsiteY31" fmla="*/ 1214397 h 2240205"/>
              <a:gd name="connsiteX32" fmla="*/ 8363469 w 12192000"/>
              <a:gd name="connsiteY32" fmla="*/ 1246658 h 2240205"/>
              <a:gd name="connsiteX33" fmla="*/ 8275497 w 12192000"/>
              <a:gd name="connsiteY33" fmla="*/ 1264396 h 2240205"/>
              <a:gd name="connsiteX34" fmla="*/ 8074238 w 12192000"/>
              <a:gd name="connsiteY34" fmla="*/ 1301895 h 2240205"/>
              <a:gd name="connsiteX35" fmla="*/ 7902328 w 12192000"/>
              <a:gd name="connsiteY35" fmla="*/ 1345865 h 2240205"/>
              <a:gd name="connsiteX36" fmla="*/ 7840612 w 12192000"/>
              <a:gd name="connsiteY36" fmla="*/ 1369373 h 2240205"/>
              <a:gd name="connsiteX37" fmla="*/ 7786819 w 12192000"/>
              <a:gd name="connsiteY37" fmla="*/ 1378970 h 2240205"/>
              <a:gd name="connsiteX38" fmla="*/ 7548172 w 12192000"/>
              <a:gd name="connsiteY38" fmla="*/ 1417460 h 2240205"/>
              <a:gd name="connsiteX39" fmla="*/ 7483437 w 12192000"/>
              <a:gd name="connsiteY39" fmla="*/ 1478152 h 2240205"/>
              <a:gd name="connsiteX40" fmla="*/ 7377870 w 12192000"/>
              <a:gd name="connsiteY40" fmla="*/ 1523319 h 2240205"/>
              <a:gd name="connsiteX41" fmla="*/ 7230737 w 12192000"/>
              <a:gd name="connsiteY41" fmla="*/ 1562633 h 2240205"/>
              <a:gd name="connsiteX42" fmla="*/ 7224458 w 12192000"/>
              <a:gd name="connsiteY42" fmla="*/ 1573008 h 2240205"/>
              <a:gd name="connsiteX43" fmla="*/ 7183121 w 12192000"/>
              <a:gd name="connsiteY43" fmla="*/ 1595162 h 2240205"/>
              <a:gd name="connsiteX44" fmla="*/ 7164601 w 12192000"/>
              <a:gd name="connsiteY44" fmla="*/ 1606490 h 2240205"/>
              <a:gd name="connsiteX45" fmla="*/ 6900177 w 12192000"/>
              <a:gd name="connsiteY45" fmla="*/ 1636016 h 2240205"/>
              <a:gd name="connsiteX46" fmla="*/ 6795372 w 12192000"/>
              <a:gd name="connsiteY46" fmla="*/ 1644845 h 2240205"/>
              <a:gd name="connsiteX47" fmla="*/ 6692251 w 12192000"/>
              <a:gd name="connsiteY47" fmla="*/ 1656357 h 2240205"/>
              <a:gd name="connsiteX48" fmla="*/ 6655235 w 12192000"/>
              <a:gd name="connsiteY48" fmla="*/ 1661869 h 2240205"/>
              <a:gd name="connsiteX49" fmla="*/ 6554894 w 12192000"/>
              <a:gd name="connsiteY49" fmla="*/ 1664428 h 2240205"/>
              <a:gd name="connsiteX50" fmla="*/ 6516595 w 12192000"/>
              <a:gd name="connsiteY50" fmla="*/ 1667475 h 2240205"/>
              <a:gd name="connsiteX51" fmla="*/ 6508541 w 12192000"/>
              <a:gd name="connsiteY51" fmla="*/ 1668757 h 2240205"/>
              <a:gd name="connsiteX52" fmla="*/ 6471012 w 12192000"/>
              <a:gd name="connsiteY52" fmla="*/ 1678604 h 2240205"/>
              <a:gd name="connsiteX53" fmla="*/ 6364035 w 12192000"/>
              <a:gd name="connsiteY53" fmla="*/ 1667683 h 2240205"/>
              <a:gd name="connsiteX54" fmla="*/ 6243319 w 12192000"/>
              <a:gd name="connsiteY54" fmla="*/ 1695560 h 2240205"/>
              <a:gd name="connsiteX55" fmla="*/ 6098321 w 12192000"/>
              <a:gd name="connsiteY55" fmla="*/ 1721646 h 2240205"/>
              <a:gd name="connsiteX56" fmla="*/ 5880652 w 12192000"/>
              <a:gd name="connsiteY56" fmla="*/ 1779643 h 2240205"/>
              <a:gd name="connsiteX57" fmla="*/ 5785959 w 12192000"/>
              <a:gd name="connsiteY57" fmla="*/ 1775307 h 2240205"/>
              <a:gd name="connsiteX58" fmla="*/ 5643534 w 12192000"/>
              <a:gd name="connsiteY58" fmla="*/ 1802919 h 2240205"/>
              <a:gd name="connsiteX59" fmla="*/ 5518799 w 12192000"/>
              <a:gd name="connsiteY59" fmla="*/ 1818312 h 2240205"/>
              <a:gd name="connsiteX60" fmla="*/ 5505014 w 12192000"/>
              <a:gd name="connsiteY60" fmla="*/ 1819259 h 2240205"/>
              <a:gd name="connsiteX61" fmla="*/ 5453307 w 12192000"/>
              <a:gd name="connsiteY61" fmla="*/ 1815450 h 2240205"/>
              <a:gd name="connsiteX62" fmla="*/ 5221533 w 12192000"/>
              <a:gd name="connsiteY62" fmla="*/ 1846950 h 2240205"/>
              <a:gd name="connsiteX63" fmla="*/ 5149802 w 12192000"/>
              <a:gd name="connsiteY63" fmla="*/ 1844846 h 2240205"/>
              <a:gd name="connsiteX64" fmla="*/ 5114927 w 12192000"/>
              <a:gd name="connsiteY64" fmla="*/ 1847827 h 2240205"/>
              <a:gd name="connsiteX65" fmla="*/ 5108970 w 12192000"/>
              <a:gd name="connsiteY65" fmla="*/ 1847935 h 2240205"/>
              <a:gd name="connsiteX66" fmla="*/ 5067961 w 12192000"/>
              <a:gd name="connsiteY66" fmla="*/ 1845917 h 2240205"/>
              <a:gd name="connsiteX67" fmla="*/ 5007075 w 12192000"/>
              <a:gd name="connsiteY67" fmla="*/ 1838626 h 2240205"/>
              <a:gd name="connsiteX68" fmla="*/ 4944087 w 12192000"/>
              <a:gd name="connsiteY68" fmla="*/ 1823332 h 2240205"/>
              <a:gd name="connsiteX69" fmla="*/ 4907662 w 12192000"/>
              <a:gd name="connsiteY69" fmla="*/ 1816900 h 2240205"/>
              <a:gd name="connsiteX70" fmla="*/ 4882386 w 12192000"/>
              <a:gd name="connsiteY70" fmla="*/ 1809844 h 2240205"/>
              <a:gd name="connsiteX71" fmla="*/ 4811440 w 12192000"/>
              <a:gd name="connsiteY71" fmla="*/ 1804655 h 2240205"/>
              <a:gd name="connsiteX72" fmla="*/ 4691075 w 12192000"/>
              <a:gd name="connsiteY72" fmla="*/ 1801389 h 2240205"/>
              <a:gd name="connsiteX73" fmla="*/ 4640313 w 12192000"/>
              <a:gd name="connsiteY73" fmla="*/ 1784307 h 2240205"/>
              <a:gd name="connsiteX74" fmla="*/ 4536503 w 12192000"/>
              <a:gd name="connsiteY74" fmla="*/ 1785334 h 2240205"/>
              <a:gd name="connsiteX75" fmla="*/ 4513724 w 12192000"/>
              <a:gd name="connsiteY75" fmla="*/ 1791996 h 2240205"/>
              <a:gd name="connsiteX76" fmla="*/ 4459810 w 12192000"/>
              <a:gd name="connsiteY76" fmla="*/ 1797886 h 2240205"/>
              <a:gd name="connsiteX77" fmla="*/ 4379064 w 12192000"/>
              <a:gd name="connsiteY77" fmla="*/ 1817177 h 2240205"/>
              <a:gd name="connsiteX78" fmla="*/ 4290981 w 12192000"/>
              <a:gd name="connsiteY78" fmla="*/ 1839677 h 2240205"/>
              <a:gd name="connsiteX79" fmla="*/ 4238372 w 12192000"/>
              <a:gd name="connsiteY79" fmla="*/ 1851480 h 2240205"/>
              <a:gd name="connsiteX80" fmla="*/ 4232517 w 12192000"/>
              <a:gd name="connsiteY80" fmla="*/ 1852567 h 2240205"/>
              <a:gd name="connsiteX81" fmla="*/ 4191732 w 12192000"/>
              <a:gd name="connsiteY81" fmla="*/ 1857328 h 2240205"/>
              <a:gd name="connsiteX82" fmla="*/ 4065532 w 12192000"/>
              <a:gd name="connsiteY82" fmla="*/ 1855477 h 2240205"/>
              <a:gd name="connsiteX83" fmla="*/ 4028460 w 12192000"/>
              <a:gd name="connsiteY83" fmla="*/ 1855137 h 2240205"/>
              <a:gd name="connsiteX84" fmla="*/ 4002267 w 12192000"/>
              <a:gd name="connsiteY84" fmla="*/ 1852352 h 2240205"/>
              <a:gd name="connsiteX85" fmla="*/ 3931396 w 12192000"/>
              <a:gd name="connsiteY85" fmla="*/ 1858915 h 2240205"/>
              <a:gd name="connsiteX86" fmla="*/ 3812162 w 12192000"/>
              <a:gd name="connsiteY86" fmla="*/ 1875501 h 2240205"/>
              <a:gd name="connsiteX87" fmla="*/ 3758105 w 12192000"/>
              <a:gd name="connsiteY87" fmla="*/ 1871856 h 2240205"/>
              <a:gd name="connsiteX88" fmla="*/ 3567259 w 12192000"/>
              <a:gd name="connsiteY88" fmla="*/ 1893482 h 2240205"/>
              <a:gd name="connsiteX89" fmla="*/ 3405770 w 12192000"/>
              <a:gd name="connsiteY89" fmla="*/ 1904591 h 2240205"/>
              <a:gd name="connsiteX90" fmla="*/ 3280097 w 12192000"/>
              <a:gd name="connsiteY90" fmla="*/ 1919610 h 2240205"/>
              <a:gd name="connsiteX91" fmla="*/ 3009910 w 12192000"/>
              <a:gd name="connsiteY91" fmla="*/ 1957866 h 2240205"/>
              <a:gd name="connsiteX92" fmla="*/ 2995934 w 12192000"/>
              <a:gd name="connsiteY92" fmla="*/ 1967085 h 2240205"/>
              <a:gd name="connsiteX93" fmla="*/ 2942858 w 12192000"/>
              <a:gd name="connsiteY93" fmla="*/ 1981367 h 2240205"/>
              <a:gd name="connsiteX94" fmla="*/ 2875436 w 12192000"/>
              <a:gd name="connsiteY94" fmla="*/ 1996977 h 2240205"/>
              <a:gd name="connsiteX95" fmla="*/ 2874892 w 12192000"/>
              <a:gd name="connsiteY95" fmla="*/ 1996085 h 2240205"/>
              <a:gd name="connsiteX96" fmla="*/ 2843662 w 12192000"/>
              <a:gd name="connsiteY96" fmla="*/ 1992498 h 2240205"/>
              <a:gd name="connsiteX97" fmla="*/ 2718916 w 12192000"/>
              <a:gd name="connsiteY97" fmla="*/ 1990867 h 2240205"/>
              <a:gd name="connsiteX98" fmla="*/ 2713522 w 12192000"/>
              <a:gd name="connsiteY98" fmla="*/ 1990173 h 2240205"/>
              <a:gd name="connsiteX99" fmla="*/ 2476147 w 12192000"/>
              <a:gd name="connsiteY99" fmla="*/ 1998305 h 2240205"/>
              <a:gd name="connsiteX100" fmla="*/ 2373568 w 12192000"/>
              <a:gd name="connsiteY100" fmla="*/ 2003219 h 2240205"/>
              <a:gd name="connsiteX101" fmla="*/ 2287219 w 12192000"/>
              <a:gd name="connsiteY101" fmla="*/ 1998750 h 2240205"/>
              <a:gd name="connsiteX102" fmla="*/ 2164831 w 12192000"/>
              <a:gd name="connsiteY102" fmla="*/ 2010143 h 2240205"/>
              <a:gd name="connsiteX103" fmla="*/ 2058061 w 12192000"/>
              <a:gd name="connsiteY103" fmla="*/ 2047942 h 2240205"/>
              <a:gd name="connsiteX104" fmla="*/ 2042244 w 12192000"/>
              <a:gd name="connsiteY104" fmla="*/ 2055560 h 2240205"/>
              <a:gd name="connsiteX105" fmla="*/ 1877728 w 12192000"/>
              <a:gd name="connsiteY105" fmla="*/ 2101004 h 2240205"/>
              <a:gd name="connsiteX106" fmla="*/ 1759056 w 12192000"/>
              <a:gd name="connsiteY106" fmla="*/ 2125608 h 2240205"/>
              <a:gd name="connsiteX107" fmla="*/ 1637948 w 12192000"/>
              <a:gd name="connsiteY107" fmla="*/ 2172597 h 2240205"/>
              <a:gd name="connsiteX108" fmla="*/ 1434549 w 12192000"/>
              <a:gd name="connsiteY108" fmla="*/ 2234522 h 2240205"/>
              <a:gd name="connsiteX109" fmla="*/ 1370962 w 12192000"/>
              <a:gd name="connsiteY109" fmla="*/ 2237474 h 2240205"/>
              <a:gd name="connsiteX110" fmla="*/ 1356367 w 12192000"/>
              <a:gd name="connsiteY110" fmla="*/ 2235089 h 2240205"/>
              <a:gd name="connsiteX111" fmla="*/ 1279765 w 12192000"/>
              <a:gd name="connsiteY111" fmla="*/ 2229639 h 2240205"/>
              <a:gd name="connsiteX112" fmla="*/ 1195347 w 12192000"/>
              <a:gd name="connsiteY112" fmla="*/ 2212354 h 2240205"/>
              <a:gd name="connsiteX113" fmla="*/ 970251 w 12192000"/>
              <a:gd name="connsiteY113" fmla="*/ 2221029 h 2240205"/>
              <a:gd name="connsiteX114" fmla="*/ 812914 w 12192000"/>
              <a:gd name="connsiteY114" fmla="*/ 2210095 h 2240205"/>
              <a:gd name="connsiteX115" fmla="*/ 776382 w 12192000"/>
              <a:gd name="connsiteY115" fmla="*/ 2204512 h 2240205"/>
              <a:gd name="connsiteX116" fmla="*/ 597225 w 12192000"/>
              <a:gd name="connsiteY116" fmla="*/ 2180999 h 2240205"/>
              <a:gd name="connsiteX117" fmla="*/ 520671 w 12192000"/>
              <a:gd name="connsiteY117" fmla="*/ 2180980 h 2240205"/>
              <a:gd name="connsiteX118" fmla="*/ 515024 w 12192000"/>
              <a:gd name="connsiteY118" fmla="*/ 2179258 h 2240205"/>
              <a:gd name="connsiteX119" fmla="*/ 413835 w 12192000"/>
              <a:gd name="connsiteY119" fmla="*/ 2156783 h 2240205"/>
              <a:gd name="connsiteX120" fmla="*/ 376513 w 12192000"/>
              <a:gd name="connsiteY120" fmla="*/ 2154014 h 2240205"/>
              <a:gd name="connsiteX121" fmla="*/ 273386 w 12192000"/>
              <a:gd name="connsiteY121" fmla="*/ 2142551 h 2240205"/>
              <a:gd name="connsiteX122" fmla="*/ 77641 w 12192000"/>
              <a:gd name="connsiteY122" fmla="*/ 2126835 h 2240205"/>
              <a:gd name="connsiteX123" fmla="*/ 37645 w 12192000"/>
              <a:gd name="connsiteY123" fmla="*/ 2115401 h 2240205"/>
              <a:gd name="connsiteX124" fmla="*/ 4572 w 12192000"/>
              <a:gd name="connsiteY124" fmla="*/ 2111091 h 2240205"/>
              <a:gd name="connsiteX125" fmla="*/ 0 w 12192000"/>
              <a:gd name="connsiteY125" fmla="*/ 2110468 h 2240205"/>
              <a:gd name="connsiteX126" fmla="*/ 0 w 12192000"/>
              <a:gd name="connsiteY126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649954 w 12192000"/>
              <a:gd name="connsiteY4" fmla="*/ 749628 h 2240205"/>
              <a:gd name="connsiteX5" fmla="*/ 11560424 w 12192000"/>
              <a:gd name="connsiteY5" fmla="*/ 748017 h 2240205"/>
              <a:gd name="connsiteX6" fmla="*/ 11358455 w 12192000"/>
              <a:gd name="connsiteY6" fmla="*/ 747593 h 2240205"/>
              <a:gd name="connsiteX7" fmla="*/ 11165209 w 12192000"/>
              <a:gd name="connsiteY7" fmla="*/ 748852 h 2240205"/>
              <a:gd name="connsiteX8" fmla="*/ 11058755 w 12192000"/>
              <a:gd name="connsiteY8" fmla="*/ 749617 h 2240205"/>
              <a:gd name="connsiteX9" fmla="*/ 10803046 w 12192000"/>
              <a:gd name="connsiteY9" fmla="*/ 774328 h 2240205"/>
              <a:gd name="connsiteX10" fmla="*/ 10458762 w 12192000"/>
              <a:gd name="connsiteY10" fmla="*/ 755400 h 2240205"/>
              <a:gd name="connsiteX11" fmla="*/ 10211200 w 12192000"/>
              <a:gd name="connsiteY11" fmla="*/ 767513 h 2240205"/>
              <a:gd name="connsiteX12" fmla="*/ 10167995 w 12192000"/>
              <a:gd name="connsiteY12" fmla="*/ 760843 h 2240205"/>
              <a:gd name="connsiteX13" fmla="*/ 9997044 w 12192000"/>
              <a:gd name="connsiteY13" fmla="*/ 780129 h 2240205"/>
              <a:gd name="connsiteX14" fmla="*/ 9943887 w 12192000"/>
              <a:gd name="connsiteY14" fmla="*/ 804141 h 2240205"/>
              <a:gd name="connsiteX15" fmla="*/ 9918248 w 12192000"/>
              <a:gd name="connsiteY15" fmla="*/ 816628 h 2240205"/>
              <a:gd name="connsiteX16" fmla="*/ 9767091 w 12192000"/>
              <a:gd name="connsiteY16" fmla="*/ 870550 h 2240205"/>
              <a:gd name="connsiteX17" fmla="*/ 9683005 w 12192000"/>
              <a:gd name="connsiteY17" fmla="*/ 894128 h 2240205"/>
              <a:gd name="connsiteX18" fmla="*/ 9500499 w 12192000"/>
              <a:gd name="connsiteY18" fmla="*/ 954680 h 2240205"/>
              <a:gd name="connsiteX19" fmla="*/ 9410017 w 12192000"/>
              <a:gd name="connsiteY19" fmla="*/ 993931 h 2240205"/>
              <a:gd name="connsiteX20" fmla="*/ 9392919 w 12192000"/>
              <a:gd name="connsiteY20" fmla="*/ 994656 h 2240205"/>
              <a:gd name="connsiteX21" fmla="*/ 9268019 w 12192000"/>
              <a:gd name="connsiteY21" fmla="*/ 1007442 h 2240205"/>
              <a:gd name="connsiteX22" fmla="*/ 9188177 w 12192000"/>
              <a:gd name="connsiteY22" fmla="*/ 1035474 h 2240205"/>
              <a:gd name="connsiteX23" fmla="*/ 9155969 w 12192000"/>
              <a:gd name="connsiteY23" fmla="*/ 1046804 h 2240205"/>
              <a:gd name="connsiteX24" fmla="*/ 9133985 w 12192000"/>
              <a:gd name="connsiteY24" fmla="*/ 1046450 h 2240205"/>
              <a:gd name="connsiteX25" fmla="*/ 9003462 w 12192000"/>
              <a:gd name="connsiteY25" fmla="*/ 1042406 h 2240205"/>
              <a:gd name="connsiteX26" fmla="*/ 8968445 w 12192000"/>
              <a:gd name="connsiteY26" fmla="*/ 1052169 h 2240205"/>
              <a:gd name="connsiteX27" fmla="*/ 8886001 w 12192000"/>
              <a:gd name="connsiteY27" fmla="*/ 1067468 h 2240205"/>
              <a:gd name="connsiteX28" fmla="*/ 8838610 w 12192000"/>
              <a:gd name="connsiteY28" fmla="*/ 1075091 h 2240205"/>
              <a:gd name="connsiteX29" fmla="*/ 8665605 w 12192000"/>
              <a:gd name="connsiteY29" fmla="*/ 1110791 h 2240205"/>
              <a:gd name="connsiteX30" fmla="*/ 8419755 w 12192000"/>
              <a:gd name="connsiteY30" fmla="*/ 1216260 h 2240205"/>
              <a:gd name="connsiteX31" fmla="*/ 8411626 w 12192000"/>
              <a:gd name="connsiteY31" fmla="*/ 1214397 h 2240205"/>
              <a:gd name="connsiteX32" fmla="*/ 8363469 w 12192000"/>
              <a:gd name="connsiteY32" fmla="*/ 1246658 h 2240205"/>
              <a:gd name="connsiteX33" fmla="*/ 8275497 w 12192000"/>
              <a:gd name="connsiteY33" fmla="*/ 1264396 h 2240205"/>
              <a:gd name="connsiteX34" fmla="*/ 8074238 w 12192000"/>
              <a:gd name="connsiteY34" fmla="*/ 1301895 h 2240205"/>
              <a:gd name="connsiteX35" fmla="*/ 7902328 w 12192000"/>
              <a:gd name="connsiteY35" fmla="*/ 1345865 h 2240205"/>
              <a:gd name="connsiteX36" fmla="*/ 7840612 w 12192000"/>
              <a:gd name="connsiteY36" fmla="*/ 1369373 h 2240205"/>
              <a:gd name="connsiteX37" fmla="*/ 7786819 w 12192000"/>
              <a:gd name="connsiteY37" fmla="*/ 1378970 h 2240205"/>
              <a:gd name="connsiteX38" fmla="*/ 7548172 w 12192000"/>
              <a:gd name="connsiteY38" fmla="*/ 1417460 h 2240205"/>
              <a:gd name="connsiteX39" fmla="*/ 7483437 w 12192000"/>
              <a:gd name="connsiteY39" fmla="*/ 1478152 h 2240205"/>
              <a:gd name="connsiteX40" fmla="*/ 7377870 w 12192000"/>
              <a:gd name="connsiteY40" fmla="*/ 1523319 h 2240205"/>
              <a:gd name="connsiteX41" fmla="*/ 7230737 w 12192000"/>
              <a:gd name="connsiteY41" fmla="*/ 1562633 h 2240205"/>
              <a:gd name="connsiteX42" fmla="*/ 7224458 w 12192000"/>
              <a:gd name="connsiteY42" fmla="*/ 1573008 h 2240205"/>
              <a:gd name="connsiteX43" fmla="*/ 7183121 w 12192000"/>
              <a:gd name="connsiteY43" fmla="*/ 1595162 h 2240205"/>
              <a:gd name="connsiteX44" fmla="*/ 7164601 w 12192000"/>
              <a:gd name="connsiteY44" fmla="*/ 1606490 h 2240205"/>
              <a:gd name="connsiteX45" fmla="*/ 6900177 w 12192000"/>
              <a:gd name="connsiteY45" fmla="*/ 1636016 h 2240205"/>
              <a:gd name="connsiteX46" fmla="*/ 6795372 w 12192000"/>
              <a:gd name="connsiteY46" fmla="*/ 1644845 h 2240205"/>
              <a:gd name="connsiteX47" fmla="*/ 6692251 w 12192000"/>
              <a:gd name="connsiteY47" fmla="*/ 1656357 h 2240205"/>
              <a:gd name="connsiteX48" fmla="*/ 6655235 w 12192000"/>
              <a:gd name="connsiteY48" fmla="*/ 1661869 h 2240205"/>
              <a:gd name="connsiteX49" fmla="*/ 6554894 w 12192000"/>
              <a:gd name="connsiteY49" fmla="*/ 1664428 h 2240205"/>
              <a:gd name="connsiteX50" fmla="*/ 6516595 w 12192000"/>
              <a:gd name="connsiteY50" fmla="*/ 1667475 h 2240205"/>
              <a:gd name="connsiteX51" fmla="*/ 6508541 w 12192000"/>
              <a:gd name="connsiteY51" fmla="*/ 1668757 h 2240205"/>
              <a:gd name="connsiteX52" fmla="*/ 6471012 w 12192000"/>
              <a:gd name="connsiteY52" fmla="*/ 1678604 h 2240205"/>
              <a:gd name="connsiteX53" fmla="*/ 6364035 w 12192000"/>
              <a:gd name="connsiteY53" fmla="*/ 1667683 h 2240205"/>
              <a:gd name="connsiteX54" fmla="*/ 6243319 w 12192000"/>
              <a:gd name="connsiteY54" fmla="*/ 1695560 h 2240205"/>
              <a:gd name="connsiteX55" fmla="*/ 6098321 w 12192000"/>
              <a:gd name="connsiteY55" fmla="*/ 1721646 h 2240205"/>
              <a:gd name="connsiteX56" fmla="*/ 5880652 w 12192000"/>
              <a:gd name="connsiteY56" fmla="*/ 1779643 h 2240205"/>
              <a:gd name="connsiteX57" fmla="*/ 5785959 w 12192000"/>
              <a:gd name="connsiteY57" fmla="*/ 1775307 h 2240205"/>
              <a:gd name="connsiteX58" fmla="*/ 5643534 w 12192000"/>
              <a:gd name="connsiteY58" fmla="*/ 1802919 h 2240205"/>
              <a:gd name="connsiteX59" fmla="*/ 5518799 w 12192000"/>
              <a:gd name="connsiteY59" fmla="*/ 1818312 h 2240205"/>
              <a:gd name="connsiteX60" fmla="*/ 5505014 w 12192000"/>
              <a:gd name="connsiteY60" fmla="*/ 1819259 h 2240205"/>
              <a:gd name="connsiteX61" fmla="*/ 5453307 w 12192000"/>
              <a:gd name="connsiteY61" fmla="*/ 1815450 h 2240205"/>
              <a:gd name="connsiteX62" fmla="*/ 5221533 w 12192000"/>
              <a:gd name="connsiteY62" fmla="*/ 1846950 h 2240205"/>
              <a:gd name="connsiteX63" fmla="*/ 5149802 w 12192000"/>
              <a:gd name="connsiteY63" fmla="*/ 1844846 h 2240205"/>
              <a:gd name="connsiteX64" fmla="*/ 5114927 w 12192000"/>
              <a:gd name="connsiteY64" fmla="*/ 1847827 h 2240205"/>
              <a:gd name="connsiteX65" fmla="*/ 5108970 w 12192000"/>
              <a:gd name="connsiteY65" fmla="*/ 1847935 h 2240205"/>
              <a:gd name="connsiteX66" fmla="*/ 5067961 w 12192000"/>
              <a:gd name="connsiteY66" fmla="*/ 1845917 h 2240205"/>
              <a:gd name="connsiteX67" fmla="*/ 5007075 w 12192000"/>
              <a:gd name="connsiteY67" fmla="*/ 1838626 h 2240205"/>
              <a:gd name="connsiteX68" fmla="*/ 4944087 w 12192000"/>
              <a:gd name="connsiteY68" fmla="*/ 1823332 h 2240205"/>
              <a:gd name="connsiteX69" fmla="*/ 4907662 w 12192000"/>
              <a:gd name="connsiteY69" fmla="*/ 1816900 h 2240205"/>
              <a:gd name="connsiteX70" fmla="*/ 4882386 w 12192000"/>
              <a:gd name="connsiteY70" fmla="*/ 1809844 h 2240205"/>
              <a:gd name="connsiteX71" fmla="*/ 4811440 w 12192000"/>
              <a:gd name="connsiteY71" fmla="*/ 1804655 h 2240205"/>
              <a:gd name="connsiteX72" fmla="*/ 4691075 w 12192000"/>
              <a:gd name="connsiteY72" fmla="*/ 1801389 h 2240205"/>
              <a:gd name="connsiteX73" fmla="*/ 4640313 w 12192000"/>
              <a:gd name="connsiteY73" fmla="*/ 1784307 h 2240205"/>
              <a:gd name="connsiteX74" fmla="*/ 4536503 w 12192000"/>
              <a:gd name="connsiteY74" fmla="*/ 1785334 h 2240205"/>
              <a:gd name="connsiteX75" fmla="*/ 4513724 w 12192000"/>
              <a:gd name="connsiteY75" fmla="*/ 1791996 h 2240205"/>
              <a:gd name="connsiteX76" fmla="*/ 4459810 w 12192000"/>
              <a:gd name="connsiteY76" fmla="*/ 1797886 h 2240205"/>
              <a:gd name="connsiteX77" fmla="*/ 4379064 w 12192000"/>
              <a:gd name="connsiteY77" fmla="*/ 1817177 h 2240205"/>
              <a:gd name="connsiteX78" fmla="*/ 4290981 w 12192000"/>
              <a:gd name="connsiteY78" fmla="*/ 1839677 h 2240205"/>
              <a:gd name="connsiteX79" fmla="*/ 4238372 w 12192000"/>
              <a:gd name="connsiteY79" fmla="*/ 1851480 h 2240205"/>
              <a:gd name="connsiteX80" fmla="*/ 4232517 w 12192000"/>
              <a:gd name="connsiteY80" fmla="*/ 1852567 h 2240205"/>
              <a:gd name="connsiteX81" fmla="*/ 4191732 w 12192000"/>
              <a:gd name="connsiteY81" fmla="*/ 1857328 h 2240205"/>
              <a:gd name="connsiteX82" fmla="*/ 4065532 w 12192000"/>
              <a:gd name="connsiteY82" fmla="*/ 1855477 h 2240205"/>
              <a:gd name="connsiteX83" fmla="*/ 4028460 w 12192000"/>
              <a:gd name="connsiteY83" fmla="*/ 1855137 h 2240205"/>
              <a:gd name="connsiteX84" fmla="*/ 4002267 w 12192000"/>
              <a:gd name="connsiteY84" fmla="*/ 1852352 h 2240205"/>
              <a:gd name="connsiteX85" fmla="*/ 3931396 w 12192000"/>
              <a:gd name="connsiteY85" fmla="*/ 1858915 h 2240205"/>
              <a:gd name="connsiteX86" fmla="*/ 3812162 w 12192000"/>
              <a:gd name="connsiteY86" fmla="*/ 1875501 h 2240205"/>
              <a:gd name="connsiteX87" fmla="*/ 3758105 w 12192000"/>
              <a:gd name="connsiteY87" fmla="*/ 1871856 h 2240205"/>
              <a:gd name="connsiteX88" fmla="*/ 3567259 w 12192000"/>
              <a:gd name="connsiteY88" fmla="*/ 1893482 h 2240205"/>
              <a:gd name="connsiteX89" fmla="*/ 3405770 w 12192000"/>
              <a:gd name="connsiteY89" fmla="*/ 1904591 h 2240205"/>
              <a:gd name="connsiteX90" fmla="*/ 3280097 w 12192000"/>
              <a:gd name="connsiteY90" fmla="*/ 1919610 h 2240205"/>
              <a:gd name="connsiteX91" fmla="*/ 3009910 w 12192000"/>
              <a:gd name="connsiteY91" fmla="*/ 1957866 h 2240205"/>
              <a:gd name="connsiteX92" fmla="*/ 2995934 w 12192000"/>
              <a:gd name="connsiteY92" fmla="*/ 1967085 h 2240205"/>
              <a:gd name="connsiteX93" fmla="*/ 2942858 w 12192000"/>
              <a:gd name="connsiteY93" fmla="*/ 1981367 h 2240205"/>
              <a:gd name="connsiteX94" fmla="*/ 2875436 w 12192000"/>
              <a:gd name="connsiteY94" fmla="*/ 1996977 h 2240205"/>
              <a:gd name="connsiteX95" fmla="*/ 2874892 w 12192000"/>
              <a:gd name="connsiteY95" fmla="*/ 1996085 h 2240205"/>
              <a:gd name="connsiteX96" fmla="*/ 2843662 w 12192000"/>
              <a:gd name="connsiteY96" fmla="*/ 1992498 h 2240205"/>
              <a:gd name="connsiteX97" fmla="*/ 2718916 w 12192000"/>
              <a:gd name="connsiteY97" fmla="*/ 1990867 h 2240205"/>
              <a:gd name="connsiteX98" fmla="*/ 2713522 w 12192000"/>
              <a:gd name="connsiteY98" fmla="*/ 1990173 h 2240205"/>
              <a:gd name="connsiteX99" fmla="*/ 2476147 w 12192000"/>
              <a:gd name="connsiteY99" fmla="*/ 1998305 h 2240205"/>
              <a:gd name="connsiteX100" fmla="*/ 2373568 w 12192000"/>
              <a:gd name="connsiteY100" fmla="*/ 2003219 h 2240205"/>
              <a:gd name="connsiteX101" fmla="*/ 2287219 w 12192000"/>
              <a:gd name="connsiteY101" fmla="*/ 1998750 h 2240205"/>
              <a:gd name="connsiteX102" fmla="*/ 2164831 w 12192000"/>
              <a:gd name="connsiteY102" fmla="*/ 2010143 h 2240205"/>
              <a:gd name="connsiteX103" fmla="*/ 2058061 w 12192000"/>
              <a:gd name="connsiteY103" fmla="*/ 2047942 h 2240205"/>
              <a:gd name="connsiteX104" fmla="*/ 2042244 w 12192000"/>
              <a:gd name="connsiteY104" fmla="*/ 2055560 h 2240205"/>
              <a:gd name="connsiteX105" fmla="*/ 1877728 w 12192000"/>
              <a:gd name="connsiteY105" fmla="*/ 2101004 h 2240205"/>
              <a:gd name="connsiteX106" fmla="*/ 1759056 w 12192000"/>
              <a:gd name="connsiteY106" fmla="*/ 2125608 h 2240205"/>
              <a:gd name="connsiteX107" fmla="*/ 1637948 w 12192000"/>
              <a:gd name="connsiteY107" fmla="*/ 2172597 h 2240205"/>
              <a:gd name="connsiteX108" fmla="*/ 1434549 w 12192000"/>
              <a:gd name="connsiteY108" fmla="*/ 2234522 h 2240205"/>
              <a:gd name="connsiteX109" fmla="*/ 1370962 w 12192000"/>
              <a:gd name="connsiteY109" fmla="*/ 2237474 h 2240205"/>
              <a:gd name="connsiteX110" fmla="*/ 1356367 w 12192000"/>
              <a:gd name="connsiteY110" fmla="*/ 2235089 h 2240205"/>
              <a:gd name="connsiteX111" fmla="*/ 1279765 w 12192000"/>
              <a:gd name="connsiteY111" fmla="*/ 2229639 h 2240205"/>
              <a:gd name="connsiteX112" fmla="*/ 1195347 w 12192000"/>
              <a:gd name="connsiteY112" fmla="*/ 2212354 h 2240205"/>
              <a:gd name="connsiteX113" fmla="*/ 970251 w 12192000"/>
              <a:gd name="connsiteY113" fmla="*/ 2221029 h 2240205"/>
              <a:gd name="connsiteX114" fmla="*/ 812914 w 12192000"/>
              <a:gd name="connsiteY114" fmla="*/ 2210095 h 2240205"/>
              <a:gd name="connsiteX115" fmla="*/ 597225 w 12192000"/>
              <a:gd name="connsiteY115" fmla="*/ 2180999 h 2240205"/>
              <a:gd name="connsiteX116" fmla="*/ 520671 w 12192000"/>
              <a:gd name="connsiteY116" fmla="*/ 2180980 h 2240205"/>
              <a:gd name="connsiteX117" fmla="*/ 515024 w 12192000"/>
              <a:gd name="connsiteY117" fmla="*/ 2179258 h 2240205"/>
              <a:gd name="connsiteX118" fmla="*/ 413835 w 12192000"/>
              <a:gd name="connsiteY118" fmla="*/ 2156783 h 2240205"/>
              <a:gd name="connsiteX119" fmla="*/ 376513 w 12192000"/>
              <a:gd name="connsiteY119" fmla="*/ 2154014 h 2240205"/>
              <a:gd name="connsiteX120" fmla="*/ 273386 w 12192000"/>
              <a:gd name="connsiteY120" fmla="*/ 2142551 h 2240205"/>
              <a:gd name="connsiteX121" fmla="*/ 77641 w 12192000"/>
              <a:gd name="connsiteY121" fmla="*/ 2126835 h 2240205"/>
              <a:gd name="connsiteX122" fmla="*/ 37645 w 12192000"/>
              <a:gd name="connsiteY122" fmla="*/ 2115401 h 2240205"/>
              <a:gd name="connsiteX123" fmla="*/ 4572 w 12192000"/>
              <a:gd name="connsiteY123" fmla="*/ 2111091 h 2240205"/>
              <a:gd name="connsiteX124" fmla="*/ 0 w 12192000"/>
              <a:gd name="connsiteY124" fmla="*/ 2110468 h 2240205"/>
              <a:gd name="connsiteX125" fmla="*/ 0 w 12192000"/>
              <a:gd name="connsiteY125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649954 w 12192000"/>
              <a:gd name="connsiteY4" fmla="*/ 749628 h 2240205"/>
              <a:gd name="connsiteX5" fmla="*/ 11560424 w 12192000"/>
              <a:gd name="connsiteY5" fmla="*/ 748017 h 2240205"/>
              <a:gd name="connsiteX6" fmla="*/ 11358455 w 12192000"/>
              <a:gd name="connsiteY6" fmla="*/ 747593 h 2240205"/>
              <a:gd name="connsiteX7" fmla="*/ 11165209 w 12192000"/>
              <a:gd name="connsiteY7" fmla="*/ 748852 h 2240205"/>
              <a:gd name="connsiteX8" fmla="*/ 11058755 w 12192000"/>
              <a:gd name="connsiteY8" fmla="*/ 749617 h 2240205"/>
              <a:gd name="connsiteX9" fmla="*/ 10803046 w 12192000"/>
              <a:gd name="connsiteY9" fmla="*/ 774328 h 2240205"/>
              <a:gd name="connsiteX10" fmla="*/ 10458762 w 12192000"/>
              <a:gd name="connsiteY10" fmla="*/ 755400 h 2240205"/>
              <a:gd name="connsiteX11" fmla="*/ 10211200 w 12192000"/>
              <a:gd name="connsiteY11" fmla="*/ 767513 h 2240205"/>
              <a:gd name="connsiteX12" fmla="*/ 10167995 w 12192000"/>
              <a:gd name="connsiteY12" fmla="*/ 760843 h 2240205"/>
              <a:gd name="connsiteX13" fmla="*/ 9997044 w 12192000"/>
              <a:gd name="connsiteY13" fmla="*/ 780129 h 2240205"/>
              <a:gd name="connsiteX14" fmla="*/ 9943887 w 12192000"/>
              <a:gd name="connsiteY14" fmla="*/ 804141 h 2240205"/>
              <a:gd name="connsiteX15" fmla="*/ 9918248 w 12192000"/>
              <a:gd name="connsiteY15" fmla="*/ 816628 h 2240205"/>
              <a:gd name="connsiteX16" fmla="*/ 9767091 w 12192000"/>
              <a:gd name="connsiteY16" fmla="*/ 870550 h 2240205"/>
              <a:gd name="connsiteX17" fmla="*/ 9683005 w 12192000"/>
              <a:gd name="connsiteY17" fmla="*/ 894128 h 2240205"/>
              <a:gd name="connsiteX18" fmla="*/ 9500499 w 12192000"/>
              <a:gd name="connsiteY18" fmla="*/ 954680 h 2240205"/>
              <a:gd name="connsiteX19" fmla="*/ 9410017 w 12192000"/>
              <a:gd name="connsiteY19" fmla="*/ 993931 h 2240205"/>
              <a:gd name="connsiteX20" fmla="*/ 9392919 w 12192000"/>
              <a:gd name="connsiteY20" fmla="*/ 994656 h 2240205"/>
              <a:gd name="connsiteX21" fmla="*/ 9268019 w 12192000"/>
              <a:gd name="connsiteY21" fmla="*/ 1007442 h 2240205"/>
              <a:gd name="connsiteX22" fmla="*/ 9188177 w 12192000"/>
              <a:gd name="connsiteY22" fmla="*/ 1035474 h 2240205"/>
              <a:gd name="connsiteX23" fmla="*/ 9155969 w 12192000"/>
              <a:gd name="connsiteY23" fmla="*/ 1046804 h 2240205"/>
              <a:gd name="connsiteX24" fmla="*/ 9133985 w 12192000"/>
              <a:gd name="connsiteY24" fmla="*/ 1046450 h 2240205"/>
              <a:gd name="connsiteX25" fmla="*/ 9003462 w 12192000"/>
              <a:gd name="connsiteY25" fmla="*/ 1042406 h 2240205"/>
              <a:gd name="connsiteX26" fmla="*/ 8968445 w 12192000"/>
              <a:gd name="connsiteY26" fmla="*/ 1052169 h 2240205"/>
              <a:gd name="connsiteX27" fmla="*/ 8886001 w 12192000"/>
              <a:gd name="connsiteY27" fmla="*/ 1067468 h 2240205"/>
              <a:gd name="connsiteX28" fmla="*/ 8838610 w 12192000"/>
              <a:gd name="connsiteY28" fmla="*/ 1075091 h 2240205"/>
              <a:gd name="connsiteX29" fmla="*/ 8665605 w 12192000"/>
              <a:gd name="connsiteY29" fmla="*/ 1110791 h 2240205"/>
              <a:gd name="connsiteX30" fmla="*/ 8419755 w 12192000"/>
              <a:gd name="connsiteY30" fmla="*/ 1216260 h 2240205"/>
              <a:gd name="connsiteX31" fmla="*/ 8411626 w 12192000"/>
              <a:gd name="connsiteY31" fmla="*/ 1214397 h 2240205"/>
              <a:gd name="connsiteX32" fmla="*/ 8363469 w 12192000"/>
              <a:gd name="connsiteY32" fmla="*/ 1246658 h 2240205"/>
              <a:gd name="connsiteX33" fmla="*/ 8275497 w 12192000"/>
              <a:gd name="connsiteY33" fmla="*/ 1264396 h 2240205"/>
              <a:gd name="connsiteX34" fmla="*/ 8074238 w 12192000"/>
              <a:gd name="connsiteY34" fmla="*/ 1301895 h 2240205"/>
              <a:gd name="connsiteX35" fmla="*/ 7902328 w 12192000"/>
              <a:gd name="connsiteY35" fmla="*/ 1345865 h 2240205"/>
              <a:gd name="connsiteX36" fmla="*/ 7840612 w 12192000"/>
              <a:gd name="connsiteY36" fmla="*/ 1369373 h 2240205"/>
              <a:gd name="connsiteX37" fmla="*/ 7786819 w 12192000"/>
              <a:gd name="connsiteY37" fmla="*/ 1378970 h 2240205"/>
              <a:gd name="connsiteX38" fmla="*/ 7548172 w 12192000"/>
              <a:gd name="connsiteY38" fmla="*/ 1417460 h 2240205"/>
              <a:gd name="connsiteX39" fmla="*/ 7483437 w 12192000"/>
              <a:gd name="connsiteY39" fmla="*/ 1478152 h 2240205"/>
              <a:gd name="connsiteX40" fmla="*/ 7377870 w 12192000"/>
              <a:gd name="connsiteY40" fmla="*/ 1523319 h 2240205"/>
              <a:gd name="connsiteX41" fmla="*/ 7230737 w 12192000"/>
              <a:gd name="connsiteY41" fmla="*/ 1562633 h 2240205"/>
              <a:gd name="connsiteX42" fmla="*/ 7224458 w 12192000"/>
              <a:gd name="connsiteY42" fmla="*/ 1573008 h 2240205"/>
              <a:gd name="connsiteX43" fmla="*/ 7183121 w 12192000"/>
              <a:gd name="connsiteY43" fmla="*/ 1595162 h 2240205"/>
              <a:gd name="connsiteX44" fmla="*/ 7164601 w 12192000"/>
              <a:gd name="connsiteY44" fmla="*/ 1606490 h 2240205"/>
              <a:gd name="connsiteX45" fmla="*/ 6900177 w 12192000"/>
              <a:gd name="connsiteY45" fmla="*/ 1636016 h 2240205"/>
              <a:gd name="connsiteX46" fmla="*/ 6795372 w 12192000"/>
              <a:gd name="connsiteY46" fmla="*/ 1644845 h 2240205"/>
              <a:gd name="connsiteX47" fmla="*/ 6692251 w 12192000"/>
              <a:gd name="connsiteY47" fmla="*/ 1656357 h 2240205"/>
              <a:gd name="connsiteX48" fmla="*/ 6655235 w 12192000"/>
              <a:gd name="connsiteY48" fmla="*/ 1661869 h 2240205"/>
              <a:gd name="connsiteX49" fmla="*/ 6554894 w 12192000"/>
              <a:gd name="connsiteY49" fmla="*/ 1664428 h 2240205"/>
              <a:gd name="connsiteX50" fmla="*/ 6516595 w 12192000"/>
              <a:gd name="connsiteY50" fmla="*/ 1667475 h 2240205"/>
              <a:gd name="connsiteX51" fmla="*/ 6508541 w 12192000"/>
              <a:gd name="connsiteY51" fmla="*/ 1668757 h 2240205"/>
              <a:gd name="connsiteX52" fmla="*/ 6471012 w 12192000"/>
              <a:gd name="connsiteY52" fmla="*/ 1678604 h 2240205"/>
              <a:gd name="connsiteX53" fmla="*/ 6364035 w 12192000"/>
              <a:gd name="connsiteY53" fmla="*/ 1667683 h 2240205"/>
              <a:gd name="connsiteX54" fmla="*/ 6243319 w 12192000"/>
              <a:gd name="connsiteY54" fmla="*/ 1695560 h 2240205"/>
              <a:gd name="connsiteX55" fmla="*/ 6098321 w 12192000"/>
              <a:gd name="connsiteY55" fmla="*/ 1721646 h 2240205"/>
              <a:gd name="connsiteX56" fmla="*/ 5880652 w 12192000"/>
              <a:gd name="connsiteY56" fmla="*/ 1779643 h 2240205"/>
              <a:gd name="connsiteX57" fmla="*/ 5785959 w 12192000"/>
              <a:gd name="connsiteY57" fmla="*/ 1775307 h 2240205"/>
              <a:gd name="connsiteX58" fmla="*/ 5643534 w 12192000"/>
              <a:gd name="connsiteY58" fmla="*/ 1802919 h 2240205"/>
              <a:gd name="connsiteX59" fmla="*/ 5518799 w 12192000"/>
              <a:gd name="connsiteY59" fmla="*/ 1818312 h 2240205"/>
              <a:gd name="connsiteX60" fmla="*/ 5505014 w 12192000"/>
              <a:gd name="connsiteY60" fmla="*/ 1819259 h 2240205"/>
              <a:gd name="connsiteX61" fmla="*/ 5453307 w 12192000"/>
              <a:gd name="connsiteY61" fmla="*/ 1815450 h 2240205"/>
              <a:gd name="connsiteX62" fmla="*/ 5221533 w 12192000"/>
              <a:gd name="connsiteY62" fmla="*/ 1846950 h 2240205"/>
              <a:gd name="connsiteX63" fmla="*/ 5149802 w 12192000"/>
              <a:gd name="connsiteY63" fmla="*/ 1844846 h 2240205"/>
              <a:gd name="connsiteX64" fmla="*/ 5114927 w 12192000"/>
              <a:gd name="connsiteY64" fmla="*/ 1847827 h 2240205"/>
              <a:gd name="connsiteX65" fmla="*/ 5108970 w 12192000"/>
              <a:gd name="connsiteY65" fmla="*/ 1847935 h 2240205"/>
              <a:gd name="connsiteX66" fmla="*/ 5067961 w 12192000"/>
              <a:gd name="connsiteY66" fmla="*/ 1845917 h 2240205"/>
              <a:gd name="connsiteX67" fmla="*/ 5007075 w 12192000"/>
              <a:gd name="connsiteY67" fmla="*/ 1838626 h 2240205"/>
              <a:gd name="connsiteX68" fmla="*/ 4944087 w 12192000"/>
              <a:gd name="connsiteY68" fmla="*/ 1823332 h 2240205"/>
              <a:gd name="connsiteX69" fmla="*/ 4907662 w 12192000"/>
              <a:gd name="connsiteY69" fmla="*/ 1816900 h 2240205"/>
              <a:gd name="connsiteX70" fmla="*/ 4882386 w 12192000"/>
              <a:gd name="connsiteY70" fmla="*/ 1809844 h 2240205"/>
              <a:gd name="connsiteX71" fmla="*/ 4811440 w 12192000"/>
              <a:gd name="connsiteY71" fmla="*/ 1804655 h 2240205"/>
              <a:gd name="connsiteX72" fmla="*/ 4691075 w 12192000"/>
              <a:gd name="connsiteY72" fmla="*/ 1801389 h 2240205"/>
              <a:gd name="connsiteX73" fmla="*/ 4640313 w 12192000"/>
              <a:gd name="connsiteY73" fmla="*/ 1784307 h 2240205"/>
              <a:gd name="connsiteX74" fmla="*/ 4536503 w 12192000"/>
              <a:gd name="connsiteY74" fmla="*/ 1785334 h 2240205"/>
              <a:gd name="connsiteX75" fmla="*/ 4513724 w 12192000"/>
              <a:gd name="connsiteY75" fmla="*/ 1791996 h 2240205"/>
              <a:gd name="connsiteX76" fmla="*/ 4459810 w 12192000"/>
              <a:gd name="connsiteY76" fmla="*/ 1797886 h 2240205"/>
              <a:gd name="connsiteX77" fmla="*/ 4379064 w 12192000"/>
              <a:gd name="connsiteY77" fmla="*/ 1817177 h 2240205"/>
              <a:gd name="connsiteX78" fmla="*/ 4290981 w 12192000"/>
              <a:gd name="connsiteY78" fmla="*/ 1839677 h 2240205"/>
              <a:gd name="connsiteX79" fmla="*/ 4238372 w 12192000"/>
              <a:gd name="connsiteY79" fmla="*/ 1851480 h 2240205"/>
              <a:gd name="connsiteX80" fmla="*/ 4232517 w 12192000"/>
              <a:gd name="connsiteY80" fmla="*/ 1852567 h 2240205"/>
              <a:gd name="connsiteX81" fmla="*/ 4191732 w 12192000"/>
              <a:gd name="connsiteY81" fmla="*/ 1857328 h 2240205"/>
              <a:gd name="connsiteX82" fmla="*/ 4065532 w 12192000"/>
              <a:gd name="connsiteY82" fmla="*/ 1855477 h 2240205"/>
              <a:gd name="connsiteX83" fmla="*/ 4028460 w 12192000"/>
              <a:gd name="connsiteY83" fmla="*/ 1855137 h 2240205"/>
              <a:gd name="connsiteX84" fmla="*/ 4002267 w 12192000"/>
              <a:gd name="connsiteY84" fmla="*/ 1852352 h 2240205"/>
              <a:gd name="connsiteX85" fmla="*/ 3931396 w 12192000"/>
              <a:gd name="connsiteY85" fmla="*/ 1858915 h 2240205"/>
              <a:gd name="connsiteX86" fmla="*/ 3812162 w 12192000"/>
              <a:gd name="connsiteY86" fmla="*/ 1875501 h 2240205"/>
              <a:gd name="connsiteX87" fmla="*/ 3758105 w 12192000"/>
              <a:gd name="connsiteY87" fmla="*/ 1871856 h 2240205"/>
              <a:gd name="connsiteX88" fmla="*/ 3567259 w 12192000"/>
              <a:gd name="connsiteY88" fmla="*/ 1893482 h 2240205"/>
              <a:gd name="connsiteX89" fmla="*/ 3405770 w 12192000"/>
              <a:gd name="connsiteY89" fmla="*/ 1904591 h 2240205"/>
              <a:gd name="connsiteX90" fmla="*/ 3280097 w 12192000"/>
              <a:gd name="connsiteY90" fmla="*/ 1919610 h 2240205"/>
              <a:gd name="connsiteX91" fmla="*/ 3009910 w 12192000"/>
              <a:gd name="connsiteY91" fmla="*/ 1957866 h 2240205"/>
              <a:gd name="connsiteX92" fmla="*/ 2995934 w 12192000"/>
              <a:gd name="connsiteY92" fmla="*/ 1967085 h 2240205"/>
              <a:gd name="connsiteX93" fmla="*/ 2942858 w 12192000"/>
              <a:gd name="connsiteY93" fmla="*/ 1981367 h 2240205"/>
              <a:gd name="connsiteX94" fmla="*/ 2875436 w 12192000"/>
              <a:gd name="connsiteY94" fmla="*/ 1996977 h 2240205"/>
              <a:gd name="connsiteX95" fmla="*/ 2874892 w 12192000"/>
              <a:gd name="connsiteY95" fmla="*/ 1996085 h 2240205"/>
              <a:gd name="connsiteX96" fmla="*/ 2843662 w 12192000"/>
              <a:gd name="connsiteY96" fmla="*/ 1992498 h 2240205"/>
              <a:gd name="connsiteX97" fmla="*/ 2718916 w 12192000"/>
              <a:gd name="connsiteY97" fmla="*/ 1990867 h 2240205"/>
              <a:gd name="connsiteX98" fmla="*/ 2713522 w 12192000"/>
              <a:gd name="connsiteY98" fmla="*/ 1990173 h 2240205"/>
              <a:gd name="connsiteX99" fmla="*/ 2476147 w 12192000"/>
              <a:gd name="connsiteY99" fmla="*/ 1998305 h 2240205"/>
              <a:gd name="connsiteX100" fmla="*/ 2373568 w 12192000"/>
              <a:gd name="connsiteY100" fmla="*/ 2003219 h 2240205"/>
              <a:gd name="connsiteX101" fmla="*/ 2287219 w 12192000"/>
              <a:gd name="connsiteY101" fmla="*/ 1998750 h 2240205"/>
              <a:gd name="connsiteX102" fmla="*/ 2164831 w 12192000"/>
              <a:gd name="connsiteY102" fmla="*/ 2010143 h 2240205"/>
              <a:gd name="connsiteX103" fmla="*/ 2058061 w 12192000"/>
              <a:gd name="connsiteY103" fmla="*/ 2047942 h 2240205"/>
              <a:gd name="connsiteX104" fmla="*/ 2042244 w 12192000"/>
              <a:gd name="connsiteY104" fmla="*/ 2055560 h 2240205"/>
              <a:gd name="connsiteX105" fmla="*/ 1877728 w 12192000"/>
              <a:gd name="connsiteY105" fmla="*/ 2101004 h 2240205"/>
              <a:gd name="connsiteX106" fmla="*/ 1759056 w 12192000"/>
              <a:gd name="connsiteY106" fmla="*/ 2125608 h 2240205"/>
              <a:gd name="connsiteX107" fmla="*/ 1637948 w 12192000"/>
              <a:gd name="connsiteY107" fmla="*/ 2172597 h 2240205"/>
              <a:gd name="connsiteX108" fmla="*/ 1434549 w 12192000"/>
              <a:gd name="connsiteY108" fmla="*/ 2234522 h 2240205"/>
              <a:gd name="connsiteX109" fmla="*/ 1370962 w 12192000"/>
              <a:gd name="connsiteY109" fmla="*/ 2237474 h 2240205"/>
              <a:gd name="connsiteX110" fmla="*/ 1356367 w 12192000"/>
              <a:gd name="connsiteY110" fmla="*/ 2235089 h 2240205"/>
              <a:gd name="connsiteX111" fmla="*/ 1279765 w 12192000"/>
              <a:gd name="connsiteY111" fmla="*/ 2229639 h 2240205"/>
              <a:gd name="connsiteX112" fmla="*/ 1195347 w 12192000"/>
              <a:gd name="connsiteY112" fmla="*/ 2212354 h 2240205"/>
              <a:gd name="connsiteX113" fmla="*/ 970251 w 12192000"/>
              <a:gd name="connsiteY113" fmla="*/ 2221029 h 2240205"/>
              <a:gd name="connsiteX114" fmla="*/ 812914 w 12192000"/>
              <a:gd name="connsiteY114" fmla="*/ 2210095 h 2240205"/>
              <a:gd name="connsiteX115" fmla="*/ 597225 w 12192000"/>
              <a:gd name="connsiteY115" fmla="*/ 2180999 h 2240205"/>
              <a:gd name="connsiteX116" fmla="*/ 520671 w 12192000"/>
              <a:gd name="connsiteY116" fmla="*/ 2180980 h 2240205"/>
              <a:gd name="connsiteX117" fmla="*/ 515024 w 12192000"/>
              <a:gd name="connsiteY117" fmla="*/ 2179258 h 2240205"/>
              <a:gd name="connsiteX118" fmla="*/ 413835 w 12192000"/>
              <a:gd name="connsiteY118" fmla="*/ 2156783 h 2240205"/>
              <a:gd name="connsiteX119" fmla="*/ 376513 w 12192000"/>
              <a:gd name="connsiteY119" fmla="*/ 2154014 h 2240205"/>
              <a:gd name="connsiteX120" fmla="*/ 273386 w 12192000"/>
              <a:gd name="connsiteY120" fmla="*/ 2142551 h 2240205"/>
              <a:gd name="connsiteX121" fmla="*/ 77641 w 12192000"/>
              <a:gd name="connsiteY121" fmla="*/ 2126835 h 2240205"/>
              <a:gd name="connsiteX122" fmla="*/ 37645 w 12192000"/>
              <a:gd name="connsiteY122" fmla="*/ 2115401 h 2240205"/>
              <a:gd name="connsiteX123" fmla="*/ 4572 w 12192000"/>
              <a:gd name="connsiteY123" fmla="*/ 2111091 h 2240205"/>
              <a:gd name="connsiteX124" fmla="*/ 0 w 12192000"/>
              <a:gd name="connsiteY124" fmla="*/ 2110468 h 2240205"/>
              <a:gd name="connsiteX125" fmla="*/ 0 w 12192000"/>
              <a:gd name="connsiteY125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649954 w 12192000"/>
              <a:gd name="connsiteY4" fmla="*/ 749628 h 2240205"/>
              <a:gd name="connsiteX5" fmla="*/ 11560424 w 12192000"/>
              <a:gd name="connsiteY5" fmla="*/ 748017 h 2240205"/>
              <a:gd name="connsiteX6" fmla="*/ 11358455 w 12192000"/>
              <a:gd name="connsiteY6" fmla="*/ 747593 h 2240205"/>
              <a:gd name="connsiteX7" fmla="*/ 11165209 w 12192000"/>
              <a:gd name="connsiteY7" fmla="*/ 748852 h 2240205"/>
              <a:gd name="connsiteX8" fmla="*/ 11058755 w 12192000"/>
              <a:gd name="connsiteY8" fmla="*/ 749617 h 2240205"/>
              <a:gd name="connsiteX9" fmla="*/ 10803046 w 12192000"/>
              <a:gd name="connsiteY9" fmla="*/ 774328 h 2240205"/>
              <a:gd name="connsiteX10" fmla="*/ 10458762 w 12192000"/>
              <a:gd name="connsiteY10" fmla="*/ 755400 h 2240205"/>
              <a:gd name="connsiteX11" fmla="*/ 10211200 w 12192000"/>
              <a:gd name="connsiteY11" fmla="*/ 767513 h 2240205"/>
              <a:gd name="connsiteX12" fmla="*/ 10167995 w 12192000"/>
              <a:gd name="connsiteY12" fmla="*/ 760843 h 2240205"/>
              <a:gd name="connsiteX13" fmla="*/ 9997044 w 12192000"/>
              <a:gd name="connsiteY13" fmla="*/ 780129 h 2240205"/>
              <a:gd name="connsiteX14" fmla="*/ 9943887 w 12192000"/>
              <a:gd name="connsiteY14" fmla="*/ 804141 h 2240205"/>
              <a:gd name="connsiteX15" fmla="*/ 9918248 w 12192000"/>
              <a:gd name="connsiteY15" fmla="*/ 816628 h 2240205"/>
              <a:gd name="connsiteX16" fmla="*/ 9767091 w 12192000"/>
              <a:gd name="connsiteY16" fmla="*/ 870550 h 2240205"/>
              <a:gd name="connsiteX17" fmla="*/ 9683005 w 12192000"/>
              <a:gd name="connsiteY17" fmla="*/ 894128 h 2240205"/>
              <a:gd name="connsiteX18" fmla="*/ 9500499 w 12192000"/>
              <a:gd name="connsiteY18" fmla="*/ 954680 h 2240205"/>
              <a:gd name="connsiteX19" fmla="*/ 9410017 w 12192000"/>
              <a:gd name="connsiteY19" fmla="*/ 993931 h 2240205"/>
              <a:gd name="connsiteX20" fmla="*/ 9392919 w 12192000"/>
              <a:gd name="connsiteY20" fmla="*/ 994656 h 2240205"/>
              <a:gd name="connsiteX21" fmla="*/ 9268019 w 12192000"/>
              <a:gd name="connsiteY21" fmla="*/ 1007442 h 2240205"/>
              <a:gd name="connsiteX22" fmla="*/ 9188177 w 12192000"/>
              <a:gd name="connsiteY22" fmla="*/ 1035474 h 2240205"/>
              <a:gd name="connsiteX23" fmla="*/ 9155969 w 12192000"/>
              <a:gd name="connsiteY23" fmla="*/ 1046804 h 2240205"/>
              <a:gd name="connsiteX24" fmla="*/ 9133985 w 12192000"/>
              <a:gd name="connsiteY24" fmla="*/ 1046450 h 2240205"/>
              <a:gd name="connsiteX25" fmla="*/ 9003462 w 12192000"/>
              <a:gd name="connsiteY25" fmla="*/ 1042406 h 2240205"/>
              <a:gd name="connsiteX26" fmla="*/ 8968445 w 12192000"/>
              <a:gd name="connsiteY26" fmla="*/ 1052169 h 2240205"/>
              <a:gd name="connsiteX27" fmla="*/ 8886001 w 12192000"/>
              <a:gd name="connsiteY27" fmla="*/ 1067468 h 2240205"/>
              <a:gd name="connsiteX28" fmla="*/ 8838610 w 12192000"/>
              <a:gd name="connsiteY28" fmla="*/ 1075091 h 2240205"/>
              <a:gd name="connsiteX29" fmla="*/ 8665605 w 12192000"/>
              <a:gd name="connsiteY29" fmla="*/ 1110791 h 2240205"/>
              <a:gd name="connsiteX30" fmla="*/ 8419755 w 12192000"/>
              <a:gd name="connsiteY30" fmla="*/ 1216260 h 2240205"/>
              <a:gd name="connsiteX31" fmla="*/ 8411626 w 12192000"/>
              <a:gd name="connsiteY31" fmla="*/ 1214397 h 2240205"/>
              <a:gd name="connsiteX32" fmla="*/ 8363469 w 12192000"/>
              <a:gd name="connsiteY32" fmla="*/ 1246658 h 2240205"/>
              <a:gd name="connsiteX33" fmla="*/ 8275497 w 12192000"/>
              <a:gd name="connsiteY33" fmla="*/ 1264396 h 2240205"/>
              <a:gd name="connsiteX34" fmla="*/ 8074238 w 12192000"/>
              <a:gd name="connsiteY34" fmla="*/ 1301895 h 2240205"/>
              <a:gd name="connsiteX35" fmla="*/ 7902328 w 12192000"/>
              <a:gd name="connsiteY35" fmla="*/ 1345865 h 2240205"/>
              <a:gd name="connsiteX36" fmla="*/ 7840612 w 12192000"/>
              <a:gd name="connsiteY36" fmla="*/ 1369373 h 2240205"/>
              <a:gd name="connsiteX37" fmla="*/ 7786819 w 12192000"/>
              <a:gd name="connsiteY37" fmla="*/ 1378970 h 2240205"/>
              <a:gd name="connsiteX38" fmla="*/ 7548172 w 12192000"/>
              <a:gd name="connsiteY38" fmla="*/ 1417460 h 2240205"/>
              <a:gd name="connsiteX39" fmla="*/ 7483437 w 12192000"/>
              <a:gd name="connsiteY39" fmla="*/ 1478152 h 2240205"/>
              <a:gd name="connsiteX40" fmla="*/ 7377870 w 12192000"/>
              <a:gd name="connsiteY40" fmla="*/ 1523319 h 2240205"/>
              <a:gd name="connsiteX41" fmla="*/ 7230737 w 12192000"/>
              <a:gd name="connsiteY41" fmla="*/ 1562633 h 2240205"/>
              <a:gd name="connsiteX42" fmla="*/ 7224458 w 12192000"/>
              <a:gd name="connsiteY42" fmla="*/ 1573008 h 2240205"/>
              <a:gd name="connsiteX43" fmla="*/ 7183121 w 12192000"/>
              <a:gd name="connsiteY43" fmla="*/ 1595162 h 2240205"/>
              <a:gd name="connsiteX44" fmla="*/ 7164601 w 12192000"/>
              <a:gd name="connsiteY44" fmla="*/ 1606490 h 2240205"/>
              <a:gd name="connsiteX45" fmla="*/ 6900177 w 12192000"/>
              <a:gd name="connsiteY45" fmla="*/ 1636016 h 2240205"/>
              <a:gd name="connsiteX46" fmla="*/ 6795372 w 12192000"/>
              <a:gd name="connsiteY46" fmla="*/ 1644845 h 2240205"/>
              <a:gd name="connsiteX47" fmla="*/ 6692251 w 12192000"/>
              <a:gd name="connsiteY47" fmla="*/ 1656357 h 2240205"/>
              <a:gd name="connsiteX48" fmla="*/ 6655235 w 12192000"/>
              <a:gd name="connsiteY48" fmla="*/ 1661869 h 2240205"/>
              <a:gd name="connsiteX49" fmla="*/ 6554894 w 12192000"/>
              <a:gd name="connsiteY49" fmla="*/ 1664428 h 2240205"/>
              <a:gd name="connsiteX50" fmla="*/ 6516595 w 12192000"/>
              <a:gd name="connsiteY50" fmla="*/ 1667475 h 2240205"/>
              <a:gd name="connsiteX51" fmla="*/ 6508541 w 12192000"/>
              <a:gd name="connsiteY51" fmla="*/ 1668757 h 2240205"/>
              <a:gd name="connsiteX52" fmla="*/ 6471012 w 12192000"/>
              <a:gd name="connsiteY52" fmla="*/ 1678604 h 2240205"/>
              <a:gd name="connsiteX53" fmla="*/ 6364035 w 12192000"/>
              <a:gd name="connsiteY53" fmla="*/ 1667683 h 2240205"/>
              <a:gd name="connsiteX54" fmla="*/ 6243319 w 12192000"/>
              <a:gd name="connsiteY54" fmla="*/ 1695560 h 2240205"/>
              <a:gd name="connsiteX55" fmla="*/ 6098321 w 12192000"/>
              <a:gd name="connsiteY55" fmla="*/ 1721646 h 2240205"/>
              <a:gd name="connsiteX56" fmla="*/ 5880652 w 12192000"/>
              <a:gd name="connsiteY56" fmla="*/ 1779643 h 2240205"/>
              <a:gd name="connsiteX57" fmla="*/ 5785959 w 12192000"/>
              <a:gd name="connsiteY57" fmla="*/ 1775307 h 2240205"/>
              <a:gd name="connsiteX58" fmla="*/ 5643534 w 12192000"/>
              <a:gd name="connsiteY58" fmla="*/ 1802919 h 2240205"/>
              <a:gd name="connsiteX59" fmla="*/ 5518799 w 12192000"/>
              <a:gd name="connsiteY59" fmla="*/ 1818312 h 2240205"/>
              <a:gd name="connsiteX60" fmla="*/ 5505014 w 12192000"/>
              <a:gd name="connsiteY60" fmla="*/ 1819259 h 2240205"/>
              <a:gd name="connsiteX61" fmla="*/ 5453307 w 12192000"/>
              <a:gd name="connsiteY61" fmla="*/ 1815450 h 2240205"/>
              <a:gd name="connsiteX62" fmla="*/ 5221533 w 12192000"/>
              <a:gd name="connsiteY62" fmla="*/ 1846950 h 2240205"/>
              <a:gd name="connsiteX63" fmla="*/ 5149802 w 12192000"/>
              <a:gd name="connsiteY63" fmla="*/ 1844846 h 2240205"/>
              <a:gd name="connsiteX64" fmla="*/ 5114927 w 12192000"/>
              <a:gd name="connsiteY64" fmla="*/ 1847827 h 2240205"/>
              <a:gd name="connsiteX65" fmla="*/ 5108970 w 12192000"/>
              <a:gd name="connsiteY65" fmla="*/ 1847935 h 2240205"/>
              <a:gd name="connsiteX66" fmla="*/ 5067961 w 12192000"/>
              <a:gd name="connsiteY66" fmla="*/ 1845917 h 2240205"/>
              <a:gd name="connsiteX67" fmla="*/ 5007075 w 12192000"/>
              <a:gd name="connsiteY67" fmla="*/ 1838626 h 2240205"/>
              <a:gd name="connsiteX68" fmla="*/ 4944087 w 12192000"/>
              <a:gd name="connsiteY68" fmla="*/ 1823332 h 2240205"/>
              <a:gd name="connsiteX69" fmla="*/ 4907662 w 12192000"/>
              <a:gd name="connsiteY69" fmla="*/ 1816900 h 2240205"/>
              <a:gd name="connsiteX70" fmla="*/ 4882386 w 12192000"/>
              <a:gd name="connsiteY70" fmla="*/ 1809844 h 2240205"/>
              <a:gd name="connsiteX71" fmla="*/ 4811440 w 12192000"/>
              <a:gd name="connsiteY71" fmla="*/ 1804655 h 2240205"/>
              <a:gd name="connsiteX72" fmla="*/ 4691075 w 12192000"/>
              <a:gd name="connsiteY72" fmla="*/ 1801389 h 2240205"/>
              <a:gd name="connsiteX73" fmla="*/ 4640313 w 12192000"/>
              <a:gd name="connsiteY73" fmla="*/ 1784307 h 2240205"/>
              <a:gd name="connsiteX74" fmla="*/ 4536503 w 12192000"/>
              <a:gd name="connsiteY74" fmla="*/ 1785334 h 2240205"/>
              <a:gd name="connsiteX75" fmla="*/ 4513724 w 12192000"/>
              <a:gd name="connsiteY75" fmla="*/ 1791996 h 2240205"/>
              <a:gd name="connsiteX76" fmla="*/ 4459810 w 12192000"/>
              <a:gd name="connsiteY76" fmla="*/ 1797886 h 2240205"/>
              <a:gd name="connsiteX77" fmla="*/ 4379064 w 12192000"/>
              <a:gd name="connsiteY77" fmla="*/ 1817177 h 2240205"/>
              <a:gd name="connsiteX78" fmla="*/ 4290981 w 12192000"/>
              <a:gd name="connsiteY78" fmla="*/ 1839677 h 2240205"/>
              <a:gd name="connsiteX79" fmla="*/ 4238372 w 12192000"/>
              <a:gd name="connsiteY79" fmla="*/ 1851480 h 2240205"/>
              <a:gd name="connsiteX80" fmla="*/ 4232517 w 12192000"/>
              <a:gd name="connsiteY80" fmla="*/ 1852567 h 2240205"/>
              <a:gd name="connsiteX81" fmla="*/ 4191732 w 12192000"/>
              <a:gd name="connsiteY81" fmla="*/ 1857328 h 2240205"/>
              <a:gd name="connsiteX82" fmla="*/ 4065532 w 12192000"/>
              <a:gd name="connsiteY82" fmla="*/ 1855477 h 2240205"/>
              <a:gd name="connsiteX83" fmla="*/ 4028460 w 12192000"/>
              <a:gd name="connsiteY83" fmla="*/ 1855137 h 2240205"/>
              <a:gd name="connsiteX84" fmla="*/ 4002267 w 12192000"/>
              <a:gd name="connsiteY84" fmla="*/ 1852352 h 2240205"/>
              <a:gd name="connsiteX85" fmla="*/ 3931396 w 12192000"/>
              <a:gd name="connsiteY85" fmla="*/ 1858915 h 2240205"/>
              <a:gd name="connsiteX86" fmla="*/ 3812162 w 12192000"/>
              <a:gd name="connsiteY86" fmla="*/ 1875501 h 2240205"/>
              <a:gd name="connsiteX87" fmla="*/ 3758105 w 12192000"/>
              <a:gd name="connsiteY87" fmla="*/ 1871856 h 2240205"/>
              <a:gd name="connsiteX88" fmla="*/ 3567259 w 12192000"/>
              <a:gd name="connsiteY88" fmla="*/ 1893482 h 2240205"/>
              <a:gd name="connsiteX89" fmla="*/ 3405770 w 12192000"/>
              <a:gd name="connsiteY89" fmla="*/ 1904591 h 2240205"/>
              <a:gd name="connsiteX90" fmla="*/ 3280097 w 12192000"/>
              <a:gd name="connsiteY90" fmla="*/ 1919610 h 2240205"/>
              <a:gd name="connsiteX91" fmla="*/ 3009910 w 12192000"/>
              <a:gd name="connsiteY91" fmla="*/ 1957866 h 2240205"/>
              <a:gd name="connsiteX92" fmla="*/ 2995934 w 12192000"/>
              <a:gd name="connsiteY92" fmla="*/ 1967085 h 2240205"/>
              <a:gd name="connsiteX93" fmla="*/ 2942858 w 12192000"/>
              <a:gd name="connsiteY93" fmla="*/ 1981367 h 2240205"/>
              <a:gd name="connsiteX94" fmla="*/ 2875436 w 12192000"/>
              <a:gd name="connsiteY94" fmla="*/ 1996977 h 2240205"/>
              <a:gd name="connsiteX95" fmla="*/ 2874892 w 12192000"/>
              <a:gd name="connsiteY95" fmla="*/ 1996085 h 2240205"/>
              <a:gd name="connsiteX96" fmla="*/ 2843662 w 12192000"/>
              <a:gd name="connsiteY96" fmla="*/ 1992498 h 2240205"/>
              <a:gd name="connsiteX97" fmla="*/ 2718916 w 12192000"/>
              <a:gd name="connsiteY97" fmla="*/ 1990867 h 2240205"/>
              <a:gd name="connsiteX98" fmla="*/ 2713522 w 12192000"/>
              <a:gd name="connsiteY98" fmla="*/ 1990173 h 2240205"/>
              <a:gd name="connsiteX99" fmla="*/ 2476147 w 12192000"/>
              <a:gd name="connsiteY99" fmla="*/ 1998305 h 2240205"/>
              <a:gd name="connsiteX100" fmla="*/ 2373568 w 12192000"/>
              <a:gd name="connsiteY100" fmla="*/ 2003219 h 2240205"/>
              <a:gd name="connsiteX101" fmla="*/ 2287219 w 12192000"/>
              <a:gd name="connsiteY101" fmla="*/ 1998750 h 2240205"/>
              <a:gd name="connsiteX102" fmla="*/ 2164831 w 12192000"/>
              <a:gd name="connsiteY102" fmla="*/ 2010143 h 2240205"/>
              <a:gd name="connsiteX103" fmla="*/ 2058061 w 12192000"/>
              <a:gd name="connsiteY103" fmla="*/ 2047942 h 2240205"/>
              <a:gd name="connsiteX104" fmla="*/ 2042244 w 12192000"/>
              <a:gd name="connsiteY104" fmla="*/ 2055560 h 2240205"/>
              <a:gd name="connsiteX105" fmla="*/ 1877728 w 12192000"/>
              <a:gd name="connsiteY105" fmla="*/ 2101004 h 2240205"/>
              <a:gd name="connsiteX106" fmla="*/ 1759056 w 12192000"/>
              <a:gd name="connsiteY106" fmla="*/ 2125608 h 2240205"/>
              <a:gd name="connsiteX107" fmla="*/ 1637948 w 12192000"/>
              <a:gd name="connsiteY107" fmla="*/ 2172597 h 2240205"/>
              <a:gd name="connsiteX108" fmla="*/ 1434549 w 12192000"/>
              <a:gd name="connsiteY108" fmla="*/ 2234522 h 2240205"/>
              <a:gd name="connsiteX109" fmla="*/ 1370962 w 12192000"/>
              <a:gd name="connsiteY109" fmla="*/ 2237474 h 2240205"/>
              <a:gd name="connsiteX110" fmla="*/ 1356367 w 12192000"/>
              <a:gd name="connsiteY110" fmla="*/ 2235089 h 2240205"/>
              <a:gd name="connsiteX111" fmla="*/ 1279765 w 12192000"/>
              <a:gd name="connsiteY111" fmla="*/ 2229639 h 2240205"/>
              <a:gd name="connsiteX112" fmla="*/ 1195347 w 12192000"/>
              <a:gd name="connsiteY112" fmla="*/ 2212354 h 2240205"/>
              <a:gd name="connsiteX113" fmla="*/ 970251 w 12192000"/>
              <a:gd name="connsiteY113" fmla="*/ 2221029 h 2240205"/>
              <a:gd name="connsiteX114" fmla="*/ 812914 w 12192000"/>
              <a:gd name="connsiteY114" fmla="*/ 2210095 h 2240205"/>
              <a:gd name="connsiteX115" fmla="*/ 597225 w 12192000"/>
              <a:gd name="connsiteY115" fmla="*/ 2180999 h 2240205"/>
              <a:gd name="connsiteX116" fmla="*/ 520671 w 12192000"/>
              <a:gd name="connsiteY116" fmla="*/ 2180980 h 2240205"/>
              <a:gd name="connsiteX117" fmla="*/ 413835 w 12192000"/>
              <a:gd name="connsiteY117" fmla="*/ 2156783 h 2240205"/>
              <a:gd name="connsiteX118" fmla="*/ 376513 w 12192000"/>
              <a:gd name="connsiteY118" fmla="*/ 2154014 h 2240205"/>
              <a:gd name="connsiteX119" fmla="*/ 273386 w 12192000"/>
              <a:gd name="connsiteY119" fmla="*/ 2142551 h 2240205"/>
              <a:gd name="connsiteX120" fmla="*/ 77641 w 12192000"/>
              <a:gd name="connsiteY120" fmla="*/ 2126835 h 2240205"/>
              <a:gd name="connsiteX121" fmla="*/ 37645 w 12192000"/>
              <a:gd name="connsiteY121" fmla="*/ 2115401 h 2240205"/>
              <a:gd name="connsiteX122" fmla="*/ 4572 w 12192000"/>
              <a:gd name="connsiteY122" fmla="*/ 2111091 h 2240205"/>
              <a:gd name="connsiteX123" fmla="*/ 0 w 12192000"/>
              <a:gd name="connsiteY123" fmla="*/ 2110468 h 2240205"/>
              <a:gd name="connsiteX124" fmla="*/ 0 w 12192000"/>
              <a:gd name="connsiteY124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649954 w 12192000"/>
              <a:gd name="connsiteY4" fmla="*/ 749628 h 2240205"/>
              <a:gd name="connsiteX5" fmla="*/ 11560424 w 12192000"/>
              <a:gd name="connsiteY5" fmla="*/ 748017 h 2240205"/>
              <a:gd name="connsiteX6" fmla="*/ 11358455 w 12192000"/>
              <a:gd name="connsiteY6" fmla="*/ 747593 h 2240205"/>
              <a:gd name="connsiteX7" fmla="*/ 11165209 w 12192000"/>
              <a:gd name="connsiteY7" fmla="*/ 748852 h 2240205"/>
              <a:gd name="connsiteX8" fmla="*/ 11058755 w 12192000"/>
              <a:gd name="connsiteY8" fmla="*/ 749617 h 2240205"/>
              <a:gd name="connsiteX9" fmla="*/ 10803046 w 12192000"/>
              <a:gd name="connsiteY9" fmla="*/ 774328 h 2240205"/>
              <a:gd name="connsiteX10" fmla="*/ 10458762 w 12192000"/>
              <a:gd name="connsiteY10" fmla="*/ 755400 h 2240205"/>
              <a:gd name="connsiteX11" fmla="*/ 10211200 w 12192000"/>
              <a:gd name="connsiteY11" fmla="*/ 767513 h 2240205"/>
              <a:gd name="connsiteX12" fmla="*/ 10167995 w 12192000"/>
              <a:gd name="connsiteY12" fmla="*/ 760843 h 2240205"/>
              <a:gd name="connsiteX13" fmla="*/ 9997044 w 12192000"/>
              <a:gd name="connsiteY13" fmla="*/ 780129 h 2240205"/>
              <a:gd name="connsiteX14" fmla="*/ 9943887 w 12192000"/>
              <a:gd name="connsiteY14" fmla="*/ 804141 h 2240205"/>
              <a:gd name="connsiteX15" fmla="*/ 9918248 w 12192000"/>
              <a:gd name="connsiteY15" fmla="*/ 816628 h 2240205"/>
              <a:gd name="connsiteX16" fmla="*/ 9767091 w 12192000"/>
              <a:gd name="connsiteY16" fmla="*/ 870550 h 2240205"/>
              <a:gd name="connsiteX17" fmla="*/ 9683005 w 12192000"/>
              <a:gd name="connsiteY17" fmla="*/ 894128 h 2240205"/>
              <a:gd name="connsiteX18" fmla="*/ 9500499 w 12192000"/>
              <a:gd name="connsiteY18" fmla="*/ 954680 h 2240205"/>
              <a:gd name="connsiteX19" fmla="*/ 9410017 w 12192000"/>
              <a:gd name="connsiteY19" fmla="*/ 993931 h 2240205"/>
              <a:gd name="connsiteX20" fmla="*/ 9392919 w 12192000"/>
              <a:gd name="connsiteY20" fmla="*/ 994656 h 2240205"/>
              <a:gd name="connsiteX21" fmla="*/ 9268019 w 12192000"/>
              <a:gd name="connsiteY21" fmla="*/ 1007442 h 2240205"/>
              <a:gd name="connsiteX22" fmla="*/ 9188177 w 12192000"/>
              <a:gd name="connsiteY22" fmla="*/ 1035474 h 2240205"/>
              <a:gd name="connsiteX23" fmla="*/ 9155969 w 12192000"/>
              <a:gd name="connsiteY23" fmla="*/ 1046804 h 2240205"/>
              <a:gd name="connsiteX24" fmla="*/ 9133985 w 12192000"/>
              <a:gd name="connsiteY24" fmla="*/ 1046450 h 2240205"/>
              <a:gd name="connsiteX25" fmla="*/ 9003462 w 12192000"/>
              <a:gd name="connsiteY25" fmla="*/ 1042406 h 2240205"/>
              <a:gd name="connsiteX26" fmla="*/ 8968445 w 12192000"/>
              <a:gd name="connsiteY26" fmla="*/ 1052169 h 2240205"/>
              <a:gd name="connsiteX27" fmla="*/ 8886001 w 12192000"/>
              <a:gd name="connsiteY27" fmla="*/ 1067468 h 2240205"/>
              <a:gd name="connsiteX28" fmla="*/ 8838610 w 12192000"/>
              <a:gd name="connsiteY28" fmla="*/ 1075091 h 2240205"/>
              <a:gd name="connsiteX29" fmla="*/ 8665605 w 12192000"/>
              <a:gd name="connsiteY29" fmla="*/ 1110791 h 2240205"/>
              <a:gd name="connsiteX30" fmla="*/ 8419755 w 12192000"/>
              <a:gd name="connsiteY30" fmla="*/ 1216260 h 2240205"/>
              <a:gd name="connsiteX31" fmla="*/ 8411626 w 12192000"/>
              <a:gd name="connsiteY31" fmla="*/ 1214397 h 2240205"/>
              <a:gd name="connsiteX32" fmla="*/ 8363469 w 12192000"/>
              <a:gd name="connsiteY32" fmla="*/ 1246658 h 2240205"/>
              <a:gd name="connsiteX33" fmla="*/ 8275497 w 12192000"/>
              <a:gd name="connsiteY33" fmla="*/ 1264396 h 2240205"/>
              <a:gd name="connsiteX34" fmla="*/ 8074238 w 12192000"/>
              <a:gd name="connsiteY34" fmla="*/ 1301895 h 2240205"/>
              <a:gd name="connsiteX35" fmla="*/ 7902328 w 12192000"/>
              <a:gd name="connsiteY35" fmla="*/ 1345865 h 2240205"/>
              <a:gd name="connsiteX36" fmla="*/ 7840612 w 12192000"/>
              <a:gd name="connsiteY36" fmla="*/ 1369373 h 2240205"/>
              <a:gd name="connsiteX37" fmla="*/ 7786819 w 12192000"/>
              <a:gd name="connsiteY37" fmla="*/ 1378970 h 2240205"/>
              <a:gd name="connsiteX38" fmla="*/ 7548172 w 12192000"/>
              <a:gd name="connsiteY38" fmla="*/ 1417460 h 2240205"/>
              <a:gd name="connsiteX39" fmla="*/ 7483437 w 12192000"/>
              <a:gd name="connsiteY39" fmla="*/ 1478152 h 2240205"/>
              <a:gd name="connsiteX40" fmla="*/ 7377870 w 12192000"/>
              <a:gd name="connsiteY40" fmla="*/ 1523319 h 2240205"/>
              <a:gd name="connsiteX41" fmla="*/ 7230737 w 12192000"/>
              <a:gd name="connsiteY41" fmla="*/ 1562633 h 2240205"/>
              <a:gd name="connsiteX42" fmla="*/ 7224458 w 12192000"/>
              <a:gd name="connsiteY42" fmla="*/ 1573008 h 2240205"/>
              <a:gd name="connsiteX43" fmla="*/ 7183121 w 12192000"/>
              <a:gd name="connsiteY43" fmla="*/ 1595162 h 2240205"/>
              <a:gd name="connsiteX44" fmla="*/ 7164601 w 12192000"/>
              <a:gd name="connsiteY44" fmla="*/ 1606490 h 2240205"/>
              <a:gd name="connsiteX45" fmla="*/ 6900177 w 12192000"/>
              <a:gd name="connsiteY45" fmla="*/ 1636016 h 2240205"/>
              <a:gd name="connsiteX46" fmla="*/ 6795372 w 12192000"/>
              <a:gd name="connsiteY46" fmla="*/ 1644845 h 2240205"/>
              <a:gd name="connsiteX47" fmla="*/ 6692251 w 12192000"/>
              <a:gd name="connsiteY47" fmla="*/ 1656357 h 2240205"/>
              <a:gd name="connsiteX48" fmla="*/ 6655235 w 12192000"/>
              <a:gd name="connsiteY48" fmla="*/ 1661869 h 2240205"/>
              <a:gd name="connsiteX49" fmla="*/ 6554894 w 12192000"/>
              <a:gd name="connsiteY49" fmla="*/ 1664428 h 2240205"/>
              <a:gd name="connsiteX50" fmla="*/ 6516595 w 12192000"/>
              <a:gd name="connsiteY50" fmla="*/ 1667475 h 2240205"/>
              <a:gd name="connsiteX51" fmla="*/ 6508541 w 12192000"/>
              <a:gd name="connsiteY51" fmla="*/ 1668757 h 2240205"/>
              <a:gd name="connsiteX52" fmla="*/ 6471012 w 12192000"/>
              <a:gd name="connsiteY52" fmla="*/ 1678604 h 2240205"/>
              <a:gd name="connsiteX53" fmla="*/ 6364035 w 12192000"/>
              <a:gd name="connsiteY53" fmla="*/ 1667683 h 2240205"/>
              <a:gd name="connsiteX54" fmla="*/ 6243319 w 12192000"/>
              <a:gd name="connsiteY54" fmla="*/ 1695560 h 2240205"/>
              <a:gd name="connsiteX55" fmla="*/ 6098321 w 12192000"/>
              <a:gd name="connsiteY55" fmla="*/ 1721646 h 2240205"/>
              <a:gd name="connsiteX56" fmla="*/ 5880652 w 12192000"/>
              <a:gd name="connsiteY56" fmla="*/ 1779643 h 2240205"/>
              <a:gd name="connsiteX57" fmla="*/ 5785959 w 12192000"/>
              <a:gd name="connsiteY57" fmla="*/ 1775307 h 2240205"/>
              <a:gd name="connsiteX58" fmla="*/ 5643534 w 12192000"/>
              <a:gd name="connsiteY58" fmla="*/ 1802919 h 2240205"/>
              <a:gd name="connsiteX59" fmla="*/ 5518799 w 12192000"/>
              <a:gd name="connsiteY59" fmla="*/ 1818312 h 2240205"/>
              <a:gd name="connsiteX60" fmla="*/ 5505014 w 12192000"/>
              <a:gd name="connsiteY60" fmla="*/ 1819259 h 2240205"/>
              <a:gd name="connsiteX61" fmla="*/ 5453307 w 12192000"/>
              <a:gd name="connsiteY61" fmla="*/ 1815450 h 2240205"/>
              <a:gd name="connsiteX62" fmla="*/ 5221533 w 12192000"/>
              <a:gd name="connsiteY62" fmla="*/ 1846950 h 2240205"/>
              <a:gd name="connsiteX63" fmla="*/ 5149802 w 12192000"/>
              <a:gd name="connsiteY63" fmla="*/ 1844846 h 2240205"/>
              <a:gd name="connsiteX64" fmla="*/ 5114927 w 12192000"/>
              <a:gd name="connsiteY64" fmla="*/ 1847827 h 2240205"/>
              <a:gd name="connsiteX65" fmla="*/ 5108970 w 12192000"/>
              <a:gd name="connsiteY65" fmla="*/ 1847935 h 2240205"/>
              <a:gd name="connsiteX66" fmla="*/ 5067961 w 12192000"/>
              <a:gd name="connsiteY66" fmla="*/ 1845917 h 2240205"/>
              <a:gd name="connsiteX67" fmla="*/ 5007075 w 12192000"/>
              <a:gd name="connsiteY67" fmla="*/ 1838626 h 2240205"/>
              <a:gd name="connsiteX68" fmla="*/ 4944087 w 12192000"/>
              <a:gd name="connsiteY68" fmla="*/ 1823332 h 2240205"/>
              <a:gd name="connsiteX69" fmla="*/ 4907662 w 12192000"/>
              <a:gd name="connsiteY69" fmla="*/ 1816900 h 2240205"/>
              <a:gd name="connsiteX70" fmla="*/ 4882386 w 12192000"/>
              <a:gd name="connsiteY70" fmla="*/ 1809844 h 2240205"/>
              <a:gd name="connsiteX71" fmla="*/ 4811440 w 12192000"/>
              <a:gd name="connsiteY71" fmla="*/ 1804655 h 2240205"/>
              <a:gd name="connsiteX72" fmla="*/ 4691075 w 12192000"/>
              <a:gd name="connsiteY72" fmla="*/ 1801389 h 2240205"/>
              <a:gd name="connsiteX73" fmla="*/ 4640313 w 12192000"/>
              <a:gd name="connsiteY73" fmla="*/ 1784307 h 2240205"/>
              <a:gd name="connsiteX74" fmla="*/ 4536503 w 12192000"/>
              <a:gd name="connsiteY74" fmla="*/ 1785334 h 2240205"/>
              <a:gd name="connsiteX75" fmla="*/ 4513724 w 12192000"/>
              <a:gd name="connsiteY75" fmla="*/ 1791996 h 2240205"/>
              <a:gd name="connsiteX76" fmla="*/ 4459810 w 12192000"/>
              <a:gd name="connsiteY76" fmla="*/ 1797886 h 2240205"/>
              <a:gd name="connsiteX77" fmla="*/ 4379064 w 12192000"/>
              <a:gd name="connsiteY77" fmla="*/ 1817177 h 2240205"/>
              <a:gd name="connsiteX78" fmla="*/ 4290981 w 12192000"/>
              <a:gd name="connsiteY78" fmla="*/ 1839677 h 2240205"/>
              <a:gd name="connsiteX79" fmla="*/ 4238372 w 12192000"/>
              <a:gd name="connsiteY79" fmla="*/ 1851480 h 2240205"/>
              <a:gd name="connsiteX80" fmla="*/ 4232517 w 12192000"/>
              <a:gd name="connsiteY80" fmla="*/ 1852567 h 2240205"/>
              <a:gd name="connsiteX81" fmla="*/ 4191732 w 12192000"/>
              <a:gd name="connsiteY81" fmla="*/ 1857328 h 2240205"/>
              <a:gd name="connsiteX82" fmla="*/ 4065532 w 12192000"/>
              <a:gd name="connsiteY82" fmla="*/ 1855477 h 2240205"/>
              <a:gd name="connsiteX83" fmla="*/ 4028460 w 12192000"/>
              <a:gd name="connsiteY83" fmla="*/ 1855137 h 2240205"/>
              <a:gd name="connsiteX84" fmla="*/ 4002267 w 12192000"/>
              <a:gd name="connsiteY84" fmla="*/ 1852352 h 2240205"/>
              <a:gd name="connsiteX85" fmla="*/ 3931396 w 12192000"/>
              <a:gd name="connsiteY85" fmla="*/ 1858915 h 2240205"/>
              <a:gd name="connsiteX86" fmla="*/ 3812162 w 12192000"/>
              <a:gd name="connsiteY86" fmla="*/ 1875501 h 2240205"/>
              <a:gd name="connsiteX87" fmla="*/ 3758105 w 12192000"/>
              <a:gd name="connsiteY87" fmla="*/ 1871856 h 2240205"/>
              <a:gd name="connsiteX88" fmla="*/ 3567259 w 12192000"/>
              <a:gd name="connsiteY88" fmla="*/ 1893482 h 2240205"/>
              <a:gd name="connsiteX89" fmla="*/ 3405770 w 12192000"/>
              <a:gd name="connsiteY89" fmla="*/ 1904591 h 2240205"/>
              <a:gd name="connsiteX90" fmla="*/ 3280097 w 12192000"/>
              <a:gd name="connsiteY90" fmla="*/ 1919610 h 2240205"/>
              <a:gd name="connsiteX91" fmla="*/ 3009910 w 12192000"/>
              <a:gd name="connsiteY91" fmla="*/ 1957866 h 2240205"/>
              <a:gd name="connsiteX92" fmla="*/ 2995934 w 12192000"/>
              <a:gd name="connsiteY92" fmla="*/ 1967085 h 2240205"/>
              <a:gd name="connsiteX93" fmla="*/ 2942858 w 12192000"/>
              <a:gd name="connsiteY93" fmla="*/ 1981367 h 2240205"/>
              <a:gd name="connsiteX94" fmla="*/ 2875436 w 12192000"/>
              <a:gd name="connsiteY94" fmla="*/ 1996977 h 2240205"/>
              <a:gd name="connsiteX95" fmla="*/ 2874892 w 12192000"/>
              <a:gd name="connsiteY95" fmla="*/ 1996085 h 2240205"/>
              <a:gd name="connsiteX96" fmla="*/ 2843662 w 12192000"/>
              <a:gd name="connsiteY96" fmla="*/ 1992498 h 2240205"/>
              <a:gd name="connsiteX97" fmla="*/ 2718916 w 12192000"/>
              <a:gd name="connsiteY97" fmla="*/ 1990867 h 2240205"/>
              <a:gd name="connsiteX98" fmla="*/ 2713522 w 12192000"/>
              <a:gd name="connsiteY98" fmla="*/ 1990173 h 2240205"/>
              <a:gd name="connsiteX99" fmla="*/ 2476147 w 12192000"/>
              <a:gd name="connsiteY99" fmla="*/ 1998305 h 2240205"/>
              <a:gd name="connsiteX100" fmla="*/ 2373568 w 12192000"/>
              <a:gd name="connsiteY100" fmla="*/ 2003219 h 2240205"/>
              <a:gd name="connsiteX101" fmla="*/ 2287219 w 12192000"/>
              <a:gd name="connsiteY101" fmla="*/ 1998750 h 2240205"/>
              <a:gd name="connsiteX102" fmla="*/ 2164831 w 12192000"/>
              <a:gd name="connsiteY102" fmla="*/ 2010143 h 2240205"/>
              <a:gd name="connsiteX103" fmla="*/ 2058061 w 12192000"/>
              <a:gd name="connsiteY103" fmla="*/ 2047942 h 2240205"/>
              <a:gd name="connsiteX104" fmla="*/ 2042244 w 12192000"/>
              <a:gd name="connsiteY104" fmla="*/ 2055560 h 2240205"/>
              <a:gd name="connsiteX105" fmla="*/ 1877728 w 12192000"/>
              <a:gd name="connsiteY105" fmla="*/ 2101004 h 2240205"/>
              <a:gd name="connsiteX106" fmla="*/ 1759056 w 12192000"/>
              <a:gd name="connsiteY106" fmla="*/ 2125608 h 2240205"/>
              <a:gd name="connsiteX107" fmla="*/ 1637948 w 12192000"/>
              <a:gd name="connsiteY107" fmla="*/ 2172597 h 2240205"/>
              <a:gd name="connsiteX108" fmla="*/ 1434549 w 12192000"/>
              <a:gd name="connsiteY108" fmla="*/ 2234522 h 2240205"/>
              <a:gd name="connsiteX109" fmla="*/ 1370962 w 12192000"/>
              <a:gd name="connsiteY109" fmla="*/ 2237474 h 2240205"/>
              <a:gd name="connsiteX110" fmla="*/ 1356367 w 12192000"/>
              <a:gd name="connsiteY110" fmla="*/ 2235089 h 2240205"/>
              <a:gd name="connsiteX111" fmla="*/ 1279765 w 12192000"/>
              <a:gd name="connsiteY111" fmla="*/ 2229639 h 2240205"/>
              <a:gd name="connsiteX112" fmla="*/ 1195347 w 12192000"/>
              <a:gd name="connsiteY112" fmla="*/ 2212354 h 2240205"/>
              <a:gd name="connsiteX113" fmla="*/ 970251 w 12192000"/>
              <a:gd name="connsiteY113" fmla="*/ 2221029 h 2240205"/>
              <a:gd name="connsiteX114" fmla="*/ 812914 w 12192000"/>
              <a:gd name="connsiteY114" fmla="*/ 2210095 h 2240205"/>
              <a:gd name="connsiteX115" fmla="*/ 597225 w 12192000"/>
              <a:gd name="connsiteY115" fmla="*/ 2180999 h 2240205"/>
              <a:gd name="connsiteX116" fmla="*/ 520671 w 12192000"/>
              <a:gd name="connsiteY116" fmla="*/ 2180980 h 2240205"/>
              <a:gd name="connsiteX117" fmla="*/ 413835 w 12192000"/>
              <a:gd name="connsiteY117" fmla="*/ 2156783 h 2240205"/>
              <a:gd name="connsiteX118" fmla="*/ 376513 w 12192000"/>
              <a:gd name="connsiteY118" fmla="*/ 2154014 h 2240205"/>
              <a:gd name="connsiteX119" fmla="*/ 273386 w 12192000"/>
              <a:gd name="connsiteY119" fmla="*/ 2142551 h 2240205"/>
              <a:gd name="connsiteX120" fmla="*/ 77641 w 12192000"/>
              <a:gd name="connsiteY120" fmla="*/ 2126835 h 2240205"/>
              <a:gd name="connsiteX121" fmla="*/ 37645 w 12192000"/>
              <a:gd name="connsiteY121" fmla="*/ 2115401 h 2240205"/>
              <a:gd name="connsiteX122" fmla="*/ 4572 w 12192000"/>
              <a:gd name="connsiteY122" fmla="*/ 2111091 h 2240205"/>
              <a:gd name="connsiteX123" fmla="*/ 0 w 12192000"/>
              <a:gd name="connsiteY123" fmla="*/ 2110468 h 2240205"/>
              <a:gd name="connsiteX124" fmla="*/ 0 w 12192000"/>
              <a:gd name="connsiteY124" fmla="*/ 0 h 224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</a:cxnLst>
            <a:rect l="l" t="t" r="r" b="b"/>
            <a:pathLst>
              <a:path w="12192000" h="2240205">
                <a:moveTo>
                  <a:pt x="0" y="0"/>
                </a:moveTo>
                <a:lnTo>
                  <a:pt x="12192000" y="0"/>
                </a:lnTo>
                <a:lnTo>
                  <a:pt x="12192000" y="751299"/>
                </a:lnTo>
                <a:cubicBezTo>
                  <a:pt x="12034412" y="757358"/>
                  <a:pt x="11991124" y="738944"/>
                  <a:pt x="11890686" y="732766"/>
                </a:cubicBezTo>
                <a:cubicBezTo>
                  <a:pt x="11800345" y="732488"/>
                  <a:pt x="11704998" y="747086"/>
                  <a:pt x="11649954" y="749628"/>
                </a:cubicBezTo>
                <a:cubicBezTo>
                  <a:pt x="11613048" y="740951"/>
                  <a:pt x="11593031" y="740811"/>
                  <a:pt x="11560424" y="748017"/>
                </a:cubicBezTo>
                <a:cubicBezTo>
                  <a:pt x="11488916" y="747650"/>
                  <a:pt x="11449669" y="773362"/>
                  <a:pt x="11358455" y="747593"/>
                </a:cubicBezTo>
                <a:cubicBezTo>
                  <a:pt x="11316233" y="754756"/>
                  <a:pt x="11184875" y="735040"/>
                  <a:pt x="11165209" y="748852"/>
                </a:cubicBezTo>
                <a:cubicBezTo>
                  <a:pt x="11113345" y="753539"/>
                  <a:pt x="11140250" y="736122"/>
                  <a:pt x="11058755" y="749617"/>
                </a:cubicBezTo>
                <a:cubicBezTo>
                  <a:pt x="10973519" y="757854"/>
                  <a:pt x="10849163" y="781170"/>
                  <a:pt x="10803046" y="774328"/>
                </a:cubicBezTo>
                <a:cubicBezTo>
                  <a:pt x="10741852" y="776895"/>
                  <a:pt x="10540854" y="756546"/>
                  <a:pt x="10458762" y="755400"/>
                </a:cubicBezTo>
                <a:cubicBezTo>
                  <a:pt x="10426976" y="747433"/>
                  <a:pt x="10327242" y="773719"/>
                  <a:pt x="10211200" y="767513"/>
                </a:cubicBezTo>
                <a:cubicBezTo>
                  <a:pt x="10195912" y="761163"/>
                  <a:pt x="10172943" y="749095"/>
                  <a:pt x="10167995" y="760843"/>
                </a:cubicBezTo>
                <a:cubicBezTo>
                  <a:pt x="10131971" y="759999"/>
                  <a:pt x="10031208" y="777398"/>
                  <a:pt x="9997044" y="780129"/>
                </a:cubicBezTo>
                <a:cubicBezTo>
                  <a:pt x="9972443" y="801329"/>
                  <a:pt x="9951331" y="779975"/>
                  <a:pt x="9943887" y="804141"/>
                </a:cubicBezTo>
                <a:lnTo>
                  <a:pt x="9918248" y="816628"/>
                </a:lnTo>
                <a:cubicBezTo>
                  <a:pt x="9873419" y="812573"/>
                  <a:pt x="9807158" y="855024"/>
                  <a:pt x="9767091" y="870550"/>
                </a:cubicBezTo>
                <a:cubicBezTo>
                  <a:pt x="9728743" y="880857"/>
                  <a:pt x="9714210" y="859344"/>
                  <a:pt x="9683005" y="894128"/>
                </a:cubicBezTo>
                <a:cubicBezTo>
                  <a:pt x="9638573" y="908150"/>
                  <a:pt x="9553332" y="950611"/>
                  <a:pt x="9500499" y="954680"/>
                </a:cubicBezTo>
                <a:cubicBezTo>
                  <a:pt x="9451943" y="966288"/>
                  <a:pt x="9427947" y="987268"/>
                  <a:pt x="9410017" y="993931"/>
                </a:cubicBezTo>
                <a:cubicBezTo>
                  <a:pt x="9408360" y="990327"/>
                  <a:pt x="9395782" y="990863"/>
                  <a:pt x="9392919" y="994656"/>
                </a:cubicBezTo>
                <a:cubicBezTo>
                  <a:pt x="9369253" y="996908"/>
                  <a:pt x="9294395" y="1002709"/>
                  <a:pt x="9268019" y="1007442"/>
                </a:cubicBezTo>
                <a:lnTo>
                  <a:pt x="9188177" y="1035474"/>
                </a:lnTo>
                <a:cubicBezTo>
                  <a:pt x="9182118" y="1028476"/>
                  <a:pt x="9162516" y="1043719"/>
                  <a:pt x="9155969" y="1046804"/>
                </a:cubicBezTo>
                <a:cubicBezTo>
                  <a:pt x="9154734" y="1041866"/>
                  <a:pt x="9138567" y="1041606"/>
                  <a:pt x="9133985" y="1046450"/>
                </a:cubicBezTo>
                <a:cubicBezTo>
                  <a:pt x="9112169" y="1062778"/>
                  <a:pt x="9019227" y="1027247"/>
                  <a:pt x="9003462" y="1042406"/>
                </a:cubicBezTo>
                <a:lnTo>
                  <a:pt x="8968445" y="1052169"/>
                </a:lnTo>
                <a:lnTo>
                  <a:pt x="8886001" y="1067468"/>
                </a:lnTo>
                <a:cubicBezTo>
                  <a:pt x="8847384" y="1050046"/>
                  <a:pt x="8863283" y="1068286"/>
                  <a:pt x="8838610" y="1075091"/>
                </a:cubicBezTo>
                <a:cubicBezTo>
                  <a:pt x="8780942" y="1086991"/>
                  <a:pt x="8730608" y="1108943"/>
                  <a:pt x="8665605" y="1110791"/>
                </a:cubicBezTo>
                <a:cubicBezTo>
                  <a:pt x="8590906" y="1106676"/>
                  <a:pt x="8491424" y="1191452"/>
                  <a:pt x="8419755" y="1216260"/>
                </a:cubicBezTo>
                <a:cubicBezTo>
                  <a:pt x="8376553" y="1231214"/>
                  <a:pt x="8414124" y="1215234"/>
                  <a:pt x="8411626" y="1214397"/>
                </a:cubicBezTo>
                <a:cubicBezTo>
                  <a:pt x="8391326" y="1238641"/>
                  <a:pt x="8371389" y="1231045"/>
                  <a:pt x="8363469" y="1246658"/>
                </a:cubicBezTo>
                <a:cubicBezTo>
                  <a:pt x="8322316" y="1258746"/>
                  <a:pt x="8283162" y="1250600"/>
                  <a:pt x="8275497" y="1264396"/>
                </a:cubicBezTo>
                <a:cubicBezTo>
                  <a:pt x="8194123" y="1257316"/>
                  <a:pt x="8141324" y="1289395"/>
                  <a:pt x="8074238" y="1301895"/>
                </a:cubicBezTo>
                <a:cubicBezTo>
                  <a:pt x="8012043" y="1315473"/>
                  <a:pt x="7936376" y="1347185"/>
                  <a:pt x="7902328" y="1345865"/>
                </a:cubicBezTo>
                <a:cubicBezTo>
                  <a:pt x="7876994" y="1370833"/>
                  <a:pt x="7861184" y="1361537"/>
                  <a:pt x="7840612" y="1369373"/>
                </a:cubicBezTo>
                <a:cubicBezTo>
                  <a:pt x="7803208" y="1375918"/>
                  <a:pt x="7836041" y="1389289"/>
                  <a:pt x="7786819" y="1378970"/>
                </a:cubicBezTo>
                <a:cubicBezTo>
                  <a:pt x="7732613" y="1405648"/>
                  <a:pt x="7556449" y="1409729"/>
                  <a:pt x="7548172" y="1417460"/>
                </a:cubicBezTo>
                <a:cubicBezTo>
                  <a:pt x="7520370" y="1413173"/>
                  <a:pt x="7499280" y="1470447"/>
                  <a:pt x="7483437" y="1478152"/>
                </a:cubicBezTo>
                <a:cubicBezTo>
                  <a:pt x="7446517" y="1491067"/>
                  <a:pt x="7432754" y="1502351"/>
                  <a:pt x="7377870" y="1523319"/>
                </a:cubicBezTo>
                <a:cubicBezTo>
                  <a:pt x="7324166" y="1536168"/>
                  <a:pt x="7290459" y="1563749"/>
                  <a:pt x="7230737" y="1562633"/>
                </a:cubicBezTo>
                <a:cubicBezTo>
                  <a:pt x="7229794" y="1566487"/>
                  <a:pt x="7227568" y="1569908"/>
                  <a:pt x="7224458" y="1573008"/>
                </a:cubicBezTo>
                <a:lnTo>
                  <a:pt x="7183121" y="1595162"/>
                </a:lnTo>
                <a:lnTo>
                  <a:pt x="7164601" y="1606490"/>
                </a:lnTo>
                <a:cubicBezTo>
                  <a:pt x="7117444" y="1613299"/>
                  <a:pt x="6961715" y="1629624"/>
                  <a:pt x="6900177" y="1636016"/>
                </a:cubicBezTo>
                <a:cubicBezTo>
                  <a:pt x="6859708" y="1641136"/>
                  <a:pt x="6829973" y="1628753"/>
                  <a:pt x="6795372" y="1644845"/>
                </a:cubicBezTo>
                <a:cubicBezTo>
                  <a:pt x="6757466" y="1649571"/>
                  <a:pt x="6723150" y="1647290"/>
                  <a:pt x="6692251" y="1656357"/>
                </a:cubicBezTo>
                <a:cubicBezTo>
                  <a:pt x="6678032" y="1652894"/>
                  <a:pt x="6665282" y="1652445"/>
                  <a:pt x="6655235" y="1661869"/>
                </a:cubicBezTo>
                <a:cubicBezTo>
                  <a:pt x="6632342" y="1663214"/>
                  <a:pt x="6578001" y="1663494"/>
                  <a:pt x="6554894" y="1664428"/>
                </a:cubicBezTo>
                <a:lnTo>
                  <a:pt x="6516595" y="1667475"/>
                </a:lnTo>
                <a:lnTo>
                  <a:pt x="6508541" y="1668757"/>
                </a:lnTo>
                <a:cubicBezTo>
                  <a:pt x="6495493" y="1671715"/>
                  <a:pt x="6482908" y="1675051"/>
                  <a:pt x="6471012" y="1678604"/>
                </a:cubicBezTo>
                <a:cubicBezTo>
                  <a:pt x="6446928" y="1678425"/>
                  <a:pt x="6395710" y="1665896"/>
                  <a:pt x="6364035" y="1667683"/>
                </a:cubicBezTo>
                <a:lnTo>
                  <a:pt x="6243319" y="1695560"/>
                </a:lnTo>
                <a:cubicBezTo>
                  <a:pt x="6212879" y="1700946"/>
                  <a:pt x="6162673" y="1707632"/>
                  <a:pt x="6098321" y="1721646"/>
                </a:cubicBezTo>
                <a:cubicBezTo>
                  <a:pt x="6036511" y="1734126"/>
                  <a:pt x="5902526" y="1770074"/>
                  <a:pt x="5880652" y="1779643"/>
                </a:cubicBezTo>
                <a:cubicBezTo>
                  <a:pt x="5862008" y="1784877"/>
                  <a:pt x="5777344" y="1786304"/>
                  <a:pt x="5785959" y="1775307"/>
                </a:cubicBezTo>
                <a:cubicBezTo>
                  <a:pt x="5732223" y="1803618"/>
                  <a:pt x="5707481" y="1784706"/>
                  <a:pt x="5643534" y="1802919"/>
                </a:cubicBezTo>
                <a:lnTo>
                  <a:pt x="5518799" y="1818312"/>
                </a:lnTo>
                <a:lnTo>
                  <a:pt x="5505014" y="1819259"/>
                </a:lnTo>
                <a:lnTo>
                  <a:pt x="5453307" y="1815450"/>
                </a:lnTo>
                <a:cubicBezTo>
                  <a:pt x="5364785" y="1835567"/>
                  <a:pt x="5272117" y="1842051"/>
                  <a:pt x="5221533" y="1846950"/>
                </a:cubicBezTo>
                <a:lnTo>
                  <a:pt x="5149802" y="1844846"/>
                </a:lnTo>
                <a:cubicBezTo>
                  <a:pt x="5138262" y="1844584"/>
                  <a:pt x="5124907" y="1847312"/>
                  <a:pt x="5114927" y="1847827"/>
                </a:cubicBezTo>
                <a:lnTo>
                  <a:pt x="5108970" y="1847935"/>
                </a:lnTo>
                <a:lnTo>
                  <a:pt x="5067961" y="1845917"/>
                </a:lnTo>
                <a:lnTo>
                  <a:pt x="5007075" y="1838626"/>
                </a:lnTo>
                <a:cubicBezTo>
                  <a:pt x="4987003" y="1833546"/>
                  <a:pt x="4969259" y="1814096"/>
                  <a:pt x="4944087" y="1823332"/>
                </a:cubicBezTo>
                <a:cubicBezTo>
                  <a:pt x="4949882" y="1812650"/>
                  <a:pt x="4914396" y="1826154"/>
                  <a:pt x="4907662" y="1816900"/>
                </a:cubicBezTo>
                <a:cubicBezTo>
                  <a:pt x="4903760" y="1809237"/>
                  <a:pt x="4892087" y="1811549"/>
                  <a:pt x="4882386" y="1809844"/>
                </a:cubicBezTo>
                <a:cubicBezTo>
                  <a:pt x="4874062" y="1802609"/>
                  <a:pt x="4826962" y="1801349"/>
                  <a:pt x="4811440" y="1804655"/>
                </a:cubicBezTo>
                <a:cubicBezTo>
                  <a:pt x="4768806" y="1818748"/>
                  <a:pt x="4725356" y="1790961"/>
                  <a:pt x="4691075" y="1801389"/>
                </a:cubicBezTo>
                <a:cubicBezTo>
                  <a:pt x="4657791" y="1796774"/>
                  <a:pt x="4662147" y="1786932"/>
                  <a:pt x="4640313" y="1784307"/>
                </a:cubicBezTo>
                <a:cubicBezTo>
                  <a:pt x="4614551" y="1781631"/>
                  <a:pt x="4552839" y="1782829"/>
                  <a:pt x="4536503" y="1785334"/>
                </a:cubicBezTo>
                <a:lnTo>
                  <a:pt x="4513724" y="1791996"/>
                </a:lnTo>
                <a:lnTo>
                  <a:pt x="4459810" y="1797886"/>
                </a:lnTo>
                <a:lnTo>
                  <a:pt x="4379064" y="1817177"/>
                </a:lnTo>
                <a:cubicBezTo>
                  <a:pt x="4349703" y="1824677"/>
                  <a:pt x="4313198" y="1824834"/>
                  <a:pt x="4290981" y="1839677"/>
                </a:cubicBezTo>
                <a:cubicBezTo>
                  <a:pt x="4277508" y="1842452"/>
                  <a:pt x="4248116" y="1849332"/>
                  <a:pt x="4238372" y="1851480"/>
                </a:cubicBezTo>
                <a:lnTo>
                  <a:pt x="4232517" y="1852567"/>
                </a:lnTo>
                <a:lnTo>
                  <a:pt x="4191732" y="1857328"/>
                </a:lnTo>
                <a:lnTo>
                  <a:pt x="4065532" y="1855477"/>
                </a:lnTo>
                <a:cubicBezTo>
                  <a:pt x="4069305" y="1844009"/>
                  <a:pt x="4036780" y="1863138"/>
                  <a:pt x="4028460" y="1855137"/>
                </a:cubicBezTo>
                <a:cubicBezTo>
                  <a:pt x="4023224" y="1848238"/>
                  <a:pt x="4012138" y="1852433"/>
                  <a:pt x="4002267" y="1852352"/>
                </a:cubicBezTo>
                <a:cubicBezTo>
                  <a:pt x="3992749" y="1846600"/>
                  <a:pt x="3946095" y="1853107"/>
                  <a:pt x="3931396" y="1858915"/>
                </a:cubicBezTo>
                <a:cubicBezTo>
                  <a:pt x="3891932" y="1879798"/>
                  <a:pt x="3844059" y="1859600"/>
                  <a:pt x="3812162" y="1875501"/>
                </a:cubicBezTo>
                <a:cubicBezTo>
                  <a:pt x="3778518" y="1876434"/>
                  <a:pt x="3780102" y="1870848"/>
                  <a:pt x="3758105" y="1871856"/>
                </a:cubicBezTo>
                <a:cubicBezTo>
                  <a:pt x="3717288" y="1874853"/>
                  <a:pt x="3625982" y="1888026"/>
                  <a:pt x="3567259" y="1893482"/>
                </a:cubicBezTo>
                <a:cubicBezTo>
                  <a:pt x="3512865" y="1897927"/>
                  <a:pt x="3463644" y="1898121"/>
                  <a:pt x="3405770" y="1904591"/>
                </a:cubicBezTo>
                <a:cubicBezTo>
                  <a:pt x="3361027" y="1917619"/>
                  <a:pt x="3312439" y="1902759"/>
                  <a:pt x="3280097" y="1919610"/>
                </a:cubicBezTo>
                <a:cubicBezTo>
                  <a:pt x="3120979" y="1944600"/>
                  <a:pt x="3052347" y="1932877"/>
                  <a:pt x="3009910" y="1957866"/>
                </a:cubicBezTo>
                <a:cubicBezTo>
                  <a:pt x="3005875" y="1961558"/>
                  <a:pt x="3001138" y="1964570"/>
                  <a:pt x="2995934" y="1967085"/>
                </a:cubicBezTo>
                <a:lnTo>
                  <a:pt x="2942858" y="1981367"/>
                </a:lnTo>
                <a:lnTo>
                  <a:pt x="2875436" y="1996977"/>
                </a:lnTo>
                <a:lnTo>
                  <a:pt x="2874892" y="1996085"/>
                </a:lnTo>
                <a:cubicBezTo>
                  <a:pt x="2869596" y="1995339"/>
                  <a:pt x="2856789" y="1995778"/>
                  <a:pt x="2843662" y="1992498"/>
                </a:cubicBezTo>
                <a:lnTo>
                  <a:pt x="2718916" y="1990867"/>
                </a:lnTo>
                <a:lnTo>
                  <a:pt x="2713522" y="1990173"/>
                </a:lnTo>
                <a:lnTo>
                  <a:pt x="2476147" y="1998305"/>
                </a:lnTo>
                <a:cubicBezTo>
                  <a:pt x="2437134" y="2013637"/>
                  <a:pt x="2413847" y="1999542"/>
                  <a:pt x="2373568" y="2003219"/>
                </a:cubicBezTo>
                <a:cubicBezTo>
                  <a:pt x="2342080" y="2003293"/>
                  <a:pt x="2308969" y="1996768"/>
                  <a:pt x="2287219" y="1998750"/>
                </a:cubicBezTo>
                <a:cubicBezTo>
                  <a:pt x="2221974" y="2012601"/>
                  <a:pt x="2205627" y="2006345"/>
                  <a:pt x="2164831" y="2010143"/>
                </a:cubicBezTo>
                <a:cubicBezTo>
                  <a:pt x="2133996" y="2017246"/>
                  <a:pt x="2078492" y="2040373"/>
                  <a:pt x="2058061" y="2047942"/>
                </a:cubicBezTo>
                <a:lnTo>
                  <a:pt x="2042244" y="2055560"/>
                </a:lnTo>
                <a:cubicBezTo>
                  <a:pt x="2012576" y="2064443"/>
                  <a:pt x="1896351" y="2111357"/>
                  <a:pt x="1877728" y="2101004"/>
                </a:cubicBezTo>
                <a:cubicBezTo>
                  <a:pt x="1839146" y="2101989"/>
                  <a:pt x="1818769" y="2108983"/>
                  <a:pt x="1759056" y="2125608"/>
                </a:cubicBezTo>
                <a:cubicBezTo>
                  <a:pt x="1719091" y="2137539"/>
                  <a:pt x="1691494" y="2161097"/>
                  <a:pt x="1637948" y="2172597"/>
                </a:cubicBezTo>
                <a:cubicBezTo>
                  <a:pt x="1587306" y="2207053"/>
                  <a:pt x="1496241" y="2208973"/>
                  <a:pt x="1434549" y="2234522"/>
                </a:cubicBezTo>
                <a:cubicBezTo>
                  <a:pt x="1390051" y="2245335"/>
                  <a:pt x="1383992" y="2237380"/>
                  <a:pt x="1370962" y="2237474"/>
                </a:cubicBezTo>
                <a:lnTo>
                  <a:pt x="1356367" y="2235089"/>
                </a:lnTo>
                <a:cubicBezTo>
                  <a:pt x="1341168" y="2233783"/>
                  <a:pt x="1306602" y="2233428"/>
                  <a:pt x="1279765" y="2229639"/>
                </a:cubicBezTo>
                <a:cubicBezTo>
                  <a:pt x="1260110" y="2221111"/>
                  <a:pt x="1209850" y="2211602"/>
                  <a:pt x="1195347" y="2212354"/>
                </a:cubicBezTo>
                <a:cubicBezTo>
                  <a:pt x="1171903" y="2216875"/>
                  <a:pt x="1033292" y="2222456"/>
                  <a:pt x="970251" y="2221029"/>
                </a:cubicBezTo>
                <a:cubicBezTo>
                  <a:pt x="913858" y="2213074"/>
                  <a:pt x="857841" y="2217424"/>
                  <a:pt x="812914" y="2210095"/>
                </a:cubicBezTo>
                <a:cubicBezTo>
                  <a:pt x="762967" y="2180805"/>
                  <a:pt x="645932" y="2185851"/>
                  <a:pt x="597225" y="2180999"/>
                </a:cubicBezTo>
                <a:cubicBezTo>
                  <a:pt x="575890" y="2176791"/>
                  <a:pt x="534371" y="2181270"/>
                  <a:pt x="520671" y="2180980"/>
                </a:cubicBezTo>
                <a:cubicBezTo>
                  <a:pt x="455720" y="2175427"/>
                  <a:pt x="449447" y="2164849"/>
                  <a:pt x="413835" y="2156783"/>
                </a:cubicBezTo>
                <a:cubicBezTo>
                  <a:pt x="401959" y="2163765"/>
                  <a:pt x="389622" y="2160522"/>
                  <a:pt x="376513" y="2154014"/>
                </a:cubicBezTo>
                <a:cubicBezTo>
                  <a:pt x="344376" y="2156059"/>
                  <a:pt x="311403" y="2146283"/>
                  <a:pt x="273386" y="2142551"/>
                </a:cubicBezTo>
                <a:cubicBezTo>
                  <a:pt x="223574" y="2138021"/>
                  <a:pt x="116931" y="2131360"/>
                  <a:pt x="77641" y="2126835"/>
                </a:cubicBezTo>
                <a:lnTo>
                  <a:pt x="37645" y="2115401"/>
                </a:lnTo>
                <a:cubicBezTo>
                  <a:pt x="29688" y="2109582"/>
                  <a:pt x="16534" y="2111084"/>
                  <a:pt x="4572" y="2111091"/>
                </a:cubicBezTo>
                <a:lnTo>
                  <a:pt x="0" y="21104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tile tx="0" ty="0" sx="70000" sy="70000" flip="none" algn="tl"/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0405D95-2138-40A6-A919-9C9EB54B5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4626" y="217714"/>
            <a:ext cx="7424357" cy="6640286"/>
          </a:xfrm>
          <a:custGeom>
            <a:avLst/>
            <a:gdLst>
              <a:gd name="connsiteX0" fmla="*/ 6352331 w 6968018"/>
              <a:gd name="connsiteY0" fmla="*/ 0 h 6643444"/>
              <a:gd name="connsiteX1" fmla="*/ 6968018 w 6968018"/>
              <a:gd name="connsiteY1" fmla="*/ 6643444 h 6643444"/>
              <a:gd name="connsiteX2" fmla="*/ 561128 w 6968018"/>
              <a:gd name="connsiteY2" fmla="*/ 6643444 h 6643444"/>
              <a:gd name="connsiteX3" fmla="*/ 0 w 6968018"/>
              <a:gd name="connsiteY3" fmla="*/ 588709 h 6643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68018" h="6643444">
                <a:moveTo>
                  <a:pt x="6352331" y="0"/>
                </a:moveTo>
                <a:lnTo>
                  <a:pt x="6968018" y="6643444"/>
                </a:lnTo>
                <a:lnTo>
                  <a:pt x="561128" y="6643444"/>
                </a:lnTo>
                <a:lnTo>
                  <a:pt x="0" y="588709"/>
                </a:lnTo>
                <a:close/>
              </a:path>
            </a:pathLst>
          </a:custGeom>
          <a:solidFill>
            <a:srgbClr val="EFEEE9"/>
          </a:solidFill>
          <a:ln w="12700" cap="flat" cmpd="sng" algn="ctr">
            <a:noFill/>
            <a:prstDash val="solid"/>
            <a:miter lim="800000"/>
          </a:ln>
          <a:effectLst>
            <a:outerShdw blurRad="762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row of samples for medical testing">
            <a:extLst>
              <a:ext uri="{FF2B5EF4-FFF2-40B4-BE49-F238E27FC236}">
                <a16:creationId xmlns:a16="http://schemas.microsoft.com/office/drawing/2014/main" id="{16C853BD-25B8-3010-2514-BD15DCAF74E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l="17784" r="2" b="2"/>
          <a:stretch>
            <a:fillRect/>
          </a:stretch>
        </p:blipFill>
        <p:spPr>
          <a:xfrm>
            <a:off x="326334" y="367004"/>
            <a:ext cx="7115470" cy="6490996"/>
          </a:xfrm>
          <a:custGeom>
            <a:avLst/>
            <a:gdLst/>
            <a:ahLst/>
            <a:cxnLst/>
            <a:rect l="l" t="t" r="r" b="b"/>
            <a:pathLst>
              <a:path w="6647705" h="6461436">
                <a:moveTo>
                  <a:pt x="6004504" y="217"/>
                </a:moveTo>
                <a:cubicBezTo>
                  <a:pt x="6024678" y="-1575"/>
                  <a:pt x="6042004" y="7929"/>
                  <a:pt x="6043316" y="21512"/>
                </a:cubicBezTo>
                <a:lnTo>
                  <a:pt x="6200652" y="1719217"/>
                </a:lnTo>
                <a:lnTo>
                  <a:pt x="6206825" y="1785827"/>
                </a:lnTo>
                <a:lnTo>
                  <a:pt x="6221227" y="1822016"/>
                </a:lnTo>
                <a:cubicBezTo>
                  <a:pt x="6213856" y="1837795"/>
                  <a:pt x="6231996" y="1847154"/>
                  <a:pt x="6237305" y="1858891"/>
                </a:cubicBezTo>
                <a:lnTo>
                  <a:pt x="6245339" y="2011010"/>
                </a:lnTo>
                <a:lnTo>
                  <a:pt x="6243065" y="2066060"/>
                </a:lnTo>
                <a:lnTo>
                  <a:pt x="6238739" y="2104210"/>
                </a:lnTo>
                <a:lnTo>
                  <a:pt x="6237021" y="2111648"/>
                </a:lnTo>
                <a:lnTo>
                  <a:pt x="6259718" y="2356556"/>
                </a:lnTo>
                <a:lnTo>
                  <a:pt x="6264060" y="2374375"/>
                </a:lnTo>
                <a:lnTo>
                  <a:pt x="6267041" y="2435573"/>
                </a:lnTo>
                <a:lnTo>
                  <a:pt x="6271496" y="2444087"/>
                </a:lnTo>
                <a:lnTo>
                  <a:pt x="6647705" y="6461436"/>
                </a:lnTo>
                <a:lnTo>
                  <a:pt x="545408" y="6461436"/>
                </a:lnTo>
                <a:lnTo>
                  <a:pt x="544170" y="6448085"/>
                </a:lnTo>
                <a:lnTo>
                  <a:pt x="533573" y="6434067"/>
                </a:lnTo>
                <a:lnTo>
                  <a:pt x="522439" y="6388375"/>
                </a:lnTo>
                <a:lnTo>
                  <a:pt x="518228" y="6357352"/>
                </a:lnTo>
                <a:lnTo>
                  <a:pt x="518072" y="6352810"/>
                </a:lnTo>
                <a:lnTo>
                  <a:pt x="523971" y="6314577"/>
                </a:lnTo>
                <a:cubicBezTo>
                  <a:pt x="522183" y="6313865"/>
                  <a:pt x="520483" y="6312841"/>
                  <a:pt x="518934" y="6311532"/>
                </a:cubicBezTo>
                <a:lnTo>
                  <a:pt x="513042" y="6300271"/>
                </a:lnTo>
                <a:lnTo>
                  <a:pt x="517740" y="6289716"/>
                </a:lnTo>
                <a:lnTo>
                  <a:pt x="523418" y="6241814"/>
                </a:lnTo>
                <a:lnTo>
                  <a:pt x="523922" y="6229603"/>
                </a:lnTo>
                <a:lnTo>
                  <a:pt x="67" y="577048"/>
                </a:lnTo>
                <a:cubicBezTo>
                  <a:pt x="-1138" y="563427"/>
                  <a:pt x="14205" y="550882"/>
                  <a:pt x="34408" y="548975"/>
                </a:cubicBezTo>
                <a:cubicBezTo>
                  <a:pt x="2024440" y="366055"/>
                  <a:pt x="4014473" y="183136"/>
                  <a:pt x="6004504" y="217"/>
                </a:cubicBez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A00346B-CBB1-B5C5-74CA-5D8A60DC0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2537" y="0"/>
            <a:ext cx="5542642" cy="1725632"/>
          </a:xfrm>
        </p:spPr>
        <p:txBody>
          <a:bodyPr anchor="ctr">
            <a:normAutofit/>
          </a:bodyPr>
          <a:lstStyle/>
          <a:p>
            <a:r>
              <a:rPr lang="en-US"/>
              <a:t>Hazard Types and Reporting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1D410-FA21-53C4-123E-EA1506A86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2840" y="1584960"/>
            <a:ext cx="4511039" cy="5166359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b="1">
                <a:solidFill>
                  <a:schemeClr val="accent2">
                    <a:lumMod val="60000"/>
                    <a:lumOff val="40000"/>
                  </a:schemeClr>
                </a:solidFill>
              </a:rPr>
              <a:t>Typical incident categories are as follows:</a:t>
            </a:r>
          </a:p>
          <a:p>
            <a:pPr marL="342900" indent="-342900">
              <a:lnSpc>
                <a:spcPct val="110000"/>
              </a:lnSpc>
              <a:buFont typeface="+mj-lt"/>
              <a:buAutoNum type="arabicPeriod"/>
            </a:pPr>
            <a:r>
              <a:rPr lang="en-US" sz="1800"/>
              <a:t>Allergen problems</a:t>
            </a:r>
          </a:p>
          <a:p>
            <a:pPr marL="342900" indent="-342900">
              <a:lnSpc>
                <a:spcPct val="110000"/>
              </a:lnSpc>
              <a:buFont typeface="+mj-lt"/>
              <a:buAutoNum type="arabicPeriod"/>
            </a:pPr>
            <a:r>
              <a:rPr lang="en-US" sz="1800"/>
              <a:t>Microbial contamination</a:t>
            </a:r>
          </a:p>
          <a:p>
            <a:pPr marL="342900" indent="-342900">
              <a:lnSpc>
                <a:spcPct val="110000"/>
              </a:lnSpc>
              <a:buFont typeface="+mj-lt"/>
              <a:buAutoNum type="arabicPeriod"/>
            </a:pPr>
            <a:r>
              <a:rPr lang="en-US" sz="1800"/>
              <a:t>Chemical contamination</a:t>
            </a:r>
          </a:p>
          <a:p>
            <a:pPr marL="342900" indent="-342900">
              <a:lnSpc>
                <a:spcPct val="110000"/>
              </a:lnSpc>
              <a:buFont typeface="+mj-lt"/>
              <a:buAutoNum type="arabicPeriod"/>
            </a:pPr>
            <a:r>
              <a:rPr lang="en-US" sz="1800"/>
              <a:t>Incorrect labelling/packaging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800" b="1">
                <a:solidFill>
                  <a:schemeClr val="accent2">
                    <a:lumMod val="60000"/>
                    <a:lumOff val="40000"/>
                  </a:schemeClr>
                </a:solidFill>
              </a:rPr>
              <a:t>Sources of reporting are primarily:</a:t>
            </a:r>
          </a:p>
          <a:p>
            <a:pPr marL="342900" indent="-342900">
              <a:lnSpc>
                <a:spcPct val="110000"/>
              </a:lnSpc>
              <a:buFont typeface="+mj-lt"/>
              <a:buAutoNum type="arabicPeriod"/>
            </a:pPr>
            <a:r>
              <a:rPr lang="en-US" sz="1800"/>
              <a:t>The industry</a:t>
            </a:r>
          </a:p>
          <a:p>
            <a:pPr marL="342900" indent="-342900">
              <a:lnSpc>
                <a:spcPct val="110000"/>
              </a:lnSpc>
              <a:buFont typeface="+mj-lt"/>
              <a:buAutoNum type="arabicPeriod"/>
            </a:pPr>
            <a:r>
              <a:rPr lang="en-US" sz="1800"/>
              <a:t>RASFF (Rapid Alert System for Food and Feed)</a:t>
            </a:r>
          </a:p>
          <a:p>
            <a:pPr marL="342900" indent="-342900">
              <a:lnSpc>
                <a:spcPct val="110000"/>
              </a:lnSpc>
              <a:buFont typeface="+mj-lt"/>
              <a:buAutoNum type="arabicPeriod"/>
            </a:pPr>
            <a:r>
              <a:rPr lang="en-US" sz="1800"/>
              <a:t>Local governments</a:t>
            </a:r>
          </a:p>
        </p:txBody>
      </p:sp>
    </p:spTree>
    <p:extLst>
      <p:ext uri="{BB962C8B-B14F-4D97-AF65-F5344CB8AC3E}">
        <p14:creationId xmlns:p14="http://schemas.microsoft.com/office/powerpoint/2010/main" val="41673364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008198D-FCF3-41E4-A622-7191D7174A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41E98C-9717-C81D-D0EC-DBF31278170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r="888" b="-1"/>
          <a:stretch>
            <a:fillRect/>
          </a:stretch>
        </p:blipFill>
        <p:spPr>
          <a:xfrm>
            <a:off x="20" y="1"/>
            <a:ext cx="121919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4988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008198D-FCF3-41E4-A622-7191D7174A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791CA4-87AF-64DF-25B2-6368FE0390D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b="442"/>
          <a:stretch>
            <a:fillRect/>
          </a:stretch>
        </p:blipFill>
        <p:spPr>
          <a:xfrm>
            <a:off x="20" y="1"/>
            <a:ext cx="121919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2434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008198D-FCF3-41E4-A622-7191D7174A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8AF55F-8C50-0201-885B-C8326C64FF5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442"/>
          <a:stretch>
            <a:fillRect/>
          </a:stretch>
        </p:blipFill>
        <p:spPr>
          <a:xfrm>
            <a:off x="20" y="1"/>
            <a:ext cx="121919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7150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6AD51EB-971C-4722-9A98-42EB5ABCAD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94A7A4-3F4E-414B-97FB-E4C862AD1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663" y="0"/>
            <a:ext cx="8606754" cy="1542197"/>
          </a:xfrm>
          <a:custGeom>
            <a:avLst/>
            <a:gdLst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832307 w 9288370"/>
              <a:gd name="connsiteY3" fmla="*/ 1538702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456865 w 9288370"/>
              <a:gd name="connsiteY6" fmla="*/ 1510292 h 1858154"/>
              <a:gd name="connsiteX7" fmla="*/ 1463005 w 9288370"/>
              <a:gd name="connsiteY7" fmla="*/ 1511279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952094 w 9288370"/>
              <a:gd name="connsiteY51" fmla="*/ 409302 h 1858154"/>
              <a:gd name="connsiteX52" fmla="*/ 8231938 w 9288370"/>
              <a:gd name="connsiteY52" fmla="*/ 259259 h 1858154"/>
              <a:gd name="connsiteX53" fmla="*/ 8428864 w 9288370"/>
              <a:gd name="connsiteY53" fmla="*/ 208471 h 1858154"/>
              <a:gd name="connsiteX54" fmla="*/ 8616510 w 9288370"/>
              <a:gd name="connsiteY54" fmla="*/ 161973 h 1858154"/>
              <a:gd name="connsiteX55" fmla="*/ 8826766 w 9288370"/>
              <a:gd name="connsiteY55" fmla="*/ 152111 h 1858154"/>
              <a:gd name="connsiteX56" fmla="*/ 8917647 w 9288370"/>
              <a:gd name="connsiteY56" fmla="*/ 112232 h 1858154"/>
              <a:gd name="connsiteX57" fmla="*/ 9182272 w 9288370"/>
              <a:gd name="connsiteY57" fmla="*/ 37171 h 1858154"/>
              <a:gd name="connsiteX58" fmla="*/ 9232990 w 9288370"/>
              <a:gd name="connsiteY58" fmla="*/ 24074 h 1858154"/>
              <a:gd name="connsiteX59" fmla="*/ 9288370 w 9288370"/>
              <a:gd name="connsiteY59" fmla="*/ 0 h 1858154"/>
              <a:gd name="connsiteX60" fmla="*/ 0 w 9288370"/>
              <a:gd name="connsiteY60" fmla="*/ 0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766051 w 9288370"/>
              <a:gd name="connsiteY3" fmla="*/ 156982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456865 w 9288370"/>
              <a:gd name="connsiteY6" fmla="*/ 1510292 h 1858154"/>
              <a:gd name="connsiteX7" fmla="*/ 1463005 w 9288370"/>
              <a:gd name="connsiteY7" fmla="*/ 1511279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952094 w 9288370"/>
              <a:gd name="connsiteY51" fmla="*/ 409302 h 1858154"/>
              <a:gd name="connsiteX52" fmla="*/ 8231938 w 9288370"/>
              <a:gd name="connsiteY52" fmla="*/ 259259 h 1858154"/>
              <a:gd name="connsiteX53" fmla="*/ 8428864 w 9288370"/>
              <a:gd name="connsiteY53" fmla="*/ 208471 h 1858154"/>
              <a:gd name="connsiteX54" fmla="*/ 8616510 w 9288370"/>
              <a:gd name="connsiteY54" fmla="*/ 161973 h 1858154"/>
              <a:gd name="connsiteX55" fmla="*/ 8826766 w 9288370"/>
              <a:gd name="connsiteY55" fmla="*/ 152111 h 1858154"/>
              <a:gd name="connsiteX56" fmla="*/ 8917647 w 9288370"/>
              <a:gd name="connsiteY56" fmla="*/ 112232 h 1858154"/>
              <a:gd name="connsiteX57" fmla="*/ 9182272 w 9288370"/>
              <a:gd name="connsiteY57" fmla="*/ 37171 h 1858154"/>
              <a:gd name="connsiteX58" fmla="*/ 9232990 w 9288370"/>
              <a:gd name="connsiteY58" fmla="*/ 24074 h 1858154"/>
              <a:gd name="connsiteX59" fmla="*/ 9288370 w 9288370"/>
              <a:gd name="connsiteY59" fmla="*/ 0 h 1858154"/>
              <a:gd name="connsiteX60" fmla="*/ 0 w 9288370"/>
              <a:gd name="connsiteY60" fmla="*/ 0 h 1858154"/>
              <a:gd name="connsiteX61" fmla="*/ 0 w 9288370"/>
              <a:gd name="connsiteY61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766051 w 9288370"/>
              <a:gd name="connsiteY3" fmla="*/ 156982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456865 w 9288370"/>
              <a:gd name="connsiteY6" fmla="*/ 1510292 h 1858154"/>
              <a:gd name="connsiteX7" fmla="*/ 1463005 w 9288370"/>
              <a:gd name="connsiteY7" fmla="*/ 1511279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952094 w 9288370"/>
              <a:gd name="connsiteY51" fmla="*/ 409302 h 1858154"/>
              <a:gd name="connsiteX52" fmla="*/ 8231938 w 9288370"/>
              <a:gd name="connsiteY52" fmla="*/ 259259 h 1858154"/>
              <a:gd name="connsiteX53" fmla="*/ 8428864 w 9288370"/>
              <a:gd name="connsiteY53" fmla="*/ 208471 h 1858154"/>
              <a:gd name="connsiteX54" fmla="*/ 8616510 w 9288370"/>
              <a:gd name="connsiteY54" fmla="*/ 161973 h 1858154"/>
              <a:gd name="connsiteX55" fmla="*/ 8826766 w 9288370"/>
              <a:gd name="connsiteY55" fmla="*/ 152111 h 1858154"/>
              <a:gd name="connsiteX56" fmla="*/ 8917647 w 9288370"/>
              <a:gd name="connsiteY56" fmla="*/ 112232 h 1858154"/>
              <a:gd name="connsiteX57" fmla="*/ 9182272 w 9288370"/>
              <a:gd name="connsiteY57" fmla="*/ 37171 h 1858154"/>
              <a:gd name="connsiteX58" fmla="*/ 9232990 w 9288370"/>
              <a:gd name="connsiteY58" fmla="*/ 24074 h 1858154"/>
              <a:gd name="connsiteX59" fmla="*/ 9288370 w 9288370"/>
              <a:gd name="connsiteY59" fmla="*/ 0 h 1858154"/>
              <a:gd name="connsiteX60" fmla="*/ 0 w 9288370"/>
              <a:gd name="connsiteY60" fmla="*/ 0 h 1858154"/>
              <a:gd name="connsiteX61" fmla="*/ 0 w 9288370"/>
              <a:gd name="connsiteY61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766051 w 9288370"/>
              <a:gd name="connsiteY3" fmla="*/ 156982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456865 w 9288370"/>
              <a:gd name="connsiteY6" fmla="*/ 1510292 h 1858154"/>
              <a:gd name="connsiteX7" fmla="*/ 1463005 w 9288370"/>
              <a:gd name="connsiteY7" fmla="*/ 1511279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952094 w 9288370"/>
              <a:gd name="connsiteY51" fmla="*/ 409302 h 1858154"/>
              <a:gd name="connsiteX52" fmla="*/ 8231938 w 9288370"/>
              <a:gd name="connsiteY52" fmla="*/ 259259 h 1858154"/>
              <a:gd name="connsiteX53" fmla="*/ 8428864 w 9288370"/>
              <a:gd name="connsiteY53" fmla="*/ 208471 h 1858154"/>
              <a:gd name="connsiteX54" fmla="*/ 8616510 w 9288370"/>
              <a:gd name="connsiteY54" fmla="*/ 161973 h 1858154"/>
              <a:gd name="connsiteX55" fmla="*/ 8826766 w 9288370"/>
              <a:gd name="connsiteY55" fmla="*/ 152111 h 1858154"/>
              <a:gd name="connsiteX56" fmla="*/ 8917647 w 9288370"/>
              <a:gd name="connsiteY56" fmla="*/ 112232 h 1858154"/>
              <a:gd name="connsiteX57" fmla="*/ 9182272 w 9288370"/>
              <a:gd name="connsiteY57" fmla="*/ 37171 h 1858154"/>
              <a:gd name="connsiteX58" fmla="*/ 9232990 w 9288370"/>
              <a:gd name="connsiteY58" fmla="*/ 24074 h 1858154"/>
              <a:gd name="connsiteX59" fmla="*/ 9288370 w 9288370"/>
              <a:gd name="connsiteY59" fmla="*/ 0 h 1858154"/>
              <a:gd name="connsiteX60" fmla="*/ 0 w 9288370"/>
              <a:gd name="connsiteY60" fmla="*/ 0 h 1858154"/>
              <a:gd name="connsiteX61" fmla="*/ 0 w 9288370"/>
              <a:gd name="connsiteY61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766051 w 9288370"/>
              <a:gd name="connsiteY3" fmla="*/ 156982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456865 w 9288370"/>
              <a:gd name="connsiteY6" fmla="*/ 1510292 h 1858154"/>
              <a:gd name="connsiteX7" fmla="*/ 1463005 w 9288370"/>
              <a:gd name="connsiteY7" fmla="*/ 1511279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952094 w 9288370"/>
              <a:gd name="connsiteY51" fmla="*/ 409302 h 1858154"/>
              <a:gd name="connsiteX52" fmla="*/ 8231938 w 9288370"/>
              <a:gd name="connsiteY52" fmla="*/ 259259 h 1858154"/>
              <a:gd name="connsiteX53" fmla="*/ 8428864 w 9288370"/>
              <a:gd name="connsiteY53" fmla="*/ 208471 h 1858154"/>
              <a:gd name="connsiteX54" fmla="*/ 8616510 w 9288370"/>
              <a:gd name="connsiteY54" fmla="*/ 161973 h 1858154"/>
              <a:gd name="connsiteX55" fmla="*/ 8826766 w 9288370"/>
              <a:gd name="connsiteY55" fmla="*/ 152111 h 1858154"/>
              <a:gd name="connsiteX56" fmla="*/ 8917647 w 9288370"/>
              <a:gd name="connsiteY56" fmla="*/ 112232 h 1858154"/>
              <a:gd name="connsiteX57" fmla="*/ 9182272 w 9288370"/>
              <a:gd name="connsiteY57" fmla="*/ 37171 h 1858154"/>
              <a:gd name="connsiteX58" fmla="*/ 9232990 w 9288370"/>
              <a:gd name="connsiteY58" fmla="*/ 24074 h 1858154"/>
              <a:gd name="connsiteX59" fmla="*/ 9288370 w 9288370"/>
              <a:gd name="connsiteY59" fmla="*/ 0 h 1858154"/>
              <a:gd name="connsiteX60" fmla="*/ 0 w 9288370"/>
              <a:gd name="connsiteY60" fmla="*/ 0 h 1858154"/>
              <a:gd name="connsiteX61" fmla="*/ 0 w 9288370"/>
              <a:gd name="connsiteY61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766051 w 9288370"/>
              <a:gd name="connsiteY3" fmla="*/ 156982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456865 w 9288370"/>
              <a:gd name="connsiteY6" fmla="*/ 1510292 h 1858154"/>
              <a:gd name="connsiteX7" fmla="*/ 1492452 w 9288370"/>
              <a:gd name="connsiteY7" fmla="*/ 1519061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952094 w 9288370"/>
              <a:gd name="connsiteY51" fmla="*/ 409302 h 1858154"/>
              <a:gd name="connsiteX52" fmla="*/ 8231938 w 9288370"/>
              <a:gd name="connsiteY52" fmla="*/ 259259 h 1858154"/>
              <a:gd name="connsiteX53" fmla="*/ 8428864 w 9288370"/>
              <a:gd name="connsiteY53" fmla="*/ 208471 h 1858154"/>
              <a:gd name="connsiteX54" fmla="*/ 8616510 w 9288370"/>
              <a:gd name="connsiteY54" fmla="*/ 161973 h 1858154"/>
              <a:gd name="connsiteX55" fmla="*/ 8826766 w 9288370"/>
              <a:gd name="connsiteY55" fmla="*/ 152111 h 1858154"/>
              <a:gd name="connsiteX56" fmla="*/ 8917647 w 9288370"/>
              <a:gd name="connsiteY56" fmla="*/ 112232 h 1858154"/>
              <a:gd name="connsiteX57" fmla="*/ 9182272 w 9288370"/>
              <a:gd name="connsiteY57" fmla="*/ 37171 h 1858154"/>
              <a:gd name="connsiteX58" fmla="*/ 9232990 w 9288370"/>
              <a:gd name="connsiteY58" fmla="*/ 24074 h 1858154"/>
              <a:gd name="connsiteX59" fmla="*/ 9288370 w 9288370"/>
              <a:gd name="connsiteY59" fmla="*/ 0 h 1858154"/>
              <a:gd name="connsiteX60" fmla="*/ 0 w 9288370"/>
              <a:gd name="connsiteY60" fmla="*/ 0 h 1858154"/>
              <a:gd name="connsiteX61" fmla="*/ 0 w 9288370"/>
              <a:gd name="connsiteY61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766051 w 9288370"/>
              <a:gd name="connsiteY3" fmla="*/ 156982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346439 w 9288370"/>
              <a:gd name="connsiteY6" fmla="*/ 1440261 h 1858154"/>
              <a:gd name="connsiteX7" fmla="*/ 1492452 w 9288370"/>
              <a:gd name="connsiteY7" fmla="*/ 1519061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952094 w 9288370"/>
              <a:gd name="connsiteY51" fmla="*/ 409302 h 1858154"/>
              <a:gd name="connsiteX52" fmla="*/ 8231938 w 9288370"/>
              <a:gd name="connsiteY52" fmla="*/ 259259 h 1858154"/>
              <a:gd name="connsiteX53" fmla="*/ 8428864 w 9288370"/>
              <a:gd name="connsiteY53" fmla="*/ 208471 h 1858154"/>
              <a:gd name="connsiteX54" fmla="*/ 8616510 w 9288370"/>
              <a:gd name="connsiteY54" fmla="*/ 161973 h 1858154"/>
              <a:gd name="connsiteX55" fmla="*/ 8826766 w 9288370"/>
              <a:gd name="connsiteY55" fmla="*/ 152111 h 1858154"/>
              <a:gd name="connsiteX56" fmla="*/ 8917647 w 9288370"/>
              <a:gd name="connsiteY56" fmla="*/ 112232 h 1858154"/>
              <a:gd name="connsiteX57" fmla="*/ 9182272 w 9288370"/>
              <a:gd name="connsiteY57" fmla="*/ 37171 h 1858154"/>
              <a:gd name="connsiteX58" fmla="*/ 9232990 w 9288370"/>
              <a:gd name="connsiteY58" fmla="*/ 24074 h 1858154"/>
              <a:gd name="connsiteX59" fmla="*/ 9288370 w 9288370"/>
              <a:gd name="connsiteY59" fmla="*/ 0 h 1858154"/>
              <a:gd name="connsiteX60" fmla="*/ 0 w 9288370"/>
              <a:gd name="connsiteY60" fmla="*/ 0 h 1858154"/>
              <a:gd name="connsiteX61" fmla="*/ 0 w 9288370"/>
              <a:gd name="connsiteY61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766051 w 9288370"/>
              <a:gd name="connsiteY3" fmla="*/ 156982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339078 w 9288370"/>
              <a:gd name="connsiteY6" fmla="*/ 1494730 h 1858154"/>
              <a:gd name="connsiteX7" fmla="*/ 1492452 w 9288370"/>
              <a:gd name="connsiteY7" fmla="*/ 1519061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952094 w 9288370"/>
              <a:gd name="connsiteY51" fmla="*/ 409302 h 1858154"/>
              <a:gd name="connsiteX52" fmla="*/ 8231938 w 9288370"/>
              <a:gd name="connsiteY52" fmla="*/ 259259 h 1858154"/>
              <a:gd name="connsiteX53" fmla="*/ 8428864 w 9288370"/>
              <a:gd name="connsiteY53" fmla="*/ 208471 h 1858154"/>
              <a:gd name="connsiteX54" fmla="*/ 8616510 w 9288370"/>
              <a:gd name="connsiteY54" fmla="*/ 161973 h 1858154"/>
              <a:gd name="connsiteX55" fmla="*/ 8826766 w 9288370"/>
              <a:gd name="connsiteY55" fmla="*/ 152111 h 1858154"/>
              <a:gd name="connsiteX56" fmla="*/ 8917647 w 9288370"/>
              <a:gd name="connsiteY56" fmla="*/ 112232 h 1858154"/>
              <a:gd name="connsiteX57" fmla="*/ 9182272 w 9288370"/>
              <a:gd name="connsiteY57" fmla="*/ 37171 h 1858154"/>
              <a:gd name="connsiteX58" fmla="*/ 9232990 w 9288370"/>
              <a:gd name="connsiteY58" fmla="*/ 24074 h 1858154"/>
              <a:gd name="connsiteX59" fmla="*/ 9288370 w 9288370"/>
              <a:gd name="connsiteY59" fmla="*/ 0 h 1858154"/>
              <a:gd name="connsiteX60" fmla="*/ 0 w 9288370"/>
              <a:gd name="connsiteY60" fmla="*/ 0 h 1858154"/>
              <a:gd name="connsiteX61" fmla="*/ 0 w 9288370"/>
              <a:gd name="connsiteY61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766051 w 9288370"/>
              <a:gd name="connsiteY3" fmla="*/ 156982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339078 w 9288370"/>
              <a:gd name="connsiteY6" fmla="*/ 1494730 h 1858154"/>
              <a:gd name="connsiteX7" fmla="*/ 1492452 w 9288370"/>
              <a:gd name="connsiteY7" fmla="*/ 1519061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782741 w 9288370"/>
              <a:gd name="connsiteY51" fmla="*/ 455936 h 1858154"/>
              <a:gd name="connsiteX52" fmla="*/ 7952094 w 9288370"/>
              <a:gd name="connsiteY52" fmla="*/ 409302 h 1858154"/>
              <a:gd name="connsiteX53" fmla="*/ 8231938 w 9288370"/>
              <a:gd name="connsiteY53" fmla="*/ 259259 h 1858154"/>
              <a:gd name="connsiteX54" fmla="*/ 8428864 w 9288370"/>
              <a:gd name="connsiteY54" fmla="*/ 208471 h 1858154"/>
              <a:gd name="connsiteX55" fmla="*/ 8616510 w 9288370"/>
              <a:gd name="connsiteY55" fmla="*/ 161973 h 1858154"/>
              <a:gd name="connsiteX56" fmla="*/ 8826766 w 9288370"/>
              <a:gd name="connsiteY56" fmla="*/ 152111 h 1858154"/>
              <a:gd name="connsiteX57" fmla="*/ 8917647 w 9288370"/>
              <a:gd name="connsiteY57" fmla="*/ 112232 h 1858154"/>
              <a:gd name="connsiteX58" fmla="*/ 9182272 w 9288370"/>
              <a:gd name="connsiteY58" fmla="*/ 37171 h 1858154"/>
              <a:gd name="connsiteX59" fmla="*/ 9232990 w 9288370"/>
              <a:gd name="connsiteY59" fmla="*/ 24074 h 1858154"/>
              <a:gd name="connsiteX60" fmla="*/ 9288370 w 9288370"/>
              <a:gd name="connsiteY60" fmla="*/ 0 h 1858154"/>
              <a:gd name="connsiteX61" fmla="*/ 0 w 9288370"/>
              <a:gd name="connsiteY61" fmla="*/ 0 h 1858154"/>
              <a:gd name="connsiteX62" fmla="*/ 0 w 9288370"/>
              <a:gd name="connsiteY62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766051 w 9288370"/>
              <a:gd name="connsiteY3" fmla="*/ 156982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339078 w 9288370"/>
              <a:gd name="connsiteY6" fmla="*/ 1494730 h 1858154"/>
              <a:gd name="connsiteX7" fmla="*/ 1492452 w 9288370"/>
              <a:gd name="connsiteY7" fmla="*/ 1519061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782741 w 9288370"/>
              <a:gd name="connsiteY51" fmla="*/ 455936 h 1858154"/>
              <a:gd name="connsiteX52" fmla="*/ 7952094 w 9288370"/>
              <a:gd name="connsiteY52" fmla="*/ 409302 h 1858154"/>
              <a:gd name="connsiteX53" fmla="*/ 8231938 w 9288370"/>
              <a:gd name="connsiteY53" fmla="*/ 259259 h 1858154"/>
              <a:gd name="connsiteX54" fmla="*/ 8428864 w 9288370"/>
              <a:gd name="connsiteY54" fmla="*/ 208471 h 1858154"/>
              <a:gd name="connsiteX55" fmla="*/ 8616510 w 9288370"/>
              <a:gd name="connsiteY55" fmla="*/ 161973 h 1858154"/>
              <a:gd name="connsiteX56" fmla="*/ 8826766 w 9288370"/>
              <a:gd name="connsiteY56" fmla="*/ 152111 h 1858154"/>
              <a:gd name="connsiteX57" fmla="*/ 8917647 w 9288370"/>
              <a:gd name="connsiteY57" fmla="*/ 112232 h 1858154"/>
              <a:gd name="connsiteX58" fmla="*/ 9182272 w 9288370"/>
              <a:gd name="connsiteY58" fmla="*/ 37171 h 1858154"/>
              <a:gd name="connsiteX59" fmla="*/ 9232990 w 9288370"/>
              <a:gd name="connsiteY59" fmla="*/ 24074 h 1858154"/>
              <a:gd name="connsiteX60" fmla="*/ 9288370 w 9288370"/>
              <a:gd name="connsiteY60" fmla="*/ 0 h 1858154"/>
              <a:gd name="connsiteX61" fmla="*/ 0 w 9288370"/>
              <a:gd name="connsiteY61" fmla="*/ 0 h 1858154"/>
              <a:gd name="connsiteX62" fmla="*/ 0 w 9288370"/>
              <a:gd name="connsiteY62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766051 w 9288370"/>
              <a:gd name="connsiteY3" fmla="*/ 156982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339078 w 9288370"/>
              <a:gd name="connsiteY6" fmla="*/ 1494730 h 1858154"/>
              <a:gd name="connsiteX7" fmla="*/ 1492452 w 9288370"/>
              <a:gd name="connsiteY7" fmla="*/ 1519061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782741 w 9288370"/>
              <a:gd name="connsiteY51" fmla="*/ 455936 h 1858154"/>
              <a:gd name="connsiteX52" fmla="*/ 7952094 w 9288370"/>
              <a:gd name="connsiteY52" fmla="*/ 409302 h 1858154"/>
              <a:gd name="connsiteX53" fmla="*/ 8231938 w 9288370"/>
              <a:gd name="connsiteY53" fmla="*/ 259259 h 1858154"/>
              <a:gd name="connsiteX54" fmla="*/ 8428864 w 9288370"/>
              <a:gd name="connsiteY54" fmla="*/ 208471 h 1858154"/>
              <a:gd name="connsiteX55" fmla="*/ 8616510 w 9288370"/>
              <a:gd name="connsiteY55" fmla="*/ 161973 h 1858154"/>
              <a:gd name="connsiteX56" fmla="*/ 8826766 w 9288370"/>
              <a:gd name="connsiteY56" fmla="*/ 152111 h 1858154"/>
              <a:gd name="connsiteX57" fmla="*/ 8917647 w 9288370"/>
              <a:gd name="connsiteY57" fmla="*/ 112232 h 1858154"/>
              <a:gd name="connsiteX58" fmla="*/ 9182272 w 9288370"/>
              <a:gd name="connsiteY58" fmla="*/ 37171 h 1858154"/>
              <a:gd name="connsiteX59" fmla="*/ 9232990 w 9288370"/>
              <a:gd name="connsiteY59" fmla="*/ 24074 h 1858154"/>
              <a:gd name="connsiteX60" fmla="*/ 9288370 w 9288370"/>
              <a:gd name="connsiteY60" fmla="*/ 0 h 1858154"/>
              <a:gd name="connsiteX61" fmla="*/ 0 w 9288370"/>
              <a:gd name="connsiteY61" fmla="*/ 0 h 1858154"/>
              <a:gd name="connsiteX62" fmla="*/ 0 w 9288370"/>
              <a:gd name="connsiteY62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766051 w 9288370"/>
              <a:gd name="connsiteY3" fmla="*/ 156982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339078 w 9288370"/>
              <a:gd name="connsiteY6" fmla="*/ 1494730 h 1858154"/>
              <a:gd name="connsiteX7" fmla="*/ 1492452 w 9288370"/>
              <a:gd name="connsiteY7" fmla="*/ 1519061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782741 w 9288370"/>
              <a:gd name="connsiteY51" fmla="*/ 455936 h 1858154"/>
              <a:gd name="connsiteX52" fmla="*/ 7952094 w 9288370"/>
              <a:gd name="connsiteY52" fmla="*/ 409302 h 1858154"/>
              <a:gd name="connsiteX53" fmla="*/ 8231938 w 9288370"/>
              <a:gd name="connsiteY53" fmla="*/ 259259 h 1858154"/>
              <a:gd name="connsiteX54" fmla="*/ 8428864 w 9288370"/>
              <a:gd name="connsiteY54" fmla="*/ 208471 h 1858154"/>
              <a:gd name="connsiteX55" fmla="*/ 8616510 w 9288370"/>
              <a:gd name="connsiteY55" fmla="*/ 161973 h 1858154"/>
              <a:gd name="connsiteX56" fmla="*/ 8826766 w 9288370"/>
              <a:gd name="connsiteY56" fmla="*/ 152111 h 1858154"/>
              <a:gd name="connsiteX57" fmla="*/ 8917647 w 9288370"/>
              <a:gd name="connsiteY57" fmla="*/ 112232 h 1858154"/>
              <a:gd name="connsiteX58" fmla="*/ 9182272 w 9288370"/>
              <a:gd name="connsiteY58" fmla="*/ 37171 h 1858154"/>
              <a:gd name="connsiteX59" fmla="*/ 9232990 w 9288370"/>
              <a:gd name="connsiteY59" fmla="*/ 24074 h 1858154"/>
              <a:gd name="connsiteX60" fmla="*/ 9288370 w 9288370"/>
              <a:gd name="connsiteY60" fmla="*/ 0 h 1858154"/>
              <a:gd name="connsiteX61" fmla="*/ 0 w 9288370"/>
              <a:gd name="connsiteY61" fmla="*/ 0 h 1858154"/>
              <a:gd name="connsiteX62" fmla="*/ 0 w 9288370"/>
              <a:gd name="connsiteY62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766051 w 9288370"/>
              <a:gd name="connsiteY3" fmla="*/ 156982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339078 w 9288370"/>
              <a:gd name="connsiteY6" fmla="*/ 1494730 h 1858154"/>
              <a:gd name="connsiteX7" fmla="*/ 1492452 w 9288370"/>
              <a:gd name="connsiteY7" fmla="*/ 1519061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782741 w 9288370"/>
              <a:gd name="connsiteY51" fmla="*/ 455936 h 1858154"/>
              <a:gd name="connsiteX52" fmla="*/ 7952094 w 9288370"/>
              <a:gd name="connsiteY52" fmla="*/ 409302 h 1858154"/>
              <a:gd name="connsiteX53" fmla="*/ 8231938 w 9288370"/>
              <a:gd name="connsiteY53" fmla="*/ 259259 h 1858154"/>
              <a:gd name="connsiteX54" fmla="*/ 8428864 w 9288370"/>
              <a:gd name="connsiteY54" fmla="*/ 208471 h 1858154"/>
              <a:gd name="connsiteX55" fmla="*/ 8616510 w 9288370"/>
              <a:gd name="connsiteY55" fmla="*/ 161973 h 1858154"/>
              <a:gd name="connsiteX56" fmla="*/ 8826766 w 9288370"/>
              <a:gd name="connsiteY56" fmla="*/ 152111 h 1858154"/>
              <a:gd name="connsiteX57" fmla="*/ 8917647 w 9288370"/>
              <a:gd name="connsiteY57" fmla="*/ 112232 h 1858154"/>
              <a:gd name="connsiteX58" fmla="*/ 9182272 w 9288370"/>
              <a:gd name="connsiteY58" fmla="*/ 37171 h 1858154"/>
              <a:gd name="connsiteX59" fmla="*/ 9232990 w 9288370"/>
              <a:gd name="connsiteY59" fmla="*/ 24074 h 1858154"/>
              <a:gd name="connsiteX60" fmla="*/ 9288370 w 9288370"/>
              <a:gd name="connsiteY60" fmla="*/ 0 h 1858154"/>
              <a:gd name="connsiteX61" fmla="*/ 0 w 9288370"/>
              <a:gd name="connsiteY61" fmla="*/ 0 h 1858154"/>
              <a:gd name="connsiteX62" fmla="*/ 0 w 9288370"/>
              <a:gd name="connsiteY62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766051 w 9288370"/>
              <a:gd name="connsiteY3" fmla="*/ 156982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339078 w 9288370"/>
              <a:gd name="connsiteY6" fmla="*/ 1494730 h 1858154"/>
              <a:gd name="connsiteX7" fmla="*/ 1492452 w 9288370"/>
              <a:gd name="connsiteY7" fmla="*/ 1519061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782741 w 9288370"/>
              <a:gd name="connsiteY51" fmla="*/ 455936 h 1858154"/>
              <a:gd name="connsiteX52" fmla="*/ 7952094 w 9288370"/>
              <a:gd name="connsiteY52" fmla="*/ 409302 h 1858154"/>
              <a:gd name="connsiteX53" fmla="*/ 8231938 w 9288370"/>
              <a:gd name="connsiteY53" fmla="*/ 259259 h 1858154"/>
              <a:gd name="connsiteX54" fmla="*/ 8428864 w 9288370"/>
              <a:gd name="connsiteY54" fmla="*/ 208471 h 1858154"/>
              <a:gd name="connsiteX55" fmla="*/ 8616510 w 9288370"/>
              <a:gd name="connsiteY55" fmla="*/ 161973 h 1858154"/>
              <a:gd name="connsiteX56" fmla="*/ 8826766 w 9288370"/>
              <a:gd name="connsiteY56" fmla="*/ 152111 h 1858154"/>
              <a:gd name="connsiteX57" fmla="*/ 8917647 w 9288370"/>
              <a:gd name="connsiteY57" fmla="*/ 112232 h 1858154"/>
              <a:gd name="connsiteX58" fmla="*/ 9182272 w 9288370"/>
              <a:gd name="connsiteY58" fmla="*/ 37171 h 1858154"/>
              <a:gd name="connsiteX59" fmla="*/ 9232990 w 9288370"/>
              <a:gd name="connsiteY59" fmla="*/ 24074 h 1858154"/>
              <a:gd name="connsiteX60" fmla="*/ 9288370 w 9288370"/>
              <a:gd name="connsiteY60" fmla="*/ 0 h 1858154"/>
              <a:gd name="connsiteX61" fmla="*/ 0 w 9288370"/>
              <a:gd name="connsiteY61" fmla="*/ 0 h 1858154"/>
              <a:gd name="connsiteX62" fmla="*/ 0 w 9288370"/>
              <a:gd name="connsiteY62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766051 w 9288370"/>
              <a:gd name="connsiteY3" fmla="*/ 156982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339078 w 9288370"/>
              <a:gd name="connsiteY6" fmla="*/ 1494730 h 1858154"/>
              <a:gd name="connsiteX7" fmla="*/ 1492452 w 9288370"/>
              <a:gd name="connsiteY7" fmla="*/ 1519061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782741 w 9288370"/>
              <a:gd name="connsiteY51" fmla="*/ 455936 h 1858154"/>
              <a:gd name="connsiteX52" fmla="*/ 7952094 w 9288370"/>
              <a:gd name="connsiteY52" fmla="*/ 409302 h 1858154"/>
              <a:gd name="connsiteX53" fmla="*/ 8231938 w 9288370"/>
              <a:gd name="connsiteY53" fmla="*/ 259259 h 1858154"/>
              <a:gd name="connsiteX54" fmla="*/ 8428864 w 9288370"/>
              <a:gd name="connsiteY54" fmla="*/ 208471 h 1858154"/>
              <a:gd name="connsiteX55" fmla="*/ 8616510 w 9288370"/>
              <a:gd name="connsiteY55" fmla="*/ 161973 h 1858154"/>
              <a:gd name="connsiteX56" fmla="*/ 8826766 w 9288370"/>
              <a:gd name="connsiteY56" fmla="*/ 152111 h 1858154"/>
              <a:gd name="connsiteX57" fmla="*/ 8917647 w 9288370"/>
              <a:gd name="connsiteY57" fmla="*/ 112232 h 1858154"/>
              <a:gd name="connsiteX58" fmla="*/ 9182272 w 9288370"/>
              <a:gd name="connsiteY58" fmla="*/ 37171 h 1858154"/>
              <a:gd name="connsiteX59" fmla="*/ 9232990 w 9288370"/>
              <a:gd name="connsiteY59" fmla="*/ 24074 h 1858154"/>
              <a:gd name="connsiteX60" fmla="*/ 9288370 w 9288370"/>
              <a:gd name="connsiteY60" fmla="*/ 0 h 1858154"/>
              <a:gd name="connsiteX61" fmla="*/ 0 w 9288370"/>
              <a:gd name="connsiteY61" fmla="*/ 0 h 1858154"/>
              <a:gd name="connsiteX62" fmla="*/ 0 w 9288370"/>
              <a:gd name="connsiteY62" fmla="*/ 1858154 h 1858154"/>
              <a:gd name="connsiteX0" fmla="*/ 44869 w 9288370"/>
              <a:gd name="connsiteY0" fmla="*/ 1742117 h 1857909"/>
              <a:gd name="connsiteX1" fmla="*/ 1049 w 9288370"/>
              <a:gd name="connsiteY1" fmla="*/ 1857909 h 1857909"/>
              <a:gd name="connsiteX2" fmla="*/ 370426 w 9288370"/>
              <a:gd name="connsiteY2" fmla="*/ 1702965 h 1857909"/>
              <a:gd name="connsiteX3" fmla="*/ 766051 w 9288370"/>
              <a:gd name="connsiteY3" fmla="*/ 1569826 h 1857909"/>
              <a:gd name="connsiteX4" fmla="*/ 971617 w 9288370"/>
              <a:gd name="connsiteY4" fmla="*/ 1522494 h 1857909"/>
              <a:gd name="connsiteX5" fmla="*/ 1186668 w 9288370"/>
              <a:gd name="connsiteY5" fmla="*/ 1521861 h 1857909"/>
              <a:gd name="connsiteX6" fmla="*/ 1339078 w 9288370"/>
              <a:gd name="connsiteY6" fmla="*/ 1494730 h 1857909"/>
              <a:gd name="connsiteX7" fmla="*/ 1492452 w 9288370"/>
              <a:gd name="connsiteY7" fmla="*/ 1519061 h 1857909"/>
              <a:gd name="connsiteX8" fmla="*/ 1604999 w 9288370"/>
              <a:gd name="connsiteY8" fmla="*/ 1513599 h 1857909"/>
              <a:gd name="connsiteX9" fmla="*/ 1717911 w 9288370"/>
              <a:gd name="connsiteY9" fmla="*/ 1497764 h 1857909"/>
              <a:gd name="connsiteX10" fmla="*/ 1794234 w 9288370"/>
              <a:gd name="connsiteY10" fmla="*/ 1464331 h 1857909"/>
              <a:gd name="connsiteX11" fmla="*/ 2101780 w 9288370"/>
              <a:gd name="connsiteY11" fmla="*/ 1409907 h 1857909"/>
              <a:gd name="connsiteX12" fmla="*/ 2244830 w 9288370"/>
              <a:gd name="connsiteY12" fmla="*/ 1388540 h 1857909"/>
              <a:gd name="connsiteX13" fmla="*/ 2428648 w 9288370"/>
              <a:gd name="connsiteY13" fmla="*/ 1372736 h 1857909"/>
              <a:gd name="connsiteX14" fmla="*/ 2645882 w 9288370"/>
              <a:gd name="connsiteY14" fmla="*/ 1341971 h 1857909"/>
              <a:gd name="connsiteX15" fmla="*/ 2707413 w 9288370"/>
              <a:gd name="connsiteY15" fmla="*/ 1347156 h 1857909"/>
              <a:gd name="connsiteX16" fmla="*/ 2843134 w 9288370"/>
              <a:gd name="connsiteY16" fmla="*/ 1323561 h 1857909"/>
              <a:gd name="connsiteX17" fmla="*/ 2923804 w 9288370"/>
              <a:gd name="connsiteY17" fmla="*/ 1314224 h 1857909"/>
              <a:gd name="connsiteX18" fmla="*/ 2953618 w 9288370"/>
              <a:gd name="connsiteY18" fmla="*/ 1318186 h 1857909"/>
              <a:gd name="connsiteX19" fmla="*/ 2995816 w 9288370"/>
              <a:gd name="connsiteY19" fmla="*/ 1318670 h 1857909"/>
              <a:gd name="connsiteX20" fmla="*/ 3352700 w 9288370"/>
              <a:gd name="connsiteY20" fmla="*/ 1264183 h 1857909"/>
              <a:gd name="connsiteX21" fmla="*/ 3444611 w 9288370"/>
              <a:gd name="connsiteY21" fmla="*/ 1236739 h 1857909"/>
              <a:gd name="connsiteX22" fmla="*/ 3650072 w 9288370"/>
              <a:gd name="connsiteY22" fmla="*/ 1217421 h 1857909"/>
              <a:gd name="connsiteX23" fmla="*/ 3707853 w 9288370"/>
              <a:gd name="connsiteY23" fmla="*/ 1241722 h 1857909"/>
              <a:gd name="connsiteX24" fmla="*/ 3925616 w 9288370"/>
              <a:gd name="connsiteY24" fmla="*/ 1253751 h 1857909"/>
              <a:gd name="connsiteX25" fmla="*/ 3954387 w 9288370"/>
              <a:gd name="connsiteY25" fmla="*/ 1263789 h 1857909"/>
              <a:gd name="connsiteX26" fmla="*/ 3995849 w 9288370"/>
              <a:gd name="connsiteY26" fmla="*/ 1272939 h 1857909"/>
              <a:gd name="connsiteX27" fmla="*/ 4067546 w 9288370"/>
              <a:gd name="connsiteY27" fmla="*/ 1294697 h 1857909"/>
              <a:gd name="connsiteX28" fmla="*/ 4190310 w 9288370"/>
              <a:gd name="connsiteY28" fmla="*/ 1307786 h 1857909"/>
              <a:gd name="connsiteX29" fmla="*/ 4230008 w 9288370"/>
              <a:gd name="connsiteY29" fmla="*/ 1303546 h 1857909"/>
              <a:gd name="connsiteX30" fmla="*/ 4575478 w 9288370"/>
              <a:gd name="connsiteY30" fmla="*/ 1261726 h 1857909"/>
              <a:gd name="connsiteX31" fmla="*/ 4650026 w 9288370"/>
              <a:gd name="connsiteY31" fmla="*/ 1265798 h 1857909"/>
              <a:gd name="connsiteX32" fmla="*/ 4792008 w 9288370"/>
              <a:gd name="connsiteY32" fmla="*/ 1243899 h 1857909"/>
              <a:gd name="connsiteX33" fmla="*/ 4954126 w 9288370"/>
              <a:gd name="connsiteY33" fmla="*/ 1204617 h 1857909"/>
              <a:gd name="connsiteX34" fmla="*/ 5309678 w 9288370"/>
              <a:gd name="connsiteY34" fmla="*/ 1128278 h 1857909"/>
              <a:gd name="connsiteX35" fmla="*/ 5474724 w 9288370"/>
              <a:gd name="connsiteY35" fmla="*/ 1091167 h 1857909"/>
              <a:gd name="connsiteX36" fmla="*/ 5612132 w 9288370"/>
              <a:gd name="connsiteY36" fmla="*/ 1051509 h 1857909"/>
              <a:gd name="connsiteX37" fmla="*/ 5776618 w 9288370"/>
              <a:gd name="connsiteY37" fmla="*/ 1053037 h 1857909"/>
              <a:gd name="connsiteX38" fmla="*/ 5785786 w 9288370"/>
              <a:gd name="connsiteY38" fmla="*/ 1051213 h 1857909"/>
              <a:gd name="connsiteX39" fmla="*/ 5829381 w 9288370"/>
              <a:gd name="connsiteY39" fmla="*/ 1046878 h 1857909"/>
              <a:gd name="connsiteX40" fmla="*/ 5943596 w 9288370"/>
              <a:gd name="connsiteY40" fmla="*/ 1043237 h 1857909"/>
              <a:gd name="connsiteX41" fmla="*/ 5985730 w 9288370"/>
              <a:gd name="connsiteY41" fmla="*/ 1035396 h 1857909"/>
              <a:gd name="connsiteX42" fmla="*/ 6103109 w 9288370"/>
              <a:gd name="connsiteY42" fmla="*/ 1019019 h 1857909"/>
              <a:gd name="connsiteX43" fmla="*/ 6222406 w 9288370"/>
              <a:gd name="connsiteY43" fmla="*/ 985341 h 1857909"/>
              <a:gd name="connsiteX44" fmla="*/ 6598672 w 9288370"/>
              <a:gd name="connsiteY44" fmla="*/ 902062 h 1857909"/>
              <a:gd name="connsiteX45" fmla="*/ 6766149 w 9288370"/>
              <a:gd name="connsiteY45" fmla="*/ 846132 h 1857909"/>
              <a:gd name="connsiteX46" fmla="*/ 6886312 w 9288370"/>
              <a:gd name="connsiteY46" fmla="*/ 781877 h 1857909"/>
              <a:gd name="connsiteX47" fmla="*/ 7006457 w 9288370"/>
              <a:gd name="connsiteY47" fmla="*/ 699758 h 1857909"/>
              <a:gd name="connsiteX48" fmla="*/ 7231643 w 9288370"/>
              <a:gd name="connsiteY48" fmla="*/ 640778 h 1857909"/>
              <a:gd name="connsiteX49" fmla="*/ 7363123 w 9288370"/>
              <a:gd name="connsiteY49" fmla="*/ 593682 h 1857909"/>
              <a:gd name="connsiteX50" fmla="*/ 7588368 w 9288370"/>
              <a:gd name="connsiteY50" fmla="*/ 531129 h 1857909"/>
              <a:gd name="connsiteX51" fmla="*/ 7782741 w 9288370"/>
              <a:gd name="connsiteY51" fmla="*/ 455936 h 1857909"/>
              <a:gd name="connsiteX52" fmla="*/ 7952094 w 9288370"/>
              <a:gd name="connsiteY52" fmla="*/ 409302 h 1857909"/>
              <a:gd name="connsiteX53" fmla="*/ 8231938 w 9288370"/>
              <a:gd name="connsiteY53" fmla="*/ 259259 h 1857909"/>
              <a:gd name="connsiteX54" fmla="*/ 8428864 w 9288370"/>
              <a:gd name="connsiteY54" fmla="*/ 208471 h 1857909"/>
              <a:gd name="connsiteX55" fmla="*/ 8616510 w 9288370"/>
              <a:gd name="connsiteY55" fmla="*/ 161973 h 1857909"/>
              <a:gd name="connsiteX56" fmla="*/ 8826766 w 9288370"/>
              <a:gd name="connsiteY56" fmla="*/ 152111 h 1857909"/>
              <a:gd name="connsiteX57" fmla="*/ 8917647 w 9288370"/>
              <a:gd name="connsiteY57" fmla="*/ 112232 h 1857909"/>
              <a:gd name="connsiteX58" fmla="*/ 9182272 w 9288370"/>
              <a:gd name="connsiteY58" fmla="*/ 37171 h 1857909"/>
              <a:gd name="connsiteX59" fmla="*/ 9232990 w 9288370"/>
              <a:gd name="connsiteY59" fmla="*/ 24074 h 1857909"/>
              <a:gd name="connsiteX60" fmla="*/ 9288370 w 9288370"/>
              <a:gd name="connsiteY60" fmla="*/ 0 h 1857909"/>
              <a:gd name="connsiteX61" fmla="*/ 0 w 9288370"/>
              <a:gd name="connsiteY61" fmla="*/ 0 h 1857909"/>
              <a:gd name="connsiteX62" fmla="*/ 44869 w 9288370"/>
              <a:gd name="connsiteY62" fmla="*/ 1742117 h 1857909"/>
              <a:gd name="connsiteX0" fmla="*/ 8158 w 9288370"/>
              <a:gd name="connsiteY0" fmla="*/ 1671666 h 1857909"/>
              <a:gd name="connsiteX1" fmla="*/ 1049 w 9288370"/>
              <a:gd name="connsiteY1" fmla="*/ 1857909 h 1857909"/>
              <a:gd name="connsiteX2" fmla="*/ 370426 w 9288370"/>
              <a:gd name="connsiteY2" fmla="*/ 1702965 h 1857909"/>
              <a:gd name="connsiteX3" fmla="*/ 766051 w 9288370"/>
              <a:gd name="connsiteY3" fmla="*/ 1569826 h 1857909"/>
              <a:gd name="connsiteX4" fmla="*/ 971617 w 9288370"/>
              <a:gd name="connsiteY4" fmla="*/ 1522494 h 1857909"/>
              <a:gd name="connsiteX5" fmla="*/ 1186668 w 9288370"/>
              <a:gd name="connsiteY5" fmla="*/ 1521861 h 1857909"/>
              <a:gd name="connsiteX6" fmla="*/ 1339078 w 9288370"/>
              <a:gd name="connsiteY6" fmla="*/ 1494730 h 1857909"/>
              <a:gd name="connsiteX7" fmla="*/ 1492452 w 9288370"/>
              <a:gd name="connsiteY7" fmla="*/ 1519061 h 1857909"/>
              <a:gd name="connsiteX8" fmla="*/ 1604999 w 9288370"/>
              <a:gd name="connsiteY8" fmla="*/ 1513599 h 1857909"/>
              <a:gd name="connsiteX9" fmla="*/ 1717911 w 9288370"/>
              <a:gd name="connsiteY9" fmla="*/ 1497764 h 1857909"/>
              <a:gd name="connsiteX10" fmla="*/ 1794234 w 9288370"/>
              <a:gd name="connsiteY10" fmla="*/ 1464331 h 1857909"/>
              <a:gd name="connsiteX11" fmla="*/ 2101780 w 9288370"/>
              <a:gd name="connsiteY11" fmla="*/ 1409907 h 1857909"/>
              <a:gd name="connsiteX12" fmla="*/ 2244830 w 9288370"/>
              <a:gd name="connsiteY12" fmla="*/ 1388540 h 1857909"/>
              <a:gd name="connsiteX13" fmla="*/ 2428648 w 9288370"/>
              <a:gd name="connsiteY13" fmla="*/ 1372736 h 1857909"/>
              <a:gd name="connsiteX14" fmla="*/ 2645882 w 9288370"/>
              <a:gd name="connsiteY14" fmla="*/ 1341971 h 1857909"/>
              <a:gd name="connsiteX15" fmla="*/ 2707413 w 9288370"/>
              <a:gd name="connsiteY15" fmla="*/ 1347156 h 1857909"/>
              <a:gd name="connsiteX16" fmla="*/ 2843134 w 9288370"/>
              <a:gd name="connsiteY16" fmla="*/ 1323561 h 1857909"/>
              <a:gd name="connsiteX17" fmla="*/ 2923804 w 9288370"/>
              <a:gd name="connsiteY17" fmla="*/ 1314224 h 1857909"/>
              <a:gd name="connsiteX18" fmla="*/ 2953618 w 9288370"/>
              <a:gd name="connsiteY18" fmla="*/ 1318186 h 1857909"/>
              <a:gd name="connsiteX19" fmla="*/ 2995816 w 9288370"/>
              <a:gd name="connsiteY19" fmla="*/ 1318670 h 1857909"/>
              <a:gd name="connsiteX20" fmla="*/ 3352700 w 9288370"/>
              <a:gd name="connsiteY20" fmla="*/ 1264183 h 1857909"/>
              <a:gd name="connsiteX21" fmla="*/ 3444611 w 9288370"/>
              <a:gd name="connsiteY21" fmla="*/ 1236739 h 1857909"/>
              <a:gd name="connsiteX22" fmla="*/ 3650072 w 9288370"/>
              <a:gd name="connsiteY22" fmla="*/ 1217421 h 1857909"/>
              <a:gd name="connsiteX23" fmla="*/ 3707853 w 9288370"/>
              <a:gd name="connsiteY23" fmla="*/ 1241722 h 1857909"/>
              <a:gd name="connsiteX24" fmla="*/ 3925616 w 9288370"/>
              <a:gd name="connsiteY24" fmla="*/ 1253751 h 1857909"/>
              <a:gd name="connsiteX25" fmla="*/ 3954387 w 9288370"/>
              <a:gd name="connsiteY25" fmla="*/ 1263789 h 1857909"/>
              <a:gd name="connsiteX26" fmla="*/ 3995849 w 9288370"/>
              <a:gd name="connsiteY26" fmla="*/ 1272939 h 1857909"/>
              <a:gd name="connsiteX27" fmla="*/ 4067546 w 9288370"/>
              <a:gd name="connsiteY27" fmla="*/ 1294697 h 1857909"/>
              <a:gd name="connsiteX28" fmla="*/ 4190310 w 9288370"/>
              <a:gd name="connsiteY28" fmla="*/ 1307786 h 1857909"/>
              <a:gd name="connsiteX29" fmla="*/ 4230008 w 9288370"/>
              <a:gd name="connsiteY29" fmla="*/ 1303546 h 1857909"/>
              <a:gd name="connsiteX30" fmla="*/ 4575478 w 9288370"/>
              <a:gd name="connsiteY30" fmla="*/ 1261726 h 1857909"/>
              <a:gd name="connsiteX31" fmla="*/ 4650026 w 9288370"/>
              <a:gd name="connsiteY31" fmla="*/ 1265798 h 1857909"/>
              <a:gd name="connsiteX32" fmla="*/ 4792008 w 9288370"/>
              <a:gd name="connsiteY32" fmla="*/ 1243899 h 1857909"/>
              <a:gd name="connsiteX33" fmla="*/ 4954126 w 9288370"/>
              <a:gd name="connsiteY33" fmla="*/ 1204617 h 1857909"/>
              <a:gd name="connsiteX34" fmla="*/ 5309678 w 9288370"/>
              <a:gd name="connsiteY34" fmla="*/ 1128278 h 1857909"/>
              <a:gd name="connsiteX35" fmla="*/ 5474724 w 9288370"/>
              <a:gd name="connsiteY35" fmla="*/ 1091167 h 1857909"/>
              <a:gd name="connsiteX36" fmla="*/ 5612132 w 9288370"/>
              <a:gd name="connsiteY36" fmla="*/ 1051509 h 1857909"/>
              <a:gd name="connsiteX37" fmla="*/ 5776618 w 9288370"/>
              <a:gd name="connsiteY37" fmla="*/ 1053037 h 1857909"/>
              <a:gd name="connsiteX38" fmla="*/ 5785786 w 9288370"/>
              <a:gd name="connsiteY38" fmla="*/ 1051213 h 1857909"/>
              <a:gd name="connsiteX39" fmla="*/ 5829381 w 9288370"/>
              <a:gd name="connsiteY39" fmla="*/ 1046878 h 1857909"/>
              <a:gd name="connsiteX40" fmla="*/ 5943596 w 9288370"/>
              <a:gd name="connsiteY40" fmla="*/ 1043237 h 1857909"/>
              <a:gd name="connsiteX41" fmla="*/ 5985730 w 9288370"/>
              <a:gd name="connsiteY41" fmla="*/ 1035396 h 1857909"/>
              <a:gd name="connsiteX42" fmla="*/ 6103109 w 9288370"/>
              <a:gd name="connsiteY42" fmla="*/ 1019019 h 1857909"/>
              <a:gd name="connsiteX43" fmla="*/ 6222406 w 9288370"/>
              <a:gd name="connsiteY43" fmla="*/ 985341 h 1857909"/>
              <a:gd name="connsiteX44" fmla="*/ 6598672 w 9288370"/>
              <a:gd name="connsiteY44" fmla="*/ 902062 h 1857909"/>
              <a:gd name="connsiteX45" fmla="*/ 6766149 w 9288370"/>
              <a:gd name="connsiteY45" fmla="*/ 846132 h 1857909"/>
              <a:gd name="connsiteX46" fmla="*/ 6886312 w 9288370"/>
              <a:gd name="connsiteY46" fmla="*/ 781877 h 1857909"/>
              <a:gd name="connsiteX47" fmla="*/ 7006457 w 9288370"/>
              <a:gd name="connsiteY47" fmla="*/ 699758 h 1857909"/>
              <a:gd name="connsiteX48" fmla="*/ 7231643 w 9288370"/>
              <a:gd name="connsiteY48" fmla="*/ 640778 h 1857909"/>
              <a:gd name="connsiteX49" fmla="*/ 7363123 w 9288370"/>
              <a:gd name="connsiteY49" fmla="*/ 593682 h 1857909"/>
              <a:gd name="connsiteX50" fmla="*/ 7588368 w 9288370"/>
              <a:gd name="connsiteY50" fmla="*/ 531129 h 1857909"/>
              <a:gd name="connsiteX51" fmla="*/ 7782741 w 9288370"/>
              <a:gd name="connsiteY51" fmla="*/ 455936 h 1857909"/>
              <a:gd name="connsiteX52" fmla="*/ 7952094 w 9288370"/>
              <a:gd name="connsiteY52" fmla="*/ 409302 h 1857909"/>
              <a:gd name="connsiteX53" fmla="*/ 8231938 w 9288370"/>
              <a:gd name="connsiteY53" fmla="*/ 259259 h 1857909"/>
              <a:gd name="connsiteX54" fmla="*/ 8428864 w 9288370"/>
              <a:gd name="connsiteY54" fmla="*/ 208471 h 1857909"/>
              <a:gd name="connsiteX55" fmla="*/ 8616510 w 9288370"/>
              <a:gd name="connsiteY55" fmla="*/ 161973 h 1857909"/>
              <a:gd name="connsiteX56" fmla="*/ 8826766 w 9288370"/>
              <a:gd name="connsiteY56" fmla="*/ 152111 h 1857909"/>
              <a:gd name="connsiteX57" fmla="*/ 8917647 w 9288370"/>
              <a:gd name="connsiteY57" fmla="*/ 112232 h 1857909"/>
              <a:gd name="connsiteX58" fmla="*/ 9182272 w 9288370"/>
              <a:gd name="connsiteY58" fmla="*/ 37171 h 1857909"/>
              <a:gd name="connsiteX59" fmla="*/ 9232990 w 9288370"/>
              <a:gd name="connsiteY59" fmla="*/ 24074 h 1857909"/>
              <a:gd name="connsiteX60" fmla="*/ 9288370 w 9288370"/>
              <a:gd name="connsiteY60" fmla="*/ 0 h 1857909"/>
              <a:gd name="connsiteX61" fmla="*/ 0 w 9288370"/>
              <a:gd name="connsiteY61" fmla="*/ 0 h 1857909"/>
              <a:gd name="connsiteX62" fmla="*/ 8158 w 9288370"/>
              <a:gd name="connsiteY62" fmla="*/ 1671666 h 1857909"/>
              <a:gd name="connsiteX0" fmla="*/ 8158 w 9288370"/>
              <a:gd name="connsiteY0" fmla="*/ 1671666 h 1721151"/>
              <a:gd name="connsiteX1" fmla="*/ 66313 w 9288370"/>
              <a:gd name="connsiteY1" fmla="*/ 1721151 h 1721151"/>
              <a:gd name="connsiteX2" fmla="*/ 370426 w 9288370"/>
              <a:gd name="connsiteY2" fmla="*/ 1702965 h 1721151"/>
              <a:gd name="connsiteX3" fmla="*/ 766051 w 9288370"/>
              <a:gd name="connsiteY3" fmla="*/ 1569826 h 1721151"/>
              <a:gd name="connsiteX4" fmla="*/ 971617 w 9288370"/>
              <a:gd name="connsiteY4" fmla="*/ 1522494 h 1721151"/>
              <a:gd name="connsiteX5" fmla="*/ 1186668 w 9288370"/>
              <a:gd name="connsiteY5" fmla="*/ 1521861 h 1721151"/>
              <a:gd name="connsiteX6" fmla="*/ 1339078 w 9288370"/>
              <a:gd name="connsiteY6" fmla="*/ 1494730 h 1721151"/>
              <a:gd name="connsiteX7" fmla="*/ 1492452 w 9288370"/>
              <a:gd name="connsiteY7" fmla="*/ 1519061 h 1721151"/>
              <a:gd name="connsiteX8" fmla="*/ 1604999 w 9288370"/>
              <a:gd name="connsiteY8" fmla="*/ 1513599 h 1721151"/>
              <a:gd name="connsiteX9" fmla="*/ 1717911 w 9288370"/>
              <a:gd name="connsiteY9" fmla="*/ 1497764 h 1721151"/>
              <a:gd name="connsiteX10" fmla="*/ 1794234 w 9288370"/>
              <a:gd name="connsiteY10" fmla="*/ 1464331 h 1721151"/>
              <a:gd name="connsiteX11" fmla="*/ 2101780 w 9288370"/>
              <a:gd name="connsiteY11" fmla="*/ 1409907 h 1721151"/>
              <a:gd name="connsiteX12" fmla="*/ 2244830 w 9288370"/>
              <a:gd name="connsiteY12" fmla="*/ 1388540 h 1721151"/>
              <a:gd name="connsiteX13" fmla="*/ 2428648 w 9288370"/>
              <a:gd name="connsiteY13" fmla="*/ 1372736 h 1721151"/>
              <a:gd name="connsiteX14" fmla="*/ 2645882 w 9288370"/>
              <a:gd name="connsiteY14" fmla="*/ 1341971 h 1721151"/>
              <a:gd name="connsiteX15" fmla="*/ 2707413 w 9288370"/>
              <a:gd name="connsiteY15" fmla="*/ 1347156 h 1721151"/>
              <a:gd name="connsiteX16" fmla="*/ 2843134 w 9288370"/>
              <a:gd name="connsiteY16" fmla="*/ 1323561 h 1721151"/>
              <a:gd name="connsiteX17" fmla="*/ 2923804 w 9288370"/>
              <a:gd name="connsiteY17" fmla="*/ 1314224 h 1721151"/>
              <a:gd name="connsiteX18" fmla="*/ 2953618 w 9288370"/>
              <a:gd name="connsiteY18" fmla="*/ 1318186 h 1721151"/>
              <a:gd name="connsiteX19" fmla="*/ 2995816 w 9288370"/>
              <a:gd name="connsiteY19" fmla="*/ 1318670 h 1721151"/>
              <a:gd name="connsiteX20" fmla="*/ 3352700 w 9288370"/>
              <a:gd name="connsiteY20" fmla="*/ 1264183 h 1721151"/>
              <a:gd name="connsiteX21" fmla="*/ 3444611 w 9288370"/>
              <a:gd name="connsiteY21" fmla="*/ 1236739 h 1721151"/>
              <a:gd name="connsiteX22" fmla="*/ 3650072 w 9288370"/>
              <a:gd name="connsiteY22" fmla="*/ 1217421 h 1721151"/>
              <a:gd name="connsiteX23" fmla="*/ 3707853 w 9288370"/>
              <a:gd name="connsiteY23" fmla="*/ 1241722 h 1721151"/>
              <a:gd name="connsiteX24" fmla="*/ 3925616 w 9288370"/>
              <a:gd name="connsiteY24" fmla="*/ 1253751 h 1721151"/>
              <a:gd name="connsiteX25" fmla="*/ 3954387 w 9288370"/>
              <a:gd name="connsiteY25" fmla="*/ 1263789 h 1721151"/>
              <a:gd name="connsiteX26" fmla="*/ 3995849 w 9288370"/>
              <a:gd name="connsiteY26" fmla="*/ 1272939 h 1721151"/>
              <a:gd name="connsiteX27" fmla="*/ 4067546 w 9288370"/>
              <a:gd name="connsiteY27" fmla="*/ 1294697 h 1721151"/>
              <a:gd name="connsiteX28" fmla="*/ 4190310 w 9288370"/>
              <a:gd name="connsiteY28" fmla="*/ 1307786 h 1721151"/>
              <a:gd name="connsiteX29" fmla="*/ 4230008 w 9288370"/>
              <a:gd name="connsiteY29" fmla="*/ 1303546 h 1721151"/>
              <a:gd name="connsiteX30" fmla="*/ 4575478 w 9288370"/>
              <a:gd name="connsiteY30" fmla="*/ 1261726 h 1721151"/>
              <a:gd name="connsiteX31" fmla="*/ 4650026 w 9288370"/>
              <a:gd name="connsiteY31" fmla="*/ 1265798 h 1721151"/>
              <a:gd name="connsiteX32" fmla="*/ 4792008 w 9288370"/>
              <a:gd name="connsiteY32" fmla="*/ 1243899 h 1721151"/>
              <a:gd name="connsiteX33" fmla="*/ 4954126 w 9288370"/>
              <a:gd name="connsiteY33" fmla="*/ 1204617 h 1721151"/>
              <a:gd name="connsiteX34" fmla="*/ 5309678 w 9288370"/>
              <a:gd name="connsiteY34" fmla="*/ 1128278 h 1721151"/>
              <a:gd name="connsiteX35" fmla="*/ 5474724 w 9288370"/>
              <a:gd name="connsiteY35" fmla="*/ 1091167 h 1721151"/>
              <a:gd name="connsiteX36" fmla="*/ 5612132 w 9288370"/>
              <a:gd name="connsiteY36" fmla="*/ 1051509 h 1721151"/>
              <a:gd name="connsiteX37" fmla="*/ 5776618 w 9288370"/>
              <a:gd name="connsiteY37" fmla="*/ 1053037 h 1721151"/>
              <a:gd name="connsiteX38" fmla="*/ 5785786 w 9288370"/>
              <a:gd name="connsiteY38" fmla="*/ 1051213 h 1721151"/>
              <a:gd name="connsiteX39" fmla="*/ 5829381 w 9288370"/>
              <a:gd name="connsiteY39" fmla="*/ 1046878 h 1721151"/>
              <a:gd name="connsiteX40" fmla="*/ 5943596 w 9288370"/>
              <a:gd name="connsiteY40" fmla="*/ 1043237 h 1721151"/>
              <a:gd name="connsiteX41" fmla="*/ 5985730 w 9288370"/>
              <a:gd name="connsiteY41" fmla="*/ 1035396 h 1721151"/>
              <a:gd name="connsiteX42" fmla="*/ 6103109 w 9288370"/>
              <a:gd name="connsiteY42" fmla="*/ 1019019 h 1721151"/>
              <a:gd name="connsiteX43" fmla="*/ 6222406 w 9288370"/>
              <a:gd name="connsiteY43" fmla="*/ 985341 h 1721151"/>
              <a:gd name="connsiteX44" fmla="*/ 6598672 w 9288370"/>
              <a:gd name="connsiteY44" fmla="*/ 902062 h 1721151"/>
              <a:gd name="connsiteX45" fmla="*/ 6766149 w 9288370"/>
              <a:gd name="connsiteY45" fmla="*/ 846132 h 1721151"/>
              <a:gd name="connsiteX46" fmla="*/ 6886312 w 9288370"/>
              <a:gd name="connsiteY46" fmla="*/ 781877 h 1721151"/>
              <a:gd name="connsiteX47" fmla="*/ 7006457 w 9288370"/>
              <a:gd name="connsiteY47" fmla="*/ 699758 h 1721151"/>
              <a:gd name="connsiteX48" fmla="*/ 7231643 w 9288370"/>
              <a:gd name="connsiteY48" fmla="*/ 640778 h 1721151"/>
              <a:gd name="connsiteX49" fmla="*/ 7363123 w 9288370"/>
              <a:gd name="connsiteY49" fmla="*/ 593682 h 1721151"/>
              <a:gd name="connsiteX50" fmla="*/ 7588368 w 9288370"/>
              <a:gd name="connsiteY50" fmla="*/ 531129 h 1721151"/>
              <a:gd name="connsiteX51" fmla="*/ 7782741 w 9288370"/>
              <a:gd name="connsiteY51" fmla="*/ 455936 h 1721151"/>
              <a:gd name="connsiteX52" fmla="*/ 7952094 w 9288370"/>
              <a:gd name="connsiteY52" fmla="*/ 409302 h 1721151"/>
              <a:gd name="connsiteX53" fmla="*/ 8231938 w 9288370"/>
              <a:gd name="connsiteY53" fmla="*/ 259259 h 1721151"/>
              <a:gd name="connsiteX54" fmla="*/ 8428864 w 9288370"/>
              <a:gd name="connsiteY54" fmla="*/ 208471 h 1721151"/>
              <a:gd name="connsiteX55" fmla="*/ 8616510 w 9288370"/>
              <a:gd name="connsiteY55" fmla="*/ 161973 h 1721151"/>
              <a:gd name="connsiteX56" fmla="*/ 8826766 w 9288370"/>
              <a:gd name="connsiteY56" fmla="*/ 152111 h 1721151"/>
              <a:gd name="connsiteX57" fmla="*/ 8917647 w 9288370"/>
              <a:gd name="connsiteY57" fmla="*/ 112232 h 1721151"/>
              <a:gd name="connsiteX58" fmla="*/ 9182272 w 9288370"/>
              <a:gd name="connsiteY58" fmla="*/ 37171 h 1721151"/>
              <a:gd name="connsiteX59" fmla="*/ 9232990 w 9288370"/>
              <a:gd name="connsiteY59" fmla="*/ 24074 h 1721151"/>
              <a:gd name="connsiteX60" fmla="*/ 9288370 w 9288370"/>
              <a:gd name="connsiteY60" fmla="*/ 0 h 1721151"/>
              <a:gd name="connsiteX61" fmla="*/ 0 w 9288370"/>
              <a:gd name="connsiteY61" fmla="*/ 0 h 1721151"/>
              <a:gd name="connsiteX62" fmla="*/ 8158 w 9288370"/>
              <a:gd name="connsiteY62" fmla="*/ 1671666 h 1721151"/>
              <a:gd name="connsiteX0" fmla="*/ 8158 w 9288370"/>
              <a:gd name="connsiteY0" fmla="*/ 1671666 h 1721151"/>
              <a:gd name="connsiteX1" fmla="*/ 66313 w 9288370"/>
              <a:gd name="connsiteY1" fmla="*/ 1721151 h 1721151"/>
              <a:gd name="connsiteX2" fmla="*/ 313320 w 9288370"/>
              <a:gd name="connsiteY2" fmla="*/ 1690533 h 1721151"/>
              <a:gd name="connsiteX3" fmla="*/ 766051 w 9288370"/>
              <a:gd name="connsiteY3" fmla="*/ 1569826 h 1721151"/>
              <a:gd name="connsiteX4" fmla="*/ 971617 w 9288370"/>
              <a:gd name="connsiteY4" fmla="*/ 1522494 h 1721151"/>
              <a:gd name="connsiteX5" fmla="*/ 1186668 w 9288370"/>
              <a:gd name="connsiteY5" fmla="*/ 1521861 h 1721151"/>
              <a:gd name="connsiteX6" fmla="*/ 1339078 w 9288370"/>
              <a:gd name="connsiteY6" fmla="*/ 1494730 h 1721151"/>
              <a:gd name="connsiteX7" fmla="*/ 1492452 w 9288370"/>
              <a:gd name="connsiteY7" fmla="*/ 1519061 h 1721151"/>
              <a:gd name="connsiteX8" fmla="*/ 1604999 w 9288370"/>
              <a:gd name="connsiteY8" fmla="*/ 1513599 h 1721151"/>
              <a:gd name="connsiteX9" fmla="*/ 1717911 w 9288370"/>
              <a:gd name="connsiteY9" fmla="*/ 1497764 h 1721151"/>
              <a:gd name="connsiteX10" fmla="*/ 1794234 w 9288370"/>
              <a:gd name="connsiteY10" fmla="*/ 1464331 h 1721151"/>
              <a:gd name="connsiteX11" fmla="*/ 2101780 w 9288370"/>
              <a:gd name="connsiteY11" fmla="*/ 1409907 h 1721151"/>
              <a:gd name="connsiteX12" fmla="*/ 2244830 w 9288370"/>
              <a:gd name="connsiteY12" fmla="*/ 1388540 h 1721151"/>
              <a:gd name="connsiteX13" fmla="*/ 2428648 w 9288370"/>
              <a:gd name="connsiteY13" fmla="*/ 1372736 h 1721151"/>
              <a:gd name="connsiteX14" fmla="*/ 2645882 w 9288370"/>
              <a:gd name="connsiteY14" fmla="*/ 1341971 h 1721151"/>
              <a:gd name="connsiteX15" fmla="*/ 2707413 w 9288370"/>
              <a:gd name="connsiteY15" fmla="*/ 1347156 h 1721151"/>
              <a:gd name="connsiteX16" fmla="*/ 2843134 w 9288370"/>
              <a:gd name="connsiteY16" fmla="*/ 1323561 h 1721151"/>
              <a:gd name="connsiteX17" fmla="*/ 2923804 w 9288370"/>
              <a:gd name="connsiteY17" fmla="*/ 1314224 h 1721151"/>
              <a:gd name="connsiteX18" fmla="*/ 2953618 w 9288370"/>
              <a:gd name="connsiteY18" fmla="*/ 1318186 h 1721151"/>
              <a:gd name="connsiteX19" fmla="*/ 2995816 w 9288370"/>
              <a:gd name="connsiteY19" fmla="*/ 1318670 h 1721151"/>
              <a:gd name="connsiteX20" fmla="*/ 3352700 w 9288370"/>
              <a:gd name="connsiteY20" fmla="*/ 1264183 h 1721151"/>
              <a:gd name="connsiteX21" fmla="*/ 3444611 w 9288370"/>
              <a:gd name="connsiteY21" fmla="*/ 1236739 h 1721151"/>
              <a:gd name="connsiteX22" fmla="*/ 3650072 w 9288370"/>
              <a:gd name="connsiteY22" fmla="*/ 1217421 h 1721151"/>
              <a:gd name="connsiteX23" fmla="*/ 3707853 w 9288370"/>
              <a:gd name="connsiteY23" fmla="*/ 1241722 h 1721151"/>
              <a:gd name="connsiteX24" fmla="*/ 3925616 w 9288370"/>
              <a:gd name="connsiteY24" fmla="*/ 1253751 h 1721151"/>
              <a:gd name="connsiteX25" fmla="*/ 3954387 w 9288370"/>
              <a:gd name="connsiteY25" fmla="*/ 1263789 h 1721151"/>
              <a:gd name="connsiteX26" fmla="*/ 3995849 w 9288370"/>
              <a:gd name="connsiteY26" fmla="*/ 1272939 h 1721151"/>
              <a:gd name="connsiteX27" fmla="*/ 4067546 w 9288370"/>
              <a:gd name="connsiteY27" fmla="*/ 1294697 h 1721151"/>
              <a:gd name="connsiteX28" fmla="*/ 4190310 w 9288370"/>
              <a:gd name="connsiteY28" fmla="*/ 1307786 h 1721151"/>
              <a:gd name="connsiteX29" fmla="*/ 4230008 w 9288370"/>
              <a:gd name="connsiteY29" fmla="*/ 1303546 h 1721151"/>
              <a:gd name="connsiteX30" fmla="*/ 4575478 w 9288370"/>
              <a:gd name="connsiteY30" fmla="*/ 1261726 h 1721151"/>
              <a:gd name="connsiteX31" fmla="*/ 4650026 w 9288370"/>
              <a:gd name="connsiteY31" fmla="*/ 1265798 h 1721151"/>
              <a:gd name="connsiteX32" fmla="*/ 4792008 w 9288370"/>
              <a:gd name="connsiteY32" fmla="*/ 1243899 h 1721151"/>
              <a:gd name="connsiteX33" fmla="*/ 4954126 w 9288370"/>
              <a:gd name="connsiteY33" fmla="*/ 1204617 h 1721151"/>
              <a:gd name="connsiteX34" fmla="*/ 5309678 w 9288370"/>
              <a:gd name="connsiteY34" fmla="*/ 1128278 h 1721151"/>
              <a:gd name="connsiteX35" fmla="*/ 5474724 w 9288370"/>
              <a:gd name="connsiteY35" fmla="*/ 1091167 h 1721151"/>
              <a:gd name="connsiteX36" fmla="*/ 5612132 w 9288370"/>
              <a:gd name="connsiteY36" fmla="*/ 1051509 h 1721151"/>
              <a:gd name="connsiteX37" fmla="*/ 5776618 w 9288370"/>
              <a:gd name="connsiteY37" fmla="*/ 1053037 h 1721151"/>
              <a:gd name="connsiteX38" fmla="*/ 5785786 w 9288370"/>
              <a:gd name="connsiteY38" fmla="*/ 1051213 h 1721151"/>
              <a:gd name="connsiteX39" fmla="*/ 5829381 w 9288370"/>
              <a:gd name="connsiteY39" fmla="*/ 1046878 h 1721151"/>
              <a:gd name="connsiteX40" fmla="*/ 5943596 w 9288370"/>
              <a:gd name="connsiteY40" fmla="*/ 1043237 h 1721151"/>
              <a:gd name="connsiteX41" fmla="*/ 5985730 w 9288370"/>
              <a:gd name="connsiteY41" fmla="*/ 1035396 h 1721151"/>
              <a:gd name="connsiteX42" fmla="*/ 6103109 w 9288370"/>
              <a:gd name="connsiteY42" fmla="*/ 1019019 h 1721151"/>
              <a:gd name="connsiteX43" fmla="*/ 6222406 w 9288370"/>
              <a:gd name="connsiteY43" fmla="*/ 985341 h 1721151"/>
              <a:gd name="connsiteX44" fmla="*/ 6598672 w 9288370"/>
              <a:gd name="connsiteY44" fmla="*/ 902062 h 1721151"/>
              <a:gd name="connsiteX45" fmla="*/ 6766149 w 9288370"/>
              <a:gd name="connsiteY45" fmla="*/ 846132 h 1721151"/>
              <a:gd name="connsiteX46" fmla="*/ 6886312 w 9288370"/>
              <a:gd name="connsiteY46" fmla="*/ 781877 h 1721151"/>
              <a:gd name="connsiteX47" fmla="*/ 7006457 w 9288370"/>
              <a:gd name="connsiteY47" fmla="*/ 699758 h 1721151"/>
              <a:gd name="connsiteX48" fmla="*/ 7231643 w 9288370"/>
              <a:gd name="connsiteY48" fmla="*/ 640778 h 1721151"/>
              <a:gd name="connsiteX49" fmla="*/ 7363123 w 9288370"/>
              <a:gd name="connsiteY49" fmla="*/ 593682 h 1721151"/>
              <a:gd name="connsiteX50" fmla="*/ 7588368 w 9288370"/>
              <a:gd name="connsiteY50" fmla="*/ 531129 h 1721151"/>
              <a:gd name="connsiteX51" fmla="*/ 7782741 w 9288370"/>
              <a:gd name="connsiteY51" fmla="*/ 455936 h 1721151"/>
              <a:gd name="connsiteX52" fmla="*/ 7952094 w 9288370"/>
              <a:gd name="connsiteY52" fmla="*/ 409302 h 1721151"/>
              <a:gd name="connsiteX53" fmla="*/ 8231938 w 9288370"/>
              <a:gd name="connsiteY53" fmla="*/ 259259 h 1721151"/>
              <a:gd name="connsiteX54" fmla="*/ 8428864 w 9288370"/>
              <a:gd name="connsiteY54" fmla="*/ 208471 h 1721151"/>
              <a:gd name="connsiteX55" fmla="*/ 8616510 w 9288370"/>
              <a:gd name="connsiteY55" fmla="*/ 161973 h 1721151"/>
              <a:gd name="connsiteX56" fmla="*/ 8826766 w 9288370"/>
              <a:gd name="connsiteY56" fmla="*/ 152111 h 1721151"/>
              <a:gd name="connsiteX57" fmla="*/ 8917647 w 9288370"/>
              <a:gd name="connsiteY57" fmla="*/ 112232 h 1721151"/>
              <a:gd name="connsiteX58" fmla="*/ 9182272 w 9288370"/>
              <a:gd name="connsiteY58" fmla="*/ 37171 h 1721151"/>
              <a:gd name="connsiteX59" fmla="*/ 9232990 w 9288370"/>
              <a:gd name="connsiteY59" fmla="*/ 24074 h 1721151"/>
              <a:gd name="connsiteX60" fmla="*/ 9288370 w 9288370"/>
              <a:gd name="connsiteY60" fmla="*/ 0 h 1721151"/>
              <a:gd name="connsiteX61" fmla="*/ 0 w 9288370"/>
              <a:gd name="connsiteY61" fmla="*/ 0 h 1721151"/>
              <a:gd name="connsiteX62" fmla="*/ 8158 w 9288370"/>
              <a:gd name="connsiteY62" fmla="*/ 1671666 h 1721151"/>
              <a:gd name="connsiteX0" fmla="*/ 8158 w 9288370"/>
              <a:gd name="connsiteY0" fmla="*/ 1671666 h 1721151"/>
              <a:gd name="connsiteX1" fmla="*/ 66313 w 9288370"/>
              <a:gd name="connsiteY1" fmla="*/ 1721151 h 1721151"/>
              <a:gd name="connsiteX2" fmla="*/ 313320 w 9288370"/>
              <a:gd name="connsiteY2" fmla="*/ 1690533 h 1721151"/>
              <a:gd name="connsiteX3" fmla="*/ 766051 w 9288370"/>
              <a:gd name="connsiteY3" fmla="*/ 1569826 h 1721151"/>
              <a:gd name="connsiteX4" fmla="*/ 971617 w 9288370"/>
              <a:gd name="connsiteY4" fmla="*/ 1522494 h 1721151"/>
              <a:gd name="connsiteX5" fmla="*/ 1186668 w 9288370"/>
              <a:gd name="connsiteY5" fmla="*/ 1521861 h 1721151"/>
              <a:gd name="connsiteX6" fmla="*/ 1339078 w 9288370"/>
              <a:gd name="connsiteY6" fmla="*/ 1494730 h 1721151"/>
              <a:gd name="connsiteX7" fmla="*/ 1492452 w 9288370"/>
              <a:gd name="connsiteY7" fmla="*/ 1519061 h 1721151"/>
              <a:gd name="connsiteX8" fmla="*/ 1604999 w 9288370"/>
              <a:gd name="connsiteY8" fmla="*/ 1513599 h 1721151"/>
              <a:gd name="connsiteX9" fmla="*/ 1717911 w 9288370"/>
              <a:gd name="connsiteY9" fmla="*/ 1497764 h 1721151"/>
              <a:gd name="connsiteX10" fmla="*/ 1794234 w 9288370"/>
              <a:gd name="connsiteY10" fmla="*/ 1464331 h 1721151"/>
              <a:gd name="connsiteX11" fmla="*/ 2101780 w 9288370"/>
              <a:gd name="connsiteY11" fmla="*/ 1409907 h 1721151"/>
              <a:gd name="connsiteX12" fmla="*/ 2244830 w 9288370"/>
              <a:gd name="connsiteY12" fmla="*/ 1388540 h 1721151"/>
              <a:gd name="connsiteX13" fmla="*/ 2428648 w 9288370"/>
              <a:gd name="connsiteY13" fmla="*/ 1372736 h 1721151"/>
              <a:gd name="connsiteX14" fmla="*/ 2645882 w 9288370"/>
              <a:gd name="connsiteY14" fmla="*/ 1341971 h 1721151"/>
              <a:gd name="connsiteX15" fmla="*/ 2707413 w 9288370"/>
              <a:gd name="connsiteY15" fmla="*/ 1347156 h 1721151"/>
              <a:gd name="connsiteX16" fmla="*/ 2843134 w 9288370"/>
              <a:gd name="connsiteY16" fmla="*/ 1323561 h 1721151"/>
              <a:gd name="connsiteX17" fmla="*/ 2923804 w 9288370"/>
              <a:gd name="connsiteY17" fmla="*/ 1314224 h 1721151"/>
              <a:gd name="connsiteX18" fmla="*/ 2953618 w 9288370"/>
              <a:gd name="connsiteY18" fmla="*/ 1318186 h 1721151"/>
              <a:gd name="connsiteX19" fmla="*/ 2995816 w 9288370"/>
              <a:gd name="connsiteY19" fmla="*/ 1318670 h 1721151"/>
              <a:gd name="connsiteX20" fmla="*/ 3352700 w 9288370"/>
              <a:gd name="connsiteY20" fmla="*/ 1264183 h 1721151"/>
              <a:gd name="connsiteX21" fmla="*/ 3444611 w 9288370"/>
              <a:gd name="connsiteY21" fmla="*/ 1236739 h 1721151"/>
              <a:gd name="connsiteX22" fmla="*/ 3650072 w 9288370"/>
              <a:gd name="connsiteY22" fmla="*/ 1217421 h 1721151"/>
              <a:gd name="connsiteX23" fmla="*/ 3707853 w 9288370"/>
              <a:gd name="connsiteY23" fmla="*/ 1241722 h 1721151"/>
              <a:gd name="connsiteX24" fmla="*/ 3925616 w 9288370"/>
              <a:gd name="connsiteY24" fmla="*/ 1253751 h 1721151"/>
              <a:gd name="connsiteX25" fmla="*/ 3954387 w 9288370"/>
              <a:gd name="connsiteY25" fmla="*/ 1263789 h 1721151"/>
              <a:gd name="connsiteX26" fmla="*/ 3995849 w 9288370"/>
              <a:gd name="connsiteY26" fmla="*/ 1272939 h 1721151"/>
              <a:gd name="connsiteX27" fmla="*/ 4067546 w 9288370"/>
              <a:gd name="connsiteY27" fmla="*/ 1294697 h 1721151"/>
              <a:gd name="connsiteX28" fmla="*/ 4190310 w 9288370"/>
              <a:gd name="connsiteY28" fmla="*/ 1307786 h 1721151"/>
              <a:gd name="connsiteX29" fmla="*/ 4230008 w 9288370"/>
              <a:gd name="connsiteY29" fmla="*/ 1303546 h 1721151"/>
              <a:gd name="connsiteX30" fmla="*/ 4575478 w 9288370"/>
              <a:gd name="connsiteY30" fmla="*/ 1261726 h 1721151"/>
              <a:gd name="connsiteX31" fmla="*/ 4650026 w 9288370"/>
              <a:gd name="connsiteY31" fmla="*/ 1265798 h 1721151"/>
              <a:gd name="connsiteX32" fmla="*/ 4792008 w 9288370"/>
              <a:gd name="connsiteY32" fmla="*/ 1243899 h 1721151"/>
              <a:gd name="connsiteX33" fmla="*/ 4954126 w 9288370"/>
              <a:gd name="connsiteY33" fmla="*/ 1204617 h 1721151"/>
              <a:gd name="connsiteX34" fmla="*/ 5309678 w 9288370"/>
              <a:gd name="connsiteY34" fmla="*/ 1128278 h 1721151"/>
              <a:gd name="connsiteX35" fmla="*/ 5474724 w 9288370"/>
              <a:gd name="connsiteY35" fmla="*/ 1091167 h 1721151"/>
              <a:gd name="connsiteX36" fmla="*/ 5612132 w 9288370"/>
              <a:gd name="connsiteY36" fmla="*/ 1051509 h 1721151"/>
              <a:gd name="connsiteX37" fmla="*/ 5776618 w 9288370"/>
              <a:gd name="connsiteY37" fmla="*/ 1053037 h 1721151"/>
              <a:gd name="connsiteX38" fmla="*/ 5785786 w 9288370"/>
              <a:gd name="connsiteY38" fmla="*/ 1051213 h 1721151"/>
              <a:gd name="connsiteX39" fmla="*/ 5829381 w 9288370"/>
              <a:gd name="connsiteY39" fmla="*/ 1046878 h 1721151"/>
              <a:gd name="connsiteX40" fmla="*/ 5943596 w 9288370"/>
              <a:gd name="connsiteY40" fmla="*/ 1043237 h 1721151"/>
              <a:gd name="connsiteX41" fmla="*/ 5985730 w 9288370"/>
              <a:gd name="connsiteY41" fmla="*/ 1035396 h 1721151"/>
              <a:gd name="connsiteX42" fmla="*/ 6103109 w 9288370"/>
              <a:gd name="connsiteY42" fmla="*/ 1019019 h 1721151"/>
              <a:gd name="connsiteX43" fmla="*/ 6222406 w 9288370"/>
              <a:gd name="connsiteY43" fmla="*/ 985341 h 1721151"/>
              <a:gd name="connsiteX44" fmla="*/ 6598672 w 9288370"/>
              <a:gd name="connsiteY44" fmla="*/ 902062 h 1721151"/>
              <a:gd name="connsiteX45" fmla="*/ 6766149 w 9288370"/>
              <a:gd name="connsiteY45" fmla="*/ 846132 h 1721151"/>
              <a:gd name="connsiteX46" fmla="*/ 6886312 w 9288370"/>
              <a:gd name="connsiteY46" fmla="*/ 781877 h 1721151"/>
              <a:gd name="connsiteX47" fmla="*/ 7006457 w 9288370"/>
              <a:gd name="connsiteY47" fmla="*/ 699758 h 1721151"/>
              <a:gd name="connsiteX48" fmla="*/ 7231643 w 9288370"/>
              <a:gd name="connsiteY48" fmla="*/ 640778 h 1721151"/>
              <a:gd name="connsiteX49" fmla="*/ 7363123 w 9288370"/>
              <a:gd name="connsiteY49" fmla="*/ 593682 h 1721151"/>
              <a:gd name="connsiteX50" fmla="*/ 7588368 w 9288370"/>
              <a:gd name="connsiteY50" fmla="*/ 531129 h 1721151"/>
              <a:gd name="connsiteX51" fmla="*/ 7782741 w 9288370"/>
              <a:gd name="connsiteY51" fmla="*/ 455936 h 1721151"/>
              <a:gd name="connsiteX52" fmla="*/ 7952094 w 9288370"/>
              <a:gd name="connsiteY52" fmla="*/ 409302 h 1721151"/>
              <a:gd name="connsiteX53" fmla="*/ 8231938 w 9288370"/>
              <a:gd name="connsiteY53" fmla="*/ 259259 h 1721151"/>
              <a:gd name="connsiteX54" fmla="*/ 8428864 w 9288370"/>
              <a:gd name="connsiteY54" fmla="*/ 208471 h 1721151"/>
              <a:gd name="connsiteX55" fmla="*/ 8616510 w 9288370"/>
              <a:gd name="connsiteY55" fmla="*/ 161973 h 1721151"/>
              <a:gd name="connsiteX56" fmla="*/ 8826766 w 9288370"/>
              <a:gd name="connsiteY56" fmla="*/ 152111 h 1721151"/>
              <a:gd name="connsiteX57" fmla="*/ 8917647 w 9288370"/>
              <a:gd name="connsiteY57" fmla="*/ 112232 h 1721151"/>
              <a:gd name="connsiteX58" fmla="*/ 9182272 w 9288370"/>
              <a:gd name="connsiteY58" fmla="*/ 37171 h 1721151"/>
              <a:gd name="connsiteX59" fmla="*/ 9232990 w 9288370"/>
              <a:gd name="connsiteY59" fmla="*/ 24074 h 1721151"/>
              <a:gd name="connsiteX60" fmla="*/ 9288370 w 9288370"/>
              <a:gd name="connsiteY60" fmla="*/ 0 h 1721151"/>
              <a:gd name="connsiteX61" fmla="*/ 0 w 9288370"/>
              <a:gd name="connsiteY61" fmla="*/ 0 h 1721151"/>
              <a:gd name="connsiteX62" fmla="*/ 8158 w 9288370"/>
              <a:gd name="connsiteY62" fmla="*/ 1671666 h 1721151"/>
              <a:gd name="connsiteX0" fmla="*/ 8158 w 9288370"/>
              <a:gd name="connsiteY0" fmla="*/ 1671666 h 1721151"/>
              <a:gd name="connsiteX1" fmla="*/ 66313 w 9288370"/>
              <a:gd name="connsiteY1" fmla="*/ 1721151 h 1721151"/>
              <a:gd name="connsiteX2" fmla="*/ 411216 w 9288370"/>
              <a:gd name="connsiteY2" fmla="*/ 1628370 h 1721151"/>
              <a:gd name="connsiteX3" fmla="*/ 766051 w 9288370"/>
              <a:gd name="connsiteY3" fmla="*/ 1569826 h 1721151"/>
              <a:gd name="connsiteX4" fmla="*/ 971617 w 9288370"/>
              <a:gd name="connsiteY4" fmla="*/ 1522494 h 1721151"/>
              <a:gd name="connsiteX5" fmla="*/ 1186668 w 9288370"/>
              <a:gd name="connsiteY5" fmla="*/ 1521861 h 1721151"/>
              <a:gd name="connsiteX6" fmla="*/ 1339078 w 9288370"/>
              <a:gd name="connsiteY6" fmla="*/ 1494730 h 1721151"/>
              <a:gd name="connsiteX7" fmla="*/ 1492452 w 9288370"/>
              <a:gd name="connsiteY7" fmla="*/ 1519061 h 1721151"/>
              <a:gd name="connsiteX8" fmla="*/ 1604999 w 9288370"/>
              <a:gd name="connsiteY8" fmla="*/ 1513599 h 1721151"/>
              <a:gd name="connsiteX9" fmla="*/ 1717911 w 9288370"/>
              <a:gd name="connsiteY9" fmla="*/ 1497764 h 1721151"/>
              <a:gd name="connsiteX10" fmla="*/ 1794234 w 9288370"/>
              <a:gd name="connsiteY10" fmla="*/ 1464331 h 1721151"/>
              <a:gd name="connsiteX11" fmla="*/ 2101780 w 9288370"/>
              <a:gd name="connsiteY11" fmla="*/ 1409907 h 1721151"/>
              <a:gd name="connsiteX12" fmla="*/ 2244830 w 9288370"/>
              <a:gd name="connsiteY12" fmla="*/ 1388540 h 1721151"/>
              <a:gd name="connsiteX13" fmla="*/ 2428648 w 9288370"/>
              <a:gd name="connsiteY13" fmla="*/ 1372736 h 1721151"/>
              <a:gd name="connsiteX14" fmla="*/ 2645882 w 9288370"/>
              <a:gd name="connsiteY14" fmla="*/ 1341971 h 1721151"/>
              <a:gd name="connsiteX15" fmla="*/ 2707413 w 9288370"/>
              <a:gd name="connsiteY15" fmla="*/ 1347156 h 1721151"/>
              <a:gd name="connsiteX16" fmla="*/ 2843134 w 9288370"/>
              <a:gd name="connsiteY16" fmla="*/ 1323561 h 1721151"/>
              <a:gd name="connsiteX17" fmla="*/ 2923804 w 9288370"/>
              <a:gd name="connsiteY17" fmla="*/ 1314224 h 1721151"/>
              <a:gd name="connsiteX18" fmla="*/ 2953618 w 9288370"/>
              <a:gd name="connsiteY18" fmla="*/ 1318186 h 1721151"/>
              <a:gd name="connsiteX19" fmla="*/ 2995816 w 9288370"/>
              <a:gd name="connsiteY19" fmla="*/ 1318670 h 1721151"/>
              <a:gd name="connsiteX20" fmla="*/ 3352700 w 9288370"/>
              <a:gd name="connsiteY20" fmla="*/ 1264183 h 1721151"/>
              <a:gd name="connsiteX21" fmla="*/ 3444611 w 9288370"/>
              <a:gd name="connsiteY21" fmla="*/ 1236739 h 1721151"/>
              <a:gd name="connsiteX22" fmla="*/ 3650072 w 9288370"/>
              <a:gd name="connsiteY22" fmla="*/ 1217421 h 1721151"/>
              <a:gd name="connsiteX23" fmla="*/ 3707853 w 9288370"/>
              <a:gd name="connsiteY23" fmla="*/ 1241722 h 1721151"/>
              <a:gd name="connsiteX24" fmla="*/ 3925616 w 9288370"/>
              <a:gd name="connsiteY24" fmla="*/ 1253751 h 1721151"/>
              <a:gd name="connsiteX25" fmla="*/ 3954387 w 9288370"/>
              <a:gd name="connsiteY25" fmla="*/ 1263789 h 1721151"/>
              <a:gd name="connsiteX26" fmla="*/ 3995849 w 9288370"/>
              <a:gd name="connsiteY26" fmla="*/ 1272939 h 1721151"/>
              <a:gd name="connsiteX27" fmla="*/ 4067546 w 9288370"/>
              <a:gd name="connsiteY27" fmla="*/ 1294697 h 1721151"/>
              <a:gd name="connsiteX28" fmla="*/ 4190310 w 9288370"/>
              <a:gd name="connsiteY28" fmla="*/ 1307786 h 1721151"/>
              <a:gd name="connsiteX29" fmla="*/ 4230008 w 9288370"/>
              <a:gd name="connsiteY29" fmla="*/ 1303546 h 1721151"/>
              <a:gd name="connsiteX30" fmla="*/ 4575478 w 9288370"/>
              <a:gd name="connsiteY30" fmla="*/ 1261726 h 1721151"/>
              <a:gd name="connsiteX31" fmla="*/ 4650026 w 9288370"/>
              <a:gd name="connsiteY31" fmla="*/ 1265798 h 1721151"/>
              <a:gd name="connsiteX32" fmla="*/ 4792008 w 9288370"/>
              <a:gd name="connsiteY32" fmla="*/ 1243899 h 1721151"/>
              <a:gd name="connsiteX33" fmla="*/ 4954126 w 9288370"/>
              <a:gd name="connsiteY33" fmla="*/ 1204617 h 1721151"/>
              <a:gd name="connsiteX34" fmla="*/ 5309678 w 9288370"/>
              <a:gd name="connsiteY34" fmla="*/ 1128278 h 1721151"/>
              <a:gd name="connsiteX35" fmla="*/ 5474724 w 9288370"/>
              <a:gd name="connsiteY35" fmla="*/ 1091167 h 1721151"/>
              <a:gd name="connsiteX36" fmla="*/ 5612132 w 9288370"/>
              <a:gd name="connsiteY36" fmla="*/ 1051509 h 1721151"/>
              <a:gd name="connsiteX37" fmla="*/ 5776618 w 9288370"/>
              <a:gd name="connsiteY37" fmla="*/ 1053037 h 1721151"/>
              <a:gd name="connsiteX38" fmla="*/ 5785786 w 9288370"/>
              <a:gd name="connsiteY38" fmla="*/ 1051213 h 1721151"/>
              <a:gd name="connsiteX39" fmla="*/ 5829381 w 9288370"/>
              <a:gd name="connsiteY39" fmla="*/ 1046878 h 1721151"/>
              <a:gd name="connsiteX40" fmla="*/ 5943596 w 9288370"/>
              <a:gd name="connsiteY40" fmla="*/ 1043237 h 1721151"/>
              <a:gd name="connsiteX41" fmla="*/ 5985730 w 9288370"/>
              <a:gd name="connsiteY41" fmla="*/ 1035396 h 1721151"/>
              <a:gd name="connsiteX42" fmla="*/ 6103109 w 9288370"/>
              <a:gd name="connsiteY42" fmla="*/ 1019019 h 1721151"/>
              <a:gd name="connsiteX43" fmla="*/ 6222406 w 9288370"/>
              <a:gd name="connsiteY43" fmla="*/ 985341 h 1721151"/>
              <a:gd name="connsiteX44" fmla="*/ 6598672 w 9288370"/>
              <a:gd name="connsiteY44" fmla="*/ 902062 h 1721151"/>
              <a:gd name="connsiteX45" fmla="*/ 6766149 w 9288370"/>
              <a:gd name="connsiteY45" fmla="*/ 846132 h 1721151"/>
              <a:gd name="connsiteX46" fmla="*/ 6886312 w 9288370"/>
              <a:gd name="connsiteY46" fmla="*/ 781877 h 1721151"/>
              <a:gd name="connsiteX47" fmla="*/ 7006457 w 9288370"/>
              <a:gd name="connsiteY47" fmla="*/ 699758 h 1721151"/>
              <a:gd name="connsiteX48" fmla="*/ 7231643 w 9288370"/>
              <a:gd name="connsiteY48" fmla="*/ 640778 h 1721151"/>
              <a:gd name="connsiteX49" fmla="*/ 7363123 w 9288370"/>
              <a:gd name="connsiteY49" fmla="*/ 593682 h 1721151"/>
              <a:gd name="connsiteX50" fmla="*/ 7588368 w 9288370"/>
              <a:gd name="connsiteY50" fmla="*/ 531129 h 1721151"/>
              <a:gd name="connsiteX51" fmla="*/ 7782741 w 9288370"/>
              <a:gd name="connsiteY51" fmla="*/ 455936 h 1721151"/>
              <a:gd name="connsiteX52" fmla="*/ 7952094 w 9288370"/>
              <a:gd name="connsiteY52" fmla="*/ 409302 h 1721151"/>
              <a:gd name="connsiteX53" fmla="*/ 8231938 w 9288370"/>
              <a:gd name="connsiteY53" fmla="*/ 259259 h 1721151"/>
              <a:gd name="connsiteX54" fmla="*/ 8428864 w 9288370"/>
              <a:gd name="connsiteY54" fmla="*/ 208471 h 1721151"/>
              <a:gd name="connsiteX55" fmla="*/ 8616510 w 9288370"/>
              <a:gd name="connsiteY55" fmla="*/ 161973 h 1721151"/>
              <a:gd name="connsiteX56" fmla="*/ 8826766 w 9288370"/>
              <a:gd name="connsiteY56" fmla="*/ 152111 h 1721151"/>
              <a:gd name="connsiteX57" fmla="*/ 8917647 w 9288370"/>
              <a:gd name="connsiteY57" fmla="*/ 112232 h 1721151"/>
              <a:gd name="connsiteX58" fmla="*/ 9182272 w 9288370"/>
              <a:gd name="connsiteY58" fmla="*/ 37171 h 1721151"/>
              <a:gd name="connsiteX59" fmla="*/ 9232990 w 9288370"/>
              <a:gd name="connsiteY59" fmla="*/ 24074 h 1721151"/>
              <a:gd name="connsiteX60" fmla="*/ 9288370 w 9288370"/>
              <a:gd name="connsiteY60" fmla="*/ 0 h 1721151"/>
              <a:gd name="connsiteX61" fmla="*/ 0 w 9288370"/>
              <a:gd name="connsiteY61" fmla="*/ 0 h 1721151"/>
              <a:gd name="connsiteX62" fmla="*/ 8158 w 9288370"/>
              <a:gd name="connsiteY62" fmla="*/ 1671666 h 1721151"/>
              <a:gd name="connsiteX0" fmla="*/ 8158 w 9288370"/>
              <a:gd name="connsiteY0" fmla="*/ 1671666 h 1704575"/>
              <a:gd name="connsiteX1" fmla="*/ 66313 w 9288370"/>
              <a:gd name="connsiteY1" fmla="*/ 1704575 h 1704575"/>
              <a:gd name="connsiteX2" fmla="*/ 411216 w 9288370"/>
              <a:gd name="connsiteY2" fmla="*/ 1628370 h 1704575"/>
              <a:gd name="connsiteX3" fmla="*/ 766051 w 9288370"/>
              <a:gd name="connsiteY3" fmla="*/ 1569826 h 1704575"/>
              <a:gd name="connsiteX4" fmla="*/ 971617 w 9288370"/>
              <a:gd name="connsiteY4" fmla="*/ 1522494 h 1704575"/>
              <a:gd name="connsiteX5" fmla="*/ 1186668 w 9288370"/>
              <a:gd name="connsiteY5" fmla="*/ 1521861 h 1704575"/>
              <a:gd name="connsiteX6" fmla="*/ 1339078 w 9288370"/>
              <a:gd name="connsiteY6" fmla="*/ 1494730 h 1704575"/>
              <a:gd name="connsiteX7" fmla="*/ 1492452 w 9288370"/>
              <a:gd name="connsiteY7" fmla="*/ 1519061 h 1704575"/>
              <a:gd name="connsiteX8" fmla="*/ 1604999 w 9288370"/>
              <a:gd name="connsiteY8" fmla="*/ 1513599 h 1704575"/>
              <a:gd name="connsiteX9" fmla="*/ 1717911 w 9288370"/>
              <a:gd name="connsiteY9" fmla="*/ 1497764 h 1704575"/>
              <a:gd name="connsiteX10" fmla="*/ 1794234 w 9288370"/>
              <a:gd name="connsiteY10" fmla="*/ 1464331 h 1704575"/>
              <a:gd name="connsiteX11" fmla="*/ 2101780 w 9288370"/>
              <a:gd name="connsiteY11" fmla="*/ 1409907 h 1704575"/>
              <a:gd name="connsiteX12" fmla="*/ 2244830 w 9288370"/>
              <a:gd name="connsiteY12" fmla="*/ 1388540 h 1704575"/>
              <a:gd name="connsiteX13" fmla="*/ 2428648 w 9288370"/>
              <a:gd name="connsiteY13" fmla="*/ 1372736 h 1704575"/>
              <a:gd name="connsiteX14" fmla="*/ 2645882 w 9288370"/>
              <a:gd name="connsiteY14" fmla="*/ 1341971 h 1704575"/>
              <a:gd name="connsiteX15" fmla="*/ 2707413 w 9288370"/>
              <a:gd name="connsiteY15" fmla="*/ 1347156 h 1704575"/>
              <a:gd name="connsiteX16" fmla="*/ 2843134 w 9288370"/>
              <a:gd name="connsiteY16" fmla="*/ 1323561 h 1704575"/>
              <a:gd name="connsiteX17" fmla="*/ 2923804 w 9288370"/>
              <a:gd name="connsiteY17" fmla="*/ 1314224 h 1704575"/>
              <a:gd name="connsiteX18" fmla="*/ 2953618 w 9288370"/>
              <a:gd name="connsiteY18" fmla="*/ 1318186 h 1704575"/>
              <a:gd name="connsiteX19" fmla="*/ 2995816 w 9288370"/>
              <a:gd name="connsiteY19" fmla="*/ 1318670 h 1704575"/>
              <a:gd name="connsiteX20" fmla="*/ 3352700 w 9288370"/>
              <a:gd name="connsiteY20" fmla="*/ 1264183 h 1704575"/>
              <a:gd name="connsiteX21" fmla="*/ 3444611 w 9288370"/>
              <a:gd name="connsiteY21" fmla="*/ 1236739 h 1704575"/>
              <a:gd name="connsiteX22" fmla="*/ 3650072 w 9288370"/>
              <a:gd name="connsiteY22" fmla="*/ 1217421 h 1704575"/>
              <a:gd name="connsiteX23" fmla="*/ 3707853 w 9288370"/>
              <a:gd name="connsiteY23" fmla="*/ 1241722 h 1704575"/>
              <a:gd name="connsiteX24" fmla="*/ 3925616 w 9288370"/>
              <a:gd name="connsiteY24" fmla="*/ 1253751 h 1704575"/>
              <a:gd name="connsiteX25" fmla="*/ 3954387 w 9288370"/>
              <a:gd name="connsiteY25" fmla="*/ 1263789 h 1704575"/>
              <a:gd name="connsiteX26" fmla="*/ 3995849 w 9288370"/>
              <a:gd name="connsiteY26" fmla="*/ 1272939 h 1704575"/>
              <a:gd name="connsiteX27" fmla="*/ 4067546 w 9288370"/>
              <a:gd name="connsiteY27" fmla="*/ 1294697 h 1704575"/>
              <a:gd name="connsiteX28" fmla="*/ 4190310 w 9288370"/>
              <a:gd name="connsiteY28" fmla="*/ 1307786 h 1704575"/>
              <a:gd name="connsiteX29" fmla="*/ 4230008 w 9288370"/>
              <a:gd name="connsiteY29" fmla="*/ 1303546 h 1704575"/>
              <a:gd name="connsiteX30" fmla="*/ 4575478 w 9288370"/>
              <a:gd name="connsiteY30" fmla="*/ 1261726 h 1704575"/>
              <a:gd name="connsiteX31" fmla="*/ 4650026 w 9288370"/>
              <a:gd name="connsiteY31" fmla="*/ 1265798 h 1704575"/>
              <a:gd name="connsiteX32" fmla="*/ 4792008 w 9288370"/>
              <a:gd name="connsiteY32" fmla="*/ 1243899 h 1704575"/>
              <a:gd name="connsiteX33" fmla="*/ 4954126 w 9288370"/>
              <a:gd name="connsiteY33" fmla="*/ 1204617 h 1704575"/>
              <a:gd name="connsiteX34" fmla="*/ 5309678 w 9288370"/>
              <a:gd name="connsiteY34" fmla="*/ 1128278 h 1704575"/>
              <a:gd name="connsiteX35" fmla="*/ 5474724 w 9288370"/>
              <a:gd name="connsiteY35" fmla="*/ 1091167 h 1704575"/>
              <a:gd name="connsiteX36" fmla="*/ 5612132 w 9288370"/>
              <a:gd name="connsiteY36" fmla="*/ 1051509 h 1704575"/>
              <a:gd name="connsiteX37" fmla="*/ 5776618 w 9288370"/>
              <a:gd name="connsiteY37" fmla="*/ 1053037 h 1704575"/>
              <a:gd name="connsiteX38" fmla="*/ 5785786 w 9288370"/>
              <a:gd name="connsiteY38" fmla="*/ 1051213 h 1704575"/>
              <a:gd name="connsiteX39" fmla="*/ 5829381 w 9288370"/>
              <a:gd name="connsiteY39" fmla="*/ 1046878 h 1704575"/>
              <a:gd name="connsiteX40" fmla="*/ 5943596 w 9288370"/>
              <a:gd name="connsiteY40" fmla="*/ 1043237 h 1704575"/>
              <a:gd name="connsiteX41" fmla="*/ 5985730 w 9288370"/>
              <a:gd name="connsiteY41" fmla="*/ 1035396 h 1704575"/>
              <a:gd name="connsiteX42" fmla="*/ 6103109 w 9288370"/>
              <a:gd name="connsiteY42" fmla="*/ 1019019 h 1704575"/>
              <a:gd name="connsiteX43" fmla="*/ 6222406 w 9288370"/>
              <a:gd name="connsiteY43" fmla="*/ 985341 h 1704575"/>
              <a:gd name="connsiteX44" fmla="*/ 6598672 w 9288370"/>
              <a:gd name="connsiteY44" fmla="*/ 902062 h 1704575"/>
              <a:gd name="connsiteX45" fmla="*/ 6766149 w 9288370"/>
              <a:gd name="connsiteY45" fmla="*/ 846132 h 1704575"/>
              <a:gd name="connsiteX46" fmla="*/ 6886312 w 9288370"/>
              <a:gd name="connsiteY46" fmla="*/ 781877 h 1704575"/>
              <a:gd name="connsiteX47" fmla="*/ 7006457 w 9288370"/>
              <a:gd name="connsiteY47" fmla="*/ 699758 h 1704575"/>
              <a:gd name="connsiteX48" fmla="*/ 7231643 w 9288370"/>
              <a:gd name="connsiteY48" fmla="*/ 640778 h 1704575"/>
              <a:gd name="connsiteX49" fmla="*/ 7363123 w 9288370"/>
              <a:gd name="connsiteY49" fmla="*/ 593682 h 1704575"/>
              <a:gd name="connsiteX50" fmla="*/ 7588368 w 9288370"/>
              <a:gd name="connsiteY50" fmla="*/ 531129 h 1704575"/>
              <a:gd name="connsiteX51" fmla="*/ 7782741 w 9288370"/>
              <a:gd name="connsiteY51" fmla="*/ 455936 h 1704575"/>
              <a:gd name="connsiteX52" fmla="*/ 7952094 w 9288370"/>
              <a:gd name="connsiteY52" fmla="*/ 409302 h 1704575"/>
              <a:gd name="connsiteX53" fmla="*/ 8231938 w 9288370"/>
              <a:gd name="connsiteY53" fmla="*/ 259259 h 1704575"/>
              <a:gd name="connsiteX54" fmla="*/ 8428864 w 9288370"/>
              <a:gd name="connsiteY54" fmla="*/ 208471 h 1704575"/>
              <a:gd name="connsiteX55" fmla="*/ 8616510 w 9288370"/>
              <a:gd name="connsiteY55" fmla="*/ 161973 h 1704575"/>
              <a:gd name="connsiteX56" fmla="*/ 8826766 w 9288370"/>
              <a:gd name="connsiteY56" fmla="*/ 152111 h 1704575"/>
              <a:gd name="connsiteX57" fmla="*/ 8917647 w 9288370"/>
              <a:gd name="connsiteY57" fmla="*/ 112232 h 1704575"/>
              <a:gd name="connsiteX58" fmla="*/ 9182272 w 9288370"/>
              <a:gd name="connsiteY58" fmla="*/ 37171 h 1704575"/>
              <a:gd name="connsiteX59" fmla="*/ 9232990 w 9288370"/>
              <a:gd name="connsiteY59" fmla="*/ 24074 h 1704575"/>
              <a:gd name="connsiteX60" fmla="*/ 9288370 w 9288370"/>
              <a:gd name="connsiteY60" fmla="*/ 0 h 1704575"/>
              <a:gd name="connsiteX61" fmla="*/ 0 w 9288370"/>
              <a:gd name="connsiteY61" fmla="*/ 0 h 1704575"/>
              <a:gd name="connsiteX62" fmla="*/ 8158 w 9288370"/>
              <a:gd name="connsiteY62" fmla="*/ 1671666 h 1704575"/>
              <a:gd name="connsiteX0" fmla="*/ 8158 w 9288370"/>
              <a:gd name="connsiteY0" fmla="*/ 1671666 h 1785306"/>
              <a:gd name="connsiteX1" fmla="*/ 411216 w 9288370"/>
              <a:gd name="connsiteY1" fmla="*/ 1628370 h 1785306"/>
              <a:gd name="connsiteX2" fmla="*/ 766051 w 9288370"/>
              <a:gd name="connsiteY2" fmla="*/ 1569826 h 1785306"/>
              <a:gd name="connsiteX3" fmla="*/ 971617 w 9288370"/>
              <a:gd name="connsiteY3" fmla="*/ 1522494 h 1785306"/>
              <a:gd name="connsiteX4" fmla="*/ 1186668 w 9288370"/>
              <a:gd name="connsiteY4" fmla="*/ 1521861 h 1785306"/>
              <a:gd name="connsiteX5" fmla="*/ 1339078 w 9288370"/>
              <a:gd name="connsiteY5" fmla="*/ 1494730 h 1785306"/>
              <a:gd name="connsiteX6" fmla="*/ 1492452 w 9288370"/>
              <a:gd name="connsiteY6" fmla="*/ 1519061 h 1785306"/>
              <a:gd name="connsiteX7" fmla="*/ 1604999 w 9288370"/>
              <a:gd name="connsiteY7" fmla="*/ 1513599 h 1785306"/>
              <a:gd name="connsiteX8" fmla="*/ 1717911 w 9288370"/>
              <a:gd name="connsiteY8" fmla="*/ 1497764 h 1785306"/>
              <a:gd name="connsiteX9" fmla="*/ 1794234 w 9288370"/>
              <a:gd name="connsiteY9" fmla="*/ 1464331 h 1785306"/>
              <a:gd name="connsiteX10" fmla="*/ 2101780 w 9288370"/>
              <a:gd name="connsiteY10" fmla="*/ 1409907 h 1785306"/>
              <a:gd name="connsiteX11" fmla="*/ 2244830 w 9288370"/>
              <a:gd name="connsiteY11" fmla="*/ 1388540 h 1785306"/>
              <a:gd name="connsiteX12" fmla="*/ 2428648 w 9288370"/>
              <a:gd name="connsiteY12" fmla="*/ 1372736 h 1785306"/>
              <a:gd name="connsiteX13" fmla="*/ 2645882 w 9288370"/>
              <a:gd name="connsiteY13" fmla="*/ 1341971 h 1785306"/>
              <a:gd name="connsiteX14" fmla="*/ 2707413 w 9288370"/>
              <a:gd name="connsiteY14" fmla="*/ 1347156 h 1785306"/>
              <a:gd name="connsiteX15" fmla="*/ 2843134 w 9288370"/>
              <a:gd name="connsiteY15" fmla="*/ 1323561 h 1785306"/>
              <a:gd name="connsiteX16" fmla="*/ 2923804 w 9288370"/>
              <a:gd name="connsiteY16" fmla="*/ 1314224 h 1785306"/>
              <a:gd name="connsiteX17" fmla="*/ 2953618 w 9288370"/>
              <a:gd name="connsiteY17" fmla="*/ 1318186 h 1785306"/>
              <a:gd name="connsiteX18" fmla="*/ 2995816 w 9288370"/>
              <a:gd name="connsiteY18" fmla="*/ 1318670 h 1785306"/>
              <a:gd name="connsiteX19" fmla="*/ 3352700 w 9288370"/>
              <a:gd name="connsiteY19" fmla="*/ 1264183 h 1785306"/>
              <a:gd name="connsiteX20" fmla="*/ 3444611 w 9288370"/>
              <a:gd name="connsiteY20" fmla="*/ 1236739 h 1785306"/>
              <a:gd name="connsiteX21" fmla="*/ 3650072 w 9288370"/>
              <a:gd name="connsiteY21" fmla="*/ 1217421 h 1785306"/>
              <a:gd name="connsiteX22" fmla="*/ 3707853 w 9288370"/>
              <a:gd name="connsiteY22" fmla="*/ 1241722 h 1785306"/>
              <a:gd name="connsiteX23" fmla="*/ 3925616 w 9288370"/>
              <a:gd name="connsiteY23" fmla="*/ 1253751 h 1785306"/>
              <a:gd name="connsiteX24" fmla="*/ 3954387 w 9288370"/>
              <a:gd name="connsiteY24" fmla="*/ 1263789 h 1785306"/>
              <a:gd name="connsiteX25" fmla="*/ 3995849 w 9288370"/>
              <a:gd name="connsiteY25" fmla="*/ 1272939 h 1785306"/>
              <a:gd name="connsiteX26" fmla="*/ 4067546 w 9288370"/>
              <a:gd name="connsiteY26" fmla="*/ 1294697 h 1785306"/>
              <a:gd name="connsiteX27" fmla="*/ 4190310 w 9288370"/>
              <a:gd name="connsiteY27" fmla="*/ 1307786 h 1785306"/>
              <a:gd name="connsiteX28" fmla="*/ 4230008 w 9288370"/>
              <a:gd name="connsiteY28" fmla="*/ 1303546 h 1785306"/>
              <a:gd name="connsiteX29" fmla="*/ 4575478 w 9288370"/>
              <a:gd name="connsiteY29" fmla="*/ 1261726 h 1785306"/>
              <a:gd name="connsiteX30" fmla="*/ 4650026 w 9288370"/>
              <a:gd name="connsiteY30" fmla="*/ 1265798 h 1785306"/>
              <a:gd name="connsiteX31" fmla="*/ 4792008 w 9288370"/>
              <a:gd name="connsiteY31" fmla="*/ 1243899 h 1785306"/>
              <a:gd name="connsiteX32" fmla="*/ 4954126 w 9288370"/>
              <a:gd name="connsiteY32" fmla="*/ 1204617 h 1785306"/>
              <a:gd name="connsiteX33" fmla="*/ 5309678 w 9288370"/>
              <a:gd name="connsiteY33" fmla="*/ 1128278 h 1785306"/>
              <a:gd name="connsiteX34" fmla="*/ 5474724 w 9288370"/>
              <a:gd name="connsiteY34" fmla="*/ 1091167 h 1785306"/>
              <a:gd name="connsiteX35" fmla="*/ 5612132 w 9288370"/>
              <a:gd name="connsiteY35" fmla="*/ 1051509 h 1785306"/>
              <a:gd name="connsiteX36" fmla="*/ 5776618 w 9288370"/>
              <a:gd name="connsiteY36" fmla="*/ 1053037 h 1785306"/>
              <a:gd name="connsiteX37" fmla="*/ 5785786 w 9288370"/>
              <a:gd name="connsiteY37" fmla="*/ 1051213 h 1785306"/>
              <a:gd name="connsiteX38" fmla="*/ 5829381 w 9288370"/>
              <a:gd name="connsiteY38" fmla="*/ 1046878 h 1785306"/>
              <a:gd name="connsiteX39" fmla="*/ 5943596 w 9288370"/>
              <a:gd name="connsiteY39" fmla="*/ 1043237 h 1785306"/>
              <a:gd name="connsiteX40" fmla="*/ 5985730 w 9288370"/>
              <a:gd name="connsiteY40" fmla="*/ 1035396 h 1785306"/>
              <a:gd name="connsiteX41" fmla="*/ 6103109 w 9288370"/>
              <a:gd name="connsiteY41" fmla="*/ 1019019 h 1785306"/>
              <a:gd name="connsiteX42" fmla="*/ 6222406 w 9288370"/>
              <a:gd name="connsiteY42" fmla="*/ 985341 h 1785306"/>
              <a:gd name="connsiteX43" fmla="*/ 6598672 w 9288370"/>
              <a:gd name="connsiteY43" fmla="*/ 902062 h 1785306"/>
              <a:gd name="connsiteX44" fmla="*/ 6766149 w 9288370"/>
              <a:gd name="connsiteY44" fmla="*/ 846132 h 1785306"/>
              <a:gd name="connsiteX45" fmla="*/ 6886312 w 9288370"/>
              <a:gd name="connsiteY45" fmla="*/ 781877 h 1785306"/>
              <a:gd name="connsiteX46" fmla="*/ 7006457 w 9288370"/>
              <a:gd name="connsiteY46" fmla="*/ 699758 h 1785306"/>
              <a:gd name="connsiteX47" fmla="*/ 7231643 w 9288370"/>
              <a:gd name="connsiteY47" fmla="*/ 640778 h 1785306"/>
              <a:gd name="connsiteX48" fmla="*/ 7363123 w 9288370"/>
              <a:gd name="connsiteY48" fmla="*/ 593682 h 1785306"/>
              <a:gd name="connsiteX49" fmla="*/ 7588368 w 9288370"/>
              <a:gd name="connsiteY49" fmla="*/ 531129 h 1785306"/>
              <a:gd name="connsiteX50" fmla="*/ 7782741 w 9288370"/>
              <a:gd name="connsiteY50" fmla="*/ 455936 h 1785306"/>
              <a:gd name="connsiteX51" fmla="*/ 7952094 w 9288370"/>
              <a:gd name="connsiteY51" fmla="*/ 409302 h 1785306"/>
              <a:gd name="connsiteX52" fmla="*/ 8231938 w 9288370"/>
              <a:gd name="connsiteY52" fmla="*/ 259259 h 1785306"/>
              <a:gd name="connsiteX53" fmla="*/ 8428864 w 9288370"/>
              <a:gd name="connsiteY53" fmla="*/ 208471 h 1785306"/>
              <a:gd name="connsiteX54" fmla="*/ 8616510 w 9288370"/>
              <a:gd name="connsiteY54" fmla="*/ 161973 h 1785306"/>
              <a:gd name="connsiteX55" fmla="*/ 8826766 w 9288370"/>
              <a:gd name="connsiteY55" fmla="*/ 152111 h 1785306"/>
              <a:gd name="connsiteX56" fmla="*/ 8917647 w 9288370"/>
              <a:gd name="connsiteY56" fmla="*/ 112232 h 1785306"/>
              <a:gd name="connsiteX57" fmla="*/ 9182272 w 9288370"/>
              <a:gd name="connsiteY57" fmla="*/ 37171 h 1785306"/>
              <a:gd name="connsiteX58" fmla="*/ 9232990 w 9288370"/>
              <a:gd name="connsiteY58" fmla="*/ 24074 h 1785306"/>
              <a:gd name="connsiteX59" fmla="*/ 9288370 w 9288370"/>
              <a:gd name="connsiteY59" fmla="*/ 0 h 1785306"/>
              <a:gd name="connsiteX60" fmla="*/ 0 w 9288370"/>
              <a:gd name="connsiteY60" fmla="*/ 0 h 1785306"/>
              <a:gd name="connsiteX61" fmla="*/ 8158 w 9288370"/>
              <a:gd name="connsiteY61" fmla="*/ 1671666 h 1785306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352700 w 9288370"/>
              <a:gd name="connsiteY19" fmla="*/ 1264183 h 1686480"/>
              <a:gd name="connsiteX20" fmla="*/ 3444611 w 9288370"/>
              <a:gd name="connsiteY20" fmla="*/ 1236739 h 1686480"/>
              <a:gd name="connsiteX21" fmla="*/ 3650072 w 9288370"/>
              <a:gd name="connsiteY21" fmla="*/ 1217421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7546 w 9288370"/>
              <a:gd name="connsiteY26" fmla="*/ 1294697 h 1686480"/>
              <a:gd name="connsiteX27" fmla="*/ 4190310 w 9288370"/>
              <a:gd name="connsiteY27" fmla="*/ 1307786 h 1686480"/>
              <a:gd name="connsiteX28" fmla="*/ 4230008 w 9288370"/>
              <a:gd name="connsiteY28" fmla="*/ 1303546 h 1686480"/>
              <a:gd name="connsiteX29" fmla="*/ 4575478 w 9288370"/>
              <a:gd name="connsiteY29" fmla="*/ 1261726 h 1686480"/>
              <a:gd name="connsiteX30" fmla="*/ 4650026 w 9288370"/>
              <a:gd name="connsiteY30" fmla="*/ 1265798 h 1686480"/>
              <a:gd name="connsiteX31" fmla="*/ 4792008 w 9288370"/>
              <a:gd name="connsiteY31" fmla="*/ 1243899 h 1686480"/>
              <a:gd name="connsiteX32" fmla="*/ 4954126 w 9288370"/>
              <a:gd name="connsiteY32" fmla="*/ 1204617 h 1686480"/>
              <a:gd name="connsiteX33" fmla="*/ 5309678 w 9288370"/>
              <a:gd name="connsiteY33" fmla="*/ 1128278 h 1686480"/>
              <a:gd name="connsiteX34" fmla="*/ 5474724 w 9288370"/>
              <a:gd name="connsiteY34" fmla="*/ 1091167 h 1686480"/>
              <a:gd name="connsiteX35" fmla="*/ 5612132 w 9288370"/>
              <a:gd name="connsiteY35" fmla="*/ 1051509 h 1686480"/>
              <a:gd name="connsiteX36" fmla="*/ 5776618 w 9288370"/>
              <a:gd name="connsiteY36" fmla="*/ 1053037 h 1686480"/>
              <a:gd name="connsiteX37" fmla="*/ 5785786 w 9288370"/>
              <a:gd name="connsiteY37" fmla="*/ 1051213 h 1686480"/>
              <a:gd name="connsiteX38" fmla="*/ 5829381 w 9288370"/>
              <a:gd name="connsiteY38" fmla="*/ 1046878 h 1686480"/>
              <a:gd name="connsiteX39" fmla="*/ 5943596 w 9288370"/>
              <a:gd name="connsiteY39" fmla="*/ 1043237 h 1686480"/>
              <a:gd name="connsiteX40" fmla="*/ 5985730 w 9288370"/>
              <a:gd name="connsiteY40" fmla="*/ 1035396 h 1686480"/>
              <a:gd name="connsiteX41" fmla="*/ 6103109 w 9288370"/>
              <a:gd name="connsiteY41" fmla="*/ 1019019 h 1686480"/>
              <a:gd name="connsiteX42" fmla="*/ 6222406 w 9288370"/>
              <a:gd name="connsiteY42" fmla="*/ 985341 h 1686480"/>
              <a:gd name="connsiteX43" fmla="*/ 6598672 w 9288370"/>
              <a:gd name="connsiteY43" fmla="*/ 902062 h 1686480"/>
              <a:gd name="connsiteX44" fmla="*/ 6766149 w 9288370"/>
              <a:gd name="connsiteY44" fmla="*/ 846132 h 1686480"/>
              <a:gd name="connsiteX45" fmla="*/ 6886312 w 9288370"/>
              <a:gd name="connsiteY45" fmla="*/ 781877 h 1686480"/>
              <a:gd name="connsiteX46" fmla="*/ 7006457 w 9288370"/>
              <a:gd name="connsiteY46" fmla="*/ 699758 h 1686480"/>
              <a:gd name="connsiteX47" fmla="*/ 7231643 w 9288370"/>
              <a:gd name="connsiteY47" fmla="*/ 640778 h 1686480"/>
              <a:gd name="connsiteX48" fmla="*/ 7363123 w 9288370"/>
              <a:gd name="connsiteY48" fmla="*/ 593682 h 1686480"/>
              <a:gd name="connsiteX49" fmla="*/ 7588368 w 9288370"/>
              <a:gd name="connsiteY49" fmla="*/ 531129 h 1686480"/>
              <a:gd name="connsiteX50" fmla="*/ 7782741 w 9288370"/>
              <a:gd name="connsiteY50" fmla="*/ 455936 h 1686480"/>
              <a:gd name="connsiteX51" fmla="*/ 7952094 w 9288370"/>
              <a:gd name="connsiteY51" fmla="*/ 409302 h 1686480"/>
              <a:gd name="connsiteX52" fmla="*/ 8231938 w 9288370"/>
              <a:gd name="connsiteY52" fmla="*/ 259259 h 1686480"/>
              <a:gd name="connsiteX53" fmla="*/ 8428864 w 9288370"/>
              <a:gd name="connsiteY53" fmla="*/ 208471 h 1686480"/>
              <a:gd name="connsiteX54" fmla="*/ 8616510 w 9288370"/>
              <a:gd name="connsiteY54" fmla="*/ 161973 h 1686480"/>
              <a:gd name="connsiteX55" fmla="*/ 8826766 w 9288370"/>
              <a:gd name="connsiteY55" fmla="*/ 152111 h 1686480"/>
              <a:gd name="connsiteX56" fmla="*/ 8917647 w 9288370"/>
              <a:gd name="connsiteY56" fmla="*/ 112232 h 1686480"/>
              <a:gd name="connsiteX57" fmla="*/ 9182272 w 9288370"/>
              <a:gd name="connsiteY57" fmla="*/ 37171 h 1686480"/>
              <a:gd name="connsiteX58" fmla="*/ 9232990 w 9288370"/>
              <a:gd name="connsiteY58" fmla="*/ 24074 h 1686480"/>
              <a:gd name="connsiteX59" fmla="*/ 9288370 w 9288370"/>
              <a:gd name="connsiteY59" fmla="*/ 0 h 1686480"/>
              <a:gd name="connsiteX60" fmla="*/ 0 w 9288370"/>
              <a:gd name="connsiteY60" fmla="*/ 0 h 1686480"/>
              <a:gd name="connsiteX61" fmla="*/ 8158 w 9288370"/>
              <a:gd name="connsiteY61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352700 w 9288370"/>
              <a:gd name="connsiteY19" fmla="*/ 1264183 h 1686480"/>
              <a:gd name="connsiteX20" fmla="*/ 3444611 w 9288370"/>
              <a:gd name="connsiteY20" fmla="*/ 1236739 h 1686480"/>
              <a:gd name="connsiteX21" fmla="*/ 3650072 w 9288370"/>
              <a:gd name="connsiteY21" fmla="*/ 1217421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7546 w 9288370"/>
              <a:gd name="connsiteY26" fmla="*/ 1294697 h 1686480"/>
              <a:gd name="connsiteX27" fmla="*/ 4230008 w 9288370"/>
              <a:gd name="connsiteY27" fmla="*/ 1303546 h 1686480"/>
              <a:gd name="connsiteX28" fmla="*/ 4575478 w 9288370"/>
              <a:gd name="connsiteY28" fmla="*/ 1261726 h 1686480"/>
              <a:gd name="connsiteX29" fmla="*/ 4650026 w 9288370"/>
              <a:gd name="connsiteY29" fmla="*/ 1265798 h 1686480"/>
              <a:gd name="connsiteX30" fmla="*/ 4792008 w 9288370"/>
              <a:gd name="connsiteY30" fmla="*/ 1243899 h 1686480"/>
              <a:gd name="connsiteX31" fmla="*/ 4954126 w 9288370"/>
              <a:gd name="connsiteY31" fmla="*/ 1204617 h 1686480"/>
              <a:gd name="connsiteX32" fmla="*/ 5309678 w 9288370"/>
              <a:gd name="connsiteY32" fmla="*/ 1128278 h 1686480"/>
              <a:gd name="connsiteX33" fmla="*/ 5474724 w 9288370"/>
              <a:gd name="connsiteY33" fmla="*/ 1091167 h 1686480"/>
              <a:gd name="connsiteX34" fmla="*/ 5612132 w 9288370"/>
              <a:gd name="connsiteY34" fmla="*/ 1051509 h 1686480"/>
              <a:gd name="connsiteX35" fmla="*/ 5776618 w 9288370"/>
              <a:gd name="connsiteY35" fmla="*/ 1053037 h 1686480"/>
              <a:gd name="connsiteX36" fmla="*/ 5785786 w 9288370"/>
              <a:gd name="connsiteY36" fmla="*/ 1051213 h 1686480"/>
              <a:gd name="connsiteX37" fmla="*/ 5829381 w 9288370"/>
              <a:gd name="connsiteY37" fmla="*/ 1046878 h 1686480"/>
              <a:gd name="connsiteX38" fmla="*/ 5943596 w 9288370"/>
              <a:gd name="connsiteY38" fmla="*/ 1043237 h 1686480"/>
              <a:gd name="connsiteX39" fmla="*/ 5985730 w 9288370"/>
              <a:gd name="connsiteY39" fmla="*/ 1035396 h 1686480"/>
              <a:gd name="connsiteX40" fmla="*/ 6103109 w 9288370"/>
              <a:gd name="connsiteY40" fmla="*/ 1019019 h 1686480"/>
              <a:gd name="connsiteX41" fmla="*/ 6222406 w 9288370"/>
              <a:gd name="connsiteY41" fmla="*/ 985341 h 1686480"/>
              <a:gd name="connsiteX42" fmla="*/ 6598672 w 9288370"/>
              <a:gd name="connsiteY42" fmla="*/ 902062 h 1686480"/>
              <a:gd name="connsiteX43" fmla="*/ 6766149 w 9288370"/>
              <a:gd name="connsiteY43" fmla="*/ 846132 h 1686480"/>
              <a:gd name="connsiteX44" fmla="*/ 6886312 w 9288370"/>
              <a:gd name="connsiteY44" fmla="*/ 781877 h 1686480"/>
              <a:gd name="connsiteX45" fmla="*/ 7006457 w 9288370"/>
              <a:gd name="connsiteY45" fmla="*/ 699758 h 1686480"/>
              <a:gd name="connsiteX46" fmla="*/ 7231643 w 9288370"/>
              <a:gd name="connsiteY46" fmla="*/ 640778 h 1686480"/>
              <a:gd name="connsiteX47" fmla="*/ 7363123 w 9288370"/>
              <a:gd name="connsiteY47" fmla="*/ 593682 h 1686480"/>
              <a:gd name="connsiteX48" fmla="*/ 7588368 w 9288370"/>
              <a:gd name="connsiteY48" fmla="*/ 531129 h 1686480"/>
              <a:gd name="connsiteX49" fmla="*/ 7782741 w 9288370"/>
              <a:gd name="connsiteY49" fmla="*/ 455936 h 1686480"/>
              <a:gd name="connsiteX50" fmla="*/ 7952094 w 9288370"/>
              <a:gd name="connsiteY50" fmla="*/ 409302 h 1686480"/>
              <a:gd name="connsiteX51" fmla="*/ 8231938 w 9288370"/>
              <a:gd name="connsiteY51" fmla="*/ 259259 h 1686480"/>
              <a:gd name="connsiteX52" fmla="*/ 8428864 w 9288370"/>
              <a:gd name="connsiteY52" fmla="*/ 208471 h 1686480"/>
              <a:gd name="connsiteX53" fmla="*/ 8616510 w 9288370"/>
              <a:gd name="connsiteY53" fmla="*/ 161973 h 1686480"/>
              <a:gd name="connsiteX54" fmla="*/ 8826766 w 9288370"/>
              <a:gd name="connsiteY54" fmla="*/ 152111 h 1686480"/>
              <a:gd name="connsiteX55" fmla="*/ 8917647 w 9288370"/>
              <a:gd name="connsiteY55" fmla="*/ 112232 h 1686480"/>
              <a:gd name="connsiteX56" fmla="*/ 9182272 w 9288370"/>
              <a:gd name="connsiteY56" fmla="*/ 37171 h 1686480"/>
              <a:gd name="connsiteX57" fmla="*/ 9232990 w 9288370"/>
              <a:gd name="connsiteY57" fmla="*/ 24074 h 1686480"/>
              <a:gd name="connsiteX58" fmla="*/ 9288370 w 9288370"/>
              <a:gd name="connsiteY58" fmla="*/ 0 h 1686480"/>
              <a:gd name="connsiteX59" fmla="*/ 0 w 9288370"/>
              <a:gd name="connsiteY59" fmla="*/ 0 h 1686480"/>
              <a:gd name="connsiteX60" fmla="*/ 8158 w 9288370"/>
              <a:gd name="connsiteY60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352700 w 9288370"/>
              <a:gd name="connsiteY19" fmla="*/ 1264183 h 1686480"/>
              <a:gd name="connsiteX20" fmla="*/ 3444611 w 9288370"/>
              <a:gd name="connsiteY20" fmla="*/ 1236739 h 1686480"/>
              <a:gd name="connsiteX21" fmla="*/ 3650072 w 9288370"/>
              <a:gd name="connsiteY21" fmla="*/ 1217421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7546 w 9288370"/>
              <a:gd name="connsiteY26" fmla="*/ 1294697 h 1686480"/>
              <a:gd name="connsiteX27" fmla="*/ 4230008 w 9288370"/>
              <a:gd name="connsiteY27" fmla="*/ 1303546 h 1686480"/>
              <a:gd name="connsiteX28" fmla="*/ 4575478 w 9288370"/>
              <a:gd name="connsiteY28" fmla="*/ 1261726 h 1686480"/>
              <a:gd name="connsiteX29" fmla="*/ 4650026 w 9288370"/>
              <a:gd name="connsiteY29" fmla="*/ 1265798 h 1686480"/>
              <a:gd name="connsiteX30" fmla="*/ 4792008 w 9288370"/>
              <a:gd name="connsiteY30" fmla="*/ 1243899 h 1686480"/>
              <a:gd name="connsiteX31" fmla="*/ 4954126 w 9288370"/>
              <a:gd name="connsiteY31" fmla="*/ 1204617 h 1686480"/>
              <a:gd name="connsiteX32" fmla="*/ 5309678 w 9288370"/>
              <a:gd name="connsiteY32" fmla="*/ 1128278 h 1686480"/>
              <a:gd name="connsiteX33" fmla="*/ 5474724 w 9288370"/>
              <a:gd name="connsiteY33" fmla="*/ 1091167 h 1686480"/>
              <a:gd name="connsiteX34" fmla="*/ 5612132 w 9288370"/>
              <a:gd name="connsiteY34" fmla="*/ 1051509 h 1686480"/>
              <a:gd name="connsiteX35" fmla="*/ 5776618 w 9288370"/>
              <a:gd name="connsiteY35" fmla="*/ 1053037 h 1686480"/>
              <a:gd name="connsiteX36" fmla="*/ 5785786 w 9288370"/>
              <a:gd name="connsiteY36" fmla="*/ 1051213 h 1686480"/>
              <a:gd name="connsiteX37" fmla="*/ 5829381 w 9288370"/>
              <a:gd name="connsiteY37" fmla="*/ 1046878 h 1686480"/>
              <a:gd name="connsiteX38" fmla="*/ 5943596 w 9288370"/>
              <a:gd name="connsiteY38" fmla="*/ 1043237 h 1686480"/>
              <a:gd name="connsiteX39" fmla="*/ 5985730 w 9288370"/>
              <a:gd name="connsiteY39" fmla="*/ 1035396 h 1686480"/>
              <a:gd name="connsiteX40" fmla="*/ 6103109 w 9288370"/>
              <a:gd name="connsiteY40" fmla="*/ 1019019 h 1686480"/>
              <a:gd name="connsiteX41" fmla="*/ 6222406 w 9288370"/>
              <a:gd name="connsiteY41" fmla="*/ 985341 h 1686480"/>
              <a:gd name="connsiteX42" fmla="*/ 6598672 w 9288370"/>
              <a:gd name="connsiteY42" fmla="*/ 902062 h 1686480"/>
              <a:gd name="connsiteX43" fmla="*/ 6766149 w 9288370"/>
              <a:gd name="connsiteY43" fmla="*/ 846132 h 1686480"/>
              <a:gd name="connsiteX44" fmla="*/ 6886312 w 9288370"/>
              <a:gd name="connsiteY44" fmla="*/ 781877 h 1686480"/>
              <a:gd name="connsiteX45" fmla="*/ 7006457 w 9288370"/>
              <a:gd name="connsiteY45" fmla="*/ 699758 h 1686480"/>
              <a:gd name="connsiteX46" fmla="*/ 7231643 w 9288370"/>
              <a:gd name="connsiteY46" fmla="*/ 640778 h 1686480"/>
              <a:gd name="connsiteX47" fmla="*/ 7363123 w 9288370"/>
              <a:gd name="connsiteY47" fmla="*/ 593682 h 1686480"/>
              <a:gd name="connsiteX48" fmla="*/ 7588368 w 9288370"/>
              <a:gd name="connsiteY48" fmla="*/ 531129 h 1686480"/>
              <a:gd name="connsiteX49" fmla="*/ 7782741 w 9288370"/>
              <a:gd name="connsiteY49" fmla="*/ 455936 h 1686480"/>
              <a:gd name="connsiteX50" fmla="*/ 7952094 w 9288370"/>
              <a:gd name="connsiteY50" fmla="*/ 409302 h 1686480"/>
              <a:gd name="connsiteX51" fmla="*/ 8231938 w 9288370"/>
              <a:gd name="connsiteY51" fmla="*/ 259259 h 1686480"/>
              <a:gd name="connsiteX52" fmla="*/ 8428864 w 9288370"/>
              <a:gd name="connsiteY52" fmla="*/ 208471 h 1686480"/>
              <a:gd name="connsiteX53" fmla="*/ 8616510 w 9288370"/>
              <a:gd name="connsiteY53" fmla="*/ 161973 h 1686480"/>
              <a:gd name="connsiteX54" fmla="*/ 8826766 w 9288370"/>
              <a:gd name="connsiteY54" fmla="*/ 152111 h 1686480"/>
              <a:gd name="connsiteX55" fmla="*/ 8917647 w 9288370"/>
              <a:gd name="connsiteY55" fmla="*/ 112232 h 1686480"/>
              <a:gd name="connsiteX56" fmla="*/ 9182272 w 9288370"/>
              <a:gd name="connsiteY56" fmla="*/ 37171 h 1686480"/>
              <a:gd name="connsiteX57" fmla="*/ 9232990 w 9288370"/>
              <a:gd name="connsiteY57" fmla="*/ 24074 h 1686480"/>
              <a:gd name="connsiteX58" fmla="*/ 9288370 w 9288370"/>
              <a:gd name="connsiteY58" fmla="*/ 0 h 1686480"/>
              <a:gd name="connsiteX59" fmla="*/ 0 w 9288370"/>
              <a:gd name="connsiteY59" fmla="*/ 0 h 1686480"/>
              <a:gd name="connsiteX60" fmla="*/ 8158 w 9288370"/>
              <a:gd name="connsiteY60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352700 w 9288370"/>
              <a:gd name="connsiteY19" fmla="*/ 1264183 h 1686480"/>
              <a:gd name="connsiteX20" fmla="*/ 3444611 w 9288370"/>
              <a:gd name="connsiteY20" fmla="*/ 1236739 h 1686480"/>
              <a:gd name="connsiteX21" fmla="*/ 3650072 w 9288370"/>
              <a:gd name="connsiteY21" fmla="*/ 1217421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7546 w 9288370"/>
              <a:gd name="connsiteY26" fmla="*/ 1294697 h 1686480"/>
              <a:gd name="connsiteX27" fmla="*/ 4230008 w 9288370"/>
              <a:gd name="connsiteY27" fmla="*/ 1303546 h 1686480"/>
              <a:gd name="connsiteX28" fmla="*/ 4575478 w 9288370"/>
              <a:gd name="connsiteY28" fmla="*/ 1261726 h 1686480"/>
              <a:gd name="connsiteX29" fmla="*/ 4650026 w 9288370"/>
              <a:gd name="connsiteY29" fmla="*/ 1265798 h 1686480"/>
              <a:gd name="connsiteX30" fmla="*/ 4792008 w 9288370"/>
              <a:gd name="connsiteY30" fmla="*/ 1243899 h 1686480"/>
              <a:gd name="connsiteX31" fmla="*/ 4954126 w 9288370"/>
              <a:gd name="connsiteY31" fmla="*/ 1204617 h 1686480"/>
              <a:gd name="connsiteX32" fmla="*/ 5309678 w 9288370"/>
              <a:gd name="connsiteY32" fmla="*/ 1128278 h 1686480"/>
              <a:gd name="connsiteX33" fmla="*/ 5474724 w 9288370"/>
              <a:gd name="connsiteY33" fmla="*/ 1091167 h 1686480"/>
              <a:gd name="connsiteX34" fmla="*/ 5612132 w 9288370"/>
              <a:gd name="connsiteY34" fmla="*/ 1051509 h 1686480"/>
              <a:gd name="connsiteX35" fmla="*/ 5776618 w 9288370"/>
              <a:gd name="connsiteY35" fmla="*/ 1053037 h 1686480"/>
              <a:gd name="connsiteX36" fmla="*/ 5785786 w 9288370"/>
              <a:gd name="connsiteY36" fmla="*/ 1051213 h 1686480"/>
              <a:gd name="connsiteX37" fmla="*/ 5829381 w 9288370"/>
              <a:gd name="connsiteY37" fmla="*/ 1046878 h 1686480"/>
              <a:gd name="connsiteX38" fmla="*/ 5943596 w 9288370"/>
              <a:gd name="connsiteY38" fmla="*/ 1043237 h 1686480"/>
              <a:gd name="connsiteX39" fmla="*/ 5985730 w 9288370"/>
              <a:gd name="connsiteY39" fmla="*/ 1035396 h 1686480"/>
              <a:gd name="connsiteX40" fmla="*/ 6103109 w 9288370"/>
              <a:gd name="connsiteY40" fmla="*/ 1019019 h 1686480"/>
              <a:gd name="connsiteX41" fmla="*/ 6222406 w 9288370"/>
              <a:gd name="connsiteY41" fmla="*/ 985341 h 1686480"/>
              <a:gd name="connsiteX42" fmla="*/ 6598672 w 9288370"/>
              <a:gd name="connsiteY42" fmla="*/ 902062 h 1686480"/>
              <a:gd name="connsiteX43" fmla="*/ 6766149 w 9288370"/>
              <a:gd name="connsiteY43" fmla="*/ 846132 h 1686480"/>
              <a:gd name="connsiteX44" fmla="*/ 6886312 w 9288370"/>
              <a:gd name="connsiteY44" fmla="*/ 781877 h 1686480"/>
              <a:gd name="connsiteX45" fmla="*/ 7006457 w 9288370"/>
              <a:gd name="connsiteY45" fmla="*/ 699758 h 1686480"/>
              <a:gd name="connsiteX46" fmla="*/ 7231643 w 9288370"/>
              <a:gd name="connsiteY46" fmla="*/ 640778 h 1686480"/>
              <a:gd name="connsiteX47" fmla="*/ 7363123 w 9288370"/>
              <a:gd name="connsiteY47" fmla="*/ 593682 h 1686480"/>
              <a:gd name="connsiteX48" fmla="*/ 7588368 w 9288370"/>
              <a:gd name="connsiteY48" fmla="*/ 531129 h 1686480"/>
              <a:gd name="connsiteX49" fmla="*/ 7782741 w 9288370"/>
              <a:gd name="connsiteY49" fmla="*/ 455936 h 1686480"/>
              <a:gd name="connsiteX50" fmla="*/ 7952094 w 9288370"/>
              <a:gd name="connsiteY50" fmla="*/ 409302 h 1686480"/>
              <a:gd name="connsiteX51" fmla="*/ 8231938 w 9288370"/>
              <a:gd name="connsiteY51" fmla="*/ 259259 h 1686480"/>
              <a:gd name="connsiteX52" fmla="*/ 8428864 w 9288370"/>
              <a:gd name="connsiteY52" fmla="*/ 208471 h 1686480"/>
              <a:gd name="connsiteX53" fmla="*/ 8616510 w 9288370"/>
              <a:gd name="connsiteY53" fmla="*/ 161973 h 1686480"/>
              <a:gd name="connsiteX54" fmla="*/ 8826766 w 9288370"/>
              <a:gd name="connsiteY54" fmla="*/ 152111 h 1686480"/>
              <a:gd name="connsiteX55" fmla="*/ 8917647 w 9288370"/>
              <a:gd name="connsiteY55" fmla="*/ 112232 h 1686480"/>
              <a:gd name="connsiteX56" fmla="*/ 9182272 w 9288370"/>
              <a:gd name="connsiteY56" fmla="*/ 37171 h 1686480"/>
              <a:gd name="connsiteX57" fmla="*/ 9232990 w 9288370"/>
              <a:gd name="connsiteY57" fmla="*/ 24074 h 1686480"/>
              <a:gd name="connsiteX58" fmla="*/ 9288370 w 9288370"/>
              <a:gd name="connsiteY58" fmla="*/ 0 h 1686480"/>
              <a:gd name="connsiteX59" fmla="*/ 0 w 9288370"/>
              <a:gd name="connsiteY59" fmla="*/ 0 h 1686480"/>
              <a:gd name="connsiteX60" fmla="*/ 8158 w 9288370"/>
              <a:gd name="connsiteY60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352700 w 9288370"/>
              <a:gd name="connsiteY19" fmla="*/ 1264183 h 1686480"/>
              <a:gd name="connsiteX20" fmla="*/ 3444611 w 9288370"/>
              <a:gd name="connsiteY20" fmla="*/ 1236739 h 1686480"/>
              <a:gd name="connsiteX21" fmla="*/ 3534382 w 9288370"/>
              <a:gd name="connsiteY21" fmla="*/ 1245916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7546 w 9288370"/>
              <a:gd name="connsiteY26" fmla="*/ 1294697 h 1686480"/>
              <a:gd name="connsiteX27" fmla="*/ 4230008 w 9288370"/>
              <a:gd name="connsiteY27" fmla="*/ 1303546 h 1686480"/>
              <a:gd name="connsiteX28" fmla="*/ 4575478 w 9288370"/>
              <a:gd name="connsiteY28" fmla="*/ 1261726 h 1686480"/>
              <a:gd name="connsiteX29" fmla="*/ 4650026 w 9288370"/>
              <a:gd name="connsiteY29" fmla="*/ 1265798 h 1686480"/>
              <a:gd name="connsiteX30" fmla="*/ 4792008 w 9288370"/>
              <a:gd name="connsiteY30" fmla="*/ 1243899 h 1686480"/>
              <a:gd name="connsiteX31" fmla="*/ 4954126 w 9288370"/>
              <a:gd name="connsiteY31" fmla="*/ 1204617 h 1686480"/>
              <a:gd name="connsiteX32" fmla="*/ 5309678 w 9288370"/>
              <a:gd name="connsiteY32" fmla="*/ 1128278 h 1686480"/>
              <a:gd name="connsiteX33" fmla="*/ 5474724 w 9288370"/>
              <a:gd name="connsiteY33" fmla="*/ 1091167 h 1686480"/>
              <a:gd name="connsiteX34" fmla="*/ 5612132 w 9288370"/>
              <a:gd name="connsiteY34" fmla="*/ 1051509 h 1686480"/>
              <a:gd name="connsiteX35" fmla="*/ 5776618 w 9288370"/>
              <a:gd name="connsiteY35" fmla="*/ 1053037 h 1686480"/>
              <a:gd name="connsiteX36" fmla="*/ 5785786 w 9288370"/>
              <a:gd name="connsiteY36" fmla="*/ 1051213 h 1686480"/>
              <a:gd name="connsiteX37" fmla="*/ 5829381 w 9288370"/>
              <a:gd name="connsiteY37" fmla="*/ 1046878 h 1686480"/>
              <a:gd name="connsiteX38" fmla="*/ 5943596 w 9288370"/>
              <a:gd name="connsiteY38" fmla="*/ 1043237 h 1686480"/>
              <a:gd name="connsiteX39" fmla="*/ 5985730 w 9288370"/>
              <a:gd name="connsiteY39" fmla="*/ 1035396 h 1686480"/>
              <a:gd name="connsiteX40" fmla="*/ 6103109 w 9288370"/>
              <a:gd name="connsiteY40" fmla="*/ 1019019 h 1686480"/>
              <a:gd name="connsiteX41" fmla="*/ 6222406 w 9288370"/>
              <a:gd name="connsiteY41" fmla="*/ 985341 h 1686480"/>
              <a:gd name="connsiteX42" fmla="*/ 6598672 w 9288370"/>
              <a:gd name="connsiteY42" fmla="*/ 902062 h 1686480"/>
              <a:gd name="connsiteX43" fmla="*/ 6766149 w 9288370"/>
              <a:gd name="connsiteY43" fmla="*/ 846132 h 1686480"/>
              <a:gd name="connsiteX44" fmla="*/ 6886312 w 9288370"/>
              <a:gd name="connsiteY44" fmla="*/ 781877 h 1686480"/>
              <a:gd name="connsiteX45" fmla="*/ 7006457 w 9288370"/>
              <a:gd name="connsiteY45" fmla="*/ 699758 h 1686480"/>
              <a:gd name="connsiteX46" fmla="*/ 7231643 w 9288370"/>
              <a:gd name="connsiteY46" fmla="*/ 640778 h 1686480"/>
              <a:gd name="connsiteX47" fmla="*/ 7363123 w 9288370"/>
              <a:gd name="connsiteY47" fmla="*/ 593682 h 1686480"/>
              <a:gd name="connsiteX48" fmla="*/ 7588368 w 9288370"/>
              <a:gd name="connsiteY48" fmla="*/ 531129 h 1686480"/>
              <a:gd name="connsiteX49" fmla="*/ 7782741 w 9288370"/>
              <a:gd name="connsiteY49" fmla="*/ 455936 h 1686480"/>
              <a:gd name="connsiteX50" fmla="*/ 7952094 w 9288370"/>
              <a:gd name="connsiteY50" fmla="*/ 409302 h 1686480"/>
              <a:gd name="connsiteX51" fmla="*/ 8231938 w 9288370"/>
              <a:gd name="connsiteY51" fmla="*/ 259259 h 1686480"/>
              <a:gd name="connsiteX52" fmla="*/ 8428864 w 9288370"/>
              <a:gd name="connsiteY52" fmla="*/ 208471 h 1686480"/>
              <a:gd name="connsiteX53" fmla="*/ 8616510 w 9288370"/>
              <a:gd name="connsiteY53" fmla="*/ 161973 h 1686480"/>
              <a:gd name="connsiteX54" fmla="*/ 8826766 w 9288370"/>
              <a:gd name="connsiteY54" fmla="*/ 152111 h 1686480"/>
              <a:gd name="connsiteX55" fmla="*/ 8917647 w 9288370"/>
              <a:gd name="connsiteY55" fmla="*/ 112232 h 1686480"/>
              <a:gd name="connsiteX56" fmla="*/ 9182272 w 9288370"/>
              <a:gd name="connsiteY56" fmla="*/ 37171 h 1686480"/>
              <a:gd name="connsiteX57" fmla="*/ 9232990 w 9288370"/>
              <a:gd name="connsiteY57" fmla="*/ 24074 h 1686480"/>
              <a:gd name="connsiteX58" fmla="*/ 9288370 w 9288370"/>
              <a:gd name="connsiteY58" fmla="*/ 0 h 1686480"/>
              <a:gd name="connsiteX59" fmla="*/ 0 w 9288370"/>
              <a:gd name="connsiteY59" fmla="*/ 0 h 1686480"/>
              <a:gd name="connsiteX60" fmla="*/ 8158 w 9288370"/>
              <a:gd name="connsiteY60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352700 w 9288370"/>
              <a:gd name="connsiteY19" fmla="*/ 1264183 h 1686480"/>
              <a:gd name="connsiteX20" fmla="*/ 3420071 w 9288370"/>
              <a:gd name="connsiteY20" fmla="*/ 1283042 h 1686480"/>
              <a:gd name="connsiteX21" fmla="*/ 3534382 w 9288370"/>
              <a:gd name="connsiteY21" fmla="*/ 1245916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7546 w 9288370"/>
              <a:gd name="connsiteY26" fmla="*/ 1294697 h 1686480"/>
              <a:gd name="connsiteX27" fmla="*/ 4230008 w 9288370"/>
              <a:gd name="connsiteY27" fmla="*/ 1303546 h 1686480"/>
              <a:gd name="connsiteX28" fmla="*/ 4575478 w 9288370"/>
              <a:gd name="connsiteY28" fmla="*/ 1261726 h 1686480"/>
              <a:gd name="connsiteX29" fmla="*/ 4650026 w 9288370"/>
              <a:gd name="connsiteY29" fmla="*/ 1265798 h 1686480"/>
              <a:gd name="connsiteX30" fmla="*/ 4792008 w 9288370"/>
              <a:gd name="connsiteY30" fmla="*/ 1243899 h 1686480"/>
              <a:gd name="connsiteX31" fmla="*/ 4954126 w 9288370"/>
              <a:gd name="connsiteY31" fmla="*/ 1204617 h 1686480"/>
              <a:gd name="connsiteX32" fmla="*/ 5309678 w 9288370"/>
              <a:gd name="connsiteY32" fmla="*/ 1128278 h 1686480"/>
              <a:gd name="connsiteX33" fmla="*/ 5474724 w 9288370"/>
              <a:gd name="connsiteY33" fmla="*/ 1091167 h 1686480"/>
              <a:gd name="connsiteX34" fmla="*/ 5612132 w 9288370"/>
              <a:gd name="connsiteY34" fmla="*/ 1051509 h 1686480"/>
              <a:gd name="connsiteX35" fmla="*/ 5776618 w 9288370"/>
              <a:gd name="connsiteY35" fmla="*/ 1053037 h 1686480"/>
              <a:gd name="connsiteX36" fmla="*/ 5785786 w 9288370"/>
              <a:gd name="connsiteY36" fmla="*/ 1051213 h 1686480"/>
              <a:gd name="connsiteX37" fmla="*/ 5829381 w 9288370"/>
              <a:gd name="connsiteY37" fmla="*/ 1046878 h 1686480"/>
              <a:gd name="connsiteX38" fmla="*/ 5943596 w 9288370"/>
              <a:gd name="connsiteY38" fmla="*/ 1043237 h 1686480"/>
              <a:gd name="connsiteX39" fmla="*/ 5985730 w 9288370"/>
              <a:gd name="connsiteY39" fmla="*/ 1035396 h 1686480"/>
              <a:gd name="connsiteX40" fmla="*/ 6103109 w 9288370"/>
              <a:gd name="connsiteY40" fmla="*/ 1019019 h 1686480"/>
              <a:gd name="connsiteX41" fmla="*/ 6222406 w 9288370"/>
              <a:gd name="connsiteY41" fmla="*/ 985341 h 1686480"/>
              <a:gd name="connsiteX42" fmla="*/ 6598672 w 9288370"/>
              <a:gd name="connsiteY42" fmla="*/ 902062 h 1686480"/>
              <a:gd name="connsiteX43" fmla="*/ 6766149 w 9288370"/>
              <a:gd name="connsiteY43" fmla="*/ 846132 h 1686480"/>
              <a:gd name="connsiteX44" fmla="*/ 6886312 w 9288370"/>
              <a:gd name="connsiteY44" fmla="*/ 781877 h 1686480"/>
              <a:gd name="connsiteX45" fmla="*/ 7006457 w 9288370"/>
              <a:gd name="connsiteY45" fmla="*/ 699758 h 1686480"/>
              <a:gd name="connsiteX46" fmla="*/ 7231643 w 9288370"/>
              <a:gd name="connsiteY46" fmla="*/ 640778 h 1686480"/>
              <a:gd name="connsiteX47" fmla="*/ 7363123 w 9288370"/>
              <a:gd name="connsiteY47" fmla="*/ 593682 h 1686480"/>
              <a:gd name="connsiteX48" fmla="*/ 7588368 w 9288370"/>
              <a:gd name="connsiteY48" fmla="*/ 531129 h 1686480"/>
              <a:gd name="connsiteX49" fmla="*/ 7782741 w 9288370"/>
              <a:gd name="connsiteY49" fmla="*/ 455936 h 1686480"/>
              <a:gd name="connsiteX50" fmla="*/ 7952094 w 9288370"/>
              <a:gd name="connsiteY50" fmla="*/ 409302 h 1686480"/>
              <a:gd name="connsiteX51" fmla="*/ 8231938 w 9288370"/>
              <a:gd name="connsiteY51" fmla="*/ 259259 h 1686480"/>
              <a:gd name="connsiteX52" fmla="*/ 8428864 w 9288370"/>
              <a:gd name="connsiteY52" fmla="*/ 208471 h 1686480"/>
              <a:gd name="connsiteX53" fmla="*/ 8616510 w 9288370"/>
              <a:gd name="connsiteY53" fmla="*/ 161973 h 1686480"/>
              <a:gd name="connsiteX54" fmla="*/ 8826766 w 9288370"/>
              <a:gd name="connsiteY54" fmla="*/ 152111 h 1686480"/>
              <a:gd name="connsiteX55" fmla="*/ 8917647 w 9288370"/>
              <a:gd name="connsiteY55" fmla="*/ 112232 h 1686480"/>
              <a:gd name="connsiteX56" fmla="*/ 9182272 w 9288370"/>
              <a:gd name="connsiteY56" fmla="*/ 37171 h 1686480"/>
              <a:gd name="connsiteX57" fmla="*/ 9232990 w 9288370"/>
              <a:gd name="connsiteY57" fmla="*/ 24074 h 1686480"/>
              <a:gd name="connsiteX58" fmla="*/ 9288370 w 9288370"/>
              <a:gd name="connsiteY58" fmla="*/ 0 h 1686480"/>
              <a:gd name="connsiteX59" fmla="*/ 0 w 9288370"/>
              <a:gd name="connsiteY59" fmla="*/ 0 h 1686480"/>
              <a:gd name="connsiteX60" fmla="*/ 8158 w 9288370"/>
              <a:gd name="connsiteY60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261550 w 9288370"/>
              <a:gd name="connsiteY19" fmla="*/ 1289117 h 1686480"/>
              <a:gd name="connsiteX20" fmla="*/ 3420071 w 9288370"/>
              <a:gd name="connsiteY20" fmla="*/ 1283042 h 1686480"/>
              <a:gd name="connsiteX21" fmla="*/ 3534382 w 9288370"/>
              <a:gd name="connsiteY21" fmla="*/ 1245916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7546 w 9288370"/>
              <a:gd name="connsiteY26" fmla="*/ 1294697 h 1686480"/>
              <a:gd name="connsiteX27" fmla="*/ 4230008 w 9288370"/>
              <a:gd name="connsiteY27" fmla="*/ 1303546 h 1686480"/>
              <a:gd name="connsiteX28" fmla="*/ 4575478 w 9288370"/>
              <a:gd name="connsiteY28" fmla="*/ 1261726 h 1686480"/>
              <a:gd name="connsiteX29" fmla="*/ 4650026 w 9288370"/>
              <a:gd name="connsiteY29" fmla="*/ 1265798 h 1686480"/>
              <a:gd name="connsiteX30" fmla="*/ 4792008 w 9288370"/>
              <a:gd name="connsiteY30" fmla="*/ 1243899 h 1686480"/>
              <a:gd name="connsiteX31" fmla="*/ 4954126 w 9288370"/>
              <a:gd name="connsiteY31" fmla="*/ 1204617 h 1686480"/>
              <a:gd name="connsiteX32" fmla="*/ 5309678 w 9288370"/>
              <a:gd name="connsiteY32" fmla="*/ 1128278 h 1686480"/>
              <a:gd name="connsiteX33" fmla="*/ 5474724 w 9288370"/>
              <a:gd name="connsiteY33" fmla="*/ 1091167 h 1686480"/>
              <a:gd name="connsiteX34" fmla="*/ 5612132 w 9288370"/>
              <a:gd name="connsiteY34" fmla="*/ 1051509 h 1686480"/>
              <a:gd name="connsiteX35" fmla="*/ 5776618 w 9288370"/>
              <a:gd name="connsiteY35" fmla="*/ 1053037 h 1686480"/>
              <a:gd name="connsiteX36" fmla="*/ 5785786 w 9288370"/>
              <a:gd name="connsiteY36" fmla="*/ 1051213 h 1686480"/>
              <a:gd name="connsiteX37" fmla="*/ 5829381 w 9288370"/>
              <a:gd name="connsiteY37" fmla="*/ 1046878 h 1686480"/>
              <a:gd name="connsiteX38" fmla="*/ 5943596 w 9288370"/>
              <a:gd name="connsiteY38" fmla="*/ 1043237 h 1686480"/>
              <a:gd name="connsiteX39" fmla="*/ 5985730 w 9288370"/>
              <a:gd name="connsiteY39" fmla="*/ 1035396 h 1686480"/>
              <a:gd name="connsiteX40" fmla="*/ 6103109 w 9288370"/>
              <a:gd name="connsiteY40" fmla="*/ 1019019 h 1686480"/>
              <a:gd name="connsiteX41" fmla="*/ 6222406 w 9288370"/>
              <a:gd name="connsiteY41" fmla="*/ 985341 h 1686480"/>
              <a:gd name="connsiteX42" fmla="*/ 6598672 w 9288370"/>
              <a:gd name="connsiteY42" fmla="*/ 902062 h 1686480"/>
              <a:gd name="connsiteX43" fmla="*/ 6766149 w 9288370"/>
              <a:gd name="connsiteY43" fmla="*/ 846132 h 1686480"/>
              <a:gd name="connsiteX44" fmla="*/ 6886312 w 9288370"/>
              <a:gd name="connsiteY44" fmla="*/ 781877 h 1686480"/>
              <a:gd name="connsiteX45" fmla="*/ 7006457 w 9288370"/>
              <a:gd name="connsiteY45" fmla="*/ 699758 h 1686480"/>
              <a:gd name="connsiteX46" fmla="*/ 7231643 w 9288370"/>
              <a:gd name="connsiteY46" fmla="*/ 640778 h 1686480"/>
              <a:gd name="connsiteX47" fmla="*/ 7363123 w 9288370"/>
              <a:gd name="connsiteY47" fmla="*/ 593682 h 1686480"/>
              <a:gd name="connsiteX48" fmla="*/ 7588368 w 9288370"/>
              <a:gd name="connsiteY48" fmla="*/ 531129 h 1686480"/>
              <a:gd name="connsiteX49" fmla="*/ 7782741 w 9288370"/>
              <a:gd name="connsiteY49" fmla="*/ 455936 h 1686480"/>
              <a:gd name="connsiteX50" fmla="*/ 7952094 w 9288370"/>
              <a:gd name="connsiteY50" fmla="*/ 409302 h 1686480"/>
              <a:gd name="connsiteX51" fmla="*/ 8231938 w 9288370"/>
              <a:gd name="connsiteY51" fmla="*/ 259259 h 1686480"/>
              <a:gd name="connsiteX52" fmla="*/ 8428864 w 9288370"/>
              <a:gd name="connsiteY52" fmla="*/ 208471 h 1686480"/>
              <a:gd name="connsiteX53" fmla="*/ 8616510 w 9288370"/>
              <a:gd name="connsiteY53" fmla="*/ 161973 h 1686480"/>
              <a:gd name="connsiteX54" fmla="*/ 8826766 w 9288370"/>
              <a:gd name="connsiteY54" fmla="*/ 152111 h 1686480"/>
              <a:gd name="connsiteX55" fmla="*/ 8917647 w 9288370"/>
              <a:gd name="connsiteY55" fmla="*/ 112232 h 1686480"/>
              <a:gd name="connsiteX56" fmla="*/ 9182272 w 9288370"/>
              <a:gd name="connsiteY56" fmla="*/ 37171 h 1686480"/>
              <a:gd name="connsiteX57" fmla="*/ 9232990 w 9288370"/>
              <a:gd name="connsiteY57" fmla="*/ 24074 h 1686480"/>
              <a:gd name="connsiteX58" fmla="*/ 9288370 w 9288370"/>
              <a:gd name="connsiteY58" fmla="*/ 0 h 1686480"/>
              <a:gd name="connsiteX59" fmla="*/ 0 w 9288370"/>
              <a:gd name="connsiteY59" fmla="*/ 0 h 1686480"/>
              <a:gd name="connsiteX60" fmla="*/ 8158 w 9288370"/>
              <a:gd name="connsiteY60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261550 w 9288370"/>
              <a:gd name="connsiteY19" fmla="*/ 1289117 h 1686480"/>
              <a:gd name="connsiteX20" fmla="*/ 3409554 w 9288370"/>
              <a:gd name="connsiteY20" fmla="*/ 1258110 h 1686480"/>
              <a:gd name="connsiteX21" fmla="*/ 3534382 w 9288370"/>
              <a:gd name="connsiteY21" fmla="*/ 1245916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7546 w 9288370"/>
              <a:gd name="connsiteY26" fmla="*/ 1294697 h 1686480"/>
              <a:gd name="connsiteX27" fmla="*/ 4230008 w 9288370"/>
              <a:gd name="connsiteY27" fmla="*/ 1303546 h 1686480"/>
              <a:gd name="connsiteX28" fmla="*/ 4575478 w 9288370"/>
              <a:gd name="connsiteY28" fmla="*/ 1261726 h 1686480"/>
              <a:gd name="connsiteX29" fmla="*/ 4650026 w 9288370"/>
              <a:gd name="connsiteY29" fmla="*/ 1265798 h 1686480"/>
              <a:gd name="connsiteX30" fmla="*/ 4792008 w 9288370"/>
              <a:gd name="connsiteY30" fmla="*/ 1243899 h 1686480"/>
              <a:gd name="connsiteX31" fmla="*/ 4954126 w 9288370"/>
              <a:gd name="connsiteY31" fmla="*/ 1204617 h 1686480"/>
              <a:gd name="connsiteX32" fmla="*/ 5309678 w 9288370"/>
              <a:gd name="connsiteY32" fmla="*/ 1128278 h 1686480"/>
              <a:gd name="connsiteX33" fmla="*/ 5474724 w 9288370"/>
              <a:gd name="connsiteY33" fmla="*/ 1091167 h 1686480"/>
              <a:gd name="connsiteX34" fmla="*/ 5612132 w 9288370"/>
              <a:gd name="connsiteY34" fmla="*/ 1051509 h 1686480"/>
              <a:gd name="connsiteX35" fmla="*/ 5776618 w 9288370"/>
              <a:gd name="connsiteY35" fmla="*/ 1053037 h 1686480"/>
              <a:gd name="connsiteX36" fmla="*/ 5785786 w 9288370"/>
              <a:gd name="connsiteY36" fmla="*/ 1051213 h 1686480"/>
              <a:gd name="connsiteX37" fmla="*/ 5829381 w 9288370"/>
              <a:gd name="connsiteY37" fmla="*/ 1046878 h 1686480"/>
              <a:gd name="connsiteX38" fmla="*/ 5943596 w 9288370"/>
              <a:gd name="connsiteY38" fmla="*/ 1043237 h 1686480"/>
              <a:gd name="connsiteX39" fmla="*/ 5985730 w 9288370"/>
              <a:gd name="connsiteY39" fmla="*/ 1035396 h 1686480"/>
              <a:gd name="connsiteX40" fmla="*/ 6103109 w 9288370"/>
              <a:gd name="connsiteY40" fmla="*/ 1019019 h 1686480"/>
              <a:gd name="connsiteX41" fmla="*/ 6222406 w 9288370"/>
              <a:gd name="connsiteY41" fmla="*/ 985341 h 1686480"/>
              <a:gd name="connsiteX42" fmla="*/ 6598672 w 9288370"/>
              <a:gd name="connsiteY42" fmla="*/ 902062 h 1686480"/>
              <a:gd name="connsiteX43" fmla="*/ 6766149 w 9288370"/>
              <a:gd name="connsiteY43" fmla="*/ 846132 h 1686480"/>
              <a:gd name="connsiteX44" fmla="*/ 6886312 w 9288370"/>
              <a:gd name="connsiteY44" fmla="*/ 781877 h 1686480"/>
              <a:gd name="connsiteX45" fmla="*/ 7006457 w 9288370"/>
              <a:gd name="connsiteY45" fmla="*/ 699758 h 1686480"/>
              <a:gd name="connsiteX46" fmla="*/ 7231643 w 9288370"/>
              <a:gd name="connsiteY46" fmla="*/ 640778 h 1686480"/>
              <a:gd name="connsiteX47" fmla="*/ 7363123 w 9288370"/>
              <a:gd name="connsiteY47" fmla="*/ 593682 h 1686480"/>
              <a:gd name="connsiteX48" fmla="*/ 7588368 w 9288370"/>
              <a:gd name="connsiteY48" fmla="*/ 531129 h 1686480"/>
              <a:gd name="connsiteX49" fmla="*/ 7782741 w 9288370"/>
              <a:gd name="connsiteY49" fmla="*/ 455936 h 1686480"/>
              <a:gd name="connsiteX50" fmla="*/ 7952094 w 9288370"/>
              <a:gd name="connsiteY50" fmla="*/ 409302 h 1686480"/>
              <a:gd name="connsiteX51" fmla="*/ 8231938 w 9288370"/>
              <a:gd name="connsiteY51" fmla="*/ 259259 h 1686480"/>
              <a:gd name="connsiteX52" fmla="*/ 8428864 w 9288370"/>
              <a:gd name="connsiteY52" fmla="*/ 208471 h 1686480"/>
              <a:gd name="connsiteX53" fmla="*/ 8616510 w 9288370"/>
              <a:gd name="connsiteY53" fmla="*/ 161973 h 1686480"/>
              <a:gd name="connsiteX54" fmla="*/ 8826766 w 9288370"/>
              <a:gd name="connsiteY54" fmla="*/ 152111 h 1686480"/>
              <a:gd name="connsiteX55" fmla="*/ 8917647 w 9288370"/>
              <a:gd name="connsiteY55" fmla="*/ 112232 h 1686480"/>
              <a:gd name="connsiteX56" fmla="*/ 9182272 w 9288370"/>
              <a:gd name="connsiteY56" fmla="*/ 37171 h 1686480"/>
              <a:gd name="connsiteX57" fmla="*/ 9232990 w 9288370"/>
              <a:gd name="connsiteY57" fmla="*/ 24074 h 1686480"/>
              <a:gd name="connsiteX58" fmla="*/ 9288370 w 9288370"/>
              <a:gd name="connsiteY58" fmla="*/ 0 h 1686480"/>
              <a:gd name="connsiteX59" fmla="*/ 0 w 9288370"/>
              <a:gd name="connsiteY59" fmla="*/ 0 h 1686480"/>
              <a:gd name="connsiteX60" fmla="*/ 8158 w 9288370"/>
              <a:gd name="connsiteY60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261550 w 9288370"/>
              <a:gd name="connsiteY19" fmla="*/ 1289117 h 1686480"/>
              <a:gd name="connsiteX20" fmla="*/ 3409554 w 9288370"/>
              <a:gd name="connsiteY20" fmla="*/ 1258110 h 1686480"/>
              <a:gd name="connsiteX21" fmla="*/ 3534382 w 9288370"/>
              <a:gd name="connsiteY21" fmla="*/ 1245916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7546 w 9288370"/>
              <a:gd name="connsiteY26" fmla="*/ 1294697 h 1686480"/>
              <a:gd name="connsiteX27" fmla="*/ 4575478 w 9288370"/>
              <a:gd name="connsiteY27" fmla="*/ 1261726 h 1686480"/>
              <a:gd name="connsiteX28" fmla="*/ 4650026 w 9288370"/>
              <a:gd name="connsiteY28" fmla="*/ 1265798 h 1686480"/>
              <a:gd name="connsiteX29" fmla="*/ 4792008 w 9288370"/>
              <a:gd name="connsiteY29" fmla="*/ 1243899 h 1686480"/>
              <a:gd name="connsiteX30" fmla="*/ 4954126 w 9288370"/>
              <a:gd name="connsiteY30" fmla="*/ 1204617 h 1686480"/>
              <a:gd name="connsiteX31" fmla="*/ 5309678 w 9288370"/>
              <a:gd name="connsiteY31" fmla="*/ 1128278 h 1686480"/>
              <a:gd name="connsiteX32" fmla="*/ 5474724 w 9288370"/>
              <a:gd name="connsiteY32" fmla="*/ 1091167 h 1686480"/>
              <a:gd name="connsiteX33" fmla="*/ 5612132 w 9288370"/>
              <a:gd name="connsiteY33" fmla="*/ 1051509 h 1686480"/>
              <a:gd name="connsiteX34" fmla="*/ 5776618 w 9288370"/>
              <a:gd name="connsiteY34" fmla="*/ 1053037 h 1686480"/>
              <a:gd name="connsiteX35" fmla="*/ 5785786 w 9288370"/>
              <a:gd name="connsiteY35" fmla="*/ 1051213 h 1686480"/>
              <a:gd name="connsiteX36" fmla="*/ 5829381 w 9288370"/>
              <a:gd name="connsiteY36" fmla="*/ 1046878 h 1686480"/>
              <a:gd name="connsiteX37" fmla="*/ 5943596 w 9288370"/>
              <a:gd name="connsiteY37" fmla="*/ 1043237 h 1686480"/>
              <a:gd name="connsiteX38" fmla="*/ 5985730 w 9288370"/>
              <a:gd name="connsiteY38" fmla="*/ 1035396 h 1686480"/>
              <a:gd name="connsiteX39" fmla="*/ 6103109 w 9288370"/>
              <a:gd name="connsiteY39" fmla="*/ 1019019 h 1686480"/>
              <a:gd name="connsiteX40" fmla="*/ 6222406 w 9288370"/>
              <a:gd name="connsiteY40" fmla="*/ 985341 h 1686480"/>
              <a:gd name="connsiteX41" fmla="*/ 6598672 w 9288370"/>
              <a:gd name="connsiteY41" fmla="*/ 902062 h 1686480"/>
              <a:gd name="connsiteX42" fmla="*/ 6766149 w 9288370"/>
              <a:gd name="connsiteY42" fmla="*/ 846132 h 1686480"/>
              <a:gd name="connsiteX43" fmla="*/ 6886312 w 9288370"/>
              <a:gd name="connsiteY43" fmla="*/ 781877 h 1686480"/>
              <a:gd name="connsiteX44" fmla="*/ 7006457 w 9288370"/>
              <a:gd name="connsiteY44" fmla="*/ 699758 h 1686480"/>
              <a:gd name="connsiteX45" fmla="*/ 7231643 w 9288370"/>
              <a:gd name="connsiteY45" fmla="*/ 640778 h 1686480"/>
              <a:gd name="connsiteX46" fmla="*/ 7363123 w 9288370"/>
              <a:gd name="connsiteY46" fmla="*/ 593682 h 1686480"/>
              <a:gd name="connsiteX47" fmla="*/ 7588368 w 9288370"/>
              <a:gd name="connsiteY47" fmla="*/ 531129 h 1686480"/>
              <a:gd name="connsiteX48" fmla="*/ 7782741 w 9288370"/>
              <a:gd name="connsiteY48" fmla="*/ 455936 h 1686480"/>
              <a:gd name="connsiteX49" fmla="*/ 7952094 w 9288370"/>
              <a:gd name="connsiteY49" fmla="*/ 409302 h 1686480"/>
              <a:gd name="connsiteX50" fmla="*/ 8231938 w 9288370"/>
              <a:gd name="connsiteY50" fmla="*/ 259259 h 1686480"/>
              <a:gd name="connsiteX51" fmla="*/ 8428864 w 9288370"/>
              <a:gd name="connsiteY51" fmla="*/ 208471 h 1686480"/>
              <a:gd name="connsiteX52" fmla="*/ 8616510 w 9288370"/>
              <a:gd name="connsiteY52" fmla="*/ 161973 h 1686480"/>
              <a:gd name="connsiteX53" fmla="*/ 8826766 w 9288370"/>
              <a:gd name="connsiteY53" fmla="*/ 152111 h 1686480"/>
              <a:gd name="connsiteX54" fmla="*/ 8917647 w 9288370"/>
              <a:gd name="connsiteY54" fmla="*/ 112232 h 1686480"/>
              <a:gd name="connsiteX55" fmla="*/ 9182272 w 9288370"/>
              <a:gd name="connsiteY55" fmla="*/ 37171 h 1686480"/>
              <a:gd name="connsiteX56" fmla="*/ 9232990 w 9288370"/>
              <a:gd name="connsiteY56" fmla="*/ 24074 h 1686480"/>
              <a:gd name="connsiteX57" fmla="*/ 9288370 w 9288370"/>
              <a:gd name="connsiteY57" fmla="*/ 0 h 1686480"/>
              <a:gd name="connsiteX58" fmla="*/ 0 w 9288370"/>
              <a:gd name="connsiteY58" fmla="*/ 0 h 1686480"/>
              <a:gd name="connsiteX59" fmla="*/ 8158 w 9288370"/>
              <a:gd name="connsiteY59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261550 w 9288370"/>
              <a:gd name="connsiteY19" fmla="*/ 1289117 h 1686480"/>
              <a:gd name="connsiteX20" fmla="*/ 3409554 w 9288370"/>
              <a:gd name="connsiteY20" fmla="*/ 1258110 h 1686480"/>
              <a:gd name="connsiteX21" fmla="*/ 3534382 w 9288370"/>
              <a:gd name="connsiteY21" fmla="*/ 1245916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7546 w 9288370"/>
              <a:gd name="connsiteY26" fmla="*/ 1294697 h 1686480"/>
              <a:gd name="connsiteX27" fmla="*/ 4575478 w 9288370"/>
              <a:gd name="connsiteY27" fmla="*/ 1261726 h 1686480"/>
              <a:gd name="connsiteX28" fmla="*/ 4650026 w 9288370"/>
              <a:gd name="connsiteY28" fmla="*/ 1265798 h 1686480"/>
              <a:gd name="connsiteX29" fmla="*/ 4792008 w 9288370"/>
              <a:gd name="connsiteY29" fmla="*/ 1243899 h 1686480"/>
              <a:gd name="connsiteX30" fmla="*/ 4954126 w 9288370"/>
              <a:gd name="connsiteY30" fmla="*/ 1204617 h 1686480"/>
              <a:gd name="connsiteX31" fmla="*/ 5309678 w 9288370"/>
              <a:gd name="connsiteY31" fmla="*/ 1128278 h 1686480"/>
              <a:gd name="connsiteX32" fmla="*/ 5474724 w 9288370"/>
              <a:gd name="connsiteY32" fmla="*/ 1091167 h 1686480"/>
              <a:gd name="connsiteX33" fmla="*/ 5612132 w 9288370"/>
              <a:gd name="connsiteY33" fmla="*/ 1051509 h 1686480"/>
              <a:gd name="connsiteX34" fmla="*/ 5776618 w 9288370"/>
              <a:gd name="connsiteY34" fmla="*/ 1053037 h 1686480"/>
              <a:gd name="connsiteX35" fmla="*/ 5785786 w 9288370"/>
              <a:gd name="connsiteY35" fmla="*/ 1051213 h 1686480"/>
              <a:gd name="connsiteX36" fmla="*/ 5829381 w 9288370"/>
              <a:gd name="connsiteY36" fmla="*/ 1046878 h 1686480"/>
              <a:gd name="connsiteX37" fmla="*/ 5943596 w 9288370"/>
              <a:gd name="connsiteY37" fmla="*/ 1043237 h 1686480"/>
              <a:gd name="connsiteX38" fmla="*/ 5985730 w 9288370"/>
              <a:gd name="connsiteY38" fmla="*/ 1035396 h 1686480"/>
              <a:gd name="connsiteX39" fmla="*/ 6103109 w 9288370"/>
              <a:gd name="connsiteY39" fmla="*/ 1019019 h 1686480"/>
              <a:gd name="connsiteX40" fmla="*/ 6222406 w 9288370"/>
              <a:gd name="connsiteY40" fmla="*/ 985341 h 1686480"/>
              <a:gd name="connsiteX41" fmla="*/ 6598672 w 9288370"/>
              <a:gd name="connsiteY41" fmla="*/ 902062 h 1686480"/>
              <a:gd name="connsiteX42" fmla="*/ 6766149 w 9288370"/>
              <a:gd name="connsiteY42" fmla="*/ 846132 h 1686480"/>
              <a:gd name="connsiteX43" fmla="*/ 6886312 w 9288370"/>
              <a:gd name="connsiteY43" fmla="*/ 781877 h 1686480"/>
              <a:gd name="connsiteX44" fmla="*/ 7006457 w 9288370"/>
              <a:gd name="connsiteY44" fmla="*/ 699758 h 1686480"/>
              <a:gd name="connsiteX45" fmla="*/ 7231643 w 9288370"/>
              <a:gd name="connsiteY45" fmla="*/ 640778 h 1686480"/>
              <a:gd name="connsiteX46" fmla="*/ 7363123 w 9288370"/>
              <a:gd name="connsiteY46" fmla="*/ 593682 h 1686480"/>
              <a:gd name="connsiteX47" fmla="*/ 7588368 w 9288370"/>
              <a:gd name="connsiteY47" fmla="*/ 531129 h 1686480"/>
              <a:gd name="connsiteX48" fmla="*/ 7782741 w 9288370"/>
              <a:gd name="connsiteY48" fmla="*/ 455936 h 1686480"/>
              <a:gd name="connsiteX49" fmla="*/ 7952094 w 9288370"/>
              <a:gd name="connsiteY49" fmla="*/ 409302 h 1686480"/>
              <a:gd name="connsiteX50" fmla="*/ 8231938 w 9288370"/>
              <a:gd name="connsiteY50" fmla="*/ 259259 h 1686480"/>
              <a:gd name="connsiteX51" fmla="*/ 8428864 w 9288370"/>
              <a:gd name="connsiteY51" fmla="*/ 208471 h 1686480"/>
              <a:gd name="connsiteX52" fmla="*/ 8616510 w 9288370"/>
              <a:gd name="connsiteY52" fmla="*/ 161973 h 1686480"/>
              <a:gd name="connsiteX53" fmla="*/ 8826766 w 9288370"/>
              <a:gd name="connsiteY53" fmla="*/ 152111 h 1686480"/>
              <a:gd name="connsiteX54" fmla="*/ 8917647 w 9288370"/>
              <a:gd name="connsiteY54" fmla="*/ 112232 h 1686480"/>
              <a:gd name="connsiteX55" fmla="*/ 9182272 w 9288370"/>
              <a:gd name="connsiteY55" fmla="*/ 37171 h 1686480"/>
              <a:gd name="connsiteX56" fmla="*/ 9232990 w 9288370"/>
              <a:gd name="connsiteY56" fmla="*/ 24074 h 1686480"/>
              <a:gd name="connsiteX57" fmla="*/ 9288370 w 9288370"/>
              <a:gd name="connsiteY57" fmla="*/ 0 h 1686480"/>
              <a:gd name="connsiteX58" fmla="*/ 0 w 9288370"/>
              <a:gd name="connsiteY58" fmla="*/ 0 h 1686480"/>
              <a:gd name="connsiteX59" fmla="*/ 8158 w 9288370"/>
              <a:gd name="connsiteY59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261550 w 9288370"/>
              <a:gd name="connsiteY19" fmla="*/ 1289117 h 1686480"/>
              <a:gd name="connsiteX20" fmla="*/ 3409554 w 9288370"/>
              <a:gd name="connsiteY20" fmla="*/ 1258110 h 1686480"/>
              <a:gd name="connsiteX21" fmla="*/ 3534382 w 9288370"/>
              <a:gd name="connsiteY21" fmla="*/ 1245916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0534 w 9288370"/>
              <a:gd name="connsiteY26" fmla="*/ 1273326 h 1686480"/>
              <a:gd name="connsiteX27" fmla="*/ 4575478 w 9288370"/>
              <a:gd name="connsiteY27" fmla="*/ 1261726 h 1686480"/>
              <a:gd name="connsiteX28" fmla="*/ 4650026 w 9288370"/>
              <a:gd name="connsiteY28" fmla="*/ 1265798 h 1686480"/>
              <a:gd name="connsiteX29" fmla="*/ 4792008 w 9288370"/>
              <a:gd name="connsiteY29" fmla="*/ 1243899 h 1686480"/>
              <a:gd name="connsiteX30" fmla="*/ 4954126 w 9288370"/>
              <a:gd name="connsiteY30" fmla="*/ 1204617 h 1686480"/>
              <a:gd name="connsiteX31" fmla="*/ 5309678 w 9288370"/>
              <a:gd name="connsiteY31" fmla="*/ 1128278 h 1686480"/>
              <a:gd name="connsiteX32" fmla="*/ 5474724 w 9288370"/>
              <a:gd name="connsiteY32" fmla="*/ 1091167 h 1686480"/>
              <a:gd name="connsiteX33" fmla="*/ 5612132 w 9288370"/>
              <a:gd name="connsiteY33" fmla="*/ 1051509 h 1686480"/>
              <a:gd name="connsiteX34" fmla="*/ 5776618 w 9288370"/>
              <a:gd name="connsiteY34" fmla="*/ 1053037 h 1686480"/>
              <a:gd name="connsiteX35" fmla="*/ 5785786 w 9288370"/>
              <a:gd name="connsiteY35" fmla="*/ 1051213 h 1686480"/>
              <a:gd name="connsiteX36" fmla="*/ 5829381 w 9288370"/>
              <a:gd name="connsiteY36" fmla="*/ 1046878 h 1686480"/>
              <a:gd name="connsiteX37" fmla="*/ 5943596 w 9288370"/>
              <a:gd name="connsiteY37" fmla="*/ 1043237 h 1686480"/>
              <a:gd name="connsiteX38" fmla="*/ 5985730 w 9288370"/>
              <a:gd name="connsiteY38" fmla="*/ 1035396 h 1686480"/>
              <a:gd name="connsiteX39" fmla="*/ 6103109 w 9288370"/>
              <a:gd name="connsiteY39" fmla="*/ 1019019 h 1686480"/>
              <a:gd name="connsiteX40" fmla="*/ 6222406 w 9288370"/>
              <a:gd name="connsiteY40" fmla="*/ 985341 h 1686480"/>
              <a:gd name="connsiteX41" fmla="*/ 6598672 w 9288370"/>
              <a:gd name="connsiteY41" fmla="*/ 902062 h 1686480"/>
              <a:gd name="connsiteX42" fmla="*/ 6766149 w 9288370"/>
              <a:gd name="connsiteY42" fmla="*/ 846132 h 1686480"/>
              <a:gd name="connsiteX43" fmla="*/ 6886312 w 9288370"/>
              <a:gd name="connsiteY43" fmla="*/ 781877 h 1686480"/>
              <a:gd name="connsiteX44" fmla="*/ 7006457 w 9288370"/>
              <a:gd name="connsiteY44" fmla="*/ 699758 h 1686480"/>
              <a:gd name="connsiteX45" fmla="*/ 7231643 w 9288370"/>
              <a:gd name="connsiteY45" fmla="*/ 640778 h 1686480"/>
              <a:gd name="connsiteX46" fmla="*/ 7363123 w 9288370"/>
              <a:gd name="connsiteY46" fmla="*/ 593682 h 1686480"/>
              <a:gd name="connsiteX47" fmla="*/ 7588368 w 9288370"/>
              <a:gd name="connsiteY47" fmla="*/ 531129 h 1686480"/>
              <a:gd name="connsiteX48" fmla="*/ 7782741 w 9288370"/>
              <a:gd name="connsiteY48" fmla="*/ 455936 h 1686480"/>
              <a:gd name="connsiteX49" fmla="*/ 7952094 w 9288370"/>
              <a:gd name="connsiteY49" fmla="*/ 409302 h 1686480"/>
              <a:gd name="connsiteX50" fmla="*/ 8231938 w 9288370"/>
              <a:gd name="connsiteY50" fmla="*/ 259259 h 1686480"/>
              <a:gd name="connsiteX51" fmla="*/ 8428864 w 9288370"/>
              <a:gd name="connsiteY51" fmla="*/ 208471 h 1686480"/>
              <a:gd name="connsiteX52" fmla="*/ 8616510 w 9288370"/>
              <a:gd name="connsiteY52" fmla="*/ 161973 h 1686480"/>
              <a:gd name="connsiteX53" fmla="*/ 8826766 w 9288370"/>
              <a:gd name="connsiteY53" fmla="*/ 152111 h 1686480"/>
              <a:gd name="connsiteX54" fmla="*/ 8917647 w 9288370"/>
              <a:gd name="connsiteY54" fmla="*/ 112232 h 1686480"/>
              <a:gd name="connsiteX55" fmla="*/ 9182272 w 9288370"/>
              <a:gd name="connsiteY55" fmla="*/ 37171 h 1686480"/>
              <a:gd name="connsiteX56" fmla="*/ 9232990 w 9288370"/>
              <a:gd name="connsiteY56" fmla="*/ 24074 h 1686480"/>
              <a:gd name="connsiteX57" fmla="*/ 9288370 w 9288370"/>
              <a:gd name="connsiteY57" fmla="*/ 0 h 1686480"/>
              <a:gd name="connsiteX58" fmla="*/ 0 w 9288370"/>
              <a:gd name="connsiteY58" fmla="*/ 0 h 1686480"/>
              <a:gd name="connsiteX59" fmla="*/ 8158 w 9288370"/>
              <a:gd name="connsiteY59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261550 w 9288370"/>
              <a:gd name="connsiteY19" fmla="*/ 1289117 h 1686480"/>
              <a:gd name="connsiteX20" fmla="*/ 3409554 w 9288370"/>
              <a:gd name="connsiteY20" fmla="*/ 1258110 h 1686480"/>
              <a:gd name="connsiteX21" fmla="*/ 3534382 w 9288370"/>
              <a:gd name="connsiteY21" fmla="*/ 1245916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0534 w 9288370"/>
              <a:gd name="connsiteY26" fmla="*/ 1273326 h 1686480"/>
              <a:gd name="connsiteX27" fmla="*/ 4575478 w 9288370"/>
              <a:gd name="connsiteY27" fmla="*/ 1261726 h 1686480"/>
              <a:gd name="connsiteX28" fmla="*/ 4650026 w 9288370"/>
              <a:gd name="connsiteY28" fmla="*/ 1265798 h 1686480"/>
              <a:gd name="connsiteX29" fmla="*/ 4792008 w 9288370"/>
              <a:gd name="connsiteY29" fmla="*/ 1243899 h 1686480"/>
              <a:gd name="connsiteX30" fmla="*/ 4954126 w 9288370"/>
              <a:gd name="connsiteY30" fmla="*/ 1204617 h 1686480"/>
              <a:gd name="connsiteX31" fmla="*/ 5309678 w 9288370"/>
              <a:gd name="connsiteY31" fmla="*/ 1128278 h 1686480"/>
              <a:gd name="connsiteX32" fmla="*/ 5474724 w 9288370"/>
              <a:gd name="connsiteY32" fmla="*/ 1091167 h 1686480"/>
              <a:gd name="connsiteX33" fmla="*/ 5612132 w 9288370"/>
              <a:gd name="connsiteY33" fmla="*/ 1051509 h 1686480"/>
              <a:gd name="connsiteX34" fmla="*/ 5776618 w 9288370"/>
              <a:gd name="connsiteY34" fmla="*/ 1053037 h 1686480"/>
              <a:gd name="connsiteX35" fmla="*/ 5785786 w 9288370"/>
              <a:gd name="connsiteY35" fmla="*/ 1051213 h 1686480"/>
              <a:gd name="connsiteX36" fmla="*/ 5829381 w 9288370"/>
              <a:gd name="connsiteY36" fmla="*/ 1046878 h 1686480"/>
              <a:gd name="connsiteX37" fmla="*/ 5943596 w 9288370"/>
              <a:gd name="connsiteY37" fmla="*/ 1043237 h 1686480"/>
              <a:gd name="connsiteX38" fmla="*/ 5985730 w 9288370"/>
              <a:gd name="connsiteY38" fmla="*/ 1035396 h 1686480"/>
              <a:gd name="connsiteX39" fmla="*/ 6103109 w 9288370"/>
              <a:gd name="connsiteY39" fmla="*/ 1019019 h 1686480"/>
              <a:gd name="connsiteX40" fmla="*/ 6222406 w 9288370"/>
              <a:gd name="connsiteY40" fmla="*/ 985341 h 1686480"/>
              <a:gd name="connsiteX41" fmla="*/ 6598672 w 9288370"/>
              <a:gd name="connsiteY41" fmla="*/ 902062 h 1686480"/>
              <a:gd name="connsiteX42" fmla="*/ 6766149 w 9288370"/>
              <a:gd name="connsiteY42" fmla="*/ 846132 h 1686480"/>
              <a:gd name="connsiteX43" fmla="*/ 6886312 w 9288370"/>
              <a:gd name="connsiteY43" fmla="*/ 781877 h 1686480"/>
              <a:gd name="connsiteX44" fmla="*/ 7006457 w 9288370"/>
              <a:gd name="connsiteY44" fmla="*/ 699758 h 1686480"/>
              <a:gd name="connsiteX45" fmla="*/ 7231643 w 9288370"/>
              <a:gd name="connsiteY45" fmla="*/ 640778 h 1686480"/>
              <a:gd name="connsiteX46" fmla="*/ 7363123 w 9288370"/>
              <a:gd name="connsiteY46" fmla="*/ 593682 h 1686480"/>
              <a:gd name="connsiteX47" fmla="*/ 7588368 w 9288370"/>
              <a:gd name="connsiteY47" fmla="*/ 531129 h 1686480"/>
              <a:gd name="connsiteX48" fmla="*/ 7782741 w 9288370"/>
              <a:gd name="connsiteY48" fmla="*/ 455936 h 1686480"/>
              <a:gd name="connsiteX49" fmla="*/ 7952094 w 9288370"/>
              <a:gd name="connsiteY49" fmla="*/ 409302 h 1686480"/>
              <a:gd name="connsiteX50" fmla="*/ 8231938 w 9288370"/>
              <a:gd name="connsiteY50" fmla="*/ 259259 h 1686480"/>
              <a:gd name="connsiteX51" fmla="*/ 8428864 w 9288370"/>
              <a:gd name="connsiteY51" fmla="*/ 208471 h 1686480"/>
              <a:gd name="connsiteX52" fmla="*/ 8616510 w 9288370"/>
              <a:gd name="connsiteY52" fmla="*/ 161973 h 1686480"/>
              <a:gd name="connsiteX53" fmla="*/ 8826766 w 9288370"/>
              <a:gd name="connsiteY53" fmla="*/ 152111 h 1686480"/>
              <a:gd name="connsiteX54" fmla="*/ 8917647 w 9288370"/>
              <a:gd name="connsiteY54" fmla="*/ 112232 h 1686480"/>
              <a:gd name="connsiteX55" fmla="*/ 9182272 w 9288370"/>
              <a:gd name="connsiteY55" fmla="*/ 37171 h 1686480"/>
              <a:gd name="connsiteX56" fmla="*/ 9232990 w 9288370"/>
              <a:gd name="connsiteY56" fmla="*/ 24074 h 1686480"/>
              <a:gd name="connsiteX57" fmla="*/ 9288370 w 9288370"/>
              <a:gd name="connsiteY57" fmla="*/ 0 h 1686480"/>
              <a:gd name="connsiteX58" fmla="*/ 0 w 9288370"/>
              <a:gd name="connsiteY58" fmla="*/ 0 h 1686480"/>
              <a:gd name="connsiteX59" fmla="*/ 8158 w 9288370"/>
              <a:gd name="connsiteY59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261550 w 9288370"/>
              <a:gd name="connsiteY19" fmla="*/ 1289117 h 1686480"/>
              <a:gd name="connsiteX20" fmla="*/ 3409554 w 9288370"/>
              <a:gd name="connsiteY20" fmla="*/ 1258110 h 1686480"/>
              <a:gd name="connsiteX21" fmla="*/ 3534382 w 9288370"/>
              <a:gd name="connsiteY21" fmla="*/ 1245916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0534 w 9288370"/>
              <a:gd name="connsiteY26" fmla="*/ 1273326 h 1686480"/>
              <a:gd name="connsiteX27" fmla="*/ 4575478 w 9288370"/>
              <a:gd name="connsiteY27" fmla="*/ 1261726 h 1686480"/>
              <a:gd name="connsiteX28" fmla="*/ 4650026 w 9288370"/>
              <a:gd name="connsiteY28" fmla="*/ 1265798 h 1686480"/>
              <a:gd name="connsiteX29" fmla="*/ 4792008 w 9288370"/>
              <a:gd name="connsiteY29" fmla="*/ 1243899 h 1686480"/>
              <a:gd name="connsiteX30" fmla="*/ 4954126 w 9288370"/>
              <a:gd name="connsiteY30" fmla="*/ 1204617 h 1686480"/>
              <a:gd name="connsiteX31" fmla="*/ 5309678 w 9288370"/>
              <a:gd name="connsiteY31" fmla="*/ 1128278 h 1686480"/>
              <a:gd name="connsiteX32" fmla="*/ 5474724 w 9288370"/>
              <a:gd name="connsiteY32" fmla="*/ 1091167 h 1686480"/>
              <a:gd name="connsiteX33" fmla="*/ 5612132 w 9288370"/>
              <a:gd name="connsiteY33" fmla="*/ 1051509 h 1686480"/>
              <a:gd name="connsiteX34" fmla="*/ 5776618 w 9288370"/>
              <a:gd name="connsiteY34" fmla="*/ 1053037 h 1686480"/>
              <a:gd name="connsiteX35" fmla="*/ 5785786 w 9288370"/>
              <a:gd name="connsiteY35" fmla="*/ 1051213 h 1686480"/>
              <a:gd name="connsiteX36" fmla="*/ 5829381 w 9288370"/>
              <a:gd name="connsiteY36" fmla="*/ 1046878 h 1686480"/>
              <a:gd name="connsiteX37" fmla="*/ 5943596 w 9288370"/>
              <a:gd name="connsiteY37" fmla="*/ 1043237 h 1686480"/>
              <a:gd name="connsiteX38" fmla="*/ 5985730 w 9288370"/>
              <a:gd name="connsiteY38" fmla="*/ 1035396 h 1686480"/>
              <a:gd name="connsiteX39" fmla="*/ 6103109 w 9288370"/>
              <a:gd name="connsiteY39" fmla="*/ 1019019 h 1686480"/>
              <a:gd name="connsiteX40" fmla="*/ 6222406 w 9288370"/>
              <a:gd name="connsiteY40" fmla="*/ 985341 h 1686480"/>
              <a:gd name="connsiteX41" fmla="*/ 6598672 w 9288370"/>
              <a:gd name="connsiteY41" fmla="*/ 902062 h 1686480"/>
              <a:gd name="connsiteX42" fmla="*/ 6766149 w 9288370"/>
              <a:gd name="connsiteY42" fmla="*/ 846132 h 1686480"/>
              <a:gd name="connsiteX43" fmla="*/ 6886312 w 9288370"/>
              <a:gd name="connsiteY43" fmla="*/ 781877 h 1686480"/>
              <a:gd name="connsiteX44" fmla="*/ 7006457 w 9288370"/>
              <a:gd name="connsiteY44" fmla="*/ 699758 h 1686480"/>
              <a:gd name="connsiteX45" fmla="*/ 7231643 w 9288370"/>
              <a:gd name="connsiteY45" fmla="*/ 640778 h 1686480"/>
              <a:gd name="connsiteX46" fmla="*/ 7363123 w 9288370"/>
              <a:gd name="connsiteY46" fmla="*/ 593682 h 1686480"/>
              <a:gd name="connsiteX47" fmla="*/ 7588368 w 9288370"/>
              <a:gd name="connsiteY47" fmla="*/ 531129 h 1686480"/>
              <a:gd name="connsiteX48" fmla="*/ 7782741 w 9288370"/>
              <a:gd name="connsiteY48" fmla="*/ 455936 h 1686480"/>
              <a:gd name="connsiteX49" fmla="*/ 7952094 w 9288370"/>
              <a:gd name="connsiteY49" fmla="*/ 409302 h 1686480"/>
              <a:gd name="connsiteX50" fmla="*/ 8231938 w 9288370"/>
              <a:gd name="connsiteY50" fmla="*/ 259259 h 1686480"/>
              <a:gd name="connsiteX51" fmla="*/ 8428864 w 9288370"/>
              <a:gd name="connsiteY51" fmla="*/ 208471 h 1686480"/>
              <a:gd name="connsiteX52" fmla="*/ 8616510 w 9288370"/>
              <a:gd name="connsiteY52" fmla="*/ 161973 h 1686480"/>
              <a:gd name="connsiteX53" fmla="*/ 8826766 w 9288370"/>
              <a:gd name="connsiteY53" fmla="*/ 152111 h 1686480"/>
              <a:gd name="connsiteX54" fmla="*/ 8917647 w 9288370"/>
              <a:gd name="connsiteY54" fmla="*/ 112232 h 1686480"/>
              <a:gd name="connsiteX55" fmla="*/ 9182272 w 9288370"/>
              <a:gd name="connsiteY55" fmla="*/ 37171 h 1686480"/>
              <a:gd name="connsiteX56" fmla="*/ 9232990 w 9288370"/>
              <a:gd name="connsiteY56" fmla="*/ 24074 h 1686480"/>
              <a:gd name="connsiteX57" fmla="*/ 9288370 w 9288370"/>
              <a:gd name="connsiteY57" fmla="*/ 0 h 1686480"/>
              <a:gd name="connsiteX58" fmla="*/ 0 w 9288370"/>
              <a:gd name="connsiteY58" fmla="*/ 0 h 1686480"/>
              <a:gd name="connsiteX59" fmla="*/ 8158 w 9288370"/>
              <a:gd name="connsiteY59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261550 w 9288370"/>
              <a:gd name="connsiteY19" fmla="*/ 1289117 h 1686480"/>
              <a:gd name="connsiteX20" fmla="*/ 3409554 w 9288370"/>
              <a:gd name="connsiteY20" fmla="*/ 1258110 h 1686480"/>
              <a:gd name="connsiteX21" fmla="*/ 3534382 w 9288370"/>
              <a:gd name="connsiteY21" fmla="*/ 1245916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0534 w 9288370"/>
              <a:gd name="connsiteY26" fmla="*/ 1273326 h 1686480"/>
              <a:gd name="connsiteX27" fmla="*/ 4575478 w 9288370"/>
              <a:gd name="connsiteY27" fmla="*/ 1261726 h 1686480"/>
              <a:gd name="connsiteX28" fmla="*/ 4650026 w 9288370"/>
              <a:gd name="connsiteY28" fmla="*/ 1265798 h 1686480"/>
              <a:gd name="connsiteX29" fmla="*/ 4792008 w 9288370"/>
              <a:gd name="connsiteY29" fmla="*/ 1243899 h 1686480"/>
              <a:gd name="connsiteX30" fmla="*/ 4954126 w 9288370"/>
              <a:gd name="connsiteY30" fmla="*/ 1204617 h 1686480"/>
              <a:gd name="connsiteX31" fmla="*/ 5309678 w 9288370"/>
              <a:gd name="connsiteY31" fmla="*/ 1128278 h 1686480"/>
              <a:gd name="connsiteX32" fmla="*/ 5474724 w 9288370"/>
              <a:gd name="connsiteY32" fmla="*/ 1091167 h 1686480"/>
              <a:gd name="connsiteX33" fmla="*/ 5612132 w 9288370"/>
              <a:gd name="connsiteY33" fmla="*/ 1051509 h 1686480"/>
              <a:gd name="connsiteX34" fmla="*/ 5776618 w 9288370"/>
              <a:gd name="connsiteY34" fmla="*/ 1053037 h 1686480"/>
              <a:gd name="connsiteX35" fmla="*/ 5785786 w 9288370"/>
              <a:gd name="connsiteY35" fmla="*/ 1051213 h 1686480"/>
              <a:gd name="connsiteX36" fmla="*/ 5829381 w 9288370"/>
              <a:gd name="connsiteY36" fmla="*/ 1046878 h 1686480"/>
              <a:gd name="connsiteX37" fmla="*/ 5943596 w 9288370"/>
              <a:gd name="connsiteY37" fmla="*/ 1043237 h 1686480"/>
              <a:gd name="connsiteX38" fmla="*/ 5985730 w 9288370"/>
              <a:gd name="connsiteY38" fmla="*/ 1035396 h 1686480"/>
              <a:gd name="connsiteX39" fmla="*/ 6103109 w 9288370"/>
              <a:gd name="connsiteY39" fmla="*/ 1019019 h 1686480"/>
              <a:gd name="connsiteX40" fmla="*/ 6222406 w 9288370"/>
              <a:gd name="connsiteY40" fmla="*/ 985341 h 1686480"/>
              <a:gd name="connsiteX41" fmla="*/ 6598672 w 9288370"/>
              <a:gd name="connsiteY41" fmla="*/ 902062 h 1686480"/>
              <a:gd name="connsiteX42" fmla="*/ 6766149 w 9288370"/>
              <a:gd name="connsiteY42" fmla="*/ 846132 h 1686480"/>
              <a:gd name="connsiteX43" fmla="*/ 6886312 w 9288370"/>
              <a:gd name="connsiteY43" fmla="*/ 781877 h 1686480"/>
              <a:gd name="connsiteX44" fmla="*/ 7006457 w 9288370"/>
              <a:gd name="connsiteY44" fmla="*/ 699758 h 1686480"/>
              <a:gd name="connsiteX45" fmla="*/ 7231643 w 9288370"/>
              <a:gd name="connsiteY45" fmla="*/ 640778 h 1686480"/>
              <a:gd name="connsiteX46" fmla="*/ 7363123 w 9288370"/>
              <a:gd name="connsiteY46" fmla="*/ 593682 h 1686480"/>
              <a:gd name="connsiteX47" fmla="*/ 7588368 w 9288370"/>
              <a:gd name="connsiteY47" fmla="*/ 531129 h 1686480"/>
              <a:gd name="connsiteX48" fmla="*/ 7782741 w 9288370"/>
              <a:gd name="connsiteY48" fmla="*/ 455936 h 1686480"/>
              <a:gd name="connsiteX49" fmla="*/ 7952094 w 9288370"/>
              <a:gd name="connsiteY49" fmla="*/ 409302 h 1686480"/>
              <a:gd name="connsiteX50" fmla="*/ 8231938 w 9288370"/>
              <a:gd name="connsiteY50" fmla="*/ 259259 h 1686480"/>
              <a:gd name="connsiteX51" fmla="*/ 8428864 w 9288370"/>
              <a:gd name="connsiteY51" fmla="*/ 208471 h 1686480"/>
              <a:gd name="connsiteX52" fmla="*/ 8616510 w 9288370"/>
              <a:gd name="connsiteY52" fmla="*/ 161973 h 1686480"/>
              <a:gd name="connsiteX53" fmla="*/ 8826766 w 9288370"/>
              <a:gd name="connsiteY53" fmla="*/ 152111 h 1686480"/>
              <a:gd name="connsiteX54" fmla="*/ 8917647 w 9288370"/>
              <a:gd name="connsiteY54" fmla="*/ 112232 h 1686480"/>
              <a:gd name="connsiteX55" fmla="*/ 9182272 w 9288370"/>
              <a:gd name="connsiteY55" fmla="*/ 37171 h 1686480"/>
              <a:gd name="connsiteX56" fmla="*/ 9232990 w 9288370"/>
              <a:gd name="connsiteY56" fmla="*/ 24074 h 1686480"/>
              <a:gd name="connsiteX57" fmla="*/ 9288370 w 9288370"/>
              <a:gd name="connsiteY57" fmla="*/ 0 h 1686480"/>
              <a:gd name="connsiteX58" fmla="*/ 0 w 9288370"/>
              <a:gd name="connsiteY58" fmla="*/ 0 h 1686480"/>
              <a:gd name="connsiteX59" fmla="*/ 8158 w 9288370"/>
              <a:gd name="connsiteY59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261550 w 9288370"/>
              <a:gd name="connsiteY19" fmla="*/ 1289117 h 1686480"/>
              <a:gd name="connsiteX20" fmla="*/ 3409554 w 9288370"/>
              <a:gd name="connsiteY20" fmla="*/ 1258110 h 1686480"/>
              <a:gd name="connsiteX21" fmla="*/ 3534382 w 9288370"/>
              <a:gd name="connsiteY21" fmla="*/ 1245916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0534 w 9288370"/>
              <a:gd name="connsiteY26" fmla="*/ 1273326 h 1686480"/>
              <a:gd name="connsiteX27" fmla="*/ 4575478 w 9288370"/>
              <a:gd name="connsiteY27" fmla="*/ 1261726 h 1686480"/>
              <a:gd name="connsiteX28" fmla="*/ 4650026 w 9288370"/>
              <a:gd name="connsiteY28" fmla="*/ 1265798 h 1686480"/>
              <a:gd name="connsiteX29" fmla="*/ 4792008 w 9288370"/>
              <a:gd name="connsiteY29" fmla="*/ 1243899 h 1686480"/>
              <a:gd name="connsiteX30" fmla="*/ 4954126 w 9288370"/>
              <a:gd name="connsiteY30" fmla="*/ 1204617 h 1686480"/>
              <a:gd name="connsiteX31" fmla="*/ 5309678 w 9288370"/>
              <a:gd name="connsiteY31" fmla="*/ 1128278 h 1686480"/>
              <a:gd name="connsiteX32" fmla="*/ 5474724 w 9288370"/>
              <a:gd name="connsiteY32" fmla="*/ 1091167 h 1686480"/>
              <a:gd name="connsiteX33" fmla="*/ 5612132 w 9288370"/>
              <a:gd name="connsiteY33" fmla="*/ 1051509 h 1686480"/>
              <a:gd name="connsiteX34" fmla="*/ 5776618 w 9288370"/>
              <a:gd name="connsiteY34" fmla="*/ 1053037 h 1686480"/>
              <a:gd name="connsiteX35" fmla="*/ 5785786 w 9288370"/>
              <a:gd name="connsiteY35" fmla="*/ 1051213 h 1686480"/>
              <a:gd name="connsiteX36" fmla="*/ 5829381 w 9288370"/>
              <a:gd name="connsiteY36" fmla="*/ 1046878 h 1686480"/>
              <a:gd name="connsiteX37" fmla="*/ 5943596 w 9288370"/>
              <a:gd name="connsiteY37" fmla="*/ 1043237 h 1686480"/>
              <a:gd name="connsiteX38" fmla="*/ 5985730 w 9288370"/>
              <a:gd name="connsiteY38" fmla="*/ 1035396 h 1686480"/>
              <a:gd name="connsiteX39" fmla="*/ 6103109 w 9288370"/>
              <a:gd name="connsiteY39" fmla="*/ 1019019 h 1686480"/>
              <a:gd name="connsiteX40" fmla="*/ 6222406 w 9288370"/>
              <a:gd name="connsiteY40" fmla="*/ 985341 h 1686480"/>
              <a:gd name="connsiteX41" fmla="*/ 6598672 w 9288370"/>
              <a:gd name="connsiteY41" fmla="*/ 902062 h 1686480"/>
              <a:gd name="connsiteX42" fmla="*/ 6766149 w 9288370"/>
              <a:gd name="connsiteY42" fmla="*/ 846132 h 1686480"/>
              <a:gd name="connsiteX43" fmla="*/ 6886312 w 9288370"/>
              <a:gd name="connsiteY43" fmla="*/ 781877 h 1686480"/>
              <a:gd name="connsiteX44" fmla="*/ 7006457 w 9288370"/>
              <a:gd name="connsiteY44" fmla="*/ 699758 h 1686480"/>
              <a:gd name="connsiteX45" fmla="*/ 7231643 w 9288370"/>
              <a:gd name="connsiteY45" fmla="*/ 640778 h 1686480"/>
              <a:gd name="connsiteX46" fmla="*/ 7363123 w 9288370"/>
              <a:gd name="connsiteY46" fmla="*/ 593682 h 1686480"/>
              <a:gd name="connsiteX47" fmla="*/ 7588368 w 9288370"/>
              <a:gd name="connsiteY47" fmla="*/ 531129 h 1686480"/>
              <a:gd name="connsiteX48" fmla="*/ 7782741 w 9288370"/>
              <a:gd name="connsiteY48" fmla="*/ 455936 h 1686480"/>
              <a:gd name="connsiteX49" fmla="*/ 7952094 w 9288370"/>
              <a:gd name="connsiteY49" fmla="*/ 409302 h 1686480"/>
              <a:gd name="connsiteX50" fmla="*/ 8231938 w 9288370"/>
              <a:gd name="connsiteY50" fmla="*/ 259259 h 1686480"/>
              <a:gd name="connsiteX51" fmla="*/ 8428864 w 9288370"/>
              <a:gd name="connsiteY51" fmla="*/ 208471 h 1686480"/>
              <a:gd name="connsiteX52" fmla="*/ 8616510 w 9288370"/>
              <a:gd name="connsiteY52" fmla="*/ 161973 h 1686480"/>
              <a:gd name="connsiteX53" fmla="*/ 8826766 w 9288370"/>
              <a:gd name="connsiteY53" fmla="*/ 152111 h 1686480"/>
              <a:gd name="connsiteX54" fmla="*/ 8917647 w 9288370"/>
              <a:gd name="connsiteY54" fmla="*/ 112232 h 1686480"/>
              <a:gd name="connsiteX55" fmla="*/ 9182272 w 9288370"/>
              <a:gd name="connsiteY55" fmla="*/ 37171 h 1686480"/>
              <a:gd name="connsiteX56" fmla="*/ 9232990 w 9288370"/>
              <a:gd name="connsiteY56" fmla="*/ 24074 h 1686480"/>
              <a:gd name="connsiteX57" fmla="*/ 9288370 w 9288370"/>
              <a:gd name="connsiteY57" fmla="*/ 0 h 1686480"/>
              <a:gd name="connsiteX58" fmla="*/ 0 w 9288370"/>
              <a:gd name="connsiteY58" fmla="*/ 0 h 1686480"/>
              <a:gd name="connsiteX59" fmla="*/ 8158 w 9288370"/>
              <a:gd name="connsiteY59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261550 w 9288370"/>
              <a:gd name="connsiteY19" fmla="*/ 1289117 h 1686480"/>
              <a:gd name="connsiteX20" fmla="*/ 3409554 w 9288370"/>
              <a:gd name="connsiteY20" fmla="*/ 1258110 h 1686480"/>
              <a:gd name="connsiteX21" fmla="*/ 3534382 w 9288370"/>
              <a:gd name="connsiteY21" fmla="*/ 1245916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0534 w 9288370"/>
              <a:gd name="connsiteY26" fmla="*/ 1273326 h 1686480"/>
              <a:gd name="connsiteX27" fmla="*/ 4575478 w 9288370"/>
              <a:gd name="connsiteY27" fmla="*/ 1261726 h 1686480"/>
              <a:gd name="connsiteX28" fmla="*/ 4650026 w 9288370"/>
              <a:gd name="connsiteY28" fmla="*/ 1265798 h 1686480"/>
              <a:gd name="connsiteX29" fmla="*/ 4792008 w 9288370"/>
              <a:gd name="connsiteY29" fmla="*/ 1243899 h 1686480"/>
              <a:gd name="connsiteX30" fmla="*/ 4954126 w 9288370"/>
              <a:gd name="connsiteY30" fmla="*/ 1204617 h 1686480"/>
              <a:gd name="connsiteX31" fmla="*/ 5309678 w 9288370"/>
              <a:gd name="connsiteY31" fmla="*/ 1128278 h 1686480"/>
              <a:gd name="connsiteX32" fmla="*/ 5474724 w 9288370"/>
              <a:gd name="connsiteY32" fmla="*/ 1091167 h 1686480"/>
              <a:gd name="connsiteX33" fmla="*/ 5612132 w 9288370"/>
              <a:gd name="connsiteY33" fmla="*/ 1051509 h 1686480"/>
              <a:gd name="connsiteX34" fmla="*/ 5776618 w 9288370"/>
              <a:gd name="connsiteY34" fmla="*/ 1053037 h 1686480"/>
              <a:gd name="connsiteX35" fmla="*/ 5785786 w 9288370"/>
              <a:gd name="connsiteY35" fmla="*/ 1051213 h 1686480"/>
              <a:gd name="connsiteX36" fmla="*/ 5829381 w 9288370"/>
              <a:gd name="connsiteY36" fmla="*/ 1046878 h 1686480"/>
              <a:gd name="connsiteX37" fmla="*/ 5943596 w 9288370"/>
              <a:gd name="connsiteY37" fmla="*/ 1043237 h 1686480"/>
              <a:gd name="connsiteX38" fmla="*/ 5985730 w 9288370"/>
              <a:gd name="connsiteY38" fmla="*/ 1035396 h 1686480"/>
              <a:gd name="connsiteX39" fmla="*/ 6103109 w 9288370"/>
              <a:gd name="connsiteY39" fmla="*/ 1019019 h 1686480"/>
              <a:gd name="connsiteX40" fmla="*/ 6222406 w 9288370"/>
              <a:gd name="connsiteY40" fmla="*/ 985341 h 1686480"/>
              <a:gd name="connsiteX41" fmla="*/ 6598672 w 9288370"/>
              <a:gd name="connsiteY41" fmla="*/ 902062 h 1686480"/>
              <a:gd name="connsiteX42" fmla="*/ 6766149 w 9288370"/>
              <a:gd name="connsiteY42" fmla="*/ 846132 h 1686480"/>
              <a:gd name="connsiteX43" fmla="*/ 6886312 w 9288370"/>
              <a:gd name="connsiteY43" fmla="*/ 781877 h 1686480"/>
              <a:gd name="connsiteX44" fmla="*/ 7006457 w 9288370"/>
              <a:gd name="connsiteY44" fmla="*/ 699758 h 1686480"/>
              <a:gd name="connsiteX45" fmla="*/ 7231643 w 9288370"/>
              <a:gd name="connsiteY45" fmla="*/ 640778 h 1686480"/>
              <a:gd name="connsiteX46" fmla="*/ 7363123 w 9288370"/>
              <a:gd name="connsiteY46" fmla="*/ 593682 h 1686480"/>
              <a:gd name="connsiteX47" fmla="*/ 7588368 w 9288370"/>
              <a:gd name="connsiteY47" fmla="*/ 531129 h 1686480"/>
              <a:gd name="connsiteX48" fmla="*/ 7782741 w 9288370"/>
              <a:gd name="connsiteY48" fmla="*/ 455936 h 1686480"/>
              <a:gd name="connsiteX49" fmla="*/ 7952094 w 9288370"/>
              <a:gd name="connsiteY49" fmla="*/ 409302 h 1686480"/>
              <a:gd name="connsiteX50" fmla="*/ 8231938 w 9288370"/>
              <a:gd name="connsiteY50" fmla="*/ 259259 h 1686480"/>
              <a:gd name="connsiteX51" fmla="*/ 8428864 w 9288370"/>
              <a:gd name="connsiteY51" fmla="*/ 208471 h 1686480"/>
              <a:gd name="connsiteX52" fmla="*/ 8616510 w 9288370"/>
              <a:gd name="connsiteY52" fmla="*/ 161973 h 1686480"/>
              <a:gd name="connsiteX53" fmla="*/ 8826766 w 9288370"/>
              <a:gd name="connsiteY53" fmla="*/ 152111 h 1686480"/>
              <a:gd name="connsiteX54" fmla="*/ 8917647 w 9288370"/>
              <a:gd name="connsiteY54" fmla="*/ 112232 h 1686480"/>
              <a:gd name="connsiteX55" fmla="*/ 9182272 w 9288370"/>
              <a:gd name="connsiteY55" fmla="*/ 37171 h 1686480"/>
              <a:gd name="connsiteX56" fmla="*/ 9232990 w 9288370"/>
              <a:gd name="connsiteY56" fmla="*/ 24074 h 1686480"/>
              <a:gd name="connsiteX57" fmla="*/ 9288370 w 9288370"/>
              <a:gd name="connsiteY57" fmla="*/ 0 h 1686480"/>
              <a:gd name="connsiteX58" fmla="*/ 0 w 9288370"/>
              <a:gd name="connsiteY58" fmla="*/ 0 h 1686480"/>
              <a:gd name="connsiteX59" fmla="*/ 8158 w 9288370"/>
              <a:gd name="connsiteY59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14737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261550 w 9288370"/>
              <a:gd name="connsiteY19" fmla="*/ 1289117 h 1686480"/>
              <a:gd name="connsiteX20" fmla="*/ 3409554 w 9288370"/>
              <a:gd name="connsiteY20" fmla="*/ 1258110 h 1686480"/>
              <a:gd name="connsiteX21" fmla="*/ 3534382 w 9288370"/>
              <a:gd name="connsiteY21" fmla="*/ 1245916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0534 w 9288370"/>
              <a:gd name="connsiteY26" fmla="*/ 1273326 h 1686480"/>
              <a:gd name="connsiteX27" fmla="*/ 4575478 w 9288370"/>
              <a:gd name="connsiteY27" fmla="*/ 1261726 h 1686480"/>
              <a:gd name="connsiteX28" fmla="*/ 4650026 w 9288370"/>
              <a:gd name="connsiteY28" fmla="*/ 1265798 h 1686480"/>
              <a:gd name="connsiteX29" fmla="*/ 4792008 w 9288370"/>
              <a:gd name="connsiteY29" fmla="*/ 1243899 h 1686480"/>
              <a:gd name="connsiteX30" fmla="*/ 4954126 w 9288370"/>
              <a:gd name="connsiteY30" fmla="*/ 1204617 h 1686480"/>
              <a:gd name="connsiteX31" fmla="*/ 5309678 w 9288370"/>
              <a:gd name="connsiteY31" fmla="*/ 1128278 h 1686480"/>
              <a:gd name="connsiteX32" fmla="*/ 5474724 w 9288370"/>
              <a:gd name="connsiteY32" fmla="*/ 1091167 h 1686480"/>
              <a:gd name="connsiteX33" fmla="*/ 5612132 w 9288370"/>
              <a:gd name="connsiteY33" fmla="*/ 1051509 h 1686480"/>
              <a:gd name="connsiteX34" fmla="*/ 5776618 w 9288370"/>
              <a:gd name="connsiteY34" fmla="*/ 1053037 h 1686480"/>
              <a:gd name="connsiteX35" fmla="*/ 5785786 w 9288370"/>
              <a:gd name="connsiteY35" fmla="*/ 1051213 h 1686480"/>
              <a:gd name="connsiteX36" fmla="*/ 5829381 w 9288370"/>
              <a:gd name="connsiteY36" fmla="*/ 1046878 h 1686480"/>
              <a:gd name="connsiteX37" fmla="*/ 5943596 w 9288370"/>
              <a:gd name="connsiteY37" fmla="*/ 1043237 h 1686480"/>
              <a:gd name="connsiteX38" fmla="*/ 5985730 w 9288370"/>
              <a:gd name="connsiteY38" fmla="*/ 1035396 h 1686480"/>
              <a:gd name="connsiteX39" fmla="*/ 6103109 w 9288370"/>
              <a:gd name="connsiteY39" fmla="*/ 1019019 h 1686480"/>
              <a:gd name="connsiteX40" fmla="*/ 6222406 w 9288370"/>
              <a:gd name="connsiteY40" fmla="*/ 985341 h 1686480"/>
              <a:gd name="connsiteX41" fmla="*/ 6598672 w 9288370"/>
              <a:gd name="connsiteY41" fmla="*/ 902062 h 1686480"/>
              <a:gd name="connsiteX42" fmla="*/ 6766149 w 9288370"/>
              <a:gd name="connsiteY42" fmla="*/ 846132 h 1686480"/>
              <a:gd name="connsiteX43" fmla="*/ 6886312 w 9288370"/>
              <a:gd name="connsiteY43" fmla="*/ 781877 h 1686480"/>
              <a:gd name="connsiteX44" fmla="*/ 7006457 w 9288370"/>
              <a:gd name="connsiteY44" fmla="*/ 699758 h 1686480"/>
              <a:gd name="connsiteX45" fmla="*/ 7231643 w 9288370"/>
              <a:gd name="connsiteY45" fmla="*/ 640778 h 1686480"/>
              <a:gd name="connsiteX46" fmla="*/ 7363123 w 9288370"/>
              <a:gd name="connsiteY46" fmla="*/ 593682 h 1686480"/>
              <a:gd name="connsiteX47" fmla="*/ 7588368 w 9288370"/>
              <a:gd name="connsiteY47" fmla="*/ 531129 h 1686480"/>
              <a:gd name="connsiteX48" fmla="*/ 7782741 w 9288370"/>
              <a:gd name="connsiteY48" fmla="*/ 455936 h 1686480"/>
              <a:gd name="connsiteX49" fmla="*/ 7952094 w 9288370"/>
              <a:gd name="connsiteY49" fmla="*/ 409302 h 1686480"/>
              <a:gd name="connsiteX50" fmla="*/ 8231938 w 9288370"/>
              <a:gd name="connsiteY50" fmla="*/ 259259 h 1686480"/>
              <a:gd name="connsiteX51" fmla="*/ 8428864 w 9288370"/>
              <a:gd name="connsiteY51" fmla="*/ 208471 h 1686480"/>
              <a:gd name="connsiteX52" fmla="*/ 8616510 w 9288370"/>
              <a:gd name="connsiteY52" fmla="*/ 161973 h 1686480"/>
              <a:gd name="connsiteX53" fmla="*/ 8826766 w 9288370"/>
              <a:gd name="connsiteY53" fmla="*/ 152111 h 1686480"/>
              <a:gd name="connsiteX54" fmla="*/ 8917647 w 9288370"/>
              <a:gd name="connsiteY54" fmla="*/ 112232 h 1686480"/>
              <a:gd name="connsiteX55" fmla="*/ 9182272 w 9288370"/>
              <a:gd name="connsiteY55" fmla="*/ 37171 h 1686480"/>
              <a:gd name="connsiteX56" fmla="*/ 9232990 w 9288370"/>
              <a:gd name="connsiteY56" fmla="*/ 24074 h 1686480"/>
              <a:gd name="connsiteX57" fmla="*/ 9288370 w 9288370"/>
              <a:gd name="connsiteY57" fmla="*/ 0 h 1686480"/>
              <a:gd name="connsiteX58" fmla="*/ 0 w 9288370"/>
              <a:gd name="connsiteY58" fmla="*/ 0 h 1686480"/>
              <a:gd name="connsiteX59" fmla="*/ 8158 w 9288370"/>
              <a:gd name="connsiteY59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14737 h 1686480"/>
              <a:gd name="connsiteX5" fmla="*/ 1339078 w 9288370"/>
              <a:gd name="connsiteY5" fmla="*/ 1494730 h 1686480"/>
              <a:gd name="connsiteX6" fmla="*/ 1488946 w 9288370"/>
              <a:gd name="connsiteY6" fmla="*/ 1508375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261550 w 9288370"/>
              <a:gd name="connsiteY19" fmla="*/ 1289117 h 1686480"/>
              <a:gd name="connsiteX20" fmla="*/ 3409554 w 9288370"/>
              <a:gd name="connsiteY20" fmla="*/ 1258110 h 1686480"/>
              <a:gd name="connsiteX21" fmla="*/ 3534382 w 9288370"/>
              <a:gd name="connsiteY21" fmla="*/ 1245916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0534 w 9288370"/>
              <a:gd name="connsiteY26" fmla="*/ 1273326 h 1686480"/>
              <a:gd name="connsiteX27" fmla="*/ 4575478 w 9288370"/>
              <a:gd name="connsiteY27" fmla="*/ 1261726 h 1686480"/>
              <a:gd name="connsiteX28" fmla="*/ 4650026 w 9288370"/>
              <a:gd name="connsiteY28" fmla="*/ 1265798 h 1686480"/>
              <a:gd name="connsiteX29" fmla="*/ 4792008 w 9288370"/>
              <a:gd name="connsiteY29" fmla="*/ 1243899 h 1686480"/>
              <a:gd name="connsiteX30" fmla="*/ 4954126 w 9288370"/>
              <a:gd name="connsiteY30" fmla="*/ 1204617 h 1686480"/>
              <a:gd name="connsiteX31" fmla="*/ 5309678 w 9288370"/>
              <a:gd name="connsiteY31" fmla="*/ 1128278 h 1686480"/>
              <a:gd name="connsiteX32" fmla="*/ 5474724 w 9288370"/>
              <a:gd name="connsiteY32" fmla="*/ 1091167 h 1686480"/>
              <a:gd name="connsiteX33" fmla="*/ 5612132 w 9288370"/>
              <a:gd name="connsiteY33" fmla="*/ 1051509 h 1686480"/>
              <a:gd name="connsiteX34" fmla="*/ 5776618 w 9288370"/>
              <a:gd name="connsiteY34" fmla="*/ 1053037 h 1686480"/>
              <a:gd name="connsiteX35" fmla="*/ 5785786 w 9288370"/>
              <a:gd name="connsiteY35" fmla="*/ 1051213 h 1686480"/>
              <a:gd name="connsiteX36" fmla="*/ 5829381 w 9288370"/>
              <a:gd name="connsiteY36" fmla="*/ 1046878 h 1686480"/>
              <a:gd name="connsiteX37" fmla="*/ 5943596 w 9288370"/>
              <a:gd name="connsiteY37" fmla="*/ 1043237 h 1686480"/>
              <a:gd name="connsiteX38" fmla="*/ 5985730 w 9288370"/>
              <a:gd name="connsiteY38" fmla="*/ 1035396 h 1686480"/>
              <a:gd name="connsiteX39" fmla="*/ 6103109 w 9288370"/>
              <a:gd name="connsiteY39" fmla="*/ 1019019 h 1686480"/>
              <a:gd name="connsiteX40" fmla="*/ 6222406 w 9288370"/>
              <a:gd name="connsiteY40" fmla="*/ 985341 h 1686480"/>
              <a:gd name="connsiteX41" fmla="*/ 6598672 w 9288370"/>
              <a:gd name="connsiteY41" fmla="*/ 902062 h 1686480"/>
              <a:gd name="connsiteX42" fmla="*/ 6766149 w 9288370"/>
              <a:gd name="connsiteY42" fmla="*/ 846132 h 1686480"/>
              <a:gd name="connsiteX43" fmla="*/ 6886312 w 9288370"/>
              <a:gd name="connsiteY43" fmla="*/ 781877 h 1686480"/>
              <a:gd name="connsiteX44" fmla="*/ 7006457 w 9288370"/>
              <a:gd name="connsiteY44" fmla="*/ 699758 h 1686480"/>
              <a:gd name="connsiteX45" fmla="*/ 7231643 w 9288370"/>
              <a:gd name="connsiteY45" fmla="*/ 640778 h 1686480"/>
              <a:gd name="connsiteX46" fmla="*/ 7363123 w 9288370"/>
              <a:gd name="connsiteY46" fmla="*/ 593682 h 1686480"/>
              <a:gd name="connsiteX47" fmla="*/ 7588368 w 9288370"/>
              <a:gd name="connsiteY47" fmla="*/ 531129 h 1686480"/>
              <a:gd name="connsiteX48" fmla="*/ 7782741 w 9288370"/>
              <a:gd name="connsiteY48" fmla="*/ 455936 h 1686480"/>
              <a:gd name="connsiteX49" fmla="*/ 7952094 w 9288370"/>
              <a:gd name="connsiteY49" fmla="*/ 409302 h 1686480"/>
              <a:gd name="connsiteX50" fmla="*/ 8231938 w 9288370"/>
              <a:gd name="connsiteY50" fmla="*/ 259259 h 1686480"/>
              <a:gd name="connsiteX51" fmla="*/ 8428864 w 9288370"/>
              <a:gd name="connsiteY51" fmla="*/ 208471 h 1686480"/>
              <a:gd name="connsiteX52" fmla="*/ 8616510 w 9288370"/>
              <a:gd name="connsiteY52" fmla="*/ 161973 h 1686480"/>
              <a:gd name="connsiteX53" fmla="*/ 8826766 w 9288370"/>
              <a:gd name="connsiteY53" fmla="*/ 152111 h 1686480"/>
              <a:gd name="connsiteX54" fmla="*/ 8917647 w 9288370"/>
              <a:gd name="connsiteY54" fmla="*/ 112232 h 1686480"/>
              <a:gd name="connsiteX55" fmla="*/ 9182272 w 9288370"/>
              <a:gd name="connsiteY55" fmla="*/ 37171 h 1686480"/>
              <a:gd name="connsiteX56" fmla="*/ 9232990 w 9288370"/>
              <a:gd name="connsiteY56" fmla="*/ 24074 h 1686480"/>
              <a:gd name="connsiteX57" fmla="*/ 9288370 w 9288370"/>
              <a:gd name="connsiteY57" fmla="*/ 0 h 1686480"/>
              <a:gd name="connsiteX58" fmla="*/ 0 w 9288370"/>
              <a:gd name="connsiteY58" fmla="*/ 0 h 1686480"/>
              <a:gd name="connsiteX59" fmla="*/ 8158 w 9288370"/>
              <a:gd name="connsiteY59" fmla="*/ 1671666 h 1686480"/>
              <a:gd name="connsiteX0" fmla="*/ 8158 w 9288370"/>
              <a:gd name="connsiteY0" fmla="*/ 1657420 h 1674498"/>
              <a:gd name="connsiteX1" fmla="*/ 411216 w 9288370"/>
              <a:gd name="connsiteY1" fmla="*/ 1628370 h 1674498"/>
              <a:gd name="connsiteX2" fmla="*/ 766051 w 9288370"/>
              <a:gd name="connsiteY2" fmla="*/ 1569826 h 1674498"/>
              <a:gd name="connsiteX3" fmla="*/ 971617 w 9288370"/>
              <a:gd name="connsiteY3" fmla="*/ 1522494 h 1674498"/>
              <a:gd name="connsiteX4" fmla="*/ 1186668 w 9288370"/>
              <a:gd name="connsiteY4" fmla="*/ 1514737 h 1674498"/>
              <a:gd name="connsiteX5" fmla="*/ 1339078 w 9288370"/>
              <a:gd name="connsiteY5" fmla="*/ 1494730 h 1674498"/>
              <a:gd name="connsiteX6" fmla="*/ 1488946 w 9288370"/>
              <a:gd name="connsiteY6" fmla="*/ 1508375 h 1674498"/>
              <a:gd name="connsiteX7" fmla="*/ 1604999 w 9288370"/>
              <a:gd name="connsiteY7" fmla="*/ 1513599 h 1674498"/>
              <a:gd name="connsiteX8" fmla="*/ 1717911 w 9288370"/>
              <a:gd name="connsiteY8" fmla="*/ 1497764 h 1674498"/>
              <a:gd name="connsiteX9" fmla="*/ 1794234 w 9288370"/>
              <a:gd name="connsiteY9" fmla="*/ 1464331 h 1674498"/>
              <a:gd name="connsiteX10" fmla="*/ 2101780 w 9288370"/>
              <a:gd name="connsiteY10" fmla="*/ 1409907 h 1674498"/>
              <a:gd name="connsiteX11" fmla="*/ 2244830 w 9288370"/>
              <a:gd name="connsiteY11" fmla="*/ 1388540 h 1674498"/>
              <a:gd name="connsiteX12" fmla="*/ 2428648 w 9288370"/>
              <a:gd name="connsiteY12" fmla="*/ 1372736 h 1674498"/>
              <a:gd name="connsiteX13" fmla="*/ 2645882 w 9288370"/>
              <a:gd name="connsiteY13" fmla="*/ 1341971 h 1674498"/>
              <a:gd name="connsiteX14" fmla="*/ 2707413 w 9288370"/>
              <a:gd name="connsiteY14" fmla="*/ 1347156 h 1674498"/>
              <a:gd name="connsiteX15" fmla="*/ 2843134 w 9288370"/>
              <a:gd name="connsiteY15" fmla="*/ 1323561 h 1674498"/>
              <a:gd name="connsiteX16" fmla="*/ 2923804 w 9288370"/>
              <a:gd name="connsiteY16" fmla="*/ 1314224 h 1674498"/>
              <a:gd name="connsiteX17" fmla="*/ 2953618 w 9288370"/>
              <a:gd name="connsiteY17" fmla="*/ 1318186 h 1674498"/>
              <a:gd name="connsiteX18" fmla="*/ 2995816 w 9288370"/>
              <a:gd name="connsiteY18" fmla="*/ 1318670 h 1674498"/>
              <a:gd name="connsiteX19" fmla="*/ 3261550 w 9288370"/>
              <a:gd name="connsiteY19" fmla="*/ 1289117 h 1674498"/>
              <a:gd name="connsiteX20" fmla="*/ 3409554 w 9288370"/>
              <a:gd name="connsiteY20" fmla="*/ 1258110 h 1674498"/>
              <a:gd name="connsiteX21" fmla="*/ 3534382 w 9288370"/>
              <a:gd name="connsiteY21" fmla="*/ 1245916 h 1674498"/>
              <a:gd name="connsiteX22" fmla="*/ 3707853 w 9288370"/>
              <a:gd name="connsiteY22" fmla="*/ 1241722 h 1674498"/>
              <a:gd name="connsiteX23" fmla="*/ 3925616 w 9288370"/>
              <a:gd name="connsiteY23" fmla="*/ 1253751 h 1674498"/>
              <a:gd name="connsiteX24" fmla="*/ 3954387 w 9288370"/>
              <a:gd name="connsiteY24" fmla="*/ 1263789 h 1674498"/>
              <a:gd name="connsiteX25" fmla="*/ 3995849 w 9288370"/>
              <a:gd name="connsiteY25" fmla="*/ 1272939 h 1674498"/>
              <a:gd name="connsiteX26" fmla="*/ 4060534 w 9288370"/>
              <a:gd name="connsiteY26" fmla="*/ 1273326 h 1674498"/>
              <a:gd name="connsiteX27" fmla="*/ 4575478 w 9288370"/>
              <a:gd name="connsiteY27" fmla="*/ 1261726 h 1674498"/>
              <a:gd name="connsiteX28" fmla="*/ 4650026 w 9288370"/>
              <a:gd name="connsiteY28" fmla="*/ 1265798 h 1674498"/>
              <a:gd name="connsiteX29" fmla="*/ 4792008 w 9288370"/>
              <a:gd name="connsiteY29" fmla="*/ 1243899 h 1674498"/>
              <a:gd name="connsiteX30" fmla="*/ 4954126 w 9288370"/>
              <a:gd name="connsiteY30" fmla="*/ 1204617 h 1674498"/>
              <a:gd name="connsiteX31" fmla="*/ 5309678 w 9288370"/>
              <a:gd name="connsiteY31" fmla="*/ 1128278 h 1674498"/>
              <a:gd name="connsiteX32" fmla="*/ 5474724 w 9288370"/>
              <a:gd name="connsiteY32" fmla="*/ 1091167 h 1674498"/>
              <a:gd name="connsiteX33" fmla="*/ 5612132 w 9288370"/>
              <a:gd name="connsiteY33" fmla="*/ 1051509 h 1674498"/>
              <a:gd name="connsiteX34" fmla="*/ 5776618 w 9288370"/>
              <a:gd name="connsiteY34" fmla="*/ 1053037 h 1674498"/>
              <a:gd name="connsiteX35" fmla="*/ 5785786 w 9288370"/>
              <a:gd name="connsiteY35" fmla="*/ 1051213 h 1674498"/>
              <a:gd name="connsiteX36" fmla="*/ 5829381 w 9288370"/>
              <a:gd name="connsiteY36" fmla="*/ 1046878 h 1674498"/>
              <a:gd name="connsiteX37" fmla="*/ 5943596 w 9288370"/>
              <a:gd name="connsiteY37" fmla="*/ 1043237 h 1674498"/>
              <a:gd name="connsiteX38" fmla="*/ 5985730 w 9288370"/>
              <a:gd name="connsiteY38" fmla="*/ 1035396 h 1674498"/>
              <a:gd name="connsiteX39" fmla="*/ 6103109 w 9288370"/>
              <a:gd name="connsiteY39" fmla="*/ 1019019 h 1674498"/>
              <a:gd name="connsiteX40" fmla="*/ 6222406 w 9288370"/>
              <a:gd name="connsiteY40" fmla="*/ 985341 h 1674498"/>
              <a:gd name="connsiteX41" fmla="*/ 6598672 w 9288370"/>
              <a:gd name="connsiteY41" fmla="*/ 902062 h 1674498"/>
              <a:gd name="connsiteX42" fmla="*/ 6766149 w 9288370"/>
              <a:gd name="connsiteY42" fmla="*/ 846132 h 1674498"/>
              <a:gd name="connsiteX43" fmla="*/ 6886312 w 9288370"/>
              <a:gd name="connsiteY43" fmla="*/ 781877 h 1674498"/>
              <a:gd name="connsiteX44" fmla="*/ 7006457 w 9288370"/>
              <a:gd name="connsiteY44" fmla="*/ 699758 h 1674498"/>
              <a:gd name="connsiteX45" fmla="*/ 7231643 w 9288370"/>
              <a:gd name="connsiteY45" fmla="*/ 640778 h 1674498"/>
              <a:gd name="connsiteX46" fmla="*/ 7363123 w 9288370"/>
              <a:gd name="connsiteY46" fmla="*/ 593682 h 1674498"/>
              <a:gd name="connsiteX47" fmla="*/ 7588368 w 9288370"/>
              <a:gd name="connsiteY47" fmla="*/ 531129 h 1674498"/>
              <a:gd name="connsiteX48" fmla="*/ 7782741 w 9288370"/>
              <a:gd name="connsiteY48" fmla="*/ 455936 h 1674498"/>
              <a:gd name="connsiteX49" fmla="*/ 7952094 w 9288370"/>
              <a:gd name="connsiteY49" fmla="*/ 409302 h 1674498"/>
              <a:gd name="connsiteX50" fmla="*/ 8231938 w 9288370"/>
              <a:gd name="connsiteY50" fmla="*/ 259259 h 1674498"/>
              <a:gd name="connsiteX51" fmla="*/ 8428864 w 9288370"/>
              <a:gd name="connsiteY51" fmla="*/ 208471 h 1674498"/>
              <a:gd name="connsiteX52" fmla="*/ 8616510 w 9288370"/>
              <a:gd name="connsiteY52" fmla="*/ 161973 h 1674498"/>
              <a:gd name="connsiteX53" fmla="*/ 8826766 w 9288370"/>
              <a:gd name="connsiteY53" fmla="*/ 152111 h 1674498"/>
              <a:gd name="connsiteX54" fmla="*/ 8917647 w 9288370"/>
              <a:gd name="connsiteY54" fmla="*/ 112232 h 1674498"/>
              <a:gd name="connsiteX55" fmla="*/ 9182272 w 9288370"/>
              <a:gd name="connsiteY55" fmla="*/ 37171 h 1674498"/>
              <a:gd name="connsiteX56" fmla="*/ 9232990 w 9288370"/>
              <a:gd name="connsiteY56" fmla="*/ 24074 h 1674498"/>
              <a:gd name="connsiteX57" fmla="*/ 9288370 w 9288370"/>
              <a:gd name="connsiteY57" fmla="*/ 0 h 1674498"/>
              <a:gd name="connsiteX58" fmla="*/ 0 w 9288370"/>
              <a:gd name="connsiteY58" fmla="*/ 0 h 1674498"/>
              <a:gd name="connsiteX59" fmla="*/ 8158 w 9288370"/>
              <a:gd name="connsiteY59" fmla="*/ 1657420 h 1674498"/>
              <a:gd name="connsiteX0" fmla="*/ 8158 w 9288370"/>
              <a:gd name="connsiteY0" fmla="*/ 1657420 h 1657420"/>
              <a:gd name="connsiteX1" fmla="*/ 411216 w 9288370"/>
              <a:gd name="connsiteY1" fmla="*/ 1628370 h 1657420"/>
              <a:gd name="connsiteX2" fmla="*/ 766051 w 9288370"/>
              <a:gd name="connsiteY2" fmla="*/ 1569826 h 1657420"/>
              <a:gd name="connsiteX3" fmla="*/ 971617 w 9288370"/>
              <a:gd name="connsiteY3" fmla="*/ 1522494 h 1657420"/>
              <a:gd name="connsiteX4" fmla="*/ 1186668 w 9288370"/>
              <a:gd name="connsiteY4" fmla="*/ 1514737 h 1657420"/>
              <a:gd name="connsiteX5" fmla="*/ 1339078 w 9288370"/>
              <a:gd name="connsiteY5" fmla="*/ 1494730 h 1657420"/>
              <a:gd name="connsiteX6" fmla="*/ 1488946 w 9288370"/>
              <a:gd name="connsiteY6" fmla="*/ 1508375 h 1657420"/>
              <a:gd name="connsiteX7" fmla="*/ 1604999 w 9288370"/>
              <a:gd name="connsiteY7" fmla="*/ 1513599 h 1657420"/>
              <a:gd name="connsiteX8" fmla="*/ 1717911 w 9288370"/>
              <a:gd name="connsiteY8" fmla="*/ 1497764 h 1657420"/>
              <a:gd name="connsiteX9" fmla="*/ 1794234 w 9288370"/>
              <a:gd name="connsiteY9" fmla="*/ 1464331 h 1657420"/>
              <a:gd name="connsiteX10" fmla="*/ 2101780 w 9288370"/>
              <a:gd name="connsiteY10" fmla="*/ 1409907 h 1657420"/>
              <a:gd name="connsiteX11" fmla="*/ 2244830 w 9288370"/>
              <a:gd name="connsiteY11" fmla="*/ 1388540 h 1657420"/>
              <a:gd name="connsiteX12" fmla="*/ 2428648 w 9288370"/>
              <a:gd name="connsiteY12" fmla="*/ 1372736 h 1657420"/>
              <a:gd name="connsiteX13" fmla="*/ 2645882 w 9288370"/>
              <a:gd name="connsiteY13" fmla="*/ 1341971 h 1657420"/>
              <a:gd name="connsiteX14" fmla="*/ 2707413 w 9288370"/>
              <a:gd name="connsiteY14" fmla="*/ 1347156 h 1657420"/>
              <a:gd name="connsiteX15" fmla="*/ 2843134 w 9288370"/>
              <a:gd name="connsiteY15" fmla="*/ 1323561 h 1657420"/>
              <a:gd name="connsiteX16" fmla="*/ 2923804 w 9288370"/>
              <a:gd name="connsiteY16" fmla="*/ 1314224 h 1657420"/>
              <a:gd name="connsiteX17" fmla="*/ 2953618 w 9288370"/>
              <a:gd name="connsiteY17" fmla="*/ 1318186 h 1657420"/>
              <a:gd name="connsiteX18" fmla="*/ 2995816 w 9288370"/>
              <a:gd name="connsiteY18" fmla="*/ 1318670 h 1657420"/>
              <a:gd name="connsiteX19" fmla="*/ 3261550 w 9288370"/>
              <a:gd name="connsiteY19" fmla="*/ 1289117 h 1657420"/>
              <a:gd name="connsiteX20" fmla="*/ 3409554 w 9288370"/>
              <a:gd name="connsiteY20" fmla="*/ 1258110 h 1657420"/>
              <a:gd name="connsiteX21" fmla="*/ 3534382 w 9288370"/>
              <a:gd name="connsiteY21" fmla="*/ 1245916 h 1657420"/>
              <a:gd name="connsiteX22" fmla="*/ 3707853 w 9288370"/>
              <a:gd name="connsiteY22" fmla="*/ 1241722 h 1657420"/>
              <a:gd name="connsiteX23" fmla="*/ 3925616 w 9288370"/>
              <a:gd name="connsiteY23" fmla="*/ 1253751 h 1657420"/>
              <a:gd name="connsiteX24" fmla="*/ 3954387 w 9288370"/>
              <a:gd name="connsiteY24" fmla="*/ 1263789 h 1657420"/>
              <a:gd name="connsiteX25" fmla="*/ 3995849 w 9288370"/>
              <a:gd name="connsiteY25" fmla="*/ 1272939 h 1657420"/>
              <a:gd name="connsiteX26" fmla="*/ 4060534 w 9288370"/>
              <a:gd name="connsiteY26" fmla="*/ 1273326 h 1657420"/>
              <a:gd name="connsiteX27" fmla="*/ 4575478 w 9288370"/>
              <a:gd name="connsiteY27" fmla="*/ 1261726 h 1657420"/>
              <a:gd name="connsiteX28" fmla="*/ 4650026 w 9288370"/>
              <a:gd name="connsiteY28" fmla="*/ 1265798 h 1657420"/>
              <a:gd name="connsiteX29" fmla="*/ 4792008 w 9288370"/>
              <a:gd name="connsiteY29" fmla="*/ 1243899 h 1657420"/>
              <a:gd name="connsiteX30" fmla="*/ 4954126 w 9288370"/>
              <a:gd name="connsiteY30" fmla="*/ 1204617 h 1657420"/>
              <a:gd name="connsiteX31" fmla="*/ 5309678 w 9288370"/>
              <a:gd name="connsiteY31" fmla="*/ 1128278 h 1657420"/>
              <a:gd name="connsiteX32" fmla="*/ 5474724 w 9288370"/>
              <a:gd name="connsiteY32" fmla="*/ 1091167 h 1657420"/>
              <a:gd name="connsiteX33" fmla="*/ 5612132 w 9288370"/>
              <a:gd name="connsiteY33" fmla="*/ 1051509 h 1657420"/>
              <a:gd name="connsiteX34" fmla="*/ 5776618 w 9288370"/>
              <a:gd name="connsiteY34" fmla="*/ 1053037 h 1657420"/>
              <a:gd name="connsiteX35" fmla="*/ 5785786 w 9288370"/>
              <a:gd name="connsiteY35" fmla="*/ 1051213 h 1657420"/>
              <a:gd name="connsiteX36" fmla="*/ 5829381 w 9288370"/>
              <a:gd name="connsiteY36" fmla="*/ 1046878 h 1657420"/>
              <a:gd name="connsiteX37" fmla="*/ 5943596 w 9288370"/>
              <a:gd name="connsiteY37" fmla="*/ 1043237 h 1657420"/>
              <a:gd name="connsiteX38" fmla="*/ 5985730 w 9288370"/>
              <a:gd name="connsiteY38" fmla="*/ 1035396 h 1657420"/>
              <a:gd name="connsiteX39" fmla="*/ 6103109 w 9288370"/>
              <a:gd name="connsiteY39" fmla="*/ 1019019 h 1657420"/>
              <a:gd name="connsiteX40" fmla="*/ 6222406 w 9288370"/>
              <a:gd name="connsiteY40" fmla="*/ 985341 h 1657420"/>
              <a:gd name="connsiteX41" fmla="*/ 6598672 w 9288370"/>
              <a:gd name="connsiteY41" fmla="*/ 902062 h 1657420"/>
              <a:gd name="connsiteX42" fmla="*/ 6766149 w 9288370"/>
              <a:gd name="connsiteY42" fmla="*/ 846132 h 1657420"/>
              <a:gd name="connsiteX43" fmla="*/ 6886312 w 9288370"/>
              <a:gd name="connsiteY43" fmla="*/ 781877 h 1657420"/>
              <a:gd name="connsiteX44" fmla="*/ 7006457 w 9288370"/>
              <a:gd name="connsiteY44" fmla="*/ 699758 h 1657420"/>
              <a:gd name="connsiteX45" fmla="*/ 7231643 w 9288370"/>
              <a:gd name="connsiteY45" fmla="*/ 640778 h 1657420"/>
              <a:gd name="connsiteX46" fmla="*/ 7363123 w 9288370"/>
              <a:gd name="connsiteY46" fmla="*/ 593682 h 1657420"/>
              <a:gd name="connsiteX47" fmla="*/ 7588368 w 9288370"/>
              <a:gd name="connsiteY47" fmla="*/ 531129 h 1657420"/>
              <a:gd name="connsiteX48" fmla="*/ 7782741 w 9288370"/>
              <a:gd name="connsiteY48" fmla="*/ 455936 h 1657420"/>
              <a:gd name="connsiteX49" fmla="*/ 7952094 w 9288370"/>
              <a:gd name="connsiteY49" fmla="*/ 409302 h 1657420"/>
              <a:gd name="connsiteX50" fmla="*/ 8231938 w 9288370"/>
              <a:gd name="connsiteY50" fmla="*/ 259259 h 1657420"/>
              <a:gd name="connsiteX51" fmla="*/ 8428864 w 9288370"/>
              <a:gd name="connsiteY51" fmla="*/ 208471 h 1657420"/>
              <a:gd name="connsiteX52" fmla="*/ 8616510 w 9288370"/>
              <a:gd name="connsiteY52" fmla="*/ 161973 h 1657420"/>
              <a:gd name="connsiteX53" fmla="*/ 8826766 w 9288370"/>
              <a:gd name="connsiteY53" fmla="*/ 152111 h 1657420"/>
              <a:gd name="connsiteX54" fmla="*/ 8917647 w 9288370"/>
              <a:gd name="connsiteY54" fmla="*/ 112232 h 1657420"/>
              <a:gd name="connsiteX55" fmla="*/ 9182272 w 9288370"/>
              <a:gd name="connsiteY55" fmla="*/ 37171 h 1657420"/>
              <a:gd name="connsiteX56" fmla="*/ 9232990 w 9288370"/>
              <a:gd name="connsiteY56" fmla="*/ 24074 h 1657420"/>
              <a:gd name="connsiteX57" fmla="*/ 9288370 w 9288370"/>
              <a:gd name="connsiteY57" fmla="*/ 0 h 1657420"/>
              <a:gd name="connsiteX58" fmla="*/ 0 w 9288370"/>
              <a:gd name="connsiteY58" fmla="*/ 0 h 1657420"/>
              <a:gd name="connsiteX59" fmla="*/ 8158 w 9288370"/>
              <a:gd name="connsiteY59" fmla="*/ 1657420 h 1657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9288370" h="1657420">
                <a:moveTo>
                  <a:pt x="8158" y="1657420"/>
                </a:moveTo>
                <a:cubicBezTo>
                  <a:pt x="61478" y="1649348"/>
                  <a:pt x="284901" y="1645343"/>
                  <a:pt x="411216" y="1628370"/>
                </a:cubicBezTo>
                <a:cubicBezTo>
                  <a:pt x="480417" y="1633188"/>
                  <a:pt x="558470" y="1603899"/>
                  <a:pt x="766051" y="1569826"/>
                </a:cubicBezTo>
                <a:cubicBezTo>
                  <a:pt x="812488" y="1564422"/>
                  <a:pt x="953443" y="1560007"/>
                  <a:pt x="971617" y="1522494"/>
                </a:cubicBezTo>
                <a:cubicBezTo>
                  <a:pt x="1020161" y="1501878"/>
                  <a:pt x="1097347" y="1533665"/>
                  <a:pt x="1186668" y="1514737"/>
                </a:cubicBezTo>
                <a:lnTo>
                  <a:pt x="1339078" y="1494730"/>
                </a:lnTo>
                <a:lnTo>
                  <a:pt x="1488946" y="1508375"/>
                </a:lnTo>
                <a:lnTo>
                  <a:pt x="1604999" y="1513599"/>
                </a:lnTo>
                <a:lnTo>
                  <a:pt x="1717911" y="1497764"/>
                </a:lnTo>
                <a:cubicBezTo>
                  <a:pt x="1743422" y="1488490"/>
                  <a:pt x="1730257" y="1478974"/>
                  <a:pt x="1794234" y="1464331"/>
                </a:cubicBezTo>
                <a:cubicBezTo>
                  <a:pt x="1842539" y="1428781"/>
                  <a:pt x="1920661" y="1445458"/>
                  <a:pt x="2101780" y="1409907"/>
                </a:cubicBezTo>
                <a:cubicBezTo>
                  <a:pt x="2138594" y="1385934"/>
                  <a:pt x="2193900" y="1407074"/>
                  <a:pt x="2244830" y="1388540"/>
                </a:cubicBezTo>
                <a:cubicBezTo>
                  <a:pt x="2310706" y="1379336"/>
                  <a:pt x="2366733" y="1379060"/>
                  <a:pt x="2428648" y="1372736"/>
                </a:cubicBezTo>
                <a:cubicBezTo>
                  <a:pt x="2495490" y="1364975"/>
                  <a:pt x="2599421" y="1346234"/>
                  <a:pt x="2645882" y="1341971"/>
                </a:cubicBezTo>
                <a:cubicBezTo>
                  <a:pt x="2670920" y="1340537"/>
                  <a:pt x="2669117" y="1348484"/>
                  <a:pt x="2707413" y="1347156"/>
                </a:cubicBezTo>
                <a:cubicBezTo>
                  <a:pt x="2743721" y="1324535"/>
                  <a:pt x="2798213" y="1353269"/>
                  <a:pt x="2843134" y="1323561"/>
                </a:cubicBezTo>
                <a:cubicBezTo>
                  <a:pt x="2859865" y="1315298"/>
                  <a:pt x="2912970" y="1306041"/>
                  <a:pt x="2923804" y="1314224"/>
                </a:cubicBezTo>
                <a:cubicBezTo>
                  <a:pt x="2935040" y="1314339"/>
                  <a:pt x="2947659" y="1308371"/>
                  <a:pt x="2953618" y="1318186"/>
                </a:cubicBezTo>
                <a:cubicBezTo>
                  <a:pt x="2963089" y="1329568"/>
                  <a:pt x="3000111" y="1302355"/>
                  <a:pt x="2995816" y="1318670"/>
                </a:cubicBezTo>
                <a:cubicBezTo>
                  <a:pt x="3062330" y="1309669"/>
                  <a:pt x="3152963" y="1319665"/>
                  <a:pt x="3261550" y="1289117"/>
                </a:cubicBezTo>
                <a:lnTo>
                  <a:pt x="3409554" y="1258110"/>
                </a:lnTo>
                <a:cubicBezTo>
                  <a:pt x="3478041" y="1234777"/>
                  <a:pt x="3465895" y="1252355"/>
                  <a:pt x="3534382" y="1245916"/>
                </a:cubicBezTo>
                <a:cubicBezTo>
                  <a:pt x="3568027" y="1248143"/>
                  <a:pt x="3669967" y="1235157"/>
                  <a:pt x="3707853" y="1241722"/>
                </a:cubicBezTo>
                <a:cubicBezTo>
                  <a:pt x="3753776" y="1247777"/>
                  <a:pt x="3884527" y="1250073"/>
                  <a:pt x="3925616" y="1253751"/>
                </a:cubicBezTo>
                <a:cubicBezTo>
                  <a:pt x="3936659" y="1256176"/>
                  <a:pt x="3949946" y="1252887"/>
                  <a:pt x="3954387" y="1263789"/>
                </a:cubicBezTo>
                <a:cubicBezTo>
                  <a:pt x="3962052" y="1276954"/>
                  <a:pt x="4002445" y="1257743"/>
                  <a:pt x="3995849" y="1272939"/>
                </a:cubicBezTo>
                <a:cubicBezTo>
                  <a:pt x="4024501" y="1259800"/>
                  <a:pt x="4037687" y="1266099"/>
                  <a:pt x="4060534" y="1273326"/>
                </a:cubicBezTo>
                <a:cubicBezTo>
                  <a:pt x="4222834" y="1244527"/>
                  <a:pt x="4406167" y="1272716"/>
                  <a:pt x="4575478" y="1261726"/>
                </a:cubicBezTo>
                <a:lnTo>
                  <a:pt x="4650026" y="1265798"/>
                </a:lnTo>
                <a:lnTo>
                  <a:pt x="4792008" y="1243899"/>
                </a:lnTo>
                <a:cubicBezTo>
                  <a:pt x="4864797" y="1217989"/>
                  <a:pt x="4892960" y="1244893"/>
                  <a:pt x="4954126" y="1204617"/>
                </a:cubicBezTo>
                <a:cubicBezTo>
                  <a:pt x="5072643" y="1179171"/>
                  <a:pt x="5136253" y="1145277"/>
                  <a:pt x="5309678" y="1128278"/>
                </a:cubicBezTo>
                <a:cubicBezTo>
                  <a:pt x="5365406" y="1122815"/>
                  <a:pt x="5419708" y="1103537"/>
                  <a:pt x="5474724" y="1091167"/>
                </a:cubicBezTo>
                <a:lnTo>
                  <a:pt x="5612132" y="1051509"/>
                </a:lnTo>
                <a:cubicBezTo>
                  <a:pt x="5662448" y="1045154"/>
                  <a:pt x="5747676" y="1053086"/>
                  <a:pt x="5776618" y="1053037"/>
                </a:cubicBezTo>
                <a:lnTo>
                  <a:pt x="5785786" y="1051213"/>
                </a:lnTo>
                <a:lnTo>
                  <a:pt x="5829381" y="1046878"/>
                </a:lnTo>
                <a:cubicBezTo>
                  <a:pt x="5855683" y="1045549"/>
                  <a:pt x="5917537" y="1045151"/>
                  <a:pt x="5943596" y="1043237"/>
                </a:cubicBezTo>
                <a:cubicBezTo>
                  <a:pt x="5955032" y="1029831"/>
                  <a:pt x="5969545" y="1030469"/>
                  <a:pt x="5985730" y="1035396"/>
                </a:cubicBezTo>
                <a:cubicBezTo>
                  <a:pt x="6020901" y="1022497"/>
                  <a:pt x="6059962" y="1025742"/>
                  <a:pt x="6103109" y="1019019"/>
                </a:cubicBezTo>
                <a:cubicBezTo>
                  <a:pt x="6142495" y="996126"/>
                  <a:pt x="6176341" y="992625"/>
                  <a:pt x="6222406" y="985341"/>
                </a:cubicBezTo>
                <a:cubicBezTo>
                  <a:pt x="6305000" y="965848"/>
                  <a:pt x="6389790" y="916113"/>
                  <a:pt x="6598672" y="902062"/>
                </a:cubicBezTo>
                <a:cubicBezTo>
                  <a:pt x="6696217" y="878308"/>
                  <a:pt x="6705019" y="864412"/>
                  <a:pt x="6766149" y="846132"/>
                </a:cubicBezTo>
                <a:cubicBezTo>
                  <a:pt x="6751303" y="824906"/>
                  <a:pt x="6844288" y="800250"/>
                  <a:pt x="6886312" y="781877"/>
                </a:cubicBezTo>
                <a:cubicBezTo>
                  <a:pt x="6904346" y="796722"/>
                  <a:pt x="6974811" y="693660"/>
                  <a:pt x="7006457" y="699758"/>
                </a:cubicBezTo>
                <a:cubicBezTo>
                  <a:pt x="7015878" y="688760"/>
                  <a:pt x="7169942" y="678731"/>
                  <a:pt x="7231643" y="640778"/>
                </a:cubicBezTo>
                <a:cubicBezTo>
                  <a:pt x="7291087" y="623099"/>
                  <a:pt x="7308597" y="611957"/>
                  <a:pt x="7363123" y="593682"/>
                </a:cubicBezTo>
                <a:cubicBezTo>
                  <a:pt x="7401879" y="595559"/>
                  <a:pt x="7546060" y="516035"/>
                  <a:pt x="7588368" y="531129"/>
                </a:cubicBezTo>
                <a:cubicBezTo>
                  <a:pt x="7589802" y="511039"/>
                  <a:pt x="7775022" y="480542"/>
                  <a:pt x="7782741" y="455936"/>
                </a:cubicBezTo>
                <a:cubicBezTo>
                  <a:pt x="7843362" y="435631"/>
                  <a:pt x="7898455" y="431261"/>
                  <a:pt x="7952094" y="409302"/>
                </a:cubicBezTo>
                <a:cubicBezTo>
                  <a:pt x="8005733" y="387343"/>
                  <a:pt x="8146910" y="289023"/>
                  <a:pt x="8231938" y="259259"/>
                </a:cubicBezTo>
                <a:cubicBezTo>
                  <a:pt x="8305929" y="256630"/>
                  <a:pt x="8363222" y="225400"/>
                  <a:pt x="8428864" y="208471"/>
                </a:cubicBezTo>
                <a:cubicBezTo>
                  <a:pt x="8491413" y="192972"/>
                  <a:pt x="8456819" y="173248"/>
                  <a:pt x="8616510" y="161973"/>
                </a:cubicBezTo>
                <a:cubicBezTo>
                  <a:pt x="8658196" y="158015"/>
                  <a:pt x="8776576" y="160401"/>
                  <a:pt x="8826766" y="152111"/>
                </a:cubicBezTo>
                <a:lnTo>
                  <a:pt x="8917647" y="112232"/>
                </a:lnTo>
                <a:cubicBezTo>
                  <a:pt x="8976899" y="93075"/>
                  <a:pt x="9069756" y="89380"/>
                  <a:pt x="9182272" y="37171"/>
                </a:cubicBezTo>
                <a:cubicBezTo>
                  <a:pt x="9197307" y="35724"/>
                  <a:pt x="9214647" y="30863"/>
                  <a:pt x="9232990" y="24074"/>
                </a:cubicBezTo>
                <a:lnTo>
                  <a:pt x="9288370" y="0"/>
                </a:lnTo>
                <a:lnTo>
                  <a:pt x="0" y="0"/>
                </a:lnTo>
                <a:cubicBezTo>
                  <a:pt x="2719" y="557222"/>
                  <a:pt x="5439" y="1100198"/>
                  <a:pt x="8158" y="1657420"/>
                </a:cubicBezTo>
                <a:close/>
              </a:path>
            </a:pathLst>
          </a:custGeom>
          <a:blipFill>
            <a:blip r:embed="rId2"/>
            <a:tile tx="0" ty="0" sx="70000" sy="70000" flip="none" algn="tl"/>
          </a:blipFill>
          <a:ln w="12700" cap="flat" cmpd="sng" algn="ctr">
            <a:noFill/>
            <a:prstDash val="solid"/>
            <a:miter lim="800000"/>
          </a:ln>
          <a:effectLst>
            <a:innerShdw blurRad="63500" dist="12700" dir="5400000">
              <a:prstClr val="black">
                <a:alpha val="56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8DD718-3C3E-B5EC-6E5B-418FA9B54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685800"/>
            <a:ext cx="4559301" cy="1811740"/>
          </a:xfrm>
        </p:spPr>
        <p:txBody>
          <a:bodyPr anchor="ctr">
            <a:normAutofit/>
          </a:bodyPr>
          <a:lstStyle/>
          <a:p>
            <a:r>
              <a:rPr lang="en-US"/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8F68D-4F6B-D0CE-6288-40DDB4CD3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590801"/>
            <a:ext cx="6659880" cy="3722670"/>
          </a:xfrm>
        </p:spPr>
        <p:txBody>
          <a:bodyPr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500"/>
              <a:t>Incident volumes reveal not only seasonal but also product-specific risks.</a:t>
            </a:r>
          </a:p>
          <a:p>
            <a:pPr>
              <a:lnSpc>
                <a:spcPct val="110000"/>
              </a:lnSpc>
            </a:pPr>
            <a:r>
              <a:rPr lang="en-US" sz="1500"/>
              <a:t>A small quantity of items represents a big part of the total incidents.</a:t>
            </a:r>
          </a:p>
          <a:p>
            <a:pPr>
              <a:lnSpc>
                <a:spcPct val="110000"/>
              </a:lnSpc>
            </a:pPr>
            <a:r>
              <a:rPr lang="en-US" sz="1500"/>
              <a:t>Countries of origin highlight the risk areas in the supply chain.</a:t>
            </a:r>
          </a:p>
          <a:p>
            <a:pPr>
              <a:lnSpc>
                <a:spcPct val="110000"/>
              </a:lnSpc>
            </a:pPr>
            <a:r>
              <a:rPr lang="en-US" sz="1500"/>
              <a:t>Allergen and microbiological incidents hold the largest share in the dataset.</a:t>
            </a:r>
          </a:p>
          <a:p>
            <a:pPr>
              <a:lnSpc>
                <a:spcPct val="110000"/>
              </a:lnSpc>
            </a:pPr>
            <a:r>
              <a:rPr lang="en-US" sz="1500"/>
              <a:t>The 2023-2024 changes suggest alterations in reporting practices and supply trends.</a:t>
            </a:r>
          </a:p>
        </p:txBody>
      </p:sp>
      <p:pic>
        <p:nvPicPr>
          <p:cNvPr id="7" name="Graphic 6" descr="Box trolley">
            <a:extLst>
              <a:ext uri="{FF2B5EF4-FFF2-40B4-BE49-F238E27FC236}">
                <a16:creationId xmlns:a16="http://schemas.microsoft.com/office/drawing/2014/main" id="{2A745FA7-7F2E-EAC4-BCA2-BAB5825218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1400" y="630071"/>
            <a:ext cx="4497070" cy="548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4194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833CE96-7CBC-47F1-AA9E-1C0149040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1D699A-DF55-40A0-808D-D091417F09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 flipV="1">
            <a:off x="0" y="829"/>
            <a:ext cx="9288370" cy="2276958"/>
          </a:xfrm>
          <a:custGeom>
            <a:avLst/>
            <a:gdLst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832307 w 9288370"/>
              <a:gd name="connsiteY3" fmla="*/ 1538702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456865 w 9288370"/>
              <a:gd name="connsiteY6" fmla="*/ 1510292 h 1858154"/>
              <a:gd name="connsiteX7" fmla="*/ 1463005 w 9288370"/>
              <a:gd name="connsiteY7" fmla="*/ 1511279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952094 w 9288370"/>
              <a:gd name="connsiteY51" fmla="*/ 409302 h 1858154"/>
              <a:gd name="connsiteX52" fmla="*/ 8231938 w 9288370"/>
              <a:gd name="connsiteY52" fmla="*/ 259259 h 1858154"/>
              <a:gd name="connsiteX53" fmla="*/ 8428864 w 9288370"/>
              <a:gd name="connsiteY53" fmla="*/ 208471 h 1858154"/>
              <a:gd name="connsiteX54" fmla="*/ 8616510 w 9288370"/>
              <a:gd name="connsiteY54" fmla="*/ 161973 h 1858154"/>
              <a:gd name="connsiteX55" fmla="*/ 8826766 w 9288370"/>
              <a:gd name="connsiteY55" fmla="*/ 152111 h 1858154"/>
              <a:gd name="connsiteX56" fmla="*/ 8917647 w 9288370"/>
              <a:gd name="connsiteY56" fmla="*/ 112232 h 1858154"/>
              <a:gd name="connsiteX57" fmla="*/ 9182272 w 9288370"/>
              <a:gd name="connsiteY57" fmla="*/ 37171 h 1858154"/>
              <a:gd name="connsiteX58" fmla="*/ 9232990 w 9288370"/>
              <a:gd name="connsiteY58" fmla="*/ 24074 h 1858154"/>
              <a:gd name="connsiteX59" fmla="*/ 9288370 w 9288370"/>
              <a:gd name="connsiteY59" fmla="*/ 0 h 1858154"/>
              <a:gd name="connsiteX60" fmla="*/ 0 w 9288370"/>
              <a:gd name="connsiteY60" fmla="*/ 0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657092 w 9288370"/>
              <a:gd name="connsiteY3" fmla="*/ 158250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456865 w 9288370"/>
              <a:gd name="connsiteY6" fmla="*/ 1510292 h 1858154"/>
              <a:gd name="connsiteX7" fmla="*/ 1463005 w 9288370"/>
              <a:gd name="connsiteY7" fmla="*/ 1511279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952094 w 9288370"/>
              <a:gd name="connsiteY51" fmla="*/ 409302 h 1858154"/>
              <a:gd name="connsiteX52" fmla="*/ 8231938 w 9288370"/>
              <a:gd name="connsiteY52" fmla="*/ 259259 h 1858154"/>
              <a:gd name="connsiteX53" fmla="*/ 8428864 w 9288370"/>
              <a:gd name="connsiteY53" fmla="*/ 208471 h 1858154"/>
              <a:gd name="connsiteX54" fmla="*/ 8616510 w 9288370"/>
              <a:gd name="connsiteY54" fmla="*/ 161973 h 1858154"/>
              <a:gd name="connsiteX55" fmla="*/ 8826766 w 9288370"/>
              <a:gd name="connsiteY55" fmla="*/ 152111 h 1858154"/>
              <a:gd name="connsiteX56" fmla="*/ 8917647 w 9288370"/>
              <a:gd name="connsiteY56" fmla="*/ 112232 h 1858154"/>
              <a:gd name="connsiteX57" fmla="*/ 9182272 w 9288370"/>
              <a:gd name="connsiteY57" fmla="*/ 37171 h 1858154"/>
              <a:gd name="connsiteX58" fmla="*/ 9232990 w 9288370"/>
              <a:gd name="connsiteY58" fmla="*/ 24074 h 1858154"/>
              <a:gd name="connsiteX59" fmla="*/ 9288370 w 9288370"/>
              <a:gd name="connsiteY59" fmla="*/ 0 h 1858154"/>
              <a:gd name="connsiteX60" fmla="*/ 0 w 9288370"/>
              <a:gd name="connsiteY60" fmla="*/ 0 h 1858154"/>
              <a:gd name="connsiteX61" fmla="*/ 0 w 9288370"/>
              <a:gd name="connsiteY61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249966 w 9288370"/>
              <a:gd name="connsiteY2" fmla="*/ 1724867 h 1858154"/>
              <a:gd name="connsiteX3" fmla="*/ 657092 w 9288370"/>
              <a:gd name="connsiteY3" fmla="*/ 158250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456865 w 9288370"/>
              <a:gd name="connsiteY6" fmla="*/ 1510292 h 1858154"/>
              <a:gd name="connsiteX7" fmla="*/ 1463005 w 9288370"/>
              <a:gd name="connsiteY7" fmla="*/ 1511279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952094 w 9288370"/>
              <a:gd name="connsiteY51" fmla="*/ 409302 h 1858154"/>
              <a:gd name="connsiteX52" fmla="*/ 8231938 w 9288370"/>
              <a:gd name="connsiteY52" fmla="*/ 259259 h 1858154"/>
              <a:gd name="connsiteX53" fmla="*/ 8428864 w 9288370"/>
              <a:gd name="connsiteY53" fmla="*/ 208471 h 1858154"/>
              <a:gd name="connsiteX54" fmla="*/ 8616510 w 9288370"/>
              <a:gd name="connsiteY54" fmla="*/ 161973 h 1858154"/>
              <a:gd name="connsiteX55" fmla="*/ 8826766 w 9288370"/>
              <a:gd name="connsiteY55" fmla="*/ 152111 h 1858154"/>
              <a:gd name="connsiteX56" fmla="*/ 8917647 w 9288370"/>
              <a:gd name="connsiteY56" fmla="*/ 112232 h 1858154"/>
              <a:gd name="connsiteX57" fmla="*/ 9182272 w 9288370"/>
              <a:gd name="connsiteY57" fmla="*/ 37171 h 1858154"/>
              <a:gd name="connsiteX58" fmla="*/ 9232990 w 9288370"/>
              <a:gd name="connsiteY58" fmla="*/ 24074 h 1858154"/>
              <a:gd name="connsiteX59" fmla="*/ 9288370 w 9288370"/>
              <a:gd name="connsiteY59" fmla="*/ 0 h 1858154"/>
              <a:gd name="connsiteX60" fmla="*/ 0 w 9288370"/>
              <a:gd name="connsiteY60" fmla="*/ 0 h 1858154"/>
              <a:gd name="connsiteX61" fmla="*/ 0 w 9288370"/>
              <a:gd name="connsiteY61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249966 w 9288370"/>
              <a:gd name="connsiteY2" fmla="*/ 1724867 h 1858154"/>
              <a:gd name="connsiteX3" fmla="*/ 558534 w 9288370"/>
              <a:gd name="connsiteY3" fmla="*/ 1637261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456865 w 9288370"/>
              <a:gd name="connsiteY6" fmla="*/ 1510292 h 1858154"/>
              <a:gd name="connsiteX7" fmla="*/ 1463005 w 9288370"/>
              <a:gd name="connsiteY7" fmla="*/ 1511279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952094 w 9288370"/>
              <a:gd name="connsiteY51" fmla="*/ 409302 h 1858154"/>
              <a:gd name="connsiteX52" fmla="*/ 8231938 w 9288370"/>
              <a:gd name="connsiteY52" fmla="*/ 259259 h 1858154"/>
              <a:gd name="connsiteX53" fmla="*/ 8428864 w 9288370"/>
              <a:gd name="connsiteY53" fmla="*/ 208471 h 1858154"/>
              <a:gd name="connsiteX54" fmla="*/ 8616510 w 9288370"/>
              <a:gd name="connsiteY54" fmla="*/ 161973 h 1858154"/>
              <a:gd name="connsiteX55" fmla="*/ 8826766 w 9288370"/>
              <a:gd name="connsiteY55" fmla="*/ 152111 h 1858154"/>
              <a:gd name="connsiteX56" fmla="*/ 8917647 w 9288370"/>
              <a:gd name="connsiteY56" fmla="*/ 112232 h 1858154"/>
              <a:gd name="connsiteX57" fmla="*/ 9182272 w 9288370"/>
              <a:gd name="connsiteY57" fmla="*/ 37171 h 1858154"/>
              <a:gd name="connsiteX58" fmla="*/ 9232990 w 9288370"/>
              <a:gd name="connsiteY58" fmla="*/ 24074 h 1858154"/>
              <a:gd name="connsiteX59" fmla="*/ 9288370 w 9288370"/>
              <a:gd name="connsiteY59" fmla="*/ 0 h 1858154"/>
              <a:gd name="connsiteX60" fmla="*/ 0 w 9288370"/>
              <a:gd name="connsiteY60" fmla="*/ 0 h 1858154"/>
              <a:gd name="connsiteX61" fmla="*/ 0 w 9288370"/>
              <a:gd name="connsiteY61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249966 w 9288370"/>
              <a:gd name="connsiteY2" fmla="*/ 1724867 h 1858154"/>
              <a:gd name="connsiteX3" fmla="*/ 558534 w 9288370"/>
              <a:gd name="connsiteY3" fmla="*/ 1637261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456865 w 9288370"/>
              <a:gd name="connsiteY6" fmla="*/ 1510292 h 1858154"/>
              <a:gd name="connsiteX7" fmla="*/ 1463005 w 9288370"/>
              <a:gd name="connsiteY7" fmla="*/ 1511279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952094 w 9288370"/>
              <a:gd name="connsiteY51" fmla="*/ 409302 h 1858154"/>
              <a:gd name="connsiteX52" fmla="*/ 8231938 w 9288370"/>
              <a:gd name="connsiteY52" fmla="*/ 259259 h 1858154"/>
              <a:gd name="connsiteX53" fmla="*/ 8428864 w 9288370"/>
              <a:gd name="connsiteY53" fmla="*/ 208471 h 1858154"/>
              <a:gd name="connsiteX54" fmla="*/ 8616510 w 9288370"/>
              <a:gd name="connsiteY54" fmla="*/ 161973 h 1858154"/>
              <a:gd name="connsiteX55" fmla="*/ 8826766 w 9288370"/>
              <a:gd name="connsiteY55" fmla="*/ 152111 h 1858154"/>
              <a:gd name="connsiteX56" fmla="*/ 8917647 w 9288370"/>
              <a:gd name="connsiteY56" fmla="*/ 112232 h 1858154"/>
              <a:gd name="connsiteX57" fmla="*/ 9182272 w 9288370"/>
              <a:gd name="connsiteY57" fmla="*/ 37171 h 1858154"/>
              <a:gd name="connsiteX58" fmla="*/ 9232990 w 9288370"/>
              <a:gd name="connsiteY58" fmla="*/ 24074 h 1858154"/>
              <a:gd name="connsiteX59" fmla="*/ 9288370 w 9288370"/>
              <a:gd name="connsiteY59" fmla="*/ 0 h 1858154"/>
              <a:gd name="connsiteX60" fmla="*/ 0 w 9288370"/>
              <a:gd name="connsiteY60" fmla="*/ 0 h 1858154"/>
              <a:gd name="connsiteX61" fmla="*/ 0 w 9288370"/>
              <a:gd name="connsiteY61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249966 w 9288370"/>
              <a:gd name="connsiteY2" fmla="*/ 1724867 h 1858154"/>
              <a:gd name="connsiteX3" fmla="*/ 558534 w 9288370"/>
              <a:gd name="connsiteY3" fmla="*/ 1637261 h 1858154"/>
              <a:gd name="connsiteX4" fmla="*/ 763550 w 9288370"/>
              <a:gd name="connsiteY4" fmla="*/ 1533445 h 1858154"/>
              <a:gd name="connsiteX5" fmla="*/ 1186668 w 9288370"/>
              <a:gd name="connsiteY5" fmla="*/ 1521861 h 1858154"/>
              <a:gd name="connsiteX6" fmla="*/ 1456865 w 9288370"/>
              <a:gd name="connsiteY6" fmla="*/ 1510292 h 1858154"/>
              <a:gd name="connsiteX7" fmla="*/ 1463005 w 9288370"/>
              <a:gd name="connsiteY7" fmla="*/ 1511279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952094 w 9288370"/>
              <a:gd name="connsiteY51" fmla="*/ 409302 h 1858154"/>
              <a:gd name="connsiteX52" fmla="*/ 8231938 w 9288370"/>
              <a:gd name="connsiteY52" fmla="*/ 259259 h 1858154"/>
              <a:gd name="connsiteX53" fmla="*/ 8428864 w 9288370"/>
              <a:gd name="connsiteY53" fmla="*/ 208471 h 1858154"/>
              <a:gd name="connsiteX54" fmla="*/ 8616510 w 9288370"/>
              <a:gd name="connsiteY54" fmla="*/ 161973 h 1858154"/>
              <a:gd name="connsiteX55" fmla="*/ 8826766 w 9288370"/>
              <a:gd name="connsiteY55" fmla="*/ 152111 h 1858154"/>
              <a:gd name="connsiteX56" fmla="*/ 8917647 w 9288370"/>
              <a:gd name="connsiteY56" fmla="*/ 112232 h 1858154"/>
              <a:gd name="connsiteX57" fmla="*/ 9182272 w 9288370"/>
              <a:gd name="connsiteY57" fmla="*/ 37171 h 1858154"/>
              <a:gd name="connsiteX58" fmla="*/ 9232990 w 9288370"/>
              <a:gd name="connsiteY58" fmla="*/ 24074 h 1858154"/>
              <a:gd name="connsiteX59" fmla="*/ 9288370 w 9288370"/>
              <a:gd name="connsiteY59" fmla="*/ 0 h 1858154"/>
              <a:gd name="connsiteX60" fmla="*/ 0 w 9288370"/>
              <a:gd name="connsiteY60" fmla="*/ 0 h 1858154"/>
              <a:gd name="connsiteX61" fmla="*/ 0 w 9288370"/>
              <a:gd name="connsiteY61" fmla="*/ 1858154 h 1858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9288370" h="1858154">
                <a:moveTo>
                  <a:pt x="0" y="1858154"/>
                </a:moveTo>
                <a:lnTo>
                  <a:pt x="1049" y="1857909"/>
                </a:lnTo>
                <a:cubicBezTo>
                  <a:pt x="74675" y="1831386"/>
                  <a:pt x="98074" y="1825724"/>
                  <a:pt x="249966" y="1724867"/>
                </a:cubicBezTo>
                <a:cubicBezTo>
                  <a:pt x="388509" y="1671667"/>
                  <a:pt x="451632" y="1707071"/>
                  <a:pt x="558534" y="1637261"/>
                </a:cubicBezTo>
                <a:cubicBezTo>
                  <a:pt x="604971" y="1631857"/>
                  <a:pt x="689284" y="1553149"/>
                  <a:pt x="763550" y="1533445"/>
                </a:cubicBezTo>
                <a:cubicBezTo>
                  <a:pt x="822611" y="1530638"/>
                  <a:pt x="1097347" y="1540789"/>
                  <a:pt x="1186668" y="1521861"/>
                </a:cubicBezTo>
                <a:lnTo>
                  <a:pt x="1456865" y="1510292"/>
                </a:lnTo>
                <a:lnTo>
                  <a:pt x="1463005" y="1511279"/>
                </a:lnTo>
                <a:lnTo>
                  <a:pt x="1604999" y="1513599"/>
                </a:lnTo>
                <a:lnTo>
                  <a:pt x="1717911" y="1497764"/>
                </a:lnTo>
                <a:cubicBezTo>
                  <a:pt x="1743422" y="1488490"/>
                  <a:pt x="1730257" y="1478974"/>
                  <a:pt x="1794234" y="1464331"/>
                </a:cubicBezTo>
                <a:cubicBezTo>
                  <a:pt x="1842539" y="1428781"/>
                  <a:pt x="1920661" y="1445458"/>
                  <a:pt x="2101780" y="1409907"/>
                </a:cubicBezTo>
                <a:cubicBezTo>
                  <a:pt x="2138594" y="1385934"/>
                  <a:pt x="2193900" y="1407074"/>
                  <a:pt x="2244830" y="1388540"/>
                </a:cubicBezTo>
                <a:cubicBezTo>
                  <a:pt x="2310706" y="1379336"/>
                  <a:pt x="2366733" y="1379060"/>
                  <a:pt x="2428648" y="1372736"/>
                </a:cubicBezTo>
                <a:cubicBezTo>
                  <a:pt x="2495490" y="1364975"/>
                  <a:pt x="2599421" y="1346234"/>
                  <a:pt x="2645882" y="1341971"/>
                </a:cubicBezTo>
                <a:cubicBezTo>
                  <a:pt x="2670920" y="1340537"/>
                  <a:pt x="2669117" y="1348484"/>
                  <a:pt x="2707413" y="1347156"/>
                </a:cubicBezTo>
                <a:cubicBezTo>
                  <a:pt x="2743721" y="1324535"/>
                  <a:pt x="2798213" y="1353269"/>
                  <a:pt x="2843134" y="1323561"/>
                </a:cubicBezTo>
                <a:cubicBezTo>
                  <a:pt x="2859865" y="1315298"/>
                  <a:pt x="2912970" y="1306041"/>
                  <a:pt x="2923804" y="1314224"/>
                </a:cubicBezTo>
                <a:cubicBezTo>
                  <a:pt x="2935040" y="1314339"/>
                  <a:pt x="2947659" y="1308371"/>
                  <a:pt x="2953618" y="1318186"/>
                </a:cubicBezTo>
                <a:cubicBezTo>
                  <a:pt x="2963089" y="1329568"/>
                  <a:pt x="3000111" y="1302355"/>
                  <a:pt x="2995816" y="1318670"/>
                </a:cubicBezTo>
                <a:cubicBezTo>
                  <a:pt x="3062330" y="1309669"/>
                  <a:pt x="3244113" y="1294731"/>
                  <a:pt x="3352700" y="1264183"/>
                </a:cubicBezTo>
                <a:lnTo>
                  <a:pt x="3444611" y="1236739"/>
                </a:lnTo>
                <a:cubicBezTo>
                  <a:pt x="3513098" y="1213406"/>
                  <a:pt x="3581585" y="1223860"/>
                  <a:pt x="3650072" y="1217421"/>
                </a:cubicBezTo>
                <a:cubicBezTo>
                  <a:pt x="3683717" y="1219648"/>
                  <a:pt x="3669967" y="1235157"/>
                  <a:pt x="3707853" y="1241722"/>
                </a:cubicBezTo>
                <a:cubicBezTo>
                  <a:pt x="3753776" y="1247777"/>
                  <a:pt x="3884527" y="1250073"/>
                  <a:pt x="3925616" y="1253751"/>
                </a:cubicBezTo>
                <a:cubicBezTo>
                  <a:pt x="3936659" y="1256176"/>
                  <a:pt x="3949946" y="1252887"/>
                  <a:pt x="3954387" y="1263789"/>
                </a:cubicBezTo>
                <a:cubicBezTo>
                  <a:pt x="3962052" y="1276954"/>
                  <a:pt x="4002445" y="1257743"/>
                  <a:pt x="3995849" y="1272939"/>
                </a:cubicBezTo>
                <a:cubicBezTo>
                  <a:pt x="4024501" y="1259800"/>
                  <a:pt x="4044699" y="1287470"/>
                  <a:pt x="4067546" y="1294697"/>
                </a:cubicBezTo>
                <a:lnTo>
                  <a:pt x="4190310" y="1307786"/>
                </a:lnTo>
                <a:cubicBezTo>
                  <a:pt x="4201670" y="1307054"/>
                  <a:pt x="4216873" y="1303173"/>
                  <a:pt x="4230008" y="1303546"/>
                </a:cubicBezTo>
                <a:cubicBezTo>
                  <a:pt x="4327992" y="1270528"/>
                  <a:pt x="4508090" y="1267792"/>
                  <a:pt x="4575478" y="1261726"/>
                </a:cubicBezTo>
                <a:lnTo>
                  <a:pt x="4650026" y="1265798"/>
                </a:lnTo>
                <a:lnTo>
                  <a:pt x="4792008" y="1243899"/>
                </a:lnTo>
                <a:cubicBezTo>
                  <a:pt x="4864797" y="1217989"/>
                  <a:pt x="4892960" y="1244893"/>
                  <a:pt x="4954126" y="1204617"/>
                </a:cubicBezTo>
                <a:cubicBezTo>
                  <a:pt x="5072643" y="1179171"/>
                  <a:pt x="5136253" y="1145277"/>
                  <a:pt x="5309678" y="1128278"/>
                </a:cubicBezTo>
                <a:cubicBezTo>
                  <a:pt x="5365406" y="1122815"/>
                  <a:pt x="5419708" y="1103537"/>
                  <a:pt x="5474724" y="1091167"/>
                </a:cubicBezTo>
                <a:lnTo>
                  <a:pt x="5612132" y="1051509"/>
                </a:lnTo>
                <a:cubicBezTo>
                  <a:pt x="5662448" y="1045154"/>
                  <a:pt x="5747676" y="1053086"/>
                  <a:pt x="5776618" y="1053037"/>
                </a:cubicBezTo>
                <a:lnTo>
                  <a:pt x="5785786" y="1051213"/>
                </a:lnTo>
                <a:lnTo>
                  <a:pt x="5829381" y="1046878"/>
                </a:lnTo>
                <a:cubicBezTo>
                  <a:pt x="5855683" y="1045549"/>
                  <a:pt x="5917537" y="1045151"/>
                  <a:pt x="5943596" y="1043237"/>
                </a:cubicBezTo>
                <a:cubicBezTo>
                  <a:pt x="5955032" y="1029831"/>
                  <a:pt x="5969545" y="1030469"/>
                  <a:pt x="5985730" y="1035396"/>
                </a:cubicBezTo>
                <a:cubicBezTo>
                  <a:pt x="6020901" y="1022497"/>
                  <a:pt x="6059962" y="1025742"/>
                  <a:pt x="6103109" y="1019019"/>
                </a:cubicBezTo>
                <a:cubicBezTo>
                  <a:pt x="6142495" y="996126"/>
                  <a:pt x="6176341" y="992625"/>
                  <a:pt x="6222406" y="985341"/>
                </a:cubicBezTo>
                <a:cubicBezTo>
                  <a:pt x="6305000" y="965848"/>
                  <a:pt x="6389790" y="916113"/>
                  <a:pt x="6598672" y="902062"/>
                </a:cubicBezTo>
                <a:cubicBezTo>
                  <a:pt x="6696217" y="878308"/>
                  <a:pt x="6705019" y="864412"/>
                  <a:pt x="6766149" y="846132"/>
                </a:cubicBezTo>
                <a:cubicBezTo>
                  <a:pt x="6828622" y="816303"/>
                  <a:pt x="6844288" y="800250"/>
                  <a:pt x="6886312" y="781877"/>
                </a:cubicBezTo>
                <a:cubicBezTo>
                  <a:pt x="6904346" y="770915"/>
                  <a:pt x="6974811" y="693660"/>
                  <a:pt x="7006457" y="699758"/>
                </a:cubicBezTo>
                <a:cubicBezTo>
                  <a:pt x="7015878" y="688760"/>
                  <a:pt x="7169942" y="678731"/>
                  <a:pt x="7231643" y="640778"/>
                </a:cubicBezTo>
                <a:cubicBezTo>
                  <a:pt x="7291087" y="623099"/>
                  <a:pt x="7308597" y="611957"/>
                  <a:pt x="7363123" y="593682"/>
                </a:cubicBezTo>
                <a:cubicBezTo>
                  <a:pt x="7401879" y="595559"/>
                  <a:pt x="7517574" y="550445"/>
                  <a:pt x="7588368" y="531129"/>
                </a:cubicBezTo>
                <a:cubicBezTo>
                  <a:pt x="7669636" y="521516"/>
                  <a:pt x="7844833" y="454614"/>
                  <a:pt x="7952094" y="409302"/>
                </a:cubicBezTo>
                <a:cubicBezTo>
                  <a:pt x="8059356" y="363990"/>
                  <a:pt x="8146910" y="253405"/>
                  <a:pt x="8231938" y="259259"/>
                </a:cubicBezTo>
                <a:cubicBezTo>
                  <a:pt x="8305929" y="256630"/>
                  <a:pt x="8363222" y="225400"/>
                  <a:pt x="8428864" y="208471"/>
                </a:cubicBezTo>
                <a:cubicBezTo>
                  <a:pt x="8491413" y="192972"/>
                  <a:pt x="8456819" y="173248"/>
                  <a:pt x="8616510" y="161973"/>
                </a:cubicBezTo>
                <a:cubicBezTo>
                  <a:pt x="8658196" y="158015"/>
                  <a:pt x="8776576" y="160401"/>
                  <a:pt x="8826766" y="152111"/>
                </a:cubicBezTo>
                <a:lnTo>
                  <a:pt x="8917647" y="112232"/>
                </a:lnTo>
                <a:cubicBezTo>
                  <a:pt x="8976899" y="93075"/>
                  <a:pt x="9069756" y="89380"/>
                  <a:pt x="9182272" y="37171"/>
                </a:cubicBezTo>
                <a:cubicBezTo>
                  <a:pt x="9197307" y="35724"/>
                  <a:pt x="9214647" y="30863"/>
                  <a:pt x="9232990" y="24074"/>
                </a:cubicBezTo>
                <a:lnTo>
                  <a:pt x="9288370" y="0"/>
                </a:lnTo>
                <a:lnTo>
                  <a:pt x="0" y="0"/>
                </a:lnTo>
                <a:lnTo>
                  <a:pt x="0" y="1858154"/>
                </a:lnTo>
                <a:close/>
              </a:path>
            </a:pathLst>
          </a:custGeom>
          <a:blipFill>
            <a:blip r:embed="rId2"/>
            <a:tile tx="0" ty="0" sx="70000" sy="70000" flip="none" algn="tl"/>
          </a:blipFill>
          <a:ln w="12700" cap="flat" cmpd="sng" algn="ctr">
            <a:noFill/>
            <a:prstDash val="solid"/>
            <a:miter lim="800000"/>
          </a:ln>
          <a:effectLst>
            <a:innerShdw blurRad="63500" dist="12700" dir="5400000">
              <a:prstClr val="black">
                <a:alpha val="56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784E32B-BE49-459D-8E4C-E0678A8800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6869" y="0"/>
            <a:ext cx="4645131" cy="6362564"/>
          </a:xfrm>
          <a:custGeom>
            <a:avLst/>
            <a:gdLst>
              <a:gd name="connsiteX0" fmla="*/ 216571 w 4604550"/>
              <a:gd name="connsiteY0" fmla="*/ 0 h 6362564"/>
              <a:gd name="connsiteX1" fmla="*/ 4604550 w 4604550"/>
              <a:gd name="connsiteY1" fmla="*/ 0 h 6362564"/>
              <a:gd name="connsiteX2" fmla="*/ 4604550 w 4604550"/>
              <a:gd name="connsiteY2" fmla="*/ 6362564 h 6362564"/>
              <a:gd name="connsiteX3" fmla="*/ 0 w 4604550"/>
              <a:gd name="connsiteY3" fmla="*/ 6201770 h 6362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04550" h="6362564">
                <a:moveTo>
                  <a:pt x="216571" y="0"/>
                </a:moveTo>
                <a:lnTo>
                  <a:pt x="4604550" y="0"/>
                </a:lnTo>
                <a:lnTo>
                  <a:pt x="4604550" y="6362564"/>
                </a:lnTo>
                <a:lnTo>
                  <a:pt x="0" y="6201770"/>
                </a:lnTo>
                <a:close/>
              </a:path>
            </a:pathLst>
          </a:custGeom>
          <a:solidFill>
            <a:srgbClr val="EFEEE9"/>
          </a:solidFill>
          <a:ln w="12700" cap="flat" cmpd="sng" algn="ctr">
            <a:noFill/>
            <a:prstDash val="solid"/>
            <a:miter lim="800000"/>
          </a:ln>
          <a:effectLst>
            <a:outerShdw blurRad="635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A display of stack of bread">
            <a:extLst>
              <a:ext uri="{FF2B5EF4-FFF2-40B4-BE49-F238E27FC236}">
                <a16:creationId xmlns:a16="http://schemas.microsoft.com/office/drawing/2014/main" id="{F97B40D6-A292-2AFB-71D7-A493CCD0BB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108" r="20525" b="1"/>
          <a:stretch>
            <a:fillRect/>
          </a:stretch>
        </p:blipFill>
        <p:spPr>
          <a:xfrm>
            <a:off x="7697843" y="10"/>
            <a:ext cx="4494157" cy="6202075"/>
          </a:xfrm>
          <a:custGeom>
            <a:avLst/>
            <a:gdLst/>
            <a:ahLst/>
            <a:cxnLst/>
            <a:rect l="l" t="t" r="r" b="b"/>
            <a:pathLst>
              <a:path w="4494157" h="6202085">
                <a:moveTo>
                  <a:pt x="212306" y="0"/>
                </a:moveTo>
                <a:lnTo>
                  <a:pt x="4494157" y="0"/>
                </a:lnTo>
                <a:lnTo>
                  <a:pt x="4494157" y="6202085"/>
                </a:lnTo>
                <a:lnTo>
                  <a:pt x="4001818" y="6184950"/>
                </a:lnTo>
                <a:cubicBezTo>
                  <a:pt x="2350856" y="6127297"/>
                  <a:pt x="699950" y="6068088"/>
                  <a:pt x="35951" y="6041785"/>
                </a:cubicBezTo>
                <a:cubicBezTo>
                  <a:pt x="15395" y="6040950"/>
                  <a:pt x="-645" y="6023705"/>
                  <a:pt x="20" y="6003145"/>
                </a:cubicBez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D93C23-F23D-3CBC-B35D-B9BCE7CB7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1" y="725469"/>
            <a:ext cx="7143429" cy="1706583"/>
          </a:xfrm>
        </p:spPr>
        <p:txBody>
          <a:bodyPr anchor="ctr">
            <a:normAutofit/>
          </a:bodyPr>
          <a:lstStyle/>
          <a:p>
            <a:r>
              <a:rPr lang="en-US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46291-0B0B-4978-548B-B622694C0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2810013"/>
            <a:ext cx="5925312" cy="3883395"/>
          </a:xfrm>
        </p:spPr>
        <p:txBody>
          <a:bodyPr anchor="ctr"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/>
              <a:t>Inspect high-risk product categories that are specified by targeting.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/>
              <a:t>Heighten the enforcement of allergen labelling for bakery and prepared foods.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/>
              <a:t>Conduct focused audits in origin countries that have been repeatedly flagged.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/>
              <a:t>Extend the monitoring period to the months with the highest occurrence of incidents.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/>
              <a:t>Set better reporting standards to do away with the inconsistent categorisations.</a:t>
            </a:r>
          </a:p>
        </p:txBody>
      </p:sp>
    </p:spTree>
    <p:extLst>
      <p:ext uri="{BB962C8B-B14F-4D97-AF65-F5344CB8AC3E}">
        <p14:creationId xmlns:p14="http://schemas.microsoft.com/office/powerpoint/2010/main" val="25732706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441B98B-6E41-475D-97DA-426952893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E479B5C-2CB5-4B9A-901A-FB1FE2E35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179475"/>
          </a:xfrm>
          <a:custGeom>
            <a:avLst/>
            <a:gdLst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93343 w 12192000"/>
              <a:gd name="connsiteY106" fmla="*/ 1664672 h 2237474"/>
              <a:gd name="connsiteX107" fmla="*/ 6380457 w 12192000"/>
              <a:gd name="connsiteY107" fmla="*/ 1662376 h 2237474"/>
              <a:gd name="connsiteX108" fmla="*/ 6280959 w 12192000"/>
              <a:gd name="connsiteY108" fmla="*/ 1689329 h 2237474"/>
              <a:gd name="connsiteX109" fmla="*/ 6266765 w 12192000"/>
              <a:gd name="connsiteY109" fmla="*/ 1695560 h 2237474"/>
              <a:gd name="connsiteX110" fmla="*/ 6255823 w 12192000"/>
              <a:gd name="connsiteY110" fmla="*/ 1704850 h 2237474"/>
              <a:gd name="connsiteX111" fmla="*/ 6098321 w 12192000"/>
              <a:gd name="connsiteY111" fmla="*/ 1721646 h 2237474"/>
              <a:gd name="connsiteX112" fmla="*/ 5880652 w 12192000"/>
              <a:gd name="connsiteY112" fmla="*/ 1779643 h 2237474"/>
              <a:gd name="connsiteX113" fmla="*/ 5785959 w 12192000"/>
              <a:gd name="connsiteY113" fmla="*/ 1775307 h 2237474"/>
              <a:gd name="connsiteX114" fmla="*/ 5643534 w 12192000"/>
              <a:gd name="connsiteY114" fmla="*/ 1802919 h 2237474"/>
              <a:gd name="connsiteX115" fmla="*/ 5518799 w 12192000"/>
              <a:gd name="connsiteY115" fmla="*/ 1818312 h 2237474"/>
              <a:gd name="connsiteX116" fmla="*/ 5505014 w 12192000"/>
              <a:gd name="connsiteY116" fmla="*/ 1819259 h 2237474"/>
              <a:gd name="connsiteX117" fmla="*/ 5499949 w 12192000"/>
              <a:gd name="connsiteY117" fmla="*/ 1814490 h 2237474"/>
              <a:gd name="connsiteX118" fmla="*/ 5453307 w 12192000"/>
              <a:gd name="connsiteY118" fmla="*/ 1815450 h 2237474"/>
              <a:gd name="connsiteX119" fmla="*/ 5364192 w 12192000"/>
              <a:gd name="connsiteY119" fmla="*/ 1826074 h 2237474"/>
              <a:gd name="connsiteX120" fmla="*/ 5350380 w 12192000"/>
              <a:gd name="connsiteY120" fmla="*/ 1830891 h 2237474"/>
              <a:gd name="connsiteX121" fmla="*/ 5259633 w 12192000"/>
              <a:gd name="connsiteY121" fmla="*/ 1837160 h 2237474"/>
              <a:gd name="connsiteX122" fmla="*/ 5197513 w 12192000"/>
              <a:gd name="connsiteY122" fmla="*/ 1844718 h 2237474"/>
              <a:gd name="connsiteX123" fmla="*/ 5184170 w 12192000"/>
              <a:gd name="connsiteY123" fmla="*/ 1849402 h 2237474"/>
              <a:gd name="connsiteX124" fmla="*/ 5168852 w 12192000"/>
              <a:gd name="connsiteY124" fmla="*/ 1844846 h 2237474"/>
              <a:gd name="connsiteX125" fmla="*/ 5164370 w 12192000"/>
              <a:gd name="connsiteY125" fmla="*/ 1840597 h 2237474"/>
              <a:gd name="connsiteX126" fmla="*/ 5114927 w 12192000"/>
              <a:gd name="connsiteY126" fmla="*/ 1847827 h 2237474"/>
              <a:gd name="connsiteX127" fmla="*/ 5108970 w 12192000"/>
              <a:gd name="connsiteY127" fmla="*/ 1847935 h 2237474"/>
              <a:gd name="connsiteX128" fmla="*/ 5067961 w 12192000"/>
              <a:gd name="connsiteY128" fmla="*/ 1845917 h 2237474"/>
              <a:gd name="connsiteX129" fmla="*/ 5007075 w 12192000"/>
              <a:gd name="connsiteY129" fmla="*/ 1838626 h 2237474"/>
              <a:gd name="connsiteX130" fmla="*/ 4944087 w 12192000"/>
              <a:gd name="connsiteY130" fmla="*/ 1823332 h 2237474"/>
              <a:gd name="connsiteX131" fmla="*/ 4907662 w 12192000"/>
              <a:gd name="connsiteY131" fmla="*/ 1816900 h 2237474"/>
              <a:gd name="connsiteX132" fmla="*/ 4882386 w 12192000"/>
              <a:gd name="connsiteY132" fmla="*/ 1809844 h 2237474"/>
              <a:gd name="connsiteX133" fmla="*/ 4811440 w 12192000"/>
              <a:gd name="connsiteY133" fmla="*/ 1804655 h 2237474"/>
              <a:gd name="connsiteX134" fmla="*/ 4691075 w 12192000"/>
              <a:gd name="connsiteY134" fmla="*/ 1801389 h 2237474"/>
              <a:gd name="connsiteX135" fmla="*/ 4647449 w 12192000"/>
              <a:gd name="connsiteY135" fmla="*/ 1793181 h 2237474"/>
              <a:gd name="connsiteX136" fmla="*/ 4645504 w 12192000"/>
              <a:gd name="connsiteY136" fmla="*/ 1787606 h 2237474"/>
              <a:gd name="connsiteX137" fmla="*/ 4632229 w 12192000"/>
              <a:gd name="connsiteY137" fmla="*/ 1785815 h 2237474"/>
              <a:gd name="connsiteX138" fmla="*/ 4629273 w 12192000"/>
              <a:gd name="connsiteY138" fmla="*/ 1784355 h 2237474"/>
              <a:gd name="connsiteX139" fmla="*/ 4611738 w 12192000"/>
              <a:gd name="connsiteY139" fmla="*/ 1776964 h 2237474"/>
              <a:gd name="connsiteX140" fmla="*/ 4560070 w 12192000"/>
              <a:gd name="connsiteY140" fmla="*/ 1785640 h 2237474"/>
              <a:gd name="connsiteX141" fmla="*/ 4536503 w 12192000"/>
              <a:gd name="connsiteY141" fmla="*/ 1785334 h 2237474"/>
              <a:gd name="connsiteX142" fmla="*/ 4513724 w 12192000"/>
              <a:gd name="connsiteY142" fmla="*/ 1791996 h 2237474"/>
              <a:gd name="connsiteX143" fmla="*/ 4501513 w 12192000"/>
              <a:gd name="connsiteY143" fmla="*/ 1799835 h 2237474"/>
              <a:gd name="connsiteX144" fmla="*/ 4459076 w 12192000"/>
              <a:gd name="connsiteY144" fmla="*/ 1813003 h 2237474"/>
              <a:gd name="connsiteX145" fmla="*/ 4459810 w 12192000"/>
              <a:gd name="connsiteY145" fmla="*/ 1797886 h 2237474"/>
              <a:gd name="connsiteX146" fmla="*/ 4379064 w 12192000"/>
              <a:gd name="connsiteY146" fmla="*/ 1817177 h 2237474"/>
              <a:gd name="connsiteX147" fmla="*/ 4319209 w 12192000"/>
              <a:gd name="connsiteY147" fmla="*/ 1834833 h 2237474"/>
              <a:gd name="connsiteX148" fmla="*/ 4306907 w 12192000"/>
              <a:gd name="connsiteY148" fmla="*/ 1841641 h 2237474"/>
              <a:gd name="connsiteX149" fmla="*/ 4290981 w 12192000"/>
              <a:gd name="connsiteY149" fmla="*/ 1839677 h 2237474"/>
              <a:gd name="connsiteX150" fmla="*/ 4285792 w 12192000"/>
              <a:gd name="connsiteY150" fmla="*/ 1836231 h 2237474"/>
              <a:gd name="connsiteX151" fmla="*/ 4238372 w 12192000"/>
              <a:gd name="connsiteY151" fmla="*/ 1851480 h 2237474"/>
              <a:gd name="connsiteX152" fmla="*/ 4232517 w 12192000"/>
              <a:gd name="connsiteY152" fmla="*/ 1852567 h 2237474"/>
              <a:gd name="connsiteX153" fmla="*/ 4191732 w 12192000"/>
              <a:gd name="connsiteY153" fmla="*/ 1857328 h 2237474"/>
              <a:gd name="connsiteX154" fmla="*/ 4065532 w 12192000"/>
              <a:gd name="connsiteY154" fmla="*/ 1855477 h 2237474"/>
              <a:gd name="connsiteX155" fmla="*/ 4028460 w 12192000"/>
              <a:gd name="connsiteY155" fmla="*/ 1855137 h 2237474"/>
              <a:gd name="connsiteX156" fmla="*/ 4002267 w 12192000"/>
              <a:gd name="connsiteY156" fmla="*/ 1852352 h 2237474"/>
              <a:gd name="connsiteX157" fmla="*/ 3931396 w 12192000"/>
              <a:gd name="connsiteY157" fmla="*/ 1858915 h 2237474"/>
              <a:gd name="connsiteX158" fmla="*/ 3812162 w 12192000"/>
              <a:gd name="connsiteY158" fmla="*/ 1875501 h 2237474"/>
              <a:gd name="connsiteX159" fmla="*/ 3767672 w 12192000"/>
              <a:gd name="connsiteY159" fmla="*/ 1874600 h 2237474"/>
              <a:gd name="connsiteX160" fmla="*/ 3764741 w 12192000"/>
              <a:gd name="connsiteY160" fmla="*/ 1869433 h 2237474"/>
              <a:gd name="connsiteX161" fmla="*/ 3751332 w 12192000"/>
              <a:gd name="connsiteY161" fmla="*/ 1869854 h 2237474"/>
              <a:gd name="connsiteX162" fmla="*/ 3748155 w 12192000"/>
              <a:gd name="connsiteY162" fmla="*/ 1868903 h 2237474"/>
              <a:gd name="connsiteX163" fmla="*/ 3729530 w 12192000"/>
              <a:gd name="connsiteY163" fmla="*/ 1864513 h 2237474"/>
              <a:gd name="connsiteX164" fmla="*/ 3680177 w 12192000"/>
              <a:gd name="connsiteY164" fmla="*/ 1881552 h 2237474"/>
              <a:gd name="connsiteX165" fmla="*/ 3567259 w 12192000"/>
              <a:gd name="connsiteY165" fmla="*/ 1893482 h 2237474"/>
              <a:gd name="connsiteX166" fmla="*/ 3405770 w 12192000"/>
              <a:gd name="connsiteY166" fmla="*/ 1904591 h 2237474"/>
              <a:gd name="connsiteX167" fmla="*/ 3280097 w 12192000"/>
              <a:gd name="connsiteY167" fmla="*/ 1919610 h 2237474"/>
              <a:gd name="connsiteX168" fmla="*/ 3123424 w 12192000"/>
              <a:gd name="connsiteY168" fmla="*/ 1952930 h 2237474"/>
              <a:gd name="connsiteX169" fmla="*/ 3009910 w 12192000"/>
              <a:gd name="connsiteY169" fmla="*/ 1957866 h 2237474"/>
              <a:gd name="connsiteX170" fmla="*/ 2995934 w 12192000"/>
              <a:gd name="connsiteY170" fmla="*/ 1967085 h 2237474"/>
              <a:gd name="connsiteX171" fmla="*/ 2980071 w 12192000"/>
              <a:gd name="connsiteY171" fmla="*/ 1972988 h 2237474"/>
              <a:gd name="connsiteX172" fmla="*/ 2978094 w 12192000"/>
              <a:gd name="connsiteY172" fmla="*/ 1972369 h 2237474"/>
              <a:gd name="connsiteX173" fmla="*/ 2942858 w 12192000"/>
              <a:gd name="connsiteY173" fmla="*/ 1981367 h 2237474"/>
              <a:gd name="connsiteX174" fmla="*/ 2875436 w 12192000"/>
              <a:gd name="connsiteY174" fmla="*/ 1996977 h 2237474"/>
              <a:gd name="connsiteX175" fmla="*/ 2874892 w 12192000"/>
              <a:gd name="connsiteY175" fmla="*/ 1996085 h 2237474"/>
              <a:gd name="connsiteX176" fmla="*/ 2864145 w 12192000"/>
              <a:gd name="connsiteY176" fmla="*/ 1994061 h 2237474"/>
              <a:gd name="connsiteX177" fmla="*/ 2843662 w 12192000"/>
              <a:gd name="connsiteY177" fmla="*/ 1992498 h 2237474"/>
              <a:gd name="connsiteX178" fmla="*/ 2796128 w 12192000"/>
              <a:gd name="connsiteY178" fmla="*/ 1976403 h 2237474"/>
              <a:gd name="connsiteX179" fmla="*/ 2756784 w 12192000"/>
              <a:gd name="connsiteY179" fmla="*/ 1985116 h 2237474"/>
              <a:gd name="connsiteX180" fmla="*/ 2748833 w 12192000"/>
              <a:gd name="connsiteY180" fmla="*/ 1986323 h 2237474"/>
              <a:gd name="connsiteX181" fmla="*/ 2748661 w 12192000"/>
              <a:gd name="connsiteY181" fmla="*/ 1986122 h 2237474"/>
              <a:gd name="connsiteX182" fmla="*/ 2740251 w 12192000"/>
              <a:gd name="connsiteY182" fmla="*/ 1986946 h 2237474"/>
              <a:gd name="connsiteX183" fmla="*/ 2718916 w 12192000"/>
              <a:gd name="connsiteY183" fmla="*/ 1990867 h 2237474"/>
              <a:gd name="connsiteX184" fmla="*/ 2713522 w 12192000"/>
              <a:gd name="connsiteY184" fmla="*/ 1990173 h 2237474"/>
              <a:gd name="connsiteX185" fmla="*/ 2680597 w 12192000"/>
              <a:gd name="connsiteY185" fmla="*/ 1984996 h 2237474"/>
              <a:gd name="connsiteX186" fmla="*/ 2578178 w 12192000"/>
              <a:gd name="connsiteY186" fmla="*/ 1990531 h 2237474"/>
              <a:gd name="connsiteX187" fmla="*/ 2476147 w 12192000"/>
              <a:gd name="connsiteY187" fmla="*/ 1998305 h 2237474"/>
              <a:gd name="connsiteX188" fmla="*/ 2373568 w 12192000"/>
              <a:gd name="connsiteY188" fmla="*/ 2003219 h 2237474"/>
              <a:gd name="connsiteX189" fmla="*/ 2321399 w 12192000"/>
              <a:gd name="connsiteY189" fmla="*/ 1989467 h 2237474"/>
              <a:gd name="connsiteX190" fmla="*/ 2315525 w 12192000"/>
              <a:gd name="connsiteY190" fmla="*/ 1989708 h 2237474"/>
              <a:gd name="connsiteX191" fmla="*/ 2300792 w 12192000"/>
              <a:gd name="connsiteY191" fmla="*/ 1994290 h 2237474"/>
              <a:gd name="connsiteX192" fmla="*/ 2295469 w 12192000"/>
              <a:gd name="connsiteY192" fmla="*/ 1996659 h 2237474"/>
              <a:gd name="connsiteX193" fmla="*/ 2287219 w 12192000"/>
              <a:gd name="connsiteY193" fmla="*/ 1998750 h 2237474"/>
              <a:gd name="connsiteX194" fmla="*/ 2286948 w 12192000"/>
              <a:gd name="connsiteY194" fmla="*/ 1998596 h 2237474"/>
              <a:gd name="connsiteX195" fmla="*/ 2243069 w 12192000"/>
              <a:gd name="connsiteY195" fmla="*/ 2015111 h 2237474"/>
              <a:gd name="connsiteX196" fmla="*/ 2186609 w 12192000"/>
              <a:gd name="connsiteY196" fmla="*/ 2008263 h 2237474"/>
              <a:gd name="connsiteX197" fmla="*/ 2164831 w 12192000"/>
              <a:gd name="connsiteY197" fmla="*/ 2010143 h 2237474"/>
              <a:gd name="connsiteX198" fmla="*/ 2152836 w 12192000"/>
              <a:gd name="connsiteY198" fmla="*/ 2010048 h 2237474"/>
              <a:gd name="connsiteX199" fmla="*/ 2117102 w 12192000"/>
              <a:gd name="connsiteY199" fmla="*/ 2023004 h 2237474"/>
              <a:gd name="connsiteX200" fmla="*/ 2111935 w 12192000"/>
              <a:gd name="connsiteY200" fmla="*/ 2023163 h 2237474"/>
              <a:gd name="connsiteX201" fmla="*/ 2089991 w 12192000"/>
              <a:gd name="connsiteY201" fmla="*/ 2034193 h 2237474"/>
              <a:gd name="connsiteX202" fmla="*/ 2058061 w 12192000"/>
              <a:gd name="connsiteY202" fmla="*/ 2047942 h 2237474"/>
              <a:gd name="connsiteX203" fmla="*/ 2055737 w 12192000"/>
              <a:gd name="connsiteY203" fmla="*/ 2047704 h 2237474"/>
              <a:gd name="connsiteX204" fmla="*/ 2042244 w 12192000"/>
              <a:gd name="connsiteY204" fmla="*/ 2055560 h 2237474"/>
              <a:gd name="connsiteX205" fmla="*/ 1976224 w 12192000"/>
              <a:gd name="connsiteY205" fmla="*/ 2074257 h 2237474"/>
              <a:gd name="connsiteX206" fmla="*/ 1877728 w 12192000"/>
              <a:gd name="connsiteY206" fmla="*/ 2101004 h 2237474"/>
              <a:gd name="connsiteX207" fmla="*/ 1759056 w 12192000"/>
              <a:gd name="connsiteY207" fmla="*/ 2125608 h 2237474"/>
              <a:gd name="connsiteX208" fmla="*/ 1637948 w 12192000"/>
              <a:gd name="connsiteY208" fmla="*/ 2172597 h 2237474"/>
              <a:gd name="connsiteX209" fmla="*/ 1434549 w 12192000"/>
              <a:gd name="connsiteY209" fmla="*/ 2234522 h 2237474"/>
              <a:gd name="connsiteX210" fmla="*/ 1398481 w 12192000"/>
              <a:gd name="connsiteY210" fmla="*/ 2237074 h 2237474"/>
              <a:gd name="connsiteX211" fmla="*/ 1398407 w 12192000"/>
              <a:gd name="connsiteY211" fmla="*/ 2237095 h 2237474"/>
              <a:gd name="connsiteX212" fmla="*/ 1370962 w 12192000"/>
              <a:gd name="connsiteY212" fmla="*/ 2237474 h 2237474"/>
              <a:gd name="connsiteX213" fmla="*/ 1356367 w 12192000"/>
              <a:gd name="connsiteY213" fmla="*/ 2235089 h 2237474"/>
              <a:gd name="connsiteX214" fmla="*/ 1324828 w 12192000"/>
              <a:gd name="connsiteY214" fmla="*/ 2231968 h 2237474"/>
              <a:gd name="connsiteX215" fmla="*/ 1297744 w 12192000"/>
              <a:gd name="connsiteY215" fmla="*/ 2235849 h 2237474"/>
              <a:gd name="connsiteX216" fmla="*/ 1286236 w 12192000"/>
              <a:gd name="connsiteY216" fmla="*/ 2233135 h 2237474"/>
              <a:gd name="connsiteX217" fmla="*/ 1283504 w 12192000"/>
              <a:gd name="connsiteY217" fmla="*/ 2233797 h 2237474"/>
              <a:gd name="connsiteX218" fmla="*/ 1279765 w 12192000"/>
              <a:gd name="connsiteY218" fmla="*/ 2229639 h 2237474"/>
              <a:gd name="connsiteX219" fmla="*/ 1195347 w 12192000"/>
              <a:gd name="connsiteY219" fmla="*/ 2212354 h 2237474"/>
              <a:gd name="connsiteX220" fmla="*/ 970251 w 12192000"/>
              <a:gd name="connsiteY220" fmla="*/ 2221029 h 2237474"/>
              <a:gd name="connsiteX221" fmla="*/ 812914 w 12192000"/>
              <a:gd name="connsiteY221" fmla="*/ 2202752 h 2237474"/>
              <a:gd name="connsiteX222" fmla="*/ 800195 w 12192000"/>
              <a:gd name="connsiteY222" fmla="*/ 2209407 h 2237474"/>
              <a:gd name="connsiteX223" fmla="*/ 784978 w 12192000"/>
              <a:gd name="connsiteY223" fmla="*/ 2212360 h 2237474"/>
              <a:gd name="connsiteX224" fmla="*/ 681987 w 12192000"/>
              <a:gd name="connsiteY224" fmla="*/ 2216757 h 2237474"/>
              <a:gd name="connsiteX225" fmla="*/ 669923 w 12192000"/>
              <a:gd name="connsiteY225" fmla="*/ 2211682 h 2237474"/>
              <a:gd name="connsiteX226" fmla="*/ 648680 w 12192000"/>
              <a:gd name="connsiteY226" fmla="*/ 2206229 h 2237474"/>
              <a:gd name="connsiteX227" fmla="*/ 597225 w 12192000"/>
              <a:gd name="connsiteY227" fmla="*/ 2180999 h 2237474"/>
              <a:gd name="connsiteX228" fmla="*/ 558449 w 12192000"/>
              <a:gd name="connsiteY228" fmla="*/ 2182346 h 2237474"/>
              <a:gd name="connsiteX229" fmla="*/ 550517 w 12192000"/>
              <a:gd name="connsiteY229" fmla="*/ 2182060 h 2237474"/>
              <a:gd name="connsiteX230" fmla="*/ 550309 w 12192000"/>
              <a:gd name="connsiteY230" fmla="*/ 2181825 h 2237474"/>
              <a:gd name="connsiteX231" fmla="*/ 541836 w 12192000"/>
              <a:gd name="connsiteY231" fmla="*/ 2181063 h 2237474"/>
              <a:gd name="connsiteX232" fmla="*/ 536057 w 12192000"/>
              <a:gd name="connsiteY232" fmla="*/ 2181537 h 2237474"/>
              <a:gd name="connsiteX233" fmla="*/ 520671 w 12192000"/>
              <a:gd name="connsiteY233" fmla="*/ 2180980 h 2237474"/>
              <a:gd name="connsiteX234" fmla="*/ 515024 w 12192000"/>
              <a:gd name="connsiteY234" fmla="*/ 2179258 h 2237474"/>
              <a:gd name="connsiteX235" fmla="*/ 512278 w 12192000"/>
              <a:gd name="connsiteY235" fmla="*/ 2176369 h 2237474"/>
              <a:gd name="connsiteX236" fmla="*/ 480419 w 12192000"/>
              <a:gd name="connsiteY236" fmla="*/ 2167807 h 2237474"/>
              <a:gd name="connsiteX237" fmla="*/ 413835 w 12192000"/>
              <a:gd name="connsiteY237" fmla="*/ 2156783 h 2237474"/>
              <a:gd name="connsiteX238" fmla="*/ 376513 w 12192000"/>
              <a:gd name="connsiteY238" fmla="*/ 2154014 h 2237474"/>
              <a:gd name="connsiteX239" fmla="*/ 273386 w 12192000"/>
              <a:gd name="connsiteY239" fmla="*/ 2142551 h 2237474"/>
              <a:gd name="connsiteX240" fmla="*/ 169207 w 12192000"/>
              <a:gd name="connsiteY240" fmla="*/ 2128100 h 2237474"/>
              <a:gd name="connsiteX241" fmla="*/ 93149 w 12192000"/>
              <a:gd name="connsiteY241" fmla="*/ 2105324 h 2237474"/>
              <a:gd name="connsiteX242" fmla="*/ 88109 w 12192000"/>
              <a:gd name="connsiteY242" fmla="*/ 2106704 h 2237474"/>
              <a:gd name="connsiteX243" fmla="*/ 80022 w 12192000"/>
              <a:gd name="connsiteY243" fmla="*/ 2107254 h 2237474"/>
              <a:gd name="connsiteX244" fmla="*/ 79717 w 12192000"/>
              <a:gd name="connsiteY244" fmla="*/ 2107046 h 2237474"/>
              <a:gd name="connsiteX245" fmla="*/ 72352 w 12192000"/>
              <a:gd name="connsiteY245" fmla="*/ 2107991 h 2237474"/>
              <a:gd name="connsiteX246" fmla="*/ 37645 w 12192000"/>
              <a:gd name="connsiteY246" fmla="*/ 2115401 h 2237474"/>
              <a:gd name="connsiteX247" fmla="*/ 4572 w 12192000"/>
              <a:gd name="connsiteY247" fmla="*/ 2111091 h 2237474"/>
              <a:gd name="connsiteX248" fmla="*/ 0 w 12192000"/>
              <a:gd name="connsiteY248" fmla="*/ 2110468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93343 w 12192000"/>
              <a:gd name="connsiteY106" fmla="*/ 1664672 h 2237474"/>
              <a:gd name="connsiteX107" fmla="*/ 6380457 w 12192000"/>
              <a:gd name="connsiteY107" fmla="*/ 1662376 h 2237474"/>
              <a:gd name="connsiteX108" fmla="*/ 6280959 w 12192000"/>
              <a:gd name="connsiteY108" fmla="*/ 1689329 h 2237474"/>
              <a:gd name="connsiteX109" fmla="*/ 6266765 w 12192000"/>
              <a:gd name="connsiteY109" fmla="*/ 1695560 h 2237474"/>
              <a:gd name="connsiteX110" fmla="*/ 6255823 w 12192000"/>
              <a:gd name="connsiteY110" fmla="*/ 1704850 h 2237474"/>
              <a:gd name="connsiteX111" fmla="*/ 6098321 w 12192000"/>
              <a:gd name="connsiteY111" fmla="*/ 1721646 h 2237474"/>
              <a:gd name="connsiteX112" fmla="*/ 5880652 w 12192000"/>
              <a:gd name="connsiteY112" fmla="*/ 1779643 h 2237474"/>
              <a:gd name="connsiteX113" fmla="*/ 5785959 w 12192000"/>
              <a:gd name="connsiteY113" fmla="*/ 1775307 h 2237474"/>
              <a:gd name="connsiteX114" fmla="*/ 5643534 w 12192000"/>
              <a:gd name="connsiteY114" fmla="*/ 1802919 h 2237474"/>
              <a:gd name="connsiteX115" fmla="*/ 5518799 w 12192000"/>
              <a:gd name="connsiteY115" fmla="*/ 1818312 h 2237474"/>
              <a:gd name="connsiteX116" fmla="*/ 5505014 w 12192000"/>
              <a:gd name="connsiteY116" fmla="*/ 1819259 h 2237474"/>
              <a:gd name="connsiteX117" fmla="*/ 5499949 w 12192000"/>
              <a:gd name="connsiteY117" fmla="*/ 1814490 h 2237474"/>
              <a:gd name="connsiteX118" fmla="*/ 5453307 w 12192000"/>
              <a:gd name="connsiteY118" fmla="*/ 1815450 h 2237474"/>
              <a:gd name="connsiteX119" fmla="*/ 5364192 w 12192000"/>
              <a:gd name="connsiteY119" fmla="*/ 1826074 h 2237474"/>
              <a:gd name="connsiteX120" fmla="*/ 5350380 w 12192000"/>
              <a:gd name="connsiteY120" fmla="*/ 1830891 h 2237474"/>
              <a:gd name="connsiteX121" fmla="*/ 5259633 w 12192000"/>
              <a:gd name="connsiteY121" fmla="*/ 1837160 h 2237474"/>
              <a:gd name="connsiteX122" fmla="*/ 5197513 w 12192000"/>
              <a:gd name="connsiteY122" fmla="*/ 1844718 h 2237474"/>
              <a:gd name="connsiteX123" fmla="*/ 5184170 w 12192000"/>
              <a:gd name="connsiteY123" fmla="*/ 1849402 h 2237474"/>
              <a:gd name="connsiteX124" fmla="*/ 5168852 w 12192000"/>
              <a:gd name="connsiteY124" fmla="*/ 1844846 h 2237474"/>
              <a:gd name="connsiteX125" fmla="*/ 5164370 w 12192000"/>
              <a:gd name="connsiteY125" fmla="*/ 1840597 h 2237474"/>
              <a:gd name="connsiteX126" fmla="*/ 5114927 w 12192000"/>
              <a:gd name="connsiteY126" fmla="*/ 1847827 h 2237474"/>
              <a:gd name="connsiteX127" fmla="*/ 5108970 w 12192000"/>
              <a:gd name="connsiteY127" fmla="*/ 1847935 h 2237474"/>
              <a:gd name="connsiteX128" fmla="*/ 5067961 w 12192000"/>
              <a:gd name="connsiteY128" fmla="*/ 1845917 h 2237474"/>
              <a:gd name="connsiteX129" fmla="*/ 5007075 w 12192000"/>
              <a:gd name="connsiteY129" fmla="*/ 1838626 h 2237474"/>
              <a:gd name="connsiteX130" fmla="*/ 4944087 w 12192000"/>
              <a:gd name="connsiteY130" fmla="*/ 1823332 h 2237474"/>
              <a:gd name="connsiteX131" fmla="*/ 4907662 w 12192000"/>
              <a:gd name="connsiteY131" fmla="*/ 1816900 h 2237474"/>
              <a:gd name="connsiteX132" fmla="*/ 4882386 w 12192000"/>
              <a:gd name="connsiteY132" fmla="*/ 1809844 h 2237474"/>
              <a:gd name="connsiteX133" fmla="*/ 4811440 w 12192000"/>
              <a:gd name="connsiteY133" fmla="*/ 1804655 h 2237474"/>
              <a:gd name="connsiteX134" fmla="*/ 4691075 w 12192000"/>
              <a:gd name="connsiteY134" fmla="*/ 1801389 h 2237474"/>
              <a:gd name="connsiteX135" fmla="*/ 4647449 w 12192000"/>
              <a:gd name="connsiteY135" fmla="*/ 1793181 h 2237474"/>
              <a:gd name="connsiteX136" fmla="*/ 4645504 w 12192000"/>
              <a:gd name="connsiteY136" fmla="*/ 1787606 h 2237474"/>
              <a:gd name="connsiteX137" fmla="*/ 4632229 w 12192000"/>
              <a:gd name="connsiteY137" fmla="*/ 1785815 h 2237474"/>
              <a:gd name="connsiteX138" fmla="*/ 4629273 w 12192000"/>
              <a:gd name="connsiteY138" fmla="*/ 1784355 h 2237474"/>
              <a:gd name="connsiteX139" fmla="*/ 4611738 w 12192000"/>
              <a:gd name="connsiteY139" fmla="*/ 1776964 h 2237474"/>
              <a:gd name="connsiteX140" fmla="*/ 4560070 w 12192000"/>
              <a:gd name="connsiteY140" fmla="*/ 1785640 h 2237474"/>
              <a:gd name="connsiteX141" fmla="*/ 4536503 w 12192000"/>
              <a:gd name="connsiteY141" fmla="*/ 1785334 h 2237474"/>
              <a:gd name="connsiteX142" fmla="*/ 4513724 w 12192000"/>
              <a:gd name="connsiteY142" fmla="*/ 1791996 h 2237474"/>
              <a:gd name="connsiteX143" fmla="*/ 4501513 w 12192000"/>
              <a:gd name="connsiteY143" fmla="*/ 1799835 h 2237474"/>
              <a:gd name="connsiteX144" fmla="*/ 4459810 w 12192000"/>
              <a:gd name="connsiteY144" fmla="*/ 1797886 h 2237474"/>
              <a:gd name="connsiteX145" fmla="*/ 4379064 w 12192000"/>
              <a:gd name="connsiteY145" fmla="*/ 1817177 h 2237474"/>
              <a:gd name="connsiteX146" fmla="*/ 4319209 w 12192000"/>
              <a:gd name="connsiteY146" fmla="*/ 1834833 h 2237474"/>
              <a:gd name="connsiteX147" fmla="*/ 4306907 w 12192000"/>
              <a:gd name="connsiteY147" fmla="*/ 1841641 h 2237474"/>
              <a:gd name="connsiteX148" fmla="*/ 4290981 w 12192000"/>
              <a:gd name="connsiteY148" fmla="*/ 1839677 h 2237474"/>
              <a:gd name="connsiteX149" fmla="*/ 4285792 w 12192000"/>
              <a:gd name="connsiteY149" fmla="*/ 1836231 h 2237474"/>
              <a:gd name="connsiteX150" fmla="*/ 4238372 w 12192000"/>
              <a:gd name="connsiteY150" fmla="*/ 1851480 h 2237474"/>
              <a:gd name="connsiteX151" fmla="*/ 4232517 w 12192000"/>
              <a:gd name="connsiteY151" fmla="*/ 1852567 h 2237474"/>
              <a:gd name="connsiteX152" fmla="*/ 4191732 w 12192000"/>
              <a:gd name="connsiteY152" fmla="*/ 1857328 h 2237474"/>
              <a:gd name="connsiteX153" fmla="*/ 4065532 w 12192000"/>
              <a:gd name="connsiteY153" fmla="*/ 1855477 h 2237474"/>
              <a:gd name="connsiteX154" fmla="*/ 4028460 w 12192000"/>
              <a:gd name="connsiteY154" fmla="*/ 1855137 h 2237474"/>
              <a:gd name="connsiteX155" fmla="*/ 4002267 w 12192000"/>
              <a:gd name="connsiteY155" fmla="*/ 1852352 h 2237474"/>
              <a:gd name="connsiteX156" fmla="*/ 3931396 w 12192000"/>
              <a:gd name="connsiteY156" fmla="*/ 1858915 h 2237474"/>
              <a:gd name="connsiteX157" fmla="*/ 3812162 w 12192000"/>
              <a:gd name="connsiteY157" fmla="*/ 1875501 h 2237474"/>
              <a:gd name="connsiteX158" fmla="*/ 3767672 w 12192000"/>
              <a:gd name="connsiteY158" fmla="*/ 1874600 h 2237474"/>
              <a:gd name="connsiteX159" fmla="*/ 3764741 w 12192000"/>
              <a:gd name="connsiteY159" fmla="*/ 1869433 h 2237474"/>
              <a:gd name="connsiteX160" fmla="*/ 3751332 w 12192000"/>
              <a:gd name="connsiteY160" fmla="*/ 1869854 h 2237474"/>
              <a:gd name="connsiteX161" fmla="*/ 3748155 w 12192000"/>
              <a:gd name="connsiteY161" fmla="*/ 1868903 h 2237474"/>
              <a:gd name="connsiteX162" fmla="*/ 3729530 w 12192000"/>
              <a:gd name="connsiteY162" fmla="*/ 1864513 h 2237474"/>
              <a:gd name="connsiteX163" fmla="*/ 3680177 w 12192000"/>
              <a:gd name="connsiteY163" fmla="*/ 1881552 h 2237474"/>
              <a:gd name="connsiteX164" fmla="*/ 3567259 w 12192000"/>
              <a:gd name="connsiteY164" fmla="*/ 1893482 h 2237474"/>
              <a:gd name="connsiteX165" fmla="*/ 3405770 w 12192000"/>
              <a:gd name="connsiteY165" fmla="*/ 1904591 h 2237474"/>
              <a:gd name="connsiteX166" fmla="*/ 3280097 w 12192000"/>
              <a:gd name="connsiteY166" fmla="*/ 1919610 h 2237474"/>
              <a:gd name="connsiteX167" fmla="*/ 3123424 w 12192000"/>
              <a:gd name="connsiteY167" fmla="*/ 1952930 h 2237474"/>
              <a:gd name="connsiteX168" fmla="*/ 3009910 w 12192000"/>
              <a:gd name="connsiteY168" fmla="*/ 1957866 h 2237474"/>
              <a:gd name="connsiteX169" fmla="*/ 2995934 w 12192000"/>
              <a:gd name="connsiteY169" fmla="*/ 1967085 h 2237474"/>
              <a:gd name="connsiteX170" fmla="*/ 2980071 w 12192000"/>
              <a:gd name="connsiteY170" fmla="*/ 1972988 h 2237474"/>
              <a:gd name="connsiteX171" fmla="*/ 2978094 w 12192000"/>
              <a:gd name="connsiteY171" fmla="*/ 1972369 h 2237474"/>
              <a:gd name="connsiteX172" fmla="*/ 2942858 w 12192000"/>
              <a:gd name="connsiteY172" fmla="*/ 1981367 h 2237474"/>
              <a:gd name="connsiteX173" fmla="*/ 2875436 w 12192000"/>
              <a:gd name="connsiteY173" fmla="*/ 1996977 h 2237474"/>
              <a:gd name="connsiteX174" fmla="*/ 2874892 w 12192000"/>
              <a:gd name="connsiteY174" fmla="*/ 1996085 h 2237474"/>
              <a:gd name="connsiteX175" fmla="*/ 2864145 w 12192000"/>
              <a:gd name="connsiteY175" fmla="*/ 1994061 h 2237474"/>
              <a:gd name="connsiteX176" fmla="*/ 2843662 w 12192000"/>
              <a:gd name="connsiteY176" fmla="*/ 1992498 h 2237474"/>
              <a:gd name="connsiteX177" fmla="*/ 2796128 w 12192000"/>
              <a:gd name="connsiteY177" fmla="*/ 1976403 h 2237474"/>
              <a:gd name="connsiteX178" fmla="*/ 2756784 w 12192000"/>
              <a:gd name="connsiteY178" fmla="*/ 1985116 h 2237474"/>
              <a:gd name="connsiteX179" fmla="*/ 2748833 w 12192000"/>
              <a:gd name="connsiteY179" fmla="*/ 1986323 h 2237474"/>
              <a:gd name="connsiteX180" fmla="*/ 2748661 w 12192000"/>
              <a:gd name="connsiteY180" fmla="*/ 1986122 h 2237474"/>
              <a:gd name="connsiteX181" fmla="*/ 2740251 w 12192000"/>
              <a:gd name="connsiteY181" fmla="*/ 1986946 h 2237474"/>
              <a:gd name="connsiteX182" fmla="*/ 2718916 w 12192000"/>
              <a:gd name="connsiteY182" fmla="*/ 1990867 h 2237474"/>
              <a:gd name="connsiteX183" fmla="*/ 2713522 w 12192000"/>
              <a:gd name="connsiteY183" fmla="*/ 1990173 h 2237474"/>
              <a:gd name="connsiteX184" fmla="*/ 2680597 w 12192000"/>
              <a:gd name="connsiteY184" fmla="*/ 1984996 h 2237474"/>
              <a:gd name="connsiteX185" fmla="*/ 2578178 w 12192000"/>
              <a:gd name="connsiteY185" fmla="*/ 1990531 h 2237474"/>
              <a:gd name="connsiteX186" fmla="*/ 2476147 w 12192000"/>
              <a:gd name="connsiteY186" fmla="*/ 1998305 h 2237474"/>
              <a:gd name="connsiteX187" fmla="*/ 2373568 w 12192000"/>
              <a:gd name="connsiteY187" fmla="*/ 2003219 h 2237474"/>
              <a:gd name="connsiteX188" fmla="*/ 2321399 w 12192000"/>
              <a:gd name="connsiteY188" fmla="*/ 1989467 h 2237474"/>
              <a:gd name="connsiteX189" fmla="*/ 2315525 w 12192000"/>
              <a:gd name="connsiteY189" fmla="*/ 1989708 h 2237474"/>
              <a:gd name="connsiteX190" fmla="*/ 2300792 w 12192000"/>
              <a:gd name="connsiteY190" fmla="*/ 1994290 h 2237474"/>
              <a:gd name="connsiteX191" fmla="*/ 2295469 w 12192000"/>
              <a:gd name="connsiteY191" fmla="*/ 1996659 h 2237474"/>
              <a:gd name="connsiteX192" fmla="*/ 2287219 w 12192000"/>
              <a:gd name="connsiteY192" fmla="*/ 1998750 h 2237474"/>
              <a:gd name="connsiteX193" fmla="*/ 2286948 w 12192000"/>
              <a:gd name="connsiteY193" fmla="*/ 1998596 h 2237474"/>
              <a:gd name="connsiteX194" fmla="*/ 2243069 w 12192000"/>
              <a:gd name="connsiteY194" fmla="*/ 2015111 h 2237474"/>
              <a:gd name="connsiteX195" fmla="*/ 2186609 w 12192000"/>
              <a:gd name="connsiteY195" fmla="*/ 2008263 h 2237474"/>
              <a:gd name="connsiteX196" fmla="*/ 2164831 w 12192000"/>
              <a:gd name="connsiteY196" fmla="*/ 2010143 h 2237474"/>
              <a:gd name="connsiteX197" fmla="*/ 2152836 w 12192000"/>
              <a:gd name="connsiteY197" fmla="*/ 2010048 h 2237474"/>
              <a:gd name="connsiteX198" fmla="*/ 2117102 w 12192000"/>
              <a:gd name="connsiteY198" fmla="*/ 2023004 h 2237474"/>
              <a:gd name="connsiteX199" fmla="*/ 2111935 w 12192000"/>
              <a:gd name="connsiteY199" fmla="*/ 2023163 h 2237474"/>
              <a:gd name="connsiteX200" fmla="*/ 2089991 w 12192000"/>
              <a:gd name="connsiteY200" fmla="*/ 2034193 h 2237474"/>
              <a:gd name="connsiteX201" fmla="*/ 2058061 w 12192000"/>
              <a:gd name="connsiteY201" fmla="*/ 2047942 h 2237474"/>
              <a:gd name="connsiteX202" fmla="*/ 2055737 w 12192000"/>
              <a:gd name="connsiteY202" fmla="*/ 2047704 h 2237474"/>
              <a:gd name="connsiteX203" fmla="*/ 2042244 w 12192000"/>
              <a:gd name="connsiteY203" fmla="*/ 2055560 h 2237474"/>
              <a:gd name="connsiteX204" fmla="*/ 1976224 w 12192000"/>
              <a:gd name="connsiteY204" fmla="*/ 2074257 h 2237474"/>
              <a:gd name="connsiteX205" fmla="*/ 1877728 w 12192000"/>
              <a:gd name="connsiteY205" fmla="*/ 2101004 h 2237474"/>
              <a:gd name="connsiteX206" fmla="*/ 1759056 w 12192000"/>
              <a:gd name="connsiteY206" fmla="*/ 2125608 h 2237474"/>
              <a:gd name="connsiteX207" fmla="*/ 1637948 w 12192000"/>
              <a:gd name="connsiteY207" fmla="*/ 2172597 h 2237474"/>
              <a:gd name="connsiteX208" fmla="*/ 1434549 w 12192000"/>
              <a:gd name="connsiteY208" fmla="*/ 2234522 h 2237474"/>
              <a:gd name="connsiteX209" fmla="*/ 1398481 w 12192000"/>
              <a:gd name="connsiteY209" fmla="*/ 2237074 h 2237474"/>
              <a:gd name="connsiteX210" fmla="*/ 1398407 w 12192000"/>
              <a:gd name="connsiteY210" fmla="*/ 2237095 h 2237474"/>
              <a:gd name="connsiteX211" fmla="*/ 1370962 w 12192000"/>
              <a:gd name="connsiteY211" fmla="*/ 2237474 h 2237474"/>
              <a:gd name="connsiteX212" fmla="*/ 1356367 w 12192000"/>
              <a:gd name="connsiteY212" fmla="*/ 2235089 h 2237474"/>
              <a:gd name="connsiteX213" fmla="*/ 1324828 w 12192000"/>
              <a:gd name="connsiteY213" fmla="*/ 2231968 h 2237474"/>
              <a:gd name="connsiteX214" fmla="*/ 1297744 w 12192000"/>
              <a:gd name="connsiteY214" fmla="*/ 2235849 h 2237474"/>
              <a:gd name="connsiteX215" fmla="*/ 1286236 w 12192000"/>
              <a:gd name="connsiteY215" fmla="*/ 2233135 h 2237474"/>
              <a:gd name="connsiteX216" fmla="*/ 1283504 w 12192000"/>
              <a:gd name="connsiteY216" fmla="*/ 2233797 h 2237474"/>
              <a:gd name="connsiteX217" fmla="*/ 1279765 w 12192000"/>
              <a:gd name="connsiteY217" fmla="*/ 2229639 h 2237474"/>
              <a:gd name="connsiteX218" fmla="*/ 1195347 w 12192000"/>
              <a:gd name="connsiteY218" fmla="*/ 2212354 h 2237474"/>
              <a:gd name="connsiteX219" fmla="*/ 970251 w 12192000"/>
              <a:gd name="connsiteY219" fmla="*/ 2221029 h 2237474"/>
              <a:gd name="connsiteX220" fmla="*/ 812914 w 12192000"/>
              <a:gd name="connsiteY220" fmla="*/ 2202752 h 2237474"/>
              <a:gd name="connsiteX221" fmla="*/ 800195 w 12192000"/>
              <a:gd name="connsiteY221" fmla="*/ 2209407 h 2237474"/>
              <a:gd name="connsiteX222" fmla="*/ 784978 w 12192000"/>
              <a:gd name="connsiteY222" fmla="*/ 2212360 h 2237474"/>
              <a:gd name="connsiteX223" fmla="*/ 681987 w 12192000"/>
              <a:gd name="connsiteY223" fmla="*/ 2216757 h 2237474"/>
              <a:gd name="connsiteX224" fmla="*/ 669923 w 12192000"/>
              <a:gd name="connsiteY224" fmla="*/ 2211682 h 2237474"/>
              <a:gd name="connsiteX225" fmla="*/ 648680 w 12192000"/>
              <a:gd name="connsiteY225" fmla="*/ 2206229 h 2237474"/>
              <a:gd name="connsiteX226" fmla="*/ 597225 w 12192000"/>
              <a:gd name="connsiteY226" fmla="*/ 2180999 h 2237474"/>
              <a:gd name="connsiteX227" fmla="*/ 558449 w 12192000"/>
              <a:gd name="connsiteY227" fmla="*/ 2182346 h 2237474"/>
              <a:gd name="connsiteX228" fmla="*/ 550517 w 12192000"/>
              <a:gd name="connsiteY228" fmla="*/ 2182060 h 2237474"/>
              <a:gd name="connsiteX229" fmla="*/ 550309 w 12192000"/>
              <a:gd name="connsiteY229" fmla="*/ 2181825 h 2237474"/>
              <a:gd name="connsiteX230" fmla="*/ 541836 w 12192000"/>
              <a:gd name="connsiteY230" fmla="*/ 2181063 h 2237474"/>
              <a:gd name="connsiteX231" fmla="*/ 536057 w 12192000"/>
              <a:gd name="connsiteY231" fmla="*/ 2181537 h 2237474"/>
              <a:gd name="connsiteX232" fmla="*/ 520671 w 12192000"/>
              <a:gd name="connsiteY232" fmla="*/ 2180980 h 2237474"/>
              <a:gd name="connsiteX233" fmla="*/ 515024 w 12192000"/>
              <a:gd name="connsiteY233" fmla="*/ 2179258 h 2237474"/>
              <a:gd name="connsiteX234" fmla="*/ 512278 w 12192000"/>
              <a:gd name="connsiteY234" fmla="*/ 2176369 h 2237474"/>
              <a:gd name="connsiteX235" fmla="*/ 480419 w 12192000"/>
              <a:gd name="connsiteY235" fmla="*/ 2167807 h 2237474"/>
              <a:gd name="connsiteX236" fmla="*/ 413835 w 12192000"/>
              <a:gd name="connsiteY236" fmla="*/ 2156783 h 2237474"/>
              <a:gd name="connsiteX237" fmla="*/ 376513 w 12192000"/>
              <a:gd name="connsiteY237" fmla="*/ 2154014 h 2237474"/>
              <a:gd name="connsiteX238" fmla="*/ 273386 w 12192000"/>
              <a:gd name="connsiteY238" fmla="*/ 2142551 h 2237474"/>
              <a:gd name="connsiteX239" fmla="*/ 169207 w 12192000"/>
              <a:gd name="connsiteY239" fmla="*/ 2128100 h 2237474"/>
              <a:gd name="connsiteX240" fmla="*/ 93149 w 12192000"/>
              <a:gd name="connsiteY240" fmla="*/ 2105324 h 2237474"/>
              <a:gd name="connsiteX241" fmla="*/ 88109 w 12192000"/>
              <a:gd name="connsiteY241" fmla="*/ 2106704 h 2237474"/>
              <a:gd name="connsiteX242" fmla="*/ 80022 w 12192000"/>
              <a:gd name="connsiteY242" fmla="*/ 2107254 h 2237474"/>
              <a:gd name="connsiteX243" fmla="*/ 79717 w 12192000"/>
              <a:gd name="connsiteY243" fmla="*/ 2107046 h 2237474"/>
              <a:gd name="connsiteX244" fmla="*/ 72352 w 12192000"/>
              <a:gd name="connsiteY244" fmla="*/ 2107991 h 2237474"/>
              <a:gd name="connsiteX245" fmla="*/ 37645 w 12192000"/>
              <a:gd name="connsiteY245" fmla="*/ 2115401 h 2237474"/>
              <a:gd name="connsiteX246" fmla="*/ 4572 w 12192000"/>
              <a:gd name="connsiteY246" fmla="*/ 2111091 h 2237474"/>
              <a:gd name="connsiteX247" fmla="*/ 0 w 12192000"/>
              <a:gd name="connsiteY247" fmla="*/ 2110468 h 2237474"/>
              <a:gd name="connsiteX248" fmla="*/ 0 w 12192000"/>
              <a:gd name="connsiteY248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93343 w 12192000"/>
              <a:gd name="connsiteY106" fmla="*/ 1664672 h 2237474"/>
              <a:gd name="connsiteX107" fmla="*/ 6380457 w 12192000"/>
              <a:gd name="connsiteY107" fmla="*/ 1662376 h 2237474"/>
              <a:gd name="connsiteX108" fmla="*/ 6280959 w 12192000"/>
              <a:gd name="connsiteY108" fmla="*/ 1689329 h 2237474"/>
              <a:gd name="connsiteX109" fmla="*/ 6266765 w 12192000"/>
              <a:gd name="connsiteY109" fmla="*/ 1695560 h 2237474"/>
              <a:gd name="connsiteX110" fmla="*/ 6255823 w 12192000"/>
              <a:gd name="connsiteY110" fmla="*/ 1704850 h 2237474"/>
              <a:gd name="connsiteX111" fmla="*/ 6098321 w 12192000"/>
              <a:gd name="connsiteY111" fmla="*/ 1721646 h 2237474"/>
              <a:gd name="connsiteX112" fmla="*/ 5880652 w 12192000"/>
              <a:gd name="connsiteY112" fmla="*/ 1779643 h 2237474"/>
              <a:gd name="connsiteX113" fmla="*/ 5785959 w 12192000"/>
              <a:gd name="connsiteY113" fmla="*/ 1775307 h 2237474"/>
              <a:gd name="connsiteX114" fmla="*/ 5643534 w 12192000"/>
              <a:gd name="connsiteY114" fmla="*/ 1802919 h 2237474"/>
              <a:gd name="connsiteX115" fmla="*/ 5518799 w 12192000"/>
              <a:gd name="connsiteY115" fmla="*/ 1818312 h 2237474"/>
              <a:gd name="connsiteX116" fmla="*/ 5505014 w 12192000"/>
              <a:gd name="connsiteY116" fmla="*/ 1819259 h 2237474"/>
              <a:gd name="connsiteX117" fmla="*/ 5499949 w 12192000"/>
              <a:gd name="connsiteY117" fmla="*/ 1814490 h 2237474"/>
              <a:gd name="connsiteX118" fmla="*/ 5453307 w 12192000"/>
              <a:gd name="connsiteY118" fmla="*/ 1815450 h 2237474"/>
              <a:gd name="connsiteX119" fmla="*/ 5364192 w 12192000"/>
              <a:gd name="connsiteY119" fmla="*/ 1826074 h 2237474"/>
              <a:gd name="connsiteX120" fmla="*/ 5350380 w 12192000"/>
              <a:gd name="connsiteY120" fmla="*/ 1830891 h 2237474"/>
              <a:gd name="connsiteX121" fmla="*/ 5259633 w 12192000"/>
              <a:gd name="connsiteY121" fmla="*/ 1837160 h 2237474"/>
              <a:gd name="connsiteX122" fmla="*/ 5197513 w 12192000"/>
              <a:gd name="connsiteY122" fmla="*/ 1844718 h 2237474"/>
              <a:gd name="connsiteX123" fmla="*/ 5184170 w 12192000"/>
              <a:gd name="connsiteY123" fmla="*/ 1849402 h 2237474"/>
              <a:gd name="connsiteX124" fmla="*/ 5168852 w 12192000"/>
              <a:gd name="connsiteY124" fmla="*/ 1844846 h 2237474"/>
              <a:gd name="connsiteX125" fmla="*/ 5164370 w 12192000"/>
              <a:gd name="connsiteY125" fmla="*/ 1840597 h 2237474"/>
              <a:gd name="connsiteX126" fmla="*/ 5114927 w 12192000"/>
              <a:gd name="connsiteY126" fmla="*/ 1847827 h 2237474"/>
              <a:gd name="connsiteX127" fmla="*/ 5108970 w 12192000"/>
              <a:gd name="connsiteY127" fmla="*/ 1847935 h 2237474"/>
              <a:gd name="connsiteX128" fmla="*/ 5067961 w 12192000"/>
              <a:gd name="connsiteY128" fmla="*/ 1845917 h 2237474"/>
              <a:gd name="connsiteX129" fmla="*/ 5007075 w 12192000"/>
              <a:gd name="connsiteY129" fmla="*/ 1838626 h 2237474"/>
              <a:gd name="connsiteX130" fmla="*/ 4944087 w 12192000"/>
              <a:gd name="connsiteY130" fmla="*/ 1823332 h 2237474"/>
              <a:gd name="connsiteX131" fmla="*/ 4907662 w 12192000"/>
              <a:gd name="connsiteY131" fmla="*/ 1816900 h 2237474"/>
              <a:gd name="connsiteX132" fmla="*/ 4882386 w 12192000"/>
              <a:gd name="connsiteY132" fmla="*/ 1809844 h 2237474"/>
              <a:gd name="connsiteX133" fmla="*/ 4811440 w 12192000"/>
              <a:gd name="connsiteY133" fmla="*/ 1804655 h 2237474"/>
              <a:gd name="connsiteX134" fmla="*/ 4691075 w 12192000"/>
              <a:gd name="connsiteY134" fmla="*/ 1801389 h 2237474"/>
              <a:gd name="connsiteX135" fmla="*/ 4647449 w 12192000"/>
              <a:gd name="connsiteY135" fmla="*/ 1793181 h 2237474"/>
              <a:gd name="connsiteX136" fmla="*/ 4645504 w 12192000"/>
              <a:gd name="connsiteY136" fmla="*/ 1787606 h 2237474"/>
              <a:gd name="connsiteX137" fmla="*/ 4632229 w 12192000"/>
              <a:gd name="connsiteY137" fmla="*/ 1785815 h 2237474"/>
              <a:gd name="connsiteX138" fmla="*/ 4629273 w 12192000"/>
              <a:gd name="connsiteY138" fmla="*/ 1784355 h 2237474"/>
              <a:gd name="connsiteX139" fmla="*/ 4611738 w 12192000"/>
              <a:gd name="connsiteY139" fmla="*/ 1776964 h 2237474"/>
              <a:gd name="connsiteX140" fmla="*/ 4560070 w 12192000"/>
              <a:gd name="connsiteY140" fmla="*/ 1785640 h 2237474"/>
              <a:gd name="connsiteX141" fmla="*/ 4536503 w 12192000"/>
              <a:gd name="connsiteY141" fmla="*/ 1785334 h 2237474"/>
              <a:gd name="connsiteX142" fmla="*/ 4513724 w 12192000"/>
              <a:gd name="connsiteY142" fmla="*/ 1791996 h 2237474"/>
              <a:gd name="connsiteX143" fmla="*/ 4459810 w 12192000"/>
              <a:gd name="connsiteY143" fmla="*/ 1797886 h 2237474"/>
              <a:gd name="connsiteX144" fmla="*/ 4379064 w 12192000"/>
              <a:gd name="connsiteY144" fmla="*/ 1817177 h 2237474"/>
              <a:gd name="connsiteX145" fmla="*/ 4319209 w 12192000"/>
              <a:gd name="connsiteY145" fmla="*/ 1834833 h 2237474"/>
              <a:gd name="connsiteX146" fmla="*/ 4306907 w 12192000"/>
              <a:gd name="connsiteY146" fmla="*/ 1841641 h 2237474"/>
              <a:gd name="connsiteX147" fmla="*/ 4290981 w 12192000"/>
              <a:gd name="connsiteY147" fmla="*/ 1839677 h 2237474"/>
              <a:gd name="connsiteX148" fmla="*/ 4285792 w 12192000"/>
              <a:gd name="connsiteY148" fmla="*/ 1836231 h 2237474"/>
              <a:gd name="connsiteX149" fmla="*/ 4238372 w 12192000"/>
              <a:gd name="connsiteY149" fmla="*/ 1851480 h 2237474"/>
              <a:gd name="connsiteX150" fmla="*/ 4232517 w 12192000"/>
              <a:gd name="connsiteY150" fmla="*/ 1852567 h 2237474"/>
              <a:gd name="connsiteX151" fmla="*/ 4191732 w 12192000"/>
              <a:gd name="connsiteY151" fmla="*/ 1857328 h 2237474"/>
              <a:gd name="connsiteX152" fmla="*/ 4065532 w 12192000"/>
              <a:gd name="connsiteY152" fmla="*/ 1855477 h 2237474"/>
              <a:gd name="connsiteX153" fmla="*/ 4028460 w 12192000"/>
              <a:gd name="connsiteY153" fmla="*/ 1855137 h 2237474"/>
              <a:gd name="connsiteX154" fmla="*/ 4002267 w 12192000"/>
              <a:gd name="connsiteY154" fmla="*/ 1852352 h 2237474"/>
              <a:gd name="connsiteX155" fmla="*/ 3931396 w 12192000"/>
              <a:gd name="connsiteY155" fmla="*/ 1858915 h 2237474"/>
              <a:gd name="connsiteX156" fmla="*/ 3812162 w 12192000"/>
              <a:gd name="connsiteY156" fmla="*/ 1875501 h 2237474"/>
              <a:gd name="connsiteX157" fmla="*/ 3767672 w 12192000"/>
              <a:gd name="connsiteY157" fmla="*/ 1874600 h 2237474"/>
              <a:gd name="connsiteX158" fmla="*/ 3764741 w 12192000"/>
              <a:gd name="connsiteY158" fmla="*/ 1869433 h 2237474"/>
              <a:gd name="connsiteX159" fmla="*/ 3751332 w 12192000"/>
              <a:gd name="connsiteY159" fmla="*/ 1869854 h 2237474"/>
              <a:gd name="connsiteX160" fmla="*/ 3748155 w 12192000"/>
              <a:gd name="connsiteY160" fmla="*/ 1868903 h 2237474"/>
              <a:gd name="connsiteX161" fmla="*/ 3729530 w 12192000"/>
              <a:gd name="connsiteY161" fmla="*/ 1864513 h 2237474"/>
              <a:gd name="connsiteX162" fmla="*/ 3680177 w 12192000"/>
              <a:gd name="connsiteY162" fmla="*/ 1881552 h 2237474"/>
              <a:gd name="connsiteX163" fmla="*/ 3567259 w 12192000"/>
              <a:gd name="connsiteY163" fmla="*/ 1893482 h 2237474"/>
              <a:gd name="connsiteX164" fmla="*/ 3405770 w 12192000"/>
              <a:gd name="connsiteY164" fmla="*/ 1904591 h 2237474"/>
              <a:gd name="connsiteX165" fmla="*/ 3280097 w 12192000"/>
              <a:gd name="connsiteY165" fmla="*/ 1919610 h 2237474"/>
              <a:gd name="connsiteX166" fmla="*/ 3123424 w 12192000"/>
              <a:gd name="connsiteY166" fmla="*/ 1952930 h 2237474"/>
              <a:gd name="connsiteX167" fmla="*/ 3009910 w 12192000"/>
              <a:gd name="connsiteY167" fmla="*/ 1957866 h 2237474"/>
              <a:gd name="connsiteX168" fmla="*/ 2995934 w 12192000"/>
              <a:gd name="connsiteY168" fmla="*/ 1967085 h 2237474"/>
              <a:gd name="connsiteX169" fmla="*/ 2980071 w 12192000"/>
              <a:gd name="connsiteY169" fmla="*/ 1972988 h 2237474"/>
              <a:gd name="connsiteX170" fmla="*/ 2978094 w 12192000"/>
              <a:gd name="connsiteY170" fmla="*/ 1972369 h 2237474"/>
              <a:gd name="connsiteX171" fmla="*/ 2942858 w 12192000"/>
              <a:gd name="connsiteY171" fmla="*/ 1981367 h 2237474"/>
              <a:gd name="connsiteX172" fmla="*/ 2875436 w 12192000"/>
              <a:gd name="connsiteY172" fmla="*/ 1996977 h 2237474"/>
              <a:gd name="connsiteX173" fmla="*/ 2874892 w 12192000"/>
              <a:gd name="connsiteY173" fmla="*/ 1996085 h 2237474"/>
              <a:gd name="connsiteX174" fmla="*/ 2864145 w 12192000"/>
              <a:gd name="connsiteY174" fmla="*/ 1994061 h 2237474"/>
              <a:gd name="connsiteX175" fmla="*/ 2843662 w 12192000"/>
              <a:gd name="connsiteY175" fmla="*/ 1992498 h 2237474"/>
              <a:gd name="connsiteX176" fmla="*/ 2796128 w 12192000"/>
              <a:gd name="connsiteY176" fmla="*/ 1976403 h 2237474"/>
              <a:gd name="connsiteX177" fmla="*/ 2756784 w 12192000"/>
              <a:gd name="connsiteY177" fmla="*/ 1985116 h 2237474"/>
              <a:gd name="connsiteX178" fmla="*/ 2748833 w 12192000"/>
              <a:gd name="connsiteY178" fmla="*/ 1986323 h 2237474"/>
              <a:gd name="connsiteX179" fmla="*/ 2748661 w 12192000"/>
              <a:gd name="connsiteY179" fmla="*/ 1986122 h 2237474"/>
              <a:gd name="connsiteX180" fmla="*/ 2740251 w 12192000"/>
              <a:gd name="connsiteY180" fmla="*/ 1986946 h 2237474"/>
              <a:gd name="connsiteX181" fmla="*/ 2718916 w 12192000"/>
              <a:gd name="connsiteY181" fmla="*/ 1990867 h 2237474"/>
              <a:gd name="connsiteX182" fmla="*/ 2713522 w 12192000"/>
              <a:gd name="connsiteY182" fmla="*/ 1990173 h 2237474"/>
              <a:gd name="connsiteX183" fmla="*/ 2680597 w 12192000"/>
              <a:gd name="connsiteY183" fmla="*/ 1984996 h 2237474"/>
              <a:gd name="connsiteX184" fmla="*/ 2578178 w 12192000"/>
              <a:gd name="connsiteY184" fmla="*/ 1990531 h 2237474"/>
              <a:gd name="connsiteX185" fmla="*/ 2476147 w 12192000"/>
              <a:gd name="connsiteY185" fmla="*/ 1998305 h 2237474"/>
              <a:gd name="connsiteX186" fmla="*/ 2373568 w 12192000"/>
              <a:gd name="connsiteY186" fmla="*/ 2003219 h 2237474"/>
              <a:gd name="connsiteX187" fmla="*/ 2321399 w 12192000"/>
              <a:gd name="connsiteY187" fmla="*/ 1989467 h 2237474"/>
              <a:gd name="connsiteX188" fmla="*/ 2315525 w 12192000"/>
              <a:gd name="connsiteY188" fmla="*/ 1989708 h 2237474"/>
              <a:gd name="connsiteX189" fmla="*/ 2300792 w 12192000"/>
              <a:gd name="connsiteY189" fmla="*/ 1994290 h 2237474"/>
              <a:gd name="connsiteX190" fmla="*/ 2295469 w 12192000"/>
              <a:gd name="connsiteY190" fmla="*/ 1996659 h 2237474"/>
              <a:gd name="connsiteX191" fmla="*/ 2287219 w 12192000"/>
              <a:gd name="connsiteY191" fmla="*/ 1998750 h 2237474"/>
              <a:gd name="connsiteX192" fmla="*/ 2286948 w 12192000"/>
              <a:gd name="connsiteY192" fmla="*/ 1998596 h 2237474"/>
              <a:gd name="connsiteX193" fmla="*/ 2243069 w 12192000"/>
              <a:gd name="connsiteY193" fmla="*/ 2015111 h 2237474"/>
              <a:gd name="connsiteX194" fmla="*/ 2186609 w 12192000"/>
              <a:gd name="connsiteY194" fmla="*/ 2008263 h 2237474"/>
              <a:gd name="connsiteX195" fmla="*/ 2164831 w 12192000"/>
              <a:gd name="connsiteY195" fmla="*/ 2010143 h 2237474"/>
              <a:gd name="connsiteX196" fmla="*/ 2152836 w 12192000"/>
              <a:gd name="connsiteY196" fmla="*/ 2010048 h 2237474"/>
              <a:gd name="connsiteX197" fmla="*/ 2117102 w 12192000"/>
              <a:gd name="connsiteY197" fmla="*/ 2023004 h 2237474"/>
              <a:gd name="connsiteX198" fmla="*/ 2111935 w 12192000"/>
              <a:gd name="connsiteY198" fmla="*/ 2023163 h 2237474"/>
              <a:gd name="connsiteX199" fmla="*/ 2089991 w 12192000"/>
              <a:gd name="connsiteY199" fmla="*/ 2034193 h 2237474"/>
              <a:gd name="connsiteX200" fmla="*/ 2058061 w 12192000"/>
              <a:gd name="connsiteY200" fmla="*/ 2047942 h 2237474"/>
              <a:gd name="connsiteX201" fmla="*/ 2055737 w 12192000"/>
              <a:gd name="connsiteY201" fmla="*/ 2047704 h 2237474"/>
              <a:gd name="connsiteX202" fmla="*/ 2042244 w 12192000"/>
              <a:gd name="connsiteY202" fmla="*/ 2055560 h 2237474"/>
              <a:gd name="connsiteX203" fmla="*/ 1976224 w 12192000"/>
              <a:gd name="connsiteY203" fmla="*/ 2074257 h 2237474"/>
              <a:gd name="connsiteX204" fmla="*/ 1877728 w 12192000"/>
              <a:gd name="connsiteY204" fmla="*/ 2101004 h 2237474"/>
              <a:gd name="connsiteX205" fmla="*/ 1759056 w 12192000"/>
              <a:gd name="connsiteY205" fmla="*/ 2125608 h 2237474"/>
              <a:gd name="connsiteX206" fmla="*/ 1637948 w 12192000"/>
              <a:gd name="connsiteY206" fmla="*/ 2172597 h 2237474"/>
              <a:gd name="connsiteX207" fmla="*/ 1434549 w 12192000"/>
              <a:gd name="connsiteY207" fmla="*/ 2234522 h 2237474"/>
              <a:gd name="connsiteX208" fmla="*/ 1398481 w 12192000"/>
              <a:gd name="connsiteY208" fmla="*/ 2237074 h 2237474"/>
              <a:gd name="connsiteX209" fmla="*/ 1398407 w 12192000"/>
              <a:gd name="connsiteY209" fmla="*/ 2237095 h 2237474"/>
              <a:gd name="connsiteX210" fmla="*/ 1370962 w 12192000"/>
              <a:gd name="connsiteY210" fmla="*/ 2237474 h 2237474"/>
              <a:gd name="connsiteX211" fmla="*/ 1356367 w 12192000"/>
              <a:gd name="connsiteY211" fmla="*/ 2235089 h 2237474"/>
              <a:gd name="connsiteX212" fmla="*/ 1324828 w 12192000"/>
              <a:gd name="connsiteY212" fmla="*/ 2231968 h 2237474"/>
              <a:gd name="connsiteX213" fmla="*/ 1297744 w 12192000"/>
              <a:gd name="connsiteY213" fmla="*/ 2235849 h 2237474"/>
              <a:gd name="connsiteX214" fmla="*/ 1286236 w 12192000"/>
              <a:gd name="connsiteY214" fmla="*/ 2233135 h 2237474"/>
              <a:gd name="connsiteX215" fmla="*/ 1283504 w 12192000"/>
              <a:gd name="connsiteY215" fmla="*/ 2233797 h 2237474"/>
              <a:gd name="connsiteX216" fmla="*/ 1279765 w 12192000"/>
              <a:gd name="connsiteY216" fmla="*/ 2229639 h 2237474"/>
              <a:gd name="connsiteX217" fmla="*/ 1195347 w 12192000"/>
              <a:gd name="connsiteY217" fmla="*/ 2212354 h 2237474"/>
              <a:gd name="connsiteX218" fmla="*/ 970251 w 12192000"/>
              <a:gd name="connsiteY218" fmla="*/ 2221029 h 2237474"/>
              <a:gd name="connsiteX219" fmla="*/ 812914 w 12192000"/>
              <a:gd name="connsiteY219" fmla="*/ 2202752 h 2237474"/>
              <a:gd name="connsiteX220" fmla="*/ 800195 w 12192000"/>
              <a:gd name="connsiteY220" fmla="*/ 2209407 h 2237474"/>
              <a:gd name="connsiteX221" fmla="*/ 784978 w 12192000"/>
              <a:gd name="connsiteY221" fmla="*/ 2212360 h 2237474"/>
              <a:gd name="connsiteX222" fmla="*/ 681987 w 12192000"/>
              <a:gd name="connsiteY222" fmla="*/ 2216757 h 2237474"/>
              <a:gd name="connsiteX223" fmla="*/ 669923 w 12192000"/>
              <a:gd name="connsiteY223" fmla="*/ 2211682 h 2237474"/>
              <a:gd name="connsiteX224" fmla="*/ 648680 w 12192000"/>
              <a:gd name="connsiteY224" fmla="*/ 2206229 h 2237474"/>
              <a:gd name="connsiteX225" fmla="*/ 597225 w 12192000"/>
              <a:gd name="connsiteY225" fmla="*/ 2180999 h 2237474"/>
              <a:gd name="connsiteX226" fmla="*/ 558449 w 12192000"/>
              <a:gd name="connsiteY226" fmla="*/ 2182346 h 2237474"/>
              <a:gd name="connsiteX227" fmla="*/ 550517 w 12192000"/>
              <a:gd name="connsiteY227" fmla="*/ 2182060 h 2237474"/>
              <a:gd name="connsiteX228" fmla="*/ 550309 w 12192000"/>
              <a:gd name="connsiteY228" fmla="*/ 2181825 h 2237474"/>
              <a:gd name="connsiteX229" fmla="*/ 541836 w 12192000"/>
              <a:gd name="connsiteY229" fmla="*/ 2181063 h 2237474"/>
              <a:gd name="connsiteX230" fmla="*/ 536057 w 12192000"/>
              <a:gd name="connsiteY230" fmla="*/ 2181537 h 2237474"/>
              <a:gd name="connsiteX231" fmla="*/ 520671 w 12192000"/>
              <a:gd name="connsiteY231" fmla="*/ 2180980 h 2237474"/>
              <a:gd name="connsiteX232" fmla="*/ 515024 w 12192000"/>
              <a:gd name="connsiteY232" fmla="*/ 2179258 h 2237474"/>
              <a:gd name="connsiteX233" fmla="*/ 512278 w 12192000"/>
              <a:gd name="connsiteY233" fmla="*/ 2176369 h 2237474"/>
              <a:gd name="connsiteX234" fmla="*/ 480419 w 12192000"/>
              <a:gd name="connsiteY234" fmla="*/ 2167807 h 2237474"/>
              <a:gd name="connsiteX235" fmla="*/ 413835 w 12192000"/>
              <a:gd name="connsiteY235" fmla="*/ 2156783 h 2237474"/>
              <a:gd name="connsiteX236" fmla="*/ 376513 w 12192000"/>
              <a:gd name="connsiteY236" fmla="*/ 2154014 h 2237474"/>
              <a:gd name="connsiteX237" fmla="*/ 273386 w 12192000"/>
              <a:gd name="connsiteY237" fmla="*/ 2142551 h 2237474"/>
              <a:gd name="connsiteX238" fmla="*/ 169207 w 12192000"/>
              <a:gd name="connsiteY238" fmla="*/ 2128100 h 2237474"/>
              <a:gd name="connsiteX239" fmla="*/ 93149 w 12192000"/>
              <a:gd name="connsiteY239" fmla="*/ 2105324 h 2237474"/>
              <a:gd name="connsiteX240" fmla="*/ 88109 w 12192000"/>
              <a:gd name="connsiteY240" fmla="*/ 2106704 h 2237474"/>
              <a:gd name="connsiteX241" fmla="*/ 80022 w 12192000"/>
              <a:gd name="connsiteY241" fmla="*/ 2107254 h 2237474"/>
              <a:gd name="connsiteX242" fmla="*/ 79717 w 12192000"/>
              <a:gd name="connsiteY242" fmla="*/ 2107046 h 2237474"/>
              <a:gd name="connsiteX243" fmla="*/ 72352 w 12192000"/>
              <a:gd name="connsiteY243" fmla="*/ 2107991 h 2237474"/>
              <a:gd name="connsiteX244" fmla="*/ 37645 w 12192000"/>
              <a:gd name="connsiteY244" fmla="*/ 2115401 h 2237474"/>
              <a:gd name="connsiteX245" fmla="*/ 4572 w 12192000"/>
              <a:gd name="connsiteY245" fmla="*/ 2111091 h 2237474"/>
              <a:gd name="connsiteX246" fmla="*/ 0 w 12192000"/>
              <a:gd name="connsiteY246" fmla="*/ 2110468 h 2237474"/>
              <a:gd name="connsiteX247" fmla="*/ 0 w 12192000"/>
              <a:gd name="connsiteY247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93343 w 12192000"/>
              <a:gd name="connsiteY106" fmla="*/ 1664672 h 2237474"/>
              <a:gd name="connsiteX107" fmla="*/ 6380457 w 12192000"/>
              <a:gd name="connsiteY107" fmla="*/ 1662376 h 2237474"/>
              <a:gd name="connsiteX108" fmla="*/ 6280959 w 12192000"/>
              <a:gd name="connsiteY108" fmla="*/ 1689329 h 2237474"/>
              <a:gd name="connsiteX109" fmla="*/ 6266765 w 12192000"/>
              <a:gd name="connsiteY109" fmla="*/ 1695560 h 2237474"/>
              <a:gd name="connsiteX110" fmla="*/ 6255823 w 12192000"/>
              <a:gd name="connsiteY110" fmla="*/ 1704850 h 2237474"/>
              <a:gd name="connsiteX111" fmla="*/ 6098321 w 12192000"/>
              <a:gd name="connsiteY111" fmla="*/ 1721646 h 2237474"/>
              <a:gd name="connsiteX112" fmla="*/ 5880652 w 12192000"/>
              <a:gd name="connsiteY112" fmla="*/ 1779643 h 2237474"/>
              <a:gd name="connsiteX113" fmla="*/ 5785959 w 12192000"/>
              <a:gd name="connsiteY113" fmla="*/ 1775307 h 2237474"/>
              <a:gd name="connsiteX114" fmla="*/ 5643534 w 12192000"/>
              <a:gd name="connsiteY114" fmla="*/ 1802919 h 2237474"/>
              <a:gd name="connsiteX115" fmla="*/ 5518799 w 12192000"/>
              <a:gd name="connsiteY115" fmla="*/ 1818312 h 2237474"/>
              <a:gd name="connsiteX116" fmla="*/ 5505014 w 12192000"/>
              <a:gd name="connsiteY116" fmla="*/ 1819259 h 2237474"/>
              <a:gd name="connsiteX117" fmla="*/ 5453307 w 12192000"/>
              <a:gd name="connsiteY117" fmla="*/ 1815450 h 2237474"/>
              <a:gd name="connsiteX118" fmla="*/ 5364192 w 12192000"/>
              <a:gd name="connsiteY118" fmla="*/ 1826074 h 2237474"/>
              <a:gd name="connsiteX119" fmla="*/ 5350380 w 12192000"/>
              <a:gd name="connsiteY119" fmla="*/ 1830891 h 2237474"/>
              <a:gd name="connsiteX120" fmla="*/ 5259633 w 12192000"/>
              <a:gd name="connsiteY120" fmla="*/ 1837160 h 2237474"/>
              <a:gd name="connsiteX121" fmla="*/ 5197513 w 12192000"/>
              <a:gd name="connsiteY121" fmla="*/ 1844718 h 2237474"/>
              <a:gd name="connsiteX122" fmla="*/ 5184170 w 12192000"/>
              <a:gd name="connsiteY122" fmla="*/ 1849402 h 2237474"/>
              <a:gd name="connsiteX123" fmla="*/ 5168852 w 12192000"/>
              <a:gd name="connsiteY123" fmla="*/ 1844846 h 2237474"/>
              <a:gd name="connsiteX124" fmla="*/ 5164370 w 12192000"/>
              <a:gd name="connsiteY124" fmla="*/ 1840597 h 2237474"/>
              <a:gd name="connsiteX125" fmla="*/ 5114927 w 12192000"/>
              <a:gd name="connsiteY125" fmla="*/ 1847827 h 2237474"/>
              <a:gd name="connsiteX126" fmla="*/ 5108970 w 12192000"/>
              <a:gd name="connsiteY126" fmla="*/ 1847935 h 2237474"/>
              <a:gd name="connsiteX127" fmla="*/ 5067961 w 12192000"/>
              <a:gd name="connsiteY127" fmla="*/ 1845917 h 2237474"/>
              <a:gd name="connsiteX128" fmla="*/ 5007075 w 12192000"/>
              <a:gd name="connsiteY128" fmla="*/ 1838626 h 2237474"/>
              <a:gd name="connsiteX129" fmla="*/ 4944087 w 12192000"/>
              <a:gd name="connsiteY129" fmla="*/ 1823332 h 2237474"/>
              <a:gd name="connsiteX130" fmla="*/ 4907662 w 12192000"/>
              <a:gd name="connsiteY130" fmla="*/ 1816900 h 2237474"/>
              <a:gd name="connsiteX131" fmla="*/ 4882386 w 12192000"/>
              <a:gd name="connsiteY131" fmla="*/ 1809844 h 2237474"/>
              <a:gd name="connsiteX132" fmla="*/ 4811440 w 12192000"/>
              <a:gd name="connsiteY132" fmla="*/ 1804655 h 2237474"/>
              <a:gd name="connsiteX133" fmla="*/ 4691075 w 12192000"/>
              <a:gd name="connsiteY133" fmla="*/ 1801389 h 2237474"/>
              <a:gd name="connsiteX134" fmla="*/ 4647449 w 12192000"/>
              <a:gd name="connsiteY134" fmla="*/ 1793181 h 2237474"/>
              <a:gd name="connsiteX135" fmla="*/ 4645504 w 12192000"/>
              <a:gd name="connsiteY135" fmla="*/ 1787606 h 2237474"/>
              <a:gd name="connsiteX136" fmla="*/ 4632229 w 12192000"/>
              <a:gd name="connsiteY136" fmla="*/ 1785815 h 2237474"/>
              <a:gd name="connsiteX137" fmla="*/ 4629273 w 12192000"/>
              <a:gd name="connsiteY137" fmla="*/ 1784355 h 2237474"/>
              <a:gd name="connsiteX138" fmla="*/ 4611738 w 12192000"/>
              <a:gd name="connsiteY138" fmla="*/ 1776964 h 2237474"/>
              <a:gd name="connsiteX139" fmla="*/ 4560070 w 12192000"/>
              <a:gd name="connsiteY139" fmla="*/ 1785640 h 2237474"/>
              <a:gd name="connsiteX140" fmla="*/ 4536503 w 12192000"/>
              <a:gd name="connsiteY140" fmla="*/ 1785334 h 2237474"/>
              <a:gd name="connsiteX141" fmla="*/ 4513724 w 12192000"/>
              <a:gd name="connsiteY141" fmla="*/ 1791996 h 2237474"/>
              <a:gd name="connsiteX142" fmla="*/ 4459810 w 12192000"/>
              <a:gd name="connsiteY142" fmla="*/ 1797886 h 2237474"/>
              <a:gd name="connsiteX143" fmla="*/ 4379064 w 12192000"/>
              <a:gd name="connsiteY143" fmla="*/ 1817177 h 2237474"/>
              <a:gd name="connsiteX144" fmla="*/ 4319209 w 12192000"/>
              <a:gd name="connsiteY144" fmla="*/ 1834833 h 2237474"/>
              <a:gd name="connsiteX145" fmla="*/ 4306907 w 12192000"/>
              <a:gd name="connsiteY145" fmla="*/ 1841641 h 2237474"/>
              <a:gd name="connsiteX146" fmla="*/ 4290981 w 12192000"/>
              <a:gd name="connsiteY146" fmla="*/ 1839677 h 2237474"/>
              <a:gd name="connsiteX147" fmla="*/ 4285792 w 12192000"/>
              <a:gd name="connsiteY147" fmla="*/ 1836231 h 2237474"/>
              <a:gd name="connsiteX148" fmla="*/ 4238372 w 12192000"/>
              <a:gd name="connsiteY148" fmla="*/ 1851480 h 2237474"/>
              <a:gd name="connsiteX149" fmla="*/ 4232517 w 12192000"/>
              <a:gd name="connsiteY149" fmla="*/ 1852567 h 2237474"/>
              <a:gd name="connsiteX150" fmla="*/ 4191732 w 12192000"/>
              <a:gd name="connsiteY150" fmla="*/ 1857328 h 2237474"/>
              <a:gd name="connsiteX151" fmla="*/ 4065532 w 12192000"/>
              <a:gd name="connsiteY151" fmla="*/ 1855477 h 2237474"/>
              <a:gd name="connsiteX152" fmla="*/ 4028460 w 12192000"/>
              <a:gd name="connsiteY152" fmla="*/ 1855137 h 2237474"/>
              <a:gd name="connsiteX153" fmla="*/ 4002267 w 12192000"/>
              <a:gd name="connsiteY153" fmla="*/ 1852352 h 2237474"/>
              <a:gd name="connsiteX154" fmla="*/ 3931396 w 12192000"/>
              <a:gd name="connsiteY154" fmla="*/ 1858915 h 2237474"/>
              <a:gd name="connsiteX155" fmla="*/ 3812162 w 12192000"/>
              <a:gd name="connsiteY155" fmla="*/ 1875501 h 2237474"/>
              <a:gd name="connsiteX156" fmla="*/ 3767672 w 12192000"/>
              <a:gd name="connsiteY156" fmla="*/ 1874600 h 2237474"/>
              <a:gd name="connsiteX157" fmla="*/ 3764741 w 12192000"/>
              <a:gd name="connsiteY157" fmla="*/ 1869433 h 2237474"/>
              <a:gd name="connsiteX158" fmla="*/ 3751332 w 12192000"/>
              <a:gd name="connsiteY158" fmla="*/ 1869854 h 2237474"/>
              <a:gd name="connsiteX159" fmla="*/ 3748155 w 12192000"/>
              <a:gd name="connsiteY159" fmla="*/ 1868903 h 2237474"/>
              <a:gd name="connsiteX160" fmla="*/ 3729530 w 12192000"/>
              <a:gd name="connsiteY160" fmla="*/ 1864513 h 2237474"/>
              <a:gd name="connsiteX161" fmla="*/ 3680177 w 12192000"/>
              <a:gd name="connsiteY161" fmla="*/ 1881552 h 2237474"/>
              <a:gd name="connsiteX162" fmla="*/ 3567259 w 12192000"/>
              <a:gd name="connsiteY162" fmla="*/ 1893482 h 2237474"/>
              <a:gd name="connsiteX163" fmla="*/ 3405770 w 12192000"/>
              <a:gd name="connsiteY163" fmla="*/ 1904591 h 2237474"/>
              <a:gd name="connsiteX164" fmla="*/ 3280097 w 12192000"/>
              <a:gd name="connsiteY164" fmla="*/ 1919610 h 2237474"/>
              <a:gd name="connsiteX165" fmla="*/ 3123424 w 12192000"/>
              <a:gd name="connsiteY165" fmla="*/ 1952930 h 2237474"/>
              <a:gd name="connsiteX166" fmla="*/ 3009910 w 12192000"/>
              <a:gd name="connsiteY166" fmla="*/ 1957866 h 2237474"/>
              <a:gd name="connsiteX167" fmla="*/ 2995934 w 12192000"/>
              <a:gd name="connsiteY167" fmla="*/ 1967085 h 2237474"/>
              <a:gd name="connsiteX168" fmla="*/ 2980071 w 12192000"/>
              <a:gd name="connsiteY168" fmla="*/ 1972988 h 2237474"/>
              <a:gd name="connsiteX169" fmla="*/ 2978094 w 12192000"/>
              <a:gd name="connsiteY169" fmla="*/ 1972369 h 2237474"/>
              <a:gd name="connsiteX170" fmla="*/ 2942858 w 12192000"/>
              <a:gd name="connsiteY170" fmla="*/ 1981367 h 2237474"/>
              <a:gd name="connsiteX171" fmla="*/ 2875436 w 12192000"/>
              <a:gd name="connsiteY171" fmla="*/ 1996977 h 2237474"/>
              <a:gd name="connsiteX172" fmla="*/ 2874892 w 12192000"/>
              <a:gd name="connsiteY172" fmla="*/ 1996085 h 2237474"/>
              <a:gd name="connsiteX173" fmla="*/ 2864145 w 12192000"/>
              <a:gd name="connsiteY173" fmla="*/ 1994061 h 2237474"/>
              <a:gd name="connsiteX174" fmla="*/ 2843662 w 12192000"/>
              <a:gd name="connsiteY174" fmla="*/ 1992498 h 2237474"/>
              <a:gd name="connsiteX175" fmla="*/ 2796128 w 12192000"/>
              <a:gd name="connsiteY175" fmla="*/ 1976403 h 2237474"/>
              <a:gd name="connsiteX176" fmla="*/ 2756784 w 12192000"/>
              <a:gd name="connsiteY176" fmla="*/ 1985116 h 2237474"/>
              <a:gd name="connsiteX177" fmla="*/ 2748833 w 12192000"/>
              <a:gd name="connsiteY177" fmla="*/ 1986323 h 2237474"/>
              <a:gd name="connsiteX178" fmla="*/ 2748661 w 12192000"/>
              <a:gd name="connsiteY178" fmla="*/ 1986122 h 2237474"/>
              <a:gd name="connsiteX179" fmla="*/ 2740251 w 12192000"/>
              <a:gd name="connsiteY179" fmla="*/ 1986946 h 2237474"/>
              <a:gd name="connsiteX180" fmla="*/ 2718916 w 12192000"/>
              <a:gd name="connsiteY180" fmla="*/ 1990867 h 2237474"/>
              <a:gd name="connsiteX181" fmla="*/ 2713522 w 12192000"/>
              <a:gd name="connsiteY181" fmla="*/ 1990173 h 2237474"/>
              <a:gd name="connsiteX182" fmla="*/ 2680597 w 12192000"/>
              <a:gd name="connsiteY182" fmla="*/ 1984996 h 2237474"/>
              <a:gd name="connsiteX183" fmla="*/ 2578178 w 12192000"/>
              <a:gd name="connsiteY183" fmla="*/ 1990531 h 2237474"/>
              <a:gd name="connsiteX184" fmla="*/ 2476147 w 12192000"/>
              <a:gd name="connsiteY184" fmla="*/ 1998305 h 2237474"/>
              <a:gd name="connsiteX185" fmla="*/ 2373568 w 12192000"/>
              <a:gd name="connsiteY185" fmla="*/ 2003219 h 2237474"/>
              <a:gd name="connsiteX186" fmla="*/ 2321399 w 12192000"/>
              <a:gd name="connsiteY186" fmla="*/ 1989467 h 2237474"/>
              <a:gd name="connsiteX187" fmla="*/ 2315525 w 12192000"/>
              <a:gd name="connsiteY187" fmla="*/ 1989708 h 2237474"/>
              <a:gd name="connsiteX188" fmla="*/ 2300792 w 12192000"/>
              <a:gd name="connsiteY188" fmla="*/ 1994290 h 2237474"/>
              <a:gd name="connsiteX189" fmla="*/ 2295469 w 12192000"/>
              <a:gd name="connsiteY189" fmla="*/ 1996659 h 2237474"/>
              <a:gd name="connsiteX190" fmla="*/ 2287219 w 12192000"/>
              <a:gd name="connsiteY190" fmla="*/ 1998750 h 2237474"/>
              <a:gd name="connsiteX191" fmla="*/ 2286948 w 12192000"/>
              <a:gd name="connsiteY191" fmla="*/ 1998596 h 2237474"/>
              <a:gd name="connsiteX192" fmla="*/ 2243069 w 12192000"/>
              <a:gd name="connsiteY192" fmla="*/ 2015111 h 2237474"/>
              <a:gd name="connsiteX193" fmla="*/ 2186609 w 12192000"/>
              <a:gd name="connsiteY193" fmla="*/ 2008263 h 2237474"/>
              <a:gd name="connsiteX194" fmla="*/ 2164831 w 12192000"/>
              <a:gd name="connsiteY194" fmla="*/ 2010143 h 2237474"/>
              <a:gd name="connsiteX195" fmla="*/ 2152836 w 12192000"/>
              <a:gd name="connsiteY195" fmla="*/ 2010048 h 2237474"/>
              <a:gd name="connsiteX196" fmla="*/ 2117102 w 12192000"/>
              <a:gd name="connsiteY196" fmla="*/ 2023004 h 2237474"/>
              <a:gd name="connsiteX197" fmla="*/ 2111935 w 12192000"/>
              <a:gd name="connsiteY197" fmla="*/ 2023163 h 2237474"/>
              <a:gd name="connsiteX198" fmla="*/ 2089991 w 12192000"/>
              <a:gd name="connsiteY198" fmla="*/ 2034193 h 2237474"/>
              <a:gd name="connsiteX199" fmla="*/ 2058061 w 12192000"/>
              <a:gd name="connsiteY199" fmla="*/ 2047942 h 2237474"/>
              <a:gd name="connsiteX200" fmla="*/ 2055737 w 12192000"/>
              <a:gd name="connsiteY200" fmla="*/ 2047704 h 2237474"/>
              <a:gd name="connsiteX201" fmla="*/ 2042244 w 12192000"/>
              <a:gd name="connsiteY201" fmla="*/ 2055560 h 2237474"/>
              <a:gd name="connsiteX202" fmla="*/ 1976224 w 12192000"/>
              <a:gd name="connsiteY202" fmla="*/ 2074257 h 2237474"/>
              <a:gd name="connsiteX203" fmla="*/ 1877728 w 12192000"/>
              <a:gd name="connsiteY203" fmla="*/ 2101004 h 2237474"/>
              <a:gd name="connsiteX204" fmla="*/ 1759056 w 12192000"/>
              <a:gd name="connsiteY204" fmla="*/ 2125608 h 2237474"/>
              <a:gd name="connsiteX205" fmla="*/ 1637948 w 12192000"/>
              <a:gd name="connsiteY205" fmla="*/ 2172597 h 2237474"/>
              <a:gd name="connsiteX206" fmla="*/ 1434549 w 12192000"/>
              <a:gd name="connsiteY206" fmla="*/ 2234522 h 2237474"/>
              <a:gd name="connsiteX207" fmla="*/ 1398481 w 12192000"/>
              <a:gd name="connsiteY207" fmla="*/ 2237074 h 2237474"/>
              <a:gd name="connsiteX208" fmla="*/ 1398407 w 12192000"/>
              <a:gd name="connsiteY208" fmla="*/ 2237095 h 2237474"/>
              <a:gd name="connsiteX209" fmla="*/ 1370962 w 12192000"/>
              <a:gd name="connsiteY209" fmla="*/ 2237474 h 2237474"/>
              <a:gd name="connsiteX210" fmla="*/ 1356367 w 12192000"/>
              <a:gd name="connsiteY210" fmla="*/ 2235089 h 2237474"/>
              <a:gd name="connsiteX211" fmla="*/ 1324828 w 12192000"/>
              <a:gd name="connsiteY211" fmla="*/ 2231968 h 2237474"/>
              <a:gd name="connsiteX212" fmla="*/ 1297744 w 12192000"/>
              <a:gd name="connsiteY212" fmla="*/ 2235849 h 2237474"/>
              <a:gd name="connsiteX213" fmla="*/ 1286236 w 12192000"/>
              <a:gd name="connsiteY213" fmla="*/ 2233135 h 2237474"/>
              <a:gd name="connsiteX214" fmla="*/ 1283504 w 12192000"/>
              <a:gd name="connsiteY214" fmla="*/ 2233797 h 2237474"/>
              <a:gd name="connsiteX215" fmla="*/ 1279765 w 12192000"/>
              <a:gd name="connsiteY215" fmla="*/ 2229639 h 2237474"/>
              <a:gd name="connsiteX216" fmla="*/ 1195347 w 12192000"/>
              <a:gd name="connsiteY216" fmla="*/ 2212354 h 2237474"/>
              <a:gd name="connsiteX217" fmla="*/ 970251 w 12192000"/>
              <a:gd name="connsiteY217" fmla="*/ 2221029 h 2237474"/>
              <a:gd name="connsiteX218" fmla="*/ 812914 w 12192000"/>
              <a:gd name="connsiteY218" fmla="*/ 2202752 h 2237474"/>
              <a:gd name="connsiteX219" fmla="*/ 800195 w 12192000"/>
              <a:gd name="connsiteY219" fmla="*/ 2209407 h 2237474"/>
              <a:gd name="connsiteX220" fmla="*/ 784978 w 12192000"/>
              <a:gd name="connsiteY220" fmla="*/ 2212360 h 2237474"/>
              <a:gd name="connsiteX221" fmla="*/ 681987 w 12192000"/>
              <a:gd name="connsiteY221" fmla="*/ 2216757 h 2237474"/>
              <a:gd name="connsiteX222" fmla="*/ 669923 w 12192000"/>
              <a:gd name="connsiteY222" fmla="*/ 2211682 h 2237474"/>
              <a:gd name="connsiteX223" fmla="*/ 648680 w 12192000"/>
              <a:gd name="connsiteY223" fmla="*/ 2206229 h 2237474"/>
              <a:gd name="connsiteX224" fmla="*/ 597225 w 12192000"/>
              <a:gd name="connsiteY224" fmla="*/ 2180999 h 2237474"/>
              <a:gd name="connsiteX225" fmla="*/ 558449 w 12192000"/>
              <a:gd name="connsiteY225" fmla="*/ 2182346 h 2237474"/>
              <a:gd name="connsiteX226" fmla="*/ 550517 w 12192000"/>
              <a:gd name="connsiteY226" fmla="*/ 2182060 h 2237474"/>
              <a:gd name="connsiteX227" fmla="*/ 550309 w 12192000"/>
              <a:gd name="connsiteY227" fmla="*/ 2181825 h 2237474"/>
              <a:gd name="connsiteX228" fmla="*/ 541836 w 12192000"/>
              <a:gd name="connsiteY228" fmla="*/ 2181063 h 2237474"/>
              <a:gd name="connsiteX229" fmla="*/ 536057 w 12192000"/>
              <a:gd name="connsiteY229" fmla="*/ 2181537 h 2237474"/>
              <a:gd name="connsiteX230" fmla="*/ 520671 w 12192000"/>
              <a:gd name="connsiteY230" fmla="*/ 2180980 h 2237474"/>
              <a:gd name="connsiteX231" fmla="*/ 515024 w 12192000"/>
              <a:gd name="connsiteY231" fmla="*/ 2179258 h 2237474"/>
              <a:gd name="connsiteX232" fmla="*/ 512278 w 12192000"/>
              <a:gd name="connsiteY232" fmla="*/ 2176369 h 2237474"/>
              <a:gd name="connsiteX233" fmla="*/ 480419 w 12192000"/>
              <a:gd name="connsiteY233" fmla="*/ 2167807 h 2237474"/>
              <a:gd name="connsiteX234" fmla="*/ 413835 w 12192000"/>
              <a:gd name="connsiteY234" fmla="*/ 2156783 h 2237474"/>
              <a:gd name="connsiteX235" fmla="*/ 376513 w 12192000"/>
              <a:gd name="connsiteY235" fmla="*/ 2154014 h 2237474"/>
              <a:gd name="connsiteX236" fmla="*/ 273386 w 12192000"/>
              <a:gd name="connsiteY236" fmla="*/ 2142551 h 2237474"/>
              <a:gd name="connsiteX237" fmla="*/ 169207 w 12192000"/>
              <a:gd name="connsiteY237" fmla="*/ 2128100 h 2237474"/>
              <a:gd name="connsiteX238" fmla="*/ 93149 w 12192000"/>
              <a:gd name="connsiteY238" fmla="*/ 2105324 h 2237474"/>
              <a:gd name="connsiteX239" fmla="*/ 88109 w 12192000"/>
              <a:gd name="connsiteY239" fmla="*/ 2106704 h 2237474"/>
              <a:gd name="connsiteX240" fmla="*/ 80022 w 12192000"/>
              <a:gd name="connsiteY240" fmla="*/ 2107254 h 2237474"/>
              <a:gd name="connsiteX241" fmla="*/ 79717 w 12192000"/>
              <a:gd name="connsiteY241" fmla="*/ 2107046 h 2237474"/>
              <a:gd name="connsiteX242" fmla="*/ 72352 w 12192000"/>
              <a:gd name="connsiteY242" fmla="*/ 2107991 h 2237474"/>
              <a:gd name="connsiteX243" fmla="*/ 37645 w 12192000"/>
              <a:gd name="connsiteY243" fmla="*/ 2115401 h 2237474"/>
              <a:gd name="connsiteX244" fmla="*/ 4572 w 12192000"/>
              <a:gd name="connsiteY244" fmla="*/ 2111091 h 2237474"/>
              <a:gd name="connsiteX245" fmla="*/ 0 w 12192000"/>
              <a:gd name="connsiteY245" fmla="*/ 2110468 h 2237474"/>
              <a:gd name="connsiteX246" fmla="*/ 0 w 12192000"/>
              <a:gd name="connsiteY246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93343 w 12192000"/>
              <a:gd name="connsiteY106" fmla="*/ 1664672 h 2237474"/>
              <a:gd name="connsiteX107" fmla="*/ 6380457 w 12192000"/>
              <a:gd name="connsiteY107" fmla="*/ 1662376 h 2237474"/>
              <a:gd name="connsiteX108" fmla="*/ 6280959 w 12192000"/>
              <a:gd name="connsiteY108" fmla="*/ 1689329 h 2237474"/>
              <a:gd name="connsiteX109" fmla="*/ 6266765 w 12192000"/>
              <a:gd name="connsiteY109" fmla="*/ 1695560 h 2237474"/>
              <a:gd name="connsiteX110" fmla="*/ 6098321 w 12192000"/>
              <a:gd name="connsiteY110" fmla="*/ 1721646 h 2237474"/>
              <a:gd name="connsiteX111" fmla="*/ 5880652 w 12192000"/>
              <a:gd name="connsiteY111" fmla="*/ 1779643 h 2237474"/>
              <a:gd name="connsiteX112" fmla="*/ 5785959 w 12192000"/>
              <a:gd name="connsiteY112" fmla="*/ 1775307 h 2237474"/>
              <a:gd name="connsiteX113" fmla="*/ 5643534 w 12192000"/>
              <a:gd name="connsiteY113" fmla="*/ 1802919 h 2237474"/>
              <a:gd name="connsiteX114" fmla="*/ 5518799 w 12192000"/>
              <a:gd name="connsiteY114" fmla="*/ 1818312 h 2237474"/>
              <a:gd name="connsiteX115" fmla="*/ 5505014 w 12192000"/>
              <a:gd name="connsiteY115" fmla="*/ 1819259 h 2237474"/>
              <a:gd name="connsiteX116" fmla="*/ 5453307 w 12192000"/>
              <a:gd name="connsiteY116" fmla="*/ 1815450 h 2237474"/>
              <a:gd name="connsiteX117" fmla="*/ 5364192 w 12192000"/>
              <a:gd name="connsiteY117" fmla="*/ 1826074 h 2237474"/>
              <a:gd name="connsiteX118" fmla="*/ 5350380 w 12192000"/>
              <a:gd name="connsiteY118" fmla="*/ 1830891 h 2237474"/>
              <a:gd name="connsiteX119" fmla="*/ 5259633 w 12192000"/>
              <a:gd name="connsiteY119" fmla="*/ 1837160 h 2237474"/>
              <a:gd name="connsiteX120" fmla="*/ 5197513 w 12192000"/>
              <a:gd name="connsiteY120" fmla="*/ 1844718 h 2237474"/>
              <a:gd name="connsiteX121" fmla="*/ 5184170 w 12192000"/>
              <a:gd name="connsiteY121" fmla="*/ 1849402 h 2237474"/>
              <a:gd name="connsiteX122" fmla="*/ 5168852 w 12192000"/>
              <a:gd name="connsiteY122" fmla="*/ 1844846 h 2237474"/>
              <a:gd name="connsiteX123" fmla="*/ 5164370 w 12192000"/>
              <a:gd name="connsiteY123" fmla="*/ 1840597 h 2237474"/>
              <a:gd name="connsiteX124" fmla="*/ 5114927 w 12192000"/>
              <a:gd name="connsiteY124" fmla="*/ 1847827 h 2237474"/>
              <a:gd name="connsiteX125" fmla="*/ 5108970 w 12192000"/>
              <a:gd name="connsiteY125" fmla="*/ 1847935 h 2237474"/>
              <a:gd name="connsiteX126" fmla="*/ 5067961 w 12192000"/>
              <a:gd name="connsiteY126" fmla="*/ 1845917 h 2237474"/>
              <a:gd name="connsiteX127" fmla="*/ 5007075 w 12192000"/>
              <a:gd name="connsiteY127" fmla="*/ 1838626 h 2237474"/>
              <a:gd name="connsiteX128" fmla="*/ 4944087 w 12192000"/>
              <a:gd name="connsiteY128" fmla="*/ 1823332 h 2237474"/>
              <a:gd name="connsiteX129" fmla="*/ 4907662 w 12192000"/>
              <a:gd name="connsiteY129" fmla="*/ 1816900 h 2237474"/>
              <a:gd name="connsiteX130" fmla="*/ 4882386 w 12192000"/>
              <a:gd name="connsiteY130" fmla="*/ 1809844 h 2237474"/>
              <a:gd name="connsiteX131" fmla="*/ 4811440 w 12192000"/>
              <a:gd name="connsiteY131" fmla="*/ 1804655 h 2237474"/>
              <a:gd name="connsiteX132" fmla="*/ 4691075 w 12192000"/>
              <a:gd name="connsiteY132" fmla="*/ 1801389 h 2237474"/>
              <a:gd name="connsiteX133" fmla="*/ 4647449 w 12192000"/>
              <a:gd name="connsiteY133" fmla="*/ 1793181 h 2237474"/>
              <a:gd name="connsiteX134" fmla="*/ 4645504 w 12192000"/>
              <a:gd name="connsiteY134" fmla="*/ 1787606 h 2237474"/>
              <a:gd name="connsiteX135" fmla="*/ 4632229 w 12192000"/>
              <a:gd name="connsiteY135" fmla="*/ 1785815 h 2237474"/>
              <a:gd name="connsiteX136" fmla="*/ 4629273 w 12192000"/>
              <a:gd name="connsiteY136" fmla="*/ 1784355 h 2237474"/>
              <a:gd name="connsiteX137" fmla="*/ 4611738 w 12192000"/>
              <a:gd name="connsiteY137" fmla="*/ 1776964 h 2237474"/>
              <a:gd name="connsiteX138" fmla="*/ 4560070 w 12192000"/>
              <a:gd name="connsiteY138" fmla="*/ 1785640 h 2237474"/>
              <a:gd name="connsiteX139" fmla="*/ 4536503 w 12192000"/>
              <a:gd name="connsiteY139" fmla="*/ 1785334 h 2237474"/>
              <a:gd name="connsiteX140" fmla="*/ 4513724 w 12192000"/>
              <a:gd name="connsiteY140" fmla="*/ 1791996 h 2237474"/>
              <a:gd name="connsiteX141" fmla="*/ 4459810 w 12192000"/>
              <a:gd name="connsiteY141" fmla="*/ 1797886 h 2237474"/>
              <a:gd name="connsiteX142" fmla="*/ 4379064 w 12192000"/>
              <a:gd name="connsiteY142" fmla="*/ 1817177 h 2237474"/>
              <a:gd name="connsiteX143" fmla="*/ 4319209 w 12192000"/>
              <a:gd name="connsiteY143" fmla="*/ 1834833 h 2237474"/>
              <a:gd name="connsiteX144" fmla="*/ 4306907 w 12192000"/>
              <a:gd name="connsiteY144" fmla="*/ 1841641 h 2237474"/>
              <a:gd name="connsiteX145" fmla="*/ 4290981 w 12192000"/>
              <a:gd name="connsiteY145" fmla="*/ 1839677 h 2237474"/>
              <a:gd name="connsiteX146" fmla="*/ 4285792 w 12192000"/>
              <a:gd name="connsiteY146" fmla="*/ 1836231 h 2237474"/>
              <a:gd name="connsiteX147" fmla="*/ 4238372 w 12192000"/>
              <a:gd name="connsiteY147" fmla="*/ 1851480 h 2237474"/>
              <a:gd name="connsiteX148" fmla="*/ 4232517 w 12192000"/>
              <a:gd name="connsiteY148" fmla="*/ 1852567 h 2237474"/>
              <a:gd name="connsiteX149" fmla="*/ 4191732 w 12192000"/>
              <a:gd name="connsiteY149" fmla="*/ 1857328 h 2237474"/>
              <a:gd name="connsiteX150" fmla="*/ 4065532 w 12192000"/>
              <a:gd name="connsiteY150" fmla="*/ 1855477 h 2237474"/>
              <a:gd name="connsiteX151" fmla="*/ 4028460 w 12192000"/>
              <a:gd name="connsiteY151" fmla="*/ 1855137 h 2237474"/>
              <a:gd name="connsiteX152" fmla="*/ 4002267 w 12192000"/>
              <a:gd name="connsiteY152" fmla="*/ 1852352 h 2237474"/>
              <a:gd name="connsiteX153" fmla="*/ 3931396 w 12192000"/>
              <a:gd name="connsiteY153" fmla="*/ 1858915 h 2237474"/>
              <a:gd name="connsiteX154" fmla="*/ 3812162 w 12192000"/>
              <a:gd name="connsiteY154" fmla="*/ 1875501 h 2237474"/>
              <a:gd name="connsiteX155" fmla="*/ 3767672 w 12192000"/>
              <a:gd name="connsiteY155" fmla="*/ 1874600 h 2237474"/>
              <a:gd name="connsiteX156" fmla="*/ 3764741 w 12192000"/>
              <a:gd name="connsiteY156" fmla="*/ 1869433 h 2237474"/>
              <a:gd name="connsiteX157" fmla="*/ 3751332 w 12192000"/>
              <a:gd name="connsiteY157" fmla="*/ 1869854 h 2237474"/>
              <a:gd name="connsiteX158" fmla="*/ 3748155 w 12192000"/>
              <a:gd name="connsiteY158" fmla="*/ 1868903 h 2237474"/>
              <a:gd name="connsiteX159" fmla="*/ 3729530 w 12192000"/>
              <a:gd name="connsiteY159" fmla="*/ 1864513 h 2237474"/>
              <a:gd name="connsiteX160" fmla="*/ 3680177 w 12192000"/>
              <a:gd name="connsiteY160" fmla="*/ 1881552 h 2237474"/>
              <a:gd name="connsiteX161" fmla="*/ 3567259 w 12192000"/>
              <a:gd name="connsiteY161" fmla="*/ 1893482 h 2237474"/>
              <a:gd name="connsiteX162" fmla="*/ 3405770 w 12192000"/>
              <a:gd name="connsiteY162" fmla="*/ 1904591 h 2237474"/>
              <a:gd name="connsiteX163" fmla="*/ 3280097 w 12192000"/>
              <a:gd name="connsiteY163" fmla="*/ 1919610 h 2237474"/>
              <a:gd name="connsiteX164" fmla="*/ 3123424 w 12192000"/>
              <a:gd name="connsiteY164" fmla="*/ 1952930 h 2237474"/>
              <a:gd name="connsiteX165" fmla="*/ 3009910 w 12192000"/>
              <a:gd name="connsiteY165" fmla="*/ 1957866 h 2237474"/>
              <a:gd name="connsiteX166" fmla="*/ 2995934 w 12192000"/>
              <a:gd name="connsiteY166" fmla="*/ 1967085 h 2237474"/>
              <a:gd name="connsiteX167" fmla="*/ 2980071 w 12192000"/>
              <a:gd name="connsiteY167" fmla="*/ 1972988 h 2237474"/>
              <a:gd name="connsiteX168" fmla="*/ 2978094 w 12192000"/>
              <a:gd name="connsiteY168" fmla="*/ 1972369 h 2237474"/>
              <a:gd name="connsiteX169" fmla="*/ 2942858 w 12192000"/>
              <a:gd name="connsiteY169" fmla="*/ 1981367 h 2237474"/>
              <a:gd name="connsiteX170" fmla="*/ 2875436 w 12192000"/>
              <a:gd name="connsiteY170" fmla="*/ 1996977 h 2237474"/>
              <a:gd name="connsiteX171" fmla="*/ 2874892 w 12192000"/>
              <a:gd name="connsiteY171" fmla="*/ 1996085 h 2237474"/>
              <a:gd name="connsiteX172" fmla="*/ 2864145 w 12192000"/>
              <a:gd name="connsiteY172" fmla="*/ 1994061 h 2237474"/>
              <a:gd name="connsiteX173" fmla="*/ 2843662 w 12192000"/>
              <a:gd name="connsiteY173" fmla="*/ 1992498 h 2237474"/>
              <a:gd name="connsiteX174" fmla="*/ 2796128 w 12192000"/>
              <a:gd name="connsiteY174" fmla="*/ 1976403 h 2237474"/>
              <a:gd name="connsiteX175" fmla="*/ 2756784 w 12192000"/>
              <a:gd name="connsiteY175" fmla="*/ 1985116 h 2237474"/>
              <a:gd name="connsiteX176" fmla="*/ 2748833 w 12192000"/>
              <a:gd name="connsiteY176" fmla="*/ 1986323 h 2237474"/>
              <a:gd name="connsiteX177" fmla="*/ 2748661 w 12192000"/>
              <a:gd name="connsiteY177" fmla="*/ 1986122 h 2237474"/>
              <a:gd name="connsiteX178" fmla="*/ 2740251 w 12192000"/>
              <a:gd name="connsiteY178" fmla="*/ 1986946 h 2237474"/>
              <a:gd name="connsiteX179" fmla="*/ 2718916 w 12192000"/>
              <a:gd name="connsiteY179" fmla="*/ 1990867 h 2237474"/>
              <a:gd name="connsiteX180" fmla="*/ 2713522 w 12192000"/>
              <a:gd name="connsiteY180" fmla="*/ 1990173 h 2237474"/>
              <a:gd name="connsiteX181" fmla="*/ 2680597 w 12192000"/>
              <a:gd name="connsiteY181" fmla="*/ 1984996 h 2237474"/>
              <a:gd name="connsiteX182" fmla="*/ 2578178 w 12192000"/>
              <a:gd name="connsiteY182" fmla="*/ 1990531 h 2237474"/>
              <a:gd name="connsiteX183" fmla="*/ 2476147 w 12192000"/>
              <a:gd name="connsiteY183" fmla="*/ 1998305 h 2237474"/>
              <a:gd name="connsiteX184" fmla="*/ 2373568 w 12192000"/>
              <a:gd name="connsiteY184" fmla="*/ 2003219 h 2237474"/>
              <a:gd name="connsiteX185" fmla="*/ 2321399 w 12192000"/>
              <a:gd name="connsiteY185" fmla="*/ 1989467 h 2237474"/>
              <a:gd name="connsiteX186" fmla="*/ 2315525 w 12192000"/>
              <a:gd name="connsiteY186" fmla="*/ 1989708 h 2237474"/>
              <a:gd name="connsiteX187" fmla="*/ 2300792 w 12192000"/>
              <a:gd name="connsiteY187" fmla="*/ 1994290 h 2237474"/>
              <a:gd name="connsiteX188" fmla="*/ 2295469 w 12192000"/>
              <a:gd name="connsiteY188" fmla="*/ 1996659 h 2237474"/>
              <a:gd name="connsiteX189" fmla="*/ 2287219 w 12192000"/>
              <a:gd name="connsiteY189" fmla="*/ 1998750 h 2237474"/>
              <a:gd name="connsiteX190" fmla="*/ 2286948 w 12192000"/>
              <a:gd name="connsiteY190" fmla="*/ 1998596 h 2237474"/>
              <a:gd name="connsiteX191" fmla="*/ 2243069 w 12192000"/>
              <a:gd name="connsiteY191" fmla="*/ 2015111 h 2237474"/>
              <a:gd name="connsiteX192" fmla="*/ 2186609 w 12192000"/>
              <a:gd name="connsiteY192" fmla="*/ 2008263 h 2237474"/>
              <a:gd name="connsiteX193" fmla="*/ 2164831 w 12192000"/>
              <a:gd name="connsiteY193" fmla="*/ 2010143 h 2237474"/>
              <a:gd name="connsiteX194" fmla="*/ 2152836 w 12192000"/>
              <a:gd name="connsiteY194" fmla="*/ 2010048 h 2237474"/>
              <a:gd name="connsiteX195" fmla="*/ 2117102 w 12192000"/>
              <a:gd name="connsiteY195" fmla="*/ 2023004 h 2237474"/>
              <a:gd name="connsiteX196" fmla="*/ 2111935 w 12192000"/>
              <a:gd name="connsiteY196" fmla="*/ 2023163 h 2237474"/>
              <a:gd name="connsiteX197" fmla="*/ 2089991 w 12192000"/>
              <a:gd name="connsiteY197" fmla="*/ 2034193 h 2237474"/>
              <a:gd name="connsiteX198" fmla="*/ 2058061 w 12192000"/>
              <a:gd name="connsiteY198" fmla="*/ 2047942 h 2237474"/>
              <a:gd name="connsiteX199" fmla="*/ 2055737 w 12192000"/>
              <a:gd name="connsiteY199" fmla="*/ 2047704 h 2237474"/>
              <a:gd name="connsiteX200" fmla="*/ 2042244 w 12192000"/>
              <a:gd name="connsiteY200" fmla="*/ 2055560 h 2237474"/>
              <a:gd name="connsiteX201" fmla="*/ 1976224 w 12192000"/>
              <a:gd name="connsiteY201" fmla="*/ 2074257 h 2237474"/>
              <a:gd name="connsiteX202" fmla="*/ 1877728 w 12192000"/>
              <a:gd name="connsiteY202" fmla="*/ 2101004 h 2237474"/>
              <a:gd name="connsiteX203" fmla="*/ 1759056 w 12192000"/>
              <a:gd name="connsiteY203" fmla="*/ 2125608 h 2237474"/>
              <a:gd name="connsiteX204" fmla="*/ 1637948 w 12192000"/>
              <a:gd name="connsiteY204" fmla="*/ 2172597 h 2237474"/>
              <a:gd name="connsiteX205" fmla="*/ 1434549 w 12192000"/>
              <a:gd name="connsiteY205" fmla="*/ 2234522 h 2237474"/>
              <a:gd name="connsiteX206" fmla="*/ 1398481 w 12192000"/>
              <a:gd name="connsiteY206" fmla="*/ 2237074 h 2237474"/>
              <a:gd name="connsiteX207" fmla="*/ 1398407 w 12192000"/>
              <a:gd name="connsiteY207" fmla="*/ 2237095 h 2237474"/>
              <a:gd name="connsiteX208" fmla="*/ 1370962 w 12192000"/>
              <a:gd name="connsiteY208" fmla="*/ 2237474 h 2237474"/>
              <a:gd name="connsiteX209" fmla="*/ 1356367 w 12192000"/>
              <a:gd name="connsiteY209" fmla="*/ 2235089 h 2237474"/>
              <a:gd name="connsiteX210" fmla="*/ 1324828 w 12192000"/>
              <a:gd name="connsiteY210" fmla="*/ 2231968 h 2237474"/>
              <a:gd name="connsiteX211" fmla="*/ 1297744 w 12192000"/>
              <a:gd name="connsiteY211" fmla="*/ 2235849 h 2237474"/>
              <a:gd name="connsiteX212" fmla="*/ 1286236 w 12192000"/>
              <a:gd name="connsiteY212" fmla="*/ 2233135 h 2237474"/>
              <a:gd name="connsiteX213" fmla="*/ 1283504 w 12192000"/>
              <a:gd name="connsiteY213" fmla="*/ 2233797 h 2237474"/>
              <a:gd name="connsiteX214" fmla="*/ 1279765 w 12192000"/>
              <a:gd name="connsiteY214" fmla="*/ 2229639 h 2237474"/>
              <a:gd name="connsiteX215" fmla="*/ 1195347 w 12192000"/>
              <a:gd name="connsiteY215" fmla="*/ 2212354 h 2237474"/>
              <a:gd name="connsiteX216" fmla="*/ 970251 w 12192000"/>
              <a:gd name="connsiteY216" fmla="*/ 2221029 h 2237474"/>
              <a:gd name="connsiteX217" fmla="*/ 812914 w 12192000"/>
              <a:gd name="connsiteY217" fmla="*/ 2202752 h 2237474"/>
              <a:gd name="connsiteX218" fmla="*/ 800195 w 12192000"/>
              <a:gd name="connsiteY218" fmla="*/ 2209407 h 2237474"/>
              <a:gd name="connsiteX219" fmla="*/ 784978 w 12192000"/>
              <a:gd name="connsiteY219" fmla="*/ 2212360 h 2237474"/>
              <a:gd name="connsiteX220" fmla="*/ 681987 w 12192000"/>
              <a:gd name="connsiteY220" fmla="*/ 2216757 h 2237474"/>
              <a:gd name="connsiteX221" fmla="*/ 669923 w 12192000"/>
              <a:gd name="connsiteY221" fmla="*/ 2211682 h 2237474"/>
              <a:gd name="connsiteX222" fmla="*/ 648680 w 12192000"/>
              <a:gd name="connsiteY222" fmla="*/ 2206229 h 2237474"/>
              <a:gd name="connsiteX223" fmla="*/ 597225 w 12192000"/>
              <a:gd name="connsiteY223" fmla="*/ 2180999 h 2237474"/>
              <a:gd name="connsiteX224" fmla="*/ 558449 w 12192000"/>
              <a:gd name="connsiteY224" fmla="*/ 2182346 h 2237474"/>
              <a:gd name="connsiteX225" fmla="*/ 550517 w 12192000"/>
              <a:gd name="connsiteY225" fmla="*/ 2182060 h 2237474"/>
              <a:gd name="connsiteX226" fmla="*/ 550309 w 12192000"/>
              <a:gd name="connsiteY226" fmla="*/ 2181825 h 2237474"/>
              <a:gd name="connsiteX227" fmla="*/ 541836 w 12192000"/>
              <a:gd name="connsiteY227" fmla="*/ 2181063 h 2237474"/>
              <a:gd name="connsiteX228" fmla="*/ 536057 w 12192000"/>
              <a:gd name="connsiteY228" fmla="*/ 2181537 h 2237474"/>
              <a:gd name="connsiteX229" fmla="*/ 520671 w 12192000"/>
              <a:gd name="connsiteY229" fmla="*/ 2180980 h 2237474"/>
              <a:gd name="connsiteX230" fmla="*/ 515024 w 12192000"/>
              <a:gd name="connsiteY230" fmla="*/ 2179258 h 2237474"/>
              <a:gd name="connsiteX231" fmla="*/ 512278 w 12192000"/>
              <a:gd name="connsiteY231" fmla="*/ 2176369 h 2237474"/>
              <a:gd name="connsiteX232" fmla="*/ 480419 w 12192000"/>
              <a:gd name="connsiteY232" fmla="*/ 2167807 h 2237474"/>
              <a:gd name="connsiteX233" fmla="*/ 413835 w 12192000"/>
              <a:gd name="connsiteY233" fmla="*/ 2156783 h 2237474"/>
              <a:gd name="connsiteX234" fmla="*/ 376513 w 12192000"/>
              <a:gd name="connsiteY234" fmla="*/ 2154014 h 2237474"/>
              <a:gd name="connsiteX235" fmla="*/ 273386 w 12192000"/>
              <a:gd name="connsiteY235" fmla="*/ 2142551 h 2237474"/>
              <a:gd name="connsiteX236" fmla="*/ 169207 w 12192000"/>
              <a:gd name="connsiteY236" fmla="*/ 2128100 h 2237474"/>
              <a:gd name="connsiteX237" fmla="*/ 93149 w 12192000"/>
              <a:gd name="connsiteY237" fmla="*/ 2105324 h 2237474"/>
              <a:gd name="connsiteX238" fmla="*/ 88109 w 12192000"/>
              <a:gd name="connsiteY238" fmla="*/ 2106704 h 2237474"/>
              <a:gd name="connsiteX239" fmla="*/ 80022 w 12192000"/>
              <a:gd name="connsiteY239" fmla="*/ 2107254 h 2237474"/>
              <a:gd name="connsiteX240" fmla="*/ 79717 w 12192000"/>
              <a:gd name="connsiteY240" fmla="*/ 2107046 h 2237474"/>
              <a:gd name="connsiteX241" fmla="*/ 72352 w 12192000"/>
              <a:gd name="connsiteY241" fmla="*/ 2107991 h 2237474"/>
              <a:gd name="connsiteX242" fmla="*/ 37645 w 12192000"/>
              <a:gd name="connsiteY242" fmla="*/ 2115401 h 2237474"/>
              <a:gd name="connsiteX243" fmla="*/ 4572 w 12192000"/>
              <a:gd name="connsiteY243" fmla="*/ 2111091 h 2237474"/>
              <a:gd name="connsiteX244" fmla="*/ 0 w 12192000"/>
              <a:gd name="connsiteY244" fmla="*/ 2110468 h 2237474"/>
              <a:gd name="connsiteX245" fmla="*/ 0 w 12192000"/>
              <a:gd name="connsiteY24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93343 w 12192000"/>
              <a:gd name="connsiteY106" fmla="*/ 1664672 h 2237474"/>
              <a:gd name="connsiteX107" fmla="*/ 6380457 w 12192000"/>
              <a:gd name="connsiteY107" fmla="*/ 1662376 h 2237474"/>
              <a:gd name="connsiteX108" fmla="*/ 6280959 w 12192000"/>
              <a:gd name="connsiteY108" fmla="*/ 1689329 h 2237474"/>
              <a:gd name="connsiteX109" fmla="*/ 6266765 w 12192000"/>
              <a:gd name="connsiteY109" fmla="*/ 1695560 h 2237474"/>
              <a:gd name="connsiteX110" fmla="*/ 6098321 w 12192000"/>
              <a:gd name="connsiteY110" fmla="*/ 1721646 h 2237474"/>
              <a:gd name="connsiteX111" fmla="*/ 5880652 w 12192000"/>
              <a:gd name="connsiteY111" fmla="*/ 1779643 h 2237474"/>
              <a:gd name="connsiteX112" fmla="*/ 5785959 w 12192000"/>
              <a:gd name="connsiteY112" fmla="*/ 1775307 h 2237474"/>
              <a:gd name="connsiteX113" fmla="*/ 5643534 w 12192000"/>
              <a:gd name="connsiteY113" fmla="*/ 1802919 h 2237474"/>
              <a:gd name="connsiteX114" fmla="*/ 5518799 w 12192000"/>
              <a:gd name="connsiteY114" fmla="*/ 1818312 h 2237474"/>
              <a:gd name="connsiteX115" fmla="*/ 5505014 w 12192000"/>
              <a:gd name="connsiteY115" fmla="*/ 1819259 h 2237474"/>
              <a:gd name="connsiteX116" fmla="*/ 5453307 w 12192000"/>
              <a:gd name="connsiteY116" fmla="*/ 1815450 h 2237474"/>
              <a:gd name="connsiteX117" fmla="*/ 5364192 w 12192000"/>
              <a:gd name="connsiteY117" fmla="*/ 1826074 h 2237474"/>
              <a:gd name="connsiteX118" fmla="*/ 5350380 w 12192000"/>
              <a:gd name="connsiteY118" fmla="*/ 1830891 h 2237474"/>
              <a:gd name="connsiteX119" fmla="*/ 5259633 w 12192000"/>
              <a:gd name="connsiteY119" fmla="*/ 1837160 h 2237474"/>
              <a:gd name="connsiteX120" fmla="*/ 5197513 w 12192000"/>
              <a:gd name="connsiteY120" fmla="*/ 1844718 h 2237474"/>
              <a:gd name="connsiteX121" fmla="*/ 5184170 w 12192000"/>
              <a:gd name="connsiteY121" fmla="*/ 1849402 h 2237474"/>
              <a:gd name="connsiteX122" fmla="*/ 5168852 w 12192000"/>
              <a:gd name="connsiteY122" fmla="*/ 1844846 h 2237474"/>
              <a:gd name="connsiteX123" fmla="*/ 5164370 w 12192000"/>
              <a:gd name="connsiteY123" fmla="*/ 1840597 h 2237474"/>
              <a:gd name="connsiteX124" fmla="*/ 5114927 w 12192000"/>
              <a:gd name="connsiteY124" fmla="*/ 1847827 h 2237474"/>
              <a:gd name="connsiteX125" fmla="*/ 5108970 w 12192000"/>
              <a:gd name="connsiteY125" fmla="*/ 1847935 h 2237474"/>
              <a:gd name="connsiteX126" fmla="*/ 5067961 w 12192000"/>
              <a:gd name="connsiteY126" fmla="*/ 1845917 h 2237474"/>
              <a:gd name="connsiteX127" fmla="*/ 5007075 w 12192000"/>
              <a:gd name="connsiteY127" fmla="*/ 1838626 h 2237474"/>
              <a:gd name="connsiteX128" fmla="*/ 4944087 w 12192000"/>
              <a:gd name="connsiteY128" fmla="*/ 1823332 h 2237474"/>
              <a:gd name="connsiteX129" fmla="*/ 4907662 w 12192000"/>
              <a:gd name="connsiteY129" fmla="*/ 1816900 h 2237474"/>
              <a:gd name="connsiteX130" fmla="*/ 4882386 w 12192000"/>
              <a:gd name="connsiteY130" fmla="*/ 1809844 h 2237474"/>
              <a:gd name="connsiteX131" fmla="*/ 4811440 w 12192000"/>
              <a:gd name="connsiteY131" fmla="*/ 1804655 h 2237474"/>
              <a:gd name="connsiteX132" fmla="*/ 4691075 w 12192000"/>
              <a:gd name="connsiteY132" fmla="*/ 1801389 h 2237474"/>
              <a:gd name="connsiteX133" fmla="*/ 4647449 w 12192000"/>
              <a:gd name="connsiteY133" fmla="*/ 1793181 h 2237474"/>
              <a:gd name="connsiteX134" fmla="*/ 4645504 w 12192000"/>
              <a:gd name="connsiteY134" fmla="*/ 1787606 h 2237474"/>
              <a:gd name="connsiteX135" fmla="*/ 4632229 w 12192000"/>
              <a:gd name="connsiteY135" fmla="*/ 1785815 h 2237474"/>
              <a:gd name="connsiteX136" fmla="*/ 4611738 w 12192000"/>
              <a:gd name="connsiteY136" fmla="*/ 1776964 h 2237474"/>
              <a:gd name="connsiteX137" fmla="*/ 4560070 w 12192000"/>
              <a:gd name="connsiteY137" fmla="*/ 1785640 h 2237474"/>
              <a:gd name="connsiteX138" fmla="*/ 4536503 w 12192000"/>
              <a:gd name="connsiteY138" fmla="*/ 1785334 h 2237474"/>
              <a:gd name="connsiteX139" fmla="*/ 4513724 w 12192000"/>
              <a:gd name="connsiteY139" fmla="*/ 1791996 h 2237474"/>
              <a:gd name="connsiteX140" fmla="*/ 4459810 w 12192000"/>
              <a:gd name="connsiteY140" fmla="*/ 1797886 h 2237474"/>
              <a:gd name="connsiteX141" fmla="*/ 4379064 w 12192000"/>
              <a:gd name="connsiteY141" fmla="*/ 1817177 h 2237474"/>
              <a:gd name="connsiteX142" fmla="*/ 4319209 w 12192000"/>
              <a:gd name="connsiteY142" fmla="*/ 1834833 h 2237474"/>
              <a:gd name="connsiteX143" fmla="*/ 4306907 w 12192000"/>
              <a:gd name="connsiteY143" fmla="*/ 1841641 h 2237474"/>
              <a:gd name="connsiteX144" fmla="*/ 4290981 w 12192000"/>
              <a:gd name="connsiteY144" fmla="*/ 1839677 h 2237474"/>
              <a:gd name="connsiteX145" fmla="*/ 4285792 w 12192000"/>
              <a:gd name="connsiteY145" fmla="*/ 1836231 h 2237474"/>
              <a:gd name="connsiteX146" fmla="*/ 4238372 w 12192000"/>
              <a:gd name="connsiteY146" fmla="*/ 1851480 h 2237474"/>
              <a:gd name="connsiteX147" fmla="*/ 4232517 w 12192000"/>
              <a:gd name="connsiteY147" fmla="*/ 1852567 h 2237474"/>
              <a:gd name="connsiteX148" fmla="*/ 4191732 w 12192000"/>
              <a:gd name="connsiteY148" fmla="*/ 1857328 h 2237474"/>
              <a:gd name="connsiteX149" fmla="*/ 4065532 w 12192000"/>
              <a:gd name="connsiteY149" fmla="*/ 1855477 h 2237474"/>
              <a:gd name="connsiteX150" fmla="*/ 4028460 w 12192000"/>
              <a:gd name="connsiteY150" fmla="*/ 1855137 h 2237474"/>
              <a:gd name="connsiteX151" fmla="*/ 4002267 w 12192000"/>
              <a:gd name="connsiteY151" fmla="*/ 1852352 h 2237474"/>
              <a:gd name="connsiteX152" fmla="*/ 3931396 w 12192000"/>
              <a:gd name="connsiteY152" fmla="*/ 1858915 h 2237474"/>
              <a:gd name="connsiteX153" fmla="*/ 3812162 w 12192000"/>
              <a:gd name="connsiteY153" fmla="*/ 1875501 h 2237474"/>
              <a:gd name="connsiteX154" fmla="*/ 3767672 w 12192000"/>
              <a:gd name="connsiteY154" fmla="*/ 1874600 h 2237474"/>
              <a:gd name="connsiteX155" fmla="*/ 3764741 w 12192000"/>
              <a:gd name="connsiteY155" fmla="*/ 1869433 h 2237474"/>
              <a:gd name="connsiteX156" fmla="*/ 3751332 w 12192000"/>
              <a:gd name="connsiteY156" fmla="*/ 1869854 h 2237474"/>
              <a:gd name="connsiteX157" fmla="*/ 3748155 w 12192000"/>
              <a:gd name="connsiteY157" fmla="*/ 1868903 h 2237474"/>
              <a:gd name="connsiteX158" fmla="*/ 3729530 w 12192000"/>
              <a:gd name="connsiteY158" fmla="*/ 1864513 h 2237474"/>
              <a:gd name="connsiteX159" fmla="*/ 3680177 w 12192000"/>
              <a:gd name="connsiteY159" fmla="*/ 1881552 h 2237474"/>
              <a:gd name="connsiteX160" fmla="*/ 3567259 w 12192000"/>
              <a:gd name="connsiteY160" fmla="*/ 1893482 h 2237474"/>
              <a:gd name="connsiteX161" fmla="*/ 3405770 w 12192000"/>
              <a:gd name="connsiteY161" fmla="*/ 1904591 h 2237474"/>
              <a:gd name="connsiteX162" fmla="*/ 3280097 w 12192000"/>
              <a:gd name="connsiteY162" fmla="*/ 1919610 h 2237474"/>
              <a:gd name="connsiteX163" fmla="*/ 3123424 w 12192000"/>
              <a:gd name="connsiteY163" fmla="*/ 1952930 h 2237474"/>
              <a:gd name="connsiteX164" fmla="*/ 3009910 w 12192000"/>
              <a:gd name="connsiteY164" fmla="*/ 1957866 h 2237474"/>
              <a:gd name="connsiteX165" fmla="*/ 2995934 w 12192000"/>
              <a:gd name="connsiteY165" fmla="*/ 1967085 h 2237474"/>
              <a:gd name="connsiteX166" fmla="*/ 2980071 w 12192000"/>
              <a:gd name="connsiteY166" fmla="*/ 1972988 h 2237474"/>
              <a:gd name="connsiteX167" fmla="*/ 2978094 w 12192000"/>
              <a:gd name="connsiteY167" fmla="*/ 1972369 h 2237474"/>
              <a:gd name="connsiteX168" fmla="*/ 2942858 w 12192000"/>
              <a:gd name="connsiteY168" fmla="*/ 1981367 h 2237474"/>
              <a:gd name="connsiteX169" fmla="*/ 2875436 w 12192000"/>
              <a:gd name="connsiteY169" fmla="*/ 1996977 h 2237474"/>
              <a:gd name="connsiteX170" fmla="*/ 2874892 w 12192000"/>
              <a:gd name="connsiteY170" fmla="*/ 1996085 h 2237474"/>
              <a:gd name="connsiteX171" fmla="*/ 2864145 w 12192000"/>
              <a:gd name="connsiteY171" fmla="*/ 1994061 h 2237474"/>
              <a:gd name="connsiteX172" fmla="*/ 2843662 w 12192000"/>
              <a:gd name="connsiteY172" fmla="*/ 1992498 h 2237474"/>
              <a:gd name="connsiteX173" fmla="*/ 2796128 w 12192000"/>
              <a:gd name="connsiteY173" fmla="*/ 1976403 h 2237474"/>
              <a:gd name="connsiteX174" fmla="*/ 2756784 w 12192000"/>
              <a:gd name="connsiteY174" fmla="*/ 1985116 h 2237474"/>
              <a:gd name="connsiteX175" fmla="*/ 2748833 w 12192000"/>
              <a:gd name="connsiteY175" fmla="*/ 1986323 h 2237474"/>
              <a:gd name="connsiteX176" fmla="*/ 2748661 w 12192000"/>
              <a:gd name="connsiteY176" fmla="*/ 1986122 h 2237474"/>
              <a:gd name="connsiteX177" fmla="*/ 2740251 w 12192000"/>
              <a:gd name="connsiteY177" fmla="*/ 1986946 h 2237474"/>
              <a:gd name="connsiteX178" fmla="*/ 2718916 w 12192000"/>
              <a:gd name="connsiteY178" fmla="*/ 1990867 h 2237474"/>
              <a:gd name="connsiteX179" fmla="*/ 2713522 w 12192000"/>
              <a:gd name="connsiteY179" fmla="*/ 1990173 h 2237474"/>
              <a:gd name="connsiteX180" fmla="*/ 2680597 w 12192000"/>
              <a:gd name="connsiteY180" fmla="*/ 1984996 h 2237474"/>
              <a:gd name="connsiteX181" fmla="*/ 2578178 w 12192000"/>
              <a:gd name="connsiteY181" fmla="*/ 1990531 h 2237474"/>
              <a:gd name="connsiteX182" fmla="*/ 2476147 w 12192000"/>
              <a:gd name="connsiteY182" fmla="*/ 1998305 h 2237474"/>
              <a:gd name="connsiteX183" fmla="*/ 2373568 w 12192000"/>
              <a:gd name="connsiteY183" fmla="*/ 2003219 h 2237474"/>
              <a:gd name="connsiteX184" fmla="*/ 2321399 w 12192000"/>
              <a:gd name="connsiteY184" fmla="*/ 1989467 h 2237474"/>
              <a:gd name="connsiteX185" fmla="*/ 2315525 w 12192000"/>
              <a:gd name="connsiteY185" fmla="*/ 1989708 h 2237474"/>
              <a:gd name="connsiteX186" fmla="*/ 2300792 w 12192000"/>
              <a:gd name="connsiteY186" fmla="*/ 1994290 h 2237474"/>
              <a:gd name="connsiteX187" fmla="*/ 2295469 w 12192000"/>
              <a:gd name="connsiteY187" fmla="*/ 1996659 h 2237474"/>
              <a:gd name="connsiteX188" fmla="*/ 2287219 w 12192000"/>
              <a:gd name="connsiteY188" fmla="*/ 1998750 h 2237474"/>
              <a:gd name="connsiteX189" fmla="*/ 2286948 w 12192000"/>
              <a:gd name="connsiteY189" fmla="*/ 1998596 h 2237474"/>
              <a:gd name="connsiteX190" fmla="*/ 2243069 w 12192000"/>
              <a:gd name="connsiteY190" fmla="*/ 2015111 h 2237474"/>
              <a:gd name="connsiteX191" fmla="*/ 2186609 w 12192000"/>
              <a:gd name="connsiteY191" fmla="*/ 2008263 h 2237474"/>
              <a:gd name="connsiteX192" fmla="*/ 2164831 w 12192000"/>
              <a:gd name="connsiteY192" fmla="*/ 2010143 h 2237474"/>
              <a:gd name="connsiteX193" fmla="*/ 2152836 w 12192000"/>
              <a:gd name="connsiteY193" fmla="*/ 2010048 h 2237474"/>
              <a:gd name="connsiteX194" fmla="*/ 2117102 w 12192000"/>
              <a:gd name="connsiteY194" fmla="*/ 2023004 h 2237474"/>
              <a:gd name="connsiteX195" fmla="*/ 2111935 w 12192000"/>
              <a:gd name="connsiteY195" fmla="*/ 2023163 h 2237474"/>
              <a:gd name="connsiteX196" fmla="*/ 2089991 w 12192000"/>
              <a:gd name="connsiteY196" fmla="*/ 2034193 h 2237474"/>
              <a:gd name="connsiteX197" fmla="*/ 2058061 w 12192000"/>
              <a:gd name="connsiteY197" fmla="*/ 2047942 h 2237474"/>
              <a:gd name="connsiteX198" fmla="*/ 2055737 w 12192000"/>
              <a:gd name="connsiteY198" fmla="*/ 2047704 h 2237474"/>
              <a:gd name="connsiteX199" fmla="*/ 2042244 w 12192000"/>
              <a:gd name="connsiteY199" fmla="*/ 2055560 h 2237474"/>
              <a:gd name="connsiteX200" fmla="*/ 1976224 w 12192000"/>
              <a:gd name="connsiteY200" fmla="*/ 2074257 h 2237474"/>
              <a:gd name="connsiteX201" fmla="*/ 1877728 w 12192000"/>
              <a:gd name="connsiteY201" fmla="*/ 2101004 h 2237474"/>
              <a:gd name="connsiteX202" fmla="*/ 1759056 w 12192000"/>
              <a:gd name="connsiteY202" fmla="*/ 2125608 h 2237474"/>
              <a:gd name="connsiteX203" fmla="*/ 1637948 w 12192000"/>
              <a:gd name="connsiteY203" fmla="*/ 2172597 h 2237474"/>
              <a:gd name="connsiteX204" fmla="*/ 1434549 w 12192000"/>
              <a:gd name="connsiteY204" fmla="*/ 2234522 h 2237474"/>
              <a:gd name="connsiteX205" fmla="*/ 1398481 w 12192000"/>
              <a:gd name="connsiteY205" fmla="*/ 2237074 h 2237474"/>
              <a:gd name="connsiteX206" fmla="*/ 1398407 w 12192000"/>
              <a:gd name="connsiteY206" fmla="*/ 2237095 h 2237474"/>
              <a:gd name="connsiteX207" fmla="*/ 1370962 w 12192000"/>
              <a:gd name="connsiteY207" fmla="*/ 2237474 h 2237474"/>
              <a:gd name="connsiteX208" fmla="*/ 1356367 w 12192000"/>
              <a:gd name="connsiteY208" fmla="*/ 2235089 h 2237474"/>
              <a:gd name="connsiteX209" fmla="*/ 1324828 w 12192000"/>
              <a:gd name="connsiteY209" fmla="*/ 2231968 h 2237474"/>
              <a:gd name="connsiteX210" fmla="*/ 1297744 w 12192000"/>
              <a:gd name="connsiteY210" fmla="*/ 2235849 h 2237474"/>
              <a:gd name="connsiteX211" fmla="*/ 1286236 w 12192000"/>
              <a:gd name="connsiteY211" fmla="*/ 2233135 h 2237474"/>
              <a:gd name="connsiteX212" fmla="*/ 1283504 w 12192000"/>
              <a:gd name="connsiteY212" fmla="*/ 2233797 h 2237474"/>
              <a:gd name="connsiteX213" fmla="*/ 1279765 w 12192000"/>
              <a:gd name="connsiteY213" fmla="*/ 2229639 h 2237474"/>
              <a:gd name="connsiteX214" fmla="*/ 1195347 w 12192000"/>
              <a:gd name="connsiteY214" fmla="*/ 2212354 h 2237474"/>
              <a:gd name="connsiteX215" fmla="*/ 970251 w 12192000"/>
              <a:gd name="connsiteY215" fmla="*/ 2221029 h 2237474"/>
              <a:gd name="connsiteX216" fmla="*/ 812914 w 12192000"/>
              <a:gd name="connsiteY216" fmla="*/ 2202752 h 2237474"/>
              <a:gd name="connsiteX217" fmla="*/ 800195 w 12192000"/>
              <a:gd name="connsiteY217" fmla="*/ 2209407 h 2237474"/>
              <a:gd name="connsiteX218" fmla="*/ 784978 w 12192000"/>
              <a:gd name="connsiteY218" fmla="*/ 2212360 h 2237474"/>
              <a:gd name="connsiteX219" fmla="*/ 681987 w 12192000"/>
              <a:gd name="connsiteY219" fmla="*/ 2216757 h 2237474"/>
              <a:gd name="connsiteX220" fmla="*/ 669923 w 12192000"/>
              <a:gd name="connsiteY220" fmla="*/ 2211682 h 2237474"/>
              <a:gd name="connsiteX221" fmla="*/ 648680 w 12192000"/>
              <a:gd name="connsiteY221" fmla="*/ 2206229 h 2237474"/>
              <a:gd name="connsiteX222" fmla="*/ 597225 w 12192000"/>
              <a:gd name="connsiteY222" fmla="*/ 2180999 h 2237474"/>
              <a:gd name="connsiteX223" fmla="*/ 558449 w 12192000"/>
              <a:gd name="connsiteY223" fmla="*/ 2182346 h 2237474"/>
              <a:gd name="connsiteX224" fmla="*/ 550517 w 12192000"/>
              <a:gd name="connsiteY224" fmla="*/ 2182060 h 2237474"/>
              <a:gd name="connsiteX225" fmla="*/ 550309 w 12192000"/>
              <a:gd name="connsiteY225" fmla="*/ 2181825 h 2237474"/>
              <a:gd name="connsiteX226" fmla="*/ 541836 w 12192000"/>
              <a:gd name="connsiteY226" fmla="*/ 2181063 h 2237474"/>
              <a:gd name="connsiteX227" fmla="*/ 536057 w 12192000"/>
              <a:gd name="connsiteY227" fmla="*/ 2181537 h 2237474"/>
              <a:gd name="connsiteX228" fmla="*/ 520671 w 12192000"/>
              <a:gd name="connsiteY228" fmla="*/ 2180980 h 2237474"/>
              <a:gd name="connsiteX229" fmla="*/ 515024 w 12192000"/>
              <a:gd name="connsiteY229" fmla="*/ 2179258 h 2237474"/>
              <a:gd name="connsiteX230" fmla="*/ 512278 w 12192000"/>
              <a:gd name="connsiteY230" fmla="*/ 2176369 h 2237474"/>
              <a:gd name="connsiteX231" fmla="*/ 480419 w 12192000"/>
              <a:gd name="connsiteY231" fmla="*/ 2167807 h 2237474"/>
              <a:gd name="connsiteX232" fmla="*/ 413835 w 12192000"/>
              <a:gd name="connsiteY232" fmla="*/ 2156783 h 2237474"/>
              <a:gd name="connsiteX233" fmla="*/ 376513 w 12192000"/>
              <a:gd name="connsiteY233" fmla="*/ 2154014 h 2237474"/>
              <a:gd name="connsiteX234" fmla="*/ 273386 w 12192000"/>
              <a:gd name="connsiteY234" fmla="*/ 2142551 h 2237474"/>
              <a:gd name="connsiteX235" fmla="*/ 169207 w 12192000"/>
              <a:gd name="connsiteY235" fmla="*/ 2128100 h 2237474"/>
              <a:gd name="connsiteX236" fmla="*/ 93149 w 12192000"/>
              <a:gd name="connsiteY236" fmla="*/ 2105324 h 2237474"/>
              <a:gd name="connsiteX237" fmla="*/ 88109 w 12192000"/>
              <a:gd name="connsiteY237" fmla="*/ 2106704 h 2237474"/>
              <a:gd name="connsiteX238" fmla="*/ 80022 w 12192000"/>
              <a:gd name="connsiteY238" fmla="*/ 2107254 h 2237474"/>
              <a:gd name="connsiteX239" fmla="*/ 79717 w 12192000"/>
              <a:gd name="connsiteY239" fmla="*/ 2107046 h 2237474"/>
              <a:gd name="connsiteX240" fmla="*/ 72352 w 12192000"/>
              <a:gd name="connsiteY240" fmla="*/ 2107991 h 2237474"/>
              <a:gd name="connsiteX241" fmla="*/ 37645 w 12192000"/>
              <a:gd name="connsiteY241" fmla="*/ 2115401 h 2237474"/>
              <a:gd name="connsiteX242" fmla="*/ 4572 w 12192000"/>
              <a:gd name="connsiteY242" fmla="*/ 2111091 h 2237474"/>
              <a:gd name="connsiteX243" fmla="*/ 0 w 12192000"/>
              <a:gd name="connsiteY243" fmla="*/ 2110468 h 2237474"/>
              <a:gd name="connsiteX244" fmla="*/ 0 w 12192000"/>
              <a:gd name="connsiteY244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93343 w 12192000"/>
              <a:gd name="connsiteY106" fmla="*/ 1664672 h 2237474"/>
              <a:gd name="connsiteX107" fmla="*/ 6380457 w 12192000"/>
              <a:gd name="connsiteY107" fmla="*/ 1662376 h 2237474"/>
              <a:gd name="connsiteX108" fmla="*/ 6280959 w 12192000"/>
              <a:gd name="connsiteY108" fmla="*/ 1689329 h 2237474"/>
              <a:gd name="connsiteX109" fmla="*/ 6266765 w 12192000"/>
              <a:gd name="connsiteY109" fmla="*/ 1695560 h 2237474"/>
              <a:gd name="connsiteX110" fmla="*/ 6098321 w 12192000"/>
              <a:gd name="connsiteY110" fmla="*/ 1721646 h 2237474"/>
              <a:gd name="connsiteX111" fmla="*/ 5880652 w 12192000"/>
              <a:gd name="connsiteY111" fmla="*/ 1779643 h 2237474"/>
              <a:gd name="connsiteX112" fmla="*/ 5785959 w 12192000"/>
              <a:gd name="connsiteY112" fmla="*/ 1775307 h 2237474"/>
              <a:gd name="connsiteX113" fmla="*/ 5643534 w 12192000"/>
              <a:gd name="connsiteY113" fmla="*/ 1802919 h 2237474"/>
              <a:gd name="connsiteX114" fmla="*/ 5518799 w 12192000"/>
              <a:gd name="connsiteY114" fmla="*/ 1818312 h 2237474"/>
              <a:gd name="connsiteX115" fmla="*/ 5505014 w 12192000"/>
              <a:gd name="connsiteY115" fmla="*/ 1819259 h 2237474"/>
              <a:gd name="connsiteX116" fmla="*/ 5453307 w 12192000"/>
              <a:gd name="connsiteY116" fmla="*/ 1815450 h 2237474"/>
              <a:gd name="connsiteX117" fmla="*/ 5364192 w 12192000"/>
              <a:gd name="connsiteY117" fmla="*/ 1826074 h 2237474"/>
              <a:gd name="connsiteX118" fmla="*/ 5350380 w 12192000"/>
              <a:gd name="connsiteY118" fmla="*/ 1830891 h 2237474"/>
              <a:gd name="connsiteX119" fmla="*/ 5259633 w 12192000"/>
              <a:gd name="connsiteY119" fmla="*/ 1837160 h 2237474"/>
              <a:gd name="connsiteX120" fmla="*/ 5197513 w 12192000"/>
              <a:gd name="connsiteY120" fmla="*/ 1844718 h 2237474"/>
              <a:gd name="connsiteX121" fmla="*/ 5184170 w 12192000"/>
              <a:gd name="connsiteY121" fmla="*/ 1849402 h 2237474"/>
              <a:gd name="connsiteX122" fmla="*/ 5168852 w 12192000"/>
              <a:gd name="connsiteY122" fmla="*/ 1844846 h 2237474"/>
              <a:gd name="connsiteX123" fmla="*/ 5164370 w 12192000"/>
              <a:gd name="connsiteY123" fmla="*/ 1840597 h 2237474"/>
              <a:gd name="connsiteX124" fmla="*/ 5114927 w 12192000"/>
              <a:gd name="connsiteY124" fmla="*/ 1847827 h 2237474"/>
              <a:gd name="connsiteX125" fmla="*/ 5108970 w 12192000"/>
              <a:gd name="connsiteY125" fmla="*/ 1847935 h 2237474"/>
              <a:gd name="connsiteX126" fmla="*/ 5067961 w 12192000"/>
              <a:gd name="connsiteY126" fmla="*/ 1845917 h 2237474"/>
              <a:gd name="connsiteX127" fmla="*/ 5007075 w 12192000"/>
              <a:gd name="connsiteY127" fmla="*/ 1838626 h 2237474"/>
              <a:gd name="connsiteX128" fmla="*/ 4944087 w 12192000"/>
              <a:gd name="connsiteY128" fmla="*/ 1823332 h 2237474"/>
              <a:gd name="connsiteX129" fmla="*/ 4907662 w 12192000"/>
              <a:gd name="connsiteY129" fmla="*/ 1816900 h 2237474"/>
              <a:gd name="connsiteX130" fmla="*/ 4882386 w 12192000"/>
              <a:gd name="connsiteY130" fmla="*/ 1809844 h 2237474"/>
              <a:gd name="connsiteX131" fmla="*/ 4811440 w 12192000"/>
              <a:gd name="connsiteY131" fmla="*/ 1804655 h 2237474"/>
              <a:gd name="connsiteX132" fmla="*/ 4691075 w 12192000"/>
              <a:gd name="connsiteY132" fmla="*/ 1801389 h 2237474"/>
              <a:gd name="connsiteX133" fmla="*/ 4647449 w 12192000"/>
              <a:gd name="connsiteY133" fmla="*/ 1793181 h 2237474"/>
              <a:gd name="connsiteX134" fmla="*/ 4645504 w 12192000"/>
              <a:gd name="connsiteY134" fmla="*/ 1787606 h 2237474"/>
              <a:gd name="connsiteX135" fmla="*/ 4611738 w 12192000"/>
              <a:gd name="connsiteY135" fmla="*/ 1776964 h 2237474"/>
              <a:gd name="connsiteX136" fmla="*/ 4560070 w 12192000"/>
              <a:gd name="connsiteY136" fmla="*/ 1785640 h 2237474"/>
              <a:gd name="connsiteX137" fmla="*/ 4536503 w 12192000"/>
              <a:gd name="connsiteY137" fmla="*/ 1785334 h 2237474"/>
              <a:gd name="connsiteX138" fmla="*/ 4513724 w 12192000"/>
              <a:gd name="connsiteY138" fmla="*/ 1791996 h 2237474"/>
              <a:gd name="connsiteX139" fmla="*/ 4459810 w 12192000"/>
              <a:gd name="connsiteY139" fmla="*/ 1797886 h 2237474"/>
              <a:gd name="connsiteX140" fmla="*/ 4379064 w 12192000"/>
              <a:gd name="connsiteY140" fmla="*/ 1817177 h 2237474"/>
              <a:gd name="connsiteX141" fmla="*/ 4319209 w 12192000"/>
              <a:gd name="connsiteY141" fmla="*/ 1834833 h 2237474"/>
              <a:gd name="connsiteX142" fmla="*/ 4306907 w 12192000"/>
              <a:gd name="connsiteY142" fmla="*/ 1841641 h 2237474"/>
              <a:gd name="connsiteX143" fmla="*/ 4290981 w 12192000"/>
              <a:gd name="connsiteY143" fmla="*/ 1839677 h 2237474"/>
              <a:gd name="connsiteX144" fmla="*/ 4285792 w 12192000"/>
              <a:gd name="connsiteY144" fmla="*/ 1836231 h 2237474"/>
              <a:gd name="connsiteX145" fmla="*/ 4238372 w 12192000"/>
              <a:gd name="connsiteY145" fmla="*/ 1851480 h 2237474"/>
              <a:gd name="connsiteX146" fmla="*/ 4232517 w 12192000"/>
              <a:gd name="connsiteY146" fmla="*/ 1852567 h 2237474"/>
              <a:gd name="connsiteX147" fmla="*/ 4191732 w 12192000"/>
              <a:gd name="connsiteY147" fmla="*/ 1857328 h 2237474"/>
              <a:gd name="connsiteX148" fmla="*/ 4065532 w 12192000"/>
              <a:gd name="connsiteY148" fmla="*/ 1855477 h 2237474"/>
              <a:gd name="connsiteX149" fmla="*/ 4028460 w 12192000"/>
              <a:gd name="connsiteY149" fmla="*/ 1855137 h 2237474"/>
              <a:gd name="connsiteX150" fmla="*/ 4002267 w 12192000"/>
              <a:gd name="connsiteY150" fmla="*/ 1852352 h 2237474"/>
              <a:gd name="connsiteX151" fmla="*/ 3931396 w 12192000"/>
              <a:gd name="connsiteY151" fmla="*/ 1858915 h 2237474"/>
              <a:gd name="connsiteX152" fmla="*/ 3812162 w 12192000"/>
              <a:gd name="connsiteY152" fmla="*/ 1875501 h 2237474"/>
              <a:gd name="connsiteX153" fmla="*/ 3767672 w 12192000"/>
              <a:gd name="connsiteY153" fmla="*/ 1874600 h 2237474"/>
              <a:gd name="connsiteX154" fmla="*/ 3764741 w 12192000"/>
              <a:gd name="connsiteY154" fmla="*/ 1869433 h 2237474"/>
              <a:gd name="connsiteX155" fmla="*/ 3751332 w 12192000"/>
              <a:gd name="connsiteY155" fmla="*/ 1869854 h 2237474"/>
              <a:gd name="connsiteX156" fmla="*/ 3748155 w 12192000"/>
              <a:gd name="connsiteY156" fmla="*/ 1868903 h 2237474"/>
              <a:gd name="connsiteX157" fmla="*/ 3729530 w 12192000"/>
              <a:gd name="connsiteY157" fmla="*/ 1864513 h 2237474"/>
              <a:gd name="connsiteX158" fmla="*/ 3680177 w 12192000"/>
              <a:gd name="connsiteY158" fmla="*/ 1881552 h 2237474"/>
              <a:gd name="connsiteX159" fmla="*/ 3567259 w 12192000"/>
              <a:gd name="connsiteY159" fmla="*/ 1893482 h 2237474"/>
              <a:gd name="connsiteX160" fmla="*/ 3405770 w 12192000"/>
              <a:gd name="connsiteY160" fmla="*/ 1904591 h 2237474"/>
              <a:gd name="connsiteX161" fmla="*/ 3280097 w 12192000"/>
              <a:gd name="connsiteY161" fmla="*/ 1919610 h 2237474"/>
              <a:gd name="connsiteX162" fmla="*/ 3123424 w 12192000"/>
              <a:gd name="connsiteY162" fmla="*/ 1952930 h 2237474"/>
              <a:gd name="connsiteX163" fmla="*/ 3009910 w 12192000"/>
              <a:gd name="connsiteY163" fmla="*/ 1957866 h 2237474"/>
              <a:gd name="connsiteX164" fmla="*/ 2995934 w 12192000"/>
              <a:gd name="connsiteY164" fmla="*/ 1967085 h 2237474"/>
              <a:gd name="connsiteX165" fmla="*/ 2980071 w 12192000"/>
              <a:gd name="connsiteY165" fmla="*/ 1972988 h 2237474"/>
              <a:gd name="connsiteX166" fmla="*/ 2978094 w 12192000"/>
              <a:gd name="connsiteY166" fmla="*/ 1972369 h 2237474"/>
              <a:gd name="connsiteX167" fmla="*/ 2942858 w 12192000"/>
              <a:gd name="connsiteY167" fmla="*/ 1981367 h 2237474"/>
              <a:gd name="connsiteX168" fmla="*/ 2875436 w 12192000"/>
              <a:gd name="connsiteY168" fmla="*/ 1996977 h 2237474"/>
              <a:gd name="connsiteX169" fmla="*/ 2874892 w 12192000"/>
              <a:gd name="connsiteY169" fmla="*/ 1996085 h 2237474"/>
              <a:gd name="connsiteX170" fmla="*/ 2864145 w 12192000"/>
              <a:gd name="connsiteY170" fmla="*/ 1994061 h 2237474"/>
              <a:gd name="connsiteX171" fmla="*/ 2843662 w 12192000"/>
              <a:gd name="connsiteY171" fmla="*/ 1992498 h 2237474"/>
              <a:gd name="connsiteX172" fmla="*/ 2796128 w 12192000"/>
              <a:gd name="connsiteY172" fmla="*/ 1976403 h 2237474"/>
              <a:gd name="connsiteX173" fmla="*/ 2756784 w 12192000"/>
              <a:gd name="connsiteY173" fmla="*/ 1985116 h 2237474"/>
              <a:gd name="connsiteX174" fmla="*/ 2748833 w 12192000"/>
              <a:gd name="connsiteY174" fmla="*/ 1986323 h 2237474"/>
              <a:gd name="connsiteX175" fmla="*/ 2748661 w 12192000"/>
              <a:gd name="connsiteY175" fmla="*/ 1986122 h 2237474"/>
              <a:gd name="connsiteX176" fmla="*/ 2740251 w 12192000"/>
              <a:gd name="connsiteY176" fmla="*/ 1986946 h 2237474"/>
              <a:gd name="connsiteX177" fmla="*/ 2718916 w 12192000"/>
              <a:gd name="connsiteY177" fmla="*/ 1990867 h 2237474"/>
              <a:gd name="connsiteX178" fmla="*/ 2713522 w 12192000"/>
              <a:gd name="connsiteY178" fmla="*/ 1990173 h 2237474"/>
              <a:gd name="connsiteX179" fmla="*/ 2680597 w 12192000"/>
              <a:gd name="connsiteY179" fmla="*/ 1984996 h 2237474"/>
              <a:gd name="connsiteX180" fmla="*/ 2578178 w 12192000"/>
              <a:gd name="connsiteY180" fmla="*/ 1990531 h 2237474"/>
              <a:gd name="connsiteX181" fmla="*/ 2476147 w 12192000"/>
              <a:gd name="connsiteY181" fmla="*/ 1998305 h 2237474"/>
              <a:gd name="connsiteX182" fmla="*/ 2373568 w 12192000"/>
              <a:gd name="connsiteY182" fmla="*/ 2003219 h 2237474"/>
              <a:gd name="connsiteX183" fmla="*/ 2321399 w 12192000"/>
              <a:gd name="connsiteY183" fmla="*/ 1989467 h 2237474"/>
              <a:gd name="connsiteX184" fmla="*/ 2315525 w 12192000"/>
              <a:gd name="connsiteY184" fmla="*/ 1989708 h 2237474"/>
              <a:gd name="connsiteX185" fmla="*/ 2300792 w 12192000"/>
              <a:gd name="connsiteY185" fmla="*/ 1994290 h 2237474"/>
              <a:gd name="connsiteX186" fmla="*/ 2295469 w 12192000"/>
              <a:gd name="connsiteY186" fmla="*/ 1996659 h 2237474"/>
              <a:gd name="connsiteX187" fmla="*/ 2287219 w 12192000"/>
              <a:gd name="connsiteY187" fmla="*/ 1998750 h 2237474"/>
              <a:gd name="connsiteX188" fmla="*/ 2286948 w 12192000"/>
              <a:gd name="connsiteY188" fmla="*/ 1998596 h 2237474"/>
              <a:gd name="connsiteX189" fmla="*/ 2243069 w 12192000"/>
              <a:gd name="connsiteY189" fmla="*/ 2015111 h 2237474"/>
              <a:gd name="connsiteX190" fmla="*/ 2186609 w 12192000"/>
              <a:gd name="connsiteY190" fmla="*/ 2008263 h 2237474"/>
              <a:gd name="connsiteX191" fmla="*/ 2164831 w 12192000"/>
              <a:gd name="connsiteY191" fmla="*/ 2010143 h 2237474"/>
              <a:gd name="connsiteX192" fmla="*/ 2152836 w 12192000"/>
              <a:gd name="connsiteY192" fmla="*/ 2010048 h 2237474"/>
              <a:gd name="connsiteX193" fmla="*/ 2117102 w 12192000"/>
              <a:gd name="connsiteY193" fmla="*/ 2023004 h 2237474"/>
              <a:gd name="connsiteX194" fmla="*/ 2111935 w 12192000"/>
              <a:gd name="connsiteY194" fmla="*/ 2023163 h 2237474"/>
              <a:gd name="connsiteX195" fmla="*/ 2089991 w 12192000"/>
              <a:gd name="connsiteY195" fmla="*/ 2034193 h 2237474"/>
              <a:gd name="connsiteX196" fmla="*/ 2058061 w 12192000"/>
              <a:gd name="connsiteY196" fmla="*/ 2047942 h 2237474"/>
              <a:gd name="connsiteX197" fmla="*/ 2055737 w 12192000"/>
              <a:gd name="connsiteY197" fmla="*/ 2047704 h 2237474"/>
              <a:gd name="connsiteX198" fmla="*/ 2042244 w 12192000"/>
              <a:gd name="connsiteY198" fmla="*/ 2055560 h 2237474"/>
              <a:gd name="connsiteX199" fmla="*/ 1976224 w 12192000"/>
              <a:gd name="connsiteY199" fmla="*/ 2074257 h 2237474"/>
              <a:gd name="connsiteX200" fmla="*/ 1877728 w 12192000"/>
              <a:gd name="connsiteY200" fmla="*/ 2101004 h 2237474"/>
              <a:gd name="connsiteX201" fmla="*/ 1759056 w 12192000"/>
              <a:gd name="connsiteY201" fmla="*/ 2125608 h 2237474"/>
              <a:gd name="connsiteX202" fmla="*/ 1637948 w 12192000"/>
              <a:gd name="connsiteY202" fmla="*/ 2172597 h 2237474"/>
              <a:gd name="connsiteX203" fmla="*/ 1434549 w 12192000"/>
              <a:gd name="connsiteY203" fmla="*/ 2234522 h 2237474"/>
              <a:gd name="connsiteX204" fmla="*/ 1398481 w 12192000"/>
              <a:gd name="connsiteY204" fmla="*/ 2237074 h 2237474"/>
              <a:gd name="connsiteX205" fmla="*/ 1398407 w 12192000"/>
              <a:gd name="connsiteY205" fmla="*/ 2237095 h 2237474"/>
              <a:gd name="connsiteX206" fmla="*/ 1370962 w 12192000"/>
              <a:gd name="connsiteY206" fmla="*/ 2237474 h 2237474"/>
              <a:gd name="connsiteX207" fmla="*/ 1356367 w 12192000"/>
              <a:gd name="connsiteY207" fmla="*/ 2235089 h 2237474"/>
              <a:gd name="connsiteX208" fmla="*/ 1324828 w 12192000"/>
              <a:gd name="connsiteY208" fmla="*/ 2231968 h 2237474"/>
              <a:gd name="connsiteX209" fmla="*/ 1297744 w 12192000"/>
              <a:gd name="connsiteY209" fmla="*/ 2235849 h 2237474"/>
              <a:gd name="connsiteX210" fmla="*/ 1286236 w 12192000"/>
              <a:gd name="connsiteY210" fmla="*/ 2233135 h 2237474"/>
              <a:gd name="connsiteX211" fmla="*/ 1283504 w 12192000"/>
              <a:gd name="connsiteY211" fmla="*/ 2233797 h 2237474"/>
              <a:gd name="connsiteX212" fmla="*/ 1279765 w 12192000"/>
              <a:gd name="connsiteY212" fmla="*/ 2229639 h 2237474"/>
              <a:gd name="connsiteX213" fmla="*/ 1195347 w 12192000"/>
              <a:gd name="connsiteY213" fmla="*/ 2212354 h 2237474"/>
              <a:gd name="connsiteX214" fmla="*/ 970251 w 12192000"/>
              <a:gd name="connsiteY214" fmla="*/ 2221029 h 2237474"/>
              <a:gd name="connsiteX215" fmla="*/ 812914 w 12192000"/>
              <a:gd name="connsiteY215" fmla="*/ 2202752 h 2237474"/>
              <a:gd name="connsiteX216" fmla="*/ 800195 w 12192000"/>
              <a:gd name="connsiteY216" fmla="*/ 2209407 h 2237474"/>
              <a:gd name="connsiteX217" fmla="*/ 784978 w 12192000"/>
              <a:gd name="connsiteY217" fmla="*/ 2212360 h 2237474"/>
              <a:gd name="connsiteX218" fmla="*/ 681987 w 12192000"/>
              <a:gd name="connsiteY218" fmla="*/ 2216757 h 2237474"/>
              <a:gd name="connsiteX219" fmla="*/ 669923 w 12192000"/>
              <a:gd name="connsiteY219" fmla="*/ 2211682 h 2237474"/>
              <a:gd name="connsiteX220" fmla="*/ 648680 w 12192000"/>
              <a:gd name="connsiteY220" fmla="*/ 2206229 h 2237474"/>
              <a:gd name="connsiteX221" fmla="*/ 597225 w 12192000"/>
              <a:gd name="connsiteY221" fmla="*/ 2180999 h 2237474"/>
              <a:gd name="connsiteX222" fmla="*/ 558449 w 12192000"/>
              <a:gd name="connsiteY222" fmla="*/ 2182346 h 2237474"/>
              <a:gd name="connsiteX223" fmla="*/ 550517 w 12192000"/>
              <a:gd name="connsiteY223" fmla="*/ 2182060 h 2237474"/>
              <a:gd name="connsiteX224" fmla="*/ 550309 w 12192000"/>
              <a:gd name="connsiteY224" fmla="*/ 2181825 h 2237474"/>
              <a:gd name="connsiteX225" fmla="*/ 541836 w 12192000"/>
              <a:gd name="connsiteY225" fmla="*/ 2181063 h 2237474"/>
              <a:gd name="connsiteX226" fmla="*/ 536057 w 12192000"/>
              <a:gd name="connsiteY226" fmla="*/ 2181537 h 2237474"/>
              <a:gd name="connsiteX227" fmla="*/ 520671 w 12192000"/>
              <a:gd name="connsiteY227" fmla="*/ 2180980 h 2237474"/>
              <a:gd name="connsiteX228" fmla="*/ 515024 w 12192000"/>
              <a:gd name="connsiteY228" fmla="*/ 2179258 h 2237474"/>
              <a:gd name="connsiteX229" fmla="*/ 512278 w 12192000"/>
              <a:gd name="connsiteY229" fmla="*/ 2176369 h 2237474"/>
              <a:gd name="connsiteX230" fmla="*/ 480419 w 12192000"/>
              <a:gd name="connsiteY230" fmla="*/ 2167807 h 2237474"/>
              <a:gd name="connsiteX231" fmla="*/ 413835 w 12192000"/>
              <a:gd name="connsiteY231" fmla="*/ 2156783 h 2237474"/>
              <a:gd name="connsiteX232" fmla="*/ 376513 w 12192000"/>
              <a:gd name="connsiteY232" fmla="*/ 2154014 h 2237474"/>
              <a:gd name="connsiteX233" fmla="*/ 273386 w 12192000"/>
              <a:gd name="connsiteY233" fmla="*/ 2142551 h 2237474"/>
              <a:gd name="connsiteX234" fmla="*/ 169207 w 12192000"/>
              <a:gd name="connsiteY234" fmla="*/ 2128100 h 2237474"/>
              <a:gd name="connsiteX235" fmla="*/ 93149 w 12192000"/>
              <a:gd name="connsiteY235" fmla="*/ 2105324 h 2237474"/>
              <a:gd name="connsiteX236" fmla="*/ 88109 w 12192000"/>
              <a:gd name="connsiteY236" fmla="*/ 2106704 h 2237474"/>
              <a:gd name="connsiteX237" fmla="*/ 80022 w 12192000"/>
              <a:gd name="connsiteY237" fmla="*/ 2107254 h 2237474"/>
              <a:gd name="connsiteX238" fmla="*/ 79717 w 12192000"/>
              <a:gd name="connsiteY238" fmla="*/ 2107046 h 2237474"/>
              <a:gd name="connsiteX239" fmla="*/ 72352 w 12192000"/>
              <a:gd name="connsiteY239" fmla="*/ 2107991 h 2237474"/>
              <a:gd name="connsiteX240" fmla="*/ 37645 w 12192000"/>
              <a:gd name="connsiteY240" fmla="*/ 2115401 h 2237474"/>
              <a:gd name="connsiteX241" fmla="*/ 4572 w 12192000"/>
              <a:gd name="connsiteY241" fmla="*/ 2111091 h 2237474"/>
              <a:gd name="connsiteX242" fmla="*/ 0 w 12192000"/>
              <a:gd name="connsiteY242" fmla="*/ 2110468 h 2237474"/>
              <a:gd name="connsiteX243" fmla="*/ 0 w 12192000"/>
              <a:gd name="connsiteY243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93343 w 12192000"/>
              <a:gd name="connsiteY106" fmla="*/ 1664672 h 2237474"/>
              <a:gd name="connsiteX107" fmla="*/ 6380457 w 12192000"/>
              <a:gd name="connsiteY107" fmla="*/ 1662376 h 2237474"/>
              <a:gd name="connsiteX108" fmla="*/ 6280959 w 12192000"/>
              <a:gd name="connsiteY108" fmla="*/ 1689329 h 2237474"/>
              <a:gd name="connsiteX109" fmla="*/ 6266765 w 12192000"/>
              <a:gd name="connsiteY109" fmla="*/ 1695560 h 2237474"/>
              <a:gd name="connsiteX110" fmla="*/ 6098321 w 12192000"/>
              <a:gd name="connsiteY110" fmla="*/ 1721646 h 2237474"/>
              <a:gd name="connsiteX111" fmla="*/ 5880652 w 12192000"/>
              <a:gd name="connsiteY111" fmla="*/ 1779643 h 2237474"/>
              <a:gd name="connsiteX112" fmla="*/ 5785959 w 12192000"/>
              <a:gd name="connsiteY112" fmla="*/ 1775307 h 2237474"/>
              <a:gd name="connsiteX113" fmla="*/ 5643534 w 12192000"/>
              <a:gd name="connsiteY113" fmla="*/ 1802919 h 2237474"/>
              <a:gd name="connsiteX114" fmla="*/ 5518799 w 12192000"/>
              <a:gd name="connsiteY114" fmla="*/ 1818312 h 2237474"/>
              <a:gd name="connsiteX115" fmla="*/ 5505014 w 12192000"/>
              <a:gd name="connsiteY115" fmla="*/ 1819259 h 2237474"/>
              <a:gd name="connsiteX116" fmla="*/ 5453307 w 12192000"/>
              <a:gd name="connsiteY116" fmla="*/ 1815450 h 2237474"/>
              <a:gd name="connsiteX117" fmla="*/ 5364192 w 12192000"/>
              <a:gd name="connsiteY117" fmla="*/ 1826074 h 2237474"/>
              <a:gd name="connsiteX118" fmla="*/ 5350380 w 12192000"/>
              <a:gd name="connsiteY118" fmla="*/ 1830891 h 2237474"/>
              <a:gd name="connsiteX119" fmla="*/ 5259633 w 12192000"/>
              <a:gd name="connsiteY119" fmla="*/ 1837160 h 2237474"/>
              <a:gd name="connsiteX120" fmla="*/ 5197513 w 12192000"/>
              <a:gd name="connsiteY120" fmla="*/ 1844718 h 2237474"/>
              <a:gd name="connsiteX121" fmla="*/ 5184170 w 12192000"/>
              <a:gd name="connsiteY121" fmla="*/ 1849402 h 2237474"/>
              <a:gd name="connsiteX122" fmla="*/ 5168852 w 12192000"/>
              <a:gd name="connsiteY122" fmla="*/ 1844846 h 2237474"/>
              <a:gd name="connsiteX123" fmla="*/ 5164370 w 12192000"/>
              <a:gd name="connsiteY123" fmla="*/ 1840597 h 2237474"/>
              <a:gd name="connsiteX124" fmla="*/ 5114927 w 12192000"/>
              <a:gd name="connsiteY124" fmla="*/ 1847827 h 2237474"/>
              <a:gd name="connsiteX125" fmla="*/ 5108970 w 12192000"/>
              <a:gd name="connsiteY125" fmla="*/ 1847935 h 2237474"/>
              <a:gd name="connsiteX126" fmla="*/ 5067961 w 12192000"/>
              <a:gd name="connsiteY126" fmla="*/ 1845917 h 2237474"/>
              <a:gd name="connsiteX127" fmla="*/ 5007075 w 12192000"/>
              <a:gd name="connsiteY127" fmla="*/ 1838626 h 2237474"/>
              <a:gd name="connsiteX128" fmla="*/ 4944087 w 12192000"/>
              <a:gd name="connsiteY128" fmla="*/ 1823332 h 2237474"/>
              <a:gd name="connsiteX129" fmla="*/ 4907662 w 12192000"/>
              <a:gd name="connsiteY129" fmla="*/ 1816900 h 2237474"/>
              <a:gd name="connsiteX130" fmla="*/ 4882386 w 12192000"/>
              <a:gd name="connsiteY130" fmla="*/ 1809844 h 2237474"/>
              <a:gd name="connsiteX131" fmla="*/ 4811440 w 12192000"/>
              <a:gd name="connsiteY131" fmla="*/ 1804655 h 2237474"/>
              <a:gd name="connsiteX132" fmla="*/ 4691075 w 12192000"/>
              <a:gd name="connsiteY132" fmla="*/ 1801389 h 2237474"/>
              <a:gd name="connsiteX133" fmla="*/ 4647449 w 12192000"/>
              <a:gd name="connsiteY133" fmla="*/ 1793181 h 2237474"/>
              <a:gd name="connsiteX134" fmla="*/ 4611738 w 12192000"/>
              <a:gd name="connsiteY134" fmla="*/ 1776964 h 2237474"/>
              <a:gd name="connsiteX135" fmla="*/ 4560070 w 12192000"/>
              <a:gd name="connsiteY135" fmla="*/ 1785640 h 2237474"/>
              <a:gd name="connsiteX136" fmla="*/ 4536503 w 12192000"/>
              <a:gd name="connsiteY136" fmla="*/ 1785334 h 2237474"/>
              <a:gd name="connsiteX137" fmla="*/ 4513724 w 12192000"/>
              <a:gd name="connsiteY137" fmla="*/ 1791996 h 2237474"/>
              <a:gd name="connsiteX138" fmla="*/ 4459810 w 12192000"/>
              <a:gd name="connsiteY138" fmla="*/ 1797886 h 2237474"/>
              <a:gd name="connsiteX139" fmla="*/ 4379064 w 12192000"/>
              <a:gd name="connsiteY139" fmla="*/ 1817177 h 2237474"/>
              <a:gd name="connsiteX140" fmla="*/ 4319209 w 12192000"/>
              <a:gd name="connsiteY140" fmla="*/ 1834833 h 2237474"/>
              <a:gd name="connsiteX141" fmla="*/ 4306907 w 12192000"/>
              <a:gd name="connsiteY141" fmla="*/ 1841641 h 2237474"/>
              <a:gd name="connsiteX142" fmla="*/ 4290981 w 12192000"/>
              <a:gd name="connsiteY142" fmla="*/ 1839677 h 2237474"/>
              <a:gd name="connsiteX143" fmla="*/ 4285792 w 12192000"/>
              <a:gd name="connsiteY143" fmla="*/ 1836231 h 2237474"/>
              <a:gd name="connsiteX144" fmla="*/ 4238372 w 12192000"/>
              <a:gd name="connsiteY144" fmla="*/ 1851480 h 2237474"/>
              <a:gd name="connsiteX145" fmla="*/ 4232517 w 12192000"/>
              <a:gd name="connsiteY145" fmla="*/ 1852567 h 2237474"/>
              <a:gd name="connsiteX146" fmla="*/ 4191732 w 12192000"/>
              <a:gd name="connsiteY146" fmla="*/ 1857328 h 2237474"/>
              <a:gd name="connsiteX147" fmla="*/ 4065532 w 12192000"/>
              <a:gd name="connsiteY147" fmla="*/ 1855477 h 2237474"/>
              <a:gd name="connsiteX148" fmla="*/ 4028460 w 12192000"/>
              <a:gd name="connsiteY148" fmla="*/ 1855137 h 2237474"/>
              <a:gd name="connsiteX149" fmla="*/ 4002267 w 12192000"/>
              <a:gd name="connsiteY149" fmla="*/ 1852352 h 2237474"/>
              <a:gd name="connsiteX150" fmla="*/ 3931396 w 12192000"/>
              <a:gd name="connsiteY150" fmla="*/ 1858915 h 2237474"/>
              <a:gd name="connsiteX151" fmla="*/ 3812162 w 12192000"/>
              <a:gd name="connsiteY151" fmla="*/ 1875501 h 2237474"/>
              <a:gd name="connsiteX152" fmla="*/ 3767672 w 12192000"/>
              <a:gd name="connsiteY152" fmla="*/ 1874600 h 2237474"/>
              <a:gd name="connsiteX153" fmla="*/ 3764741 w 12192000"/>
              <a:gd name="connsiteY153" fmla="*/ 1869433 h 2237474"/>
              <a:gd name="connsiteX154" fmla="*/ 3751332 w 12192000"/>
              <a:gd name="connsiteY154" fmla="*/ 1869854 h 2237474"/>
              <a:gd name="connsiteX155" fmla="*/ 3748155 w 12192000"/>
              <a:gd name="connsiteY155" fmla="*/ 1868903 h 2237474"/>
              <a:gd name="connsiteX156" fmla="*/ 3729530 w 12192000"/>
              <a:gd name="connsiteY156" fmla="*/ 1864513 h 2237474"/>
              <a:gd name="connsiteX157" fmla="*/ 3680177 w 12192000"/>
              <a:gd name="connsiteY157" fmla="*/ 1881552 h 2237474"/>
              <a:gd name="connsiteX158" fmla="*/ 3567259 w 12192000"/>
              <a:gd name="connsiteY158" fmla="*/ 1893482 h 2237474"/>
              <a:gd name="connsiteX159" fmla="*/ 3405770 w 12192000"/>
              <a:gd name="connsiteY159" fmla="*/ 1904591 h 2237474"/>
              <a:gd name="connsiteX160" fmla="*/ 3280097 w 12192000"/>
              <a:gd name="connsiteY160" fmla="*/ 1919610 h 2237474"/>
              <a:gd name="connsiteX161" fmla="*/ 3123424 w 12192000"/>
              <a:gd name="connsiteY161" fmla="*/ 1952930 h 2237474"/>
              <a:gd name="connsiteX162" fmla="*/ 3009910 w 12192000"/>
              <a:gd name="connsiteY162" fmla="*/ 1957866 h 2237474"/>
              <a:gd name="connsiteX163" fmla="*/ 2995934 w 12192000"/>
              <a:gd name="connsiteY163" fmla="*/ 1967085 h 2237474"/>
              <a:gd name="connsiteX164" fmla="*/ 2980071 w 12192000"/>
              <a:gd name="connsiteY164" fmla="*/ 1972988 h 2237474"/>
              <a:gd name="connsiteX165" fmla="*/ 2978094 w 12192000"/>
              <a:gd name="connsiteY165" fmla="*/ 1972369 h 2237474"/>
              <a:gd name="connsiteX166" fmla="*/ 2942858 w 12192000"/>
              <a:gd name="connsiteY166" fmla="*/ 1981367 h 2237474"/>
              <a:gd name="connsiteX167" fmla="*/ 2875436 w 12192000"/>
              <a:gd name="connsiteY167" fmla="*/ 1996977 h 2237474"/>
              <a:gd name="connsiteX168" fmla="*/ 2874892 w 12192000"/>
              <a:gd name="connsiteY168" fmla="*/ 1996085 h 2237474"/>
              <a:gd name="connsiteX169" fmla="*/ 2864145 w 12192000"/>
              <a:gd name="connsiteY169" fmla="*/ 1994061 h 2237474"/>
              <a:gd name="connsiteX170" fmla="*/ 2843662 w 12192000"/>
              <a:gd name="connsiteY170" fmla="*/ 1992498 h 2237474"/>
              <a:gd name="connsiteX171" fmla="*/ 2796128 w 12192000"/>
              <a:gd name="connsiteY171" fmla="*/ 1976403 h 2237474"/>
              <a:gd name="connsiteX172" fmla="*/ 2756784 w 12192000"/>
              <a:gd name="connsiteY172" fmla="*/ 1985116 h 2237474"/>
              <a:gd name="connsiteX173" fmla="*/ 2748833 w 12192000"/>
              <a:gd name="connsiteY173" fmla="*/ 1986323 h 2237474"/>
              <a:gd name="connsiteX174" fmla="*/ 2748661 w 12192000"/>
              <a:gd name="connsiteY174" fmla="*/ 1986122 h 2237474"/>
              <a:gd name="connsiteX175" fmla="*/ 2740251 w 12192000"/>
              <a:gd name="connsiteY175" fmla="*/ 1986946 h 2237474"/>
              <a:gd name="connsiteX176" fmla="*/ 2718916 w 12192000"/>
              <a:gd name="connsiteY176" fmla="*/ 1990867 h 2237474"/>
              <a:gd name="connsiteX177" fmla="*/ 2713522 w 12192000"/>
              <a:gd name="connsiteY177" fmla="*/ 1990173 h 2237474"/>
              <a:gd name="connsiteX178" fmla="*/ 2680597 w 12192000"/>
              <a:gd name="connsiteY178" fmla="*/ 1984996 h 2237474"/>
              <a:gd name="connsiteX179" fmla="*/ 2578178 w 12192000"/>
              <a:gd name="connsiteY179" fmla="*/ 1990531 h 2237474"/>
              <a:gd name="connsiteX180" fmla="*/ 2476147 w 12192000"/>
              <a:gd name="connsiteY180" fmla="*/ 1998305 h 2237474"/>
              <a:gd name="connsiteX181" fmla="*/ 2373568 w 12192000"/>
              <a:gd name="connsiteY181" fmla="*/ 2003219 h 2237474"/>
              <a:gd name="connsiteX182" fmla="*/ 2321399 w 12192000"/>
              <a:gd name="connsiteY182" fmla="*/ 1989467 h 2237474"/>
              <a:gd name="connsiteX183" fmla="*/ 2315525 w 12192000"/>
              <a:gd name="connsiteY183" fmla="*/ 1989708 h 2237474"/>
              <a:gd name="connsiteX184" fmla="*/ 2300792 w 12192000"/>
              <a:gd name="connsiteY184" fmla="*/ 1994290 h 2237474"/>
              <a:gd name="connsiteX185" fmla="*/ 2295469 w 12192000"/>
              <a:gd name="connsiteY185" fmla="*/ 1996659 h 2237474"/>
              <a:gd name="connsiteX186" fmla="*/ 2287219 w 12192000"/>
              <a:gd name="connsiteY186" fmla="*/ 1998750 h 2237474"/>
              <a:gd name="connsiteX187" fmla="*/ 2286948 w 12192000"/>
              <a:gd name="connsiteY187" fmla="*/ 1998596 h 2237474"/>
              <a:gd name="connsiteX188" fmla="*/ 2243069 w 12192000"/>
              <a:gd name="connsiteY188" fmla="*/ 2015111 h 2237474"/>
              <a:gd name="connsiteX189" fmla="*/ 2186609 w 12192000"/>
              <a:gd name="connsiteY189" fmla="*/ 2008263 h 2237474"/>
              <a:gd name="connsiteX190" fmla="*/ 2164831 w 12192000"/>
              <a:gd name="connsiteY190" fmla="*/ 2010143 h 2237474"/>
              <a:gd name="connsiteX191" fmla="*/ 2152836 w 12192000"/>
              <a:gd name="connsiteY191" fmla="*/ 2010048 h 2237474"/>
              <a:gd name="connsiteX192" fmla="*/ 2117102 w 12192000"/>
              <a:gd name="connsiteY192" fmla="*/ 2023004 h 2237474"/>
              <a:gd name="connsiteX193" fmla="*/ 2111935 w 12192000"/>
              <a:gd name="connsiteY193" fmla="*/ 2023163 h 2237474"/>
              <a:gd name="connsiteX194" fmla="*/ 2089991 w 12192000"/>
              <a:gd name="connsiteY194" fmla="*/ 2034193 h 2237474"/>
              <a:gd name="connsiteX195" fmla="*/ 2058061 w 12192000"/>
              <a:gd name="connsiteY195" fmla="*/ 2047942 h 2237474"/>
              <a:gd name="connsiteX196" fmla="*/ 2055737 w 12192000"/>
              <a:gd name="connsiteY196" fmla="*/ 2047704 h 2237474"/>
              <a:gd name="connsiteX197" fmla="*/ 2042244 w 12192000"/>
              <a:gd name="connsiteY197" fmla="*/ 2055560 h 2237474"/>
              <a:gd name="connsiteX198" fmla="*/ 1976224 w 12192000"/>
              <a:gd name="connsiteY198" fmla="*/ 2074257 h 2237474"/>
              <a:gd name="connsiteX199" fmla="*/ 1877728 w 12192000"/>
              <a:gd name="connsiteY199" fmla="*/ 2101004 h 2237474"/>
              <a:gd name="connsiteX200" fmla="*/ 1759056 w 12192000"/>
              <a:gd name="connsiteY200" fmla="*/ 2125608 h 2237474"/>
              <a:gd name="connsiteX201" fmla="*/ 1637948 w 12192000"/>
              <a:gd name="connsiteY201" fmla="*/ 2172597 h 2237474"/>
              <a:gd name="connsiteX202" fmla="*/ 1434549 w 12192000"/>
              <a:gd name="connsiteY202" fmla="*/ 2234522 h 2237474"/>
              <a:gd name="connsiteX203" fmla="*/ 1398481 w 12192000"/>
              <a:gd name="connsiteY203" fmla="*/ 2237074 h 2237474"/>
              <a:gd name="connsiteX204" fmla="*/ 1398407 w 12192000"/>
              <a:gd name="connsiteY204" fmla="*/ 2237095 h 2237474"/>
              <a:gd name="connsiteX205" fmla="*/ 1370962 w 12192000"/>
              <a:gd name="connsiteY205" fmla="*/ 2237474 h 2237474"/>
              <a:gd name="connsiteX206" fmla="*/ 1356367 w 12192000"/>
              <a:gd name="connsiteY206" fmla="*/ 2235089 h 2237474"/>
              <a:gd name="connsiteX207" fmla="*/ 1324828 w 12192000"/>
              <a:gd name="connsiteY207" fmla="*/ 2231968 h 2237474"/>
              <a:gd name="connsiteX208" fmla="*/ 1297744 w 12192000"/>
              <a:gd name="connsiteY208" fmla="*/ 2235849 h 2237474"/>
              <a:gd name="connsiteX209" fmla="*/ 1286236 w 12192000"/>
              <a:gd name="connsiteY209" fmla="*/ 2233135 h 2237474"/>
              <a:gd name="connsiteX210" fmla="*/ 1283504 w 12192000"/>
              <a:gd name="connsiteY210" fmla="*/ 2233797 h 2237474"/>
              <a:gd name="connsiteX211" fmla="*/ 1279765 w 12192000"/>
              <a:gd name="connsiteY211" fmla="*/ 2229639 h 2237474"/>
              <a:gd name="connsiteX212" fmla="*/ 1195347 w 12192000"/>
              <a:gd name="connsiteY212" fmla="*/ 2212354 h 2237474"/>
              <a:gd name="connsiteX213" fmla="*/ 970251 w 12192000"/>
              <a:gd name="connsiteY213" fmla="*/ 2221029 h 2237474"/>
              <a:gd name="connsiteX214" fmla="*/ 812914 w 12192000"/>
              <a:gd name="connsiteY214" fmla="*/ 2202752 h 2237474"/>
              <a:gd name="connsiteX215" fmla="*/ 800195 w 12192000"/>
              <a:gd name="connsiteY215" fmla="*/ 2209407 h 2237474"/>
              <a:gd name="connsiteX216" fmla="*/ 784978 w 12192000"/>
              <a:gd name="connsiteY216" fmla="*/ 2212360 h 2237474"/>
              <a:gd name="connsiteX217" fmla="*/ 681987 w 12192000"/>
              <a:gd name="connsiteY217" fmla="*/ 2216757 h 2237474"/>
              <a:gd name="connsiteX218" fmla="*/ 669923 w 12192000"/>
              <a:gd name="connsiteY218" fmla="*/ 2211682 h 2237474"/>
              <a:gd name="connsiteX219" fmla="*/ 648680 w 12192000"/>
              <a:gd name="connsiteY219" fmla="*/ 2206229 h 2237474"/>
              <a:gd name="connsiteX220" fmla="*/ 597225 w 12192000"/>
              <a:gd name="connsiteY220" fmla="*/ 2180999 h 2237474"/>
              <a:gd name="connsiteX221" fmla="*/ 558449 w 12192000"/>
              <a:gd name="connsiteY221" fmla="*/ 2182346 h 2237474"/>
              <a:gd name="connsiteX222" fmla="*/ 550517 w 12192000"/>
              <a:gd name="connsiteY222" fmla="*/ 2182060 h 2237474"/>
              <a:gd name="connsiteX223" fmla="*/ 550309 w 12192000"/>
              <a:gd name="connsiteY223" fmla="*/ 2181825 h 2237474"/>
              <a:gd name="connsiteX224" fmla="*/ 541836 w 12192000"/>
              <a:gd name="connsiteY224" fmla="*/ 2181063 h 2237474"/>
              <a:gd name="connsiteX225" fmla="*/ 536057 w 12192000"/>
              <a:gd name="connsiteY225" fmla="*/ 2181537 h 2237474"/>
              <a:gd name="connsiteX226" fmla="*/ 520671 w 12192000"/>
              <a:gd name="connsiteY226" fmla="*/ 2180980 h 2237474"/>
              <a:gd name="connsiteX227" fmla="*/ 515024 w 12192000"/>
              <a:gd name="connsiteY227" fmla="*/ 2179258 h 2237474"/>
              <a:gd name="connsiteX228" fmla="*/ 512278 w 12192000"/>
              <a:gd name="connsiteY228" fmla="*/ 2176369 h 2237474"/>
              <a:gd name="connsiteX229" fmla="*/ 480419 w 12192000"/>
              <a:gd name="connsiteY229" fmla="*/ 2167807 h 2237474"/>
              <a:gd name="connsiteX230" fmla="*/ 413835 w 12192000"/>
              <a:gd name="connsiteY230" fmla="*/ 2156783 h 2237474"/>
              <a:gd name="connsiteX231" fmla="*/ 376513 w 12192000"/>
              <a:gd name="connsiteY231" fmla="*/ 2154014 h 2237474"/>
              <a:gd name="connsiteX232" fmla="*/ 273386 w 12192000"/>
              <a:gd name="connsiteY232" fmla="*/ 2142551 h 2237474"/>
              <a:gd name="connsiteX233" fmla="*/ 169207 w 12192000"/>
              <a:gd name="connsiteY233" fmla="*/ 2128100 h 2237474"/>
              <a:gd name="connsiteX234" fmla="*/ 93149 w 12192000"/>
              <a:gd name="connsiteY234" fmla="*/ 2105324 h 2237474"/>
              <a:gd name="connsiteX235" fmla="*/ 88109 w 12192000"/>
              <a:gd name="connsiteY235" fmla="*/ 2106704 h 2237474"/>
              <a:gd name="connsiteX236" fmla="*/ 80022 w 12192000"/>
              <a:gd name="connsiteY236" fmla="*/ 2107254 h 2237474"/>
              <a:gd name="connsiteX237" fmla="*/ 79717 w 12192000"/>
              <a:gd name="connsiteY237" fmla="*/ 2107046 h 2237474"/>
              <a:gd name="connsiteX238" fmla="*/ 72352 w 12192000"/>
              <a:gd name="connsiteY238" fmla="*/ 2107991 h 2237474"/>
              <a:gd name="connsiteX239" fmla="*/ 37645 w 12192000"/>
              <a:gd name="connsiteY239" fmla="*/ 2115401 h 2237474"/>
              <a:gd name="connsiteX240" fmla="*/ 4572 w 12192000"/>
              <a:gd name="connsiteY240" fmla="*/ 2111091 h 2237474"/>
              <a:gd name="connsiteX241" fmla="*/ 0 w 12192000"/>
              <a:gd name="connsiteY241" fmla="*/ 2110468 h 2237474"/>
              <a:gd name="connsiteX242" fmla="*/ 0 w 12192000"/>
              <a:gd name="connsiteY24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93343 w 12192000"/>
              <a:gd name="connsiteY106" fmla="*/ 1664672 h 2237474"/>
              <a:gd name="connsiteX107" fmla="*/ 6380457 w 12192000"/>
              <a:gd name="connsiteY107" fmla="*/ 1662376 h 2237474"/>
              <a:gd name="connsiteX108" fmla="*/ 6280959 w 12192000"/>
              <a:gd name="connsiteY108" fmla="*/ 1689329 h 2237474"/>
              <a:gd name="connsiteX109" fmla="*/ 6266765 w 12192000"/>
              <a:gd name="connsiteY109" fmla="*/ 1695560 h 2237474"/>
              <a:gd name="connsiteX110" fmla="*/ 6098321 w 12192000"/>
              <a:gd name="connsiteY110" fmla="*/ 1721646 h 2237474"/>
              <a:gd name="connsiteX111" fmla="*/ 5880652 w 12192000"/>
              <a:gd name="connsiteY111" fmla="*/ 1779643 h 2237474"/>
              <a:gd name="connsiteX112" fmla="*/ 5785959 w 12192000"/>
              <a:gd name="connsiteY112" fmla="*/ 1775307 h 2237474"/>
              <a:gd name="connsiteX113" fmla="*/ 5643534 w 12192000"/>
              <a:gd name="connsiteY113" fmla="*/ 1802919 h 2237474"/>
              <a:gd name="connsiteX114" fmla="*/ 5518799 w 12192000"/>
              <a:gd name="connsiteY114" fmla="*/ 1818312 h 2237474"/>
              <a:gd name="connsiteX115" fmla="*/ 5505014 w 12192000"/>
              <a:gd name="connsiteY115" fmla="*/ 1819259 h 2237474"/>
              <a:gd name="connsiteX116" fmla="*/ 5453307 w 12192000"/>
              <a:gd name="connsiteY116" fmla="*/ 1815450 h 2237474"/>
              <a:gd name="connsiteX117" fmla="*/ 5364192 w 12192000"/>
              <a:gd name="connsiteY117" fmla="*/ 1826074 h 2237474"/>
              <a:gd name="connsiteX118" fmla="*/ 5350380 w 12192000"/>
              <a:gd name="connsiteY118" fmla="*/ 1830891 h 2237474"/>
              <a:gd name="connsiteX119" fmla="*/ 5259633 w 12192000"/>
              <a:gd name="connsiteY119" fmla="*/ 1837160 h 2237474"/>
              <a:gd name="connsiteX120" fmla="*/ 5197513 w 12192000"/>
              <a:gd name="connsiteY120" fmla="*/ 1844718 h 2237474"/>
              <a:gd name="connsiteX121" fmla="*/ 5184170 w 12192000"/>
              <a:gd name="connsiteY121" fmla="*/ 1849402 h 2237474"/>
              <a:gd name="connsiteX122" fmla="*/ 5168852 w 12192000"/>
              <a:gd name="connsiteY122" fmla="*/ 1844846 h 2237474"/>
              <a:gd name="connsiteX123" fmla="*/ 5164370 w 12192000"/>
              <a:gd name="connsiteY123" fmla="*/ 1840597 h 2237474"/>
              <a:gd name="connsiteX124" fmla="*/ 5114927 w 12192000"/>
              <a:gd name="connsiteY124" fmla="*/ 1847827 h 2237474"/>
              <a:gd name="connsiteX125" fmla="*/ 5108970 w 12192000"/>
              <a:gd name="connsiteY125" fmla="*/ 1847935 h 2237474"/>
              <a:gd name="connsiteX126" fmla="*/ 5067961 w 12192000"/>
              <a:gd name="connsiteY126" fmla="*/ 1845917 h 2237474"/>
              <a:gd name="connsiteX127" fmla="*/ 5007075 w 12192000"/>
              <a:gd name="connsiteY127" fmla="*/ 1838626 h 2237474"/>
              <a:gd name="connsiteX128" fmla="*/ 4944087 w 12192000"/>
              <a:gd name="connsiteY128" fmla="*/ 1823332 h 2237474"/>
              <a:gd name="connsiteX129" fmla="*/ 4907662 w 12192000"/>
              <a:gd name="connsiteY129" fmla="*/ 1816900 h 2237474"/>
              <a:gd name="connsiteX130" fmla="*/ 4882386 w 12192000"/>
              <a:gd name="connsiteY130" fmla="*/ 1809844 h 2237474"/>
              <a:gd name="connsiteX131" fmla="*/ 4811440 w 12192000"/>
              <a:gd name="connsiteY131" fmla="*/ 1804655 h 2237474"/>
              <a:gd name="connsiteX132" fmla="*/ 4691075 w 12192000"/>
              <a:gd name="connsiteY132" fmla="*/ 1801389 h 2237474"/>
              <a:gd name="connsiteX133" fmla="*/ 4611738 w 12192000"/>
              <a:gd name="connsiteY133" fmla="*/ 1776964 h 2237474"/>
              <a:gd name="connsiteX134" fmla="*/ 4560070 w 12192000"/>
              <a:gd name="connsiteY134" fmla="*/ 1785640 h 2237474"/>
              <a:gd name="connsiteX135" fmla="*/ 4536503 w 12192000"/>
              <a:gd name="connsiteY135" fmla="*/ 1785334 h 2237474"/>
              <a:gd name="connsiteX136" fmla="*/ 4513724 w 12192000"/>
              <a:gd name="connsiteY136" fmla="*/ 1791996 h 2237474"/>
              <a:gd name="connsiteX137" fmla="*/ 4459810 w 12192000"/>
              <a:gd name="connsiteY137" fmla="*/ 1797886 h 2237474"/>
              <a:gd name="connsiteX138" fmla="*/ 4379064 w 12192000"/>
              <a:gd name="connsiteY138" fmla="*/ 1817177 h 2237474"/>
              <a:gd name="connsiteX139" fmla="*/ 4319209 w 12192000"/>
              <a:gd name="connsiteY139" fmla="*/ 1834833 h 2237474"/>
              <a:gd name="connsiteX140" fmla="*/ 4306907 w 12192000"/>
              <a:gd name="connsiteY140" fmla="*/ 1841641 h 2237474"/>
              <a:gd name="connsiteX141" fmla="*/ 4290981 w 12192000"/>
              <a:gd name="connsiteY141" fmla="*/ 1839677 h 2237474"/>
              <a:gd name="connsiteX142" fmla="*/ 4285792 w 12192000"/>
              <a:gd name="connsiteY142" fmla="*/ 1836231 h 2237474"/>
              <a:gd name="connsiteX143" fmla="*/ 4238372 w 12192000"/>
              <a:gd name="connsiteY143" fmla="*/ 1851480 h 2237474"/>
              <a:gd name="connsiteX144" fmla="*/ 4232517 w 12192000"/>
              <a:gd name="connsiteY144" fmla="*/ 1852567 h 2237474"/>
              <a:gd name="connsiteX145" fmla="*/ 4191732 w 12192000"/>
              <a:gd name="connsiteY145" fmla="*/ 1857328 h 2237474"/>
              <a:gd name="connsiteX146" fmla="*/ 4065532 w 12192000"/>
              <a:gd name="connsiteY146" fmla="*/ 1855477 h 2237474"/>
              <a:gd name="connsiteX147" fmla="*/ 4028460 w 12192000"/>
              <a:gd name="connsiteY147" fmla="*/ 1855137 h 2237474"/>
              <a:gd name="connsiteX148" fmla="*/ 4002267 w 12192000"/>
              <a:gd name="connsiteY148" fmla="*/ 1852352 h 2237474"/>
              <a:gd name="connsiteX149" fmla="*/ 3931396 w 12192000"/>
              <a:gd name="connsiteY149" fmla="*/ 1858915 h 2237474"/>
              <a:gd name="connsiteX150" fmla="*/ 3812162 w 12192000"/>
              <a:gd name="connsiteY150" fmla="*/ 1875501 h 2237474"/>
              <a:gd name="connsiteX151" fmla="*/ 3767672 w 12192000"/>
              <a:gd name="connsiteY151" fmla="*/ 1874600 h 2237474"/>
              <a:gd name="connsiteX152" fmla="*/ 3764741 w 12192000"/>
              <a:gd name="connsiteY152" fmla="*/ 1869433 h 2237474"/>
              <a:gd name="connsiteX153" fmla="*/ 3751332 w 12192000"/>
              <a:gd name="connsiteY153" fmla="*/ 1869854 h 2237474"/>
              <a:gd name="connsiteX154" fmla="*/ 3748155 w 12192000"/>
              <a:gd name="connsiteY154" fmla="*/ 1868903 h 2237474"/>
              <a:gd name="connsiteX155" fmla="*/ 3729530 w 12192000"/>
              <a:gd name="connsiteY155" fmla="*/ 1864513 h 2237474"/>
              <a:gd name="connsiteX156" fmla="*/ 3680177 w 12192000"/>
              <a:gd name="connsiteY156" fmla="*/ 1881552 h 2237474"/>
              <a:gd name="connsiteX157" fmla="*/ 3567259 w 12192000"/>
              <a:gd name="connsiteY157" fmla="*/ 1893482 h 2237474"/>
              <a:gd name="connsiteX158" fmla="*/ 3405770 w 12192000"/>
              <a:gd name="connsiteY158" fmla="*/ 1904591 h 2237474"/>
              <a:gd name="connsiteX159" fmla="*/ 3280097 w 12192000"/>
              <a:gd name="connsiteY159" fmla="*/ 1919610 h 2237474"/>
              <a:gd name="connsiteX160" fmla="*/ 3123424 w 12192000"/>
              <a:gd name="connsiteY160" fmla="*/ 1952930 h 2237474"/>
              <a:gd name="connsiteX161" fmla="*/ 3009910 w 12192000"/>
              <a:gd name="connsiteY161" fmla="*/ 1957866 h 2237474"/>
              <a:gd name="connsiteX162" fmla="*/ 2995934 w 12192000"/>
              <a:gd name="connsiteY162" fmla="*/ 1967085 h 2237474"/>
              <a:gd name="connsiteX163" fmla="*/ 2980071 w 12192000"/>
              <a:gd name="connsiteY163" fmla="*/ 1972988 h 2237474"/>
              <a:gd name="connsiteX164" fmla="*/ 2978094 w 12192000"/>
              <a:gd name="connsiteY164" fmla="*/ 1972369 h 2237474"/>
              <a:gd name="connsiteX165" fmla="*/ 2942858 w 12192000"/>
              <a:gd name="connsiteY165" fmla="*/ 1981367 h 2237474"/>
              <a:gd name="connsiteX166" fmla="*/ 2875436 w 12192000"/>
              <a:gd name="connsiteY166" fmla="*/ 1996977 h 2237474"/>
              <a:gd name="connsiteX167" fmla="*/ 2874892 w 12192000"/>
              <a:gd name="connsiteY167" fmla="*/ 1996085 h 2237474"/>
              <a:gd name="connsiteX168" fmla="*/ 2864145 w 12192000"/>
              <a:gd name="connsiteY168" fmla="*/ 1994061 h 2237474"/>
              <a:gd name="connsiteX169" fmla="*/ 2843662 w 12192000"/>
              <a:gd name="connsiteY169" fmla="*/ 1992498 h 2237474"/>
              <a:gd name="connsiteX170" fmla="*/ 2796128 w 12192000"/>
              <a:gd name="connsiteY170" fmla="*/ 1976403 h 2237474"/>
              <a:gd name="connsiteX171" fmla="*/ 2756784 w 12192000"/>
              <a:gd name="connsiteY171" fmla="*/ 1985116 h 2237474"/>
              <a:gd name="connsiteX172" fmla="*/ 2748833 w 12192000"/>
              <a:gd name="connsiteY172" fmla="*/ 1986323 h 2237474"/>
              <a:gd name="connsiteX173" fmla="*/ 2748661 w 12192000"/>
              <a:gd name="connsiteY173" fmla="*/ 1986122 h 2237474"/>
              <a:gd name="connsiteX174" fmla="*/ 2740251 w 12192000"/>
              <a:gd name="connsiteY174" fmla="*/ 1986946 h 2237474"/>
              <a:gd name="connsiteX175" fmla="*/ 2718916 w 12192000"/>
              <a:gd name="connsiteY175" fmla="*/ 1990867 h 2237474"/>
              <a:gd name="connsiteX176" fmla="*/ 2713522 w 12192000"/>
              <a:gd name="connsiteY176" fmla="*/ 1990173 h 2237474"/>
              <a:gd name="connsiteX177" fmla="*/ 2680597 w 12192000"/>
              <a:gd name="connsiteY177" fmla="*/ 1984996 h 2237474"/>
              <a:gd name="connsiteX178" fmla="*/ 2578178 w 12192000"/>
              <a:gd name="connsiteY178" fmla="*/ 1990531 h 2237474"/>
              <a:gd name="connsiteX179" fmla="*/ 2476147 w 12192000"/>
              <a:gd name="connsiteY179" fmla="*/ 1998305 h 2237474"/>
              <a:gd name="connsiteX180" fmla="*/ 2373568 w 12192000"/>
              <a:gd name="connsiteY180" fmla="*/ 2003219 h 2237474"/>
              <a:gd name="connsiteX181" fmla="*/ 2321399 w 12192000"/>
              <a:gd name="connsiteY181" fmla="*/ 1989467 h 2237474"/>
              <a:gd name="connsiteX182" fmla="*/ 2315525 w 12192000"/>
              <a:gd name="connsiteY182" fmla="*/ 1989708 h 2237474"/>
              <a:gd name="connsiteX183" fmla="*/ 2300792 w 12192000"/>
              <a:gd name="connsiteY183" fmla="*/ 1994290 h 2237474"/>
              <a:gd name="connsiteX184" fmla="*/ 2295469 w 12192000"/>
              <a:gd name="connsiteY184" fmla="*/ 1996659 h 2237474"/>
              <a:gd name="connsiteX185" fmla="*/ 2287219 w 12192000"/>
              <a:gd name="connsiteY185" fmla="*/ 1998750 h 2237474"/>
              <a:gd name="connsiteX186" fmla="*/ 2286948 w 12192000"/>
              <a:gd name="connsiteY186" fmla="*/ 1998596 h 2237474"/>
              <a:gd name="connsiteX187" fmla="*/ 2243069 w 12192000"/>
              <a:gd name="connsiteY187" fmla="*/ 2015111 h 2237474"/>
              <a:gd name="connsiteX188" fmla="*/ 2186609 w 12192000"/>
              <a:gd name="connsiteY188" fmla="*/ 2008263 h 2237474"/>
              <a:gd name="connsiteX189" fmla="*/ 2164831 w 12192000"/>
              <a:gd name="connsiteY189" fmla="*/ 2010143 h 2237474"/>
              <a:gd name="connsiteX190" fmla="*/ 2152836 w 12192000"/>
              <a:gd name="connsiteY190" fmla="*/ 2010048 h 2237474"/>
              <a:gd name="connsiteX191" fmla="*/ 2117102 w 12192000"/>
              <a:gd name="connsiteY191" fmla="*/ 2023004 h 2237474"/>
              <a:gd name="connsiteX192" fmla="*/ 2111935 w 12192000"/>
              <a:gd name="connsiteY192" fmla="*/ 2023163 h 2237474"/>
              <a:gd name="connsiteX193" fmla="*/ 2089991 w 12192000"/>
              <a:gd name="connsiteY193" fmla="*/ 2034193 h 2237474"/>
              <a:gd name="connsiteX194" fmla="*/ 2058061 w 12192000"/>
              <a:gd name="connsiteY194" fmla="*/ 2047942 h 2237474"/>
              <a:gd name="connsiteX195" fmla="*/ 2055737 w 12192000"/>
              <a:gd name="connsiteY195" fmla="*/ 2047704 h 2237474"/>
              <a:gd name="connsiteX196" fmla="*/ 2042244 w 12192000"/>
              <a:gd name="connsiteY196" fmla="*/ 2055560 h 2237474"/>
              <a:gd name="connsiteX197" fmla="*/ 1976224 w 12192000"/>
              <a:gd name="connsiteY197" fmla="*/ 2074257 h 2237474"/>
              <a:gd name="connsiteX198" fmla="*/ 1877728 w 12192000"/>
              <a:gd name="connsiteY198" fmla="*/ 2101004 h 2237474"/>
              <a:gd name="connsiteX199" fmla="*/ 1759056 w 12192000"/>
              <a:gd name="connsiteY199" fmla="*/ 2125608 h 2237474"/>
              <a:gd name="connsiteX200" fmla="*/ 1637948 w 12192000"/>
              <a:gd name="connsiteY200" fmla="*/ 2172597 h 2237474"/>
              <a:gd name="connsiteX201" fmla="*/ 1434549 w 12192000"/>
              <a:gd name="connsiteY201" fmla="*/ 2234522 h 2237474"/>
              <a:gd name="connsiteX202" fmla="*/ 1398481 w 12192000"/>
              <a:gd name="connsiteY202" fmla="*/ 2237074 h 2237474"/>
              <a:gd name="connsiteX203" fmla="*/ 1398407 w 12192000"/>
              <a:gd name="connsiteY203" fmla="*/ 2237095 h 2237474"/>
              <a:gd name="connsiteX204" fmla="*/ 1370962 w 12192000"/>
              <a:gd name="connsiteY204" fmla="*/ 2237474 h 2237474"/>
              <a:gd name="connsiteX205" fmla="*/ 1356367 w 12192000"/>
              <a:gd name="connsiteY205" fmla="*/ 2235089 h 2237474"/>
              <a:gd name="connsiteX206" fmla="*/ 1324828 w 12192000"/>
              <a:gd name="connsiteY206" fmla="*/ 2231968 h 2237474"/>
              <a:gd name="connsiteX207" fmla="*/ 1297744 w 12192000"/>
              <a:gd name="connsiteY207" fmla="*/ 2235849 h 2237474"/>
              <a:gd name="connsiteX208" fmla="*/ 1286236 w 12192000"/>
              <a:gd name="connsiteY208" fmla="*/ 2233135 h 2237474"/>
              <a:gd name="connsiteX209" fmla="*/ 1283504 w 12192000"/>
              <a:gd name="connsiteY209" fmla="*/ 2233797 h 2237474"/>
              <a:gd name="connsiteX210" fmla="*/ 1279765 w 12192000"/>
              <a:gd name="connsiteY210" fmla="*/ 2229639 h 2237474"/>
              <a:gd name="connsiteX211" fmla="*/ 1195347 w 12192000"/>
              <a:gd name="connsiteY211" fmla="*/ 2212354 h 2237474"/>
              <a:gd name="connsiteX212" fmla="*/ 970251 w 12192000"/>
              <a:gd name="connsiteY212" fmla="*/ 2221029 h 2237474"/>
              <a:gd name="connsiteX213" fmla="*/ 812914 w 12192000"/>
              <a:gd name="connsiteY213" fmla="*/ 2202752 h 2237474"/>
              <a:gd name="connsiteX214" fmla="*/ 800195 w 12192000"/>
              <a:gd name="connsiteY214" fmla="*/ 2209407 h 2237474"/>
              <a:gd name="connsiteX215" fmla="*/ 784978 w 12192000"/>
              <a:gd name="connsiteY215" fmla="*/ 2212360 h 2237474"/>
              <a:gd name="connsiteX216" fmla="*/ 681987 w 12192000"/>
              <a:gd name="connsiteY216" fmla="*/ 2216757 h 2237474"/>
              <a:gd name="connsiteX217" fmla="*/ 669923 w 12192000"/>
              <a:gd name="connsiteY217" fmla="*/ 2211682 h 2237474"/>
              <a:gd name="connsiteX218" fmla="*/ 648680 w 12192000"/>
              <a:gd name="connsiteY218" fmla="*/ 2206229 h 2237474"/>
              <a:gd name="connsiteX219" fmla="*/ 597225 w 12192000"/>
              <a:gd name="connsiteY219" fmla="*/ 2180999 h 2237474"/>
              <a:gd name="connsiteX220" fmla="*/ 558449 w 12192000"/>
              <a:gd name="connsiteY220" fmla="*/ 2182346 h 2237474"/>
              <a:gd name="connsiteX221" fmla="*/ 550517 w 12192000"/>
              <a:gd name="connsiteY221" fmla="*/ 2182060 h 2237474"/>
              <a:gd name="connsiteX222" fmla="*/ 550309 w 12192000"/>
              <a:gd name="connsiteY222" fmla="*/ 2181825 h 2237474"/>
              <a:gd name="connsiteX223" fmla="*/ 541836 w 12192000"/>
              <a:gd name="connsiteY223" fmla="*/ 2181063 h 2237474"/>
              <a:gd name="connsiteX224" fmla="*/ 536057 w 12192000"/>
              <a:gd name="connsiteY224" fmla="*/ 2181537 h 2237474"/>
              <a:gd name="connsiteX225" fmla="*/ 520671 w 12192000"/>
              <a:gd name="connsiteY225" fmla="*/ 2180980 h 2237474"/>
              <a:gd name="connsiteX226" fmla="*/ 515024 w 12192000"/>
              <a:gd name="connsiteY226" fmla="*/ 2179258 h 2237474"/>
              <a:gd name="connsiteX227" fmla="*/ 512278 w 12192000"/>
              <a:gd name="connsiteY227" fmla="*/ 2176369 h 2237474"/>
              <a:gd name="connsiteX228" fmla="*/ 480419 w 12192000"/>
              <a:gd name="connsiteY228" fmla="*/ 2167807 h 2237474"/>
              <a:gd name="connsiteX229" fmla="*/ 413835 w 12192000"/>
              <a:gd name="connsiteY229" fmla="*/ 2156783 h 2237474"/>
              <a:gd name="connsiteX230" fmla="*/ 376513 w 12192000"/>
              <a:gd name="connsiteY230" fmla="*/ 2154014 h 2237474"/>
              <a:gd name="connsiteX231" fmla="*/ 273386 w 12192000"/>
              <a:gd name="connsiteY231" fmla="*/ 2142551 h 2237474"/>
              <a:gd name="connsiteX232" fmla="*/ 169207 w 12192000"/>
              <a:gd name="connsiteY232" fmla="*/ 2128100 h 2237474"/>
              <a:gd name="connsiteX233" fmla="*/ 93149 w 12192000"/>
              <a:gd name="connsiteY233" fmla="*/ 2105324 h 2237474"/>
              <a:gd name="connsiteX234" fmla="*/ 88109 w 12192000"/>
              <a:gd name="connsiteY234" fmla="*/ 2106704 h 2237474"/>
              <a:gd name="connsiteX235" fmla="*/ 80022 w 12192000"/>
              <a:gd name="connsiteY235" fmla="*/ 2107254 h 2237474"/>
              <a:gd name="connsiteX236" fmla="*/ 79717 w 12192000"/>
              <a:gd name="connsiteY236" fmla="*/ 2107046 h 2237474"/>
              <a:gd name="connsiteX237" fmla="*/ 72352 w 12192000"/>
              <a:gd name="connsiteY237" fmla="*/ 2107991 h 2237474"/>
              <a:gd name="connsiteX238" fmla="*/ 37645 w 12192000"/>
              <a:gd name="connsiteY238" fmla="*/ 2115401 h 2237474"/>
              <a:gd name="connsiteX239" fmla="*/ 4572 w 12192000"/>
              <a:gd name="connsiteY239" fmla="*/ 2111091 h 2237474"/>
              <a:gd name="connsiteX240" fmla="*/ 0 w 12192000"/>
              <a:gd name="connsiteY240" fmla="*/ 2110468 h 2237474"/>
              <a:gd name="connsiteX241" fmla="*/ 0 w 12192000"/>
              <a:gd name="connsiteY241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93343 w 12192000"/>
              <a:gd name="connsiteY106" fmla="*/ 1664672 h 2237474"/>
              <a:gd name="connsiteX107" fmla="*/ 6380457 w 12192000"/>
              <a:gd name="connsiteY107" fmla="*/ 1662376 h 2237474"/>
              <a:gd name="connsiteX108" fmla="*/ 6280959 w 12192000"/>
              <a:gd name="connsiteY108" fmla="*/ 1689329 h 2237474"/>
              <a:gd name="connsiteX109" fmla="*/ 6266765 w 12192000"/>
              <a:gd name="connsiteY109" fmla="*/ 1695560 h 2237474"/>
              <a:gd name="connsiteX110" fmla="*/ 6098321 w 12192000"/>
              <a:gd name="connsiteY110" fmla="*/ 1721646 h 2237474"/>
              <a:gd name="connsiteX111" fmla="*/ 5880652 w 12192000"/>
              <a:gd name="connsiteY111" fmla="*/ 1779643 h 2237474"/>
              <a:gd name="connsiteX112" fmla="*/ 5785959 w 12192000"/>
              <a:gd name="connsiteY112" fmla="*/ 1775307 h 2237474"/>
              <a:gd name="connsiteX113" fmla="*/ 5643534 w 12192000"/>
              <a:gd name="connsiteY113" fmla="*/ 1802919 h 2237474"/>
              <a:gd name="connsiteX114" fmla="*/ 5518799 w 12192000"/>
              <a:gd name="connsiteY114" fmla="*/ 1818312 h 2237474"/>
              <a:gd name="connsiteX115" fmla="*/ 5505014 w 12192000"/>
              <a:gd name="connsiteY115" fmla="*/ 1819259 h 2237474"/>
              <a:gd name="connsiteX116" fmla="*/ 5453307 w 12192000"/>
              <a:gd name="connsiteY116" fmla="*/ 1815450 h 2237474"/>
              <a:gd name="connsiteX117" fmla="*/ 5364192 w 12192000"/>
              <a:gd name="connsiteY117" fmla="*/ 1826074 h 2237474"/>
              <a:gd name="connsiteX118" fmla="*/ 5350380 w 12192000"/>
              <a:gd name="connsiteY118" fmla="*/ 1830891 h 2237474"/>
              <a:gd name="connsiteX119" fmla="*/ 5259633 w 12192000"/>
              <a:gd name="connsiteY119" fmla="*/ 1837160 h 2237474"/>
              <a:gd name="connsiteX120" fmla="*/ 5197513 w 12192000"/>
              <a:gd name="connsiteY120" fmla="*/ 1844718 h 2237474"/>
              <a:gd name="connsiteX121" fmla="*/ 5184170 w 12192000"/>
              <a:gd name="connsiteY121" fmla="*/ 1849402 h 2237474"/>
              <a:gd name="connsiteX122" fmla="*/ 5168852 w 12192000"/>
              <a:gd name="connsiteY122" fmla="*/ 1844846 h 2237474"/>
              <a:gd name="connsiteX123" fmla="*/ 5164370 w 12192000"/>
              <a:gd name="connsiteY123" fmla="*/ 1840597 h 2237474"/>
              <a:gd name="connsiteX124" fmla="*/ 5114927 w 12192000"/>
              <a:gd name="connsiteY124" fmla="*/ 1847827 h 2237474"/>
              <a:gd name="connsiteX125" fmla="*/ 5108970 w 12192000"/>
              <a:gd name="connsiteY125" fmla="*/ 1847935 h 2237474"/>
              <a:gd name="connsiteX126" fmla="*/ 5067961 w 12192000"/>
              <a:gd name="connsiteY126" fmla="*/ 1845917 h 2237474"/>
              <a:gd name="connsiteX127" fmla="*/ 5007075 w 12192000"/>
              <a:gd name="connsiteY127" fmla="*/ 1838626 h 2237474"/>
              <a:gd name="connsiteX128" fmla="*/ 4944087 w 12192000"/>
              <a:gd name="connsiteY128" fmla="*/ 1823332 h 2237474"/>
              <a:gd name="connsiteX129" fmla="*/ 4907662 w 12192000"/>
              <a:gd name="connsiteY129" fmla="*/ 1816900 h 2237474"/>
              <a:gd name="connsiteX130" fmla="*/ 4882386 w 12192000"/>
              <a:gd name="connsiteY130" fmla="*/ 1809844 h 2237474"/>
              <a:gd name="connsiteX131" fmla="*/ 4811440 w 12192000"/>
              <a:gd name="connsiteY131" fmla="*/ 1804655 h 2237474"/>
              <a:gd name="connsiteX132" fmla="*/ 4691075 w 12192000"/>
              <a:gd name="connsiteY132" fmla="*/ 1801389 h 2237474"/>
              <a:gd name="connsiteX133" fmla="*/ 4611738 w 12192000"/>
              <a:gd name="connsiteY133" fmla="*/ 1776964 h 2237474"/>
              <a:gd name="connsiteX134" fmla="*/ 4560070 w 12192000"/>
              <a:gd name="connsiteY134" fmla="*/ 1785640 h 2237474"/>
              <a:gd name="connsiteX135" fmla="*/ 4536503 w 12192000"/>
              <a:gd name="connsiteY135" fmla="*/ 1785334 h 2237474"/>
              <a:gd name="connsiteX136" fmla="*/ 4513724 w 12192000"/>
              <a:gd name="connsiteY136" fmla="*/ 1791996 h 2237474"/>
              <a:gd name="connsiteX137" fmla="*/ 4459810 w 12192000"/>
              <a:gd name="connsiteY137" fmla="*/ 1797886 h 2237474"/>
              <a:gd name="connsiteX138" fmla="*/ 4379064 w 12192000"/>
              <a:gd name="connsiteY138" fmla="*/ 1817177 h 2237474"/>
              <a:gd name="connsiteX139" fmla="*/ 4319209 w 12192000"/>
              <a:gd name="connsiteY139" fmla="*/ 1834833 h 2237474"/>
              <a:gd name="connsiteX140" fmla="*/ 4290981 w 12192000"/>
              <a:gd name="connsiteY140" fmla="*/ 1839677 h 2237474"/>
              <a:gd name="connsiteX141" fmla="*/ 4285792 w 12192000"/>
              <a:gd name="connsiteY141" fmla="*/ 1836231 h 2237474"/>
              <a:gd name="connsiteX142" fmla="*/ 4238372 w 12192000"/>
              <a:gd name="connsiteY142" fmla="*/ 1851480 h 2237474"/>
              <a:gd name="connsiteX143" fmla="*/ 4232517 w 12192000"/>
              <a:gd name="connsiteY143" fmla="*/ 1852567 h 2237474"/>
              <a:gd name="connsiteX144" fmla="*/ 4191732 w 12192000"/>
              <a:gd name="connsiteY144" fmla="*/ 1857328 h 2237474"/>
              <a:gd name="connsiteX145" fmla="*/ 4065532 w 12192000"/>
              <a:gd name="connsiteY145" fmla="*/ 1855477 h 2237474"/>
              <a:gd name="connsiteX146" fmla="*/ 4028460 w 12192000"/>
              <a:gd name="connsiteY146" fmla="*/ 1855137 h 2237474"/>
              <a:gd name="connsiteX147" fmla="*/ 4002267 w 12192000"/>
              <a:gd name="connsiteY147" fmla="*/ 1852352 h 2237474"/>
              <a:gd name="connsiteX148" fmla="*/ 3931396 w 12192000"/>
              <a:gd name="connsiteY148" fmla="*/ 1858915 h 2237474"/>
              <a:gd name="connsiteX149" fmla="*/ 3812162 w 12192000"/>
              <a:gd name="connsiteY149" fmla="*/ 1875501 h 2237474"/>
              <a:gd name="connsiteX150" fmla="*/ 3767672 w 12192000"/>
              <a:gd name="connsiteY150" fmla="*/ 1874600 h 2237474"/>
              <a:gd name="connsiteX151" fmla="*/ 3764741 w 12192000"/>
              <a:gd name="connsiteY151" fmla="*/ 1869433 h 2237474"/>
              <a:gd name="connsiteX152" fmla="*/ 3751332 w 12192000"/>
              <a:gd name="connsiteY152" fmla="*/ 1869854 h 2237474"/>
              <a:gd name="connsiteX153" fmla="*/ 3748155 w 12192000"/>
              <a:gd name="connsiteY153" fmla="*/ 1868903 h 2237474"/>
              <a:gd name="connsiteX154" fmla="*/ 3729530 w 12192000"/>
              <a:gd name="connsiteY154" fmla="*/ 1864513 h 2237474"/>
              <a:gd name="connsiteX155" fmla="*/ 3680177 w 12192000"/>
              <a:gd name="connsiteY155" fmla="*/ 1881552 h 2237474"/>
              <a:gd name="connsiteX156" fmla="*/ 3567259 w 12192000"/>
              <a:gd name="connsiteY156" fmla="*/ 1893482 h 2237474"/>
              <a:gd name="connsiteX157" fmla="*/ 3405770 w 12192000"/>
              <a:gd name="connsiteY157" fmla="*/ 1904591 h 2237474"/>
              <a:gd name="connsiteX158" fmla="*/ 3280097 w 12192000"/>
              <a:gd name="connsiteY158" fmla="*/ 1919610 h 2237474"/>
              <a:gd name="connsiteX159" fmla="*/ 3123424 w 12192000"/>
              <a:gd name="connsiteY159" fmla="*/ 1952930 h 2237474"/>
              <a:gd name="connsiteX160" fmla="*/ 3009910 w 12192000"/>
              <a:gd name="connsiteY160" fmla="*/ 1957866 h 2237474"/>
              <a:gd name="connsiteX161" fmla="*/ 2995934 w 12192000"/>
              <a:gd name="connsiteY161" fmla="*/ 1967085 h 2237474"/>
              <a:gd name="connsiteX162" fmla="*/ 2980071 w 12192000"/>
              <a:gd name="connsiteY162" fmla="*/ 1972988 h 2237474"/>
              <a:gd name="connsiteX163" fmla="*/ 2978094 w 12192000"/>
              <a:gd name="connsiteY163" fmla="*/ 1972369 h 2237474"/>
              <a:gd name="connsiteX164" fmla="*/ 2942858 w 12192000"/>
              <a:gd name="connsiteY164" fmla="*/ 1981367 h 2237474"/>
              <a:gd name="connsiteX165" fmla="*/ 2875436 w 12192000"/>
              <a:gd name="connsiteY165" fmla="*/ 1996977 h 2237474"/>
              <a:gd name="connsiteX166" fmla="*/ 2874892 w 12192000"/>
              <a:gd name="connsiteY166" fmla="*/ 1996085 h 2237474"/>
              <a:gd name="connsiteX167" fmla="*/ 2864145 w 12192000"/>
              <a:gd name="connsiteY167" fmla="*/ 1994061 h 2237474"/>
              <a:gd name="connsiteX168" fmla="*/ 2843662 w 12192000"/>
              <a:gd name="connsiteY168" fmla="*/ 1992498 h 2237474"/>
              <a:gd name="connsiteX169" fmla="*/ 2796128 w 12192000"/>
              <a:gd name="connsiteY169" fmla="*/ 1976403 h 2237474"/>
              <a:gd name="connsiteX170" fmla="*/ 2756784 w 12192000"/>
              <a:gd name="connsiteY170" fmla="*/ 1985116 h 2237474"/>
              <a:gd name="connsiteX171" fmla="*/ 2748833 w 12192000"/>
              <a:gd name="connsiteY171" fmla="*/ 1986323 h 2237474"/>
              <a:gd name="connsiteX172" fmla="*/ 2748661 w 12192000"/>
              <a:gd name="connsiteY172" fmla="*/ 1986122 h 2237474"/>
              <a:gd name="connsiteX173" fmla="*/ 2740251 w 12192000"/>
              <a:gd name="connsiteY173" fmla="*/ 1986946 h 2237474"/>
              <a:gd name="connsiteX174" fmla="*/ 2718916 w 12192000"/>
              <a:gd name="connsiteY174" fmla="*/ 1990867 h 2237474"/>
              <a:gd name="connsiteX175" fmla="*/ 2713522 w 12192000"/>
              <a:gd name="connsiteY175" fmla="*/ 1990173 h 2237474"/>
              <a:gd name="connsiteX176" fmla="*/ 2680597 w 12192000"/>
              <a:gd name="connsiteY176" fmla="*/ 1984996 h 2237474"/>
              <a:gd name="connsiteX177" fmla="*/ 2578178 w 12192000"/>
              <a:gd name="connsiteY177" fmla="*/ 1990531 h 2237474"/>
              <a:gd name="connsiteX178" fmla="*/ 2476147 w 12192000"/>
              <a:gd name="connsiteY178" fmla="*/ 1998305 h 2237474"/>
              <a:gd name="connsiteX179" fmla="*/ 2373568 w 12192000"/>
              <a:gd name="connsiteY179" fmla="*/ 2003219 h 2237474"/>
              <a:gd name="connsiteX180" fmla="*/ 2321399 w 12192000"/>
              <a:gd name="connsiteY180" fmla="*/ 1989467 h 2237474"/>
              <a:gd name="connsiteX181" fmla="*/ 2315525 w 12192000"/>
              <a:gd name="connsiteY181" fmla="*/ 1989708 h 2237474"/>
              <a:gd name="connsiteX182" fmla="*/ 2300792 w 12192000"/>
              <a:gd name="connsiteY182" fmla="*/ 1994290 h 2237474"/>
              <a:gd name="connsiteX183" fmla="*/ 2295469 w 12192000"/>
              <a:gd name="connsiteY183" fmla="*/ 1996659 h 2237474"/>
              <a:gd name="connsiteX184" fmla="*/ 2287219 w 12192000"/>
              <a:gd name="connsiteY184" fmla="*/ 1998750 h 2237474"/>
              <a:gd name="connsiteX185" fmla="*/ 2286948 w 12192000"/>
              <a:gd name="connsiteY185" fmla="*/ 1998596 h 2237474"/>
              <a:gd name="connsiteX186" fmla="*/ 2243069 w 12192000"/>
              <a:gd name="connsiteY186" fmla="*/ 2015111 h 2237474"/>
              <a:gd name="connsiteX187" fmla="*/ 2186609 w 12192000"/>
              <a:gd name="connsiteY187" fmla="*/ 2008263 h 2237474"/>
              <a:gd name="connsiteX188" fmla="*/ 2164831 w 12192000"/>
              <a:gd name="connsiteY188" fmla="*/ 2010143 h 2237474"/>
              <a:gd name="connsiteX189" fmla="*/ 2152836 w 12192000"/>
              <a:gd name="connsiteY189" fmla="*/ 2010048 h 2237474"/>
              <a:gd name="connsiteX190" fmla="*/ 2117102 w 12192000"/>
              <a:gd name="connsiteY190" fmla="*/ 2023004 h 2237474"/>
              <a:gd name="connsiteX191" fmla="*/ 2111935 w 12192000"/>
              <a:gd name="connsiteY191" fmla="*/ 2023163 h 2237474"/>
              <a:gd name="connsiteX192" fmla="*/ 2089991 w 12192000"/>
              <a:gd name="connsiteY192" fmla="*/ 2034193 h 2237474"/>
              <a:gd name="connsiteX193" fmla="*/ 2058061 w 12192000"/>
              <a:gd name="connsiteY193" fmla="*/ 2047942 h 2237474"/>
              <a:gd name="connsiteX194" fmla="*/ 2055737 w 12192000"/>
              <a:gd name="connsiteY194" fmla="*/ 2047704 h 2237474"/>
              <a:gd name="connsiteX195" fmla="*/ 2042244 w 12192000"/>
              <a:gd name="connsiteY195" fmla="*/ 2055560 h 2237474"/>
              <a:gd name="connsiteX196" fmla="*/ 1976224 w 12192000"/>
              <a:gd name="connsiteY196" fmla="*/ 2074257 h 2237474"/>
              <a:gd name="connsiteX197" fmla="*/ 1877728 w 12192000"/>
              <a:gd name="connsiteY197" fmla="*/ 2101004 h 2237474"/>
              <a:gd name="connsiteX198" fmla="*/ 1759056 w 12192000"/>
              <a:gd name="connsiteY198" fmla="*/ 2125608 h 2237474"/>
              <a:gd name="connsiteX199" fmla="*/ 1637948 w 12192000"/>
              <a:gd name="connsiteY199" fmla="*/ 2172597 h 2237474"/>
              <a:gd name="connsiteX200" fmla="*/ 1434549 w 12192000"/>
              <a:gd name="connsiteY200" fmla="*/ 2234522 h 2237474"/>
              <a:gd name="connsiteX201" fmla="*/ 1398481 w 12192000"/>
              <a:gd name="connsiteY201" fmla="*/ 2237074 h 2237474"/>
              <a:gd name="connsiteX202" fmla="*/ 1398407 w 12192000"/>
              <a:gd name="connsiteY202" fmla="*/ 2237095 h 2237474"/>
              <a:gd name="connsiteX203" fmla="*/ 1370962 w 12192000"/>
              <a:gd name="connsiteY203" fmla="*/ 2237474 h 2237474"/>
              <a:gd name="connsiteX204" fmla="*/ 1356367 w 12192000"/>
              <a:gd name="connsiteY204" fmla="*/ 2235089 h 2237474"/>
              <a:gd name="connsiteX205" fmla="*/ 1324828 w 12192000"/>
              <a:gd name="connsiteY205" fmla="*/ 2231968 h 2237474"/>
              <a:gd name="connsiteX206" fmla="*/ 1297744 w 12192000"/>
              <a:gd name="connsiteY206" fmla="*/ 2235849 h 2237474"/>
              <a:gd name="connsiteX207" fmla="*/ 1286236 w 12192000"/>
              <a:gd name="connsiteY207" fmla="*/ 2233135 h 2237474"/>
              <a:gd name="connsiteX208" fmla="*/ 1283504 w 12192000"/>
              <a:gd name="connsiteY208" fmla="*/ 2233797 h 2237474"/>
              <a:gd name="connsiteX209" fmla="*/ 1279765 w 12192000"/>
              <a:gd name="connsiteY209" fmla="*/ 2229639 h 2237474"/>
              <a:gd name="connsiteX210" fmla="*/ 1195347 w 12192000"/>
              <a:gd name="connsiteY210" fmla="*/ 2212354 h 2237474"/>
              <a:gd name="connsiteX211" fmla="*/ 970251 w 12192000"/>
              <a:gd name="connsiteY211" fmla="*/ 2221029 h 2237474"/>
              <a:gd name="connsiteX212" fmla="*/ 812914 w 12192000"/>
              <a:gd name="connsiteY212" fmla="*/ 2202752 h 2237474"/>
              <a:gd name="connsiteX213" fmla="*/ 800195 w 12192000"/>
              <a:gd name="connsiteY213" fmla="*/ 2209407 h 2237474"/>
              <a:gd name="connsiteX214" fmla="*/ 784978 w 12192000"/>
              <a:gd name="connsiteY214" fmla="*/ 2212360 h 2237474"/>
              <a:gd name="connsiteX215" fmla="*/ 681987 w 12192000"/>
              <a:gd name="connsiteY215" fmla="*/ 2216757 h 2237474"/>
              <a:gd name="connsiteX216" fmla="*/ 669923 w 12192000"/>
              <a:gd name="connsiteY216" fmla="*/ 2211682 h 2237474"/>
              <a:gd name="connsiteX217" fmla="*/ 648680 w 12192000"/>
              <a:gd name="connsiteY217" fmla="*/ 2206229 h 2237474"/>
              <a:gd name="connsiteX218" fmla="*/ 597225 w 12192000"/>
              <a:gd name="connsiteY218" fmla="*/ 2180999 h 2237474"/>
              <a:gd name="connsiteX219" fmla="*/ 558449 w 12192000"/>
              <a:gd name="connsiteY219" fmla="*/ 2182346 h 2237474"/>
              <a:gd name="connsiteX220" fmla="*/ 550517 w 12192000"/>
              <a:gd name="connsiteY220" fmla="*/ 2182060 h 2237474"/>
              <a:gd name="connsiteX221" fmla="*/ 550309 w 12192000"/>
              <a:gd name="connsiteY221" fmla="*/ 2181825 h 2237474"/>
              <a:gd name="connsiteX222" fmla="*/ 541836 w 12192000"/>
              <a:gd name="connsiteY222" fmla="*/ 2181063 h 2237474"/>
              <a:gd name="connsiteX223" fmla="*/ 536057 w 12192000"/>
              <a:gd name="connsiteY223" fmla="*/ 2181537 h 2237474"/>
              <a:gd name="connsiteX224" fmla="*/ 520671 w 12192000"/>
              <a:gd name="connsiteY224" fmla="*/ 2180980 h 2237474"/>
              <a:gd name="connsiteX225" fmla="*/ 515024 w 12192000"/>
              <a:gd name="connsiteY225" fmla="*/ 2179258 h 2237474"/>
              <a:gd name="connsiteX226" fmla="*/ 512278 w 12192000"/>
              <a:gd name="connsiteY226" fmla="*/ 2176369 h 2237474"/>
              <a:gd name="connsiteX227" fmla="*/ 480419 w 12192000"/>
              <a:gd name="connsiteY227" fmla="*/ 2167807 h 2237474"/>
              <a:gd name="connsiteX228" fmla="*/ 413835 w 12192000"/>
              <a:gd name="connsiteY228" fmla="*/ 2156783 h 2237474"/>
              <a:gd name="connsiteX229" fmla="*/ 376513 w 12192000"/>
              <a:gd name="connsiteY229" fmla="*/ 2154014 h 2237474"/>
              <a:gd name="connsiteX230" fmla="*/ 273386 w 12192000"/>
              <a:gd name="connsiteY230" fmla="*/ 2142551 h 2237474"/>
              <a:gd name="connsiteX231" fmla="*/ 169207 w 12192000"/>
              <a:gd name="connsiteY231" fmla="*/ 2128100 h 2237474"/>
              <a:gd name="connsiteX232" fmla="*/ 93149 w 12192000"/>
              <a:gd name="connsiteY232" fmla="*/ 2105324 h 2237474"/>
              <a:gd name="connsiteX233" fmla="*/ 88109 w 12192000"/>
              <a:gd name="connsiteY233" fmla="*/ 2106704 h 2237474"/>
              <a:gd name="connsiteX234" fmla="*/ 80022 w 12192000"/>
              <a:gd name="connsiteY234" fmla="*/ 2107254 h 2237474"/>
              <a:gd name="connsiteX235" fmla="*/ 79717 w 12192000"/>
              <a:gd name="connsiteY235" fmla="*/ 2107046 h 2237474"/>
              <a:gd name="connsiteX236" fmla="*/ 72352 w 12192000"/>
              <a:gd name="connsiteY236" fmla="*/ 2107991 h 2237474"/>
              <a:gd name="connsiteX237" fmla="*/ 37645 w 12192000"/>
              <a:gd name="connsiteY237" fmla="*/ 2115401 h 2237474"/>
              <a:gd name="connsiteX238" fmla="*/ 4572 w 12192000"/>
              <a:gd name="connsiteY238" fmla="*/ 2111091 h 2237474"/>
              <a:gd name="connsiteX239" fmla="*/ 0 w 12192000"/>
              <a:gd name="connsiteY239" fmla="*/ 2110468 h 2237474"/>
              <a:gd name="connsiteX240" fmla="*/ 0 w 12192000"/>
              <a:gd name="connsiteY240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93343 w 12192000"/>
              <a:gd name="connsiteY106" fmla="*/ 1664672 h 2237474"/>
              <a:gd name="connsiteX107" fmla="*/ 6380457 w 12192000"/>
              <a:gd name="connsiteY107" fmla="*/ 1662376 h 2237474"/>
              <a:gd name="connsiteX108" fmla="*/ 6280959 w 12192000"/>
              <a:gd name="connsiteY108" fmla="*/ 1689329 h 2237474"/>
              <a:gd name="connsiteX109" fmla="*/ 6266765 w 12192000"/>
              <a:gd name="connsiteY109" fmla="*/ 1695560 h 2237474"/>
              <a:gd name="connsiteX110" fmla="*/ 6098321 w 12192000"/>
              <a:gd name="connsiteY110" fmla="*/ 1721646 h 2237474"/>
              <a:gd name="connsiteX111" fmla="*/ 5880652 w 12192000"/>
              <a:gd name="connsiteY111" fmla="*/ 1779643 h 2237474"/>
              <a:gd name="connsiteX112" fmla="*/ 5785959 w 12192000"/>
              <a:gd name="connsiteY112" fmla="*/ 1775307 h 2237474"/>
              <a:gd name="connsiteX113" fmla="*/ 5643534 w 12192000"/>
              <a:gd name="connsiteY113" fmla="*/ 1802919 h 2237474"/>
              <a:gd name="connsiteX114" fmla="*/ 5518799 w 12192000"/>
              <a:gd name="connsiteY114" fmla="*/ 1818312 h 2237474"/>
              <a:gd name="connsiteX115" fmla="*/ 5505014 w 12192000"/>
              <a:gd name="connsiteY115" fmla="*/ 1819259 h 2237474"/>
              <a:gd name="connsiteX116" fmla="*/ 5453307 w 12192000"/>
              <a:gd name="connsiteY116" fmla="*/ 1815450 h 2237474"/>
              <a:gd name="connsiteX117" fmla="*/ 5364192 w 12192000"/>
              <a:gd name="connsiteY117" fmla="*/ 1826074 h 2237474"/>
              <a:gd name="connsiteX118" fmla="*/ 5350380 w 12192000"/>
              <a:gd name="connsiteY118" fmla="*/ 1830891 h 2237474"/>
              <a:gd name="connsiteX119" fmla="*/ 5259633 w 12192000"/>
              <a:gd name="connsiteY119" fmla="*/ 1837160 h 2237474"/>
              <a:gd name="connsiteX120" fmla="*/ 5197513 w 12192000"/>
              <a:gd name="connsiteY120" fmla="*/ 1844718 h 2237474"/>
              <a:gd name="connsiteX121" fmla="*/ 5184170 w 12192000"/>
              <a:gd name="connsiteY121" fmla="*/ 1849402 h 2237474"/>
              <a:gd name="connsiteX122" fmla="*/ 5168852 w 12192000"/>
              <a:gd name="connsiteY122" fmla="*/ 1844846 h 2237474"/>
              <a:gd name="connsiteX123" fmla="*/ 5164370 w 12192000"/>
              <a:gd name="connsiteY123" fmla="*/ 1840597 h 2237474"/>
              <a:gd name="connsiteX124" fmla="*/ 5114927 w 12192000"/>
              <a:gd name="connsiteY124" fmla="*/ 1847827 h 2237474"/>
              <a:gd name="connsiteX125" fmla="*/ 5108970 w 12192000"/>
              <a:gd name="connsiteY125" fmla="*/ 1847935 h 2237474"/>
              <a:gd name="connsiteX126" fmla="*/ 5067961 w 12192000"/>
              <a:gd name="connsiteY126" fmla="*/ 1845917 h 2237474"/>
              <a:gd name="connsiteX127" fmla="*/ 5007075 w 12192000"/>
              <a:gd name="connsiteY127" fmla="*/ 1838626 h 2237474"/>
              <a:gd name="connsiteX128" fmla="*/ 4944087 w 12192000"/>
              <a:gd name="connsiteY128" fmla="*/ 1823332 h 2237474"/>
              <a:gd name="connsiteX129" fmla="*/ 4907662 w 12192000"/>
              <a:gd name="connsiteY129" fmla="*/ 1816900 h 2237474"/>
              <a:gd name="connsiteX130" fmla="*/ 4882386 w 12192000"/>
              <a:gd name="connsiteY130" fmla="*/ 1809844 h 2237474"/>
              <a:gd name="connsiteX131" fmla="*/ 4811440 w 12192000"/>
              <a:gd name="connsiteY131" fmla="*/ 1804655 h 2237474"/>
              <a:gd name="connsiteX132" fmla="*/ 4691075 w 12192000"/>
              <a:gd name="connsiteY132" fmla="*/ 1801389 h 2237474"/>
              <a:gd name="connsiteX133" fmla="*/ 4611738 w 12192000"/>
              <a:gd name="connsiteY133" fmla="*/ 1776964 h 2237474"/>
              <a:gd name="connsiteX134" fmla="*/ 4560070 w 12192000"/>
              <a:gd name="connsiteY134" fmla="*/ 1785640 h 2237474"/>
              <a:gd name="connsiteX135" fmla="*/ 4536503 w 12192000"/>
              <a:gd name="connsiteY135" fmla="*/ 1785334 h 2237474"/>
              <a:gd name="connsiteX136" fmla="*/ 4513724 w 12192000"/>
              <a:gd name="connsiteY136" fmla="*/ 1791996 h 2237474"/>
              <a:gd name="connsiteX137" fmla="*/ 4459810 w 12192000"/>
              <a:gd name="connsiteY137" fmla="*/ 1797886 h 2237474"/>
              <a:gd name="connsiteX138" fmla="*/ 4379064 w 12192000"/>
              <a:gd name="connsiteY138" fmla="*/ 1817177 h 2237474"/>
              <a:gd name="connsiteX139" fmla="*/ 4319209 w 12192000"/>
              <a:gd name="connsiteY139" fmla="*/ 1834833 h 2237474"/>
              <a:gd name="connsiteX140" fmla="*/ 4290981 w 12192000"/>
              <a:gd name="connsiteY140" fmla="*/ 1839677 h 2237474"/>
              <a:gd name="connsiteX141" fmla="*/ 4285792 w 12192000"/>
              <a:gd name="connsiteY141" fmla="*/ 1836231 h 2237474"/>
              <a:gd name="connsiteX142" fmla="*/ 4238372 w 12192000"/>
              <a:gd name="connsiteY142" fmla="*/ 1851480 h 2237474"/>
              <a:gd name="connsiteX143" fmla="*/ 4232517 w 12192000"/>
              <a:gd name="connsiteY143" fmla="*/ 1852567 h 2237474"/>
              <a:gd name="connsiteX144" fmla="*/ 4191732 w 12192000"/>
              <a:gd name="connsiteY144" fmla="*/ 1857328 h 2237474"/>
              <a:gd name="connsiteX145" fmla="*/ 4065532 w 12192000"/>
              <a:gd name="connsiteY145" fmla="*/ 1855477 h 2237474"/>
              <a:gd name="connsiteX146" fmla="*/ 4028460 w 12192000"/>
              <a:gd name="connsiteY146" fmla="*/ 1855137 h 2237474"/>
              <a:gd name="connsiteX147" fmla="*/ 4002267 w 12192000"/>
              <a:gd name="connsiteY147" fmla="*/ 1852352 h 2237474"/>
              <a:gd name="connsiteX148" fmla="*/ 3931396 w 12192000"/>
              <a:gd name="connsiteY148" fmla="*/ 1858915 h 2237474"/>
              <a:gd name="connsiteX149" fmla="*/ 3812162 w 12192000"/>
              <a:gd name="connsiteY149" fmla="*/ 1875501 h 2237474"/>
              <a:gd name="connsiteX150" fmla="*/ 3767672 w 12192000"/>
              <a:gd name="connsiteY150" fmla="*/ 1874600 h 2237474"/>
              <a:gd name="connsiteX151" fmla="*/ 3751332 w 12192000"/>
              <a:gd name="connsiteY151" fmla="*/ 1869854 h 2237474"/>
              <a:gd name="connsiteX152" fmla="*/ 3748155 w 12192000"/>
              <a:gd name="connsiteY152" fmla="*/ 1868903 h 2237474"/>
              <a:gd name="connsiteX153" fmla="*/ 3729530 w 12192000"/>
              <a:gd name="connsiteY153" fmla="*/ 1864513 h 2237474"/>
              <a:gd name="connsiteX154" fmla="*/ 3680177 w 12192000"/>
              <a:gd name="connsiteY154" fmla="*/ 1881552 h 2237474"/>
              <a:gd name="connsiteX155" fmla="*/ 3567259 w 12192000"/>
              <a:gd name="connsiteY155" fmla="*/ 1893482 h 2237474"/>
              <a:gd name="connsiteX156" fmla="*/ 3405770 w 12192000"/>
              <a:gd name="connsiteY156" fmla="*/ 1904591 h 2237474"/>
              <a:gd name="connsiteX157" fmla="*/ 3280097 w 12192000"/>
              <a:gd name="connsiteY157" fmla="*/ 1919610 h 2237474"/>
              <a:gd name="connsiteX158" fmla="*/ 3123424 w 12192000"/>
              <a:gd name="connsiteY158" fmla="*/ 1952930 h 2237474"/>
              <a:gd name="connsiteX159" fmla="*/ 3009910 w 12192000"/>
              <a:gd name="connsiteY159" fmla="*/ 1957866 h 2237474"/>
              <a:gd name="connsiteX160" fmla="*/ 2995934 w 12192000"/>
              <a:gd name="connsiteY160" fmla="*/ 1967085 h 2237474"/>
              <a:gd name="connsiteX161" fmla="*/ 2980071 w 12192000"/>
              <a:gd name="connsiteY161" fmla="*/ 1972988 h 2237474"/>
              <a:gd name="connsiteX162" fmla="*/ 2978094 w 12192000"/>
              <a:gd name="connsiteY162" fmla="*/ 1972369 h 2237474"/>
              <a:gd name="connsiteX163" fmla="*/ 2942858 w 12192000"/>
              <a:gd name="connsiteY163" fmla="*/ 1981367 h 2237474"/>
              <a:gd name="connsiteX164" fmla="*/ 2875436 w 12192000"/>
              <a:gd name="connsiteY164" fmla="*/ 1996977 h 2237474"/>
              <a:gd name="connsiteX165" fmla="*/ 2874892 w 12192000"/>
              <a:gd name="connsiteY165" fmla="*/ 1996085 h 2237474"/>
              <a:gd name="connsiteX166" fmla="*/ 2864145 w 12192000"/>
              <a:gd name="connsiteY166" fmla="*/ 1994061 h 2237474"/>
              <a:gd name="connsiteX167" fmla="*/ 2843662 w 12192000"/>
              <a:gd name="connsiteY167" fmla="*/ 1992498 h 2237474"/>
              <a:gd name="connsiteX168" fmla="*/ 2796128 w 12192000"/>
              <a:gd name="connsiteY168" fmla="*/ 1976403 h 2237474"/>
              <a:gd name="connsiteX169" fmla="*/ 2756784 w 12192000"/>
              <a:gd name="connsiteY169" fmla="*/ 1985116 h 2237474"/>
              <a:gd name="connsiteX170" fmla="*/ 2748833 w 12192000"/>
              <a:gd name="connsiteY170" fmla="*/ 1986323 h 2237474"/>
              <a:gd name="connsiteX171" fmla="*/ 2748661 w 12192000"/>
              <a:gd name="connsiteY171" fmla="*/ 1986122 h 2237474"/>
              <a:gd name="connsiteX172" fmla="*/ 2740251 w 12192000"/>
              <a:gd name="connsiteY172" fmla="*/ 1986946 h 2237474"/>
              <a:gd name="connsiteX173" fmla="*/ 2718916 w 12192000"/>
              <a:gd name="connsiteY173" fmla="*/ 1990867 h 2237474"/>
              <a:gd name="connsiteX174" fmla="*/ 2713522 w 12192000"/>
              <a:gd name="connsiteY174" fmla="*/ 1990173 h 2237474"/>
              <a:gd name="connsiteX175" fmla="*/ 2680597 w 12192000"/>
              <a:gd name="connsiteY175" fmla="*/ 1984996 h 2237474"/>
              <a:gd name="connsiteX176" fmla="*/ 2578178 w 12192000"/>
              <a:gd name="connsiteY176" fmla="*/ 1990531 h 2237474"/>
              <a:gd name="connsiteX177" fmla="*/ 2476147 w 12192000"/>
              <a:gd name="connsiteY177" fmla="*/ 1998305 h 2237474"/>
              <a:gd name="connsiteX178" fmla="*/ 2373568 w 12192000"/>
              <a:gd name="connsiteY178" fmla="*/ 2003219 h 2237474"/>
              <a:gd name="connsiteX179" fmla="*/ 2321399 w 12192000"/>
              <a:gd name="connsiteY179" fmla="*/ 1989467 h 2237474"/>
              <a:gd name="connsiteX180" fmla="*/ 2315525 w 12192000"/>
              <a:gd name="connsiteY180" fmla="*/ 1989708 h 2237474"/>
              <a:gd name="connsiteX181" fmla="*/ 2300792 w 12192000"/>
              <a:gd name="connsiteY181" fmla="*/ 1994290 h 2237474"/>
              <a:gd name="connsiteX182" fmla="*/ 2295469 w 12192000"/>
              <a:gd name="connsiteY182" fmla="*/ 1996659 h 2237474"/>
              <a:gd name="connsiteX183" fmla="*/ 2287219 w 12192000"/>
              <a:gd name="connsiteY183" fmla="*/ 1998750 h 2237474"/>
              <a:gd name="connsiteX184" fmla="*/ 2286948 w 12192000"/>
              <a:gd name="connsiteY184" fmla="*/ 1998596 h 2237474"/>
              <a:gd name="connsiteX185" fmla="*/ 2243069 w 12192000"/>
              <a:gd name="connsiteY185" fmla="*/ 2015111 h 2237474"/>
              <a:gd name="connsiteX186" fmla="*/ 2186609 w 12192000"/>
              <a:gd name="connsiteY186" fmla="*/ 2008263 h 2237474"/>
              <a:gd name="connsiteX187" fmla="*/ 2164831 w 12192000"/>
              <a:gd name="connsiteY187" fmla="*/ 2010143 h 2237474"/>
              <a:gd name="connsiteX188" fmla="*/ 2152836 w 12192000"/>
              <a:gd name="connsiteY188" fmla="*/ 2010048 h 2237474"/>
              <a:gd name="connsiteX189" fmla="*/ 2117102 w 12192000"/>
              <a:gd name="connsiteY189" fmla="*/ 2023004 h 2237474"/>
              <a:gd name="connsiteX190" fmla="*/ 2111935 w 12192000"/>
              <a:gd name="connsiteY190" fmla="*/ 2023163 h 2237474"/>
              <a:gd name="connsiteX191" fmla="*/ 2089991 w 12192000"/>
              <a:gd name="connsiteY191" fmla="*/ 2034193 h 2237474"/>
              <a:gd name="connsiteX192" fmla="*/ 2058061 w 12192000"/>
              <a:gd name="connsiteY192" fmla="*/ 2047942 h 2237474"/>
              <a:gd name="connsiteX193" fmla="*/ 2055737 w 12192000"/>
              <a:gd name="connsiteY193" fmla="*/ 2047704 h 2237474"/>
              <a:gd name="connsiteX194" fmla="*/ 2042244 w 12192000"/>
              <a:gd name="connsiteY194" fmla="*/ 2055560 h 2237474"/>
              <a:gd name="connsiteX195" fmla="*/ 1976224 w 12192000"/>
              <a:gd name="connsiteY195" fmla="*/ 2074257 h 2237474"/>
              <a:gd name="connsiteX196" fmla="*/ 1877728 w 12192000"/>
              <a:gd name="connsiteY196" fmla="*/ 2101004 h 2237474"/>
              <a:gd name="connsiteX197" fmla="*/ 1759056 w 12192000"/>
              <a:gd name="connsiteY197" fmla="*/ 2125608 h 2237474"/>
              <a:gd name="connsiteX198" fmla="*/ 1637948 w 12192000"/>
              <a:gd name="connsiteY198" fmla="*/ 2172597 h 2237474"/>
              <a:gd name="connsiteX199" fmla="*/ 1434549 w 12192000"/>
              <a:gd name="connsiteY199" fmla="*/ 2234522 h 2237474"/>
              <a:gd name="connsiteX200" fmla="*/ 1398481 w 12192000"/>
              <a:gd name="connsiteY200" fmla="*/ 2237074 h 2237474"/>
              <a:gd name="connsiteX201" fmla="*/ 1398407 w 12192000"/>
              <a:gd name="connsiteY201" fmla="*/ 2237095 h 2237474"/>
              <a:gd name="connsiteX202" fmla="*/ 1370962 w 12192000"/>
              <a:gd name="connsiteY202" fmla="*/ 2237474 h 2237474"/>
              <a:gd name="connsiteX203" fmla="*/ 1356367 w 12192000"/>
              <a:gd name="connsiteY203" fmla="*/ 2235089 h 2237474"/>
              <a:gd name="connsiteX204" fmla="*/ 1324828 w 12192000"/>
              <a:gd name="connsiteY204" fmla="*/ 2231968 h 2237474"/>
              <a:gd name="connsiteX205" fmla="*/ 1297744 w 12192000"/>
              <a:gd name="connsiteY205" fmla="*/ 2235849 h 2237474"/>
              <a:gd name="connsiteX206" fmla="*/ 1286236 w 12192000"/>
              <a:gd name="connsiteY206" fmla="*/ 2233135 h 2237474"/>
              <a:gd name="connsiteX207" fmla="*/ 1283504 w 12192000"/>
              <a:gd name="connsiteY207" fmla="*/ 2233797 h 2237474"/>
              <a:gd name="connsiteX208" fmla="*/ 1279765 w 12192000"/>
              <a:gd name="connsiteY208" fmla="*/ 2229639 h 2237474"/>
              <a:gd name="connsiteX209" fmla="*/ 1195347 w 12192000"/>
              <a:gd name="connsiteY209" fmla="*/ 2212354 h 2237474"/>
              <a:gd name="connsiteX210" fmla="*/ 970251 w 12192000"/>
              <a:gd name="connsiteY210" fmla="*/ 2221029 h 2237474"/>
              <a:gd name="connsiteX211" fmla="*/ 812914 w 12192000"/>
              <a:gd name="connsiteY211" fmla="*/ 2202752 h 2237474"/>
              <a:gd name="connsiteX212" fmla="*/ 800195 w 12192000"/>
              <a:gd name="connsiteY212" fmla="*/ 2209407 h 2237474"/>
              <a:gd name="connsiteX213" fmla="*/ 784978 w 12192000"/>
              <a:gd name="connsiteY213" fmla="*/ 2212360 h 2237474"/>
              <a:gd name="connsiteX214" fmla="*/ 681987 w 12192000"/>
              <a:gd name="connsiteY214" fmla="*/ 2216757 h 2237474"/>
              <a:gd name="connsiteX215" fmla="*/ 669923 w 12192000"/>
              <a:gd name="connsiteY215" fmla="*/ 2211682 h 2237474"/>
              <a:gd name="connsiteX216" fmla="*/ 648680 w 12192000"/>
              <a:gd name="connsiteY216" fmla="*/ 2206229 h 2237474"/>
              <a:gd name="connsiteX217" fmla="*/ 597225 w 12192000"/>
              <a:gd name="connsiteY217" fmla="*/ 2180999 h 2237474"/>
              <a:gd name="connsiteX218" fmla="*/ 558449 w 12192000"/>
              <a:gd name="connsiteY218" fmla="*/ 2182346 h 2237474"/>
              <a:gd name="connsiteX219" fmla="*/ 550517 w 12192000"/>
              <a:gd name="connsiteY219" fmla="*/ 2182060 h 2237474"/>
              <a:gd name="connsiteX220" fmla="*/ 550309 w 12192000"/>
              <a:gd name="connsiteY220" fmla="*/ 2181825 h 2237474"/>
              <a:gd name="connsiteX221" fmla="*/ 541836 w 12192000"/>
              <a:gd name="connsiteY221" fmla="*/ 2181063 h 2237474"/>
              <a:gd name="connsiteX222" fmla="*/ 536057 w 12192000"/>
              <a:gd name="connsiteY222" fmla="*/ 2181537 h 2237474"/>
              <a:gd name="connsiteX223" fmla="*/ 520671 w 12192000"/>
              <a:gd name="connsiteY223" fmla="*/ 2180980 h 2237474"/>
              <a:gd name="connsiteX224" fmla="*/ 515024 w 12192000"/>
              <a:gd name="connsiteY224" fmla="*/ 2179258 h 2237474"/>
              <a:gd name="connsiteX225" fmla="*/ 512278 w 12192000"/>
              <a:gd name="connsiteY225" fmla="*/ 2176369 h 2237474"/>
              <a:gd name="connsiteX226" fmla="*/ 480419 w 12192000"/>
              <a:gd name="connsiteY226" fmla="*/ 2167807 h 2237474"/>
              <a:gd name="connsiteX227" fmla="*/ 413835 w 12192000"/>
              <a:gd name="connsiteY227" fmla="*/ 2156783 h 2237474"/>
              <a:gd name="connsiteX228" fmla="*/ 376513 w 12192000"/>
              <a:gd name="connsiteY228" fmla="*/ 2154014 h 2237474"/>
              <a:gd name="connsiteX229" fmla="*/ 273386 w 12192000"/>
              <a:gd name="connsiteY229" fmla="*/ 2142551 h 2237474"/>
              <a:gd name="connsiteX230" fmla="*/ 169207 w 12192000"/>
              <a:gd name="connsiteY230" fmla="*/ 2128100 h 2237474"/>
              <a:gd name="connsiteX231" fmla="*/ 93149 w 12192000"/>
              <a:gd name="connsiteY231" fmla="*/ 2105324 h 2237474"/>
              <a:gd name="connsiteX232" fmla="*/ 88109 w 12192000"/>
              <a:gd name="connsiteY232" fmla="*/ 2106704 h 2237474"/>
              <a:gd name="connsiteX233" fmla="*/ 80022 w 12192000"/>
              <a:gd name="connsiteY233" fmla="*/ 2107254 h 2237474"/>
              <a:gd name="connsiteX234" fmla="*/ 79717 w 12192000"/>
              <a:gd name="connsiteY234" fmla="*/ 2107046 h 2237474"/>
              <a:gd name="connsiteX235" fmla="*/ 72352 w 12192000"/>
              <a:gd name="connsiteY235" fmla="*/ 2107991 h 2237474"/>
              <a:gd name="connsiteX236" fmla="*/ 37645 w 12192000"/>
              <a:gd name="connsiteY236" fmla="*/ 2115401 h 2237474"/>
              <a:gd name="connsiteX237" fmla="*/ 4572 w 12192000"/>
              <a:gd name="connsiteY237" fmla="*/ 2111091 h 2237474"/>
              <a:gd name="connsiteX238" fmla="*/ 0 w 12192000"/>
              <a:gd name="connsiteY238" fmla="*/ 2110468 h 2237474"/>
              <a:gd name="connsiteX239" fmla="*/ 0 w 12192000"/>
              <a:gd name="connsiteY239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93343 w 12192000"/>
              <a:gd name="connsiteY106" fmla="*/ 1664672 h 2237474"/>
              <a:gd name="connsiteX107" fmla="*/ 6380457 w 12192000"/>
              <a:gd name="connsiteY107" fmla="*/ 1662376 h 2237474"/>
              <a:gd name="connsiteX108" fmla="*/ 6280959 w 12192000"/>
              <a:gd name="connsiteY108" fmla="*/ 1689329 h 2237474"/>
              <a:gd name="connsiteX109" fmla="*/ 6266765 w 12192000"/>
              <a:gd name="connsiteY109" fmla="*/ 1695560 h 2237474"/>
              <a:gd name="connsiteX110" fmla="*/ 6098321 w 12192000"/>
              <a:gd name="connsiteY110" fmla="*/ 1721646 h 2237474"/>
              <a:gd name="connsiteX111" fmla="*/ 5880652 w 12192000"/>
              <a:gd name="connsiteY111" fmla="*/ 1779643 h 2237474"/>
              <a:gd name="connsiteX112" fmla="*/ 5785959 w 12192000"/>
              <a:gd name="connsiteY112" fmla="*/ 1775307 h 2237474"/>
              <a:gd name="connsiteX113" fmla="*/ 5643534 w 12192000"/>
              <a:gd name="connsiteY113" fmla="*/ 1802919 h 2237474"/>
              <a:gd name="connsiteX114" fmla="*/ 5518799 w 12192000"/>
              <a:gd name="connsiteY114" fmla="*/ 1818312 h 2237474"/>
              <a:gd name="connsiteX115" fmla="*/ 5505014 w 12192000"/>
              <a:gd name="connsiteY115" fmla="*/ 1819259 h 2237474"/>
              <a:gd name="connsiteX116" fmla="*/ 5453307 w 12192000"/>
              <a:gd name="connsiteY116" fmla="*/ 1815450 h 2237474"/>
              <a:gd name="connsiteX117" fmla="*/ 5364192 w 12192000"/>
              <a:gd name="connsiteY117" fmla="*/ 1826074 h 2237474"/>
              <a:gd name="connsiteX118" fmla="*/ 5350380 w 12192000"/>
              <a:gd name="connsiteY118" fmla="*/ 1830891 h 2237474"/>
              <a:gd name="connsiteX119" fmla="*/ 5259633 w 12192000"/>
              <a:gd name="connsiteY119" fmla="*/ 1837160 h 2237474"/>
              <a:gd name="connsiteX120" fmla="*/ 5197513 w 12192000"/>
              <a:gd name="connsiteY120" fmla="*/ 1844718 h 2237474"/>
              <a:gd name="connsiteX121" fmla="*/ 5184170 w 12192000"/>
              <a:gd name="connsiteY121" fmla="*/ 1849402 h 2237474"/>
              <a:gd name="connsiteX122" fmla="*/ 5168852 w 12192000"/>
              <a:gd name="connsiteY122" fmla="*/ 1844846 h 2237474"/>
              <a:gd name="connsiteX123" fmla="*/ 5164370 w 12192000"/>
              <a:gd name="connsiteY123" fmla="*/ 1840597 h 2237474"/>
              <a:gd name="connsiteX124" fmla="*/ 5114927 w 12192000"/>
              <a:gd name="connsiteY124" fmla="*/ 1847827 h 2237474"/>
              <a:gd name="connsiteX125" fmla="*/ 5108970 w 12192000"/>
              <a:gd name="connsiteY125" fmla="*/ 1847935 h 2237474"/>
              <a:gd name="connsiteX126" fmla="*/ 5067961 w 12192000"/>
              <a:gd name="connsiteY126" fmla="*/ 1845917 h 2237474"/>
              <a:gd name="connsiteX127" fmla="*/ 5007075 w 12192000"/>
              <a:gd name="connsiteY127" fmla="*/ 1838626 h 2237474"/>
              <a:gd name="connsiteX128" fmla="*/ 4944087 w 12192000"/>
              <a:gd name="connsiteY128" fmla="*/ 1823332 h 2237474"/>
              <a:gd name="connsiteX129" fmla="*/ 4907662 w 12192000"/>
              <a:gd name="connsiteY129" fmla="*/ 1816900 h 2237474"/>
              <a:gd name="connsiteX130" fmla="*/ 4882386 w 12192000"/>
              <a:gd name="connsiteY130" fmla="*/ 1809844 h 2237474"/>
              <a:gd name="connsiteX131" fmla="*/ 4811440 w 12192000"/>
              <a:gd name="connsiteY131" fmla="*/ 1804655 h 2237474"/>
              <a:gd name="connsiteX132" fmla="*/ 4691075 w 12192000"/>
              <a:gd name="connsiteY132" fmla="*/ 1801389 h 2237474"/>
              <a:gd name="connsiteX133" fmla="*/ 4611738 w 12192000"/>
              <a:gd name="connsiteY133" fmla="*/ 1776964 h 2237474"/>
              <a:gd name="connsiteX134" fmla="*/ 4560070 w 12192000"/>
              <a:gd name="connsiteY134" fmla="*/ 1785640 h 2237474"/>
              <a:gd name="connsiteX135" fmla="*/ 4536503 w 12192000"/>
              <a:gd name="connsiteY135" fmla="*/ 1785334 h 2237474"/>
              <a:gd name="connsiteX136" fmla="*/ 4513724 w 12192000"/>
              <a:gd name="connsiteY136" fmla="*/ 1791996 h 2237474"/>
              <a:gd name="connsiteX137" fmla="*/ 4459810 w 12192000"/>
              <a:gd name="connsiteY137" fmla="*/ 1797886 h 2237474"/>
              <a:gd name="connsiteX138" fmla="*/ 4379064 w 12192000"/>
              <a:gd name="connsiteY138" fmla="*/ 1817177 h 2237474"/>
              <a:gd name="connsiteX139" fmla="*/ 4319209 w 12192000"/>
              <a:gd name="connsiteY139" fmla="*/ 1834833 h 2237474"/>
              <a:gd name="connsiteX140" fmla="*/ 4290981 w 12192000"/>
              <a:gd name="connsiteY140" fmla="*/ 1839677 h 2237474"/>
              <a:gd name="connsiteX141" fmla="*/ 4285792 w 12192000"/>
              <a:gd name="connsiteY141" fmla="*/ 1836231 h 2237474"/>
              <a:gd name="connsiteX142" fmla="*/ 4238372 w 12192000"/>
              <a:gd name="connsiteY142" fmla="*/ 1851480 h 2237474"/>
              <a:gd name="connsiteX143" fmla="*/ 4232517 w 12192000"/>
              <a:gd name="connsiteY143" fmla="*/ 1852567 h 2237474"/>
              <a:gd name="connsiteX144" fmla="*/ 4191732 w 12192000"/>
              <a:gd name="connsiteY144" fmla="*/ 1857328 h 2237474"/>
              <a:gd name="connsiteX145" fmla="*/ 4065532 w 12192000"/>
              <a:gd name="connsiteY145" fmla="*/ 1855477 h 2237474"/>
              <a:gd name="connsiteX146" fmla="*/ 4028460 w 12192000"/>
              <a:gd name="connsiteY146" fmla="*/ 1855137 h 2237474"/>
              <a:gd name="connsiteX147" fmla="*/ 4002267 w 12192000"/>
              <a:gd name="connsiteY147" fmla="*/ 1852352 h 2237474"/>
              <a:gd name="connsiteX148" fmla="*/ 3931396 w 12192000"/>
              <a:gd name="connsiteY148" fmla="*/ 1858915 h 2237474"/>
              <a:gd name="connsiteX149" fmla="*/ 3812162 w 12192000"/>
              <a:gd name="connsiteY149" fmla="*/ 1875501 h 2237474"/>
              <a:gd name="connsiteX150" fmla="*/ 3767672 w 12192000"/>
              <a:gd name="connsiteY150" fmla="*/ 1874600 h 2237474"/>
              <a:gd name="connsiteX151" fmla="*/ 3751332 w 12192000"/>
              <a:gd name="connsiteY151" fmla="*/ 1869854 h 2237474"/>
              <a:gd name="connsiteX152" fmla="*/ 3729530 w 12192000"/>
              <a:gd name="connsiteY152" fmla="*/ 1864513 h 2237474"/>
              <a:gd name="connsiteX153" fmla="*/ 3680177 w 12192000"/>
              <a:gd name="connsiteY153" fmla="*/ 1881552 h 2237474"/>
              <a:gd name="connsiteX154" fmla="*/ 3567259 w 12192000"/>
              <a:gd name="connsiteY154" fmla="*/ 1893482 h 2237474"/>
              <a:gd name="connsiteX155" fmla="*/ 3405770 w 12192000"/>
              <a:gd name="connsiteY155" fmla="*/ 1904591 h 2237474"/>
              <a:gd name="connsiteX156" fmla="*/ 3280097 w 12192000"/>
              <a:gd name="connsiteY156" fmla="*/ 1919610 h 2237474"/>
              <a:gd name="connsiteX157" fmla="*/ 3123424 w 12192000"/>
              <a:gd name="connsiteY157" fmla="*/ 1952930 h 2237474"/>
              <a:gd name="connsiteX158" fmla="*/ 3009910 w 12192000"/>
              <a:gd name="connsiteY158" fmla="*/ 1957866 h 2237474"/>
              <a:gd name="connsiteX159" fmla="*/ 2995934 w 12192000"/>
              <a:gd name="connsiteY159" fmla="*/ 1967085 h 2237474"/>
              <a:gd name="connsiteX160" fmla="*/ 2980071 w 12192000"/>
              <a:gd name="connsiteY160" fmla="*/ 1972988 h 2237474"/>
              <a:gd name="connsiteX161" fmla="*/ 2978094 w 12192000"/>
              <a:gd name="connsiteY161" fmla="*/ 1972369 h 2237474"/>
              <a:gd name="connsiteX162" fmla="*/ 2942858 w 12192000"/>
              <a:gd name="connsiteY162" fmla="*/ 1981367 h 2237474"/>
              <a:gd name="connsiteX163" fmla="*/ 2875436 w 12192000"/>
              <a:gd name="connsiteY163" fmla="*/ 1996977 h 2237474"/>
              <a:gd name="connsiteX164" fmla="*/ 2874892 w 12192000"/>
              <a:gd name="connsiteY164" fmla="*/ 1996085 h 2237474"/>
              <a:gd name="connsiteX165" fmla="*/ 2864145 w 12192000"/>
              <a:gd name="connsiteY165" fmla="*/ 1994061 h 2237474"/>
              <a:gd name="connsiteX166" fmla="*/ 2843662 w 12192000"/>
              <a:gd name="connsiteY166" fmla="*/ 1992498 h 2237474"/>
              <a:gd name="connsiteX167" fmla="*/ 2796128 w 12192000"/>
              <a:gd name="connsiteY167" fmla="*/ 1976403 h 2237474"/>
              <a:gd name="connsiteX168" fmla="*/ 2756784 w 12192000"/>
              <a:gd name="connsiteY168" fmla="*/ 1985116 h 2237474"/>
              <a:gd name="connsiteX169" fmla="*/ 2748833 w 12192000"/>
              <a:gd name="connsiteY169" fmla="*/ 1986323 h 2237474"/>
              <a:gd name="connsiteX170" fmla="*/ 2748661 w 12192000"/>
              <a:gd name="connsiteY170" fmla="*/ 1986122 h 2237474"/>
              <a:gd name="connsiteX171" fmla="*/ 2740251 w 12192000"/>
              <a:gd name="connsiteY171" fmla="*/ 1986946 h 2237474"/>
              <a:gd name="connsiteX172" fmla="*/ 2718916 w 12192000"/>
              <a:gd name="connsiteY172" fmla="*/ 1990867 h 2237474"/>
              <a:gd name="connsiteX173" fmla="*/ 2713522 w 12192000"/>
              <a:gd name="connsiteY173" fmla="*/ 1990173 h 2237474"/>
              <a:gd name="connsiteX174" fmla="*/ 2680597 w 12192000"/>
              <a:gd name="connsiteY174" fmla="*/ 1984996 h 2237474"/>
              <a:gd name="connsiteX175" fmla="*/ 2578178 w 12192000"/>
              <a:gd name="connsiteY175" fmla="*/ 1990531 h 2237474"/>
              <a:gd name="connsiteX176" fmla="*/ 2476147 w 12192000"/>
              <a:gd name="connsiteY176" fmla="*/ 1998305 h 2237474"/>
              <a:gd name="connsiteX177" fmla="*/ 2373568 w 12192000"/>
              <a:gd name="connsiteY177" fmla="*/ 2003219 h 2237474"/>
              <a:gd name="connsiteX178" fmla="*/ 2321399 w 12192000"/>
              <a:gd name="connsiteY178" fmla="*/ 1989467 h 2237474"/>
              <a:gd name="connsiteX179" fmla="*/ 2315525 w 12192000"/>
              <a:gd name="connsiteY179" fmla="*/ 1989708 h 2237474"/>
              <a:gd name="connsiteX180" fmla="*/ 2300792 w 12192000"/>
              <a:gd name="connsiteY180" fmla="*/ 1994290 h 2237474"/>
              <a:gd name="connsiteX181" fmla="*/ 2295469 w 12192000"/>
              <a:gd name="connsiteY181" fmla="*/ 1996659 h 2237474"/>
              <a:gd name="connsiteX182" fmla="*/ 2287219 w 12192000"/>
              <a:gd name="connsiteY182" fmla="*/ 1998750 h 2237474"/>
              <a:gd name="connsiteX183" fmla="*/ 2286948 w 12192000"/>
              <a:gd name="connsiteY183" fmla="*/ 1998596 h 2237474"/>
              <a:gd name="connsiteX184" fmla="*/ 2243069 w 12192000"/>
              <a:gd name="connsiteY184" fmla="*/ 2015111 h 2237474"/>
              <a:gd name="connsiteX185" fmla="*/ 2186609 w 12192000"/>
              <a:gd name="connsiteY185" fmla="*/ 2008263 h 2237474"/>
              <a:gd name="connsiteX186" fmla="*/ 2164831 w 12192000"/>
              <a:gd name="connsiteY186" fmla="*/ 2010143 h 2237474"/>
              <a:gd name="connsiteX187" fmla="*/ 2152836 w 12192000"/>
              <a:gd name="connsiteY187" fmla="*/ 2010048 h 2237474"/>
              <a:gd name="connsiteX188" fmla="*/ 2117102 w 12192000"/>
              <a:gd name="connsiteY188" fmla="*/ 2023004 h 2237474"/>
              <a:gd name="connsiteX189" fmla="*/ 2111935 w 12192000"/>
              <a:gd name="connsiteY189" fmla="*/ 2023163 h 2237474"/>
              <a:gd name="connsiteX190" fmla="*/ 2089991 w 12192000"/>
              <a:gd name="connsiteY190" fmla="*/ 2034193 h 2237474"/>
              <a:gd name="connsiteX191" fmla="*/ 2058061 w 12192000"/>
              <a:gd name="connsiteY191" fmla="*/ 2047942 h 2237474"/>
              <a:gd name="connsiteX192" fmla="*/ 2055737 w 12192000"/>
              <a:gd name="connsiteY192" fmla="*/ 2047704 h 2237474"/>
              <a:gd name="connsiteX193" fmla="*/ 2042244 w 12192000"/>
              <a:gd name="connsiteY193" fmla="*/ 2055560 h 2237474"/>
              <a:gd name="connsiteX194" fmla="*/ 1976224 w 12192000"/>
              <a:gd name="connsiteY194" fmla="*/ 2074257 h 2237474"/>
              <a:gd name="connsiteX195" fmla="*/ 1877728 w 12192000"/>
              <a:gd name="connsiteY195" fmla="*/ 2101004 h 2237474"/>
              <a:gd name="connsiteX196" fmla="*/ 1759056 w 12192000"/>
              <a:gd name="connsiteY196" fmla="*/ 2125608 h 2237474"/>
              <a:gd name="connsiteX197" fmla="*/ 1637948 w 12192000"/>
              <a:gd name="connsiteY197" fmla="*/ 2172597 h 2237474"/>
              <a:gd name="connsiteX198" fmla="*/ 1434549 w 12192000"/>
              <a:gd name="connsiteY198" fmla="*/ 2234522 h 2237474"/>
              <a:gd name="connsiteX199" fmla="*/ 1398481 w 12192000"/>
              <a:gd name="connsiteY199" fmla="*/ 2237074 h 2237474"/>
              <a:gd name="connsiteX200" fmla="*/ 1398407 w 12192000"/>
              <a:gd name="connsiteY200" fmla="*/ 2237095 h 2237474"/>
              <a:gd name="connsiteX201" fmla="*/ 1370962 w 12192000"/>
              <a:gd name="connsiteY201" fmla="*/ 2237474 h 2237474"/>
              <a:gd name="connsiteX202" fmla="*/ 1356367 w 12192000"/>
              <a:gd name="connsiteY202" fmla="*/ 2235089 h 2237474"/>
              <a:gd name="connsiteX203" fmla="*/ 1324828 w 12192000"/>
              <a:gd name="connsiteY203" fmla="*/ 2231968 h 2237474"/>
              <a:gd name="connsiteX204" fmla="*/ 1297744 w 12192000"/>
              <a:gd name="connsiteY204" fmla="*/ 2235849 h 2237474"/>
              <a:gd name="connsiteX205" fmla="*/ 1286236 w 12192000"/>
              <a:gd name="connsiteY205" fmla="*/ 2233135 h 2237474"/>
              <a:gd name="connsiteX206" fmla="*/ 1283504 w 12192000"/>
              <a:gd name="connsiteY206" fmla="*/ 2233797 h 2237474"/>
              <a:gd name="connsiteX207" fmla="*/ 1279765 w 12192000"/>
              <a:gd name="connsiteY207" fmla="*/ 2229639 h 2237474"/>
              <a:gd name="connsiteX208" fmla="*/ 1195347 w 12192000"/>
              <a:gd name="connsiteY208" fmla="*/ 2212354 h 2237474"/>
              <a:gd name="connsiteX209" fmla="*/ 970251 w 12192000"/>
              <a:gd name="connsiteY209" fmla="*/ 2221029 h 2237474"/>
              <a:gd name="connsiteX210" fmla="*/ 812914 w 12192000"/>
              <a:gd name="connsiteY210" fmla="*/ 2202752 h 2237474"/>
              <a:gd name="connsiteX211" fmla="*/ 800195 w 12192000"/>
              <a:gd name="connsiteY211" fmla="*/ 2209407 h 2237474"/>
              <a:gd name="connsiteX212" fmla="*/ 784978 w 12192000"/>
              <a:gd name="connsiteY212" fmla="*/ 2212360 h 2237474"/>
              <a:gd name="connsiteX213" fmla="*/ 681987 w 12192000"/>
              <a:gd name="connsiteY213" fmla="*/ 2216757 h 2237474"/>
              <a:gd name="connsiteX214" fmla="*/ 669923 w 12192000"/>
              <a:gd name="connsiteY214" fmla="*/ 2211682 h 2237474"/>
              <a:gd name="connsiteX215" fmla="*/ 648680 w 12192000"/>
              <a:gd name="connsiteY215" fmla="*/ 2206229 h 2237474"/>
              <a:gd name="connsiteX216" fmla="*/ 597225 w 12192000"/>
              <a:gd name="connsiteY216" fmla="*/ 2180999 h 2237474"/>
              <a:gd name="connsiteX217" fmla="*/ 558449 w 12192000"/>
              <a:gd name="connsiteY217" fmla="*/ 2182346 h 2237474"/>
              <a:gd name="connsiteX218" fmla="*/ 550517 w 12192000"/>
              <a:gd name="connsiteY218" fmla="*/ 2182060 h 2237474"/>
              <a:gd name="connsiteX219" fmla="*/ 550309 w 12192000"/>
              <a:gd name="connsiteY219" fmla="*/ 2181825 h 2237474"/>
              <a:gd name="connsiteX220" fmla="*/ 541836 w 12192000"/>
              <a:gd name="connsiteY220" fmla="*/ 2181063 h 2237474"/>
              <a:gd name="connsiteX221" fmla="*/ 536057 w 12192000"/>
              <a:gd name="connsiteY221" fmla="*/ 2181537 h 2237474"/>
              <a:gd name="connsiteX222" fmla="*/ 520671 w 12192000"/>
              <a:gd name="connsiteY222" fmla="*/ 2180980 h 2237474"/>
              <a:gd name="connsiteX223" fmla="*/ 515024 w 12192000"/>
              <a:gd name="connsiteY223" fmla="*/ 2179258 h 2237474"/>
              <a:gd name="connsiteX224" fmla="*/ 512278 w 12192000"/>
              <a:gd name="connsiteY224" fmla="*/ 2176369 h 2237474"/>
              <a:gd name="connsiteX225" fmla="*/ 480419 w 12192000"/>
              <a:gd name="connsiteY225" fmla="*/ 2167807 h 2237474"/>
              <a:gd name="connsiteX226" fmla="*/ 413835 w 12192000"/>
              <a:gd name="connsiteY226" fmla="*/ 2156783 h 2237474"/>
              <a:gd name="connsiteX227" fmla="*/ 376513 w 12192000"/>
              <a:gd name="connsiteY227" fmla="*/ 2154014 h 2237474"/>
              <a:gd name="connsiteX228" fmla="*/ 273386 w 12192000"/>
              <a:gd name="connsiteY228" fmla="*/ 2142551 h 2237474"/>
              <a:gd name="connsiteX229" fmla="*/ 169207 w 12192000"/>
              <a:gd name="connsiteY229" fmla="*/ 2128100 h 2237474"/>
              <a:gd name="connsiteX230" fmla="*/ 93149 w 12192000"/>
              <a:gd name="connsiteY230" fmla="*/ 2105324 h 2237474"/>
              <a:gd name="connsiteX231" fmla="*/ 88109 w 12192000"/>
              <a:gd name="connsiteY231" fmla="*/ 2106704 h 2237474"/>
              <a:gd name="connsiteX232" fmla="*/ 80022 w 12192000"/>
              <a:gd name="connsiteY232" fmla="*/ 2107254 h 2237474"/>
              <a:gd name="connsiteX233" fmla="*/ 79717 w 12192000"/>
              <a:gd name="connsiteY233" fmla="*/ 2107046 h 2237474"/>
              <a:gd name="connsiteX234" fmla="*/ 72352 w 12192000"/>
              <a:gd name="connsiteY234" fmla="*/ 2107991 h 2237474"/>
              <a:gd name="connsiteX235" fmla="*/ 37645 w 12192000"/>
              <a:gd name="connsiteY235" fmla="*/ 2115401 h 2237474"/>
              <a:gd name="connsiteX236" fmla="*/ 4572 w 12192000"/>
              <a:gd name="connsiteY236" fmla="*/ 2111091 h 2237474"/>
              <a:gd name="connsiteX237" fmla="*/ 0 w 12192000"/>
              <a:gd name="connsiteY237" fmla="*/ 2110468 h 2237474"/>
              <a:gd name="connsiteX238" fmla="*/ 0 w 12192000"/>
              <a:gd name="connsiteY238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93343 w 12192000"/>
              <a:gd name="connsiteY106" fmla="*/ 1664672 h 2237474"/>
              <a:gd name="connsiteX107" fmla="*/ 6380457 w 12192000"/>
              <a:gd name="connsiteY107" fmla="*/ 1662376 h 2237474"/>
              <a:gd name="connsiteX108" fmla="*/ 6280959 w 12192000"/>
              <a:gd name="connsiteY108" fmla="*/ 1689329 h 2237474"/>
              <a:gd name="connsiteX109" fmla="*/ 6266765 w 12192000"/>
              <a:gd name="connsiteY109" fmla="*/ 1695560 h 2237474"/>
              <a:gd name="connsiteX110" fmla="*/ 6098321 w 12192000"/>
              <a:gd name="connsiteY110" fmla="*/ 1721646 h 2237474"/>
              <a:gd name="connsiteX111" fmla="*/ 5880652 w 12192000"/>
              <a:gd name="connsiteY111" fmla="*/ 1779643 h 2237474"/>
              <a:gd name="connsiteX112" fmla="*/ 5785959 w 12192000"/>
              <a:gd name="connsiteY112" fmla="*/ 1775307 h 2237474"/>
              <a:gd name="connsiteX113" fmla="*/ 5643534 w 12192000"/>
              <a:gd name="connsiteY113" fmla="*/ 1802919 h 2237474"/>
              <a:gd name="connsiteX114" fmla="*/ 5518799 w 12192000"/>
              <a:gd name="connsiteY114" fmla="*/ 1818312 h 2237474"/>
              <a:gd name="connsiteX115" fmla="*/ 5505014 w 12192000"/>
              <a:gd name="connsiteY115" fmla="*/ 1819259 h 2237474"/>
              <a:gd name="connsiteX116" fmla="*/ 5453307 w 12192000"/>
              <a:gd name="connsiteY116" fmla="*/ 1815450 h 2237474"/>
              <a:gd name="connsiteX117" fmla="*/ 5364192 w 12192000"/>
              <a:gd name="connsiteY117" fmla="*/ 1826074 h 2237474"/>
              <a:gd name="connsiteX118" fmla="*/ 5350380 w 12192000"/>
              <a:gd name="connsiteY118" fmla="*/ 1830891 h 2237474"/>
              <a:gd name="connsiteX119" fmla="*/ 5259633 w 12192000"/>
              <a:gd name="connsiteY119" fmla="*/ 1837160 h 2237474"/>
              <a:gd name="connsiteX120" fmla="*/ 5197513 w 12192000"/>
              <a:gd name="connsiteY120" fmla="*/ 1844718 h 2237474"/>
              <a:gd name="connsiteX121" fmla="*/ 5184170 w 12192000"/>
              <a:gd name="connsiteY121" fmla="*/ 1849402 h 2237474"/>
              <a:gd name="connsiteX122" fmla="*/ 5168852 w 12192000"/>
              <a:gd name="connsiteY122" fmla="*/ 1844846 h 2237474"/>
              <a:gd name="connsiteX123" fmla="*/ 5164370 w 12192000"/>
              <a:gd name="connsiteY123" fmla="*/ 1840597 h 2237474"/>
              <a:gd name="connsiteX124" fmla="*/ 5114927 w 12192000"/>
              <a:gd name="connsiteY124" fmla="*/ 1847827 h 2237474"/>
              <a:gd name="connsiteX125" fmla="*/ 5108970 w 12192000"/>
              <a:gd name="connsiteY125" fmla="*/ 1847935 h 2237474"/>
              <a:gd name="connsiteX126" fmla="*/ 5067961 w 12192000"/>
              <a:gd name="connsiteY126" fmla="*/ 1845917 h 2237474"/>
              <a:gd name="connsiteX127" fmla="*/ 5007075 w 12192000"/>
              <a:gd name="connsiteY127" fmla="*/ 1838626 h 2237474"/>
              <a:gd name="connsiteX128" fmla="*/ 4944087 w 12192000"/>
              <a:gd name="connsiteY128" fmla="*/ 1823332 h 2237474"/>
              <a:gd name="connsiteX129" fmla="*/ 4907662 w 12192000"/>
              <a:gd name="connsiteY129" fmla="*/ 1816900 h 2237474"/>
              <a:gd name="connsiteX130" fmla="*/ 4882386 w 12192000"/>
              <a:gd name="connsiteY130" fmla="*/ 1809844 h 2237474"/>
              <a:gd name="connsiteX131" fmla="*/ 4811440 w 12192000"/>
              <a:gd name="connsiteY131" fmla="*/ 1804655 h 2237474"/>
              <a:gd name="connsiteX132" fmla="*/ 4691075 w 12192000"/>
              <a:gd name="connsiteY132" fmla="*/ 1801389 h 2237474"/>
              <a:gd name="connsiteX133" fmla="*/ 4611738 w 12192000"/>
              <a:gd name="connsiteY133" fmla="*/ 1776964 h 2237474"/>
              <a:gd name="connsiteX134" fmla="*/ 4560070 w 12192000"/>
              <a:gd name="connsiteY134" fmla="*/ 1785640 h 2237474"/>
              <a:gd name="connsiteX135" fmla="*/ 4536503 w 12192000"/>
              <a:gd name="connsiteY135" fmla="*/ 1785334 h 2237474"/>
              <a:gd name="connsiteX136" fmla="*/ 4513724 w 12192000"/>
              <a:gd name="connsiteY136" fmla="*/ 1791996 h 2237474"/>
              <a:gd name="connsiteX137" fmla="*/ 4459810 w 12192000"/>
              <a:gd name="connsiteY137" fmla="*/ 1797886 h 2237474"/>
              <a:gd name="connsiteX138" fmla="*/ 4379064 w 12192000"/>
              <a:gd name="connsiteY138" fmla="*/ 1817177 h 2237474"/>
              <a:gd name="connsiteX139" fmla="*/ 4319209 w 12192000"/>
              <a:gd name="connsiteY139" fmla="*/ 1834833 h 2237474"/>
              <a:gd name="connsiteX140" fmla="*/ 4290981 w 12192000"/>
              <a:gd name="connsiteY140" fmla="*/ 1839677 h 2237474"/>
              <a:gd name="connsiteX141" fmla="*/ 4285792 w 12192000"/>
              <a:gd name="connsiteY141" fmla="*/ 1836231 h 2237474"/>
              <a:gd name="connsiteX142" fmla="*/ 4238372 w 12192000"/>
              <a:gd name="connsiteY142" fmla="*/ 1851480 h 2237474"/>
              <a:gd name="connsiteX143" fmla="*/ 4232517 w 12192000"/>
              <a:gd name="connsiteY143" fmla="*/ 1852567 h 2237474"/>
              <a:gd name="connsiteX144" fmla="*/ 4191732 w 12192000"/>
              <a:gd name="connsiteY144" fmla="*/ 1857328 h 2237474"/>
              <a:gd name="connsiteX145" fmla="*/ 4065532 w 12192000"/>
              <a:gd name="connsiteY145" fmla="*/ 1855477 h 2237474"/>
              <a:gd name="connsiteX146" fmla="*/ 4028460 w 12192000"/>
              <a:gd name="connsiteY146" fmla="*/ 1855137 h 2237474"/>
              <a:gd name="connsiteX147" fmla="*/ 4002267 w 12192000"/>
              <a:gd name="connsiteY147" fmla="*/ 1852352 h 2237474"/>
              <a:gd name="connsiteX148" fmla="*/ 3931396 w 12192000"/>
              <a:gd name="connsiteY148" fmla="*/ 1858915 h 2237474"/>
              <a:gd name="connsiteX149" fmla="*/ 3812162 w 12192000"/>
              <a:gd name="connsiteY149" fmla="*/ 1875501 h 2237474"/>
              <a:gd name="connsiteX150" fmla="*/ 3767672 w 12192000"/>
              <a:gd name="connsiteY150" fmla="*/ 1874600 h 2237474"/>
              <a:gd name="connsiteX151" fmla="*/ 3729530 w 12192000"/>
              <a:gd name="connsiteY151" fmla="*/ 1864513 h 2237474"/>
              <a:gd name="connsiteX152" fmla="*/ 3680177 w 12192000"/>
              <a:gd name="connsiteY152" fmla="*/ 1881552 h 2237474"/>
              <a:gd name="connsiteX153" fmla="*/ 3567259 w 12192000"/>
              <a:gd name="connsiteY153" fmla="*/ 1893482 h 2237474"/>
              <a:gd name="connsiteX154" fmla="*/ 3405770 w 12192000"/>
              <a:gd name="connsiteY154" fmla="*/ 1904591 h 2237474"/>
              <a:gd name="connsiteX155" fmla="*/ 3280097 w 12192000"/>
              <a:gd name="connsiteY155" fmla="*/ 1919610 h 2237474"/>
              <a:gd name="connsiteX156" fmla="*/ 3123424 w 12192000"/>
              <a:gd name="connsiteY156" fmla="*/ 1952930 h 2237474"/>
              <a:gd name="connsiteX157" fmla="*/ 3009910 w 12192000"/>
              <a:gd name="connsiteY157" fmla="*/ 1957866 h 2237474"/>
              <a:gd name="connsiteX158" fmla="*/ 2995934 w 12192000"/>
              <a:gd name="connsiteY158" fmla="*/ 1967085 h 2237474"/>
              <a:gd name="connsiteX159" fmla="*/ 2980071 w 12192000"/>
              <a:gd name="connsiteY159" fmla="*/ 1972988 h 2237474"/>
              <a:gd name="connsiteX160" fmla="*/ 2978094 w 12192000"/>
              <a:gd name="connsiteY160" fmla="*/ 1972369 h 2237474"/>
              <a:gd name="connsiteX161" fmla="*/ 2942858 w 12192000"/>
              <a:gd name="connsiteY161" fmla="*/ 1981367 h 2237474"/>
              <a:gd name="connsiteX162" fmla="*/ 2875436 w 12192000"/>
              <a:gd name="connsiteY162" fmla="*/ 1996977 h 2237474"/>
              <a:gd name="connsiteX163" fmla="*/ 2874892 w 12192000"/>
              <a:gd name="connsiteY163" fmla="*/ 1996085 h 2237474"/>
              <a:gd name="connsiteX164" fmla="*/ 2864145 w 12192000"/>
              <a:gd name="connsiteY164" fmla="*/ 1994061 h 2237474"/>
              <a:gd name="connsiteX165" fmla="*/ 2843662 w 12192000"/>
              <a:gd name="connsiteY165" fmla="*/ 1992498 h 2237474"/>
              <a:gd name="connsiteX166" fmla="*/ 2796128 w 12192000"/>
              <a:gd name="connsiteY166" fmla="*/ 1976403 h 2237474"/>
              <a:gd name="connsiteX167" fmla="*/ 2756784 w 12192000"/>
              <a:gd name="connsiteY167" fmla="*/ 1985116 h 2237474"/>
              <a:gd name="connsiteX168" fmla="*/ 2748833 w 12192000"/>
              <a:gd name="connsiteY168" fmla="*/ 1986323 h 2237474"/>
              <a:gd name="connsiteX169" fmla="*/ 2748661 w 12192000"/>
              <a:gd name="connsiteY169" fmla="*/ 1986122 h 2237474"/>
              <a:gd name="connsiteX170" fmla="*/ 2740251 w 12192000"/>
              <a:gd name="connsiteY170" fmla="*/ 1986946 h 2237474"/>
              <a:gd name="connsiteX171" fmla="*/ 2718916 w 12192000"/>
              <a:gd name="connsiteY171" fmla="*/ 1990867 h 2237474"/>
              <a:gd name="connsiteX172" fmla="*/ 2713522 w 12192000"/>
              <a:gd name="connsiteY172" fmla="*/ 1990173 h 2237474"/>
              <a:gd name="connsiteX173" fmla="*/ 2680597 w 12192000"/>
              <a:gd name="connsiteY173" fmla="*/ 1984996 h 2237474"/>
              <a:gd name="connsiteX174" fmla="*/ 2578178 w 12192000"/>
              <a:gd name="connsiteY174" fmla="*/ 1990531 h 2237474"/>
              <a:gd name="connsiteX175" fmla="*/ 2476147 w 12192000"/>
              <a:gd name="connsiteY175" fmla="*/ 1998305 h 2237474"/>
              <a:gd name="connsiteX176" fmla="*/ 2373568 w 12192000"/>
              <a:gd name="connsiteY176" fmla="*/ 2003219 h 2237474"/>
              <a:gd name="connsiteX177" fmla="*/ 2321399 w 12192000"/>
              <a:gd name="connsiteY177" fmla="*/ 1989467 h 2237474"/>
              <a:gd name="connsiteX178" fmla="*/ 2315525 w 12192000"/>
              <a:gd name="connsiteY178" fmla="*/ 1989708 h 2237474"/>
              <a:gd name="connsiteX179" fmla="*/ 2300792 w 12192000"/>
              <a:gd name="connsiteY179" fmla="*/ 1994290 h 2237474"/>
              <a:gd name="connsiteX180" fmla="*/ 2295469 w 12192000"/>
              <a:gd name="connsiteY180" fmla="*/ 1996659 h 2237474"/>
              <a:gd name="connsiteX181" fmla="*/ 2287219 w 12192000"/>
              <a:gd name="connsiteY181" fmla="*/ 1998750 h 2237474"/>
              <a:gd name="connsiteX182" fmla="*/ 2286948 w 12192000"/>
              <a:gd name="connsiteY182" fmla="*/ 1998596 h 2237474"/>
              <a:gd name="connsiteX183" fmla="*/ 2243069 w 12192000"/>
              <a:gd name="connsiteY183" fmla="*/ 2015111 h 2237474"/>
              <a:gd name="connsiteX184" fmla="*/ 2186609 w 12192000"/>
              <a:gd name="connsiteY184" fmla="*/ 2008263 h 2237474"/>
              <a:gd name="connsiteX185" fmla="*/ 2164831 w 12192000"/>
              <a:gd name="connsiteY185" fmla="*/ 2010143 h 2237474"/>
              <a:gd name="connsiteX186" fmla="*/ 2152836 w 12192000"/>
              <a:gd name="connsiteY186" fmla="*/ 2010048 h 2237474"/>
              <a:gd name="connsiteX187" fmla="*/ 2117102 w 12192000"/>
              <a:gd name="connsiteY187" fmla="*/ 2023004 h 2237474"/>
              <a:gd name="connsiteX188" fmla="*/ 2111935 w 12192000"/>
              <a:gd name="connsiteY188" fmla="*/ 2023163 h 2237474"/>
              <a:gd name="connsiteX189" fmla="*/ 2089991 w 12192000"/>
              <a:gd name="connsiteY189" fmla="*/ 2034193 h 2237474"/>
              <a:gd name="connsiteX190" fmla="*/ 2058061 w 12192000"/>
              <a:gd name="connsiteY190" fmla="*/ 2047942 h 2237474"/>
              <a:gd name="connsiteX191" fmla="*/ 2055737 w 12192000"/>
              <a:gd name="connsiteY191" fmla="*/ 2047704 h 2237474"/>
              <a:gd name="connsiteX192" fmla="*/ 2042244 w 12192000"/>
              <a:gd name="connsiteY192" fmla="*/ 2055560 h 2237474"/>
              <a:gd name="connsiteX193" fmla="*/ 1976224 w 12192000"/>
              <a:gd name="connsiteY193" fmla="*/ 2074257 h 2237474"/>
              <a:gd name="connsiteX194" fmla="*/ 1877728 w 12192000"/>
              <a:gd name="connsiteY194" fmla="*/ 2101004 h 2237474"/>
              <a:gd name="connsiteX195" fmla="*/ 1759056 w 12192000"/>
              <a:gd name="connsiteY195" fmla="*/ 2125608 h 2237474"/>
              <a:gd name="connsiteX196" fmla="*/ 1637948 w 12192000"/>
              <a:gd name="connsiteY196" fmla="*/ 2172597 h 2237474"/>
              <a:gd name="connsiteX197" fmla="*/ 1434549 w 12192000"/>
              <a:gd name="connsiteY197" fmla="*/ 2234522 h 2237474"/>
              <a:gd name="connsiteX198" fmla="*/ 1398481 w 12192000"/>
              <a:gd name="connsiteY198" fmla="*/ 2237074 h 2237474"/>
              <a:gd name="connsiteX199" fmla="*/ 1398407 w 12192000"/>
              <a:gd name="connsiteY199" fmla="*/ 2237095 h 2237474"/>
              <a:gd name="connsiteX200" fmla="*/ 1370962 w 12192000"/>
              <a:gd name="connsiteY200" fmla="*/ 2237474 h 2237474"/>
              <a:gd name="connsiteX201" fmla="*/ 1356367 w 12192000"/>
              <a:gd name="connsiteY201" fmla="*/ 2235089 h 2237474"/>
              <a:gd name="connsiteX202" fmla="*/ 1324828 w 12192000"/>
              <a:gd name="connsiteY202" fmla="*/ 2231968 h 2237474"/>
              <a:gd name="connsiteX203" fmla="*/ 1297744 w 12192000"/>
              <a:gd name="connsiteY203" fmla="*/ 2235849 h 2237474"/>
              <a:gd name="connsiteX204" fmla="*/ 1286236 w 12192000"/>
              <a:gd name="connsiteY204" fmla="*/ 2233135 h 2237474"/>
              <a:gd name="connsiteX205" fmla="*/ 1283504 w 12192000"/>
              <a:gd name="connsiteY205" fmla="*/ 2233797 h 2237474"/>
              <a:gd name="connsiteX206" fmla="*/ 1279765 w 12192000"/>
              <a:gd name="connsiteY206" fmla="*/ 2229639 h 2237474"/>
              <a:gd name="connsiteX207" fmla="*/ 1195347 w 12192000"/>
              <a:gd name="connsiteY207" fmla="*/ 2212354 h 2237474"/>
              <a:gd name="connsiteX208" fmla="*/ 970251 w 12192000"/>
              <a:gd name="connsiteY208" fmla="*/ 2221029 h 2237474"/>
              <a:gd name="connsiteX209" fmla="*/ 812914 w 12192000"/>
              <a:gd name="connsiteY209" fmla="*/ 2202752 h 2237474"/>
              <a:gd name="connsiteX210" fmla="*/ 800195 w 12192000"/>
              <a:gd name="connsiteY210" fmla="*/ 2209407 h 2237474"/>
              <a:gd name="connsiteX211" fmla="*/ 784978 w 12192000"/>
              <a:gd name="connsiteY211" fmla="*/ 2212360 h 2237474"/>
              <a:gd name="connsiteX212" fmla="*/ 681987 w 12192000"/>
              <a:gd name="connsiteY212" fmla="*/ 2216757 h 2237474"/>
              <a:gd name="connsiteX213" fmla="*/ 669923 w 12192000"/>
              <a:gd name="connsiteY213" fmla="*/ 2211682 h 2237474"/>
              <a:gd name="connsiteX214" fmla="*/ 648680 w 12192000"/>
              <a:gd name="connsiteY214" fmla="*/ 2206229 h 2237474"/>
              <a:gd name="connsiteX215" fmla="*/ 597225 w 12192000"/>
              <a:gd name="connsiteY215" fmla="*/ 2180999 h 2237474"/>
              <a:gd name="connsiteX216" fmla="*/ 558449 w 12192000"/>
              <a:gd name="connsiteY216" fmla="*/ 2182346 h 2237474"/>
              <a:gd name="connsiteX217" fmla="*/ 550517 w 12192000"/>
              <a:gd name="connsiteY217" fmla="*/ 2182060 h 2237474"/>
              <a:gd name="connsiteX218" fmla="*/ 550309 w 12192000"/>
              <a:gd name="connsiteY218" fmla="*/ 2181825 h 2237474"/>
              <a:gd name="connsiteX219" fmla="*/ 541836 w 12192000"/>
              <a:gd name="connsiteY219" fmla="*/ 2181063 h 2237474"/>
              <a:gd name="connsiteX220" fmla="*/ 536057 w 12192000"/>
              <a:gd name="connsiteY220" fmla="*/ 2181537 h 2237474"/>
              <a:gd name="connsiteX221" fmla="*/ 520671 w 12192000"/>
              <a:gd name="connsiteY221" fmla="*/ 2180980 h 2237474"/>
              <a:gd name="connsiteX222" fmla="*/ 515024 w 12192000"/>
              <a:gd name="connsiteY222" fmla="*/ 2179258 h 2237474"/>
              <a:gd name="connsiteX223" fmla="*/ 512278 w 12192000"/>
              <a:gd name="connsiteY223" fmla="*/ 2176369 h 2237474"/>
              <a:gd name="connsiteX224" fmla="*/ 480419 w 12192000"/>
              <a:gd name="connsiteY224" fmla="*/ 2167807 h 2237474"/>
              <a:gd name="connsiteX225" fmla="*/ 413835 w 12192000"/>
              <a:gd name="connsiteY225" fmla="*/ 2156783 h 2237474"/>
              <a:gd name="connsiteX226" fmla="*/ 376513 w 12192000"/>
              <a:gd name="connsiteY226" fmla="*/ 2154014 h 2237474"/>
              <a:gd name="connsiteX227" fmla="*/ 273386 w 12192000"/>
              <a:gd name="connsiteY227" fmla="*/ 2142551 h 2237474"/>
              <a:gd name="connsiteX228" fmla="*/ 169207 w 12192000"/>
              <a:gd name="connsiteY228" fmla="*/ 2128100 h 2237474"/>
              <a:gd name="connsiteX229" fmla="*/ 93149 w 12192000"/>
              <a:gd name="connsiteY229" fmla="*/ 2105324 h 2237474"/>
              <a:gd name="connsiteX230" fmla="*/ 88109 w 12192000"/>
              <a:gd name="connsiteY230" fmla="*/ 2106704 h 2237474"/>
              <a:gd name="connsiteX231" fmla="*/ 80022 w 12192000"/>
              <a:gd name="connsiteY231" fmla="*/ 2107254 h 2237474"/>
              <a:gd name="connsiteX232" fmla="*/ 79717 w 12192000"/>
              <a:gd name="connsiteY232" fmla="*/ 2107046 h 2237474"/>
              <a:gd name="connsiteX233" fmla="*/ 72352 w 12192000"/>
              <a:gd name="connsiteY233" fmla="*/ 2107991 h 2237474"/>
              <a:gd name="connsiteX234" fmla="*/ 37645 w 12192000"/>
              <a:gd name="connsiteY234" fmla="*/ 2115401 h 2237474"/>
              <a:gd name="connsiteX235" fmla="*/ 4572 w 12192000"/>
              <a:gd name="connsiteY235" fmla="*/ 2111091 h 2237474"/>
              <a:gd name="connsiteX236" fmla="*/ 0 w 12192000"/>
              <a:gd name="connsiteY236" fmla="*/ 2110468 h 2237474"/>
              <a:gd name="connsiteX237" fmla="*/ 0 w 12192000"/>
              <a:gd name="connsiteY237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93343 w 12192000"/>
              <a:gd name="connsiteY106" fmla="*/ 1664672 h 2237474"/>
              <a:gd name="connsiteX107" fmla="*/ 6380457 w 12192000"/>
              <a:gd name="connsiteY107" fmla="*/ 1662376 h 2237474"/>
              <a:gd name="connsiteX108" fmla="*/ 6280959 w 12192000"/>
              <a:gd name="connsiteY108" fmla="*/ 1689329 h 2237474"/>
              <a:gd name="connsiteX109" fmla="*/ 6266765 w 12192000"/>
              <a:gd name="connsiteY109" fmla="*/ 1695560 h 2237474"/>
              <a:gd name="connsiteX110" fmla="*/ 6098321 w 12192000"/>
              <a:gd name="connsiteY110" fmla="*/ 1721646 h 2237474"/>
              <a:gd name="connsiteX111" fmla="*/ 5880652 w 12192000"/>
              <a:gd name="connsiteY111" fmla="*/ 1779643 h 2237474"/>
              <a:gd name="connsiteX112" fmla="*/ 5785959 w 12192000"/>
              <a:gd name="connsiteY112" fmla="*/ 1775307 h 2237474"/>
              <a:gd name="connsiteX113" fmla="*/ 5643534 w 12192000"/>
              <a:gd name="connsiteY113" fmla="*/ 1802919 h 2237474"/>
              <a:gd name="connsiteX114" fmla="*/ 5518799 w 12192000"/>
              <a:gd name="connsiteY114" fmla="*/ 1818312 h 2237474"/>
              <a:gd name="connsiteX115" fmla="*/ 5505014 w 12192000"/>
              <a:gd name="connsiteY115" fmla="*/ 1819259 h 2237474"/>
              <a:gd name="connsiteX116" fmla="*/ 5453307 w 12192000"/>
              <a:gd name="connsiteY116" fmla="*/ 1815450 h 2237474"/>
              <a:gd name="connsiteX117" fmla="*/ 5364192 w 12192000"/>
              <a:gd name="connsiteY117" fmla="*/ 1826074 h 2237474"/>
              <a:gd name="connsiteX118" fmla="*/ 5350380 w 12192000"/>
              <a:gd name="connsiteY118" fmla="*/ 1830891 h 2237474"/>
              <a:gd name="connsiteX119" fmla="*/ 5259633 w 12192000"/>
              <a:gd name="connsiteY119" fmla="*/ 1837160 h 2237474"/>
              <a:gd name="connsiteX120" fmla="*/ 5197513 w 12192000"/>
              <a:gd name="connsiteY120" fmla="*/ 1844718 h 2237474"/>
              <a:gd name="connsiteX121" fmla="*/ 5184170 w 12192000"/>
              <a:gd name="connsiteY121" fmla="*/ 1849402 h 2237474"/>
              <a:gd name="connsiteX122" fmla="*/ 5168852 w 12192000"/>
              <a:gd name="connsiteY122" fmla="*/ 1844846 h 2237474"/>
              <a:gd name="connsiteX123" fmla="*/ 5164370 w 12192000"/>
              <a:gd name="connsiteY123" fmla="*/ 1840597 h 2237474"/>
              <a:gd name="connsiteX124" fmla="*/ 5114927 w 12192000"/>
              <a:gd name="connsiteY124" fmla="*/ 1847827 h 2237474"/>
              <a:gd name="connsiteX125" fmla="*/ 5108970 w 12192000"/>
              <a:gd name="connsiteY125" fmla="*/ 1847935 h 2237474"/>
              <a:gd name="connsiteX126" fmla="*/ 5067961 w 12192000"/>
              <a:gd name="connsiteY126" fmla="*/ 1845917 h 2237474"/>
              <a:gd name="connsiteX127" fmla="*/ 5007075 w 12192000"/>
              <a:gd name="connsiteY127" fmla="*/ 1838626 h 2237474"/>
              <a:gd name="connsiteX128" fmla="*/ 4944087 w 12192000"/>
              <a:gd name="connsiteY128" fmla="*/ 1823332 h 2237474"/>
              <a:gd name="connsiteX129" fmla="*/ 4907662 w 12192000"/>
              <a:gd name="connsiteY129" fmla="*/ 1816900 h 2237474"/>
              <a:gd name="connsiteX130" fmla="*/ 4882386 w 12192000"/>
              <a:gd name="connsiteY130" fmla="*/ 1809844 h 2237474"/>
              <a:gd name="connsiteX131" fmla="*/ 4811440 w 12192000"/>
              <a:gd name="connsiteY131" fmla="*/ 1804655 h 2237474"/>
              <a:gd name="connsiteX132" fmla="*/ 4691075 w 12192000"/>
              <a:gd name="connsiteY132" fmla="*/ 1801389 h 2237474"/>
              <a:gd name="connsiteX133" fmla="*/ 4611738 w 12192000"/>
              <a:gd name="connsiteY133" fmla="*/ 1776964 h 2237474"/>
              <a:gd name="connsiteX134" fmla="*/ 4560070 w 12192000"/>
              <a:gd name="connsiteY134" fmla="*/ 1785640 h 2237474"/>
              <a:gd name="connsiteX135" fmla="*/ 4536503 w 12192000"/>
              <a:gd name="connsiteY135" fmla="*/ 1785334 h 2237474"/>
              <a:gd name="connsiteX136" fmla="*/ 4513724 w 12192000"/>
              <a:gd name="connsiteY136" fmla="*/ 1791996 h 2237474"/>
              <a:gd name="connsiteX137" fmla="*/ 4459810 w 12192000"/>
              <a:gd name="connsiteY137" fmla="*/ 1797886 h 2237474"/>
              <a:gd name="connsiteX138" fmla="*/ 4379064 w 12192000"/>
              <a:gd name="connsiteY138" fmla="*/ 1817177 h 2237474"/>
              <a:gd name="connsiteX139" fmla="*/ 4319209 w 12192000"/>
              <a:gd name="connsiteY139" fmla="*/ 1834833 h 2237474"/>
              <a:gd name="connsiteX140" fmla="*/ 4290981 w 12192000"/>
              <a:gd name="connsiteY140" fmla="*/ 1839677 h 2237474"/>
              <a:gd name="connsiteX141" fmla="*/ 4285792 w 12192000"/>
              <a:gd name="connsiteY141" fmla="*/ 1836231 h 2237474"/>
              <a:gd name="connsiteX142" fmla="*/ 4238372 w 12192000"/>
              <a:gd name="connsiteY142" fmla="*/ 1851480 h 2237474"/>
              <a:gd name="connsiteX143" fmla="*/ 4232517 w 12192000"/>
              <a:gd name="connsiteY143" fmla="*/ 1852567 h 2237474"/>
              <a:gd name="connsiteX144" fmla="*/ 4191732 w 12192000"/>
              <a:gd name="connsiteY144" fmla="*/ 1857328 h 2237474"/>
              <a:gd name="connsiteX145" fmla="*/ 4065532 w 12192000"/>
              <a:gd name="connsiteY145" fmla="*/ 1855477 h 2237474"/>
              <a:gd name="connsiteX146" fmla="*/ 4028460 w 12192000"/>
              <a:gd name="connsiteY146" fmla="*/ 1855137 h 2237474"/>
              <a:gd name="connsiteX147" fmla="*/ 4002267 w 12192000"/>
              <a:gd name="connsiteY147" fmla="*/ 1852352 h 2237474"/>
              <a:gd name="connsiteX148" fmla="*/ 3931396 w 12192000"/>
              <a:gd name="connsiteY148" fmla="*/ 1858915 h 2237474"/>
              <a:gd name="connsiteX149" fmla="*/ 3812162 w 12192000"/>
              <a:gd name="connsiteY149" fmla="*/ 1875501 h 2237474"/>
              <a:gd name="connsiteX150" fmla="*/ 3729530 w 12192000"/>
              <a:gd name="connsiteY150" fmla="*/ 1864513 h 2237474"/>
              <a:gd name="connsiteX151" fmla="*/ 3680177 w 12192000"/>
              <a:gd name="connsiteY151" fmla="*/ 1881552 h 2237474"/>
              <a:gd name="connsiteX152" fmla="*/ 3567259 w 12192000"/>
              <a:gd name="connsiteY152" fmla="*/ 1893482 h 2237474"/>
              <a:gd name="connsiteX153" fmla="*/ 3405770 w 12192000"/>
              <a:gd name="connsiteY153" fmla="*/ 1904591 h 2237474"/>
              <a:gd name="connsiteX154" fmla="*/ 3280097 w 12192000"/>
              <a:gd name="connsiteY154" fmla="*/ 1919610 h 2237474"/>
              <a:gd name="connsiteX155" fmla="*/ 3123424 w 12192000"/>
              <a:gd name="connsiteY155" fmla="*/ 1952930 h 2237474"/>
              <a:gd name="connsiteX156" fmla="*/ 3009910 w 12192000"/>
              <a:gd name="connsiteY156" fmla="*/ 1957866 h 2237474"/>
              <a:gd name="connsiteX157" fmla="*/ 2995934 w 12192000"/>
              <a:gd name="connsiteY157" fmla="*/ 1967085 h 2237474"/>
              <a:gd name="connsiteX158" fmla="*/ 2980071 w 12192000"/>
              <a:gd name="connsiteY158" fmla="*/ 1972988 h 2237474"/>
              <a:gd name="connsiteX159" fmla="*/ 2978094 w 12192000"/>
              <a:gd name="connsiteY159" fmla="*/ 1972369 h 2237474"/>
              <a:gd name="connsiteX160" fmla="*/ 2942858 w 12192000"/>
              <a:gd name="connsiteY160" fmla="*/ 1981367 h 2237474"/>
              <a:gd name="connsiteX161" fmla="*/ 2875436 w 12192000"/>
              <a:gd name="connsiteY161" fmla="*/ 1996977 h 2237474"/>
              <a:gd name="connsiteX162" fmla="*/ 2874892 w 12192000"/>
              <a:gd name="connsiteY162" fmla="*/ 1996085 h 2237474"/>
              <a:gd name="connsiteX163" fmla="*/ 2864145 w 12192000"/>
              <a:gd name="connsiteY163" fmla="*/ 1994061 h 2237474"/>
              <a:gd name="connsiteX164" fmla="*/ 2843662 w 12192000"/>
              <a:gd name="connsiteY164" fmla="*/ 1992498 h 2237474"/>
              <a:gd name="connsiteX165" fmla="*/ 2796128 w 12192000"/>
              <a:gd name="connsiteY165" fmla="*/ 1976403 h 2237474"/>
              <a:gd name="connsiteX166" fmla="*/ 2756784 w 12192000"/>
              <a:gd name="connsiteY166" fmla="*/ 1985116 h 2237474"/>
              <a:gd name="connsiteX167" fmla="*/ 2748833 w 12192000"/>
              <a:gd name="connsiteY167" fmla="*/ 1986323 h 2237474"/>
              <a:gd name="connsiteX168" fmla="*/ 2748661 w 12192000"/>
              <a:gd name="connsiteY168" fmla="*/ 1986122 h 2237474"/>
              <a:gd name="connsiteX169" fmla="*/ 2740251 w 12192000"/>
              <a:gd name="connsiteY169" fmla="*/ 1986946 h 2237474"/>
              <a:gd name="connsiteX170" fmla="*/ 2718916 w 12192000"/>
              <a:gd name="connsiteY170" fmla="*/ 1990867 h 2237474"/>
              <a:gd name="connsiteX171" fmla="*/ 2713522 w 12192000"/>
              <a:gd name="connsiteY171" fmla="*/ 1990173 h 2237474"/>
              <a:gd name="connsiteX172" fmla="*/ 2680597 w 12192000"/>
              <a:gd name="connsiteY172" fmla="*/ 1984996 h 2237474"/>
              <a:gd name="connsiteX173" fmla="*/ 2578178 w 12192000"/>
              <a:gd name="connsiteY173" fmla="*/ 1990531 h 2237474"/>
              <a:gd name="connsiteX174" fmla="*/ 2476147 w 12192000"/>
              <a:gd name="connsiteY174" fmla="*/ 1998305 h 2237474"/>
              <a:gd name="connsiteX175" fmla="*/ 2373568 w 12192000"/>
              <a:gd name="connsiteY175" fmla="*/ 2003219 h 2237474"/>
              <a:gd name="connsiteX176" fmla="*/ 2321399 w 12192000"/>
              <a:gd name="connsiteY176" fmla="*/ 1989467 h 2237474"/>
              <a:gd name="connsiteX177" fmla="*/ 2315525 w 12192000"/>
              <a:gd name="connsiteY177" fmla="*/ 1989708 h 2237474"/>
              <a:gd name="connsiteX178" fmla="*/ 2300792 w 12192000"/>
              <a:gd name="connsiteY178" fmla="*/ 1994290 h 2237474"/>
              <a:gd name="connsiteX179" fmla="*/ 2295469 w 12192000"/>
              <a:gd name="connsiteY179" fmla="*/ 1996659 h 2237474"/>
              <a:gd name="connsiteX180" fmla="*/ 2287219 w 12192000"/>
              <a:gd name="connsiteY180" fmla="*/ 1998750 h 2237474"/>
              <a:gd name="connsiteX181" fmla="*/ 2286948 w 12192000"/>
              <a:gd name="connsiteY181" fmla="*/ 1998596 h 2237474"/>
              <a:gd name="connsiteX182" fmla="*/ 2243069 w 12192000"/>
              <a:gd name="connsiteY182" fmla="*/ 2015111 h 2237474"/>
              <a:gd name="connsiteX183" fmla="*/ 2186609 w 12192000"/>
              <a:gd name="connsiteY183" fmla="*/ 2008263 h 2237474"/>
              <a:gd name="connsiteX184" fmla="*/ 2164831 w 12192000"/>
              <a:gd name="connsiteY184" fmla="*/ 2010143 h 2237474"/>
              <a:gd name="connsiteX185" fmla="*/ 2152836 w 12192000"/>
              <a:gd name="connsiteY185" fmla="*/ 2010048 h 2237474"/>
              <a:gd name="connsiteX186" fmla="*/ 2117102 w 12192000"/>
              <a:gd name="connsiteY186" fmla="*/ 2023004 h 2237474"/>
              <a:gd name="connsiteX187" fmla="*/ 2111935 w 12192000"/>
              <a:gd name="connsiteY187" fmla="*/ 2023163 h 2237474"/>
              <a:gd name="connsiteX188" fmla="*/ 2089991 w 12192000"/>
              <a:gd name="connsiteY188" fmla="*/ 2034193 h 2237474"/>
              <a:gd name="connsiteX189" fmla="*/ 2058061 w 12192000"/>
              <a:gd name="connsiteY189" fmla="*/ 2047942 h 2237474"/>
              <a:gd name="connsiteX190" fmla="*/ 2055737 w 12192000"/>
              <a:gd name="connsiteY190" fmla="*/ 2047704 h 2237474"/>
              <a:gd name="connsiteX191" fmla="*/ 2042244 w 12192000"/>
              <a:gd name="connsiteY191" fmla="*/ 2055560 h 2237474"/>
              <a:gd name="connsiteX192" fmla="*/ 1976224 w 12192000"/>
              <a:gd name="connsiteY192" fmla="*/ 2074257 h 2237474"/>
              <a:gd name="connsiteX193" fmla="*/ 1877728 w 12192000"/>
              <a:gd name="connsiteY193" fmla="*/ 2101004 h 2237474"/>
              <a:gd name="connsiteX194" fmla="*/ 1759056 w 12192000"/>
              <a:gd name="connsiteY194" fmla="*/ 2125608 h 2237474"/>
              <a:gd name="connsiteX195" fmla="*/ 1637948 w 12192000"/>
              <a:gd name="connsiteY195" fmla="*/ 2172597 h 2237474"/>
              <a:gd name="connsiteX196" fmla="*/ 1434549 w 12192000"/>
              <a:gd name="connsiteY196" fmla="*/ 2234522 h 2237474"/>
              <a:gd name="connsiteX197" fmla="*/ 1398481 w 12192000"/>
              <a:gd name="connsiteY197" fmla="*/ 2237074 h 2237474"/>
              <a:gd name="connsiteX198" fmla="*/ 1398407 w 12192000"/>
              <a:gd name="connsiteY198" fmla="*/ 2237095 h 2237474"/>
              <a:gd name="connsiteX199" fmla="*/ 1370962 w 12192000"/>
              <a:gd name="connsiteY199" fmla="*/ 2237474 h 2237474"/>
              <a:gd name="connsiteX200" fmla="*/ 1356367 w 12192000"/>
              <a:gd name="connsiteY200" fmla="*/ 2235089 h 2237474"/>
              <a:gd name="connsiteX201" fmla="*/ 1324828 w 12192000"/>
              <a:gd name="connsiteY201" fmla="*/ 2231968 h 2237474"/>
              <a:gd name="connsiteX202" fmla="*/ 1297744 w 12192000"/>
              <a:gd name="connsiteY202" fmla="*/ 2235849 h 2237474"/>
              <a:gd name="connsiteX203" fmla="*/ 1286236 w 12192000"/>
              <a:gd name="connsiteY203" fmla="*/ 2233135 h 2237474"/>
              <a:gd name="connsiteX204" fmla="*/ 1283504 w 12192000"/>
              <a:gd name="connsiteY204" fmla="*/ 2233797 h 2237474"/>
              <a:gd name="connsiteX205" fmla="*/ 1279765 w 12192000"/>
              <a:gd name="connsiteY205" fmla="*/ 2229639 h 2237474"/>
              <a:gd name="connsiteX206" fmla="*/ 1195347 w 12192000"/>
              <a:gd name="connsiteY206" fmla="*/ 2212354 h 2237474"/>
              <a:gd name="connsiteX207" fmla="*/ 970251 w 12192000"/>
              <a:gd name="connsiteY207" fmla="*/ 2221029 h 2237474"/>
              <a:gd name="connsiteX208" fmla="*/ 812914 w 12192000"/>
              <a:gd name="connsiteY208" fmla="*/ 2202752 h 2237474"/>
              <a:gd name="connsiteX209" fmla="*/ 800195 w 12192000"/>
              <a:gd name="connsiteY209" fmla="*/ 2209407 h 2237474"/>
              <a:gd name="connsiteX210" fmla="*/ 784978 w 12192000"/>
              <a:gd name="connsiteY210" fmla="*/ 2212360 h 2237474"/>
              <a:gd name="connsiteX211" fmla="*/ 681987 w 12192000"/>
              <a:gd name="connsiteY211" fmla="*/ 2216757 h 2237474"/>
              <a:gd name="connsiteX212" fmla="*/ 669923 w 12192000"/>
              <a:gd name="connsiteY212" fmla="*/ 2211682 h 2237474"/>
              <a:gd name="connsiteX213" fmla="*/ 648680 w 12192000"/>
              <a:gd name="connsiteY213" fmla="*/ 2206229 h 2237474"/>
              <a:gd name="connsiteX214" fmla="*/ 597225 w 12192000"/>
              <a:gd name="connsiteY214" fmla="*/ 2180999 h 2237474"/>
              <a:gd name="connsiteX215" fmla="*/ 558449 w 12192000"/>
              <a:gd name="connsiteY215" fmla="*/ 2182346 h 2237474"/>
              <a:gd name="connsiteX216" fmla="*/ 550517 w 12192000"/>
              <a:gd name="connsiteY216" fmla="*/ 2182060 h 2237474"/>
              <a:gd name="connsiteX217" fmla="*/ 550309 w 12192000"/>
              <a:gd name="connsiteY217" fmla="*/ 2181825 h 2237474"/>
              <a:gd name="connsiteX218" fmla="*/ 541836 w 12192000"/>
              <a:gd name="connsiteY218" fmla="*/ 2181063 h 2237474"/>
              <a:gd name="connsiteX219" fmla="*/ 536057 w 12192000"/>
              <a:gd name="connsiteY219" fmla="*/ 2181537 h 2237474"/>
              <a:gd name="connsiteX220" fmla="*/ 520671 w 12192000"/>
              <a:gd name="connsiteY220" fmla="*/ 2180980 h 2237474"/>
              <a:gd name="connsiteX221" fmla="*/ 515024 w 12192000"/>
              <a:gd name="connsiteY221" fmla="*/ 2179258 h 2237474"/>
              <a:gd name="connsiteX222" fmla="*/ 512278 w 12192000"/>
              <a:gd name="connsiteY222" fmla="*/ 2176369 h 2237474"/>
              <a:gd name="connsiteX223" fmla="*/ 480419 w 12192000"/>
              <a:gd name="connsiteY223" fmla="*/ 2167807 h 2237474"/>
              <a:gd name="connsiteX224" fmla="*/ 413835 w 12192000"/>
              <a:gd name="connsiteY224" fmla="*/ 2156783 h 2237474"/>
              <a:gd name="connsiteX225" fmla="*/ 376513 w 12192000"/>
              <a:gd name="connsiteY225" fmla="*/ 2154014 h 2237474"/>
              <a:gd name="connsiteX226" fmla="*/ 273386 w 12192000"/>
              <a:gd name="connsiteY226" fmla="*/ 2142551 h 2237474"/>
              <a:gd name="connsiteX227" fmla="*/ 169207 w 12192000"/>
              <a:gd name="connsiteY227" fmla="*/ 2128100 h 2237474"/>
              <a:gd name="connsiteX228" fmla="*/ 93149 w 12192000"/>
              <a:gd name="connsiteY228" fmla="*/ 2105324 h 2237474"/>
              <a:gd name="connsiteX229" fmla="*/ 88109 w 12192000"/>
              <a:gd name="connsiteY229" fmla="*/ 2106704 h 2237474"/>
              <a:gd name="connsiteX230" fmla="*/ 80022 w 12192000"/>
              <a:gd name="connsiteY230" fmla="*/ 2107254 h 2237474"/>
              <a:gd name="connsiteX231" fmla="*/ 79717 w 12192000"/>
              <a:gd name="connsiteY231" fmla="*/ 2107046 h 2237474"/>
              <a:gd name="connsiteX232" fmla="*/ 72352 w 12192000"/>
              <a:gd name="connsiteY232" fmla="*/ 2107991 h 2237474"/>
              <a:gd name="connsiteX233" fmla="*/ 37645 w 12192000"/>
              <a:gd name="connsiteY233" fmla="*/ 2115401 h 2237474"/>
              <a:gd name="connsiteX234" fmla="*/ 4572 w 12192000"/>
              <a:gd name="connsiteY234" fmla="*/ 2111091 h 2237474"/>
              <a:gd name="connsiteX235" fmla="*/ 0 w 12192000"/>
              <a:gd name="connsiteY235" fmla="*/ 2110468 h 2237474"/>
              <a:gd name="connsiteX236" fmla="*/ 0 w 12192000"/>
              <a:gd name="connsiteY236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93343 w 12192000"/>
              <a:gd name="connsiteY106" fmla="*/ 1664672 h 2237474"/>
              <a:gd name="connsiteX107" fmla="*/ 6280959 w 12192000"/>
              <a:gd name="connsiteY107" fmla="*/ 1689329 h 2237474"/>
              <a:gd name="connsiteX108" fmla="*/ 6266765 w 12192000"/>
              <a:gd name="connsiteY108" fmla="*/ 1695560 h 2237474"/>
              <a:gd name="connsiteX109" fmla="*/ 6098321 w 12192000"/>
              <a:gd name="connsiteY109" fmla="*/ 1721646 h 2237474"/>
              <a:gd name="connsiteX110" fmla="*/ 5880652 w 12192000"/>
              <a:gd name="connsiteY110" fmla="*/ 1779643 h 2237474"/>
              <a:gd name="connsiteX111" fmla="*/ 5785959 w 12192000"/>
              <a:gd name="connsiteY111" fmla="*/ 1775307 h 2237474"/>
              <a:gd name="connsiteX112" fmla="*/ 5643534 w 12192000"/>
              <a:gd name="connsiteY112" fmla="*/ 1802919 h 2237474"/>
              <a:gd name="connsiteX113" fmla="*/ 5518799 w 12192000"/>
              <a:gd name="connsiteY113" fmla="*/ 1818312 h 2237474"/>
              <a:gd name="connsiteX114" fmla="*/ 5505014 w 12192000"/>
              <a:gd name="connsiteY114" fmla="*/ 1819259 h 2237474"/>
              <a:gd name="connsiteX115" fmla="*/ 5453307 w 12192000"/>
              <a:gd name="connsiteY115" fmla="*/ 1815450 h 2237474"/>
              <a:gd name="connsiteX116" fmla="*/ 5364192 w 12192000"/>
              <a:gd name="connsiteY116" fmla="*/ 1826074 h 2237474"/>
              <a:gd name="connsiteX117" fmla="*/ 5350380 w 12192000"/>
              <a:gd name="connsiteY117" fmla="*/ 1830891 h 2237474"/>
              <a:gd name="connsiteX118" fmla="*/ 5259633 w 12192000"/>
              <a:gd name="connsiteY118" fmla="*/ 1837160 h 2237474"/>
              <a:gd name="connsiteX119" fmla="*/ 5197513 w 12192000"/>
              <a:gd name="connsiteY119" fmla="*/ 1844718 h 2237474"/>
              <a:gd name="connsiteX120" fmla="*/ 5184170 w 12192000"/>
              <a:gd name="connsiteY120" fmla="*/ 1849402 h 2237474"/>
              <a:gd name="connsiteX121" fmla="*/ 5168852 w 12192000"/>
              <a:gd name="connsiteY121" fmla="*/ 1844846 h 2237474"/>
              <a:gd name="connsiteX122" fmla="*/ 5164370 w 12192000"/>
              <a:gd name="connsiteY122" fmla="*/ 1840597 h 2237474"/>
              <a:gd name="connsiteX123" fmla="*/ 5114927 w 12192000"/>
              <a:gd name="connsiteY123" fmla="*/ 1847827 h 2237474"/>
              <a:gd name="connsiteX124" fmla="*/ 5108970 w 12192000"/>
              <a:gd name="connsiteY124" fmla="*/ 1847935 h 2237474"/>
              <a:gd name="connsiteX125" fmla="*/ 5067961 w 12192000"/>
              <a:gd name="connsiteY125" fmla="*/ 1845917 h 2237474"/>
              <a:gd name="connsiteX126" fmla="*/ 5007075 w 12192000"/>
              <a:gd name="connsiteY126" fmla="*/ 1838626 h 2237474"/>
              <a:gd name="connsiteX127" fmla="*/ 4944087 w 12192000"/>
              <a:gd name="connsiteY127" fmla="*/ 1823332 h 2237474"/>
              <a:gd name="connsiteX128" fmla="*/ 4907662 w 12192000"/>
              <a:gd name="connsiteY128" fmla="*/ 1816900 h 2237474"/>
              <a:gd name="connsiteX129" fmla="*/ 4882386 w 12192000"/>
              <a:gd name="connsiteY129" fmla="*/ 1809844 h 2237474"/>
              <a:gd name="connsiteX130" fmla="*/ 4811440 w 12192000"/>
              <a:gd name="connsiteY130" fmla="*/ 1804655 h 2237474"/>
              <a:gd name="connsiteX131" fmla="*/ 4691075 w 12192000"/>
              <a:gd name="connsiteY131" fmla="*/ 1801389 h 2237474"/>
              <a:gd name="connsiteX132" fmla="*/ 4611738 w 12192000"/>
              <a:gd name="connsiteY132" fmla="*/ 1776964 h 2237474"/>
              <a:gd name="connsiteX133" fmla="*/ 4560070 w 12192000"/>
              <a:gd name="connsiteY133" fmla="*/ 1785640 h 2237474"/>
              <a:gd name="connsiteX134" fmla="*/ 4536503 w 12192000"/>
              <a:gd name="connsiteY134" fmla="*/ 1785334 h 2237474"/>
              <a:gd name="connsiteX135" fmla="*/ 4513724 w 12192000"/>
              <a:gd name="connsiteY135" fmla="*/ 1791996 h 2237474"/>
              <a:gd name="connsiteX136" fmla="*/ 4459810 w 12192000"/>
              <a:gd name="connsiteY136" fmla="*/ 1797886 h 2237474"/>
              <a:gd name="connsiteX137" fmla="*/ 4379064 w 12192000"/>
              <a:gd name="connsiteY137" fmla="*/ 1817177 h 2237474"/>
              <a:gd name="connsiteX138" fmla="*/ 4319209 w 12192000"/>
              <a:gd name="connsiteY138" fmla="*/ 1834833 h 2237474"/>
              <a:gd name="connsiteX139" fmla="*/ 4290981 w 12192000"/>
              <a:gd name="connsiteY139" fmla="*/ 1839677 h 2237474"/>
              <a:gd name="connsiteX140" fmla="*/ 4285792 w 12192000"/>
              <a:gd name="connsiteY140" fmla="*/ 1836231 h 2237474"/>
              <a:gd name="connsiteX141" fmla="*/ 4238372 w 12192000"/>
              <a:gd name="connsiteY141" fmla="*/ 1851480 h 2237474"/>
              <a:gd name="connsiteX142" fmla="*/ 4232517 w 12192000"/>
              <a:gd name="connsiteY142" fmla="*/ 1852567 h 2237474"/>
              <a:gd name="connsiteX143" fmla="*/ 4191732 w 12192000"/>
              <a:gd name="connsiteY143" fmla="*/ 1857328 h 2237474"/>
              <a:gd name="connsiteX144" fmla="*/ 4065532 w 12192000"/>
              <a:gd name="connsiteY144" fmla="*/ 1855477 h 2237474"/>
              <a:gd name="connsiteX145" fmla="*/ 4028460 w 12192000"/>
              <a:gd name="connsiteY145" fmla="*/ 1855137 h 2237474"/>
              <a:gd name="connsiteX146" fmla="*/ 4002267 w 12192000"/>
              <a:gd name="connsiteY146" fmla="*/ 1852352 h 2237474"/>
              <a:gd name="connsiteX147" fmla="*/ 3931396 w 12192000"/>
              <a:gd name="connsiteY147" fmla="*/ 1858915 h 2237474"/>
              <a:gd name="connsiteX148" fmla="*/ 3812162 w 12192000"/>
              <a:gd name="connsiteY148" fmla="*/ 1875501 h 2237474"/>
              <a:gd name="connsiteX149" fmla="*/ 3729530 w 12192000"/>
              <a:gd name="connsiteY149" fmla="*/ 1864513 h 2237474"/>
              <a:gd name="connsiteX150" fmla="*/ 3680177 w 12192000"/>
              <a:gd name="connsiteY150" fmla="*/ 1881552 h 2237474"/>
              <a:gd name="connsiteX151" fmla="*/ 3567259 w 12192000"/>
              <a:gd name="connsiteY151" fmla="*/ 1893482 h 2237474"/>
              <a:gd name="connsiteX152" fmla="*/ 3405770 w 12192000"/>
              <a:gd name="connsiteY152" fmla="*/ 1904591 h 2237474"/>
              <a:gd name="connsiteX153" fmla="*/ 3280097 w 12192000"/>
              <a:gd name="connsiteY153" fmla="*/ 1919610 h 2237474"/>
              <a:gd name="connsiteX154" fmla="*/ 3123424 w 12192000"/>
              <a:gd name="connsiteY154" fmla="*/ 1952930 h 2237474"/>
              <a:gd name="connsiteX155" fmla="*/ 3009910 w 12192000"/>
              <a:gd name="connsiteY155" fmla="*/ 1957866 h 2237474"/>
              <a:gd name="connsiteX156" fmla="*/ 2995934 w 12192000"/>
              <a:gd name="connsiteY156" fmla="*/ 1967085 h 2237474"/>
              <a:gd name="connsiteX157" fmla="*/ 2980071 w 12192000"/>
              <a:gd name="connsiteY157" fmla="*/ 1972988 h 2237474"/>
              <a:gd name="connsiteX158" fmla="*/ 2978094 w 12192000"/>
              <a:gd name="connsiteY158" fmla="*/ 1972369 h 2237474"/>
              <a:gd name="connsiteX159" fmla="*/ 2942858 w 12192000"/>
              <a:gd name="connsiteY159" fmla="*/ 1981367 h 2237474"/>
              <a:gd name="connsiteX160" fmla="*/ 2875436 w 12192000"/>
              <a:gd name="connsiteY160" fmla="*/ 1996977 h 2237474"/>
              <a:gd name="connsiteX161" fmla="*/ 2874892 w 12192000"/>
              <a:gd name="connsiteY161" fmla="*/ 1996085 h 2237474"/>
              <a:gd name="connsiteX162" fmla="*/ 2864145 w 12192000"/>
              <a:gd name="connsiteY162" fmla="*/ 1994061 h 2237474"/>
              <a:gd name="connsiteX163" fmla="*/ 2843662 w 12192000"/>
              <a:gd name="connsiteY163" fmla="*/ 1992498 h 2237474"/>
              <a:gd name="connsiteX164" fmla="*/ 2796128 w 12192000"/>
              <a:gd name="connsiteY164" fmla="*/ 1976403 h 2237474"/>
              <a:gd name="connsiteX165" fmla="*/ 2756784 w 12192000"/>
              <a:gd name="connsiteY165" fmla="*/ 1985116 h 2237474"/>
              <a:gd name="connsiteX166" fmla="*/ 2748833 w 12192000"/>
              <a:gd name="connsiteY166" fmla="*/ 1986323 h 2237474"/>
              <a:gd name="connsiteX167" fmla="*/ 2748661 w 12192000"/>
              <a:gd name="connsiteY167" fmla="*/ 1986122 h 2237474"/>
              <a:gd name="connsiteX168" fmla="*/ 2740251 w 12192000"/>
              <a:gd name="connsiteY168" fmla="*/ 1986946 h 2237474"/>
              <a:gd name="connsiteX169" fmla="*/ 2718916 w 12192000"/>
              <a:gd name="connsiteY169" fmla="*/ 1990867 h 2237474"/>
              <a:gd name="connsiteX170" fmla="*/ 2713522 w 12192000"/>
              <a:gd name="connsiteY170" fmla="*/ 1990173 h 2237474"/>
              <a:gd name="connsiteX171" fmla="*/ 2680597 w 12192000"/>
              <a:gd name="connsiteY171" fmla="*/ 1984996 h 2237474"/>
              <a:gd name="connsiteX172" fmla="*/ 2578178 w 12192000"/>
              <a:gd name="connsiteY172" fmla="*/ 1990531 h 2237474"/>
              <a:gd name="connsiteX173" fmla="*/ 2476147 w 12192000"/>
              <a:gd name="connsiteY173" fmla="*/ 1998305 h 2237474"/>
              <a:gd name="connsiteX174" fmla="*/ 2373568 w 12192000"/>
              <a:gd name="connsiteY174" fmla="*/ 2003219 h 2237474"/>
              <a:gd name="connsiteX175" fmla="*/ 2321399 w 12192000"/>
              <a:gd name="connsiteY175" fmla="*/ 1989467 h 2237474"/>
              <a:gd name="connsiteX176" fmla="*/ 2315525 w 12192000"/>
              <a:gd name="connsiteY176" fmla="*/ 1989708 h 2237474"/>
              <a:gd name="connsiteX177" fmla="*/ 2300792 w 12192000"/>
              <a:gd name="connsiteY177" fmla="*/ 1994290 h 2237474"/>
              <a:gd name="connsiteX178" fmla="*/ 2295469 w 12192000"/>
              <a:gd name="connsiteY178" fmla="*/ 1996659 h 2237474"/>
              <a:gd name="connsiteX179" fmla="*/ 2287219 w 12192000"/>
              <a:gd name="connsiteY179" fmla="*/ 1998750 h 2237474"/>
              <a:gd name="connsiteX180" fmla="*/ 2286948 w 12192000"/>
              <a:gd name="connsiteY180" fmla="*/ 1998596 h 2237474"/>
              <a:gd name="connsiteX181" fmla="*/ 2243069 w 12192000"/>
              <a:gd name="connsiteY181" fmla="*/ 2015111 h 2237474"/>
              <a:gd name="connsiteX182" fmla="*/ 2186609 w 12192000"/>
              <a:gd name="connsiteY182" fmla="*/ 2008263 h 2237474"/>
              <a:gd name="connsiteX183" fmla="*/ 2164831 w 12192000"/>
              <a:gd name="connsiteY183" fmla="*/ 2010143 h 2237474"/>
              <a:gd name="connsiteX184" fmla="*/ 2152836 w 12192000"/>
              <a:gd name="connsiteY184" fmla="*/ 2010048 h 2237474"/>
              <a:gd name="connsiteX185" fmla="*/ 2117102 w 12192000"/>
              <a:gd name="connsiteY185" fmla="*/ 2023004 h 2237474"/>
              <a:gd name="connsiteX186" fmla="*/ 2111935 w 12192000"/>
              <a:gd name="connsiteY186" fmla="*/ 2023163 h 2237474"/>
              <a:gd name="connsiteX187" fmla="*/ 2089991 w 12192000"/>
              <a:gd name="connsiteY187" fmla="*/ 2034193 h 2237474"/>
              <a:gd name="connsiteX188" fmla="*/ 2058061 w 12192000"/>
              <a:gd name="connsiteY188" fmla="*/ 2047942 h 2237474"/>
              <a:gd name="connsiteX189" fmla="*/ 2055737 w 12192000"/>
              <a:gd name="connsiteY189" fmla="*/ 2047704 h 2237474"/>
              <a:gd name="connsiteX190" fmla="*/ 2042244 w 12192000"/>
              <a:gd name="connsiteY190" fmla="*/ 2055560 h 2237474"/>
              <a:gd name="connsiteX191" fmla="*/ 1976224 w 12192000"/>
              <a:gd name="connsiteY191" fmla="*/ 2074257 h 2237474"/>
              <a:gd name="connsiteX192" fmla="*/ 1877728 w 12192000"/>
              <a:gd name="connsiteY192" fmla="*/ 2101004 h 2237474"/>
              <a:gd name="connsiteX193" fmla="*/ 1759056 w 12192000"/>
              <a:gd name="connsiteY193" fmla="*/ 2125608 h 2237474"/>
              <a:gd name="connsiteX194" fmla="*/ 1637948 w 12192000"/>
              <a:gd name="connsiteY194" fmla="*/ 2172597 h 2237474"/>
              <a:gd name="connsiteX195" fmla="*/ 1434549 w 12192000"/>
              <a:gd name="connsiteY195" fmla="*/ 2234522 h 2237474"/>
              <a:gd name="connsiteX196" fmla="*/ 1398481 w 12192000"/>
              <a:gd name="connsiteY196" fmla="*/ 2237074 h 2237474"/>
              <a:gd name="connsiteX197" fmla="*/ 1398407 w 12192000"/>
              <a:gd name="connsiteY197" fmla="*/ 2237095 h 2237474"/>
              <a:gd name="connsiteX198" fmla="*/ 1370962 w 12192000"/>
              <a:gd name="connsiteY198" fmla="*/ 2237474 h 2237474"/>
              <a:gd name="connsiteX199" fmla="*/ 1356367 w 12192000"/>
              <a:gd name="connsiteY199" fmla="*/ 2235089 h 2237474"/>
              <a:gd name="connsiteX200" fmla="*/ 1324828 w 12192000"/>
              <a:gd name="connsiteY200" fmla="*/ 2231968 h 2237474"/>
              <a:gd name="connsiteX201" fmla="*/ 1297744 w 12192000"/>
              <a:gd name="connsiteY201" fmla="*/ 2235849 h 2237474"/>
              <a:gd name="connsiteX202" fmla="*/ 1286236 w 12192000"/>
              <a:gd name="connsiteY202" fmla="*/ 2233135 h 2237474"/>
              <a:gd name="connsiteX203" fmla="*/ 1283504 w 12192000"/>
              <a:gd name="connsiteY203" fmla="*/ 2233797 h 2237474"/>
              <a:gd name="connsiteX204" fmla="*/ 1279765 w 12192000"/>
              <a:gd name="connsiteY204" fmla="*/ 2229639 h 2237474"/>
              <a:gd name="connsiteX205" fmla="*/ 1195347 w 12192000"/>
              <a:gd name="connsiteY205" fmla="*/ 2212354 h 2237474"/>
              <a:gd name="connsiteX206" fmla="*/ 970251 w 12192000"/>
              <a:gd name="connsiteY206" fmla="*/ 2221029 h 2237474"/>
              <a:gd name="connsiteX207" fmla="*/ 812914 w 12192000"/>
              <a:gd name="connsiteY207" fmla="*/ 2202752 h 2237474"/>
              <a:gd name="connsiteX208" fmla="*/ 800195 w 12192000"/>
              <a:gd name="connsiteY208" fmla="*/ 2209407 h 2237474"/>
              <a:gd name="connsiteX209" fmla="*/ 784978 w 12192000"/>
              <a:gd name="connsiteY209" fmla="*/ 2212360 h 2237474"/>
              <a:gd name="connsiteX210" fmla="*/ 681987 w 12192000"/>
              <a:gd name="connsiteY210" fmla="*/ 2216757 h 2237474"/>
              <a:gd name="connsiteX211" fmla="*/ 669923 w 12192000"/>
              <a:gd name="connsiteY211" fmla="*/ 2211682 h 2237474"/>
              <a:gd name="connsiteX212" fmla="*/ 648680 w 12192000"/>
              <a:gd name="connsiteY212" fmla="*/ 2206229 h 2237474"/>
              <a:gd name="connsiteX213" fmla="*/ 597225 w 12192000"/>
              <a:gd name="connsiteY213" fmla="*/ 2180999 h 2237474"/>
              <a:gd name="connsiteX214" fmla="*/ 558449 w 12192000"/>
              <a:gd name="connsiteY214" fmla="*/ 2182346 h 2237474"/>
              <a:gd name="connsiteX215" fmla="*/ 550517 w 12192000"/>
              <a:gd name="connsiteY215" fmla="*/ 2182060 h 2237474"/>
              <a:gd name="connsiteX216" fmla="*/ 550309 w 12192000"/>
              <a:gd name="connsiteY216" fmla="*/ 2181825 h 2237474"/>
              <a:gd name="connsiteX217" fmla="*/ 541836 w 12192000"/>
              <a:gd name="connsiteY217" fmla="*/ 2181063 h 2237474"/>
              <a:gd name="connsiteX218" fmla="*/ 536057 w 12192000"/>
              <a:gd name="connsiteY218" fmla="*/ 2181537 h 2237474"/>
              <a:gd name="connsiteX219" fmla="*/ 520671 w 12192000"/>
              <a:gd name="connsiteY219" fmla="*/ 2180980 h 2237474"/>
              <a:gd name="connsiteX220" fmla="*/ 515024 w 12192000"/>
              <a:gd name="connsiteY220" fmla="*/ 2179258 h 2237474"/>
              <a:gd name="connsiteX221" fmla="*/ 512278 w 12192000"/>
              <a:gd name="connsiteY221" fmla="*/ 2176369 h 2237474"/>
              <a:gd name="connsiteX222" fmla="*/ 480419 w 12192000"/>
              <a:gd name="connsiteY222" fmla="*/ 2167807 h 2237474"/>
              <a:gd name="connsiteX223" fmla="*/ 413835 w 12192000"/>
              <a:gd name="connsiteY223" fmla="*/ 2156783 h 2237474"/>
              <a:gd name="connsiteX224" fmla="*/ 376513 w 12192000"/>
              <a:gd name="connsiteY224" fmla="*/ 2154014 h 2237474"/>
              <a:gd name="connsiteX225" fmla="*/ 273386 w 12192000"/>
              <a:gd name="connsiteY225" fmla="*/ 2142551 h 2237474"/>
              <a:gd name="connsiteX226" fmla="*/ 169207 w 12192000"/>
              <a:gd name="connsiteY226" fmla="*/ 2128100 h 2237474"/>
              <a:gd name="connsiteX227" fmla="*/ 93149 w 12192000"/>
              <a:gd name="connsiteY227" fmla="*/ 2105324 h 2237474"/>
              <a:gd name="connsiteX228" fmla="*/ 88109 w 12192000"/>
              <a:gd name="connsiteY228" fmla="*/ 2106704 h 2237474"/>
              <a:gd name="connsiteX229" fmla="*/ 80022 w 12192000"/>
              <a:gd name="connsiteY229" fmla="*/ 2107254 h 2237474"/>
              <a:gd name="connsiteX230" fmla="*/ 79717 w 12192000"/>
              <a:gd name="connsiteY230" fmla="*/ 2107046 h 2237474"/>
              <a:gd name="connsiteX231" fmla="*/ 72352 w 12192000"/>
              <a:gd name="connsiteY231" fmla="*/ 2107991 h 2237474"/>
              <a:gd name="connsiteX232" fmla="*/ 37645 w 12192000"/>
              <a:gd name="connsiteY232" fmla="*/ 2115401 h 2237474"/>
              <a:gd name="connsiteX233" fmla="*/ 4572 w 12192000"/>
              <a:gd name="connsiteY233" fmla="*/ 2111091 h 2237474"/>
              <a:gd name="connsiteX234" fmla="*/ 0 w 12192000"/>
              <a:gd name="connsiteY234" fmla="*/ 2110468 h 2237474"/>
              <a:gd name="connsiteX235" fmla="*/ 0 w 12192000"/>
              <a:gd name="connsiteY23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64035 w 12192000"/>
              <a:gd name="connsiteY106" fmla="*/ 1667683 h 2237474"/>
              <a:gd name="connsiteX107" fmla="*/ 6280959 w 12192000"/>
              <a:gd name="connsiteY107" fmla="*/ 1689329 h 2237474"/>
              <a:gd name="connsiteX108" fmla="*/ 6266765 w 12192000"/>
              <a:gd name="connsiteY108" fmla="*/ 1695560 h 2237474"/>
              <a:gd name="connsiteX109" fmla="*/ 6098321 w 12192000"/>
              <a:gd name="connsiteY109" fmla="*/ 1721646 h 2237474"/>
              <a:gd name="connsiteX110" fmla="*/ 5880652 w 12192000"/>
              <a:gd name="connsiteY110" fmla="*/ 1779643 h 2237474"/>
              <a:gd name="connsiteX111" fmla="*/ 5785959 w 12192000"/>
              <a:gd name="connsiteY111" fmla="*/ 1775307 h 2237474"/>
              <a:gd name="connsiteX112" fmla="*/ 5643534 w 12192000"/>
              <a:gd name="connsiteY112" fmla="*/ 1802919 h 2237474"/>
              <a:gd name="connsiteX113" fmla="*/ 5518799 w 12192000"/>
              <a:gd name="connsiteY113" fmla="*/ 1818312 h 2237474"/>
              <a:gd name="connsiteX114" fmla="*/ 5505014 w 12192000"/>
              <a:gd name="connsiteY114" fmla="*/ 1819259 h 2237474"/>
              <a:gd name="connsiteX115" fmla="*/ 5453307 w 12192000"/>
              <a:gd name="connsiteY115" fmla="*/ 1815450 h 2237474"/>
              <a:gd name="connsiteX116" fmla="*/ 5364192 w 12192000"/>
              <a:gd name="connsiteY116" fmla="*/ 1826074 h 2237474"/>
              <a:gd name="connsiteX117" fmla="*/ 5350380 w 12192000"/>
              <a:gd name="connsiteY117" fmla="*/ 1830891 h 2237474"/>
              <a:gd name="connsiteX118" fmla="*/ 5259633 w 12192000"/>
              <a:gd name="connsiteY118" fmla="*/ 1837160 h 2237474"/>
              <a:gd name="connsiteX119" fmla="*/ 5197513 w 12192000"/>
              <a:gd name="connsiteY119" fmla="*/ 1844718 h 2237474"/>
              <a:gd name="connsiteX120" fmla="*/ 5184170 w 12192000"/>
              <a:gd name="connsiteY120" fmla="*/ 1849402 h 2237474"/>
              <a:gd name="connsiteX121" fmla="*/ 5168852 w 12192000"/>
              <a:gd name="connsiteY121" fmla="*/ 1844846 h 2237474"/>
              <a:gd name="connsiteX122" fmla="*/ 5164370 w 12192000"/>
              <a:gd name="connsiteY122" fmla="*/ 1840597 h 2237474"/>
              <a:gd name="connsiteX123" fmla="*/ 5114927 w 12192000"/>
              <a:gd name="connsiteY123" fmla="*/ 1847827 h 2237474"/>
              <a:gd name="connsiteX124" fmla="*/ 5108970 w 12192000"/>
              <a:gd name="connsiteY124" fmla="*/ 1847935 h 2237474"/>
              <a:gd name="connsiteX125" fmla="*/ 5067961 w 12192000"/>
              <a:gd name="connsiteY125" fmla="*/ 1845917 h 2237474"/>
              <a:gd name="connsiteX126" fmla="*/ 5007075 w 12192000"/>
              <a:gd name="connsiteY126" fmla="*/ 1838626 h 2237474"/>
              <a:gd name="connsiteX127" fmla="*/ 4944087 w 12192000"/>
              <a:gd name="connsiteY127" fmla="*/ 1823332 h 2237474"/>
              <a:gd name="connsiteX128" fmla="*/ 4907662 w 12192000"/>
              <a:gd name="connsiteY128" fmla="*/ 1816900 h 2237474"/>
              <a:gd name="connsiteX129" fmla="*/ 4882386 w 12192000"/>
              <a:gd name="connsiteY129" fmla="*/ 1809844 h 2237474"/>
              <a:gd name="connsiteX130" fmla="*/ 4811440 w 12192000"/>
              <a:gd name="connsiteY130" fmla="*/ 1804655 h 2237474"/>
              <a:gd name="connsiteX131" fmla="*/ 4691075 w 12192000"/>
              <a:gd name="connsiteY131" fmla="*/ 1801389 h 2237474"/>
              <a:gd name="connsiteX132" fmla="*/ 4611738 w 12192000"/>
              <a:gd name="connsiteY132" fmla="*/ 1776964 h 2237474"/>
              <a:gd name="connsiteX133" fmla="*/ 4560070 w 12192000"/>
              <a:gd name="connsiteY133" fmla="*/ 1785640 h 2237474"/>
              <a:gd name="connsiteX134" fmla="*/ 4536503 w 12192000"/>
              <a:gd name="connsiteY134" fmla="*/ 1785334 h 2237474"/>
              <a:gd name="connsiteX135" fmla="*/ 4513724 w 12192000"/>
              <a:gd name="connsiteY135" fmla="*/ 1791996 h 2237474"/>
              <a:gd name="connsiteX136" fmla="*/ 4459810 w 12192000"/>
              <a:gd name="connsiteY136" fmla="*/ 1797886 h 2237474"/>
              <a:gd name="connsiteX137" fmla="*/ 4379064 w 12192000"/>
              <a:gd name="connsiteY137" fmla="*/ 1817177 h 2237474"/>
              <a:gd name="connsiteX138" fmla="*/ 4319209 w 12192000"/>
              <a:gd name="connsiteY138" fmla="*/ 1834833 h 2237474"/>
              <a:gd name="connsiteX139" fmla="*/ 4290981 w 12192000"/>
              <a:gd name="connsiteY139" fmla="*/ 1839677 h 2237474"/>
              <a:gd name="connsiteX140" fmla="*/ 4285792 w 12192000"/>
              <a:gd name="connsiteY140" fmla="*/ 1836231 h 2237474"/>
              <a:gd name="connsiteX141" fmla="*/ 4238372 w 12192000"/>
              <a:gd name="connsiteY141" fmla="*/ 1851480 h 2237474"/>
              <a:gd name="connsiteX142" fmla="*/ 4232517 w 12192000"/>
              <a:gd name="connsiteY142" fmla="*/ 1852567 h 2237474"/>
              <a:gd name="connsiteX143" fmla="*/ 4191732 w 12192000"/>
              <a:gd name="connsiteY143" fmla="*/ 1857328 h 2237474"/>
              <a:gd name="connsiteX144" fmla="*/ 4065532 w 12192000"/>
              <a:gd name="connsiteY144" fmla="*/ 1855477 h 2237474"/>
              <a:gd name="connsiteX145" fmla="*/ 4028460 w 12192000"/>
              <a:gd name="connsiteY145" fmla="*/ 1855137 h 2237474"/>
              <a:gd name="connsiteX146" fmla="*/ 4002267 w 12192000"/>
              <a:gd name="connsiteY146" fmla="*/ 1852352 h 2237474"/>
              <a:gd name="connsiteX147" fmla="*/ 3931396 w 12192000"/>
              <a:gd name="connsiteY147" fmla="*/ 1858915 h 2237474"/>
              <a:gd name="connsiteX148" fmla="*/ 3812162 w 12192000"/>
              <a:gd name="connsiteY148" fmla="*/ 1875501 h 2237474"/>
              <a:gd name="connsiteX149" fmla="*/ 3729530 w 12192000"/>
              <a:gd name="connsiteY149" fmla="*/ 1864513 h 2237474"/>
              <a:gd name="connsiteX150" fmla="*/ 3680177 w 12192000"/>
              <a:gd name="connsiteY150" fmla="*/ 1881552 h 2237474"/>
              <a:gd name="connsiteX151" fmla="*/ 3567259 w 12192000"/>
              <a:gd name="connsiteY151" fmla="*/ 1893482 h 2237474"/>
              <a:gd name="connsiteX152" fmla="*/ 3405770 w 12192000"/>
              <a:gd name="connsiteY152" fmla="*/ 1904591 h 2237474"/>
              <a:gd name="connsiteX153" fmla="*/ 3280097 w 12192000"/>
              <a:gd name="connsiteY153" fmla="*/ 1919610 h 2237474"/>
              <a:gd name="connsiteX154" fmla="*/ 3123424 w 12192000"/>
              <a:gd name="connsiteY154" fmla="*/ 1952930 h 2237474"/>
              <a:gd name="connsiteX155" fmla="*/ 3009910 w 12192000"/>
              <a:gd name="connsiteY155" fmla="*/ 1957866 h 2237474"/>
              <a:gd name="connsiteX156" fmla="*/ 2995934 w 12192000"/>
              <a:gd name="connsiteY156" fmla="*/ 1967085 h 2237474"/>
              <a:gd name="connsiteX157" fmla="*/ 2980071 w 12192000"/>
              <a:gd name="connsiteY157" fmla="*/ 1972988 h 2237474"/>
              <a:gd name="connsiteX158" fmla="*/ 2978094 w 12192000"/>
              <a:gd name="connsiteY158" fmla="*/ 1972369 h 2237474"/>
              <a:gd name="connsiteX159" fmla="*/ 2942858 w 12192000"/>
              <a:gd name="connsiteY159" fmla="*/ 1981367 h 2237474"/>
              <a:gd name="connsiteX160" fmla="*/ 2875436 w 12192000"/>
              <a:gd name="connsiteY160" fmla="*/ 1996977 h 2237474"/>
              <a:gd name="connsiteX161" fmla="*/ 2874892 w 12192000"/>
              <a:gd name="connsiteY161" fmla="*/ 1996085 h 2237474"/>
              <a:gd name="connsiteX162" fmla="*/ 2864145 w 12192000"/>
              <a:gd name="connsiteY162" fmla="*/ 1994061 h 2237474"/>
              <a:gd name="connsiteX163" fmla="*/ 2843662 w 12192000"/>
              <a:gd name="connsiteY163" fmla="*/ 1992498 h 2237474"/>
              <a:gd name="connsiteX164" fmla="*/ 2796128 w 12192000"/>
              <a:gd name="connsiteY164" fmla="*/ 1976403 h 2237474"/>
              <a:gd name="connsiteX165" fmla="*/ 2756784 w 12192000"/>
              <a:gd name="connsiteY165" fmla="*/ 1985116 h 2237474"/>
              <a:gd name="connsiteX166" fmla="*/ 2748833 w 12192000"/>
              <a:gd name="connsiteY166" fmla="*/ 1986323 h 2237474"/>
              <a:gd name="connsiteX167" fmla="*/ 2748661 w 12192000"/>
              <a:gd name="connsiteY167" fmla="*/ 1986122 h 2237474"/>
              <a:gd name="connsiteX168" fmla="*/ 2740251 w 12192000"/>
              <a:gd name="connsiteY168" fmla="*/ 1986946 h 2237474"/>
              <a:gd name="connsiteX169" fmla="*/ 2718916 w 12192000"/>
              <a:gd name="connsiteY169" fmla="*/ 1990867 h 2237474"/>
              <a:gd name="connsiteX170" fmla="*/ 2713522 w 12192000"/>
              <a:gd name="connsiteY170" fmla="*/ 1990173 h 2237474"/>
              <a:gd name="connsiteX171" fmla="*/ 2680597 w 12192000"/>
              <a:gd name="connsiteY171" fmla="*/ 1984996 h 2237474"/>
              <a:gd name="connsiteX172" fmla="*/ 2578178 w 12192000"/>
              <a:gd name="connsiteY172" fmla="*/ 1990531 h 2237474"/>
              <a:gd name="connsiteX173" fmla="*/ 2476147 w 12192000"/>
              <a:gd name="connsiteY173" fmla="*/ 1998305 h 2237474"/>
              <a:gd name="connsiteX174" fmla="*/ 2373568 w 12192000"/>
              <a:gd name="connsiteY174" fmla="*/ 2003219 h 2237474"/>
              <a:gd name="connsiteX175" fmla="*/ 2321399 w 12192000"/>
              <a:gd name="connsiteY175" fmla="*/ 1989467 h 2237474"/>
              <a:gd name="connsiteX176" fmla="*/ 2315525 w 12192000"/>
              <a:gd name="connsiteY176" fmla="*/ 1989708 h 2237474"/>
              <a:gd name="connsiteX177" fmla="*/ 2300792 w 12192000"/>
              <a:gd name="connsiteY177" fmla="*/ 1994290 h 2237474"/>
              <a:gd name="connsiteX178" fmla="*/ 2295469 w 12192000"/>
              <a:gd name="connsiteY178" fmla="*/ 1996659 h 2237474"/>
              <a:gd name="connsiteX179" fmla="*/ 2287219 w 12192000"/>
              <a:gd name="connsiteY179" fmla="*/ 1998750 h 2237474"/>
              <a:gd name="connsiteX180" fmla="*/ 2286948 w 12192000"/>
              <a:gd name="connsiteY180" fmla="*/ 1998596 h 2237474"/>
              <a:gd name="connsiteX181" fmla="*/ 2243069 w 12192000"/>
              <a:gd name="connsiteY181" fmla="*/ 2015111 h 2237474"/>
              <a:gd name="connsiteX182" fmla="*/ 2186609 w 12192000"/>
              <a:gd name="connsiteY182" fmla="*/ 2008263 h 2237474"/>
              <a:gd name="connsiteX183" fmla="*/ 2164831 w 12192000"/>
              <a:gd name="connsiteY183" fmla="*/ 2010143 h 2237474"/>
              <a:gd name="connsiteX184" fmla="*/ 2152836 w 12192000"/>
              <a:gd name="connsiteY184" fmla="*/ 2010048 h 2237474"/>
              <a:gd name="connsiteX185" fmla="*/ 2117102 w 12192000"/>
              <a:gd name="connsiteY185" fmla="*/ 2023004 h 2237474"/>
              <a:gd name="connsiteX186" fmla="*/ 2111935 w 12192000"/>
              <a:gd name="connsiteY186" fmla="*/ 2023163 h 2237474"/>
              <a:gd name="connsiteX187" fmla="*/ 2089991 w 12192000"/>
              <a:gd name="connsiteY187" fmla="*/ 2034193 h 2237474"/>
              <a:gd name="connsiteX188" fmla="*/ 2058061 w 12192000"/>
              <a:gd name="connsiteY188" fmla="*/ 2047942 h 2237474"/>
              <a:gd name="connsiteX189" fmla="*/ 2055737 w 12192000"/>
              <a:gd name="connsiteY189" fmla="*/ 2047704 h 2237474"/>
              <a:gd name="connsiteX190" fmla="*/ 2042244 w 12192000"/>
              <a:gd name="connsiteY190" fmla="*/ 2055560 h 2237474"/>
              <a:gd name="connsiteX191" fmla="*/ 1976224 w 12192000"/>
              <a:gd name="connsiteY191" fmla="*/ 2074257 h 2237474"/>
              <a:gd name="connsiteX192" fmla="*/ 1877728 w 12192000"/>
              <a:gd name="connsiteY192" fmla="*/ 2101004 h 2237474"/>
              <a:gd name="connsiteX193" fmla="*/ 1759056 w 12192000"/>
              <a:gd name="connsiteY193" fmla="*/ 2125608 h 2237474"/>
              <a:gd name="connsiteX194" fmla="*/ 1637948 w 12192000"/>
              <a:gd name="connsiteY194" fmla="*/ 2172597 h 2237474"/>
              <a:gd name="connsiteX195" fmla="*/ 1434549 w 12192000"/>
              <a:gd name="connsiteY195" fmla="*/ 2234522 h 2237474"/>
              <a:gd name="connsiteX196" fmla="*/ 1398481 w 12192000"/>
              <a:gd name="connsiteY196" fmla="*/ 2237074 h 2237474"/>
              <a:gd name="connsiteX197" fmla="*/ 1398407 w 12192000"/>
              <a:gd name="connsiteY197" fmla="*/ 2237095 h 2237474"/>
              <a:gd name="connsiteX198" fmla="*/ 1370962 w 12192000"/>
              <a:gd name="connsiteY198" fmla="*/ 2237474 h 2237474"/>
              <a:gd name="connsiteX199" fmla="*/ 1356367 w 12192000"/>
              <a:gd name="connsiteY199" fmla="*/ 2235089 h 2237474"/>
              <a:gd name="connsiteX200" fmla="*/ 1324828 w 12192000"/>
              <a:gd name="connsiteY200" fmla="*/ 2231968 h 2237474"/>
              <a:gd name="connsiteX201" fmla="*/ 1297744 w 12192000"/>
              <a:gd name="connsiteY201" fmla="*/ 2235849 h 2237474"/>
              <a:gd name="connsiteX202" fmla="*/ 1286236 w 12192000"/>
              <a:gd name="connsiteY202" fmla="*/ 2233135 h 2237474"/>
              <a:gd name="connsiteX203" fmla="*/ 1283504 w 12192000"/>
              <a:gd name="connsiteY203" fmla="*/ 2233797 h 2237474"/>
              <a:gd name="connsiteX204" fmla="*/ 1279765 w 12192000"/>
              <a:gd name="connsiteY204" fmla="*/ 2229639 h 2237474"/>
              <a:gd name="connsiteX205" fmla="*/ 1195347 w 12192000"/>
              <a:gd name="connsiteY205" fmla="*/ 2212354 h 2237474"/>
              <a:gd name="connsiteX206" fmla="*/ 970251 w 12192000"/>
              <a:gd name="connsiteY206" fmla="*/ 2221029 h 2237474"/>
              <a:gd name="connsiteX207" fmla="*/ 812914 w 12192000"/>
              <a:gd name="connsiteY207" fmla="*/ 2202752 h 2237474"/>
              <a:gd name="connsiteX208" fmla="*/ 800195 w 12192000"/>
              <a:gd name="connsiteY208" fmla="*/ 2209407 h 2237474"/>
              <a:gd name="connsiteX209" fmla="*/ 784978 w 12192000"/>
              <a:gd name="connsiteY209" fmla="*/ 2212360 h 2237474"/>
              <a:gd name="connsiteX210" fmla="*/ 681987 w 12192000"/>
              <a:gd name="connsiteY210" fmla="*/ 2216757 h 2237474"/>
              <a:gd name="connsiteX211" fmla="*/ 669923 w 12192000"/>
              <a:gd name="connsiteY211" fmla="*/ 2211682 h 2237474"/>
              <a:gd name="connsiteX212" fmla="*/ 648680 w 12192000"/>
              <a:gd name="connsiteY212" fmla="*/ 2206229 h 2237474"/>
              <a:gd name="connsiteX213" fmla="*/ 597225 w 12192000"/>
              <a:gd name="connsiteY213" fmla="*/ 2180999 h 2237474"/>
              <a:gd name="connsiteX214" fmla="*/ 558449 w 12192000"/>
              <a:gd name="connsiteY214" fmla="*/ 2182346 h 2237474"/>
              <a:gd name="connsiteX215" fmla="*/ 550517 w 12192000"/>
              <a:gd name="connsiteY215" fmla="*/ 2182060 h 2237474"/>
              <a:gd name="connsiteX216" fmla="*/ 550309 w 12192000"/>
              <a:gd name="connsiteY216" fmla="*/ 2181825 h 2237474"/>
              <a:gd name="connsiteX217" fmla="*/ 541836 w 12192000"/>
              <a:gd name="connsiteY217" fmla="*/ 2181063 h 2237474"/>
              <a:gd name="connsiteX218" fmla="*/ 536057 w 12192000"/>
              <a:gd name="connsiteY218" fmla="*/ 2181537 h 2237474"/>
              <a:gd name="connsiteX219" fmla="*/ 520671 w 12192000"/>
              <a:gd name="connsiteY219" fmla="*/ 2180980 h 2237474"/>
              <a:gd name="connsiteX220" fmla="*/ 515024 w 12192000"/>
              <a:gd name="connsiteY220" fmla="*/ 2179258 h 2237474"/>
              <a:gd name="connsiteX221" fmla="*/ 512278 w 12192000"/>
              <a:gd name="connsiteY221" fmla="*/ 2176369 h 2237474"/>
              <a:gd name="connsiteX222" fmla="*/ 480419 w 12192000"/>
              <a:gd name="connsiteY222" fmla="*/ 2167807 h 2237474"/>
              <a:gd name="connsiteX223" fmla="*/ 413835 w 12192000"/>
              <a:gd name="connsiteY223" fmla="*/ 2156783 h 2237474"/>
              <a:gd name="connsiteX224" fmla="*/ 376513 w 12192000"/>
              <a:gd name="connsiteY224" fmla="*/ 2154014 h 2237474"/>
              <a:gd name="connsiteX225" fmla="*/ 273386 w 12192000"/>
              <a:gd name="connsiteY225" fmla="*/ 2142551 h 2237474"/>
              <a:gd name="connsiteX226" fmla="*/ 169207 w 12192000"/>
              <a:gd name="connsiteY226" fmla="*/ 2128100 h 2237474"/>
              <a:gd name="connsiteX227" fmla="*/ 93149 w 12192000"/>
              <a:gd name="connsiteY227" fmla="*/ 2105324 h 2237474"/>
              <a:gd name="connsiteX228" fmla="*/ 88109 w 12192000"/>
              <a:gd name="connsiteY228" fmla="*/ 2106704 h 2237474"/>
              <a:gd name="connsiteX229" fmla="*/ 80022 w 12192000"/>
              <a:gd name="connsiteY229" fmla="*/ 2107254 h 2237474"/>
              <a:gd name="connsiteX230" fmla="*/ 79717 w 12192000"/>
              <a:gd name="connsiteY230" fmla="*/ 2107046 h 2237474"/>
              <a:gd name="connsiteX231" fmla="*/ 72352 w 12192000"/>
              <a:gd name="connsiteY231" fmla="*/ 2107991 h 2237474"/>
              <a:gd name="connsiteX232" fmla="*/ 37645 w 12192000"/>
              <a:gd name="connsiteY232" fmla="*/ 2115401 h 2237474"/>
              <a:gd name="connsiteX233" fmla="*/ 4572 w 12192000"/>
              <a:gd name="connsiteY233" fmla="*/ 2111091 h 2237474"/>
              <a:gd name="connsiteX234" fmla="*/ 0 w 12192000"/>
              <a:gd name="connsiteY234" fmla="*/ 2110468 h 2237474"/>
              <a:gd name="connsiteX235" fmla="*/ 0 w 12192000"/>
              <a:gd name="connsiteY23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64035 w 12192000"/>
              <a:gd name="connsiteY106" fmla="*/ 1667683 h 2237474"/>
              <a:gd name="connsiteX107" fmla="*/ 6280959 w 12192000"/>
              <a:gd name="connsiteY107" fmla="*/ 1689329 h 2237474"/>
              <a:gd name="connsiteX108" fmla="*/ 6266765 w 12192000"/>
              <a:gd name="connsiteY108" fmla="*/ 1695560 h 2237474"/>
              <a:gd name="connsiteX109" fmla="*/ 6098321 w 12192000"/>
              <a:gd name="connsiteY109" fmla="*/ 1721646 h 2237474"/>
              <a:gd name="connsiteX110" fmla="*/ 5880652 w 12192000"/>
              <a:gd name="connsiteY110" fmla="*/ 1779643 h 2237474"/>
              <a:gd name="connsiteX111" fmla="*/ 5785959 w 12192000"/>
              <a:gd name="connsiteY111" fmla="*/ 1775307 h 2237474"/>
              <a:gd name="connsiteX112" fmla="*/ 5643534 w 12192000"/>
              <a:gd name="connsiteY112" fmla="*/ 1802919 h 2237474"/>
              <a:gd name="connsiteX113" fmla="*/ 5518799 w 12192000"/>
              <a:gd name="connsiteY113" fmla="*/ 1818312 h 2237474"/>
              <a:gd name="connsiteX114" fmla="*/ 5505014 w 12192000"/>
              <a:gd name="connsiteY114" fmla="*/ 1819259 h 2237474"/>
              <a:gd name="connsiteX115" fmla="*/ 5453307 w 12192000"/>
              <a:gd name="connsiteY115" fmla="*/ 1815450 h 2237474"/>
              <a:gd name="connsiteX116" fmla="*/ 5364192 w 12192000"/>
              <a:gd name="connsiteY116" fmla="*/ 1826074 h 2237474"/>
              <a:gd name="connsiteX117" fmla="*/ 5350380 w 12192000"/>
              <a:gd name="connsiteY117" fmla="*/ 1830891 h 2237474"/>
              <a:gd name="connsiteX118" fmla="*/ 5259633 w 12192000"/>
              <a:gd name="connsiteY118" fmla="*/ 1837160 h 2237474"/>
              <a:gd name="connsiteX119" fmla="*/ 5197513 w 12192000"/>
              <a:gd name="connsiteY119" fmla="*/ 1844718 h 2237474"/>
              <a:gd name="connsiteX120" fmla="*/ 5184170 w 12192000"/>
              <a:gd name="connsiteY120" fmla="*/ 1849402 h 2237474"/>
              <a:gd name="connsiteX121" fmla="*/ 5168852 w 12192000"/>
              <a:gd name="connsiteY121" fmla="*/ 1844846 h 2237474"/>
              <a:gd name="connsiteX122" fmla="*/ 5164370 w 12192000"/>
              <a:gd name="connsiteY122" fmla="*/ 1840597 h 2237474"/>
              <a:gd name="connsiteX123" fmla="*/ 5114927 w 12192000"/>
              <a:gd name="connsiteY123" fmla="*/ 1847827 h 2237474"/>
              <a:gd name="connsiteX124" fmla="*/ 5108970 w 12192000"/>
              <a:gd name="connsiteY124" fmla="*/ 1847935 h 2237474"/>
              <a:gd name="connsiteX125" fmla="*/ 5067961 w 12192000"/>
              <a:gd name="connsiteY125" fmla="*/ 1845917 h 2237474"/>
              <a:gd name="connsiteX126" fmla="*/ 5007075 w 12192000"/>
              <a:gd name="connsiteY126" fmla="*/ 1838626 h 2237474"/>
              <a:gd name="connsiteX127" fmla="*/ 4944087 w 12192000"/>
              <a:gd name="connsiteY127" fmla="*/ 1823332 h 2237474"/>
              <a:gd name="connsiteX128" fmla="*/ 4907662 w 12192000"/>
              <a:gd name="connsiteY128" fmla="*/ 1816900 h 2237474"/>
              <a:gd name="connsiteX129" fmla="*/ 4882386 w 12192000"/>
              <a:gd name="connsiteY129" fmla="*/ 1809844 h 2237474"/>
              <a:gd name="connsiteX130" fmla="*/ 4811440 w 12192000"/>
              <a:gd name="connsiteY130" fmla="*/ 1804655 h 2237474"/>
              <a:gd name="connsiteX131" fmla="*/ 4691075 w 12192000"/>
              <a:gd name="connsiteY131" fmla="*/ 1801389 h 2237474"/>
              <a:gd name="connsiteX132" fmla="*/ 4611738 w 12192000"/>
              <a:gd name="connsiteY132" fmla="*/ 1776964 h 2237474"/>
              <a:gd name="connsiteX133" fmla="*/ 4560070 w 12192000"/>
              <a:gd name="connsiteY133" fmla="*/ 1785640 h 2237474"/>
              <a:gd name="connsiteX134" fmla="*/ 4536503 w 12192000"/>
              <a:gd name="connsiteY134" fmla="*/ 1785334 h 2237474"/>
              <a:gd name="connsiteX135" fmla="*/ 4513724 w 12192000"/>
              <a:gd name="connsiteY135" fmla="*/ 1791996 h 2237474"/>
              <a:gd name="connsiteX136" fmla="*/ 4459810 w 12192000"/>
              <a:gd name="connsiteY136" fmla="*/ 1797886 h 2237474"/>
              <a:gd name="connsiteX137" fmla="*/ 4379064 w 12192000"/>
              <a:gd name="connsiteY137" fmla="*/ 1817177 h 2237474"/>
              <a:gd name="connsiteX138" fmla="*/ 4319209 w 12192000"/>
              <a:gd name="connsiteY138" fmla="*/ 1834833 h 2237474"/>
              <a:gd name="connsiteX139" fmla="*/ 4290981 w 12192000"/>
              <a:gd name="connsiteY139" fmla="*/ 1839677 h 2237474"/>
              <a:gd name="connsiteX140" fmla="*/ 4285792 w 12192000"/>
              <a:gd name="connsiteY140" fmla="*/ 1836231 h 2237474"/>
              <a:gd name="connsiteX141" fmla="*/ 4238372 w 12192000"/>
              <a:gd name="connsiteY141" fmla="*/ 1851480 h 2237474"/>
              <a:gd name="connsiteX142" fmla="*/ 4232517 w 12192000"/>
              <a:gd name="connsiteY142" fmla="*/ 1852567 h 2237474"/>
              <a:gd name="connsiteX143" fmla="*/ 4191732 w 12192000"/>
              <a:gd name="connsiteY143" fmla="*/ 1857328 h 2237474"/>
              <a:gd name="connsiteX144" fmla="*/ 4065532 w 12192000"/>
              <a:gd name="connsiteY144" fmla="*/ 1855477 h 2237474"/>
              <a:gd name="connsiteX145" fmla="*/ 4028460 w 12192000"/>
              <a:gd name="connsiteY145" fmla="*/ 1855137 h 2237474"/>
              <a:gd name="connsiteX146" fmla="*/ 4002267 w 12192000"/>
              <a:gd name="connsiteY146" fmla="*/ 1852352 h 2237474"/>
              <a:gd name="connsiteX147" fmla="*/ 3931396 w 12192000"/>
              <a:gd name="connsiteY147" fmla="*/ 1858915 h 2237474"/>
              <a:gd name="connsiteX148" fmla="*/ 3812162 w 12192000"/>
              <a:gd name="connsiteY148" fmla="*/ 1875501 h 2237474"/>
              <a:gd name="connsiteX149" fmla="*/ 3729530 w 12192000"/>
              <a:gd name="connsiteY149" fmla="*/ 1864513 h 2237474"/>
              <a:gd name="connsiteX150" fmla="*/ 3680177 w 12192000"/>
              <a:gd name="connsiteY150" fmla="*/ 1881552 h 2237474"/>
              <a:gd name="connsiteX151" fmla="*/ 3567259 w 12192000"/>
              <a:gd name="connsiteY151" fmla="*/ 1893482 h 2237474"/>
              <a:gd name="connsiteX152" fmla="*/ 3405770 w 12192000"/>
              <a:gd name="connsiteY152" fmla="*/ 1904591 h 2237474"/>
              <a:gd name="connsiteX153" fmla="*/ 3280097 w 12192000"/>
              <a:gd name="connsiteY153" fmla="*/ 1919610 h 2237474"/>
              <a:gd name="connsiteX154" fmla="*/ 3123424 w 12192000"/>
              <a:gd name="connsiteY154" fmla="*/ 1952930 h 2237474"/>
              <a:gd name="connsiteX155" fmla="*/ 3009910 w 12192000"/>
              <a:gd name="connsiteY155" fmla="*/ 1957866 h 2237474"/>
              <a:gd name="connsiteX156" fmla="*/ 2995934 w 12192000"/>
              <a:gd name="connsiteY156" fmla="*/ 1967085 h 2237474"/>
              <a:gd name="connsiteX157" fmla="*/ 2980071 w 12192000"/>
              <a:gd name="connsiteY157" fmla="*/ 1972988 h 2237474"/>
              <a:gd name="connsiteX158" fmla="*/ 2978094 w 12192000"/>
              <a:gd name="connsiteY158" fmla="*/ 1972369 h 2237474"/>
              <a:gd name="connsiteX159" fmla="*/ 2942858 w 12192000"/>
              <a:gd name="connsiteY159" fmla="*/ 1981367 h 2237474"/>
              <a:gd name="connsiteX160" fmla="*/ 2875436 w 12192000"/>
              <a:gd name="connsiteY160" fmla="*/ 1996977 h 2237474"/>
              <a:gd name="connsiteX161" fmla="*/ 2874892 w 12192000"/>
              <a:gd name="connsiteY161" fmla="*/ 1996085 h 2237474"/>
              <a:gd name="connsiteX162" fmla="*/ 2864145 w 12192000"/>
              <a:gd name="connsiteY162" fmla="*/ 1994061 h 2237474"/>
              <a:gd name="connsiteX163" fmla="*/ 2843662 w 12192000"/>
              <a:gd name="connsiteY163" fmla="*/ 1992498 h 2237474"/>
              <a:gd name="connsiteX164" fmla="*/ 2796128 w 12192000"/>
              <a:gd name="connsiteY164" fmla="*/ 1976403 h 2237474"/>
              <a:gd name="connsiteX165" fmla="*/ 2756784 w 12192000"/>
              <a:gd name="connsiteY165" fmla="*/ 1985116 h 2237474"/>
              <a:gd name="connsiteX166" fmla="*/ 2748833 w 12192000"/>
              <a:gd name="connsiteY166" fmla="*/ 1986323 h 2237474"/>
              <a:gd name="connsiteX167" fmla="*/ 2748661 w 12192000"/>
              <a:gd name="connsiteY167" fmla="*/ 1986122 h 2237474"/>
              <a:gd name="connsiteX168" fmla="*/ 2740251 w 12192000"/>
              <a:gd name="connsiteY168" fmla="*/ 1986946 h 2237474"/>
              <a:gd name="connsiteX169" fmla="*/ 2718916 w 12192000"/>
              <a:gd name="connsiteY169" fmla="*/ 1990867 h 2237474"/>
              <a:gd name="connsiteX170" fmla="*/ 2713522 w 12192000"/>
              <a:gd name="connsiteY170" fmla="*/ 1990173 h 2237474"/>
              <a:gd name="connsiteX171" fmla="*/ 2680597 w 12192000"/>
              <a:gd name="connsiteY171" fmla="*/ 1984996 h 2237474"/>
              <a:gd name="connsiteX172" fmla="*/ 2578178 w 12192000"/>
              <a:gd name="connsiteY172" fmla="*/ 1990531 h 2237474"/>
              <a:gd name="connsiteX173" fmla="*/ 2476147 w 12192000"/>
              <a:gd name="connsiteY173" fmla="*/ 1998305 h 2237474"/>
              <a:gd name="connsiteX174" fmla="*/ 2373568 w 12192000"/>
              <a:gd name="connsiteY174" fmla="*/ 2003219 h 2237474"/>
              <a:gd name="connsiteX175" fmla="*/ 2321399 w 12192000"/>
              <a:gd name="connsiteY175" fmla="*/ 1989467 h 2237474"/>
              <a:gd name="connsiteX176" fmla="*/ 2315525 w 12192000"/>
              <a:gd name="connsiteY176" fmla="*/ 1989708 h 2237474"/>
              <a:gd name="connsiteX177" fmla="*/ 2300792 w 12192000"/>
              <a:gd name="connsiteY177" fmla="*/ 1994290 h 2237474"/>
              <a:gd name="connsiteX178" fmla="*/ 2295469 w 12192000"/>
              <a:gd name="connsiteY178" fmla="*/ 1996659 h 2237474"/>
              <a:gd name="connsiteX179" fmla="*/ 2287219 w 12192000"/>
              <a:gd name="connsiteY179" fmla="*/ 1998750 h 2237474"/>
              <a:gd name="connsiteX180" fmla="*/ 2286948 w 12192000"/>
              <a:gd name="connsiteY180" fmla="*/ 1998596 h 2237474"/>
              <a:gd name="connsiteX181" fmla="*/ 2243069 w 12192000"/>
              <a:gd name="connsiteY181" fmla="*/ 2015111 h 2237474"/>
              <a:gd name="connsiteX182" fmla="*/ 2186609 w 12192000"/>
              <a:gd name="connsiteY182" fmla="*/ 2008263 h 2237474"/>
              <a:gd name="connsiteX183" fmla="*/ 2164831 w 12192000"/>
              <a:gd name="connsiteY183" fmla="*/ 2010143 h 2237474"/>
              <a:gd name="connsiteX184" fmla="*/ 2152836 w 12192000"/>
              <a:gd name="connsiteY184" fmla="*/ 2010048 h 2237474"/>
              <a:gd name="connsiteX185" fmla="*/ 2117102 w 12192000"/>
              <a:gd name="connsiteY185" fmla="*/ 2023004 h 2237474"/>
              <a:gd name="connsiteX186" fmla="*/ 2111935 w 12192000"/>
              <a:gd name="connsiteY186" fmla="*/ 2023163 h 2237474"/>
              <a:gd name="connsiteX187" fmla="*/ 2089991 w 12192000"/>
              <a:gd name="connsiteY187" fmla="*/ 2034193 h 2237474"/>
              <a:gd name="connsiteX188" fmla="*/ 2058061 w 12192000"/>
              <a:gd name="connsiteY188" fmla="*/ 2047942 h 2237474"/>
              <a:gd name="connsiteX189" fmla="*/ 2055737 w 12192000"/>
              <a:gd name="connsiteY189" fmla="*/ 2047704 h 2237474"/>
              <a:gd name="connsiteX190" fmla="*/ 2042244 w 12192000"/>
              <a:gd name="connsiteY190" fmla="*/ 2055560 h 2237474"/>
              <a:gd name="connsiteX191" fmla="*/ 1976224 w 12192000"/>
              <a:gd name="connsiteY191" fmla="*/ 2074257 h 2237474"/>
              <a:gd name="connsiteX192" fmla="*/ 1877728 w 12192000"/>
              <a:gd name="connsiteY192" fmla="*/ 2101004 h 2237474"/>
              <a:gd name="connsiteX193" fmla="*/ 1759056 w 12192000"/>
              <a:gd name="connsiteY193" fmla="*/ 2125608 h 2237474"/>
              <a:gd name="connsiteX194" fmla="*/ 1637948 w 12192000"/>
              <a:gd name="connsiteY194" fmla="*/ 2172597 h 2237474"/>
              <a:gd name="connsiteX195" fmla="*/ 1434549 w 12192000"/>
              <a:gd name="connsiteY195" fmla="*/ 2234522 h 2237474"/>
              <a:gd name="connsiteX196" fmla="*/ 1398481 w 12192000"/>
              <a:gd name="connsiteY196" fmla="*/ 2237074 h 2237474"/>
              <a:gd name="connsiteX197" fmla="*/ 1398407 w 12192000"/>
              <a:gd name="connsiteY197" fmla="*/ 2237095 h 2237474"/>
              <a:gd name="connsiteX198" fmla="*/ 1370962 w 12192000"/>
              <a:gd name="connsiteY198" fmla="*/ 2237474 h 2237474"/>
              <a:gd name="connsiteX199" fmla="*/ 1356367 w 12192000"/>
              <a:gd name="connsiteY199" fmla="*/ 2235089 h 2237474"/>
              <a:gd name="connsiteX200" fmla="*/ 1324828 w 12192000"/>
              <a:gd name="connsiteY200" fmla="*/ 2231968 h 2237474"/>
              <a:gd name="connsiteX201" fmla="*/ 1297744 w 12192000"/>
              <a:gd name="connsiteY201" fmla="*/ 2235849 h 2237474"/>
              <a:gd name="connsiteX202" fmla="*/ 1286236 w 12192000"/>
              <a:gd name="connsiteY202" fmla="*/ 2233135 h 2237474"/>
              <a:gd name="connsiteX203" fmla="*/ 1283504 w 12192000"/>
              <a:gd name="connsiteY203" fmla="*/ 2233797 h 2237474"/>
              <a:gd name="connsiteX204" fmla="*/ 1279765 w 12192000"/>
              <a:gd name="connsiteY204" fmla="*/ 2229639 h 2237474"/>
              <a:gd name="connsiteX205" fmla="*/ 1195347 w 12192000"/>
              <a:gd name="connsiteY205" fmla="*/ 2212354 h 2237474"/>
              <a:gd name="connsiteX206" fmla="*/ 970251 w 12192000"/>
              <a:gd name="connsiteY206" fmla="*/ 2221029 h 2237474"/>
              <a:gd name="connsiteX207" fmla="*/ 812914 w 12192000"/>
              <a:gd name="connsiteY207" fmla="*/ 2202752 h 2237474"/>
              <a:gd name="connsiteX208" fmla="*/ 800195 w 12192000"/>
              <a:gd name="connsiteY208" fmla="*/ 2209407 h 2237474"/>
              <a:gd name="connsiteX209" fmla="*/ 784978 w 12192000"/>
              <a:gd name="connsiteY209" fmla="*/ 2212360 h 2237474"/>
              <a:gd name="connsiteX210" fmla="*/ 681987 w 12192000"/>
              <a:gd name="connsiteY210" fmla="*/ 2216757 h 2237474"/>
              <a:gd name="connsiteX211" fmla="*/ 669923 w 12192000"/>
              <a:gd name="connsiteY211" fmla="*/ 2211682 h 2237474"/>
              <a:gd name="connsiteX212" fmla="*/ 648680 w 12192000"/>
              <a:gd name="connsiteY212" fmla="*/ 2206229 h 2237474"/>
              <a:gd name="connsiteX213" fmla="*/ 597225 w 12192000"/>
              <a:gd name="connsiteY213" fmla="*/ 2180999 h 2237474"/>
              <a:gd name="connsiteX214" fmla="*/ 558449 w 12192000"/>
              <a:gd name="connsiteY214" fmla="*/ 2182346 h 2237474"/>
              <a:gd name="connsiteX215" fmla="*/ 550517 w 12192000"/>
              <a:gd name="connsiteY215" fmla="*/ 2182060 h 2237474"/>
              <a:gd name="connsiteX216" fmla="*/ 550309 w 12192000"/>
              <a:gd name="connsiteY216" fmla="*/ 2181825 h 2237474"/>
              <a:gd name="connsiteX217" fmla="*/ 541836 w 12192000"/>
              <a:gd name="connsiteY217" fmla="*/ 2181063 h 2237474"/>
              <a:gd name="connsiteX218" fmla="*/ 536057 w 12192000"/>
              <a:gd name="connsiteY218" fmla="*/ 2181537 h 2237474"/>
              <a:gd name="connsiteX219" fmla="*/ 520671 w 12192000"/>
              <a:gd name="connsiteY219" fmla="*/ 2180980 h 2237474"/>
              <a:gd name="connsiteX220" fmla="*/ 515024 w 12192000"/>
              <a:gd name="connsiteY220" fmla="*/ 2179258 h 2237474"/>
              <a:gd name="connsiteX221" fmla="*/ 512278 w 12192000"/>
              <a:gd name="connsiteY221" fmla="*/ 2176369 h 2237474"/>
              <a:gd name="connsiteX222" fmla="*/ 480419 w 12192000"/>
              <a:gd name="connsiteY222" fmla="*/ 2167807 h 2237474"/>
              <a:gd name="connsiteX223" fmla="*/ 413835 w 12192000"/>
              <a:gd name="connsiteY223" fmla="*/ 2156783 h 2237474"/>
              <a:gd name="connsiteX224" fmla="*/ 376513 w 12192000"/>
              <a:gd name="connsiteY224" fmla="*/ 2154014 h 2237474"/>
              <a:gd name="connsiteX225" fmla="*/ 273386 w 12192000"/>
              <a:gd name="connsiteY225" fmla="*/ 2142551 h 2237474"/>
              <a:gd name="connsiteX226" fmla="*/ 169207 w 12192000"/>
              <a:gd name="connsiteY226" fmla="*/ 2128100 h 2237474"/>
              <a:gd name="connsiteX227" fmla="*/ 93149 w 12192000"/>
              <a:gd name="connsiteY227" fmla="*/ 2105324 h 2237474"/>
              <a:gd name="connsiteX228" fmla="*/ 88109 w 12192000"/>
              <a:gd name="connsiteY228" fmla="*/ 2106704 h 2237474"/>
              <a:gd name="connsiteX229" fmla="*/ 80022 w 12192000"/>
              <a:gd name="connsiteY229" fmla="*/ 2107254 h 2237474"/>
              <a:gd name="connsiteX230" fmla="*/ 79717 w 12192000"/>
              <a:gd name="connsiteY230" fmla="*/ 2107046 h 2237474"/>
              <a:gd name="connsiteX231" fmla="*/ 72352 w 12192000"/>
              <a:gd name="connsiteY231" fmla="*/ 2107991 h 2237474"/>
              <a:gd name="connsiteX232" fmla="*/ 37645 w 12192000"/>
              <a:gd name="connsiteY232" fmla="*/ 2115401 h 2237474"/>
              <a:gd name="connsiteX233" fmla="*/ 4572 w 12192000"/>
              <a:gd name="connsiteY233" fmla="*/ 2111091 h 2237474"/>
              <a:gd name="connsiteX234" fmla="*/ 0 w 12192000"/>
              <a:gd name="connsiteY234" fmla="*/ 2110468 h 2237474"/>
              <a:gd name="connsiteX235" fmla="*/ 0 w 12192000"/>
              <a:gd name="connsiteY23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64035 w 12192000"/>
              <a:gd name="connsiteY106" fmla="*/ 1667683 h 2237474"/>
              <a:gd name="connsiteX107" fmla="*/ 6280959 w 12192000"/>
              <a:gd name="connsiteY107" fmla="*/ 1689329 h 2237474"/>
              <a:gd name="connsiteX108" fmla="*/ 6243319 w 12192000"/>
              <a:gd name="connsiteY108" fmla="*/ 1695560 h 2237474"/>
              <a:gd name="connsiteX109" fmla="*/ 6098321 w 12192000"/>
              <a:gd name="connsiteY109" fmla="*/ 1721646 h 2237474"/>
              <a:gd name="connsiteX110" fmla="*/ 5880652 w 12192000"/>
              <a:gd name="connsiteY110" fmla="*/ 1779643 h 2237474"/>
              <a:gd name="connsiteX111" fmla="*/ 5785959 w 12192000"/>
              <a:gd name="connsiteY111" fmla="*/ 1775307 h 2237474"/>
              <a:gd name="connsiteX112" fmla="*/ 5643534 w 12192000"/>
              <a:gd name="connsiteY112" fmla="*/ 1802919 h 2237474"/>
              <a:gd name="connsiteX113" fmla="*/ 5518799 w 12192000"/>
              <a:gd name="connsiteY113" fmla="*/ 1818312 h 2237474"/>
              <a:gd name="connsiteX114" fmla="*/ 5505014 w 12192000"/>
              <a:gd name="connsiteY114" fmla="*/ 1819259 h 2237474"/>
              <a:gd name="connsiteX115" fmla="*/ 5453307 w 12192000"/>
              <a:gd name="connsiteY115" fmla="*/ 1815450 h 2237474"/>
              <a:gd name="connsiteX116" fmla="*/ 5364192 w 12192000"/>
              <a:gd name="connsiteY116" fmla="*/ 1826074 h 2237474"/>
              <a:gd name="connsiteX117" fmla="*/ 5350380 w 12192000"/>
              <a:gd name="connsiteY117" fmla="*/ 1830891 h 2237474"/>
              <a:gd name="connsiteX118" fmla="*/ 5259633 w 12192000"/>
              <a:gd name="connsiteY118" fmla="*/ 1837160 h 2237474"/>
              <a:gd name="connsiteX119" fmla="*/ 5197513 w 12192000"/>
              <a:gd name="connsiteY119" fmla="*/ 1844718 h 2237474"/>
              <a:gd name="connsiteX120" fmla="*/ 5184170 w 12192000"/>
              <a:gd name="connsiteY120" fmla="*/ 1849402 h 2237474"/>
              <a:gd name="connsiteX121" fmla="*/ 5168852 w 12192000"/>
              <a:gd name="connsiteY121" fmla="*/ 1844846 h 2237474"/>
              <a:gd name="connsiteX122" fmla="*/ 5164370 w 12192000"/>
              <a:gd name="connsiteY122" fmla="*/ 1840597 h 2237474"/>
              <a:gd name="connsiteX123" fmla="*/ 5114927 w 12192000"/>
              <a:gd name="connsiteY123" fmla="*/ 1847827 h 2237474"/>
              <a:gd name="connsiteX124" fmla="*/ 5108970 w 12192000"/>
              <a:gd name="connsiteY124" fmla="*/ 1847935 h 2237474"/>
              <a:gd name="connsiteX125" fmla="*/ 5067961 w 12192000"/>
              <a:gd name="connsiteY125" fmla="*/ 1845917 h 2237474"/>
              <a:gd name="connsiteX126" fmla="*/ 5007075 w 12192000"/>
              <a:gd name="connsiteY126" fmla="*/ 1838626 h 2237474"/>
              <a:gd name="connsiteX127" fmla="*/ 4944087 w 12192000"/>
              <a:gd name="connsiteY127" fmla="*/ 1823332 h 2237474"/>
              <a:gd name="connsiteX128" fmla="*/ 4907662 w 12192000"/>
              <a:gd name="connsiteY128" fmla="*/ 1816900 h 2237474"/>
              <a:gd name="connsiteX129" fmla="*/ 4882386 w 12192000"/>
              <a:gd name="connsiteY129" fmla="*/ 1809844 h 2237474"/>
              <a:gd name="connsiteX130" fmla="*/ 4811440 w 12192000"/>
              <a:gd name="connsiteY130" fmla="*/ 1804655 h 2237474"/>
              <a:gd name="connsiteX131" fmla="*/ 4691075 w 12192000"/>
              <a:gd name="connsiteY131" fmla="*/ 1801389 h 2237474"/>
              <a:gd name="connsiteX132" fmla="*/ 4611738 w 12192000"/>
              <a:gd name="connsiteY132" fmla="*/ 1776964 h 2237474"/>
              <a:gd name="connsiteX133" fmla="*/ 4560070 w 12192000"/>
              <a:gd name="connsiteY133" fmla="*/ 1785640 h 2237474"/>
              <a:gd name="connsiteX134" fmla="*/ 4536503 w 12192000"/>
              <a:gd name="connsiteY134" fmla="*/ 1785334 h 2237474"/>
              <a:gd name="connsiteX135" fmla="*/ 4513724 w 12192000"/>
              <a:gd name="connsiteY135" fmla="*/ 1791996 h 2237474"/>
              <a:gd name="connsiteX136" fmla="*/ 4459810 w 12192000"/>
              <a:gd name="connsiteY136" fmla="*/ 1797886 h 2237474"/>
              <a:gd name="connsiteX137" fmla="*/ 4379064 w 12192000"/>
              <a:gd name="connsiteY137" fmla="*/ 1817177 h 2237474"/>
              <a:gd name="connsiteX138" fmla="*/ 4319209 w 12192000"/>
              <a:gd name="connsiteY138" fmla="*/ 1834833 h 2237474"/>
              <a:gd name="connsiteX139" fmla="*/ 4290981 w 12192000"/>
              <a:gd name="connsiteY139" fmla="*/ 1839677 h 2237474"/>
              <a:gd name="connsiteX140" fmla="*/ 4285792 w 12192000"/>
              <a:gd name="connsiteY140" fmla="*/ 1836231 h 2237474"/>
              <a:gd name="connsiteX141" fmla="*/ 4238372 w 12192000"/>
              <a:gd name="connsiteY141" fmla="*/ 1851480 h 2237474"/>
              <a:gd name="connsiteX142" fmla="*/ 4232517 w 12192000"/>
              <a:gd name="connsiteY142" fmla="*/ 1852567 h 2237474"/>
              <a:gd name="connsiteX143" fmla="*/ 4191732 w 12192000"/>
              <a:gd name="connsiteY143" fmla="*/ 1857328 h 2237474"/>
              <a:gd name="connsiteX144" fmla="*/ 4065532 w 12192000"/>
              <a:gd name="connsiteY144" fmla="*/ 1855477 h 2237474"/>
              <a:gd name="connsiteX145" fmla="*/ 4028460 w 12192000"/>
              <a:gd name="connsiteY145" fmla="*/ 1855137 h 2237474"/>
              <a:gd name="connsiteX146" fmla="*/ 4002267 w 12192000"/>
              <a:gd name="connsiteY146" fmla="*/ 1852352 h 2237474"/>
              <a:gd name="connsiteX147" fmla="*/ 3931396 w 12192000"/>
              <a:gd name="connsiteY147" fmla="*/ 1858915 h 2237474"/>
              <a:gd name="connsiteX148" fmla="*/ 3812162 w 12192000"/>
              <a:gd name="connsiteY148" fmla="*/ 1875501 h 2237474"/>
              <a:gd name="connsiteX149" fmla="*/ 3729530 w 12192000"/>
              <a:gd name="connsiteY149" fmla="*/ 1864513 h 2237474"/>
              <a:gd name="connsiteX150" fmla="*/ 3680177 w 12192000"/>
              <a:gd name="connsiteY150" fmla="*/ 1881552 h 2237474"/>
              <a:gd name="connsiteX151" fmla="*/ 3567259 w 12192000"/>
              <a:gd name="connsiteY151" fmla="*/ 1893482 h 2237474"/>
              <a:gd name="connsiteX152" fmla="*/ 3405770 w 12192000"/>
              <a:gd name="connsiteY152" fmla="*/ 1904591 h 2237474"/>
              <a:gd name="connsiteX153" fmla="*/ 3280097 w 12192000"/>
              <a:gd name="connsiteY153" fmla="*/ 1919610 h 2237474"/>
              <a:gd name="connsiteX154" fmla="*/ 3123424 w 12192000"/>
              <a:gd name="connsiteY154" fmla="*/ 1952930 h 2237474"/>
              <a:gd name="connsiteX155" fmla="*/ 3009910 w 12192000"/>
              <a:gd name="connsiteY155" fmla="*/ 1957866 h 2237474"/>
              <a:gd name="connsiteX156" fmla="*/ 2995934 w 12192000"/>
              <a:gd name="connsiteY156" fmla="*/ 1967085 h 2237474"/>
              <a:gd name="connsiteX157" fmla="*/ 2980071 w 12192000"/>
              <a:gd name="connsiteY157" fmla="*/ 1972988 h 2237474"/>
              <a:gd name="connsiteX158" fmla="*/ 2978094 w 12192000"/>
              <a:gd name="connsiteY158" fmla="*/ 1972369 h 2237474"/>
              <a:gd name="connsiteX159" fmla="*/ 2942858 w 12192000"/>
              <a:gd name="connsiteY159" fmla="*/ 1981367 h 2237474"/>
              <a:gd name="connsiteX160" fmla="*/ 2875436 w 12192000"/>
              <a:gd name="connsiteY160" fmla="*/ 1996977 h 2237474"/>
              <a:gd name="connsiteX161" fmla="*/ 2874892 w 12192000"/>
              <a:gd name="connsiteY161" fmla="*/ 1996085 h 2237474"/>
              <a:gd name="connsiteX162" fmla="*/ 2864145 w 12192000"/>
              <a:gd name="connsiteY162" fmla="*/ 1994061 h 2237474"/>
              <a:gd name="connsiteX163" fmla="*/ 2843662 w 12192000"/>
              <a:gd name="connsiteY163" fmla="*/ 1992498 h 2237474"/>
              <a:gd name="connsiteX164" fmla="*/ 2796128 w 12192000"/>
              <a:gd name="connsiteY164" fmla="*/ 1976403 h 2237474"/>
              <a:gd name="connsiteX165" fmla="*/ 2756784 w 12192000"/>
              <a:gd name="connsiteY165" fmla="*/ 1985116 h 2237474"/>
              <a:gd name="connsiteX166" fmla="*/ 2748833 w 12192000"/>
              <a:gd name="connsiteY166" fmla="*/ 1986323 h 2237474"/>
              <a:gd name="connsiteX167" fmla="*/ 2748661 w 12192000"/>
              <a:gd name="connsiteY167" fmla="*/ 1986122 h 2237474"/>
              <a:gd name="connsiteX168" fmla="*/ 2740251 w 12192000"/>
              <a:gd name="connsiteY168" fmla="*/ 1986946 h 2237474"/>
              <a:gd name="connsiteX169" fmla="*/ 2718916 w 12192000"/>
              <a:gd name="connsiteY169" fmla="*/ 1990867 h 2237474"/>
              <a:gd name="connsiteX170" fmla="*/ 2713522 w 12192000"/>
              <a:gd name="connsiteY170" fmla="*/ 1990173 h 2237474"/>
              <a:gd name="connsiteX171" fmla="*/ 2680597 w 12192000"/>
              <a:gd name="connsiteY171" fmla="*/ 1984996 h 2237474"/>
              <a:gd name="connsiteX172" fmla="*/ 2578178 w 12192000"/>
              <a:gd name="connsiteY172" fmla="*/ 1990531 h 2237474"/>
              <a:gd name="connsiteX173" fmla="*/ 2476147 w 12192000"/>
              <a:gd name="connsiteY173" fmla="*/ 1998305 h 2237474"/>
              <a:gd name="connsiteX174" fmla="*/ 2373568 w 12192000"/>
              <a:gd name="connsiteY174" fmla="*/ 2003219 h 2237474"/>
              <a:gd name="connsiteX175" fmla="*/ 2321399 w 12192000"/>
              <a:gd name="connsiteY175" fmla="*/ 1989467 h 2237474"/>
              <a:gd name="connsiteX176" fmla="*/ 2315525 w 12192000"/>
              <a:gd name="connsiteY176" fmla="*/ 1989708 h 2237474"/>
              <a:gd name="connsiteX177" fmla="*/ 2300792 w 12192000"/>
              <a:gd name="connsiteY177" fmla="*/ 1994290 h 2237474"/>
              <a:gd name="connsiteX178" fmla="*/ 2295469 w 12192000"/>
              <a:gd name="connsiteY178" fmla="*/ 1996659 h 2237474"/>
              <a:gd name="connsiteX179" fmla="*/ 2287219 w 12192000"/>
              <a:gd name="connsiteY179" fmla="*/ 1998750 h 2237474"/>
              <a:gd name="connsiteX180" fmla="*/ 2286948 w 12192000"/>
              <a:gd name="connsiteY180" fmla="*/ 1998596 h 2237474"/>
              <a:gd name="connsiteX181" fmla="*/ 2243069 w 12192000"/>
              <a:gd name="connsiteY181" fmla="*/ 2015111 h 2237474"/>
              <a:gd name="connsiteX182" fmla="*/ 2186609 w 12192000"/>
              <a:gd name="connsiteY182" fmla="*/ 2008263 h 2237474"/>
              <a:gd name="connsiteX183" fmla="*/ 2164831 w 12192000"/>
              <a:gd name="connsiteY183" fmla="*/ 2010143 h 2237474"/>
              <a:gd name="connsiteX184" fmla="*/ 2152836 w 12192000"/>
              <a:gd name="connsiteY184" fmla="*/ 2010048 h 2237474"/>
              <a:gd name="connsiteX185" fmla="*/ 2117102 w 12192000"/>
              <a:gd name="connsiteY185" fmla="*/ 2023004 h 2237474"/>
              <a:gd name="connsiteX186" fmla="*/ 2111935 w 12192000"/>
              <a:gd name="connsiteY186" fmla="*/ 2023163 h 2237474"/>
              <a:gd name="connsiteX187" fmla="*/ 2089991 w 12192000"/>
              <a:gd name="connsiteY187" fmla="*/ 2034193 h 2237474"/>
              <a:gd name="connsiteX188" fmla="*/ 2058061 w 12192000"/>
              <a:gd name="connsiteY188" fmla="*/ 2047942 h 2237474"/>
              <a:gd name="connsiteX189" fmla="*/ 2055737 w 12192000"/>
              <a:gd name="connsiteY189" fmla="*/ 2047704 h 2237474"/>
              <a:gd name="connsiteX190" fmla="*/ 2042244 w 12192000"/>
              <a:gd name="connsiteY190" fmla="*/ 2055560 h 2237474"/>
              <a:gd name="connsiteX191" fmla="*/ 1976224 w 12192000"/>
              <a:gd name="connsiteY191" fmla="*/ 2074257 h 2237474"/>
              <a:gd name="connsiteX192" fmla="*/ 1877728 w 12192000"/>
              <a:gd name="connsiteY192" fmla="*/ 2101004 h 2237474"/>
              <a:gd name="connsiteX193" fmla="*/ 1759056 w 12192000"/>
              <a:gd name="connsiteY193" fmla="*/ 2125608 h 2237474"/>
              <a:gd name="connsiteX194" fmla="*/ 1637948 w 12192000"/>
              <a:gd name="connsiteY194" fmla="*/ 2172597 h 2237474"/>
              <a:gd name="connsiteX195" fmla="*/ 1434549 w 12192000"/>
              <a:gd name="connsiteY195" fmla="*/ 2234522 h 2237474"/>
              <a:gd name="connsiteX196" fmla="*/ 1398481 w 12192000"/>
              <a:gd name="connsiteY196" fmla="*/ 2237074 h 2237474"/>
              <a:gd name="connsiteX197" fmla="*/ 1398407 w 12192000"/>
              <a:gd name="connsiteY197" fmla="*/ 2237095 h 2237474"/>
              <a:gd name="connsiteX198" fmla="*/ 1370962 w 12192000"/>
              <a:gd name="connsiteY198" fmla="*/ 2237474 h 2237474"/>
              <a:gd name="connsiteX199" fmla="*/ 1356367 w 12192000"/>
              <a:gd name="connsiteY199" fmla="*/ 2235089 h 2237474"/>
              <a:gd name="connsiteX200" fmla="*/ 1324828 w 12192000"/>
              <a:gd name="connsiteY200" fmla="*/ 2231968 h 2237474"/>
              <a:gd name="connsiteX201" fmla="*/ 1297744 w 12192000"/>
              <a:gd name="connsiteY201" fmla="*/ 2235849 h 2237474"/>
              <a:gd name="connsiteX202" fmla="*/ 1286236 w 12192000"/>
              <a:gd name="connsiteY202" fmla="*/ 2233135 h 2237474"/>
              <a:gd name="connsiteX203" fmla="*/ 1283504 w 12192000"/>
              <a:gd name="connsiteY203" fmla="*/ 2233797 h 2237474"/>
              <a:gd name="connsiteX204" fmla="*/ 1279765 w 12192000"/>
              <a:gd name="connsiteY204" fmla="*/ 2229639 h 2237474"/>
              <a:gd name="connsiteX205" fmla="*/ 1195347 w 12192000"/>
              <a:gd name="connsiteY205" fmla="*/ 2212354 h 2237474"/>
              <a:gd name="connsiteX206" fmla="*/ 970251 w 12192000"/>
              <a:gd name="connsiteY206" fmla="*/ 2221029 h 2237474"/>
              <a:gd name="connsiteX207" fmla="*/ 812914 w 12192000"/>
              <a:gd name="connsiteY207" fmla="*/ 2202752 h 2237474"/>
              <a:gd name="connsiteX208" fmla="*/ 800195 w 12192000"/>
              <a:gd name="connsiteY208" fmla="*/ 2209407 h 2237474"/>
              <a:gd name="connsiteX209" fmla="*/ 784978 w 12192000"/>
              <a:gd name="connsiteY209" fmla="*/ 2212360 h 2237474"/>
              <a:gd name="connsiteX210" fmla="*/ 681987 w 12192000"/>
              <a:gd name="connsiteY210" fmla="*/ 2216757 h 2237474"/>
              <a:gd name="connsiteX211" fmla="*/ 669923 w 12192000"/>
              <a:gd name="connsiteY211" fmla="*/ 2211682 h 2237474"/>
              <a:gd name="connsiteX212" fmla="*/ 648680 w 12192000"/>
              <a:gd name="connsiteY212" fmla="*/ 2206229 h 2237474"/>
              <a:gd name="connsiteX213" fmla="*/ 597225 w 12192000"/>
              <a:gd name="connsiteY213" fmla="*/ 2180999 h 2237474"/>
              <a:gd name="connsiteX214" fmla="*/ 558449 w 12192000"/>
              <a:gd name="connsiteY214" fmla="*/ 2182346 h 2237474"/>
              <a:gd name="connsiteX215" fmla="*/ 550517 w 12192000"/>
              <a:gd name="connsiteY215" fmla="*/ 2182060 h 2237474"/>
              <a:gd name="connsiteX216" fmla="*/ 550309 w 12192000"/>
              <a:gd name="connsiteY216" fmla="*/ 2181825 h 2237474"/>
              <a:gd name="connsiteX217" fmla="*/ 541836 w 12192000"/>
              <a:gd name="connsiteY217" fmla="*/ 2181063 h 2237474"/>
              <a:gd name="connsiteX218" fmla="*/ 536057 w 12192000"/>
              <a:gd name="connsiteY218" fmla="*/ 2181537 h 2237474"/>
              <a:gd name="connsiteX219" fmla="*/ 520671 w 12192000"/>
              <a:gd name="connsiteY219" fmla="*/ 2180980 h 2237474"/>
              <a:gd name="connsiteX220" fmla="*/ 515024 w 12192000"/>
              <a:gd name="connsiteY220" fmla="*/ 2179258 h 2237474"/>
              <a:gd name="connsiteX221" fmla="*/ 512278 w 12192000"/>
              <a:gd name="connsiteY221" fmla="*/ 2176369 h 2237474"/>
              <a:gd name="connsiteX222" fmla="*/ 480419 w 12192000"/>
              <a:gd name="connsiteY222" fmla="*/ 2167807 h 2237474"/>
              <a:gd name="connsiteX223" fmla="*/ 413835 w 12192000"/>
              <a:gd name="connsiteY223" fmla="*/ 2156783 h 2237474"/>
              <a:gd name="connsiteX224" fmla="*/ 376513 w 12192000"/>
              <a:gd name="connsiteY224" fmla="*/ 2154014 h 2237474"/>
              <a:gd name="connsiteX225" fmla="*/ 273386 w 12192000"/>
              <a:gd name="connsiteY225" fmla="*/ 2142551 h 2237474"/>
              <a:gd name="connsiteX226" fmla="*/ 169207 w 12192000"/>
              <a:gd name="connsiteY226" fmla="*/ 2128100 h 2237474"/>
              <a:gd name="connsiteX227" fmla="*/ 93149 w 12192000"/>
              <a:gd name="connsiteY227" fmla="*/ 2105324 h 2237474"/>
              <a:gd name="connsiteX228" fmla="*/ 88109 w 12192000"/>
              <a:gd name="connsiteY228" fmla="*/ 2106704 h 2237474"/>
              <a:gd name="connsiteX229" fmla="*/ 80022 w 12192000"/>
              <a:gd name="connsiteY229" fmla="*/ 2107254 h 2237474"/>
              <a:gd name="connsiteX230" fmla="*/ 79717 w 12192000"/>
              <a:gd name="connsiteY230" fmla="*/ 2107046 h 2237474"/>
              <a:gd name="connsiteX231" fmla="*/ 72352 w 12192000"/>
              <a:gd name="connsiteY231" fmla="*/ 2107991 h 2237474"/>
              <a:gd name="connsiteX232" fmla="*/ 37645 w 12192000"/>
              <a:gd name="connsiteY232" fmla="*/ 2115401 h 2237474"/>
              <a:gd name="connsiteX233" fmla="*/ 4572 w 12192000"/>
              <a:gd name="connsiteY233" fmla="*/ 2111091 h 2237474"/>
              <a:gd name="connsiteX234" fmla="*/ 0 w 12192000"/>
              <a:gd name="connsiteY234" fmla="*/ 2110468 h 2237474"/>
              <a:gd name="connsiteX235" fmla="*/ 0 w 12192000"/>
              <a:gd name="connsiteY23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08541 w 12192000"/>
              <a:gd name="connsiteY102" fmla="*/ 1668757 h 2237474"/>
              <a:gd name="connsiteX103" fmla="*/ 6471012 w 12192000"/>
              <a:gd name="connsiteY103" fmla="*/ 1678604 h 2237474"/>
              <a:gd name="connsiteX104" fmla="*/ 6415265 w 12192000"/>
              <a:gd name="connsiteY104" fmla="*/ 1665317 h 2237474"/>
              <a:gd name="connsiteX105" fmla="*/ 6364035 w 12192000"/>
              <a:gd name="connsiteY105" fmla="*/ 1667683 h 2237474"/>
              <a:gd name="connsiteX106" fmla="*/ 6280959 w 12192000"/>
              <a:gd name="connsiteY106" fmla="*/ 1689329 h 2237474"/>
              <a:gd name="connsiteX107" fmla="*/ 6243319 w 12192000"/>
              <a:gd name="connsiteY107" fmla="*/ 1695560 h 2237474"/>
              <a:gd name="connsiteX108" fmla="*/ 6098321 w 12192000"/>
              <a:gd name="connsiteY108" fmla="*/ 1721646 h 2237474"/>
              <a:gd name="connsiteX109" fmla="*/ 5880652 w 12192000"/>
              <a:gd name="connsiteY109" fmla="*/ 1779643 h 2237474"/>
              <a:gd name="connsiteX110" fmla="*/ 5785959 w 12192000"/>
              <a:gd name="connsiteY110" fmla="*/ 1775307 h 2237474"/>
              <a:gd name="connsiteX111" fmla="*/ 5643534 w 12192000"/>
              <a:gd name="connsiteY111" fmla="*/ 1802919 h 2237474"/>
              <a:gd name="connsiteX112" fmla="*/ 5518799 w 12192000"/>
              <a:gd name="connsiteY112" fmla="*/ 1818312 h 2237474"/>
              <a:gd name="connsiteX113" fmla="*/ 5505014 w 12192000"/>
              <a:gd name="connsiteY113" fmla="*/ 1819259 h 2237474"/>
              <a:gd name="connsiteX114" fmla="*/ 5453307 w 12192000"/>
              <a:gd name="connsiteY114" fmla="*/ 1815450 h 2237474"/>
              <a:gd name="connsiteX115" fmla="*/ 5364192 w 12192000"/>
              <a:gd name="connsiteY115" fmla="*/ 1826074 h 2237474"/>
              <a:gd name="connsiteX116" fmla="*/ 5350380 w 12192000"/>
              <a:gd name="connsiteY116" fmla="*/ 1830891 h 2237474"/>
              <a:gd name="connsiteX117" fmla="*/ 5259633 w 12192000"/>
              <a:gd name="connsiteY117" fmla="*/ 1837160 h 2237474"/>
              <a:gd name="connsiteX118" fmla="*/ 5197513 w 12192000"/>
              <a:gd name="connsiteY118" fmla="*/ 1844718 h 2237474"/>
              <a:gd name="connsiteX119" fmla="*/ 5184170 w 12192000"/>
              <a:gd name="connsiteY119" fmla="*/ 1849402 h 2237474"/>
              <a:gd name="connsiteX120" fmla="*/ 5168852 w 12192000"/>
              <a:gd name="connsiteY120" fmla="*/ 1844846 h 2237474"/>
              <a:gd name="connsiteX121" fmla="*/ 5164370 w 12192000"/>
              <a:gd name="connsiteY121" fmla="*/ 1840597 h 2237474"/>
              <a:gd name="connsiteX122" fmla="*/ 5114927 w 12192000"/>
              <a:gd name="connsiteY122" fmla="*/ 1847827 h 2237474"/>
              <a:gd name="connsiteX123" fmla="*/ 5108970 w 12192000"/>
              <a:gd name="connsiteY123" fmla="*/ 1847935 h 2237474"/>
              <a:gd name="connsiteX124" fmla="*/ 5067961 w 12192000"/>
              <a:gd name="connsiteY124" fmla="*/ 1845917 h 2237474"/>
              <a:gd name="connsiteX125" fmla="*/ 5007075 w 12192000"/>
              <a:gd name="connsiteY125" fmla="*/ 1838626 h 2237474"/>
              <a:gd name="connsiteX126" fmla="*/ 4944087 w 12192000"/>
              <a:gd name="connsiteY126" fmla="*/ 1823332 h 2237474"/>
              <a:gd name="connsiteX127" fmla="*/ 4907662 w 12192000"/>
              <a:gd name="connsiteY127" fmla="*/ 1816900 h 2237474"/>
              <a:gd name="connsiteX128" fmla="*/ 4882386 w 12192000"/>
              <a:gd name="connsiteY128" fmla="*/ 1809844 h 2237474"/>
              <a:gd name="connsiteX129" fmla="*/ 4811440 w 12192000"/>
              <a:gd name="connsiteY129" fmla="*/ 1804655 h 2237474"/>
              <a:gd name="connsiteX130" fmla="*/ 4691075 w 12192000"/>
              <a:gd name="connsiteY130" fmla="*/ 1801389 h 2237474"/>
              <a:gd name="connsiteX131" fmla="*/ 4611738 w 12192000"/>
              <a:gd name="connsiteY131" fmla="*/ 1776964 h 2237474"/>
              <a:gd name="connsiteX132" fmla="*/ 4560070 w 12192000"/>
              <a:gd name="connsiteY132" fmla="*/ 1785640 h 2237474"/>
              <a:gd name="connsiteX133" fmla="*/ 4536503 w 12192000"/>
              <a:gd name="connsiteY133" fmla="*/ 1785334 h 2237474"/>
              <a:gd name="connsiteX134" fmla="*/ 4513724 w 12192000"/>
              <a:gd name="connsiteY134" fmla="*/ 1791996 h 2237474"/>
              <a:gd name="connsiteX135" fmla="*/ 4459810 w 12192000"/>
              <a:gd name="connsiteY135" fmla="*/ 1797886 h 2237474"/>
              <a:gd name="connsiteX136" fmla="*/ 4379064 w 12192000"/>
              <a:gd name="connsiteY136" fmla="*/ 1817177 h 2237474"/>
              <a:gd name="connsiteX137" fmla="*/ 4319209 w 12192000"/>
              <a:gd name="connsiteY137" fmla="*/ 1834833 h 2237474"/>
              <a:gd name="connsiteX138" fmla="*/ 4290981 w 12192000"/>
              <a:gd name="connsiteY138" fmla="*/ 1839677 h 2237474"/>
              <a:gd name="connsiteX139" fmla="*/ 4285792 w 12192000"/>
              <a:gd name="connsiteY139" fmla="*/ 1836231 h 2237474"/>
              <a:gd name="connsiteX140" fmla="*/ 4238372 w 12192000"/>
              <a:gd name="connsiteY140" fmla="*/ 1851480 h 2237474"/>
              <a:gd name="connsiteX141" fmla="*/ 4232517 w 12192000"/>
              <a:gd name="connsiteY141" fmla="*/ 1852567 h 2237474"/>
              <a:gd name="connsiteX142" fmla="*/ 4191732 w 12192000"/>
              <a:gd name="connsiteY142" fmla="*/ 1857328 h 2237474"/>
              <a:gd name="connsiteX143" fmla="*/ 4065532 w 12192000"/>
              <a:gd name="connsiteY143" fmla="*/ 1855477 h 2237474"/>
              <a:gd name="connsiteX144" fmla="*/ 4028460 w 12192000"/>
              <a:gd name="connsiteY144" fmla="*/ 1855137 h 2237474"/>
              <a:gd name="connsiteX145" fmla="*/ 4002267 w 12192000"/>
              <a:gd name="connsiteY145" fmla="*/ 1852352 h 2237474"/>
              <a:gd name="connsiteX146" fmla="*/ 3931396 w 12192000"/>
              <a:gd name="connsiteY146" fmla="*/ 1858915 h 2237474"/>
              <a:gd name="connsiteX147" fmla="*/ 3812162 w 12192000"/>
              <a:gd name="connsiteY147" fmla="*/ 1875501 h 2237474"/>
              <a:gd name="connsiteX148" fmla="*/ 3729530 w 12192000"/>
              <a:gd name="connsiteY148" fmla="*/ 1864513 h 2237474"/>
              <a:gd name="connsiteX149" fmla="*/ 3680177 w 12192000"/>
              <a:gd name="connsiteY149" fmla="*/ 1881552 h 2237474"/>
              <a:gd name="connsiteX150" fmla="*/ 3567259 w 12192000"/>
              <a:gd name="connsiteY150" fmla="*/ 1893482 h 2237474"/>
              <a:gd name="connsiteX151" fmla="*/ 3405770 w 12192000"/>
              <a:gd name="connsiteY151" fmla="*/ 1904591 h 2237474"/>
              <a:gd name="connsiteX152" fmla="*/ 3280097 w 12192000"/>
              <a:gd name="connsiteY152" fmla="*/ 1919610 h 2237474"/>
              <a:gd name="connsiteX153" fmla="*/ 3123424 w 12192000"/>
              <a:gd name="connsiteY153" fmla="*/ 1952930 h 2237474"/>
              <a:gd name="connsiteX154" fmla="*/ 3009910 w 12192000"/>
              <a:gd name="connsiteY154" fmla="*/ 1957866 h 2237474"/>
              <a:gd name="connsiteX155" fmla="*/ 2995934 w 12192000"/>
              <a:gd name="connsiteY155" fmla="*/ 1967085 h 2237474"/>
              <a:gd name="connsiteX156" fmla="*/ 2980071 w 12192000"/>
              <a:gd name="connsiteY156" fmla="*/ 1972988 h 2237474"/>
              <a:gd name="connsiteX157" fmla="*/ 2978094 w 12192000"/>
              <a:gd name="connsiteY157" fmla="*/ 1972369 h 2237474"/>
              <a:gd name="connsiteX158" fmla="*/ 2942858 w 12192000"/>
              <a:gd name="connsiteY158" fmla="*/ 1981367 h 2237474"/>
              <a:gd name="connsiteX159" fmla="*/ 2875436 w 12192000"/>
              <a:gd name="connsiteY159" fmla="*/ 1996977 h 2237474"/>
              <a:gd name="connsiteX160" fmla="*/ 2874892 w 12192000"/>
              <a:gd name="connsiteY160" fmla="*/ 1996085 h 2237474"/>
              <a:gd name="connsiteX161" fmla="*/ 2864145 w 12192000"/>
              <a:gd name="connsiteY161" fmla="*/ 1994061 h 2237474"/>
              <a:gd name="connsiteX162" fmla="*/ 2843662 w 12192000"/>
              <a:gd name="connsiteY162" fmla="*/ 1992498 h 2237474"/>
              <a:gd name="connsiteX163" fmla="*/ 2796128 w 12192000"/>
              <a:gd name="connsiteY163" fmla="*/ 1976403 h 2237474"/>
              <a:gd name="connsiteX164" fmla="*/ 2756784 w 12192000"/>
              <a:gd name="connsiteY164" fmla="*/ 1985116 h 2237474"/>
              <a:gd name="connsiteX165" fmla="*/ 2748833 w 12192000"/>
              <a:gd name="connsiteY165" fmla="*/ 1986323 h 2237474"/>
              <a:gd name="connsiteX166" fmla="*/ 2748661 w 12192000"/>
              <a:gd name="connsiteY166" fmla="*/ 1986122 h 2237474"/>
              <a:gd name="connsiteX167" fmla="*/ 2740251 w 12192000"/>
              <a:gd name="connsiteY167" fmla="*/ 1986946 h 2237474"/>
              <a:gd name="connsiteX168" fmla="*/ 2718916 w 12192000"/>
              <a:gd name="connsiteY168" fmla="*/ 1990867 h 2237474"/>
              <a:gd name="connsiteX169" fmla="*/ 2713522 w 12192000"/>
              <a:gd name="connsiteY169" fmla="*/ 1990173 h 2237474"/>
              <a:gd name="connsiteX170" fmla="*/ 2680597 w 12192000"/>
              <a:gd name="connsiteY170" fmla="*/ 1984996 h 2237474"/>
              <a:gd name="connsiteX171" fmla="*/ 2578178 w 12192000"/>
              <a:gd name="connsiteY171" fmla="*/ 1990531 h 2237474"/>
              <a:gd name="connsiteX172" fmla="*/ 2476147 w 12192000"/>
              <a:gd name="connsiteY172" fmla="*/ 1998305 h 2237474"/>
              <a:gd name="connsiteX173" fmla="*/ 2373568 w 12192000"/>
              <a:gd name="connsiteY173" fmla="*/ 2003219 h 2237474"/>
              <a:gd name="connsiteX174" fmla="*/ 2321399 w 12192000"/>
              <a:gd name="connsiteY174" fmla="*/ 1989467 h 2237474"/>
              <a:gd name="connsiteX175" fmla="*/ 2315525 w 12192000"/>
              <a:gd name="connsiteY175" fmla="*/ 1989708 h 2237474"/>
              <a:gd name="connsiteX176" fmla="*/ 2300792 w 12192000"/>
              <a:gd name="connsiteY176" fmla="*/ 1994290 h 2237474"/>
              <a:gd name="connsiteX177" fmla="*/ 2295469 w 12192000"/>
              <a:gd name="connsiteY177" fmla="*/ 1996659 h 2237474"/>
              <a:gd name="connsiteX178" fmla="*/ 2287219 w 12192000"/>
              <a:gd name="connsiteY178" fmla="*/ 1998750 h 2237474"/>
              <a:gd name="connsiteX179" fmla="*/ 2286948 w 12192000"/>
              <a:gd name="connsiteY179" fmla="*/ 1998596 h 2237474"/>
              <a:gd name="connsiteX180" fmla="*/ 2243069 w 12192000"/>
              <a:gd name="connsiteY180" fmla="*/ 2015111 h 2237474"/>
              <a:gd name="connsiteX181" fmla="*/ 2186609 w 12192000"/>
              <a:gd name="connsiteY181" fmla="*/ 2008263 h 2237474"/>
              <a:gd name="connsiteX182" fmla="*/ 2164831 w 12192000"/>
              <a:gd name="connsiteY182" fmla="*/ 2010143 h 2237474"/>
              <a:gd name="connsiteX183" fmla="*/ 2152836 w 12192000"/>
              <a:gd name="connsiteY183" fmla="*/ 2010048 h 2237474"/>
              <a:gd name="connsiteX184" fmla="*/ 2117102 w 12192000"/>
              <a:gd name="connsiteY184" fmla="*/ 2023004 h 2237474"/>
              <a:gd name="connsiteX185" fmla="*/ 2111935 w 12192000"/>
              <a:gd name="connsiteY185" fmla="*/ 2023163 h 2237474"/>
              <a:gd name="connsiteX186" fmla="*/ 2089991 w 12192000"/>
              <a:gd name="connsiteY186" fmla="*/ 2034193 h 2237474"/>
              <a:gd name="connsiteX187" fmla="*/ 2058061 w 12192000"/>
              <a:gd name="connsiteY187" fmla="*/ 2047942 h 2237474"/>
              <a:gd name="connsiteX188" fmla="*/ 2055737 w 12192000"/>
              <a:gd name="connsiteY188" fmla="*/ 2047704 h 2237474"/>
              <a:gd name="connsiteX189" fmla="*/ 2042244 w 12192000"/>
              <a:gd name="connsiteY189" fmla="*/ 2055560 h 2237474"/>
              <a:gd name="connsiteX190" fmla="*/ 1976224 w 12192000"/>
              <a:gd name="connsiteY190" fmla="*/ 2074257 h 2237474"/>
              <a:gd name="connsiteX191" fmla="*/ 1877728 w 12192000"/>
              <a:gd name="connsiteY191" fmla="*/ 2101004 h 2237474"/>
              <a:gd name="connsiteX192" fmla="*/ 1759056 w 12192000"/>
              <a:gd name="connsiteY192" fmla="*/ 2125608 h 2237474"/>
              <a:gd name="connsiteX193" fmla="*/ 1637948 w 12192000"/>
              <a:gd name="connsiteY193" fmla="*/ 2172597 h 2237474"/>
              <a:gd name="connsiteX194" fmla="*/ 1434549 w 12192000"/>
              <a:gd name="connsiteY194" fmla="*/ 2234522 h 2237474"/>
              <a:gd name="connsiteX195" fmla="*/ 1398481 w 12192000"/>
              <a:gd name="connsiteY195" fmla="*/ 2237074 h 2237474"/>
              <a:gd name="connsiteX196" fmla="*/ 1398407 w 12192000"/>
              <a:gd name="connsiteY196" fmla="*/ 2237095 h 2237474"/>
              <a:gd name="connsiteX197" fmla="*/ 1370962 w 12192000"/>
              <a:gd name="connsiteY197" fmla="*/ 2237474 h 2237474"/>
              <a:gd name="connsiteX198" fmla="*/ 1356367 w 12192000"/>
              <a:gd name="connsiteY198" fmla="*/ 2235089 h 2237474"/>
              <a:gd name="connsiteX199" fmla="*/ 1324828 w 12192000"/>
              <a:gd name="connsiteY199" fmla="*/ 2231968 h 2237474"/>
              <a:gd name="connsiteX200" fmla="*/ 1297744 w 12192000"/>
              <a:gd name="connsiteY200" fmla="*/ 2235849 h 2237474"/>
              <a:gd name="connsiteX201" fmla="*/ 1286236 w 12192000"/>
              <a:gd name="connsiteY201" fmla="*/ 2233135 h 2237474"/>
              <a:gd name="connsiteX202" fmla="*/ 1283504 w 12192000"/>
              <a:gd name="connsiteY202" fmla="*/ 2233797 h 2237474"/>
              <a:gd name="connsiteX203" fmla="*/ 1279765 w 12192000"/>
              <a:gd name="connsiteY203" fmla="*/ 2229639 h 2237474"/>
              <a:gd name="connsiteX204" fmla="*/ 1195347 w 12192000"/>
              <a:gd name="connsiteY204" fmla="*/ 2212354 h 2237474"/>
              <a:gd name="connsiteX205" fmla="*/ 970251 w 12192000"/>
              <a:gd name="connsiteY205" fmla="*/ 2221029 h 2237474"/>
              <a:gd name="connsiteX206" fmla="*/ 812914 w 12192000"/>
              <a:gd name="connsiteY206" fmla="*/ 2202752 h 2237474"/>
              <a:gd name="connsiteX207" fmla="*/ 800195 w 12192000"/>
              <a:gd name="connsiteY207" fmla="*/ 2209407 h 2237474"/>
              <a:gd name="connsiteX208" fmla="*/ 784978 w 12192000"/>
              <a:gd name="connsiteY208" fmla="*/ 2212360 h 2237474"/>
              <a:gd name="connsiteX209" fmla="*/ 681987 w 12192000"/>
              <a:gd name="connsiteY209" fmla="*/ 2216757 h 2237474"/>
              <a:gd name="connsiteX210" fmla="*/ 669923 w 12192000"/>
              <a:gd name="connsiteY210" fmla="*/ 2211682 h 2237474"/>
              <a:gd name="connsiteX211" fmla="*/ 648680 w 12192000"/>
              <a:gd name="connsiteY211" fmla="*/ 2206229 h 2237474"/>
              <a:gd name="connsiteX212" fmla="*/ 597225 w 12192000"/>
              <a:gd name="connsiteY212" fmla="*/ 2180999 h 2237474"/>
              <a:gd name="connsiteX213" fmla="*/ 558449 w 12192000"/>
              <a:gd name="connsiteY213" fmla="*/ 2182346 h 2237474"/>
              <a:gd name="connsiteX214" fmla="*/ 550517 w 12192000"/>
              <a:gd name="connsiteY214" fmla="*/ 2182060 h 2237474"/>
              <a:gd name="connsiteX215" fmla="*/ 550309 w 12192000"/>
              <a:gd name="connsiteY215" fmla="*/ 2181825 h 2237474"/>
              <a:gd name="connsiteX216" fmla="*/ 541836 w 12192000"/>
              <a:gd name="connsiteY216" fmla="*/ 2181063 h 2237474"/>
              <a:gd name="connsiteX217" fmla="*/ 536057 w 12192000"/>
              <a:gd name="connsiteY217" fmla="*/ 2181537 h 2237474"/>
              <a:gd name="connsiteX218" fmla="*/ 520671 w 12192000"/>
              <a:gd name="connsiteY218" fmla="*/ 2180980 h 2237474"/>
              <a:gd name="connsiteX219" fmla="*/ 515024 w 12192000"/>
              <a:gd name="connsiteY219" fmla="*/ 2179258 h 2237474"/>
              <a:gd name="connsiteX220" fmla="*/ 512278 w 12192000"/>
              <a:gd name="connsiteY220" fmla="*/ 2176369 h 2237474"/>
              <a:gd name="connsiteX221" fmla="*/ 480419 w 12192000"/>
              <a:gd name="connsiteY221" fmla="*/ 2167807 h 2237474"/>
              <a:gd name="connsiteX222" fmla="*/ 413835 w 12192000"/>
              <a:gd name="connsiteY222" fmla="*/ 2156783 h 2237474"/>
              <a:gd name="connsiteX223" fmla="*/ 376513 w 12192000"/>
              <a:gd name="connsiteY223" fmla="*/ 2154014 h 2237474"/>
              <a:gd name="connsiteX224" fmla="*/ 273386 w 12192000"/>
              <a:gd name="connsiteY224" fmla="*/ 2142551 h 2237474"/>
              <a:gd name="connsiteX225" fmla="*/ 169207 w 12192000"/>
              <a:gd name="connsiteY225" fmla="*/ 2128100 h 2237474"/>
              <a:gd name="connsiteX226" fmla="*/ 93149 w 12192000"/>
              <a:gd name="connsiteY226" fmla="*/ 2105324 h 2237474"/>
              <a:gd name="connsiteX227" fmla="*/ 88109 w 12192000"/>
              <a:gd name="connsiteY227" fmla="*/ 2106704 h 2237474"/>
              <a:gd name="connsiteX228" fmla="*/ 80022 w 12192000"/>
              <a:gd name="connsiteY228" fmla="*/ 2107254 h 2237474"/>
              <a:gd name="connsiteX229" fmla="*/ 79717 w 12192000"/>
              <a:gd name="connsiteY229" fmla="*/ 2107046 h 2237474"/>
              <a:gd name="connsiteX230" fmla="*/ 72352 w 12192000"/>
              <a:gd name="connsiteY230" fmla="*/ 2107991 h 2237474"/>
              <a:gd name="connsiteX231" fmla="*/ 37645 w 12192000"/>
              <a:gd name="connsiteY231" fmla="*/ 2115401 h 2237474"/>
              <a:gd name="connsiteX232" fmla="*/ 4572 w 12192000"/>
              <a:gd name="connsiteY232" fmla="*/ 2111091 h 2237474"/>
              <a:gd name="connsiteX233" fmla="*/ 0 w 12192000"/>
              <a:gd name="connsiteY233" fmla="*/ 2110468 h 2237474"/>
              <a:gd name="connsiteX234" fmla="*/ 0 w 12192000"/>
              <a:gd name="connsiteY234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16595 w 12192000"/>
              <a:gd name="connsiteY100" fmla="*/ 1667475 h 2237474"/>
              <a:gd name="connsiteX101" fmla="*/ 6508541 w 12192000"/>
              <a:gd name="connsiteY101" fmla="*/ 1668757 h 2237474"/>
              <a:gd name="connsiteX102" fmla="*/ 6471012 w 12192000"/>
              <a:gd name="connsiteY102" fmla="*/ 1678604 h 2237474"/>
              <a:gd name="connsiteX103" fmla="*/ 6415265 w 12192000"/>
              <a:gd name="connsiteY103" fmla="*/ 1665317 h 2237474"/>
              <a:gd name="connsiteX104" fmla="*/ 6364035 w 12192000"/>
              <a:gd name="connsiteY104" fmla="*/ 1667683 h 2237474"/>
              <a:gd name="connsiteX105" fmla="*/ 6280959 w 12192000"/>
              <a:gd name="connsiteY105" fmla="*/ 1689329 h 2237474"/>
              <a:gd name="connsiteX106" fmla="*/ 6243319 w 12192000"/>
              <a:gd name="connsiteY106" fmla="*/ 1695560 h 2237474"/>
              <a:gd name="connsiteX107" fmla="*/ 6098321 w 12192000"/>
              <a:gd name="connsiteY107" fmla="*/ 1721646 h 2237474"/>
              <a:gd name="connsiteX108" fmla="*/ 5880652 w 12192000"/>
              <a:gd name="connsiteY108" fmla="*/ 1779643 h 2237474"/>
              <a:gd name="connsiteX109" fmla="*/ 5785959 w 12192000"/>
              <a:gd name="connsiteY109" fmla="*/ 1775307 h 2237474"/>
              <a:gd name="connsiteX110" fmla="*/ 5643534 w 12192000"/>
              <a:gd name="connsiteY110" fmla="*/ 1802919 h 2237474"/>
              <a:gd name="connsiteX111" fmla="*/ 5518799 w 12192000"/>
              <a:gd name="connsiteY111" fmla="*/ 1818312 h 2237474"/>
              <a:gd name="connsiteX112" fmla="*/ 5505014 w 12192000"/>
              <a:gd name="connsiteY112" fmla="*/ 1819259 h 2237474"/>
              <a:gd name="connsiteX113" fmla="*/ 5453307 w 12192000"/>
              <a:gd name="connsiteY113" fmla="*/ 1815450 h 2237474"/>
              <a:gd name="connsiteX114" fmla="*/ 5364192 w 12192000"/>
              <a:gd name="connsiteY114" fmla="*/ 1826074 h 2237474"/>
              <a:gd name="connsiteX115" fmla="*/ 5350380 w 12192000"/>
              <a:gd name="connsiteY115" fmla="*/ 1830891 h 2237474"/>
              <a:gd name="connsiteX116" fmla="*/ 5259633 w 12192000"/>
              <a:gd name="connsiteY116" fmla="*/ 1837160 h 2237474"/>
              <a:gd name="connsiteX117" fmla="*/ 5197513 w 12192000"/>
              <a:gd name="connsiteY117" fmla="*/ 1844718 h 2237474"/>
              <a:gd name="connsiteX118" fmla="*/ 5184170 w 12192000"/>
              <a:gd name="connsiteY118" fmla="*/ 1849402 h 2237474"/>
              <a:gd name="connsiteX119" fmla="*/ 5168852 w 12192000"/>
              <a:gd name="connsiteY119" fmla="*/ 1844846 h 2237474"/>
              <a:gd name="connsiteX120" fmla="*/ 5164370 w 12192000"/>
              <a:gd name="connsiteY120" fmla="*/ 1840597 h 2237474"/>
              <a:gd name="connsiteX121" fmla="*/ 5114927 w 12192000"/>
              <a:gd name="connsiteY121" fmla="*/ 1847827 h 2237474"/>
              <a:gd name="connsiteX122" fmla="*/ 5108970 w 12192000"/>
              <a:gd name="connsiteY122" fmla="*/ 1847935 h 2237474"/>
              <a:gd name="connsiteX123" fmla="*/ 5067961 w 12192000"/>
              <a:gd name="connsiteY123" fmla="*/ 1845917 h 2237474"/>
              <a:gd name="connsiteX124" fmla="*/ 5007075 w 12192000"/>
              <a:gd name="connsiteY124" fmla="*/ 1838626 h 2237474"/>
              <a:gd name="connsiteX125" fmla="*/ 4944087 w 12192000"/>
              <a:gd name="connsiteY125" fmla="*/ 1823332 h 2237474"/>
              <a:gd name="connsiteX126" fmla="*/ 4907662 w 12192000"/>
              <a:gd name="connsiteY126" fmla="*/ 1816900 h 2237474"/>
              <a:gd name="connsiteX127" fmla="*/ 4882386 w 12192000"/>
              <a:gd name="connsiteY127" fmla="*/ 1809844 h 2237474"/>
              <a:gd name="connsiteX128" fmla="*/ 4811440 w 12192000"/>
              <a:gd name="connsiteY128" fmla="*/ 1804655 h 2237474"/>
              <a:gd name="connsiteX129" fmla="*/ 4691075 w 12192000"/>
              <a:gd name="connsiteY129" fmla="*/ 1801389 h 2237474"/>
              <a:gd name="connsiteX130" fmla="*/ 4611738 w 12192000"/>
              <a:gd name="connsiteY130" fmla="*/ 1776964 h 2237474"/>
              <a:gd name="connsiteX131" fmla="*/ 4560070 w 12192000"/>
              <a:gd name="connsiteY131" fmla="*/ 1785640 h 2237474"/>
              <a:gd name="connsiteX132" fmla="*/ 4536503 w 12192000"/>
              <a:gd name="connsiteY132" fmla="*/ 1785334 h 2237474"/>
              <a:gd name="connsiteX133" fmla="*/ 4513724 w 12192000"/>
              <a:gd name="connsiteY133" fmla="*/ 1791996 h 2237474"/>
              <a:gd name="connsiteX134" fmla="*/ 4459810 w 12192000"/>
              <a:gd name="connsiteY134" fmla="*/ 1797886 h 2237474"/>
              <a:gd name="connsiteX135" fmla="*/ 4379064 w 12192000"/>
              <a:gd name="connsiteY135" fmla="*/ 1817177 h 2237474"/>
              <a:gd name="connsiteX136" fmla="*/ 4319209 w 12192000"/>
              <a:gd name="connsiteY136" fmla="*/ 1834833 h 2237474"/>
              <a:gd name="connsiteX137" fmla="*/ 4290981 w 12192000"/>
              <a:gd name="connsiteY137" fmla="*/ 1839677 h 2237474"/>
              <a:gd name="connsiteX138" fmla="*/ 4285792 w 12192000"/>
              <a:gd name="connsiteY138" fmla="*/ 1836231 h 2237474"/>
              <a:gd name="connsiteX139" fmla="*/ 4238372 w 12192000"/>
              <a:gd name="connsiteY139" fmla="*/ 1851480 h 2237474"/>
              <a:gd name="connsiteX140" fmla="*/ 4232517 w 12192000"/>
              <a:gd name="connsiteY140" fmla="*/ 1852567 h 2237474"/>
              <a:gd name="connsiteX141" fmla="*/ 4191732 w 12192000"/>
              <a:gd name="connsiteY141" fmla="*/ 1857328 h 2237474"/>
              <a:gd name="connsiteX142" fmla="*/ 4065532 w 12192000"/>
              <a:gd name="connsiteY142" fmla="*/ 1855477 h 2237474"/>
              <a:gd name="connsiteX143" fmla="*/ 4028460 w 12192000"/>
              <a:gd name="connsiteY143" fmla="*/ 1855137 h 2237474"/>
              <a:gd name="connsiteX144" fmla="*/ 4002267 w 12192000"/>
              <a:gd name="connsiteY144" fmla="*/ 1852352 h 2237474"/>
              <a:gd name="connsiteX145" fmla="*/ 3931396 w 12192000"/>
              <a:gd name="connsiteY145" fmla="*/ 1858915 h 2237474"/>
              <a:gd name="connsiteX146" fmla="*/ 3812162 w 12192000"/>
              <a:gd name="connsiteY146" fmla="*/ 1875501 h 2237474"/>
              <a:gd name="connsiteX147" fmla="*/ 3729530 w 12192000"/>
              <a:gd name="connsiteY147" fmla="*/ 1864513 h 2237474"/>
              <a:gd name="connsiteX148" fmla="*/ 3680177 w 12192000"/>
              <a:gd name="connsiteY148" fmla="*/ 1881552 h 2237474"/>
              <a:gd name="connsiteX149" fmla="*/ 3567259 w 12192000"/>
              <a:gd name="connsiteY149" fmla="*/ 1893482 h 2237474"/>
              <a:gd name="connsiteX150" fmla="*/ 3405770 w 12192000"/>
              <a:gd name="connsiteY150" fmla="*/ 1904591 h 2237474"/>
              <a:gd name="connsiteX151" fmla="*/ 3280097 w 12192000"/>
              <a:gd name="connsiteY151" fmla="*/ 1919610 h 2237474"/>
              <a:gd name="connsiteX152" fmla="*/ 3123424 w 12192000"/>
              <a:gd name="connsiteY152" fmla="*/ 1952930 h 2237474"/>
              <a:gd name="connsiteX153" fmla="*/ 3009910 w 12192000"/>
              <a:gd name="connsiteY153" fmla="*/ 1957866 h 2237474"/>
              <a:gd name="connsiteX154" fmla="*/ 2995934 w 12192000"/>
              <a:gd name="connsiteY154" fmla="*/ 1967085 h 2237474"/>
              <a:gd name="connsiteX155" fmla="*/ 2980071 w 12192000"/>
              <a:gd name="connsiteY155" fmla="*/ 1972988 h 2237474"/>
              <a:gd name="connsiteX156" fmla="*/ 2978094 w 12192000"/>
              <a:gd name="connsiteY156" fmla="*/ 1972369 h 2237474"/>
              <a:gd name="connsiteX157" fmla="*/ 2942858 w 12192000"/>
              <a:gd name="connsiteY157" fmla="*/ 1981367 h 2237474"/>
              <a:gd name="connsiteX158" fmla="*/ 2875436 w 12192000"/>
              <a:gd name="connsiteY158" fmla="*/ 1996977 h 2237474"/>
              <a:gd name="connsiteX159" fmla="*/ 2874892 w 12192000"/>
              <a:gd name="connsiteY159" fmla="*/ 1996085 h 2237474"/>
              <a:gd name="connsiteX160" fmla="*/ 2864145 w 12192000"/>
              <a:gd name="connsiteY160" fmla="*/ 1994061 h 2237474"/>
              <a:gd name="connsiteX161" fmla="*/ 2843662 w 12192000"/>
              <a:gd name="connsiteY161" fmla="*/ 1992498 h 2237474"/>
              <a:gd name="connsiteX162" fmla="*/ 2796128 w 12192000"/>
              <a:gd name="connsiteY162" fmla="*/ 1976403 h 2237474"/>
              <a:gd name="connsiteX163" fmla="*/ 2756784 w 12192000"/>
              <a:gd name="connsiteY163" fmla="*/ 1985116 h 2237474"/>
              <a:gd name="connsiteX164" fmla="*/ 2748833 w 12192000"/>
              <a:gd name="connsiteY164" fmla="*/ 1986323 h 2237474"/>
              <a:gd name="connsiteX165" fmla="*/ 2748661 w 12192000"/>
              <a:gd name="connsiteY165" fmla="*/ 1986122 h 2237474"/>
              <a:gd name="connsiteX166" fmla="*/ 2740251 w 12192000"/>
              <a:gd name="connsiteY166" fmla="*/ 1986946 h 2237474"/>
              <a:gd name="connsiteX167" fmla="*/ 2718916 w 12192000"/>
              <a:gd name="connsiteY167" fmla="*/ 1990867 h 2237474"/>
              <a:gd name="connsiteX168" fmla="*/ 2713522 w 12192000"/>
              <a:gd name="connsiteY168" fmla="*/ 1990173 h 2237474"/>
              <a:gd name="connsiteX169" fmla="*/ 2680597 w 12192000"/>
              <a:gd name="connsiteY169" fmla="*/ 1984996 h 2237474"/>
              <a:gd name="connsiteX170" fmla="*/ 2578178 w 12192000"/>
              <a:gd name="connsiteY170" fmla="*/ 1990531 h 2237474"/>
              <a:gd name="connsiteX171" fmla="*/ 2476147 w 12192000"/>
              <a:gd name="connsiteY171" fmla="*/ 1998305 h 2237474"/>
              <a:gd name="connsiteX172" fmla="*/ 2373568 w 12192000"/>
              <a:gd name="connsiteY172" fmla="*/ 2003219 h 2237474"/>
              <a:gd name="connsiteX173" fmla="*/ 2321399 w 12192000"/>
              <a:gd name="connsiteY173" fmla="*/ 1989467 h 2237474"/>
              <a:gd name="connsiteX174" fmla="*/ 2315525 w 12192000"/>
              <a:gd name="connsiteY174" fmla="*/ 1989708 h 2237474"/>
              <a:gd name="connsiteX175" fmla="*/ 2300792 w 12192000"/>
              <a:gd name="connsiteY175" fmla="*/ 1994290 h 2237474"/>
              <a:gd name="connsiteX176" fmla="*/ 2295469 w 12192000"/>
              <a:gd name="connsiteY176" fmla="*/ 1996659 h 2237474"/>
              <a:gd name="connsiteX177" fmla="*/ 2287219 w 12192000"/>
              <a:gd name="connsiteY177" fmla="*/ 1998750 h 2237474"/>
              <a:gd name="connsiteX178" fmla="*/ 2286948 w 12192000"/>
              <a:gd name="connsiteY178" fmla="*/ 1998596 h 2237474"/>
              <a:gd name="connsiteX179" fmla="*/ 2243069 w 12192000"/>
              <a:gd name="connsiteY179" fmla="*/ 2015111 h 2237474"/>
              <a:gd name="connsiteX180" fmla="*/ 2186609 w 12192000"/>
              <a:gd name="connsiteY180" fmla="*/ 2008263 h 2237474"/>
              <a:gd name="connsiteX181" fmla="*/ 2164831 w 12192000"/>
              <a:gd name="connsiteY181" fmla="*/ 2010143 h 2237474"/>
              <a:gd name="connsiteX182" fmla="*/ 2152836 w 12192000"/>
              <a:gd name="connsiteY182" fmla="*/ 2010048 h 2237474"/>
              <a:gd name="connsiteX183" fmla="*/ 2117102 w 12192000"/>
              <a:gd name="connsiteY183" fmla="*/ 2023004 h 2237474"/>
              <a:gd name="connsiteX184" fmla="*/ 2111935 w 12192000"/>
              <a:gd name="connsiteY184" fmla="*/ 2023163 h 2237474"/>
              <a:gd name="connsiteX185" fmla="*/ 2089991 w 12192000"/>
              <a:gd name="connsiteY185" fmla="*/ 2034193 h 2237474"/>
              <a:gd name="connsiteX186" fmla="*/ 2058061 w 12192000"/>
              <a:gd name="connsiteY186" fmla="*/ 2047942 h 2237474"/>
              <a:gd name="connsiteX187" fmla="*/ 2055737 w 12192000"/>
              <a:gd name="connsiteY187" fmla="*/ 2047704 h 2237474"/>
              <a:gd name="connsiteX188" fmla="*/ 2042244 w 12192000"/>
              <a:gd name="connsiteY188" fmla="*/ 2055560 h 2237474"/>
              <a:gd name="connsiteX189" fmla="*/ 1976224 w 12192000"/>
              <a:gd name="connsiteY189" fmla="*/ 2074257 h 2237474"/>
              <a:gd name="connsiteX190" fmla="*/ 1877728 w 12192000"/>
              <a:gd name="connsiteY190" fmla="*/ 2101004 h 2237474"/>
              <a:gd name="connsiteX191" fmla="*/ 1759056 w 12192000"/>
              <a:gd name="connsiteY191" fmla="*/ 2125608 h 2237474"/>
              <a:gd name="connsiteX192" fmla="*/ 1637948 w 12192000"/>
              <a:gd name="connsiteY192" fmla="*/ 2172597 h 2237474"/>
              <a:gd name="connsiteX193" fmla="*/ 1434549 w 12192000"/>
              <a:gd name="connsiteY193" fmla="*/ 2234522 h 2237474"/>
              <a:gd name="connsiteX194" fmla="*/ 1398481 w 12192000"/>
              <a:gd name="connsiteY194" fmla="*/ 2237074 h 2237474"/>
              <a:gd name="connsiteX195" fmla="*/ 1398407 w 12192000"/>
              <a:gd name="connsiteY195" fmla="*/ 2237095 h 2237474"/>
              <a:gd name="connsiteX196" fmla="*/ 1370962 w 12192000"/>
              <a:gd name="connsiteY196" fmla="*/ 2237474 h 2237474"/>
              <a:gd name="connsiteX197" fmla="*/ 1356367 w 12192000"/>
              <a:gd name="connsiteY197" fmla="*/ 2235089 h 2237474"/>
              <a:gd name="connsiteX198" fmla="*/ 1324828 w 12192000"/>
              <a:gd name="connsiteY198" fmla="*/ 2231968 h 2237474"/>
              <a:gd name="connsiteX199" fmla="*/ 1297744 w 12192000"/>
              <a:gd name="connsiteY199" fmla="*/ 2235849 h 2237474"/>
              <a:gd name="connsiteX200" fmla="*/ 1286236 w 12192000"/>
              <a:gd name="connsiteY200" fmla="*/ 2233135 h 2237474"/>
              <a:gd name="connsiteX201" fmla="*/ 1283504 w 12192000"/>
              <a:gd name="connsiteY201" fmla="*/ 2233797 h 2237474"/>
              <a:gd name="connsiteX202" fmla="*/ 1279765 w 12192000"/>
              <a:gd name="connsiteY202" fmla="*/ 2229639 h 2237474"/>
              <a:gd name="connsiteX203" fmla="*/ 1195347 w 12192000"/>
              <a:gd name="connsiteY203" fmla="*/ 2212354 h 2237474"/>
              <a:gd name="connsiteX204" fmla="*/ 970251 w 12192000"/>
              <a:gd name="connsiteY204" fmla="*/ 2221029 h 2237474"/>
              <a:gd name="connsiteX205" fmla="*/ 812914 w 12192000"/>
              <a:gd name="connsiteY205" fmla="*/ 2202752 h 2237474"/>
              <a:gd name="connsiteX206" fmla="*/ 800195 w 12192000"/>
              <a:gd name="connsiteY206" fmla="*/ 2209407 h 2237474"/>
              <a:gd name="connsiteX207" fmla="*/ 784978 w 12192000"/>
              <a:gd name="connsiteY207" fmla="*/ 2212360 h 2237474"/>
              <a:gd name="connsiteX208" fmla="*/ 681987 w 12192000"/>
              <a:gd name="connsiteY208" fmla="*/ 2216757 h 2237474"/>
              <a:gd name="connsiteX209" fmla="*/ 669923 w 12192000"/>
              <a:gd name="connsiteY209" fmla="*/ 2211682 h 2237474"/>
              <a:gd name="connsiteX210" fmla="*/ 648680 w 12192000"/>
              <a:gd name="connsiteY210" fmla="*/ 2206229 h 2237474"/>
              <a:gd name="connsiteX211" fmla="*/ 597225 w 12192000"/>
              <a:gd name="connsiteY211" fmla="*/ 2180999 h 2237474"/>
              <a:gd name="connsiteX212" fmla="*/ 558449 w 12192000"/>
              <a:gd name="connsiteY212" fmla="*/ 2182346 h 2237474"/>
              <a:gd name="connsiteX213" fmla="*/ 550517 w 12192000"/>
              <a:gd name="connsiteY213" fmla="*/ 2182060 h 2237474"/>
              <a:gd name="connsiteX214" fmla="*/ 550309 w 12192000"/>
              <a:gd name="connsiteY214" fmla="*/ 2181825 h 2237474"/>
              <a:gd name="connsiteX215" fmla="*/ 541836 w 12192000"/>
              <a:gd name="connsiteY215" fmla="*/ 2181063 h 2237474"/>
              <a:gd name="connsiteX216" fmla="*/ 536057 w 12192000"/>
              <a:gd name="connsiteY216" fmla="*/ 2181537 h 2237474"/>
              <a:gd name="connsiteX217" fmla="*/ 520671 w 12192000"/>
              <a:gd name="connsiteY217" fmla="*/ 2180980 h 2237474"/>
              <a:gd name="connsiteX218" fmla="*/ 515024 w 12192000"/>
              <a:gd name="connsiteY218" fmla="*/ 2179258 h 2237474"/>
              <a:gd name="connsiteX219" fmla="*/ 512278 w 12192000"/>
              <a:gd name="connsiteY219" fmla="*/ 2176369 h 2237474"/>
              <a:gd name="connsiteX220" fmla="*/ 480419 w 12192000"/>
              <a:gd name="connsiteY220" fmla="*/ 2167807 h 2237474"/>
              <a:gd name="connsiteX221" fmla="*/ 413835 w 12192000"/>
              <a:gd name="connsiteY221" fmla="*/ 2156783 h 2237474"/>
              <a:gd name="connsiteX222" fmla="*/ 376513 w 12192000"/>
              <a:gd name="connsiteY222" fmla="*/ 2154014 h 2237474"/>
              <a:gd name="connsiteX223" fmla="*/ 273386 w 12192000"/>
              <a:gd name="connsiteY223" fmla="*/ 2142551 h 2237474"/>
              <a:gd name="connsiteX224" fmla="*/ 169207 w 12192000"/>
              <a:gd name="connsiteY224" fmla="*/ 2128100 h 2237474"/>
              <a:gd name="connsiteX225" fmla="*/ 93149 w 12192000"/>
              <a:gd name="connsiteY225" fmla="*/ 2105324 h 2237474"/>
              <a:gd name="connsiteX226" fmla="*/ 88109 w 12192000"/>
              <a:gd name="connsiteY226" fmla="*/ 2106704 h 2237474"/>
              <a:gd name="connsiteX227" fmla="*/ 80022 w 12192000"/>
              <a:gd name="connsiteY227" fmla="*/ 2107254 h 2237474"/>
              <a:gd name="connsiteX228" fmla="*/ 79717 w 12192000"/>
              <a:gd name="connsiteY228" fmla="*/ 2107046 h 2237474"/>
              <a:gd name="connsiteX229" fmla="*/ 72352 w 12192000"/>
              <a:gd name="connsiteY229" fmla="*/ 2107991 h 2237474"/>
              <a:gd name="connsiteX230" fmla="*/ 37645 w 12192000"/>
              <a:gd name="connsiteY230" fmla="*/ 2115401 h 2237474"/>
              <a:gd name="connsiteX231" fmla="*/ 4572 w 12192000"/>
              <a:gd name="connsiteY231" fmla="*/ 2111091 h 2237474"/>
              <a:gd name="connsiteX232" fmla="*/ 0 w 12192000"/>
              <a:gd name="connsiteY232" fmla="*/ 2110468 h 2237474"/>
              <a:gd name="connsiteX233" fmla="*/ 0 w 12192000"/>
              <a:gd name="connsiteY233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16595 w 12192000"/>
              <a:gd name="connsiteY99" fmla="*/ 1667475 h 2237474"/>
              <a:gd name="connsiteX100" fmla="*/ 6508541 w 12192000"/>
              <a:gd name="connsiteY100" fmla="*/ 1668757 h 2237474"/>
              <a:gd name="connsiteX101" fmla="*/ 6471012 w 12192000"/>
              <a:gd name="connsiteY101" fmla="*/ 1678604 h 2237474"/>
              <a:gd name="connsiteX102" fmla="*/ 6415265 w 12192000"/>
              <a:gd name="connsiteY102" fmla="*/ 1665317 h 2237474"/>
              <a:gd name="connsiteX103" fmla="*/ 6364035 w 12192000"/>
              <a:gd name="connsiteY103" fmla="*/ 1667683 h 2237474"/>
              <a:gd name="connsiteX104" fmla="*/ 6280959 w 12192000"/>
              <a:gd name="connsiteY104" fmla="*/ 1689329 h 2237474"/>
              <a:gd name="connsiteX105" fmla="*/ 6243319 w 12192000"/>
              <a:gd name="connsiteY105" fmla="*/ 1695560 h 2237474"/>
              <a:gd name="connsiteX106" fmla="*/ 6098321 w 12192000"/>
              <a:gd name="connsiteY106" fmla="*/ 1721646 h 2237474"/>
              <a:gd name="connsiteX107" fmla="*/ 5880652 w 12192000"/>
              <a:gd name="connsiteY107" fmla="*/ 1779643 h 2237474"/>
              <a:gd name="connsiteX108" fmla="*/ 5785959 w 12192000"/>
              <a:gd name="connsiteY108" fmla="*/ 1775307 h 2237474"/>
              <a:gd name="connsiteX109" fmla="*/ 5643534 w 12192000"/>
              <a:gd name="connsiteY109" fmla="*/ 1802919 h 2237474"/>
              <a:gd name="connsiteX110" fmla="*/ 5518799 w 12192000"/>
              <a:gd name="connsiteY110" fmla="*/ 1818312 h 2237474"/>
              <a:gd name="connsiteX111" fmla="*/ 5505014 w 12192000"/>
              <a:gd name="connsiteY111" fmla="*/ 1819259 h 2237474"/>
              <a:gd name="connsiteX112" fmla="*/ 5453307 w 12192000"/>
              <a:gd name="connsiteY112" fmla="*/ 1815450 h 2237474"/>
              <a:gd name="connsiteX113" fmla="*/ 5364192 w 12192000"/>
              <a:gd name="connsiteY113" fmla="*/ 1826074 h 2237474"/>
              <a:gd name="connsiteX114" fmla="*/ 5350380 w 12192000"/>
              <a:gd name="connsiteY114" fmla="*/ 1830891 h 2237474"/>
              <a:gd name="connsiteX115" fmla="*/ 5259633 w 12192000"/>
              <a:gd name="connsiteY115" fmla="*/ 1837160 h 2237474"/>
              <a:gd name="connsiteX116" fmla="*/ 5197513 w 12192000"/>
              <a:gd name="connsiteY116" fmla="*/ 1844718 h 2237474"/>
              <a:gd name="connsiteX117" fmla="*/ 5184170 w 12192000"/>
              <a:gd name="connsiteY117" fmla="*/ 1849402 h 2237474"/>
              <a:gd name="connsiteX118" fmla="*/ 5168852 w 12192000"/>
              <a:gd name="connsiteY118" fmla="*/ 1844846 h 2237474"/>
              <a:gd name="connsiteX119" fmla="*/ 5164370 w 12192000"/>
              <a:gd name="connsiteY119" fmla="*/ 1840597 h 2237474"/>
              <a:gd name="connsiteX120" fmla="*/ 5114927 w 12192000"/>
              <a:gd name="connsiteY120" fmla="*/ 1847827 h 2237474"/>
              <a:gd name="connsiteX121" fmla="*/ 5108970 w 12192000"/>
              <a:gd name="connsiteY121" fmla="*/ 1847935 h 2237474"/>
              <a:gd name="connsiteX122" fmla="*/ 5067961 w 12192000"/>
              <a:gd name="connsiteY122" fmla="*/ 1845917 h 2237474"/>
              <a:gd name="connsiteX123" fmla="*/ 5007075 w 12192000"/>
              <a:gd name="connsiteY123" fmla="*/ 1838626 h 2237474"/>
              <a:gd name="connsiteX124" fmla="*/ 4944087 w 12192000"/>
              <a:gd name="connsiteY124" fmla="*/ 1823332 h 2237474"/>
              <a:gd name="connsiteX125" fmla="*/ 4907662 w 12192000"/>
              <a:gd name="connsiteY125" fmla="*/ 1816900 h 2237474"/>
              <a:gd name="connsiteX126" fmla="*/ 4882386 w 12192000"/>
              <a:gd name="connsiteY126" fmla="*/ 1809844 h 2237474"/>
              <a:gd name="connsiteX127" fmla="*/ 4811440 w 12192000"/>
              <a:gd name="connsiteY127" fmla="*/ 1804655 h 2237474"/>
              <a:gd name="connsiteX128" fmla="*/ 4691075 w 12192000"/>
              <a:gd name="connsiteY128" fmla="*/ 1801389 h 2237474"/>
              <a:gd name="connsiteX129" fmla="*/ 4611738 w 12192000"/>
              <a:gd name="connsiteY129" fmla="*/ 1776964 h 2237474"/>
              <a:gd name="connsiteX130" fmla="*/ 4560070 w 12192000"/>
              <a:gd name="connsiteY130" fmla="*/ 1785640 h 2237474"/>
              <a:gd name="connsiteX131" fmla="*/ 4536503 w 12192000"/>
              <a:gd name="connsiteY131" fmla="*/ 1785334 h 2237474"/>
              <a:gd name="connsiteX132" fmla="*/ 4513724 w 12192000"/>
              <a:gd name="connsiteY132" fmla="*/ 1791996 h 2237474"/>
              <a:gd name="connsiteX133" fmla="*/ 4459810 w 12192000"/>
              <a:gd name="connsiteY133" fmla="*/ 1797886 h 2237474"/>
              <a:gd name="connsiteX134" fmla="*/ 4379064 w 12192000"/>
              <a:gd name="connsiteY134" fmla="*/ 1817177 h 2237474"/>
              <a:gd name="connsiteX135" fmla="*/ 4319209 w 12192000"/>
              <a:gd name="connsiteY135" fmla="*/ 1834833 h 2237474"/>
              <a:gd name="connsiteX136" fmla="*/ 4290981 w 12192000"/>
              <a:gd name="connsiteY136" fmla="*/ 1839677 h 2237474"/>
              <a:gd name="connsiteX137" fmla="*/ 4285792 w 12192000"/>
              <a:gd name="connsiteY137" fmla="*/ 1836231 h 2237474"/>
              <a:gd name="connsiteX138" fmla="*/ 4238372 w 12192000"/>
              <a:gd name="connsiteY138" fmla="*/ 1851480 h 2237474"/>
              <a:gd name="connsiteX139" fmla="*/ 4232517 w 12192000"/>
              <a:gd name="connsiteY139" fmla="*/ 1852567 h 2237474"/>
              <a:gd name="connsiteX140" fmla="*/ 4191732 w 12192000"/>
              <a:gd name="connsiteY140" fmla="*/ 1857328 h 2237474"/>
              <a:gd name="connsiteX141" fmla="*/ 4065532 w 12192000"/>
              <a:gd name="connsiteY141" fmla="*/ 1855477 h 2237474"/>
              <a:gd name="connsiteX142" fmla="*/ 4028460 w 12192000"/>
              <a:gd name="connsiteY142" fmla="*/ 1855137 h 2237474"/>
              <a:gd name="connsiteX143" fmla="*/ 4002267 w 12192000"/>
              <a:gd name="connsiteY143" fmla="*/ 1852352 h 2237474"/>
              <a:gd name="connsiteX144" fmla="*/ 3931396 w 12192000"/>
              <a:gd name="connsiteY144" fmla="*/ 1858915 h 2237474"/>
              <a:gd name="connsiteX145" fmla="*/ 3812162 w 12192000"/>
              <a:gd name="connsiteY145" fmla="*/ 1875501 h 2237474"/>
              <a:gd name="connsiteX146" fmla="*/ 3729530 w 12192000"/>
              <a:gd name="connsiteY146" fmla="*/ 1864513 h 2237474"/>
              <a:gd name="connsiteX147" fmla="*/ 3680177 w 12192000"/>
              <a:gd name="connsiteY147" fmla="*/ 1881552 h 2237474"/>
              <a:gd name="connsiteX148" fmla="*/ 3567259 w 12192000"/>
              <a:gd name="connsiteY148" fmla="*/ 1893482 h 2237474"/>
              <a:gd name="connsiteX149" fmla="*/ 3405770 w 12192000"/>
              <a:gd name="connsiteY149" fmla="*/ 1904591 h 2237474"/>
              <a:gd name="connsiteX150" fmla="*/ 3280097 w 12192000"/>
              <a:gd name="connsiteY150" fmla="*/ 1919610 h 2237474"/>
              <a:gd name="connsiteX151" fmla="*/ 3123424 w 12192000"/>
              <a:gd name="connsiteY151" fmla="*/ 1952930 h 2237474"/>
              <a:gd name="connsiteX152" fmla="*/ 3009910 w 12192000"/>
              <a:gd name="connsiteY152" fmla="*/ 1957866 h 2237474"/>
              <a:gd name="connsiteX153" fmla="*/ 2995934 w 12192000"/>
              <a:gd name="connsiteY153" fmla="*/ 1967085 h 2237474"/>
              <a:gd name="connsiteX154" fmla="*/ 2980071 w 12192000"/>
              <a:gd name="connsiteY154" fmla="*/ 1972988 h 2237474"/>
              <a:gd name="connsiteX155" fmla="*/ 2978094 w 12192000"/>
              <a:gd name="connsiteY155" fmla="*/ 1972369 h 2237474"/>
              <a:gd name="connsiteX156" fmla="*/ 2942858 w 12192000"/>
              <a:gd name="connsiteY156" fmla="*/ 1981367 h 2237474"/>
              <a:gd name="connsiteX157" fmla="*/ 2875436 w 12192000"/>
              <a:gd name="connsiteY157" fmla="*/ 1996977 h 2237474"/>
              <a:gd name="connsiteX158" fmla="*/ 2874892 w 12192000"/>
              <a:gd name="connsiteY158" fmla="*/ 1996085 h 2237474"/>
              <a:gd name="connsiteX159" fmla="*/ 2864145 w 12192000"/>
              <a:gd name="connsiteY159" fmla="*/ 1994061 h 2237474"/>
              <a:gd name="connsiteX160" fmla="*/ 2843662 w 12192000"/>
              <a:gd name="connsiteY160" fmla="*/ 1992498 h 2237474"/>
              <a:gd name="connsiteX161" fmla="*/ 2796128 w 12192000"/>
              <a:gd name="connsiteY161" fmla="*/ 1976403 h 2237474"/>
              <a:gd name="connsiteX162" fmla="*/ 2756784 w 12192000"/>
              <a:gd name="connsiteY162" fmla="*/ 1985116 h 2237474"/>
              <a:gd name="connsiteX163" fmla="*/ 2748833 w 12192000"/>
              <a:gd name="connsiteY163" fmla="*/ 1986323 h 2237474"/>
              <a:gd name="connsiteX164" fmla="*/ 2748661 w 12192000"/>
              <a:gd name="connsiteY164" fmla="*/ 1986122 h 2237474"/>
              <a:gd name="connsiteX165" fmla="*/ 2740251 w 12192000"/>
              <a:gd name="connsiteY165" fmla="*/ 1986946 h 2237474"/>
              <a:gd name="connsiteX166" fmla="*/ 2718916 w 12192000"/>
              <a:gd name="connsiteY166" fmla="*/ 1990867 h 2237474"/>
              <a:gd name="connsiteX167" fmla="*/ 2713522 w 12192000"/>
              <a:gd name="connsiteY167" fmla="*/ 1990173 h 2237474"/>
              <a:gd name="connsiteX168" fmla="*/ 2680597 w 12192000"/>
              <a:gd name="connsiteY168" fmla="*/ 1984996 h 2237474"/>
              <a:gd name="connsiteX169" fmla="*/ 2578178 w 12192000"/>
              <a:gd name="connsiteY169" fmla="*/ 1990531 h 2237474"/>
              <a:gd name="connsiteX170" fmla="*/ 2476147 w 12192000"/>
              <a:gd name="connsiteY170" fmla="*/ 1998305 h 2237474"/>
              <a:gd name="connsiteX171" fmla="*/ 2373568 w 12192000"/>
              <a:gd name="connsiteY171" fmla="*/ 2003219 h 2237474"/>
              <a:gd name="connsiteX172" fmla="*/ 2321399 w 12192000"/>
              <a:gd name="connsiteY172" fmla="*/ 1989467 h 2237474"/>
              <a:gd name="connsiteX173" fmla="*/ 2315525 w 12192000"/>
              <a:gd name="connsiteY173" fmla="*/ 1989708 h 2237474"/>
              <a:gd name="connsiteX174" fmla="*/ 2300792 w 12192000"/>
              <a:gd name="connsiteY174" fmla="*/ 1994290 h 2237474"/>
              <a:gd name="connsiteX175" fmla="*/ 2295469 w 12192000"/>
              <a:gd name="connsiteY175" fmla="*/ 1996659 h 2237474"/>
              <a:gd name="connsiteX176" fmla="*/ 2287219 w 12192000"/>
              <a:gd name="connsiteY176" fmla="*/ 1998750 h 2237474"/>
              <a:gd name="connsiteX177" fmla="*/ 2286948 w 12192000"/>
              <a:gd name="connsiteY177" fmla="*/ 1998596 h 2237474"/>
              <a:gd name="connsiteX178" fmla="*/ 2243069 w 12192000"/>
              <a:gd name="connsiteY178" fmla="*/ 2015111 h 2237474"/>
              <a:gd name="connsiteX179" fmla="*/ 2186609 w 12192000"/>
              <a:gd name="connsiteY179" fmla="*/ 2008263 h 2237474"/>
              <a:gd name="connsiteX180" fmla="*/ 2164831 w 12192000"/>
              <a:gd name="connsiteY180" fmla="*/ 2010143 h 2237474"/>
              <a:gd name="connsiteX181" fmla="*/ 2152836 w 12192000"/>
              <a:gd name="connsiteY181" fmla="*/ 2010048 h 2237474"/>
              <a:gd name="connsiteX182" fmla="*/ 2117102 w 12192000"/>
              <a:gd name="connsiteY182" fmla="*/ 2023004 h 2237474"/>
              <a:gd name="connsiteX183" fmla="*/ 2111935 w 12192000"/>
              <a:gd name="connsiteY183" fmla="*/ 2023163 h 2237474"/>
              <a:gd name="connsiteX184" fmla="*/ 2089991 w 12192000"/>
              <a:gd name="connsiteY184" fmla="*/ 2034193 h 2237474"/>
              <a:gd name="connsiteX185" fmla="*/ 2058061 w 12192000"/>
              <a:gd name="connsiteY185" fmla="*/ 2047942 h 2237474"/>
              <a:gd name="connsiteX186" fmla="*/ 2055737 w 12192000"/>
              <a:gd name="connsiteY186" fmla="*/ 2047704 h 2237474"/>
              <a:gd name="connsiteX187" fmla="*/ 2042244 w 12192000"/>
              <a:gd name="connsiteY187" fmla="*/ 2055560 h 2237474"/>
              <a:gd name="connsiteX188" fmla="*/ 1976224 w 12192000"/>
              <a:gd name="connsiteY188" fmla="*/ 2074257 h 2237474"/>
              <a:gd name="connsiteX189" fmla="*/ 1877728 w 12192000"/>
              <a:gd name="connsiteY189" fmla="*/ 2101004 h 2237474"/>
              <a:gd name="connsiteX190" fmla="*/ 1759056 w 12192000"/>
              <a:gd name="connsiteY190" fmla="*/ 2125608 h 2237474"/>
              <a:gd name="connsiteX191" fmla="*/ 1637948 w 12192000"/>
              <a:gd name="connsiteY191" fmla="*/ 2172597 h 2237474"/>
              <a:gd name="connsiteX192" fmla="*/ 1434549 w 12192000"/>
              <a:gd name="connsiteY192" fmla="*/ 2234522 h 2237474"/>
              <a:gd name="connsiteX193" fmla="*/ 1398481 w 12192000"/>
              <a:gd name="connsiteY193" fmla="*/ 2237074 h 2237474"/>
              <a:gd name="connsiteX194" fmla="*/ 1398407 w 12192000"/>
              <a:gd name="connsiteY194" fmla="*/ 2237095 h 2237474"/>
              <a:gd name="connsiteX195" fmla="*/ 1370962 w 12192000"/>
              <a:gd name="connsiteY195" fmla="*/ 2237474 h 2237474"/>
              <a:gd name="connsiteX196" fmla="*/ 1356367 w 12192000"/>
              <a:gd name="connsiteY196" fmla="*/ 2235089 h 2237474"/>
              <a:gd name="connsiteX197" fmla="*/ 1324828 w 12192000"/>
              <a:gd name="connsiteY197" fmla="*/ 2231968 h 2237474"/>
              <a:gd name="connsiteX198" fmla="*/ 1297744 w 12192000"/>
              <a:gd name="connsiteY198" fmla="*/ 2235849 h 2237474"/>
              <a:gd name="connsiteX199" fmla="*/ 1286236 w 12192000"/>
              <a:gd name="connsiteY199" fmla="*/ 2233135 h 2237474"/>
              <a:gd name="connsiteX200" fmla="*/ 1283504 w 12192000"/>
              <a:gd name="connsiteY200" fmla="*/ 2233797 h 2237474"/>
              <a:gd name="connsiteX201" fmla="*/ 1279765 w 12192000"/>
              <a:gd name="connsiteY201" fmla="*/ 2229639 h 2237474"/>
              <a:gd name="connsiteX202" fmla="*/ 1195347 w 12192000"/>
              <a:gd name="connsiteY202" fmla="*/ 2212354 h 2237474"/>
              <a:gd name="connsiteX203" fmla="*/ 970251 w 12192000"/>
              <a:gd name="connsiteY203" fmla="*/ 2221029 h 2237474"/>
              <a:gd name="connsiteX204" fmla="*/ 812914 w 12192000"/>
              <a:gd name="connsiteY204" fmla="*/ 2202752 h 2237474"/>
              <a:gd name="connsiteX205" fmla="*/ 800195 w 12192000"/>
              <a:gd name="connsiteY205" fmla="*/ 2209407 h 2237474"/>
              <a:gd name="connsiteX206" fmla="*/ 784978 w 12192000"/>
              <a:gd name="connsiteY206" fmla="*/ 2212360 h 2237474"/>
              <a:gd name="connsiteX207" fmla="*/ 681987 w 12192000"/>
              <a:gd name="connsiteY207" fmla="*/ 2216757 h 2237474"/>
              <a:gd name="connsiteX208" fmla="*/ 669923 w 12192000"/>
              <a:gd name="connsiteY208" fmla="*/ 2211682 h 2237474"/>
              <a:gd name="connsiteX209" fmla="*/ 648680 w 12192000"/>
              <a:gd name="connsiteY209" fmla="*/ 2206229 h 2237474"/>
              <a:gd name="connsiteX210" fmla="*/ 597225 w 12192000"/>
              <a:gd name="connsiteY210" fmla="*/ 2180999 h 2237474"/>
              <a:gd name="connsiteX211" fmla="*/ 558449 w 12192000"/>
              <a:gd name="connsiteY211" fmla="*/ 2182346 h 2237474"/>
              <a:gd name="connsiteX212" fmla="*/ 550517 w 12192000"/>
              <a:gd name="connsiteY212" fmla="*/ 2182060 h 2237474"/>
              <a:gd name="connsiteX213" fmla="*/ 550309 w 12192000"/>
              <a:gd name="connsiteY213" fmla="*/ 2181825 h 2237474"/>
              <a:gd name="connsiteX214" fmla="*/ 541836 w 12192000"/>
              <a:gd name="connsiteY214" fmla="*/ 2181063 h 2237474"/>
              <a:gd name="connsiteX215" fmla="*/ 536057 w 12192000"/>
              <a:gd name="connsiteY215" fmla="*/ 2181537 h 2237474"/>
              <a:gd name="connsiteX216" fmla="*/ 520671 w 12192000"/>
              <a:gd name="connsiteY216" fmla="*/ 2180980 h 2237474"/>
              <a:gd name="connsiteX217" fmla="*/ 515024 w 12192000"/>
              <a:gd name="connsiteY217" fmla="*/ 2179258 h 2237474"/>
              <a:gd name="connsiteX218" fmla="*/ 512278 w 12192000"/>
              <a:gd name="connsiteY218" fmla="*/ 2176369 h 2237474"/>
              <a:gd name="connsiteX219" fmla="*/ 480419 w 12192000"/>
              <a:gd name="connsiteY219" fmla="*/ 2167807 h 2237474"/>
              <a:gd name="connsiteX220" fmla="*/ 413835 w 12192000"/>
              <a:gd name="connsiteY220" fmla="*/ 2156783 h 2237474"/>
              <a:gd name="connsiteX221" fmla="*/ 376513 w 12192000"/>
              <a:gd name="connsiteY221" fmla="*/ 2154014 h 2237474"/>
              <a:gd name="connsiteX222" fmla="*/ 273386 w 12192000"/>
              <a:gd name="connsiteY222" fmla="*/ 2142551 h 2237474"/>
              <a:gd name="connsiteX223" fmla="*/ 169207 w 12192000"/>
              <a:gd name="connsiteY223" fmla="*/ 2128100 h 2237474"/>
              <a:gd name="connsiteX224" fmla="*/ 93149 w 12192000"/>
              <a:gd name="connsiteY224" fmla="*/ 2105324 h 2237474"/>
              <a:gd name="connsiteX225" fmla="*/ 88109 w 12192000"/>
              <a:gd name="connsiteY225" fmla="*/ 2106704 h 2237474"/>
              <a:gd name="connsiteX226" fmla="*/ 80022 w 12192000"/>
              <a:gd name="connsiteY226" fmla="*/ 2107254 h 2237474"/>
              <a:gd name="connsiteX227" fmla="*/ 79717 w 12192000"/>
              <a:gd name="connsiteY227" fmla="*/ 2107046 h 2237474"/>
              <a:gd name="connsiteX228" fmla="*/ 72352 w 12192000"/>
              <a:gd name="connsiteY228" fmla="*/ 2107991 h 2237474"/>
              <a:gd name="connsiteX229" fmla="*/ 37645 w 12192000"/>
              <a:gd name="connsiteY229" fmla="*/ 2115401 h 2237474"/>
              <a:gd name="connsiteX230" fmla="*/ 4572 w 12192000"/>
              <a:gd name="connsiteY230" fmla="*/ 2111091 h 2237474"/>
              <a:gd name="connsiteX231" fmla="*/ 0 w 12192000"/>
              <a:gd name="connsiteY231" fmla="*/ 2110468 h 2237474"/>
              <a:gd name="connsiteX232" fmla="*/ 0 w 12192000"/>
              <a:gd name="connsiteY23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16595 w 12192000"/>
              <a:gd name="connsiteY98" fmla="*/ 1667475 h 2237474"/>
              <a:gd name="connsiteX99" fmla="*/ 6508541 w 12192000"/>
              <a:gd name="connsiteY99" fmla="*/ 1668757 h 2237474"/>
              <a:gd name="connsiteX100" fmla="*/ 6471012 w 12192000"/>
              <a:gd name="connsiteY100" fmla="*/ 1678604 h 2237474"/>
              <a:gd name="connsiteX101" fmla="*/ 6415265 w 12192000"/>
              <a:gd name="connsiteY101" fmla="*/ 1665317 h 2237474"/>
              <a:gd name="connsiteX102" fmla="*/ 6364035 w 12192000"/>
              <a:gd name="connsiteY102" fmla="*/ 1667683 h 2237474"/>
              <a:gd name="connsiteX103" fmla="*/ 6280959 w 12192000"/>
              <a:gd name="connsiteY103" fmla="*/ 1689329 h 2237474"/>
              <a:gd name="connsiteX104" fmla="*/ 6243319 w 12192000"/>
              <a:gd name="connsiteY104" fmla="*/ 1695560 h 2237474"/>
              <a:gd name="connsiteX105" fmla="*/ 6098321 w 12192000"/>
              <a:gd name="connsiteY105" fmla="*/ 1721646 h 2237474"/>
              <a:gd name="connsiteX106" fmla="*/ 5880652 w 12192000"/>
              <a:gd name="connsiteY106" fmla="*/ 1779643 h 2237474"/>
              <a:gd name="connsiteX107" fmla="*/ 5785959 w 12192000"/>
              <a:gd name="connsiteY107" fmla="*/ 1775307 h 2237474"/>
              <a:gd name="connsiteX108" fmla="*/ 5643534 w 12192000"/>
              <a:gd name="connsiteY108" fmla="*/ 1802919 h 2237474"/>
              <a:gd name="connsiteX109" fmla="*/ 5518799 w 12192000"/>
              <a:gd name="connsiteY109" fmla="*/ 1818312 h 2237474"/>
              <a:gd name="connsiteX110" fmla="*/ 5505014 w 12192000"/>
              <a:gd name="connsiteY110" fmla="*/ 1819259 h 2237474"/>
              <a:gd name="connsiteX111" fmla="*/ 5453307 w 12192000"/>
              <a:gd name="connsiteY111" fmla="*/ 1815450 h 2237474"/>
              <a:gd name="connsiteX112" fmla="*/ 5364192 w 12192000"/>
              <a:gd name="connsiteY112" fmla="*/ 1826074 h 2237474"/>
              <a:gd name="connsiteX113" fmla="*/ 5350380 w 12192000"/>
              <a:gd name="connsiteY113" fmla="*/ 1830891 h 2237474"/>
              <a:gd name="connsiteX114" fmla="*/ 5259633 w 12192000"/>
              <a:gd name="connsiteY114" fmla="*/ 1837160 h 2237474"/>
              <a:gd name="connsiteX115" fmla="*/ 5197513 w 12192000"/>
              <a:gd name="connsiteY115" fmla="*/ 1844718 h 2237474"/>
              <a:gd name="connsiteX116" fmla="*/ 5184170 w 12192000"/>
              <a:gd name="connsiteY116" fmla="*/ 1849402 h 2237474"/>
              <a:gd name="connsiteX117" fmla="*/ 5168852 w 12192000"/>
              <a:gd name="connsiteY117" fmla="*/ 1844846 h 2237474"/>
              <a:gd name="connsiteX118" fmla="*/ 5164370 w 12192000"/>
              <a:gd name="connsiteY118" fmla="*/ 1840597 h 2237474"/>
              <a:gd name="connsiteX119" fmla="*/ 5114927 w 12192000"/>
              <a:gd name="connsiteY119" fmla="*/ 1847827 h 2237474"/>
              <a:gd name="connsiteX120" fmla="*/ 5108970 w 12192000"/>
              <a:gd name="connsiteY120" fmla="*/ 1847935 h 2237474"/>
              <a:gd name="connsiteX121" fmla="*/ 5067961 w 12192000"/>
              <a:gd name="connsiteY121" fmla="*/ 1845917 h 2237474"/>
              <a:gd name="connsiteX122" fmla="*/ 5007075 w 12192000"/>
              <a:gd name="connsiteY122" fmla="*/ 1838626 h 2237474"/>
              <a:gd name="connsiteX123" fmla="*/ 4944087 w 12192000"/>
              <a:gd name="connsiteY123" fmla="*/ 1823332 h 2237474"/>
              <a:gd name="connsiteX124" fmla="*/ 4907662 w 12192000"/>
              <a:gd name="connsiteY124" fmla="*/ 1816900 h 2237474"/>
              <a:gd name="connsiteX125" fmla="*/ 4882386 w 12192000"/>
              <a:gd name="connsiteY125" fmla="*/ 1809844 h 2237474"/>
              <a:gd name="connsiteX126" fmla="*/ 4811440 w 12192000"/>
              <a:gd name="connsiteY126" fmla="*/ 1804655 h 2237474"/>
              <a:gd name="connsiteX127" fmla="*/ 4691075 w 12192000"/>
              <a:gd name="connsiteY127" fmla="*/ 1801389 h 2237474"/>
              <a:gd name="connsiteX128" fmla="*/ 4611738 w 12192000"/>
              <a:gd name="connsiteY128" fmla="*/ 1776964 h 2237474"/>
              <a:gd name="connsiteX129" fmla="*/ 4560070 w 12192000"/>
              <a:gd name="connsiteY129" fmla="*/ 1785640 h 2237474"/>
              <a:gd name="connsiteX130" fmla="*/ 4536503 w 12192000"/>
              <a:gd name="connsiteY130" fmla="*/ 1785334 h 2237474"/>
              <a:gd name="connsiteX131" fmla="*/ 4513724 w 12192000"/>
              <a:gd name="connsiteY131" fmla="*/ 1791996 h 2237474"/>
              <a:gd name="connsiteX132" fmla="*/ 4459810 w 12192000"/>
              <a:gd name="connsiteY132" fmla="*/ 1797886 h 2237474"/>
              <a:gd name="connsiteX133" fmla="*/ 4379064 w 12192000"/>
              <a:gd name="connsiteY133" fmla="*/ 1817177 h 2237474"/>
              <a:gd name="connsiteX134" fmla="*/ 4319209 w 12192000"/>
              <a:gd name="connsiteY134" fmla="*/ 1834833 h 2237474"/>
              <a:gd name="connsiteX135" fmla="*/ 4290981 w 12192000"/>
              <a:gd name="connsiteY135" fmla="*/ 1839677 h 2237474"/>
              <a:gd name="connsiteX136" fmla="*/ 4285792 w 12192000"/>
              <a:gd name="connsiteY136" fmla="*/ 1836231 h 2237474"/>
              <a:gd name="connsiteX137" fmla="*/ 4238372 w 12192000"/>
              <a:gd name="connsiteY137" fmla="*/ 1851480 h 2237474"/>
              <a:gd name="connsiteX138" fmla="*/ 4232517 w 12192000"/>
              <a:gd name="connsiteY138" fmla="*/ 1852567 h 2237474"/>
              <a:gd name="connsiteX139" fmla="*/ 4191732 w 12192000"/>
              <a:gd name="connsiteY139" fmla="*/ 1857328 h 2237474"/>
              <a:gd name="connsiteX140" fmla="*/ 4065532 w 12192000"/>
              <a:gd name="connsiteY140" fmla="*/ 1855477 h 2237474"/>
              <a:gd name="connsiteX141" fmla="*/ 4028460 w 12192000"/>
              <a:gd name="connsiteY141" fmla="*/ 1855137 h 2237474"/>
              <a:gd name="connsiteX142" fmla="*/ 4002267 w 12192000"/>
              <a:gd name="connsiteY142" fmla="*/ 1852352 h 2237474"/>
              <a:gd name="connsiteX143" fmla="*/ 3931396 w 12192000"/>
              <a:gd name="connsiteY143" fmla="*/ 1858915 h 2237474"/>
              <a:gd name="connsiteX144" fmla="*/ 3812162 w 12192000"/>
              <a:gd name="connsiteY144" fmla="*/ 1875501 h 2237474"/>
              <a:gd name="connsiteX145" fmla="*/ 3729530 w 12192000"/>
              <a:gd name="connsiteY145" fmla="*/ 1864513 h 2237474"/>
              <a:gd name="connsiteX146" fmla="*/ 3680177 w 12192000"/>
              <a:gd name="connsiteY146" fmla="*/ 1881552 h 2237474"/>
              <a:gd name="connsiteX147" fmla="*/ 3567259 w 12192000"/>
              <a:gd name="connsiteY147" fmla="*/ 1893482 h 2237474"/>
              <a:gd name="connsiteX148" fmla="*/ 3405770 w 12192000"/>
              <a:gd name="connsiteY148" fmla="*/ 1904591 h 2237474"/>
              <a:gd name="connsiteX149" fmla="*/ 3280097 w 12192000"/>
              <a:gd name="connsiteY149" fmla="*/ 1919610 h 2237474"/>
              <a:gd name="connsiteX150" fmla="*/ 3123424 w 12192000"/>
              <a:gd name="connsiteY150" fmla="*/ 1952930 h 2237474"/>
              <a:gd name="connsiteX151" fmla="*/ 3009910 w 12192000"/>
              <a:gd name="connsiteY151" fmla="*/ 1957866 h 2237474"/>
              <a:gd name="connsiteX152" fmla="*/ 2995934 w 12192000"/>
              <a:gd name="connsiteY152" fmla="*/ 1967085 h 2237474"/>
              <a:gd name="connsiteX153" fmla="*/ 2980071 w 12192000"/>
              <a:gd name="connsiteY153" fmla="*/ 1972988 h 2237474"/>
              <a:gd name="connsiteX154" fmla="*/ 2978094 w 12192000"/>
              <a:gd name="connsiteY154" fmla="*/ 1972369 h 2237474"/>
              <a:gd name="connsiteX155" fmla="*/ 2942858 w 12192000"/>
              <a:gd name="connsiteY155" fmla="*/ 1981367 h 2237474"/>
              <a:gd name="connsiteX156" fmla="*/ 2875436 w 12192000"/>
              <a:gd name="connsiteY156" fmla="*/ 1996977 h 2237474"/>
              <a:gd name="connsiteX157" fmla="*/ 2874892 w 12192000"/>
              <a:gd name="connsiteY157" fmla="*/ 1996085 h 2237474"/>
              <a:gd name="connsiteX158" fmla="*/ 2864145 w 12192000"/>
              <a:gd name="connsiteY158" fmla="*/ 1994061 h 2237474"/>
              <a:gd name="connsiteX159" fmla="*/ 2843662 w 12192000"/>
              <a:gd name="connsiteY159" fmla="*/ 1992498 h 2237474"/>
              <a:gd name="connsiteX160" fmla="*/ 2796128 w 12192000"/>
              <a:gd name="connsiteY160" fmla="*/ 1976403 h 2237474"/>
              <a:gd name="connsiteX161" fmla="*/ 2756784 w 12192000"/>
              <a:gd name="connsiteY161" fmla="*/ 1985116 h 2237474"/>
              <a:gd name="connsiteX162" fmla="*/ 2748833 w 12192000"/>
              <a:gd name="connsiteY162" fmla="*/ 1986323 h 2237474"/>
              <a:gd name="connsiteX163" fmla="*/ 2748661 w 12192000"/>
              <a:gd name="connsiteY163" fmla="*/ 1986122 h 2237474"/>
              <a:gd name="connsiteX164" fmla="*/ 2740251 w 12192000"/>
              <a:gd name="connsiteY164" fmla="*/ 1986946 h 2237474"/>
              <a:gd name="connsiteX165" fmla="*/ 2718916 w 12192000"/>
              <a:gd name="connsiteY165" fmla="*/ 1990867 h 2237474"/>
              <a:gd name="connsiteX166" fmla="*/ 2713522 w 12192000"/>
              <a:gd name="connsiteY166" fmla="*/ 1990173 h 2237474"/>
              <a:gd name="connsiteX167" fmla="*/ 2680597 w 12192000"/>
              <a:gd name="connsiteY167" fmla="*/ 1984996 h 2237474"/>
              <a:gd name="connsiteX168" fmla="*/ 2578178 w 12192000"/>
              <a:gd name="connsiteY168" fmla="*/ 1990531 h 2237474"/>
              <a:gd name="connsiteX169" fmla="*/ 2476147 w 12192000"/>
              <a:gd name="connsiteY169" fmla="*/ 1998305 h 2237474"/>
              <a:gd name="connsiteX170" fmla="*/ 2373568 w 12192000"/>
              <a:gd name="connsiteY170" fmla="*/ 2003219 h 2237474"/>
              <a:gd name="connsiteX171" fmla="*/ 2321399 w 12192000"/>
              <a:gd name="connsiteY171" fmla="*/ 1989467 h 2237474"/>
              <a:gd name="connsiteX172" fmla="*/ 2315525 w 12192000"/>
              <a:gd name="connsiteY172" fmla="*/ 1989708 h 2237474"/>
              <a:gd name="connsiteX173" fmla="*/ 2300792 w 12192000"/>
              <a:gd name="connsiteY173" fmla="*/ 1994290 h 2237474"/>
              <a:gd name="connsiteX174" fmla="*/ 2295469 w 12192000"/>
              <a:gd name="connsiteY174" fmla="*/ 1996659 h 2237474"/>
              <a:gd name="connsiteX175" fmla="*/ 2287219 w 12192000"/>
              <a:gd name="connsiteY175" fmla="*/ 1998750 h 2237474"/>
              <a:gd name="connsiteX176" fmla="*/ 2286948 w 12192000"/>
              <a:gd name="connsiteY176" fmla="*/ 1998596 h 2237474"/>
              <a:gd name="connsiteX177" fmla="*/ 2243069 w 12192000"/>
              <a:gd name="connsiteY177" fmla="*/ 2015111 h 2237474"/>
              <a:gd name="connsiteX178" fmla="*/ 2186609 w 12192000"/>
              <a:gd name="connsiteY178" fmla="*/ 2008263 h 2237474"/>
              <a:gd name="connsiteX179" fmla="*/ 2164831 w 12192000"/>
              <a:gd name="connsiteY179" fmla="*/ 2010143 h 2237474"/>
              <a:gd name="connsiteX180" fmla="*/ 2152836 w 12192000"/>
              <a:gd name="connsiteY180" fmla="*/ 2010048 h 2237474"/>
              <a:gd name="connsiteX181" fmla="*/ 2117102 w 12192000"/>
              <a:gd name="connsiteY181" fmla="*/ 2023004 h 2237474"/>
              <a:gd name="connsiteX182" fmla="*/ 2111935 w 12192000"/>
              <a:gd name="connsiteY182" fmla="*/ 2023163 h 2237474"/>
              <a:gd name="connsiteX183" fmla="*/ 2089991 w 12192000"/>
              <a:gd name="connsiteY183" fmla="*/ 2034193 h 2237474"/>
              <a:gd name="connsiteX184" fmla="*/ 2058061 w 12192000"/>
              <a:gd name="connsiteY184" fmla="*/ 2047942 h 2237474"/>
              <a:gd name="connsiteX185" fmla="*/ 2055737 w 12192000"/>
              <a:gd name="connsiteY185" fmla="*/ 2047704 h 2237474"/>
              <a:gd name="connsiteX186" fmla="*/ 2042244 w 12192000"/>
              <a:gd name="connsiteY186" fmla="*/ 2055560 h 2237474"/>
              <a:gd name="connsiteX187" fmla="*/ 1976224 w 12192000"/>
              <a:gd name="connsiteY187" fmla="*/ 2074257 h 2237474"/>
              <a:gd name="connsiteX188" fmla="*/ 1877728 w 12192000"/>
              <a:gd name="connsiteY188" fmla="*/ 2101004 h 2237474"/>
              <a:gd name="connsiteX189" fmla="*/ 1759056 w 12192000"/>
              <a:gd name="connsiteY189" fmla="*/ 2125608 h 2237474"/>
              <a:gd name="connsiteX190" fmla="*/ 1637948 w 12192000"/>
              <a:gd name="connsiteY190" fmla="*/ 2172597 h 2237474"/>
              <a:gd name="connsiteX191" fmla="*/ 1434549 w 12192000"/>
              <a:gd name="connsiteY191" fmla="*/ 2234522 h 2237474"/>
              <a:gd name="connsiteX192" fmla="*/ 1398481 w 12192000"/>
              <a:gd name="connsiteY192" fmla="*/ 2237074 h 2237474"/>
              <a:gd name="connsiteX193" fmla="*/ 1398407 w 12192000"/>
              <a:gd name="connsiteY193" fmla="*/ 2237095 h 2237474"/>
              <a:gd name="connsiteX194" fmla="*/ 1370962 w 12192000"/>
              <a:gd name="connsiteY194" fmla="*/ 2237474 h 2237474"/>
              <a:gd name="connsiteX195" fmla="*/ 1356367 w 12192000"/>
              <a:gd name="connsiteY195" fmla="*/ 2235089 h 2237474"/>
              <a:gd name="connsiteX196" fmla="*/ 1324828 w 12192000"/>
              <a:gd name="connsiteY196" fmla="*/ 2231968 h 2237474"/>
              <a:gd name="connsiteX197" fmla="*/ 1297744 w 12192000"/>
              <a:gd name="connsiteY197" fmla="*/ 2235849 h 2237474"/>
              <a:gd name="connsiteX198" fmla="*/ 1286236 w 12192000"/>
              <a:gd name="connsiteY198" fmla="*/ 2233135 h 2237474"/>
              <a:gd name="connsiteX199" fmla="*/ 1283504 w 12192000"/>
              <a:gd name="connsiteY199" fmla="*/ 2233797 h 2237474"/>
              <a:gd name="connsiteX200" fmla="*/ 1279765 w 12192000"/>
              <a:gd name="connsiteY200" fmla="*/ 2229639 h 2237474"/>
              <a:gd name="connsiteX201" fmla="*/ 1195347 w 12192000"/>
              <a:gd name="connsiteY201" fmla="*/ 2212354 h 2237474"/>
              <a:gd name="connsiteX202" fmla="*/ 970251 w 12192000"/>
              <a:gd name="connsiteY202" fmla="*/ 2221029 h 2237474"/>
              <a:gd name="connsiteX203" fmla="*/ 812914 w 12192000"/>
              <a:gd name="connsiteY203" fmla="*/ 2202752 h 2237474"/>
              <a:gd name="connsiteX204" fmla="*/ 800195 w 12192000"/>
              <a:gd name="connsiteY204" fmla="*/ 2209407 h 2237474"/>
              <a:gd name="connsiteX205" fmla="*/ 784978 w 12192000"/>
              <a:gd name="connsiteY205" fmla="*/ 2212360 h 2237474"/>
              <a:gd name="connsiteX206" fmla="*/ 681987 w 12192000"/>
              <a:gd name="connsiteY206" fmla="*/ 2216757 h 2237474"/>
              <a:gd name="connsiteX207" fmla="*/ 669923 w 12192000"/>
              <a:gd name="connsiteY207" fmla="*/ 2211682 h 2237474"/>
              <a:gd name="connsiteX208" fmla="*/ 648680 w 12192000"/>
              <a:gd name="connsiteY208" fmla="*/ 2206229 h 2237474"/>
              <a:gd name="connsiteX209" fmla="*/ 597225 w 12192000"/>
              <a:gd name="connsiteY209" fmla="*/ 2180999 h 2237474"/>
              <a:gd name="connsiteX210" fmla="*/ 558449 w 12192000"/>
              <a:gd name="connsiteY210" fmla="*/ 2182346 h 2237474"/>
              <a:gd name="connsiteX211" fmla="*/ 550517 w 12192000"/>
              <a:gd name="connsiteY211" fmla="*/ 2182060 h 2237474"/>
              <a:gd name="connsiteX212" fmla="*/ 550309 w 12192000"/>
              <a:gd name="connsiteY212" fmla="*/ 2181825 h 2237474"/>
              <a:gd name="connsiteX213" fmla="*/ 541836 w 12192000"/>
              <a:gd name="connsiteY213" fmla="*/ 2181063 h 2237474"/>
              <a:gd name="connsiteX214" fmla="*/ 536057 w 12192000"/>
              <a:gd name="connsiteY214" fmla="*/ 2181537 h 2237474"/>
              <a:gd name="connsiteX215" fmla="*/ 520671 w 12192000"/>
              <a:gd name="connsiteY215" fmla="*/ 2180980 h 2237474"/>
              <a:gd name="connsiteX216" fmla="*/ 515024 w 12192000"/>
              <a:gd name="connsiteY216" fmla="*/ 2179258 h 2237474"/>
              <a:gd name="connsiteX217" fmla="*/ 512278 w 12192000"/>
              <a:gd name="connsiteY217" fmla="*/ 2176369 h 2237474"/>
              <a:gd name="connsiteX218" fmla="*/ 480419 w 12192000"/>
              <a:gd name="connsiteY218" fmla="*/ 2167807 h 2237474"/>
              <a:gd name="connsiteX219" fmla="*/ 413835 w 12192000"/>
              <a:gd name="connsiteY219" fmla="*/ 2156783 h 2237474"/>
              <a:gd name="connsiteX220" fmla="*/ 376513 w 12192000"/>
              <a:gd name="connsiteY220" fmla="*/ 2154014 h 2237474"/>
              <a:gd name="connsiteX221" fmla="*/ 273386 w 12192000"/>
              <a:gd name="connsiteY221" fmla="*/ 2142551 h 2237474"/>
              <a:gd name="connsiteX222" fmla="*/ 169207 w 12192000"/>
              <a:gd name="connsiteY222" fmla="*/ 2128100 h 2237474"/>
              <a:gd name="connsiteX223" fmla="*/ 93149 w 12192000"/>
              <a:gd name="connsiteY223" fmla="*/ 2105324 h 2237474"/>
              <a:gd name="connsiteX224" fmla="*/ 88109 w 12192000"/>
              <a:gd name="connsiteY224" fmla="*/ 2106704 h 2237474"/>
              <a:gd name="connsiteX225" fmla="*/ 80022 w 12192000"/>
              <a:gd name="connsiteY225" fmla="*/ 2107254 h 2237474"/>
              <a:gd name="connsiteX226" fmla="*/ 79717 w 12192000"/>
              <a:gd name="connsiteY226" fmla="*/ 2107046 h 2237474"/>
              <a:gd name="connsiteX227" fmla="*/ 72352 w 12192000"/>
              <a:gd name="connsiteY227" fmla="*/ 2107991 h 2237474"/>
              <a:gd name="connsiteX228" fmla="*/ 37645 w 12192000"/>
              <a:gd name="connsiteY228" fmla="*/ 2115401 h 2237474"/>
              <a:gd name="connsiteX229" fmla="*/ 4572 w 12192000"/>
              <a:gd name="connsiteY229" fmla="*/ 2111091 h 2237474"/>
              <a:gd name="connsiteX230" fmla="*/ 0 w 12192000"/>
              <a:gd name="connsiteY230" fmla="*/ 2110468 h 2237474"/>
              <a:gd name="connsiteX231" fmla="*/ 0 w 12192000"/>
              <a:gd name="connsiteY231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16595 w 12192000"/>
              <a:gd name="connsiteY97" fmla="*/ 1667475 h 2237474"/>
              <a:gd name="connsiteX98" fmla="*/ 6508541 w 12192000"/>
              <a:gd name="connsiteY98" fmla="*/ 1668757 h 2237474"/>
              <a:gd name="connsiteX99" fmla="*/ 6471012 w 12192000"/>
              <a:gd name="connsiteY99" fmla="*/ 1678604 h 2237474"/>
              <a:gd name="connsiteX100" fmla="*/ 6415265 w 12192000"/>
              <a:gd name="connsiteY100" fmla="*/ 1665317 h 2237474"/>
              <a:gd name="connsiteX101" fmla="*/ 6364035 w 12192000"/>
              <a:gd name="connsiteY101" fmla="*/ 1667683 h 2237474"/>
              <a:gd name="connsiteX102" fmla="*/ 6280959 w 12192000"/>
              <a:gd name="connsiteY102" fmla="*/ 1689329 h 2237474"/>
              <a:gd name="connsiteX103" fmla="*/ 6243319 w 12192000"/>
              <a:gd name="connsiteY103" fmla="*/ 1695560 h 2237474"/>
              <a:gd name="connsiteX104" fmla="*/ 6098321 w 12192000"/>
              <a:gd name="connsiteY104" fmla="*/ 1721646 h 2237474"/>
              <a:gd name="connsiteX105" fmla="*/ 5880652 w 12192000"/>
              <a:gd name="connsiteY105" fmla="*/ 1779643 h 2237474"/>
              <a:gd name="connsiteX106" fmla="*/ 5785959 w 12192000"/>
              <a:gd name="connsiteY106" fmla="*/ 1775307 h 2237474"/>
              <a:gd name="connsiteX107" fmla="*/ 5643534 w 12192000"/>
              <a:gd name="connsiteY107" fmla="*/ 1802919 h 2237474"/>
              <a:gd name="connsiteX108" fmla="*/ 5518799 w 12192000"/>
              <a:gd name="connsiteY108" fmla="*/ 1818312 h 2237474"/>
              <a:gd name="connsiteX109" fmla="*/ 5505014 w 12192000"/>
              <a:gd name="connsiteY109" fmla="*/ 1819259 h 2237474"/>
              <a:gd name="connsiteX110" fmla="*/ 5453307 w 12192000"/>
              <a:gd name="connsiteY110" fmla="*/ 1815450 h 2237474"/>
              <a:gd name="connsiteX111" fmla="*/ 5364192 w 12192000"/>
              <a:gd name="connsiteY111" fmla="*/ 1826074 h 2237474"/>
              <a:gd name="connsiteX112" fmla="*/ 5350380 w 12192000"/>
              <a:gd name="connsiteY112" fmla="*/ 1830891 h 2237474"/>
              <a:gd name="connsiteX113" fmla="*/ 5259633 w 12192000"/>
              <a:gd name="connsiteY113" fmla="*/ 1837160 h 2237474"/>
              <a:gd name="connsiteX114" fmla="*/ 5197513 w 12192000"/>
              <a:gd name="connsiteY114" fmla="*/ 1844718 h 2237474"/>
              <a:gd name="connsiteX115" fmla="*/ 5184170 w 12192000"/>
              <a:gd name="connsiteY115" fmla="*/ 1849402 h 2237474"/>
              <a:gd name="connsiteX116" fmla="*/ 5168852 w 12192000"/>
              <a:gd name="connsiteY116" fmla="*/ 1844846 h 2237474"/>
              <a:gd name="connsiteX117" fmla="*/ 5164370 w 12192000"/>
              <a:gd name="connsiteY117" fmla="*/ 1840597 h 2237474"/>
              <a:gd name="connsiteX118" fmla="*/ 5114927 w 12192000"/>
              <a:gd name="connsiteY118" fmla="*/ 1847827 h 2237474"/>
              <a:gd name="connsiteX119" fmla="*/ 5108970 w 12192000"/>
              <a:gd name="connsiteY119" fmla="*/ 1847935 h 2237474"/>
              <a:gd name="connsiteX120" fmla="*/ 5067961 w 12192000"/>
              <a:gd name="connsiteY120" fmla="*/ 1845917 h 2237474"/>
              <a:gd name="connsiteX121" fmla="*/ 5007075 w 12192000"/>
              <a:gd name="connsiteY121" fmla="*/ 1838626 h 2237474"/>
              <a:gd name="connsiteX122" fmla="*/ 4944087 w 12192000"/>
              <a:gd name="connsiteY122" fmla="*/ 1823332 h 2237474"/>
              <a:gd name="connsiteX123" fmla="*/ 4907662 w 12192000"/>
              <a:gd name="connsiteY123" fmla="*/ 1816900 h 2237474"/>
              <a:gd name="connsiteX124" fmla="*/ 4882386 w 12192000"/>
              <a:gd name="connsiteY124" fmla="*/ 1809844 h 2237474"/>
              <a:gd name="connsiteX125" fmla="*/ 4811440 w 12192000"/>
              <a:gd name="connsiteY125" fmla="*/ 1804655 h 2237474"/>
              <a:gd name="connsiteX126" fmla="*/ 4691075 w 12192000"/>
              <a:gd name="connsiteY126" fmla="*/ 1801389 h 2237474"/>
              <a:gd name="connsiteX127" fmla="*/ 4611738 w 12192000"/>
              <a:gd name="connsiteY127" fmla="*/ 1776964 h 2237474"/>
              <a:gd name="connsiteX128" fmla="*/ 4560070 w 12192000"/>
              <a:gd name="connsiteY128" fmla="*/ 1785640 h 2237474"/>
              <a:gd name="connsiteX129" fmla="*/ 4536503 w 12192000"/>
              <a:gd name="connsiteY129" fmla="*/ 1785334 h 2237474"/>
              <a:gd name="connsiteX130" fmla="*/ 4513724 w 12192000"/>
              <a:gd name="connsiteY130" fmla="*/ 1791996 h 2237474"/>
              <a:gd name="connsiteX131" fmla="*/ 4459810 w 12192000"/>
              <a:gd name="connsiteY131" fmla="*/ 1797886 h 2237474"/>
              <a:gd name="connsiteX132" fmla="*/ 4379064 w 12192000"/>
              <a:gd name="connsiteY132" fmla="*/ 1817177 h 2237474"/>
              <a:gd name="connsiteX133" fmla="*/ 4319209 w 12192000"/>
              <a:gd name="connsiteY133" fmla="*/ 1834833 h 2237474"/>
              <a:gd name="connsiteX134" fmla="*/ 4290981 w 12192000"/>
              <a:gd name="connsiteY134" fmla="*/ 1839677 h 2237474"/>
              <a:gd name="connsiteX135" fmla="*/ 4285792 w 12192000"/>
              <a:gd name="connsiteY135" fmla="*/ 1836231 h 2237474"/>
              <a:gd name="connsiteX136" fmla="*/ 4238372 w 12192000"/>
              <a:gd name="connsiteY136" fmla="*/ 1851480 h 2237474"/>
              <a:gd name="connsiteX137" fmla="*/ 4232517 w 12192000"/>
              <a:gd name="connsiteY137" fmla="*/ 1852567 h 2237474"/>
              <a:gd name="connsiteX138" fmla="*/ 4191732 w 12192000"/>
              <a:gd name="connsiteY138" fmla="*/ 1857328 h 2237474"/>
              <a:gd name="connsiteX139" fmla="*/ 4065532 w 12192000"/>
              <a:gd name="connsiteY139" fmla="*/ 1855477 h 2237474"/>
              <a:gd name="connsiteX140" fmla="*/ 4028460 w 12192000"/>
              <a:gd name="connsiteY140" fmla="*/ 1855137 h 2237474"/>
              <a:gd name="connsiteX141" fmla="*/ 4002267 w 12192000"/>
              <a:gd name="connsiteY141" fmla="*/ 1852352 h 2237474"/>
              <a:gd name="connsiteX142" fmla="*/ 3931396 w 12192000"/>
              <a:gd name="connsiteY142" fmla="*/ 1858915 h 2237474"/>
              <a:gd name="connsiteX143" fmla="*/ 3812162 w 12192000"/>
              <a:gd name="connsiteY143" fmla="*/ 1875501 h 2237474"/>
              <a:gd name="connsiteX144" fmla="*/ 3729530 w 12192000"/>
              <a:gd name="connsiteY144" fmla="*/ 1864513 h 2237474"/>
              <a:gd name="connsiteX145" fmla="*/ 3680177 w 12192000"/>
              <a:gd name="connsiteY145" fmla="*/ 1881552 h 2237474"/>
              <a:gd name="connsiteX146" fmla="*/ 3567259 w 12192000"/>
              <a:gd name="connsiteY146" fmla="*/ 1893482 h 2237474"/>
              <a:gd name="connsiteX147" fmla="*/ 3405770 w 12192000"/>
              <a:gd name="connsiteY147" fmla="*/ 1904591 h 2237474"/>
              <a:gd name="connsiteX148" fmla="*/ 3280097 w 12192000"/>
              <a:gd name="connsiteY148" fmla="*/ 1919610 h 2237474"/>
              <a:gd name="connsiteX149" fmla="*/ 3123424 w 12192000"/>
              <a:gd name="connsiteY149" fmla="*/ 1952930 h 2237474"/>
              <a:gd name="connsiteX150" fmla="*/ 3009910 w 12192000"/>
              <a:gd name="connsiteY150" fmla="*/ 1957866 h 2237474"/>
              <a:gd name="connsiteX151" fmla="*/ 2995934 w 12192000"/>
              <a:gd name="connsiteY151" fmla="*/ 1967085 h 2237474"/>
              <a:gd name="connsiteX152" fmla="*/ 2980071 w 12192000"/>
              <a:gd name="connsiteY152" fmla="*/ 1972988 h 2237474"/>
              <a:gd name="connsiteX153" fmla="*/ 2978094 w 12192000"/>
              <a:gd name="connsiteY153" fmla="*/ 1972369 h 2237474"/>
              <a:gd name="connsiteX154" fmla="*/ 2942858 w 12192000"/>
              <a:gd name="connsiteY154" fmla="*/ 1981367 h 2237474"/>
              <a:gd name="connsiteX155" fmla="*/ 2875436 w 12192000"/>
              <a:gd name="connsiteY155" fmla="*/ 1996977 h 2237474"/>
              <a:gd name="connsiteX156" fmla="*/ 2874892 w 12192000"/>
              <a:gd name="connsiteY156" fmla="*/ 1996085 h 2237474"/>
              <a:gd name="connsiteX157" fmla="*/ 2864145 w 12192000"/>
              <a:gd name="connsiteY157" fmla="*/ 1994061 h 2237474"/>
              <a:gd name="connsiteX158" fmla="*/ 2843662 w 12192000"/>
              <a:gd name="connsiteY158" fmla="*/ 1992498 h 2237474"/>
              <a:gd name="connsiteX159" fmla="*/ 2796128 w 12192000"/>
              <a:gd name="connsiteY159" fmla="*/ 1976403 h 2237474"/>
              <a:gd name="connsiteX160" fmla="*/ 2756784 w 12192000"/>
              <a:gd name="connsiteY160" fmla="*/ 1985116 h 2237474"/>
              <a:gd name="connsiteX161" fmla="*/ 2748833 w 12192000"/>
              <a:gd name="connsiteY161" fmla="*/ 1986323 h 2237474"/>
              <a:gd name="connsiteX162" fmla="*/ 2748661 w 12192000"/>
              <a:gd name="connsiteY162" fmla="*/ 1986122 h 2237474"/>
              <a:gd name="connsiteX163" fmla="*/ 2740251 w 12192000"/>
              <a:gd name="connsiteY163" fmla="*/ 1986946 h 2237474"/>
              <a:gd name="connsiteX164" fmla="*/ 2718916 w 12192000"/>
              <a:gd name="connsiteY164" fmla="*/ 1990867 h 2237474"/>
              <a:gd name="connsiteX165" fmla="*/ 2713522 w 12192000"/>
              <a:gd name="connsiteY165" fmla="*/ 1990173 h 2237474"/>
              <a:gd name="connsiteX166" fmla="*/ 2680597 w 12192000"/>
              <a:gd name="connsiteY166" fmla="*/ 1984996 h 2237474"/>
              <a:gd name="connsiteX167" fmla="*/ 2578178 w 12192000"/>
              <a:gd name="connsiteY167" fmla="*/ 1990531 h 2237474"/>
              <a:gd name="connsiteX168" fmla="*/ 2476147 w 12192000"/>
              <a:gd name="connsiteY168" fmla="*/ 1998305 h 2237474"/>
              <a:gd name="connsiteX169" fmla="*/ 2373568 w 12192000"/>
              <a:gd name="connsiteY169" fmla="*/ 2003219 h 2237474"/>
              <a:gd name="connsiteX170" fmla="*/ 2321399 w 12192000"/>
              <a:gd name="connsiteY170" fmla="*/ 1989467 h 2237474"/>
              <a:gd name="connsiteX171" fmla="*/ 2315525 w 12192000"/>
              <a:gd name="connsiteY171" fmla="*/ 1989708 h 2237474"/>
              <a:gd name="connsiteX172" fmla="*/ 2300792 w 12192000"/>
              <a:gd name="connsiteY172" fmla="*/ 1994290 h 2237474"/>
              <a:gd name="connsiteX173" fmla="*/ 2295469 w 12192000"/>
              <a:gd name="connsiteY173" fmla="*/ 1996659 h 2237474"/>
              <a:gd name="connsiteX174" fmla="*/ 2287219 w 12192000"/>
              <a:gd name="connsiteY174" fmla="*/ 1998750 h 2237474"/>
              <a:gd name="connsiteX175" fmla="*/ 2286948 w 12192000"/>
              <a:gd name="connsiteY175" fmla="*/ 1998596 h 2237474"/>
              <a:gd name="connsiteX176" fmla="*/ 2243069 w 12192000"/>
              <a:gd name="connsiteY176" fmla="*/ 2015111 h 2237474"/>
              <a:gd name="connsiteX177" fmla="*/ 2186609 w 12192000"/>
              <a:gd name="connsiteY177" fmla="*/ 2008263 h 2237474"/>
              <a:gd name="connsiteX178" fmla="*/ 2164831 w 12192000"/>
              <a:gd name="connsiteY178" fmla="*/ 2010143 h 2237474"/>
              <a:gd name="connsiteX179" fmla="*/ 2152836 w 12192000"/>
              <a:gd name="connsiteY179" fmla="*/ 2010048 h 2237474"/>
              <a:gd name="connsiteX180" fmla="*/ 2117102 w 12192000"/>
              <a:gd name="connsiteY180" fmla="*/ 2023004 h 2237474"/>
              <a:gd name="connsiteX181" fmla="*/ 2111935 w 12192000"/>
              <a:gd name="connsiteY181" fmla="*/ 2023163 h 2237474"/>
              <a:gd name="connsiteX182" fmla="*/ 2089991 w 12192000"/>
              <a:gd name="connsiteY182" fmla="*/ 2034193 h 2237474"/>
              <a:gd name="connsiteX183" fmla="*/ 2058061 w 12192000"/>
              <a:gd name="connsiteY183" fmla="*/ 2047942 h 2237474"/>
              <a:gd name="connsiteX184" fmla="*/ 2055737 w 12192000"/>
              <a:gd name="connsiteY184" fmla="*/ 2047704 h 2237474"/>
              <a:gd name="connsiteX185" fmla="*/ 2042244 w 12192000"/>
              <a:gd name="connsiteY185" fmla="*/ 2055560 h 2237474"/>
              <a:gd name="connsiteX186" fmla="*/ 1976224 w 12192000"/>
              <a:gd name="connsiteY186" fmla="*/ 2074257 h 2237474"/>
              <a:gd name="connsiteX187" fmla="*/ 1877728 w 12192000"/>
              <a:gd name="connsiteY187" fmla="*/ 2101004 h 2237474"/>
              <a:gd name="connsiteX188" fmla="*/ 1759056 w 12192000"/>
              <a:gd name="connsiteY188" fmla="*/ 2125608 h 2237474"/>
              <a:gd name="connsiteX189" fmla="*/ 1637948 w 12192000"/>
              <a:gd name="connsiteY189" fmla="*/ 2172597 h 2237474"/>
              <a:gd name="connsiteX190" fmla="*/ 1434549 w 12192000"/>
              <a:gd name="connsiteY190" fmla="*/ 2234522 h 2237474"/>
              <a:gd name="connsiteX191" fmla="*/ 1398481 w 12192000"/>
              <a:gd name="connsiteY191" fmla="*/ 2237074 h 2237474"/>
              <a:gd name="connsiteX192" fmla="*/ 1398407 w 12192000"/>
              <a:gd name="connsiteY192" fmla="*/ 2237095 h 2237474"/>
              <a:gd name="connsiteX193" fmla="*/ 1370962 w 12192000"/>
              <a:gd name="connsiteY193" fmla="*/ 2237474 h 2237474"/>
              <a:gd name="connsiteX194" fmla="*/ 1356367 w 12192000"/>
              <a:gd name="connsiteY194" fmla="*/ 2235089 h 2237474"/>
              <a:gd name="connsiteX195" fmla="*/ 1324828 w 12192000"/>
              <a:gd name="connsiteY195" fmla="*/ 2231968 h 2237474"/>
              <a:gd name="connsiteX196" fmla="*/ 1297744 w 12192000"/>
              <a:gd name="connsiteY196" fmla="*/ 2235849 h 2237474"/>
              <a:gd name="connsiteX197" fmla="*/ 1286236 w 12192000"/>
              <a:gd name="connsiteY197" fmla="*/ 2233135 h 2237474"/>
              <a:gd name="connsiteX198" fmla="*/ 1283504 w 12192000"/>
              <a:gd name="connsiteY198" fmla="*/ 2233797 h 2237474"/>
              <a:gd name="connsiteX199" fmla="*/ 1279765 w 12192000"/>
              <a:gd name="connsiteY199" fmla="*/ 2229639 h 2237474"/>
              <a:gd name="connsiteX200" fmla="*/ 1195347 w 12192000"/>
              <a:gd name="connsiteY200" fmla="*/ 2212354 h 2237474"/>
              <a:gd name="connsiteX201" fmla="*/ 970251 w 12192000"/>
              <a:gd name="connsiteY201" fmla="*/ 2221029 h 2237474"/>
              <a:gd name="connsiteX202" fmla="*/ 812914 w 12192000"/>
              <a:gd name="connsiteY202" fmla="*/ 2202752 h 2237474"/>
              <a:gd name="connsiteX203" fmla="*/ 800195 w 12192000"/>
              <a:gd name="connsiteY203" fmla="*/ 2209407 h 2237474"/>
              <a:gd name="connsiteX204" fmla="*/ 784978 w 12192000"/>
              <a:gd name="connsiteY204" fmla="*/ 2212360 h 2237474"/>
              <a:gd name="connsiteX205" fmla="*/ 681987 w 12192000"/>
              <a:gd name="connsiteY205" fmla="*/ 2216757 h 2237474"/>
              <a:gd name="connsiteX206" fmla="*/ 669923 w 12192000"/>
              <a:gd name="connsiteY206" fmla="*/ 2211682 h 2237474"/>
              <a:gd name="connsiteX207" fmla="*/ 648680 w 12192000"/>
              <a:gd name="connsiteY207" fmla="*/ 2206229 h 2237474"/>
              <a:gd name="connsiteX208" fmla="*/ 597225 w 12192000"/>
              <a:gd name="connsiteY208" fmla="*/ 2180999 h 2237474"/>
              <a:gd name="connsiteX209" fmla="*/ 558449 w 12192000"/>
              <a:gd name="connsiteY209" fmla="*/ 2182346 h 2237474"/>
              <a:gd name="connsiteX210" fmla="*/ 550517 w 12192000"/>
              <a:gd name="connsiteY210" fmla="*/ 2182060 h 2237474"/>
              <a:gd name="connsiteX211" fmla="*/ 550309 w 12192000"/>
              <a:gd name="connsiteY211" fmla="*/ 2181825 h 2237474"/>
              <a:gd name="connsiteX212" fmla="*/ 541836 w 12192000"/>
              <a:gd name="connsiteY212" fmla="*/ 2181063 h 2237474"/>
              <a:gd name="connsiteX213" fmla="*/ 536057 w 12192000"/>
              <a:gd name="connsiteY213" fmla="*/ 2181537 h 2237474"/>
              <a:gd name="connsiteX214" fmla="*/ 520671 w 12192000"/>
              <a:gd name="connsiteY214" fmla="*/ 2180980 h 2237474"/>
              <a:gd name="connsiteX215" fmla="*/ 515024 w 12192000"/>
              <a:gd name="connsiteY215" fmla="*/ 2179258 h 2237474"/>
              <a:gd name="connsiteX216" fmla="*/ 512278 w 12192000"/>
              <a:gd name="connsiteY216" fmla="*/ 2176369 h 2237474"/>
              <a:gd name="connsiteX217" fmla="*/ 480419 w 12192000"/>
              <a:gd name="connsiteY217" fmla="*/ 2167807 h 2237474"/>
              <a:gd name="connsiteX218" fmla="*/ 413835 w 12192000"/>
              <a:gd name="connsiteY218" fmla="*/ 2156783 h 2237474"/>
              <a:gd name="connsiteX219" fmla="*/ 376513 w 12192000"/>
              <a:gd name="connsiteY219" fmla="*/ 2154014 h 2237474"/>
              <a:gd name="connsiteX220" fmla="*/ 273386 w 12192000"/>
              <a:gd name="connsiteY220" fmla="*/ 2142551 h 2237474"/>
              <a:gd name="connsiteX221" fmla="*/ 169207 w 12192000"/>
              <a:gd name="connsiteY221" fmla="*/ 2128100 h 2237474"/>
              <a:gd name="connsiteX222" fmla="*/ 93149 w 12192000"/>
              <a:gd name="connsiteY222" fmla="*/ 2105324 h 2237474"/>
              <a:gd name="connsiteX223" fmla="*/ 88109 w 12192000"/>
              <a:gd name="connsiteY223" fmla="*/ 2106704 h 2237474"/>
              <a:gd name="connsiteX224" fmla="*/ 80022 w 12192000"/>
              <a:gd name="connsiteY224" fmla="*/ 2107254 h 2237474"/>
              <a:gd name="connsiteX225" fmla="*/ 79717 w 12192000"/>
              <a:gd name="connsiteY225" fmla="*/ 2107046 h 2237474"/>
              <a:gd name="connsiteX226" fmla="*/ 72352 w 12192000"/>
              <a:gd name="connsiteY226" fmla="*/ 2107991 h 2237474"/>
              <a:gd name="connsiteX227" fmla="*/ 37645 w 12192000"/>
              <a:gd name="connsiteY227" fmla="*/ 2115401 h 2237474"/>
              <a:gd name="connsiteX228" fmla="*/ 4572 w 12192000"/>
              <a:gd name="connsiteY228" fmla="*/ 2111091 h 2237474"/>
              <a:gd name="connsiteX229" fmla="*/ 0 w 12192000"/>
              <a:gd name="connsiteY229" fmla="*/ 2110468 h 2237474"/>
              <a:gd name="connsiteX230" fmla="*/ 0 w 12192000"/>
              <a:gd name="connsiteY230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02328 w 12192000"/>
              <a:gd name="connsiteY67" fmla="*/ 1345865 h 2237474"/>
              <a:gd name="connsiteX68" fmla="*/ 7898322 w 12192000"/>
              <a:gd name="connsiteY68" fmla="*/ 1345689 h 2237474"/>
              <a:gd name="connsiteX69" fmla="*/ 7875879 w 12192000"/>
              <a:gd name="connsiteY69" fmla="*/ 1345646 h 2237474"/>
              <a:gd name="connsiteX70" fmla="*/ 7840612 w 12192000"/>
              <a:gd name="connsiteY70" fmla="*/ 1369373 h 2237474"/>
              <a:gd name="connsiteX71" fmla="*/ 7786819 w 12192000"/>
              <a:gd name="connsiteY71" fmla="*/ 1378970 h 2237474"/>
              <a:gd name="connsiteX72" fmla="*/ 7548172 w 12192000"/>
              <a:gd name="connsiteY72" fmla="*/ 1417460 h 2237474"/>
              <a:gd name="connsiteX73" fmla="*/ 7483437 w 12192000"/>
              <a:gd name="connsiteY73" fmla="*/ 1478152 h 2237474"/>
              <a:gd name="connsiteX74" fmla="*/ 7377870 w 12192000"/>
              <a:gd name="connsiteY74" fmla="*/ 1523319 h 2237474"/>
              <a:gd name="connsiteX75" fmla="*/ 7230737 w 12192000"/>
              <a:gd name="connsiteY75" fmla="*/ 1562633 h 2237474"/>
              <a:gd name="connsiteX76" fmla="*/ 7224458 w 12192000"/>
              <a:gd name="connsiteY76" fmla="*/ 1573008 h 2237474"/>
              <a:gd name="connsiteX77" fmla="*/ 7213486 w 12192000"/>
              <a:gd name="connsiteY77" fmla="*/ 1580987 h 2237474"/>
              <a:gd name="connsiteX78" fmla="*/ 7210972 w 12192000"/>
              <a:gd name="connsiteY78" fmla="*/ 1580856 h 2237474"/>
              <a:gd name="connsiteX79" fmla="*/ 7183121 w 12192000"/>
              <a:gd name="connsiteY79" fmla="*/ 1595162 h 2237474"/>
              <a:gd name="connsiteX80" fmla="*/ 7164601 w 12192000"/>
              <a:gd name="connsiteY80" fmla="*/ 1606490 h 2237474"/>
              <a:gd name="connsiteX81" fmla="*/ 7159286 w 12192000"/>
              <a:gd name="connsiteY81" fmla="*/ 1606850 h 2237474"/>
              <a:gd name="connsiteX82" fmla="*/ 7114651 w 12192000"/>
              <a:gd name="connsiteY82" fmla="*/ 1620959 h 2237474"/>
              <a:gd name="connsiteX83" fmla="*/ 7092727 w 12192000"/>
              <a:gd name="connsiteY83" fmla="*/ 1623628 h 2237474"/>
              <a:gd name="connsiteX84" fmla="*/ 7031309 w 12192000"/>
              <a:gd name="connsiteY84" fmla="*/ 1619451 h 2237474"/>
              <a:gd name="connsiteX85" fmla="*/ 6999084 w 12192000"/>
              <a:gd name="connsiteY85" fmla="*/ 1634317 h 2237474"/>
              <a:gd name="connsiteX86" fmla="*/ 6992107 w 12192000"/>
              <a:gd name="connsiteY86" fmla="*/ 1636860 h 2237474"/>
              <a:gd name="connsiteX87" fmla="*/ 6991765 w 12192000"/>
              <a:gd name="connsiteY87" fmla="*/ 1636725 h 2237474"/>
              <a:gd name="connsiteX88" fmla="*/ 6983996 w 12192000"/>
              <a:gd name="connsiteY88" fmla="*/ 1639040 h 2237474"/>
              <a:gd name="connsiteX89" fmla="*/ 6979383 w 12192000"/>
              <a:gd name="connsiteY89" fmla="*/ 1641496 h 2237474"/>
              <a:gd name="connsiteX90" fmla="*/ 6900177 w 12192000"/>
              <a:gd name="connsiteY90" fmla="*/ 1636016 h 2237474"/>
              <a:gd name="connsiteX91" fmla="*/ 6795372 w 12192000"/>
              <a:gd name="connsiteY91" fmla="*/ 1644845 h 2237474"/>
              <a:gd name="connsiteX92" fmla="*/ 6692251 w 12192000"/>
              <a:gd name="connsiteY92" fmla="*/ 1656357 h 2237474"/>
              <a:gd name="connsiteX93" fmla="*/ 6655235 w 12192000"/>
              <a:gd name="connsiteY93" fmla="*/ 1661869 h 2237474"/>
              <a:gd name="connsiteX94" fmla="*/ 6587857 w 12192000"/>
              <a:gd name="connsiteY94" fmla="*/ 1665769 h 2237474"/>
              <a:gd name="connsiteX95" fmla="*/ 6554894 w 12192000"/>
              <a:gd name="connsiteY95" fmla="*/ 1664428 h 2237474"/>
              <a:gd name="connsiteX96" fmla="*/ 6516595 w 12192000"/>
              <a:gd name="connsiteY96" fmla="*/ 1667475 h 2237474"/>
              <a:gd name="connsiteX97" fmla="*/ 6508541 w 12192000"/>
              <a:gd name="connsiteY97" fmla="*/ 1668757 h 2237474"/>
              <a:gd name="connsiteX98" fmla="*/ 6471012 w 12192000"/>
              <a:gd name="connsiteY98" fmla="*/ 1678604 h 2237474"/>
              <a:gd name="connsiteX99" fmla="*/ 6415265 w 12192000"/>
              <a:gd name="connsiteY99" fmla="*/ 1665317 h 2237474"/>
              <a:gd name="connsiteX100" fmla="*/ 6364035 w 12192000"/>
              <a:gd name="connsiteY100" fmla="*/ 1667683 h 2237474"/>
              <a:gd name="connsiteX101" fmla="*/ 6280959 w 12192000"/>
              <a:gd name="connsiteY101" fmla="*/ 1689329 h 2237474"/>
              <a:gd name="connsiteX102" fmla="*/ 6243319 w 12192000"/>
              <a:gd name="connsiteY102" fmla="*/ 1695560 h 2237474"/>
              <a:gd name="connsiteX103" fmla="*/ 6098321 w 12192000"/>
              <a:gd name="connsiteY103" fmla="*/ 1721646 h 2237474"/>
              <a:gd name="connsiteX104" fmla="*/ 5880652 w 12192000"/>
              <a:gd name="connsiteY104" fmla="*/ 1779643 h 2237474"/>
              <a:gd name="connsiteX105" fmla="*/ 5785959 w 12192000"/>
              <a:gd name="connsiteY105" fmla="*/ 1775307 h 2237474"/>
              <a:gd name="connsiteX106" fmla="*/ 5643534 w 12192000"/>
              <a:gd name="connsiteY106" fmla="*/ 1802919 h 2237474"/>
              <a:gd name="connsiteX107" fmla="*/ 5518799 w 12192000"/>
              <a:gd name="connsiteY107" fmla="*/ 1818312 h 2237474"/>
              <a:gd name="connsiteX108" fmla="*/ 5505014 w 12192000"/>
              <a:gd name="connsiteY108" fmla="*/ 1819259 h 2237474"/>
              <a:gd name="connsiteX109" fmla="*/ 5453307 w 12192000"/>
              <a:gd name="connsiteY109" fmla="*/ 1815450 h 2237474"/>
              <a:gd name="connsiteX110" fmla="*/ 5364192 w 12192000"/>
              <a:gd name="connsiteY110" fmla="*/ 1826074 h 2237474"/>
              <a:gd name="connsiteX111" fmla="*/ 5350380 w 12192000"/>
              <a:gd name="connsiteY111" fmla="*/ 1830891 h 2237474"/>
              <a:gd name="connsiteX112" fmla="*/ 5259633 w 12192000"/>
              <a:gd name="connsiteY112" fmla="*/ 1837160 h 2237474"/>
              <a:gd name="connsiteX113" fmla="*/ 5197513 w 12192000"/>
              <a:gd name="connsiteY113" fmla="*/ 1844718 h 2237474"/>
              <a:gd name="connsiteX114" fmla="*/ 5184170 w 12192000"/>
              <a:gd name="connsiteY114" fmla="*/ 1849402 h 2237474"/>
              <a:gd name="connsiteX115" fmla="*/ 5168852 w 12192000"/>
              <a:gd name="connsiteY115" fmla="*/ 1844846 h 2237474"/>
              <a:gd name="connsiteX116" fmla="*/ 5164370 w 12192000"/>
              <a:gd name="connsiteY116" fmla="*/ 1840597 h 2237474"/>
              <a:gd name="connsiteX117" fmla="*/ 5114927 w 12192000"/>
              <a:gd name="connsiteY117" fmla="*/ 1847827 h 2237474"/>
              <a:gd name="connsiteX118" fmla="*/ 5108970 w 12192000"/>
              <a:gd name="connsiteY118" fmla="*/ 1847935 h 2237474"/>
              <a:gd name="connsiteX119" fmla="*/ 5067961 w 12192000"/>
              <a:gd name="connsiteY119" fmla="*/ 1845917 h 2237474"/>
              <a:gd name="connsiteX120" fmla="*/ 5007075 w 12192000"/>
              <a:gd name="connsiteY120" fmla="*/ 1838626 h 2237474"/>
              <a:gd name="connsiteX121" fmla="*/ 4944087 w 12192000"/>
              <a:gd name="connsiteY121" fmla="*/ 1823332 h 2237474"/>
              <a:gd name="connsiteX122" fmla="*/ 4907662 w 12192000"/>
              <a:gd name="connsiteY122" fmla="*/ 1816900 h 2237474"/>
              <a:gd name="connsiteX123" fmla="*/ 4882386 w 12192000"/>
              <a:gd name="connsiteY123" fmla="*/ 1809844 h 2237474"/>
              <a:gd name="connsiteX124" fmla="*/ 4811440 w 12192000"/>
              <a:gd name="connsiteY124" fmla="*/ 1804655 h 2237474"/>
              <a:gd name="connsiteX125" fmla="*/ 4691075 w 12192000"/>
              <a:gd name="connsiteY125" fmla="*/ 1801389 h 2237474"/>
              <a:gd name="connsiteX126" fmla="*/ 4611738 w 12192000"/>
              <a:gd name="connsiteY126" fmla="*/ 1776964 h 2237474"/>
              <a:gd name="connsiteX127" fmla="*/ 4560070 w 12192000"/>
              <a:gd name="connsiteY127" fmla="*/ 1785640 h 2237474"/>
              <a:gd name="connsiteX128" fmla="*/ 4536503 w 12192000"/>
              <a:gd name="connsiteY128" fmla="*/ 1785334 h 2237474"/>
              <a:gd name="connsiteX129" fmla="*/ 4513724 w 12192000"/>
              <a:gd name="connsiteY129" fmla="*/ 1791996 h 2237474"/>
              <a:gd name="connsiteX130" fmla="*/ 4459810 w 12192000"/>
              <a:gd name="connsiteY130" fmla="*/ 1797886 h 2237474"/>
              <a:gd name="connsiteX131" fmla="*/ 4379064 w 12192000"/>
              <a:gd name="connsiteY131" fmla="*/ 1817177 h 2237474"/>
              <a:gd name="connsiteX132" fmla="*/ 4319209 w 12192000"/>
              <a:gd name="connsiteY132" fmla="*/ 1834833 h 2237474"/>
              <a:gd name="connsiteX133" fmla="*/ 4290981 w 12192000"/>
              <a:gd name="connsiteY133" fmla="*/ 1839677 h 2237474"/>
              <a:gd name="connsiteX134" fmla="*/ 4285792 w 12192000"/>
              <a:gd name="connsiteY134" fmla="*/ 1836231 h 2237474"/>
              <a:gd name="connsiteX135" fmla="*/ 4238372 w 12192000"/>
              <a:gd name="connsiteY135" fmla="*/ 1851480 h 2237474"/>
              <a:gd name="connsiteX136" fmla="*/ 4232517 w 12192000"/>
              <a:gd name="connsiteY136" fmla="*/ 1852567 h 2237474"/>
              <a:gd name="connsiteX137" fmla="*/ 4191732 w 12192000"/>
              <a:gd name="connsiteY137" fmla="*/ 1857328 h 2237474"/>
              <a:gd name="connsiteX138" fmla="*/ 4065532 w 12192000"/>
              <a:gd name="connsiteY138" fmla="*/ 1855477 h 2237474"/>
              <a:gd name="connsiteX139" fmla="*/ 4028460 w 12192000"/>
              <a:gd name="connsiteY139" fmla="*/ 1855137 h 2237474"/>
              <a:gd name="connsiteX140" fmla="*/ 4002267 w 12192000"/>
              <a:gd name="connsiteY140" fmla="*/ 1852352 h 2237474"/>
              <a:gd name="connsiteX141" fmla="*/ 3931396 w 12192000"/>
              <a:gd name="connsiteY141" fmla="*/ 1858915 h 2237474"/>
              <a:gd name="connsiteX142" fmla="*/ 3812162 w 12192000"/>
              <a:gd name="connsiteY142" fmla="*/ 1875501 h 2237474"/>
              <a:gd name="connsiteX143" fmla="*/ 3729530 w 12192000"/>
              <a:gd name="connsiteY143" fmla="*/ 1864513 h 2237474"/>
              <a:gd name="connsiteX144" fmla="*/ 3680177 w 12192000"/>
              <a:gd name="connsiteY144" fmla="*/ 1881552 h 2237474"/>
              <a:gd name="connsiteX145" fmla="*/ 3567259 w 12192000"/>
              <a:gd name="connsiteY145" fmla="*/ 1893482 h 2237474"/>
              <a:gd name="connsiteX146" fmla="*/ 3405770 w 12192000"/>
              <a:gd name="connsiteY146" fmla="*/ 1904591 h 2237474"/>
              <a:gd name="connsiteX147" fmla="*/ 3280097 w 12192000"/>
              <a:gd name="connsiteY147" fmla="*/ 1919610 h 2237474"/>
              <a:gd name="connsiteX148" fmla="*/ 3123424 w 12192000"/>
              <a:gd name="connsiteY148" fmla="*/ 1952930 h 2237474"/>
              <a:gd name="connsiteX149" fmla="*/ 3009910 w 12192000"/>
              <a:gd name="connsiteY149" fmla="*/ 1957866 h 2237474"/>
              <a:gd name="connsiteX150" fmla="*/ 2995934 w 12192000"/>
              <a:gd name="connsiteY150" fmla="*/ 1967085 h 2237474"/>
              <a:gd name="connsiteX151" fmla="*/ 2980071 w 12192000"/>
              <a:gd name="connsiteY151" fmla="*/ 1972988 h 2237474"/>
              <a:gd name="connsiteX152" fmla="*/ 2978094 w 12192000"/>
              <a:gd name="connsiteY152" fmla="*/ 1972369 h 2237474"/>
              <a:gd name="connsiteX153" fmla="*/ 2942858 w 12192000"/>
              <a:gd name="connsiteY153" fmla="*/ 1981367 h 2237474"/>
              <a:gd name="connsiteX154" fmla="*/ 2875436 w 12192000"/>
              <a:gd name="connsiteY154" fmla="*/ 1996977 h 2237474"/>
              <a:gd name="connsiteX155" fmla="*/ 2874892 w 12192000"/>
              <a:gd name="connsiteY155" fmla="*/ 1996085 h 2237474"/>
              <a:gd name="connsiteX156" fmla="*/ 2864145 w 12192000"/>
              <a:gd name="connsiteY156" fmla="*/ 1994061 h 2237474"/>
              <a:gd name="connsiteX157" fmla="*/ 2843662 w 12192000"/>
              <a:gd name="connsiteY157" fmla="*/ 1992498 h 2237474"/>
              <a:gd name="connsiteX158" fmla="*/ 2796128 w 12192000"/>
              <a:gd name="connsiteY158" fmla="*/ 1976403 h 2237474"/>
              <a:gd name="connsiteX159" fmla="*/ 2756784 w 12192000"/>
              <a:gd name="connsiteY159" fmla="*/ 1985116 h 2237474"/>
              <a:gd name="connsiteX160" fmla="*/ 2748833 w 12192000"/>
              <a:gd name="connsiteY160" fmla="*/ 1986323 h 2237474"/>
              <a:gd name="connsiteX161" fmla="*/ 2748661 w 12192000"/>
              <a:gd name="connsiteY161" fmla="*/ 1986122 h 2237474"/>
              <a:gd name="connsiteX162" fmla="*/ 2740251 w 12192000"/>
              <a:gd name="connsiteY162" fmla="*/ 1986946 h 2237474"/>
              <a:gd name="connsiteX163" fmla="*/ 2718916 w 12192000"/>
              <a:gd name="connsiteY163" fmla="*/ 1990867 h 2237474"/>
              <a:gd name="connsiteX164" fmla="*/ 2713522 w 12192000"/>
              <a:gd name="connsiteY164" fmla="*/ 1990173 h 2237474"/>
              <a:gd name="connsiteX165" fmla="*/ 2680597 w 12192000"/>
              <a:gd name="connsiteY165" fmla="*/ 1984996 h 2237474"/>
              <a:gd name="connsiteX166" fmla="*/ 2578178 w 12192000"/>
              <a:gd name="connsiteY166" fmla="*/ 1990531 h 2237474"/>
              <a:gd name="connsiteX167" fmla="*/ 2476147 w 12192000"/>
              <a:gd name="connsiteY167" fmla="*/ 1998305 h 2237474"/>
              <a:gd name="connsiteX168" fmla="*/ 2373568 w 12192000"/>
              <a:gd name="connsiteY168" fmla="*/ 2003219 h 2237474"/>
              <a:gd name="connsiteX169" fmla="*/ 2321399 w 12192000"/>
              <a:gd name="connsiteY169" fmla="*/ 1989467 h 2237474"/>
              <a:gd name="connsiteX170" fmla="*/ 2315525 w 12192000"/>
              <a:gd name="connsiteY170" fmla="*/ 1989708 h 2237474"/>
              <a:gd name="connsiteX171" fmla="*/ 2300792 w 12192000"/>
              <a:gd name="connsiteY171" fmla="*/ 1994290 h 2237474"/>
              <a:gd name="connsiteX172" fmla="*/ 2295469 w 12192000"/>
              <a:gd name="connsiteY172" fmla="*/ 1996659 h 2237474"/>
              <a:gd name="connsiteX173" fmla="*/ 2287219 w 12192000"/>
              <a:gd name="connsiteY173" fmla="*/ 1998750 h 2237474"/>
              <a:gd name="connsiteX174" fmla="*/ 2286948 w 12192000"/>
              <a:gd name="connsiteY174" fmla="*/ 1998596 h 2237474"/>
              <a:gd name="connsiteX175" fmla="*/ 2243069 w 12192000"/>
              <a:gd name="connsiteY175" fmla="*/ 2015111 h 2237474"/>
              <a:gd name="connsiteX176" fmla="*/ 2186609 w 12192000"/>
              <a:gd name="connsiteY176" fmla="*/ 2008263 h 2237474"/>
              <a:gd name="connsiteX177" fmla="*/ 2164831 w 12192000"/>
              <a:gd name="connsiteY177" fmla="*/ 2010143 h 2237474"/>
              <a:gd name="connsiteX178" fmla="*/ 2152836 w 12192000"/>
              <a:gd name="connsiteY178" fmla="*/ 2010048 h 2237474"/>
              <a:gd name="connsiteX179" fmla="*/ 2117102 w 12192000"/>
              <a:gd name="connsiteY179" fmla="*/ 2023004 h 2237474"/>
              <a:gd name="connsiteX180" fmla="*/ 2111935 w 12192000"/>
              <a:gd name="connsiteY180" fmla="*/ 2023163 h 2237474"/>
              <a:gd name="connsiteX181" fmla="*/ 2089991 w 12192000"/>
              <a:gd name="connsiteY181" fmla="*/ 2034193 h 2237474"/>
              <a:gd name="connsiteX182" fmla="*/ 2058061 w 12192000"/>
              <a:gd name="connsiteY182" fmla="*/ 2047942 h 2237474"/>
              <a:gd name="connsiteX183" fmla="*/ 2055737 w 12192000"/>
              <a:gd name="connsiteY183" fmla="*/ 2047704 h 2237474"/>
              <a:gd name="connsiteX184" fmla="*/ 2042244 w 12192000"/>
              <a:gd name="connsiteY184" fmla="*/ 2055560 h 2237474"/>
              <a:gd name="connsiteX185" fmla="*/ 1976224 w 12192000"/>
              <a:gd name="connsiteY185" fmla="*/ 2074257 h 2237474"/>
              <a:gd name="connsiteX186" fmla="*/ 1877728 w 12192000"/>
              <a:gd name="connsiteY186" fmla="*/ 2101004 h 2237474"/>
              <a:gd name="connsiteX187" fmla="*/ 1759056 w 12192000"/>
              <a:gd name="connsiteY187" fmla="*/ 2125608 h 2237474"/>
              <a:gd name="connsiteX188" fmla="*/ 1637948 w 12192000"/>
              <a:gd name="connsiteY188" fmla="*/ 2172597 h 2237474"/>
              <a:gd name="connsiteX189" fmla="*/ 1434549 w 12192000"/>
              <a:gd name="connsiteY189" fmla="*/ 2234522 h 2237474"/>
              <a:gd name="connsiteX190" fmla="*/ 1398481 w 12192000"/>
              <a:gd name="connsiteY190" fmla="*/ 2237074 h 2237474"/>
              <a:gd name="connsiteX191" fmla="*/ 1398407 w 12192000"/>
              <a:gd name="connsiteY191" fmla="*/ 2237095 h 2237474"/>
              <a:gd name="connsiteX192" fmla="*/ 1370962 w 12192000"/>
              <a:gd name="connsiteY192" fmla="*/ 2237474 h 2237474"/>
              <a:gd name="connsiteX193" fmla="*/ 1356367 w 12192000"/>
              <a:gd name="connsiteY193" fmla="*/ 2235089 h 2237474"/>
              <a:gd name="connsiteX194" fmla="*/ 1324828 w 12192000"/>
              <a:gd name="connsiteY194" fmla="*/ 2231968 h 2237474"/>
              <a:gd name="connsiteX195" fmla="*/ 1297744 w 12192000"/>
              <a:gd name="connsiteY195" fmla="*/ 2235849 h 2237474"/>
              <a:gd name="connsiteX196" fmla="*/ 1286236 w 12192000"/>
              <a:gd name="connsiteY196" fmla="*/ 2233135 h 2237474"/>
              <a:gd name="connsiteX197" fmla="*/ 1283504 w 12192000"/>
              <a:gd name="connsiteY197" fmla="*/ 2233797 h 2237474"/>
              <a:gd name="connsiteX198" fmla="*/ 1279765 w 12192000"/>
              <a:gd name="connsiteY198" fmla="*/ 2229639 h 2237474"/>
              <a:gd name="connsiteX199" fmla="*/ 1195347 w 12192000"/>
              <a:gd name="connsiteY199" fmla="*/ 2212354 h 2237474"/>
              <a:gd name="connsiteX200" fmla="*/ 970251 w 12192000"/>
              <a:gd name="connsiteY200" fmla="*/ 2221029 h 2237474"/>
              <a:gd name="connsiteX201" fmla="*/ 812914 w 12192000"/>
              <a:gd name="connsiteY201" fmla="*/ 2202752 h 2237474"/>
              <a:gd name="connsiteX202" fmla="*/ 800195 w 12192000"/>
              <a:gd name="connsiteY202" fmla="*/ 2209407 h 2237474"/>
              <a:gd name="connsiteX203" fmla="*/ 784978 w 12192000"/>
              <a:gd name="connsiteY203" fmla="*/ 2212360 h 2237474"/>
              <a:gd name="connsiteX204" fmla="*/ 681987 w 12192000"/>
              <a:gd name="connsiteY204" fmla="*/ 2216757 h 2237474"/>
              <a:gd name="connsiteX205" fmla="*/ 669923 w 12192000"/>
              <a:gd name="connsiteY205" fmla="*/ 2211682 h 2237474"/>
              <a:gd name="connsiteX206" fmla="*/ 648680 w 12192000"/>
              <a:gd name="connsiteY206" fmla="*/ 2206229 h 2237474"/>
              <a:gd name="connsiteX207" fmla="*/ 597225 w 12192000"/>
              <a:gd name="connsiteY207" fmla="*/ 2180999 h 2237474"/>
              <a:gd name="connsiteX208" fmla="*/ 558449 w 12192000"/>
              <a:gd name="connsiteY208" fmla="*/ 2182346 h 2237474"/>
              <a:gd name="connsiteX209" fmla="*/ 550517 w 12192000"/>
              <a:gd name="connsiteY209" fmla="*/ 2182060 h 2237474"/>
              <a:gd name="connsiteX210" fmla="*/ 550309 w 12192000"/>
              <a:gd name="connsiteY210" fmla="*/ 2181825 h 2237474"/>
              <a:gd name="connsiteX211" fmla="*/ 541836 w 12192000"/>
              <a:gd name="connsiteY211" fmla="*/ 2181063 h 2237474"/>
              <a:gd name="connsiteX212" fmla="*/ 536057 w 12192000"/>
              <a:gd name="connsiteY212" fmla="*/ 2181537 h 2237474"/>
              <a:gd name="connsiteX213" fmla="*/ 520671 w 12192000"/>
              <a:gd name="connsiteY213" fmla="*/ 2180980 h 2237474"/>
              <a:gd name="connsiteX214" fmla="*/ 515024 w 12192000"/>
              <a:gd name="connsiteY214" fmla="*/ 2179258 h 2237474"/>
              <a:gd name="connsiteX215" fmla="*/ 512278 w 12192000"/>
              <a:gd name="connsiteY215" fmla="*/ 2176369 h 2237474"/>
              <a:gd name="connsiteX216" fmla="*/ 480419 w 12192000"/>
              <a:gd name="connsiteY216" fmla="*/ 2167807 h 2237474"/>
              <a:gd name="connsiteX217" fmla="*/ 413835 w 12192000"/>
              <a:gd name="connsiteY217" fmla="*/ 2156783 h 2237474"/>
              <a:gd name="connsiteX218" fmla="*/ 376513 w 12192000"/>
              <a:gd name="connsiteY218" fmla="*/ 2154014 h 2237474"/>
              <a:gd name="connsiteX219" fmla="*/ 273386 w 12192000"/>
              <a:gd name="connsiteY219" fmla="*/ 2142551 h 2237474"/>
              <a:gd name="connsiteX220" fmla="*/ 169207 w 12192000"/>
              <a:gd name="connsiteY220" fmla="*/ 2128100 h 2237474"/>
              <a:gd name="connsiteX221" fmla="*/ 93149 w 12192000"/>
              <a:gd name="connsiteY221" fmla="*/ 2105324 h 2237474"/>
              <a:gd name="connsiteX222" fmla="*/ 88109 w 12192000"/>
              <a:gd name="connsiteY222" fmla="*/ 2106704 h 2237474"/>
              <a:gd name="connsiteX223" fmla="*/ 80022 w 12192000"/>
              <a:gd name="connsiteY223" fmla="*/ 2107254 h 2237474"/>
              <a:gd name="connsiteX224" fmla="*/ 79717 w 12192000"/>
              <a:gd name="connsiteY224" fmla="*/ 2107046 h 2237474"/>
              <a:gd name="connsiteX225" fmla="*/ 72352 w 12192000"/>
              <a:gd name="connsiteY225" fmla="*/ 2107991 h 2237474"/>
              <a:gd name="connsiteX226" fmla="*/ 37645 w 12192000"/>
              <a:gd name="connsiteY226" fmla="*/ 2115401 h 2237474"/>
              <a:gd name="connsiteX227" fmla="*/ 4572 w 12192000"/>
              <a:gd name="connsiteY227" fmla="*/ 2111091 h 2237474"/>
              <a:gd name="connsiteX228" fmla="*/ 0 w 12192000"/>
              <a:gd name="connsiteY228" fmla="*/ 2110468 h 2237474"/>
              <a:gd name="connsiteX229" fmla="*/ 0 w 12192000"/>
              <a:gd name="connsiteY229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02328 w 12192000"/>
              <a:gd name="connsiteY66" fmla="*/ 1345865 h 2237474"/>
              <a:gd name="connsiteX67" fmla="*/ 7898322 w 12192000"/>
              <a:gd name="connsiteY67" fmla="*/ 1345689 h 2237474"/>
              <a:gd name="connsiteX68" fmla="*/ 7875879 w 12192000"/>
              <a:gd name="connsiteY68" fmla="*/ 1345646 h 2237474"/>
              <a:gd name="connsiteX69" fmla="*/ 7840612 w 12192000"/>
              <a:gd name="connsiteY69" fmla="*/ 1369373 h 2237474"/>
              <a:gd name="connsiteX70" fmla="*/ 7786819 w 12192000"/>
              <a:gd name="connsiteY70" fmla="*/ 1378970 h 2237474"/>
              <a:gd name="connsiteX71" fmla="*/ 7548172 w 12192000"/>
              <a:gd name="connsiteY71" fmla="*/ 1417460 h 2237474"/>
              <a:gd name="connsiteX72" fmla="*/ 7483437 w 12192000"/>
              <a:gd name="connsiteY72" fmla="*/ 1478152 h 2237474"/>
              <a:gd name="connsiteX73" fmla="*/ 7377870 w 12192000"/>
              <a:gd name="connsiteY73" fmla="*/ 1523319 h 2237474"/>
              <a:gd name="connsiteX74" fmla="*/ 7230737 w 12192000"/>
              <a:gd name="connsiteY74" fmla="*/ 1562633 h 2237474"/>
              <a:gd name="connsiteX75" fmla="*/ 7224458 w 12192000"/>
              <a:gd name="connsiteY75" fmla="*/ 1573008 h 2237474"/>
              <a:gd name="connsiteX76" fmla="*/ 7213486 w 12192000"/>
              <a:gd name="connsiteY76" fmla="*/ 1580987 h 2237474"/>
              <a:gd name="connsiteX77" fmla="*/ 7210972 w 12192000"/>
              <a:gd name="connsiteY77" fmla="*/ 1580856 h 2237474"/>
              <a:gd name="connsiteX78" fmla="*/ 7183121 w 12192000"/>
              <a:gd name="connsiteY78" fmla="*/ 1595162 h 2237474"/>
              <a:gd name="connsiteX79" fmla="*/ 7164601 w 12192000"/>
              <a:gd name="connsiteY79" fmla="*/ 1606490 h 2237474"/>
              <a:gd name="connsiteX80" fmla="*/ 7159286 w 12192000"/>
              <a:gd name="connsiteY80" fmla="*/ 1606850 h 2237474"/>
              <a:gd name="connsiteX81" fmla="*/ 7114651 w 12192000"/>
              <a:gd name="connsiteY81" fmla="*/ 1620959 h 2237474"/>
              <a:gd name="connsiteX82" fmla="*/ 7092727 w 12192000"/>
              <a:gd name="connsiteY82" fmla="*/ 1623628 h 2237474"/>
              <a:gd name="connsiteX83" fmla="*/ 7031309 w 12192000"/>
              <a:gd name="connsiteY83" fmla="*/ 1619451 h 2237474"/>
              <a:gd name="connsiteX84" fmla="*/ 6999084 w 12192000"/>
              <a:gd name="connsiteY84" fmla="*/ 1634317 h 2237474"/>
              <a:gd name="connsiteX85" fmla="*/ 6992107 w 12192000"/>
              <a:gd name="connsiteY85" fmla="*/ 1636860 h 2237474"/>
              <a:gd name="connsiteX86" fmla="*/ 6991765 w 12192000"/>
              <a:gd name="connsiteY86" fmla="*/ 1636725 h 2237474"/>
              <a:gd name="connsiteX87" fmla="*/ 6983996 w 12192000"/>
              <a:gd name="connsiteY87" fmla="*/ 1639040 h 2237474"/>
              <a:gd name="connsiteX88" fmla="*/ 6979383 w 12192000"/>
              <a:gd name="connsiteY88" fmla="*/ 1641496 h 2237474"/>
              <a:gd name="connsiteX89" fmla="*/ 6900177 w 12192000"/>
              <a:gd name="connsiteY89" fmla="*/ 1636016 h 2237474"/>
              <a:gd name="connsiteX90" fmla="*/ 6795372 w 12192000"/>
              <a:gd name="connsiteY90" fmla="*/ 1644845 h 2237474"/>
              <a:gd name="connsiteX91" fmla="*/ 6692251 w 12192000"/>
              <a:gd name="connsiteY91" fmla="*/ 1656357 h 2237474"/>
              <a:gd name="connsiteX92" fmla="*/ 6655235 w 12192000"/>
              <a:gd name="connsiteY92" fmla="*/ 1661869 h 2237474"/>
              <a:gd name="connsiteX93" fmla="*/ 6587857 w 12192000"/>
              <a:gd name="connsiteY93" fmla="*/ 1665769 h 2237474"/>
              <a:gd name="connsiteX94" fmla="*/ 6554894 w 12192000"/>
              <a:gd name="connsiteY94" fmla="*/ 1664428 h 2237474"/>
              <a:gd name="connsiteX95" fmla="*/ 6516595 w 12192000"/>
              <a:gd name="connsiteY95" fmla="*/ 1667475 h 2237474"/>
              <a:gd name="connsiteX96" fmla="*/ 6508541 w 12192000"/>
              <a:gd name="connsiteY96" fmla="*/ 1668757 h 2237474"/>
              <a:gd name="connsiteX97" fmla="*/ 6471012 w 12192000"/>
              <a:gd name="connsiteY97" fmla="*/ 1678604 h 2237474"/>
              <a:gd name="connsiteX98" fmla="*/ 6415265 w 12192000"/>
              <a:gd name="connsiteY98" fmla="*/ 1665317 h 2237474"/>
              <a:gd name="connsiteX99" fmla="*/ 6364035 w 12192000"/>
              <a:gd name="connsiteY99" fmla="*/ 1667683 h 2237474"/>
              <a:gd name="connsiteX100" fmla="*/ 6280959 w 12192000"/>
              <a:gd name="connsiteY100" fmla="*/ 1689329 h 2237474"/>
              <a:gd name="connsiteX101" fmla="*/ 6243319 w 12192000"/>
              <a:gd name="connsiteY101" fmla="*/ 1695560 h 2237474"/>
              <a:gd name="connsiteX102" fmla="*/ 6098321 w 12192000"/>
              <a:gd name="connsiteY102" fmla="*/ 1721646 h 2237474"/>
              <a:gd name="connsiteX103" fmla="*/ 5880652 w 12192000"/>
              <a:gd name="connsiteY103" fmla="*/ 1779643 h 2237474"/>
              <a:gd name="connsiteX104" fmla="*/ 5785959 w 12192000"/>
              <a:gd name="connsiteY104" fmla="*/ 1775307 h 2237474"/>
              <a:gd name="connsiteX105" fmla="*/ 5643534 w 12192000"/>
              <a:gd name="connsiteY105" fmla="*/ 1802919 h 2237474"/>
              <a:gd name="connsiteX106" fmla="*/ 5518799 w 12192000"/>
              <a:gd name="connsiteY106" fmla="*/ 1818312 h 2237474"/>
              <a:gd name="connsiteX107" fmla="*/ 5505014 w 12192000"/>
              <a:gd name="connsiteY107" fmla="*/ 1819259 h 2237474"/>
              <a:gd name="connsiteX108" fmla="*/ 5453307 w 12192000"/>
              <a:gd name="connsiteY108" fmla="*/ 1815450 h 2237474"/>
              <a:gd name="connsiteX109" fmla="*/ 5364192 w 12192000"/>
              <a:gd name="connsiteY109" fmla="*/ 1826074 h 2237474"/>
              <a:gd name="connsiteX110" fmla="*/ 5350380 w 12192000"/>
              <a:gd name="connsiteY110" fmla="*/ 1830891 h 2237474"/>
              <a:gd name="connsiteX111" fmla="*/ 5259633 w 12192000"/>
              <a:gd name="connsiteY111" fmla="*/ 1837160 h 2237474"/>
              <a:gd name="connsiteX112" fmla="*/ 5197513 w 12192000"/>
              <a:gd name="connsiteY112" fmla="*/ 1844718 h 2237474"/>
              <a:gd name="connsiteX113" fmla="*/ 5184170 w 12192000"/>
              <a:gd name="connsiteY113" fmla="*/ 1849402 h 2237474"/>
              <a:gd name="connsiteX114" fmla="*/ 5168852 w 12192000"/>
              <a:gd name="connsiteY114" fmla="*/ 1844846 h 2237474"/>
              <a:gd name="connsiteX115" fmla="*/ 5164370 w 12192000"/>
              <a:gd name="connsiteY115" fmla="*/ 1840597 h 2237474"/>
              <a:gd name="connsiteX116" fmla="*/ 5114927 w 12192000"/>
              <a:gd name="connsiteY116" fmla="*/ 1847827 h 2237474"/>
              <a:gd name="connsiteX117" fmla="*/ 5108970 w 12192000"/>
              <a:gd name="connsiteY117" fmla="*/ 1847935 h 2237474"/>
              <a:gd name="connsiteX118" fmla="*/ 5067961 w 12192000"/>
              <a:gd name="connsiteY118" fmla="*/ 1845917 h 2237474"/>
              <a:gd name="connsiteX119" fmla="*/ 5007075 w 12192000"/>
              <a:gd name="connsiteY119" fmla="*/ 1838626 h 2237474"/>
              <a:gd name="connsiteX120" fmla="*/ 4944087 w 12192000"/>
              <a:gd name="connsiteY120" fmla="*/ 1823332 h 2237474"/>
              <a:gd name="connsiteX121" fmla="*/ 4907662 w 12192000"/>
              <a:gd name="connsiteY121" fmla="*/ 1816900 h 2237474"/>
              <a:gd name="connsiteX122" fmla="*/ 4882386 w 12192000"/>
              <a:gd name="connsiteY122" fmla="*/ 1809844 h 2237474"/>
              <a:gd name="connsiteX123" fmla="*/ 4811440 w 12192000"/>
              <a:gd name="connsiteY123" fmla="*/ 1804655 h 2237474"/>
              <a:gd name="connsiteX124" fmla="*/ 4691075 w 12192000"/>
              <a:gd name="connsiteY124" fmla="*/ 1801389 h 2237474"/>
              <a:gd name="connsiteX125" fmla="*/ 4611738 w 12192000"/>
              <a:gd name="connsiteY125" fmla="*/ 1776964 h 2237474"/>
              <a:gd name="connsiteX126" fmla="*/ 4560070 w 12192000"/>
              <a:gd name="connsiteY126" fmla="*/ 1785640 h 2237474"/>
              <a:gd name="connsiteX127" fmla="*/ 4536503 w 12192000"/>
              <a:gd name="connsiteY127" fmla="*/ 1785334 h 2237474"/>
              <a:gd name="connsiteX128" fmla="*/ 4513724 w 12192000"/>
              <a:gd name="connsiteY128" fmla="*/ 1791996 h 2237474"/>
              <a:gd name="connsiteX129" fmla="*/ 4459810 w 12192000"/>
              <a:gd name="connsiteY129" fmla="*/ 1797886 h 2237474"/>
              <a:gd name="connsiteX130" fmla="*/ 4379064 w 12192000"/>
              <a:gd name="connsiteY130" fmla="*/ 1817177 h 2237474"/>
              <a:gd name="connsiteX131" fmla="*/ 4319209 w 12192000"/>
              <a:gd name="connsiteY131" fmla="*/ 1834833 h 2237474"/>
              <a:gd name="connsiteX132" fmla="*/ 4290981 w 12192000"/>
              <a:gd name="connsiteY132" fmla="*/ 1839677 h 2237474"/>
              <a:gd name="connsiteX133" fmla="*/ 4285792 w 12192000"/>
              <a:gd name="connsiteY133" fmla="*/ 1836231 h 2237474"/>
              <a:gd name="connsiteX134" fmla="*/ 4238372 w 12192000"/>
              <a:gd name="connsiteY134" fmla="*/ 1851480 h 2237474"/>
              <a:gd name="connsiteX135" fmla="*/ 4232517 w 12192000"/>
              <a:gd name="connsiteY135" fmla="*/ 1852567 h 2237474"/>
              <a:gd name="connsiteX136" fmla="*/ 4191732 w 12192000"/>
              <a:gd name="connsiteY136" fmla="*/ 1857328 h 2237474"/>
              <a:gd name="connsiteX137" fmla="*/ 4065532 w 12192000"/>
              <a:gd name="connsiteY137" fmla="*/ 1855477 h 2237474"/>
              <a:gd name="connsiteX138" fmla="*/ 4028460 w 12192000"/>
              <a:gd name="connsiteY138" fmla="*/ 1855137 h 2237474"/>
              <a:gd name="connsiteX139" fmla="*/ 4002267 w 12192000"/>
              <a:gd name="connsiteY139" fmla="*/ 1852352 h 2237474"/>
              <a:gd name="connsiteX140" fmla="*/ 3931396 w 12192000"/>
              <a:gd name="connsiteY140" fmla="*/ 1858915 h 2237474"/>
              <a:gd name="connsiteX141" fmla="*/ 3812162 w 12192000"/>
              <a:gd name="connsiteY141" fmla="*/ 1875501 h 2237474"/>
              <a:gd name="connsiteX142" fmla="*/ 3729530 w 12192000"/>
              <a:gd name="connsiteY142" fmla="*/ 1864513 h 2237474"/>
              <a:gd name="connsiteX143" fmla="*/ 3680177 w 12192000"/>
              <a:gd name="connsiteY143" fmla="*/ 1881552 h 2237474"/>
              <a:gd name="connsiteX144" fmla="*/ 3567259 w 12192000"/>
              <a:gd name="connsiteY144" fmla="*/ 1893482 h 2237474"/>
              <a:gd name="connsiteX145" fmla="*/ 3405770 w 12192000"/>
              <a:gd name="connsiteY145" fmla="*/ 1904591 h 2237474"/>
              <a:gd name="connsiteX146" fmla="*/ 3280097 w 12192000"/>
              <a:gd name="connsiteY146" fmla="*/ 1919610 h 2237474"/>
              <a:gd name="connsiteX147" fmla="*/ 3123424 w 12192000"/>
              <a:gd name="connsiteY147" fmla="*/ 1952930 h 2237474"/>
              <a:gd name="connsiteX148" fmla="*/ 3009910 w 12192000"/>
              <a:gd name="connsiteY148" fmla="*/ 1957866 h 2237474"/>
              <a:gd name="connsiteX149" fmla="*/ 2995934 w 12192000"/>
              <a:gd name="connsiteY149" fmla="*/ 1967085 h 2237474"/>
              <a:gd name="connsiteX150" fmla="*/ 2980071 w 12192000"/>
              <a:gd name="connsiteY150" fmla="*/ 1972988 h 2237474"/>
              <a:gd name="connsiteX151" fmla="*/ 2978094 w 12192000"/>
              <a:gd name="connsiteY151" fmla="*/ 1972369 h 2237474"/>
              <a:gd name="connsiteX152" fmla="*/ 2942858 w 12192000"/>
              <a:gd name="connsiteY152" fmla="*/ 1981367 h 2237474"/>
              <a:gd name="connsiteX153" fmla="*/ 2875436 w 12192000"/>
              <a:gd name="connsiteY153" fmla="*/ 1996977 h 2237474"/>
              <a:gd name="connsiteX154" fmla="*/ 2874892 w 12192000"/>
              <a:gd name="connsiteY154" fmla="*/ 1996085 h 2237474"/>
              <a:gd name="connsiteX155" fmla="*/ 2864145 w 12192000"/>
              <a:gd name="connsiteY155" fmla="*/ 1994061 h 2237474"/>
              <a:gd name="connsiteX156" fmla="*/ 2843662 w 12192000"/>
              <a:gd name="connsiteY156" fmla="*/ 1992498 h 2237474"/>
              <a:gd name="connsiteX157" fmla="*/ 2796128 w 12192000"/>
              <a:gd name="connsiteY157" fmla="*/ 1976403 h 2237474"/>
              <a:gd name="connsiteX158" fmla="*/ 2756784 w 12192000"/>
              <a:gd name="connsiteY158" fmla="*/ 1985116 h 2237474"/>
              <a:gd name="connsiteX159" fmla="*/ 2748833 w 12192000"/>
              <a:gd name="connsiteY159" fmla="*/ 1986323 h 2237474"/>
              <a:gd name="connsiteX160" fmla="*/ 2748661 w 12192000"/>
              <a:gd name="connsiteY160" fmla="*/ 1986122 h 2237474"/>
              <a:gd name="connsiteX161" fmla="*/ 2740251 w 12192000"/>
              <a:gd name="connsiteY161" fmla="*/ 1986946 h 2237474"/>
              <a:gd name="connsiteX162" fmla="*/ 2718916 w 12192000"/>
              <a:gd name="connsiteY162" fmla="*/ 1990867 h 2237474"/>
              <a:gd name="connsiteX163" fmla="*/ 2713522 w 12192000"/>
              <a:gd name="connsiteY163" fmla="*/ 1990173 h 2237474"/>
              <a:gd name="connsiteX164" fmla="*/ 2680597 w 12192000"/>
              <a:gd name="connsiteY164" fmla="*/ 1984996 h 2237474"/>
              <a:gd name="connsiteX165" fmla="*/ 2578178 w 12192000"/>
              <a:gd name="connsiteY165" fmla="*/ 1990531 h 2237474"/>
              <a:gd name="connsiteX166" fmla="*/ 2476147 w 12192000"/>
              <a:gd name="connsiteY166" fmla="*/ 1998305 h 2237474"/>
              <a:gd name="connsiteX167" fmla="*/ 2373568 w 12192000"/>
              <a:gd name="connsiteY167" fmla="*/ 2003219 h 2237474"/>
              <a:gd name="connsiteX168" fmla="*/ 2321399 w 12192000"/>
              <a:gd name="connsiteY168" fmla="*/ 1989467 h 2237474"/>
              <a:gd name="connsiteX169" fmla="*/ 2315525 w 12192000"/>
              <a:gd name="connsiteY169" fmla="*/ 1989708 h 2237474"/>
              <a:gd name="connsiteX170" fmla="*/ 2300792 w 12192000"/>
              <a:gd name="connsiteY170" fmla="*/ 1994290 h 2237474"/>
              <a:gd name="connsiteX171" fmla="*/ 2295469 w 12192000"/>
              <a:gd name="connsiteY171" fmla="*/ 1996659 h 2237474"/>
              <a:gd name="connsiteX172" fmla="*/ 2287219 w 12192000"/>
              <a:gd name="connsiteY172" fmla="*/ 1998750 h 2237474"/>
              <a:gd name="connsiteX173" fmla="*/ 2286948 w 12192000"/>
              <a:gd name="connsiteY173" fmla="*/ 1998596 h 2237474"/>
              <a:gd name="connsiteX174" fmla="*/ 2243069 w 12192000"/>
              <a:gd name="connsiteY174" fmla="*/ 2015111 h 2237474"/>
              <a:gd name="connsiteX175" fmla="*/ 2186609 w 12192000"/>
              <a:gd name="connsiteY175" fmla="*/ 2008263 h 2237474"/>
              <a:gd name="connsiteX176" fmla="*/ 2164831 w 12192000"/>
              <a:gd name="connsiteY176" fmla="*/ 2010143 h 2237474"/>
              <a:gd name="connsiteX177" fmla="*/ 2152836 w 12192000"/>
              <a:gd name="connsiteY177" fmla="*/ 2010048 h 2237474"/>
              <a:gd name="connsiteX178" fmla="*/ 2117102 w 12192000"/>
              <a:gd name="connsiteY178" fmla="*/ 2023004 h 2237474"/>
              <a:gd name="connsiteX179" fmla="*/ 2111935 w 12192000"/>
              <a:gd name="connsiteY179" fmla="*/ 2023163 h 2237474"/>
              <a:gd name="connsiteX180" fmla="*/ 2089991 w 12192000"/>
              <a:gd name="connsiteY180" fmla="*/ 2034193 h 2237474"/>
              <a:gd name="connsiteX181" fmla="*/ 2058061 w 12192000"/>
              <a:gd name="connsiteY181" fmla="*/ 2047942 h 2237474"/>
              <a:gd name="connsiteX182" fmla="*/ 2055737 w 12192000"/>
              <a:gd name="connsiteY182" fmla="*/ 2047704 h 2237474"/>
              <a:gd name="connsiteX183" fmla="*/ 2042244 w 12192000"/>
              <a:gd name="connsiteY183" fmla="*/ 2055560 h 2237474"/>
              <a:gd name="connsiteX184" fmla="*/ 1976224 w 12192000"/>
              <a:gd name="connsiteY184" fmla="*/ 2074257 h 2237474"/>
              <a:gd name="connsiteX185" fmla="*/ 1877728 w 12192000"/>
              <a:gd name="connsiteY185" fmla="*/ 2101004 h 2237474"/>
              <a:gd name="connsiteX186" fmla="*/ 1759056 w 12192000"/>
              <a:gd name="connsiteY186" fmla="*/ 2125608 h 2237474"/>
              <a:gd name="connsiteX187" fmla="*/ 1637948 w 12192000"/>
              <a:gd name="connsiteY187" fmla="*/ 2172597 h 2237474"/>
              <a:gd name="connsiteX188" fmla="*/ 1434549 w 12192000"/>
              <a:gd name="connsiteY188" fmla="*/ 2234522 h 2237474"/>
              <a:gd name="connsiteX189" fmla="*/ 1398481 w 12192000"/>
              <a:gd name="connsiteY189" fmla="*/ 2237074 h 2237474"/>
              <a:gd name="connsiteX190" fmla="*/ 1398407 w 12192000"/>
              <a:gd name="connsiteY190" fmla="*/ 2237095 h 2237474"/>
              <a:gd name="connsiteX191" fmla="*/ 1370962 w 12192000"/>
              <a:gd name="connsiteY191" fmla="*/ 2237474 h 2237474"/>
              <a:gd name="connsiteX192" fmla="*/ 1356367 w 12192000"/>
              <a:gd name="connsiteY192" fmla="*/ 2235089 h 2237474"/>
              <a:gd name="connsiteX193" fmla="*/ 1324828 w 12192000"/>
              <a:gd name="connsiteY193" fmla="*/ 2231968 h 2237474"/>
              <a:gd name="connsiteX194" fmla="*/ 1297744 w 12192000"/>
              <a:gd name="connsiteY194" fmla="*/ 2235849 h 2237474"/>
              <a:gd name="connsiteX195" fmla="*/ 1286236 w 12192000"/>
              <a:gd name="connsiteY195" fmla="*/ 2233135 h 2237474"/>
              <a:gd name="connsiteX196" fmla="*/ 1283504 w 12192000"/>
              <a:gd name="connsiteY196" fmla="*/ 2233797 h 2237474"/>
              <a:gd name="connsiteX197" fmla="*/ 1279765 w 12192000"/>
              <a:gd name="connsiteY197" fmla="*/ 2229639 h 2237474"/>
              <a:gd name="connsiteX198" fmla="*/ 1195347 w 12192000"/>
              <a:gd name="connsiteY198" fmla="*/ 2212354 h 2237474"/>
              <a:gd name="connsiteX199" fmla="*/ 970251 w 12192000"/>
              <a:gd name="connsiteY199" fmla="*/ 2221029 h 2237474"/>
              <a:gd name="connsiteX200" fmla="*/ 812914 w 12192000"/>
              <a:gd name="connsiteY200" fmla="*/ 2202752 h 2237474"/>
              <a:gd name="connsiteX201" fmla="*/ 800195 w 12192000"/>
              <a:gd name="connsiteY201" fmla="*/ 2209407 h 2237474"/>
              <a:gd name="connsiteX202" fmla="*/ 784978 w 12192000"/>
              <a:gd name="connsiteY202" fmla="*/ 2212360 h 2237474"/>
              <a:gd name="connsiteX203" fmla="*/ 681987 w 12192000"/>
              <a:gd name="connsiteY203" fmla="*/ 2216757 h 2237474"/>
              <a:gd name="connsiteX204" fmla="*/ 669923 w 12192000"/>
              <a:gd name="connsiteY204" fmla="*/ 2211682 h 2237474"/>
              <a:gd name="connsiteX205" fmla="*/ 648680 w 12192000"/>
              <a:gd name="connsiteY205" fmla="*/ 2206229 h 2237474"/>
              <a:gd name="connsiteX206" fmla="*/ 597225 w 12192000"/>
              <a:gd name="connsiteY206" fmla="*/ 2180999 h 2237474"/>
              <a:gd name="connsiteX207" fmla="*/ 558449 w 12192000"/>
              <a:gd name="connsiteY207" fmla="*/ 2182346 h 2237474"/>
              <a:gd name="connsiteX208" fmla="*/ 550517 w 12192000"/>
              <a:gd name="connsiteY208" fmla="*/ 2182060 h 2237474"/>
              <a:gd name="connsiteX209" fmla="*/ 550309 w 12192000"/>
              <a:gd name="connsiteY209" fmla="*/ 2181825 h 2237474"/>
              <a:gd name="connsiteX210" fmla="*/ 541836 w 12192000"/>
              <a:gd name="connsiteY210" fmla="*/ 2181063 h 2237474"/>
              <a:gd name="connsiteX211" fmla="*/ 536057 w 12192000"/>
              <a:gd name="connsiteY211" fmla="*/ 2181537 h 2237474"/>
              <a:gd name="connsiteX212" fmla="*/ 520671 w 12192000"/>
              <a:gd name="connsiteY212" fmla="*/ 2180980 h 2237474"/>
              <a:gd name="connsiteX213" fmla="*/ 515024 w 12192000"/>
              <a:gd name="connsiteY213" fmla="*/ 2179258 h 2237474"/>
              <a:gd name="connsiteX214" fmla="*/ 512278 w 12192000"/>
              <a:gd name="connsiteY214" fmla="*/ 2176369 h 2237474"/>
              <a:gd name="connsiteX215" fmla="*/ 480419 w 12192000"/>
              <a:gd name="connsiteY215" fmla="*/ 2167807 h 2237474"/>
              <a:gd name="connsiteX216" fmla="*/ 413835 w 12192000"/>
              <a:gd name="connsiteY216" fmla="*/ 2156783 h 2237474"/>
              <a:gd name="connsiteX217" fmla="*/ 376513 w 12192000"/>
              <a:gd name="connsiteY217" fmla="*/ 2154014 h 2237474"/>
              <a:gd name="connsiteX218" fmla="*/ 273386 w 12192000"/>
              <a:gd name="connsiteY218" fmla="*/ 2142551 h 2237474"/>
              <a:gd name="connsiteX219" fmla="*/ 169207 w 12192000"/>
              <a:gd name="connsiteY219" fmla="*/ 2128100 h 2237474"/>
              <a:gd name="connsiteX220" fmla="*/ 93149 w 12192000"/>
              <a:gd name="connsiteY220" fmla="*/ 2105324 h 2237474"/>
              <a:gd name="connsiteX221" fmla="*/ 88109 w 12192000"/>
              <a:gd name="connsiteY221" fmla="*/ 2106704 h 2237474"/>
              <a:gd name="connsiteX222" fmla="*/ 80022 w 12192000"/>
              <a:gd name="connsiteY222" fmla="*/ 2107254 h 2237474"/>
              <a:gd name="connsiteX223" fmla="*/ 79717 w 12192000"/>
              <a:gd name="connsiteY223" fmla="*/ 2107046 h 2237474"/>
              <a:gd name="connsiteX224" fmla="*/ 72352 w 12192000"/>
              <a:gd name="connsiteY224" fmla="*/ 2107991 h 2237474"/>
              <a:gd name="connsiteX225" fmla="*/ 37645 w 12192000"/>
              <a:gd name="connsiteY225" fmla="*/ 2115401 h 2237474"/>
              <a:gd name="connsiteX226" fmla="*/ 4572 w 12192000"/>
              <a:gd name="connsiteY226" fmla="*/ 2111091 h 2237474"/>
              <a:gd name="connsiteX227" fmla="*/ 0 w 12192000"/>
              <a:gd name="connsiteY227" fmla="*/ 2110468 h 2237474"/>
              <a:gd name="connsiteX228" fmla="*/ 0 w 12192000"/>
              <a:gd name="connsiteY228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02328 w 12192000"/>
              <a:gd name="connsiteY66" fmla="*/ 1345865 h 2237474"/>
              <a:gd name="connsiteX67" fmla="*/ 7898322 w 12192000"/>
              <a:gd name="connsiteY67" fmla="*/ 1345689 h 2237474"/>
              <a:gd name="connsiteX68" fmla="*/ 7875879 w 12192000"/>
              <a:gd name="connsiteY68" fmla="*/ 1345646 h 2237474"/>
              <a:gd name="connsiteX69" fmla="*/ 7840612 w 12192000"/>
              <a:gd name="connsiteY69" fmla="*/ 1369373 h 2237474"/>
              <a:gd name="connsiteX70" fmla="*/ 7786819 w 12192000"/>
              <a:gd name="connsiteY70" fmla="*/ 1378970 h 2237474"/>
              <a:gd name="connsiteX71" fmla="*/ 7548172 w 12192000"/>
              <a:gd name="connsiteY71" fmla="*/ 1417460 h 2237474"/>
              <a:gd name="connsiteX72" fmla="*/ 7483437 w 12192000"/>
              <a:gd name="connsiteY72" fmla="*/ 1478152 h 2237474"/>
              <a:gd name="connsiteX73" fmla="*/ 7377870 w 12192000"/>
              <a:gd name="connsiteY73" fmla="*/ 1523319 h 2237474"/>
              <a:gd name="connsiteX74" fmla="*/ 7230737 w 12192000"/>
              <a:gd name="connsiteY74" fmla="*/ 1562633 h 2237474"/>
              <a:gd name="connsiteX75" fmla="*/ 7224458 w 12192000"/>
              <a:gd name="connsiteY75" fmla="*/ 1573008 h 2237474"/>
              <a:gd name="connsiteX76" fmla="*/ 7213486 w 12192000"/>
              <a:gd name="connsiteY76" fmla="*/ 1580987 h 2237474"/>
              <a:gd name="connsiteX77" fmla="*/ 7210972 w 12192000"/>
              <a:gd name="connsiteY77" fmla="*/ 1580856 h 2237474"/>
              <a:gd name="connsiteX78" fmla="*/ 7183121 w 12192000"/>
              <a:gd name="connsiteY78" fmla="*/ 1595162 h 2237474"/>
              <a:gd name="connsiteX79" fmla="*/ 7164601 w 12192000"/>
              <a:gd name="connsiteY79" fmla="*/ 1606490 h 2237474"/>
              <a:gd name="connsiteX80" fmla="*/ 7159286 w 12192000"/>
              <a:gd name="connsiteY80" fmla="*/ 1606850 h 2237474"/>
              <a:gd name="connsiteX81" fmla="*/ 7114651 w 12192000"/>
              <a:gd name="connsiteY81" fmla="*/ 1620959 h 2237474"/>
              <a:gd name="connsiteX82" fmla="*/ 7092727 w 12192000"/>
              <a:gd name="connsiteY82" fmla="*/ 1623628 h 2237474"/>
              <a:gd name="connsiteX83" fmla="*/ 7031309 w 12192000"/>
              <a:gd name="connsiteY83" fmla="*/ 1619451 h 2237474"/>
              <a:gd name="connsiteX84" fmla="*/ 6999084 w 12192000"/>
              <a:gd name="connsiteY84" fmla="*/ 1634317 h 2237474"/>
              <a:gd name="connsiteX85" fmla="*/ 6992107 w 12192000"/>
              <a:gd name="connsiteY85" fmla="*/ 1636860 h 2237474"/>
              <a:gd name="connsiteX86" fmla="*/ 6991765 w 12192000"/>
              <a:gd name="connsiteY86" fmla="*/ 1636725 h 2237474"/>
              <a:gd name="connsiteX87" fmla="*/ 6983996 w 12192000"/>
              <a:gd name="connsiteY87" fmla="*/ 1639040 h 2237474"/>
              <a:gd name="connsiteX88" fmla="*/ 6900177 w 12192000"/>
              <a:gd name="connsiteY88" fmla="*/ 1636016 h 2237474"/>
              <a:gd name="connsiteX89" fmla="*/ 6795372 w 12192000"/>
              <a:gd name="connsiteY89" fmla="*/ 1644845 h 2237474"/>
              <a:gd name="connsiteX90" fmla="*/ 6692251 w 12192000"/>
              <a:gd name="connsiteY90" fmla="*/ 1656357 h 2237474"/>
              <a:gd name="connsiteX91" fmla="*/ 6655235 w 12192000"/>
              <a:gd name="connsiteY91" fmla="*/ 1661869 h 2237474"/>
              <a:gd name="connsiteX92" fmla="*/ 6587857 w 12192000"/>
              <a:gd name="connsiteY92" fmla="*/ 1665769 h 2237474"/>
              <a:gd name="connsiteX93" fmla="*/ 6554894 w 12192000"/>
              <a:gd name="connsiteY93" fmla="*/ 1664428 h 2237474"/>
              <a:gd name="connsiteX94" fmla="*/ 6516595 w 12192000"/>
              <a:gd name="connsiteY94" fmla="*/ 1667475 h 2237474"/>
              <a:gd name="connsiteX95" fmla="*/ 6508541 w 12192000"/>
              <a:gd name="connsiteY95" fmla="*/ 1668757 h 2237474"/>
              <a:gd name="connsiteX96" fmla="*/ 6471012 w 12192000"/>
              <a:gd name="connsiteY96" fmla="*/ 1678604 h 2237474"/>
              <a:gd name="connsiteX97" fmla="*/ 6415265 w 12192000"/>
              <a:gd name="connsiteY97" fmla="*/ 1665317 h 2237474"/>
              <a:gd name="connsiteX98" fmla="*/ 6364035 w 12192000"/>
              <a:gd name="connsiteY98" fmla="*/ 1667683 h 2237474"/>
              <a:gd name="connsiteX99" fmla="*/ 6280959 w 12192000"/>
              <a:gd name="connsiteY99" fmla="*/ 1689329 h 2237474"/>
              <a:gd name="connsiteX100" fmla="*/ 6243319 w 12192000"/>
              <a:gd name="connsiteY100" fmla="*/ 1695560 h 2237474"/>
              <a:gd name="connsiteX101" fmla="*/ 6098321 w 12192000"/>
              <a:gd name="connsiteY101" fmla="*/ 1721646 h 2237474"/>
              <a:gd name="connsiteX102" fmla="*/ 5880652 w 12192000"/>
              <a:gd name="connsiteY102" fmla="*/ 1779643 h 2237474"/>
              <a:gd name="connsiteX103" fmla="*/ 5785959 w 12192000"/>
              <a:gd name="connsiteY103" fmla="*/ 1775307 h 2237474"/>
              <a:gd name="connsiteX104" fmla="*/ 5643534 w 12192000"/>
              <a:gd name="connsiteY104" fmla="*/ 1802919 h 2237474"/>
              <a:gd name="connsiteX105" fmla="*/ 5518799 w 12192000"/>
              <a:gd name="connsiteY105" fmla="*/ 1818312 h 2237474"/>
              <a:gd name="connsiteX106" fmla="*/ 5505014 w 12192000"/>
              <a:gd name="connsiteY106" fmla="*/ 1819259 h 2237474"/>
              <a:gd name="connsiteX107" fmla="*/ 5453307 w 12192000"/>
              <a:gd name="connsiteY107" fmla="*/ 1815450 h 2237474"/>
              <a:gd name="connsiteX108" fmla="*/ 5364192 w 12192000"/>
              <a:gd name="connsiteY108" fmla="*/ 1826074 h 2237474"/>
              <a:gd name="connsiteX109" fmla="*/ 5350380 w 12192000"/>
              <a:gd name="connsiteY109" fmla="*/ 1830891 h 2237474"/>
              <a:gd name="connsiteX110" fmla="*/ 5259633 w 12192000"/>
              <a:gd name="connsiteY110" fmla="*/ 1837160 h 2237474"/>
              <a:gd name="connsiteX111" fmla="*/ 5197513 w 12192000"/>
              <a:gd name="connsiteY111" fmla="*/ 1844718 h 2237474"/>
              <a:gd name="connsiteX112" fmla="*/ 5184170 w 12192000"/>
              <a:gd name="connsiteY112" fmla="*/ 1849402 h 2237474"/>
              <a:gd name="connsiteX113" fmla="*/ 5168852 w 12192000"/>
              <a:gd name="connsiteY113" fmla="*/ 1844846 h 2237474"/>
              <a:gd name="connsiteX114" fmla="*/ 5164370 w 12192000"/>
              <a:gd name="connsiteY114" fmla="*/ 1840597 h 2237474"/>
              <a:gd name="connsiteX115" fmla="*/ 5114927 w 12192000"/>
              <a:gd name="connsiteY115" fmla="*/ 1847827 h 2237474"/>
              <a:gd name="connsiteX116" fmla="*/ 5108970 w 12192000"/>
              <a:gd name="connsiteY116" fmla="*/ 1847935 h 2237474"/>
              <a:gd name="connsiteX117" fmla="*/ 5067961 w 12192000"/>
              <a:gd name="connsiteY117" fmla="*/ 1845917 h 2237474"/>
              <a:gd name="connsiteX118" fmla="*/ 5007075 w 12192000"/>
              <a:gd name="connsiteY118" fmla="*/ 1838626 h 2237474"/>
              <a:gd name="connsiteX119" fmla="*/ 4944087 w 12192000"/>
              <a:gd name="connsiteY119" fmla="*/ 1823332 h 2237474"/>
              <a:gd name="connsiteX120" fmla="*/ 4907662 w 12192000"/>
              <a:gd name="connsiteY120" fmla="*/ 1816900 h 2237474"/>
              <a:gd name="connsiteX121" fmla="*/ 4882386 w 12192000"/>
              <a:gd name="connsiteY121" fmla="*/ 1809844 h 2237474"/>
              <a:gd name="connsiteX122" fmla="*/ 4811440 w 12192000"/>
              <a:gd name="connsiteY122" fmla="*/ 1804655 h 2237474"/>
              <a:gd name="connsiteX123" fmla="*/ 4691075 w 12192000"/>
              <a:gd name="connsiteY123" fmla="*/ 1801389 h 2237474"/>
              <a:gd name="connsiteX124" fmla="*/ 4611738 w 12192000"/>
              <a:gd name="connsiteY124" fmla="*/ 1776964 h 2237474"/>
              <a:gd name="connsiteX125" fmla="*/ 4560070 w 12192000"/>
              <a:gd name="connsiteY125" fmla="*/ 1785640 h 2237474"/>
              <a:gd name="connsiteX126" fmla="*/ 4536503 w 12192000"/>
              <a:gd name="connsiteY126" fmla="*/ 1785334 h 2237474"/>
              <a:gd name="connsiteX127" fmla="*/ 4513724 w 12192000"/>
              <a:gd name="connsiteY127" fmla="*/ 1791996 h 2237474"/>
              <a:gd name="connsiteX128" fmla="*/ 4459810 w 12192000"/>
              <a:gd name="connsiteY128" fmla="*/ 1797886 h 2237474"/>
              <a:gd name="connsiteX129" fmla="*/ 4379064 w 12192000"/>
              <a:gd name="connsiteY129" fmla="*/ 1817177 h 2237474"/>
              <a:gd name="connsiteX130" fmla="*/ 4319209 w 12192000"/>
              <a:gd name="connsiteY130" fmla="*/ 1834833 h 2237474"/>
              <a:gd name="connsiteX131" fmla="*/ 4290981 w 12192000"/>
              <a:gd name="connsiteY131" fmla="*/ 1839677 h 2237474"/>
              <a:gd name="connsiteX132" fmla="*/ 4285792 w 12192000"/>
              <a:gd name="connsiteY132" fmla="*/ 1836231 h 2237474"/>
              <a:gd name="connsiteX133" fmla="*/ 4238372 w 12192000"/>
              <a:gd name="connsiteY133" fmla="*/ 1851480 h 2237474"/>
              <a:gd name="connsiteX134" fmla="*/ 4232517 w 12192000"/>
              <a:gd name="connsiteY134" fmla="*/ 1852567 h 2237474"/>
              <a:gd name="connsiteX135" fmla="*/ 4191732 w 12192000"/>
              <a:gd name="connsiteY135" fmla="*/ 1857328 h 2237474"/>
              <a:gd name="connsiteX136" fmla="*/ 4065532 w 12192000"/>
              <a:gd name="connsiteY136" fmla="*/ 1855477 h 2237474"/>
              <a:gd name="connsiteX137" fmla="*/ 4028460 w 12192000"/>
              <a:gd name="connsiteY137" fmla="*/ 1855137 h 2237474"/>
              <a:gd name="connsiteX138" fmla="*/ 4002267 w 12192000"/>
              <a:gd name="connsiteY138" fmla="*/ 1852352 h 2237474"/>
              <a:gd name="connsiteX139" fmla="*/ 3931396 w 12192000"/>
              <a:gd name="connsiteY139" fmla="*/ 1858915 h 2237474"/>
              <a:gd name="connsiteX140" fmla="*/ 3812162 w 12192000"/>
              <a:gd name="connsiteY140" fmla="*/ 1875501 h 2237474"/>
              <a:gd name="connsiteX141" fmla="*/ 3729530 w 12192000"/>
              <a:gd name="connsiteY141" fmla="*/ 1864513 h 2237474"/>
              <a:gd name="connsiteX142" fmla="*/ 3680177 w 12192000"/>
              <a:gd name="connsiteY142" fmla="*/ 1881552 h 2237474"/>
              <a:gd name="connsiteX143" fmla="*/ 3567259 w 12192000"/>
              <a:gd name="connsiteY143" fmla="*/ 1893482 h 2237474"/>
              <a:gd name="connsiteX144" fmla="*/ 3405770 w 12192000"/>
              <a:gd name="connsiteY144" fmla="*/ 1904591 h 2237474"/>
              <a:gd name="connsiteX145" fmla="*/ 3280097 w 12192000"/>
              <a:gd name="connsiteY145" fmla="*/ 1919610 h 2237474"/>
              <a:gd name="connsiteX146" fmla="*/ 3123424 w 12192000"/>
              <a:gd name="connsiteY146" fmla="*/ 1952930 h 2237474"/>
              <a:gd name="connsiteX147" fmla="*/ 3009910 w 12192000"/>
              <a:gd name="connsiteY147" fmla="*/ 1957866 h 2237474"/>
              <a:gd name="connsiteX148" fmla="*/ 2995934 w 12192000"/>
              <a:gd name="connsiteY148" fmla="*/ 1967085 h 2237474"/>
              <a:gd name="connsiteX149" fmla="*/ 2980071 w 12192000"/>
              <a:gd name="connsiteY149" fmla="*/ 1972988 h 2237474"/>
              <a:gd name="connsiteX150" fmla="*/ 2978094 w 12192000"/>
              <a:gd name="connsiteY150" fmla="*/ 1972369 h 2237474"/>
              <a:gd name="connsiteX151" fmla="*/ 2942858 w 12192000"/>
              <a:gd name="connsiteY151" fmla="*/ 1981367 h 2237474"/>
              <a:gd name="connsiteX152" fmla="*/ 2875436 w 12192000"/>
              <a:gd name="connsiteY152" fmla="*/ 1996977 h 2237474"/>
              <a:gd name="connsiteX153" fmla="*/ 2874892 w 12192000"/>
              <a:gd name="connsiteY153" fmla="*/ 1996085 h 2237474"/>
              <a:gd name="connsiteX154" fmla="*/ 2864145 w 12192000"/>
              <a:gd name="connsiteY154" fmla="*/ 1994061 h 2237474"/>
              <a:gd name="connsiteX155" fmla="*/ 2843662 w 12192000"/>
              <a:gd name="connsiteY155" fmla="*/ 1992498 h 2237474"/>
              <a:gd name="connsiteX156" fmla="*/ 2796128 w 12192000"/>
              <a:gd name="connsiteY156" fmla="*/ 1976403 h 2237474"/>
              <a:gd name="connsiteX157" fmla="*/ 2756784 w 12192000"/>
              <a:gd name="connsiteY157" fmla="*/ 1985116 h 2237474"/>
              <a:gd name="connsiteX158" fmla="*/ 2748833 w 12192000"/>
              <a:gd name="connsiteY158" fmla="*/ 1986323 h 2237474"/>
              <a:gd name="connsiteX159" fmla="*/ 2748661 w 12192000"/>
              <a:gd name="connsiteY159" fmla="*/ 1986122 h 2237474"/>
              <a:gd name="connsiteX160" fmla="*/ 2740251 w 12192000"/>
              <a:gd name="connsiteY160" fmla="*/ 1986946 h 2237474"/>
              <a:gd name="connsiteX161" fmla="*/ 2718916 w 12192000"/>
              <a:gd name="connsiteY161" fmla="*/ 1990867 h 2237474"/>
              <a:gd name="connsiteX162" fmla="*/ 2713522 w 12192000"/>
              <a:gd name="connsiteY162" fmla="*/ 1990173 h 2237474"/>
              <a:gd name="connsiteX163" fmla="*/ 2680597 w 12192000"/>
              <a:gd name="connsiteY163" fmla="*/ 1984996 h 2237474"/>
              <a:gd name="connsiteX164" fmla="*/ 2578178 w 12192000"/>
              <a:gd name="connsiteY164" fmla="*/ 1990531 h 2237474"/>
              <a:gd name="connsiteX165" fmla="*/ 2476147 w 12192000"/>
              <a:gd name="connsiteY165" fmla="*/ 1998305 h 2237474"/>
              <a:gd name="connsiteX166" fmla="*/ 2373568 w 12192000"/>
              <a:gd name="connsiteY166" fmla="*/ 2003219 h 2237474"/>
              <a:gd name="connsiteX167" fmla="*/ 2321399 w 12192000"/>
              <a:gd name="connsiteY167" fmla="*/ 1989467 h 2237474"/>
              <a:gd name="connsiteX168" fmla="*/ 2315525 w 12192000"/>
              <a:gd name="connsiteY168" fmla="*/ 1989708 h 2237474"/>
              <a:gd name="connsiteX169" fmla="*/ 2300792 w 12192000"/>
              <a:gd name="connsiteY169" fmla="*/ 1994290 h 2237474"/>
              <a:gd name="connsiteX170" fmla="*/ 2295469 w 12192000"/>
              <a:gd name="connsiteY170" fmla="*/ 1996659 h 2237474"/>
              <a:gd name="connsiteX171" fmla="*/ 2287219 w 12192000"/>
              <a:gd name="connsiteY171" fmla="*/ 1998750 h 2237474"/>
              <a:gd name="connsiteX172" fmla="*/ 2286948 w 12192000"/>
              <a:gd name="connsiteY172" fmla="*/ 1998596 h 2237474"/>
              <a:gd name="connsiteX173" fmla="*/ 2243069 w 12192000"/>
              <a:gd name="connsiteY173" fmla="*/ 2015111 h 2237474"/>
              <a:gd name="connsiteX174" fmla="*/ 2186609 w 12192000"/>
              <a:gd name="connsiteY174" fmla="*/ 2008263 h 2237474"/>
              <a:gd name="connsiteX175" fmla="*/ 2164831 w 12192000"/>
              <a:gd name="connsiteY175" fmla="*/ 2010143 h 2237474"/>
              <a:gd name="connsiteX176" fmla="*/ 2152836 w 12192000"/>
              <a:gd name="connsiteY176" fmla="*/ 2010048 h 2237474"/>
              <a:gd name="connsiteX177" fmla="*/ 2117102 w 12192000"/>
              <a:gd name="connsiteY177" fmla="*/ 2023004 h 2237474"/>
              <a:gd name="connsiteX178" fmla="*/ 2111935 w 12192000"/>
              <a:gd name="connsiteY178" fmla="*/ 2023163 h 2237474"/>
              <a:gd name="connsiteX179" fmla="*/ 2089991 w 12192000"/>
              <a:gd name="connsiteY179" fmla="*/ 2034193 h 2237474"/>
              <a:gd name="connsiteX180" fmla="*/ 2058061 w 12192000"/>
              <a:gd name="connsiteY180" fmla="*/ 2047942 h 2237474"/>
              <a:gd name="connsiteX181" fmla="*/ 2055737 w 12192000"/>
              <a:gd name="connsiteY181" fmla="*/ 2047704 h 2237474"/>
              <a:gd name="connsiteX182" fmla="*/ 2042244 w 12192000"/>
              <a:gd name="connsiteY182" fmla="*/ 2055560 h 2237474"/>
              <a:gd name="connsiteX183" fmla="*/ 1976224 w 12192000"/>
              <a:gd name="connsiteY183" fmla="*/ 2074257 h 2237474"/>
              <a:gd name="connsiteX184" fmla="*/ 1877728 w 12192000"/>
              <a:gd name="connsiteY184" fmla="*/ 2101004 h 2237474"/>
              <a:gd name="connsiteX185" fmla="*/ 1759056 w 12192000"/>
              <a:gd name="connsiteY185" fmla="*/ 2125608 h 2237474"/>
              <a:gd name="connsiteX186" fmla="*/ 1637948 w 12192000"/>
              <a:gd name="connsiteY186" fmla="*/ 2172597 h 2237474"/>
              <a:gd name="connsiteX187" fmla="*/ 1434549 w 12192000"/>
              <a:gd name="connsiteY187" fmla="*/ 2234522 h 2237474"/>
              <a:gd name="connsiteX188" fmla="*/ 1398481 w 12192000"/>
              <a:gd name="connsiteY188" fmla="*/ 2237074 h 2237474"/>
              <a:gd name="connsiteX189" fmla="*/ 1398407 w 12192000"/>
              <a:gd name="connsiteY189" fmla="*/ 2237095 h 2237474"/>
              <a:gd name="connsiteX190" fmla="*/ 1370962 w 12192000"/>
              <a:gd name="connsiteY190" fmla="*/ 2237474 h 2237474"/>
              <a:gd name="connsiteX191" fmla="*/ 1356367 w 12192000"/>
              <a:gd name="connsiteY191" fmla="*/ 2235089 h 2237474"/>
              <a:gd name="connsiteX192" fmla="*/ 1324828 w 12192000"/>
              <a:gd name="connsiteY192" fmla="*/ 2231968 h 2237474"/>
              <a:gd name="connsiteX193" fmla="*/ 1297744 w 12192000"/>
              <a:gd name="connsiteY193" fmla="*/ 2235849 h 2237474"/>
              <a:gd name="connsiteX194" fmla="*/ 1286236 w 12192000"/>
              <a:gd name="connsiteY194" fmla="*/ 2233135 h 2237474"/>
              <a:gd name="connsiteX195" fmla="*/ 1283504 w 12192000"/>
              <a:gd name="connsiteY195" fmla="*/ 2233797 h 2237474"/>
              <a:gd name="connsiteX196" fmla="*/ 1279765 w 12192000"/>
              <a:gd name="connsiteY196" fmla="*/ 2229639 h 2237474"/>
              <a:gd name="connsiteX197" fmla="*/ 1195347 w 12192000"/>
              <a:gd name="connsiteY197" fmla="*/ 2212354 h 2237474"/>
              <a:gd name="connsiteX198" fmla="*/ 970251 w 12192000"/>
              <a:gd name="connsiteY198" fmla="*/ 2221029 h 2237474"/>
              <a:gd name="connsiteX199" fmla="*/ 812914 w 12192000"/>
              <a:gd name="connsiteY199" fmla="*/ 2202752 h 2237474"/>
              <a:gd name="connsiteX200" fmla="*/ 800195 w 12192000"/>
              <a:gd name="connsiteY200" fmla="*/ 2209407 h 2237474"/>
              <a:gd name="connsiteX201" fmla="*/ 784978 w 12192000"/>
              <a:gd name="connsiteY201" fmla="*/ 2212360 h 2237474"/>
              <a:gd name="connsiteX202" fmla="*/ 681987 w 12192000"/>
              <a:gd name="connsiteY202" fmla="*/ 2216757 h 2237474"/>
              <a:gd name="connsiteX203" fmla="*/ 669923 w 12192000"/>
              <a:gd name="connsiteY203" fmla="*/ 2211682 h 2237474"/>
              <a:gd name="connsiteX204" fmla="*/ 648680 w 12192000"/>
              <a:gd name="connsiteY204" fmla="*/ 2206229 h 2237474"/>
              <a:gd name="connsiteX205" fmla="*/ 597225 w 12192000"/>
              <a:gd name="connsiteY205" fmla="*/ 2180999 h 2237474"/>
              <a:gd name="connsiteX206" fmla="*/ 558449 w 12192000"/>
              <a:gd name="connsiteY206" fmla="*/ 2182346 h 2237474"/>
              <a:gd name="connsiteX207" fmla="*/ 550517 w 12192000"/>
              <a:gd name="connsiteY207" fmla="*/ 2182060 h 2237474"/>
              <a:gd name="connsiteX208" fmla="*/ 550309 w 12192000"/>
              <a:gd name="connsiteY208" fmla="*/ 2181825 h 2237474"/>
              <a:gd name="connsiteX209" fmla="*/ 541836 w 12192000"/>
              <a:gd name="connsiteY209" fmla="*/ 2181063 h 2237474"/>
              <a:gd name="connsiteX210" fmla="*/ 536057 w 12192000"/>
              <a:gd name="connsiteY210" fmla="*/ 2181537 h 2237474"/>
              <a:gd name="connsiteX211" fmla="*/ 520671 w 12192000"/>
              <a:gd name="connsiteY211" fmla="*/ 2180980 h 2237474"/>
              <a:gd name="connsiteX212" fmla="*/ 515024 w 12192000"/>
              <a:gd name="connsiteY212" fmla="*/ 2179258 h 2237474"/>
              <a:gd name="connsiteX213" fmla="*/ 512278 w 12192000"/>
              <a:gd name="connsiteY213" fmla="*/ 2176369 h 2237474"/>
              <a:gd name="connsiteX214" fmla="*/ 480419 w 12192000"/>
              <a:gd name="connsiteY214" fmla="*/ 2167807 h 2237474"/>
              <a:gd name="connsiteX215" fmla="*/ 413835 w 12192000"/>
              <a:gd name="connsiteY215" fmla="*/ 2156783 h 2237474"/>
              <a:gd name="connsiteX216" fmla="*/ 376513 w 12192000"/>
              <a:gd name="connsiteY216" fmla="*/ 2154014 h 2237474"/>
              <a:gd name="connsiteX217" fmla="*/ 273386 w 12192000"/>
              <a:gd name="connsiteY217" fmla="*/ 2142551 h 2237474"/>
              <a:gd name="connsiteX218" fmla="*/ 169207 w 12192000"/>
              <a:gd name="connsiteY218" fmla="*/ 2128100 h 2237474"/>
              <a:gd name="connsiteX219" fmla="*/ 93149 w 12192000"/>
              <a:gd name="connsiteY219" fmla="*/ 2105324 h 2237474"/>
              <a:gd name="connsiteX220" fmla="*/ 88109 w 12192000"/>
              <a:gd name="connsiteY220" fmla="*/ 2106704 h 2237474"/>
              <a:gd name="connsiteX221" fmla="*/ 80022 w 12192000"/>
              <a:gd name="connsiteY221" fmla="*/ 2107254 h 2237474"/>
              <a:gd name="connsiteX222" fmla="*/ 79717 w 12192000"/>
              <a:gd name="connsiteY222" fmla="*/ 2107046 h 2237474"/>
              <a:gd name="connsiteX223" fmla="*/ 72352 w 12192000"/>
              <a:gd name="connsiteY223" fmla="*/ 2107991 h 2237474"/>
              <a:gd name="connsiteX224" fmla="*/ 37645 w 12192000"/>
              <a:gd name="connsiteY224" fmla="*/ 2115401 h 2237474"/>
              <a:gd name="connsiteX225" fmla="*/ 4572 w 12192000"/>
              <a:gd name="connsiteY225" fmla="*/ 2111091 h 2237474"/>
              <a:gd name="connsiteX226" fmla="*/ 0 w 12192000"/>
              <a:gd name="connsiteY226" fmla="*/ 2110468 h 2237474"/>
              <a:gd name="connsiteX227" fmla="*/ 0 w 12192000"/>
              <a:gd name="connsiteY227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02328 w 12192000"/>
              <a:gd name="connsiteY66" fmla="*/ 1345865 h 2237474"/>
              <a:gd name="connsiteX67" fmla="*/ 7898322 w 12192000"/>
              <a:gd name="connsiteY67" fmla="*/ 1345689 h 2237474"/>
              <a:gd name="connsiteX68" fmla="*/ 7875879 w 12192000"/>
              <a:gd name="connsiteY68" fmla="*/ 1345646 h 2237474"/>
              <a:gd name="connsiteX69" fmla="*/ 7840612 w 12192000"/>
              <a:gd name="connsiteY69" fmla="*/ 1369373 h 2237474"/>
              <a:gd name="connsiteX70" fmla="*/ 7786819 w 12192000"/>
              <a:gd name="connsiteY70" fmla="*/ 1378970 h 2237474"/>
              <a:gd name="connsiteX71" fmla="*/ 7548172 w 12192000"/>
              <a:gd name="connsiteY71" fmla="*/ 1417460 h 2237474"/>
              <a:gd name="connsiteX72" fmla="*/ 7483437 w 12192000"/>
              <a:gd name="connsiteY72" fmla="*/ 1478152 h 2237474"/>
              <a:gd name="connsiteX73" fmla="*/ 7377870 w 12192000"/>
              <a:gd name="connsiteY73" fmla="*/ 1523319 h 2237474"/>
              <a:gd name="connsiteX74" fmla="*/ 7230737 w 12192000"/>
              <a:gd name="connsiteY74" fmla="*/ 1562633 h 2237474"/>
              <a:gd name="connsiteX75" fmla="*/ 7224458 w 12192000"/>
              <a:gd name="connsiteY75" fmla="*/ 1573008 h 2237474"/>
              <a:gd name="connsiteX76" fmla="*/ 7213486 w 12192000"/>
              <a:gd name="connsiteY76" fmla="*/ 1580987 h 2237474"/>
              <a:gd name="connsiteX77" fmla="*/ 7210972 w 12192000"/>
              <a:gd name="connsiteY77" fmla="*/ 1580856 h 2237474"/>
              <a:gd name="connsiteX78" fmla="*/ 7183121 w 12192000"/>
              <a:gd name="connsiteY78" fmla="*/ 1595162 h 2237474"/>
              <a:gd name="connsiteX79" fmla="*/ 7164601 w 12192000"/>
              <a:gd name="connsiteY79" fmla="*/ 1606490 h 2237474"/>
              <a:gd name="connsiteX80" fmla="*/ 7159286 w 12192000"/>
              <a:gd name="connsiteY80" fmla="*/ 1606850 h 2237474"/>
              <a:gd name="connsiteX81" fmla="*/ 7114651 w 12192000"/>
              <a:gd name="connsiteY81" fmla="*/ 1620959 h 2237474"/>
              <a:gd name="connsiteX82" fmla="*/ 7092727 w 12192000"/>
              <a:gd name="connsiteY82" fmla="*/ 1623628 h 2237474"/>
              <a:gd name="connsiteX83" fmla="*/ 7031309 w 12192000"/>
              <a:gd name="connsiteY83" fmla="*/ 1619451 h 2237474"/>
              <a:gd name="connsiteX84" fmla="*/ 6999084 w 12192000"/>
              <a:gd name="connsiteY84" fmla="*/ 1634317 h 2237474"/>
              <a:gd name="connsiteX85" fmla="*/ 6992107 w 12192000"/>
              <a:gd name="connsiteY85" fmla="*/ 1636860 h 2237474"/>
              <a:gd name="connsiteX86" fmla="*/ 6991765 w 12192000"/>
              <a:gd name="connsiteY86" fmla="*/ 1636725 h 2237474"/>
              <a:gd name="connsiteX87" fmla="*/ 6900177 w 12192000"/>
              <a:gd name="connsiteY87" fmla="*/ 1636016 h 2237474"/>
              <a:gd name="connsiteX88" fmla="*/ 6795372 w 12192000"/>
              <a:gd name="connsiteY88" fmla="*/ 1644845 h 2237474"/>
              <a:gd name="connsiteX89" fmla="*/ 6692251 w 12192000"/>
              <a:gd name="connsiteY89" fmla="*/ 1656357 h 2237474"/>
              <a:gd name="connsiteX90" fmla="*/ 6655235 w 12192000"/>
              <a:gd name="connsiteY90" fmla="*/ 1661869 h 2237474"/>
              <a:gd name="connsiteX91" fmla="*/ 6587857 w 12192000"/>
              <a:gd name="connsiteY91" fmla="*/ 1665769 h 2237474"/>
              <a:gd name="connsiteX92" fmla="*/ 6554894 w 12192000"/>
              <a:gd name="connsiteY92" fmla="*/ 1664428 h 2237474"/>
              <a:gd name="connsiteX93" fmla="*/ 6516595 w 12192000"/>
              <a:gd name="connsiteY93" fmla="*/ 1667475 h 2237474"/>
              <a:gd name="connsiteX94" fmla="*/ 6508541 w 12192000"/>
              <a:gd name="connsiteY94" fmla="*/ 1668757 h 2237474"/>
              <a:gd name="connsiteX95" fmla="*/ 6471012 w 12192000"/>
              <a:gd name="connsiteY95" fmla="*/ 1678604 h 2237474"/>
              <a:gd name="connsiteX96" fmla="*/ 6415265 w 12192000"/>
              <a:gd name="connsiteY96" fmla="*/ 1665317 h 2237474"/>
              <a:gd name="connsiteX97" fmla="*/ 6364035 w 12192000"/>
              <a:gd name="connsiteY97" fmla="*/ 1667683 h 2237474"/>
              <a:gd name="connsiteX98" fmla="*/ 6280959 w 12192000"/>
              <a:gd name="connsiteY98" fmla="*/ 1689329 h 2237474"/>
              <a:gd name="connsiteX99" fmla="*/ 6243319 w 12192000"/>
              <a:gd name="connsiteY99" fmla="*/ 1695560 h 2237474"/>
              <a:gd name="connsiteX100" fmla="*/ 6098321 w 12192000"/>
              <a:gd name="connsiteY100" fmla="*/ 1721646 h 2237474"/>
              <a:gd name="connsiteX101" fmla="*/ 5880652 w 12192000"/>
              <a:gd name="connsiteY101" fmla="*/ 1779643 h 2237474"/>
              <a:gd name="connsiteX102" fmla="*/ 5785959 w 12192000"/>
              <a:gd name="connsiteY102" fmla="*/ 1775307 h 2237474"/>
              <a:gd name="connsiteX103" fmla="*/ 5643534 w 12192000"/>
              <a:gd name="connsiteY103" fmla="*/ 1802919 h 2237474"/>
              <a:gd name="connsiteX104" fmla="*/ 5518799 w 12192000"/>
              <a:gd name="connsiteY104" fmla="*/ 1818312 h 2237474"/>
              <a:gd name="connsiteX105" fmla="*/ 5505014 w 12192000"/>
              <a:gd name="connsiteY105" fmla="*/ 1819259 h 2237474"/>
              <a:gd name="connsiteX106" fmla="*/ 5453307 w 12192000"/>
              <a:gd name="connsiteY106" fmla="*/ 1815450 h 2237474"/>
              <a:gd name="connsiteX107" fmla="*/ 5364192 w 12192000"/>
              <a:gd name="connsiteY107" fmla="*/ 1826074 h 2237474"/>
              <a:gd name="connsiteX108" fmla="*/ 5350380 w 12192000"/>
              <a:gd name="connsiteY108" fmla="*/ 1830891 h 2237474"/>
              <a:gd name="connsiteX109" fmla="*/ 5259633 w 12192000"/>
              <a:gd name="connsiteY109" fmla="*/ 1837160 h 2237474"/>
              <a:gd name="connsiteX110" fmla="*/ 5197513 w 12192000"/>
              <a:gd name="connsiteY110" fmla="*/ 1844718 h 2237474"/>
              <a:gd name="connsiteX111" fmla="*/ 5184170 w 12192000"/>
              <a:gd name="connsiteY111" fmla="*/ 1849402 h 2237474"/>
              <a:gd name="connsiteX112" fmla="*/ 5168852 w 12192000"/>
              <a:gd name="connsiteY112" fmla="*/ 1844846 h 2237474"/>
              <a:gd name="connsiteX113" fmla="*/ 5164370 w 12192000"/>
              <a:gd name="connsiteY113" fmla="*/ 1840597 h 2237474"/>
              <a:gd name="connsiteX114" fmla="*/ 5114927 w 12192000"/>
              <a:gd name="connsiteY114" fmla="*/ 1847827 h 2237474"/>
              <a:gd name="connsiteX115" fmla="*/ 5108970 w 12192000"/>
              <a:gd name="connsiteY115" fmla="*/ 1847935 h 2237474"/>
              <a:gd name="connsiteX116" fmla="*/ 5067961 w 12192000"/>
              <a:gd name="connsiteY116" fmla="*/ 1845917 h 2237474"/>
              <a:gd name="connsiteX117" fmla="*/ 5007075 w 12192000"/>
              <a:gd name="connsiteY117" fmla="*/ 1838626 h 2237474"/>
              <a:gd name="connsiteX118" fmla="*/ 4944087 w 12192000"/>
              <a:gd name="connsiteY118" fmla="*/ 1823332 h 2237474"/>
              <a:gd name="connsiteX119" fmla="*/ 4907662 w 12192000"/>
              <a:gd name="connsiteY119" fmla="*/ 1816900 h 2237474"/>
              <a:gd name="connsiteX120" fmla="*/ 4882386 w 12192000"/>
              <a:gd name="connsiteY120" fmla="*/ 1809844 h 2237474"/>
              <a:gd name="connsiteX121" fmla="*/ 4811440 w 12192000"/>
              <a:gd name="connsiteY121" fmla="*/ 1804655 h 2237474"/>
              <a:gd name="connsiteX122" fmla="*/ 4691075 w 12192000"/>
              <a:gd name="connsiteY122" fmla="*/ 1801389 h 2237474"/>
              <a:gd name="connsiteX123" fmla="*/ 4611738 w 12192000"/>
              <a:gd name="connsiteY123" fmla="*/ 1776964 h 2237474"/>
              <a:gd name="connsiteX124" fmla="*/ 4560070 w 12192000"/>
              <a:gd name="connsiteY124" fmla="*/ 1785640 h 2237474"/>
              <a:gd name="connsiteX125" fmla="*/ 4536503 w 12192000"/>
              <a:gd name="connsiteY125" fmla="*/ 1785334 h 2237474"/>
              <a:gd name="connsiteX126" fmla="*/ 4513724 w 12192000"/>
              <a:gd name="connsiteY126" fmla="*/ 1791996 h 2237474"/>
              <a:gd name="connsiteX127" fmla="*/ 4459810 w 12192000"/>
              <a:gd name="connsiteY127" fmla="*/ 1797886 h 2237474"/>
              <a:gd name="connsiteX128" fmla="*/ 4379064 w 12192000"/>
              <a:gd name="connsiteY128" fmla="*/ 1817177 h 2237474"/>
              <a:gd name="connsiteX129" fmla="*/ 4319209 w 12192000"/>
              <a:gd name="connsiteY129" fmla="*/ 1834833 h 2237474"/>
              <a:gd name="connsiteX130" fmla="*/ 4290981 w 12192000"/>
              <a:gd name="connsiteY130" fmla="*/ 1839677 h 2237474"/>
              <a:gd name="connsiteX131" fmla="*/ 4285792 w 12192000"/>
              <a:gd name="connsiteY131" fmla="*/ 1836231 h 2237474"/>
              <a:gd name="connsiteX132" fmla="*/ 4238372 w 12192000"/>
              <a:gd name="connsiteY132" fmla="*/ 1851480 h 2237474"/>
              <a:gd name="connsiteX133" fmla="*/ 4232517 w 12192000"/>
              <a:gd name="connsiteY133" fmla="*/ 1852567 h 2237474"/>
              <a:gd name="connsiteX134" fmla="*/ 4191732 w 12192000"/>
              <a:gd name="connsiteY134" fmla="*/ 1857328 h 2237474"/>
              <a:gd name="connsiteX135" fmla="*/ 4065532 w 12192000"/>
              <a:gd name="connsiteY135" fmla="*/ 1855477 h 2237474"/>
              <a:gd name="connsiteX136" fmla="*/ 4028460 w 12192000"/>
              <a:gd name="connsiteY136" fmla="*/ 1855137 h 2237474"/>
              <a:gd name="connsiteX137" fmla="*/ 4002267 w 12192000"/>
              <a:gd name="connsiteY137" fmla="*/ 1852352 h 2237474"/>
              <a:gd name="connsiteX138" fmla="*/ 3931396 w 12192000"/>
              <a:gd name="connsiteY138" fmla="*/ 1858915 h 2237474"/>
              <a:gd name="connsiteX139" fmla="*/ 3812162 w 12192000"/>
              <a:gd name="connsiteY139" fmla="*/ 1875501 h 2237474"/>
              <a:gd name="connsiteX140" fmla="*/ 3729530 w 12192000"/>
              <a:gd name="connsiteY140" fmla="*/ 1864513 h 2237474"/>
              <a:gd name="connsiteX141" fmla="*/ 3680177 w 12192000"/>
              <a:gd name="connsiteY141" fmla="*/ 1881552 h 2237474"/>
              <a:gd name="connsiteX142" fmla="*/ 3567259 w 12192000"/>
              <a:gd name="connsiteY142" fmla="*/ 1893482 h 2237474"/>
              <a:gd name="connsiteX143" fmla="*/ 3405770 w 12192000"/>
              <a:gd name="connsiteY143" fmla="*/ 1904591 h 2237474"/>
              <a:gd name="connsiteX144" fmla="*/ 3280097 w 12192000"/>
              <a:gd name="connsiteY144" fmla="*/ 1919610 h 2237474"/>
              <a:gd name="connsiteX145" fmla="*/ 3123424 w 12192000"/>
              <a:gd name="connsiteY145" fmla="*/ 1952930 h 2237474"/>
              <a:gd name="connsiteX146" fmla="*/ 3009910 w 12192000"/>
              <a:gd name="connsiteY146" fmla="*/ 1957866 h 2237474"/>
              <a:gd name="connsiteX147" fmla="*/ 2995934 w 12192000"/>
              <a:gd name="connsiteY147" fmla="*/ 1967085 h 2237474"/>
              <a:gd name="connsiteX148" fmla="*/ 2980071 w 12192000"/>
              <a:gd name="connsiteY148" fmla="*/ 1972988 h 2237474"/>
              <a:gd name="connsiteX149" fmla="*/ 2978094 w 12192000"/>
              <a:gd name="connsiteY149" fmla="*/ 1972369 h 2237474"/>
              <a:gd name="connsiteX150" fmla="*/ 2942858 w 12192000"/>
              <a:gd name="connsiteY150" fmla="*/ 1981367 h 2237474"/>
              <a:gd name="connsiteX151" fmla="*/ 2875436 w 12192000"/>
              <a:gd name="connsiteY151" fmla="*/ 1996977 h 2237474"/>
              <a:gd name="connsiteX152" fmla="*/ 2874892 w 12192000"/>
              <a:gd name="connsiteY152" fmla="*/ 1996085 h 2237474"/>
              <a:gd name="connsiteX153" fmla="*/ 2864145 w 12192000"/>
              <a:gd name="connsiteY153" fmla="*/ 1994061 h 2237474"/>
              <a:gd name="connsiteX154" fmla="*/ 2843662 w 12192000"/>
              <a:gd name="connsiteY154" fmla="*/ 1992498 h 2237474"/>
              <a:gd name="connsiteX155" fmla="*/ 2796128 w 12192000"/>
              <a:gd name="connsiteY155" fmla="*/ 1976403 h 2237474"/>
              <a:gd name="connsiteX156" fmla="*/ 2756784 w 12192000"/>
              <a:gd name="connsiteY156" fmla="*/ 1985116 h 2237474"/>
              <a:gd name="connsiteX157" fmla="*/ 2748833 w 12192000"/>
              <a:gd name="connsiteY157" fmla="*/ 1986323 h 2237474"/>
              <a:gd name="connsiteX158" fmla="*/ 2748661 w 12192000"/>
              <a:gd name="connsiteY158" fmla="*/ 1986122 h 2237474"/>
              <a:gd name="connsiteX159" fmla="*/ 2740251 w 12192000"/>
              <a:gd name="connsiteY159" fmla="*/ 1986946 h 2237474"/>
              <a:gd name="connsiteX160" fmla="*/ 2718916 w 12192000"/>
              <a:gd name="connsiteY160" fmla="*/ 1990867 h 2237474"/>
              <a:gd name="connsiteX161" fmla="*/ 2713522 w 12192000"/>
              <a:gd name="connsiteY161" fmla="*/ 1990173 h 2237474"/>
              <a:gd name="connsiteX162" fmla="*/ 2680597 w 12192000"/>
              <a:gd name="connsiteY162" fmla="*/ 1984996 h 2237474"/>
              <a:gd name="connsiteX163" fmla="*/ 2578178 w 12192000"/>
              <a:gd name="connsiteY163" fmla="*/ 1990531 h 2237474"/>
              <a:gd name="connsiteX164" fmla="*/ 2476147 w 12192000"/>
              <a:gd name="connsiteY164" fmla="*/ 1998305 h 2237474"/>
              <a:gd name="connsiteX165" fmla="*/ 2373568 w 12192000"/>
              <a:gd name="connsiteY165" fmla="*/ 2003219 h 2237474"/>
              <a:gd name="connsiteX166" fmla="*/ 2321399 w 12192000"/>
              <a:gd name="connsiteY166" fmla="*/ 1989467 h 2237474"/>
              <a:gd name="connsiteX167" fmla="*/ 2315525 w 12192000"/>
              <a:gd name="connsiteY167" fmla="*/ 1989708 h 2237474"/>
              <a:gd name="connsiteX168" fmla="*/ 2300792 w 12192000"/>
              <a:gd name="connsiteY168" fmla="*/ 1994290 h 2237474"/>
              <a:gd name="connsiteX169" fmla="*/ 2295469 w 12192000"/>
              <a:gd name="connsiteY169" fmla="*/ 1996659 h 2237474"/>
              <a:gd name="connsiteX170" fmla="*/ 2287219 w 12192000"/>
              <a:gd name="connsiteY170" fmla="*/ 1998750 h 2237474"/>
              <a:gd name="connsiteX171" fmla="*/ 2286948 w 12192000"/>
              <a:gd name="connsiteY171" fmla="*/ 1998596 h 2237474"/>
              <a:gd name="connsiteX172" fmla="*/ 2243069 w 12192000"/>
              <a:gd name="connsiteY172" fmla="*/ 2015111 h 2237474"/>
              <a:gd name="connsiteX173" fmla="*/ 2186609 w 12192000"/>
              <a:gd name="connsiteY173" fmla="*/ 2008263 h 2237474"/>
              <a:gd name="connsiteX174" fmla="*/ 2164831 w 12192000"/>
              <a:gd name="connsiteY174" fmla="*/ 2010143 h 2237474"/>
              <a:gd name="connsiteX175" fmla="*/ 2152836 w 12192000"/>
              <a:gd name="connsiteY175" fmla="*/ 2010048 h 2237474"/>
              <a:gd name="connsiteX176" fmla="*/ 2117102 w 12192000"/>
              <a:gd name="connsiteY176" fmla="*/ 2023004 h 2237474"/>
              <a:gd name="connsiteX177" fmla="*/ 2111935 w 12192000"/>
              <a:gd name="connsiteY177" fmla="*/ 2023163 h 2237474"/>
              <a:gd name="connsiteX178" fmla="*/ 2089991 w 12192000"/>
              <a:gd name="connsiteY178" fmla="*/ 2034193 h 2237474"/>
              <a:gd name="connsiteX179" fmla="*/ 2058061 w 12192000"/>
              <a:gd name="connsiteY179" fmla="*/ 2047942 h 2237474"/>
              <a:gd name="connsiteX180" fmla="*/ 2055737 w 12192000"/>
              <a:gd name="connsiteY180" fmla="*/ 2047704 h 2237474"/>
              <a:gd name="connsiteX181" fmla="*/ 2042244 w 12192000"/>
              <a:gd name="connsiteY181" fmla="*/ 2055560 h 2237474"/>
              <a:gd name="connsiteX182" fmla="*/ 1976224 w 12192000"/>
              <a:gd name="connsiteY182" fmla="*/ 2074257 h 2237474"/>
              <a:gd name="connsiteX183" fmla="*/ 1877728 w 12192000"/>
              <a:gd name="connsiteY183" fmla="*/ 2101004 h 2237474"/>
              <a:gd name="connsiteX184" fmla="*/ 1759056 w 12192000"/>
              <a:gd name="connsiteY184" fmla="*/ 2125608 h 2237474"/>
              <a:gd name="connsiteX185" fmla="*/ 1637948 w 12192000"/>
              <a:gd name="connsiteY185" fmla="*/ 2172597 h 2237474"/>
              <a:gd name="connsiteX186" fmla="*/ 1434549 w 12192000"/>
              <a:gd name="connsiteY186" fmla="*/ 2234522 h 2237474"/>
              <a:gd name="connsiteX187" fmla="*/ 1398481 w 12192000"/>
              <a:gd name="connsiteY187" fmla="*/ 2237074 h 2237474"/>
              <a:gd name="connsiteX188" fmla="*/ 1398407 w 12192000"/>
              <a:gd name="connsiteY188" fmla="*/ 2237095 h 2237474"/>
              <a:gd name="connsiteX189" fmla="*/ 1370962 w 12192000"/>
              <a:gd name="connsiteY189" fmla="*/ 2237474 h 2237474"/>
              <a:gd name="connsiteX190" fmla="*/ 1356367 w 12192000"/>
              <a:gd name="connsiteY190" fmla="*/ 2235089 h 2237474"/>
              <a:gd name="connsiteX191" fmla="*/ 1324828 w 12192000"/>
              <a:gd name="connsiteY191" fmla="*/ 2231968 h 2237474"/>
              <a:gd name="connsiteX192" fmla="*/ 1297744 w 12192000"/>
              <a:gd name="connsiteY192" fmla="*/ 2235849 h 2237474"/>
              <a:gd name="connsiteX193" fmla="*/ 1286236 w 12192000"/>
              <a:gd name="connsiteY193" fmla="*/ 2233135 h 2237474"/>
              <a:gd name="connsiteX194" fmla="*/ 1283504 w 12192000"/>
              <a:gd name="connsiteY194" fmla="*/ 2233797 h 2237474"/>
              <a:gd name="connsiteX195" fmla="*/ 1279765 w 12192000"/>
              <a:gd name="connsiteY195" fmla="*/ 2229639 h 2237474"/>
              <a:gd name="connsiteX196" fmla="*/ 1195347 w 12192000"/>
              <a:gd name="connsiteY196" fmla="*/ 2212354 h 2237474"/>
              <a:gd name="connsiteX197" fmla="*/ 970251 w 12192000"/>
              <a:gd name="connsiteY197" fmla="*/ 2221029 h 2237474"/>
              <a:gd name="connsiteX198" fmla="*/ 812914 w 12192000"/>
              <a:gd name="connsiteY198" fmla="*/ 2202752 h 2237474"/>
              <a:gd name="connsiteX199" fmla="*/ 800195 w 12192000"/>
              <a:gd name="connsiteY199" fmla="*/ 2209407 h 2237474"/>
              <a:gd name="connsiteX200" fmla="*/ 784978 w 12192000"/>
              <a:gd name="connsiteY200" fmla="*/ 2212360 h 2237474"/>
              <a:gd name="connsiteX201" fmla="*/ 681987 w 12192000"/>
              <a:gd name="connsiteY201" fmla="*/ 2216757 h 2237474"/>
              <a:gd name="connsiteX202" fmla="*/ 669923 w 12192000"/>
              <a:gd name="connsiteY202" fmla="*/ 2211682 h 2237474"/>
              <a:gd name="connsiteX203" fmla="*/ 648680 w 12192000"/>
              <a:gd name="connsiteY203" fmla="*/ 2206229 h 2237474"/>
              <a:gd name="connsiteX204" fmla="*/ 597225 w 12192000"/>
              <a:gd name="connsiteY204" fmla="*/ 2180999 h 2237474"/>
              <a:gd name="connsiteX205" fmla="*/ 558449 w 12192000"/>
              <a:gd name="connsiteY205" fmla="*/ 2182346 h 2237474"/>
              <a:gd name="connsiteX206" fmla="*/ 550517 w 12192000"/>
              <a:gd name="connsiteY206" fmla="*/ 2182060 h 2237474"/>
              <a:gd name="connsiteX207" fmla="*/ 550309 w 12192000"/>
              <a:gd name="connsiteY207" fmla="*/ 2181825 h 2237474"/>
              <a:gd name="connsiteX208" fmla="*/ 541836 w 12192000"/>
              <a:gd name="connsiteY208" fmla="*/ 2181063 h 2237474"/>
              <a:gd name="connsiteX209" fmla="*/ 536057 w 12192000"/>
              <a:gd name="connsiteY209" fmla="*/ 2181537 h 2237474"/>
              <a:gd name="connsiteX210" fmla="*/ 520671 w 12192000"/>
              <a:gd name="connsiteY210" fmla="*/ 2180980 h 2237474"/>
              <a:gd name="connsiteX211" fmla="*/ 515024 w 12192000"/>
              <a:gd name="connsiteY211" fmla="*/ 2179258 h 2237474"/>
              <a:gd name="connsiteX212" fmla="*/ 512278 w 12192000"/>
              <a:gd name="connsiteY212" fmla="*/ 2176369 h 2237474"/>
              <a:gd name="connsiteX213" fmla="*/ 480419 w 12192000"/>
              <a:gd name="connsiteY213" fmla="*/ 2167807 h 2237474"/>
              <a:gd name="connsiteX214" fmla="*/ 413835 w 12192000"/>
              <a:gd name="connsiteY214" fmla="*/ 2156783 h 2237474"/>
              <a:gd name="connsiteX215" fmla="*/ 376513 w 12192000"/>
              <a:gd name="connsiteY215" fmla="*/ 2154014 h 2237474"/>
              <a:gd name="connsiteX216" fmla="*/ 273386 w 12192000"/>
              <a:gd name="connsiteY216" fmla="*/ 2142551 h 2237474"/>
              <a:gd name="connsiteX217" fmla="*/ 169207 w 12192000"/>
              <a:gd name="connsiteY217" fmla="*/ 2128100 h 2237474"/>
              <a:gd name="connsiteX218" fmla="*/ 93149 w 12192000"/>
              <a:gd name="connsiteY218" fmla="*/ 2105324 h 2237474"/>
              <a:gd name="connsiteX219" fmla="*/ 88109 w 12192000"/>
              <a:gd name="connsiteY219" fmla="*/ 2106704 h 2237474"/>
              <a:gd name="connsiteX220" fmla="*/ 80022 w 12192000"/>
              <a:gd name="connsiteY220" fmla="*/ 2107254 h 2237474"/>
              <a:gd name="connsiteX221" fmla="*/ 79717 w 12192000"/>
              <a:gd name="connsiteY221" fmla="*/ 2107046 h 2237474"/>
              <a:gd name="connsiteX222" fmla="*/ 72352 w 12192000"/>
              <a:gd name="connsiteY222" fmla="*/ 2107991 h 2237474"/>
              <a:gd name="connsiteX223" fmla="*/ 37645 w 12192000"/>
              <a:gd name="connsiteY223" fmla="*/ 2115401 h 2237474"/>
              <a:gd name="connsiteX224" fmla="*/ 4572 w 12192000"/>
              <a:gd name="connsiteY224" fmla="*/ 2111091 h 2237474"/>
              <a:gd name="connsiteX225" fmla="*/ 0 w 12192000"/>
              <a:gd name="connsiteY225" fmla="*/ 2110468 h 2237474"/>
              <a:gd name="connsiteX226" fmla="*/ 0 w 12192000"/>
              <a:gd name="connsiteY226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02328 w 12192000"/>
              <a:gd name="connsiteY66" fmla="*/ 1345865 h 2237474"/>
              <a:gd name="connsiteX67" fmla="*/ 7898322 w 12192000"/>
              <a:gd name="connsiteY67" fmla="*/ 1345689 h 2237474"/>
              <a:gd name="connsiteX68" fmla="*/ 7875879 w 12192000"/>
              <a:gd name="connsiteY68" fmla="*/ 1345646 h 2237474"/>
              <a:gd name="connsiteX69" fmla="*/ 7840612 w 12192000"/>
              <a:gd name="connsiteY69" fmla="*/ 1369373 h 2237474"/>
              <a:gd name="connsiteX70" fmla="*/ 7786819 w 12192000"/>
              <a:gd name="connsiteY70" fmla="*/ 1378970 h 2237474"/>
              <a:gd name="connsiteX71" fmla="*/ 7548172 w 12192000"/>
              <a:gd name="connsiteY71" fmla="*/ 1417460 h 2237474"/>
              <a:gd name="connsiteX72" fmla="*/ 7483437 w 12192000"/>
              <a:gd name="connsiteY72" fmla="*/ 1478152 h 2237474"/>
              <a:gd name="connsiteX73" fmla="*/ 7377870 w 12192000"/>
              <a:gd name="connsiteY73" fmla="*/ 1523319 h 2237474"/>
              <a:gd name="connsiteX74" fmla="*/ 7230737 w 12192000"/>
              <a:gd name="connsiteY74" fmla="*/ 1562633 h 2237474"/>
              <a:gd name="connsiteX75" fmla="*/ 7224458 w 12192000"/>
              <a:gd name="connsiteY75" fmla="*/ 1573008 h 2237474"/>
              <a:gd name="connsiteX76" fmla="*/ 7213486 w 12192000"/>
              <a:gd name="connsiteY76" fmla="*/ 1580987 h 2237474"/>
              <a:gd name="connsiteX77" fmla="*/ 7210972 w 12192000"/>
              <a:gd name="connsiteY77" fmla="*/ 1580856 h 2237474"/>
              <a:gd name="connsiteX78" fmla="*/ 7183121 w 12192000"/>
              <a:gd name="connsiteY78" fmla="*/ 1595162 h 2237474"/>
              <a:gd name="connsiteX79" fmla="*/ 7164601 w 12192000"/>
              <a:gd name="connsiteY79" fmla="*/ 1606490 h 2237474"/>
              <a:gd name="connsiteX80" fmla="*/ 7114651 w 12192000"/>
              <a:gd name="connsiteY80" fmla="*/ 1620959 h 2237474"/>
              <a:gd name="connsiteX81" fmla="*/ 7092727 w 12192000"/>
              <a:gd name="connsiteY81" fmla="*/ 1623628 h 2237474"/>
              <a:gd name="connsiteX82" fmla="*/ 7031309 w 12192000"/>
              <a:gd name="connsiteY82" fmla="*/ 1619451 h 2237474"/>
              <a:gd name="connsiteX83" fmla="*/ 6999084 w 12192000"/>
              <a:gd name="connsiteY83" fmla="*/ 1634317 h 2237474"/>
              <a:gd name="connsiteX84" fmla="*/ 6992107 w 12192000"/>
              <a:gd name="connsiteY84" fmla="*/ 1636860 h 2237474"/>
              <a:gd name="connsiteX85" fmla="*/ 6991765 w 12192000"/>
              <a:gd name="connsiteY85" fmla="*/ 1636725 h 2237474"/>
              <a:gd name="connsiteX86" fmla="*/ 6900177 w 12192000"/>
              <a:gd name="connsiteY86" fmla="*/ 1636016 h 2237474"/>
              <a:gd name="connsiteX87" fmla="*/ 6795372 w 12192000"/>
              <a:gd name="connsiteY87" fmla="*/ 1644845 h 2237474"/>
              <a:gd name="connsiteX88" fmla="*/ 6692251 w 12192000"/>
              <a:gd name="connsiteY88" fmla="*/ 1656357 h 2237474"/>
              <a:gd name="connsiteX89" fmla="*/ 6655235 w 12192000"/>
              <a:gd name="connsiteY89" fmla="*/ 1661869 h 2237474"/>
              <a:gd name="connsiteX90" fmla="*/ 6587857 w 12192000"/>
              <a:gd name="connsiteY90" fmla="*/ 1665769 h 2237474"/>
              <a:gd name="connsiteX91" fmla="*/ 6554894 w 12192000"/>
              <a:gd name="connsiteY91" fmla="*/ 1664428 h 2237474"/>
              <a:gd name="connsiteX92" fmla="*/ 6516595 w 12192000"/>
              <a:gd name="connsiteY92" fmla="*/ 1667475 h 2237474"/>
              <a:gd name="connsiteX93" fmla="*/ 6508541 w 12192000"/>
              <a:gd name="connsiteY93" fmla="*/ 1668757 h 2237474"/>
              <a:gd name="connsiteX94" fmla="*/ 6471012 w 12192000"/>
              <a:gd name="connsiteY94" fmla="*/ 1678604 h 2237474"/>
              <a:gd name="connsiteX95" fmla="*/ 6415265 w 12192000"/>
              <a:gd name="connsiteY95" fmla="*/ 1665317 h 2237474"/>
              <a:gd name="connsiteX96" fmla="*/ 6364035 w 12192000"/>
              <a:gd name="connsiteY96" fmla="*/ 1667683 h 2237474"/>
              <a:gd name="connsiteX97" fmla="*/ 6280959 w 12192000"/>
              <a:gd name="connsiteY97" fmla="*/ 1689329 h 2237474"/>
              <a:gd name="connsiteX98" fmla="*/ 6243319 w 12192000"/>
              <a:gd name="connsiteY98" fmla="*/ 1695560 h 2237474"/>
              <a:gd name="connsiteX99" fmla="*/ 6098321 w 12192000"/>
              <a:gd name="connsiteY99" fmla="*/ 1721646 h 2237474"/>
              <a:gd name="connsiteX100" fmla="*/ 5880652 w 12192000"/>
              <a:gd name="connsiteY100" fmla="*/ 1779643 h 2237474"/>
              <a:gd name="connsiteX101" fmla="*/ 5785959 w 12192000"/>
              <a:gd name="connsiteY101" fmla="*/ 1775307 h 2237474"/>
              <a:gd name="connsiteX102" fmla="*/ 5643534 w 12192000"/>
              <a:gd name="connsiteY102" fmla="*/ 1802919 h 2237474"/>
              <a:gd name="connsiteX103" fmla="*/ 5518799 w 12192000"/>
              <a:gd name="connsiteY103" fmla="*/ 1818312 h 2237474"/>
              <a:gd name="connsiteX104" fmla="*/ 5505014 w 12192000"/>
              <a:gd name="connsiteY104" fmla="*/ 1819259 h 2237474"/>
              <a:gd name="connsiteX105" fmla="*/ 5453307 w 12192000"/>
              <a:gd name="connsiteY105" fmla="*/ 1815450 h 2237474"/>
              <a:gd name="connsiteX106" fmla="*/ 5364192 w 12192000"/>
              <a:gd name="connsiteY106" fmla="*/ 1826074 h 2237474"/>
              <a:gd name="connsiteX107" fmla="*/ 5350380 w 12192000"/>
              <a:gd name="connsiteY107" fmla="*/ 1830891 h 2237474"/>
              <a:gd name="connsiteX108" fmla="*/ 5259633 w 12192000"/>
              <a:gd name="connsiteY108" fmla="*/ 1837160 h 2237474"/>
              <a:gd name="connsiteX109" fmla="*/ 5197513 w 12192000"/>
              <a:gd name="connsiteY109" fmla="*/ 1844718 h 2237474"/>
              <a:gd name="connsiteX110" fmla="*/ 5184170 w 12192000"/>
              <a:gd name="connsiteY110" fmla="*/ 1849402 h 2237474"/>
              <a:gd name="connsiteX111" fmla="*/ 5168852 w 12192000"/>
              <a:gd name="connsiteY111" fmla="*/ 1844846 h 2237474"/>
              <a:gd name="connsiteX112" fmla="*/ 5164370 w 12192000"/>
              <a:gd name="connsiteY112" fmla="*/ 1840597 h 2237474"/>
              <a:gd name="connsiteX113" fmla="*/ 5114927 w 12192000"/>
              <a:gd name="connsiteY113" fmla="*/ 1847827 h 2237474"/>
              <a:gd name="connsiteX114" fmla="*/ 5108970 w 12192000"/>
              <a:gd name="connsiteY114" fmla="*/ 1847935 h 2237474"/>
              <a:gd name="connsiteX115" fmla="*/ 5067961 w 12192000"/>
              <a:gd name="connsiteY115" fmla="*/ 1845917 h 2237474"/>
              <a:gd name="connsiteX116" fmla="*/ 5007075 w 12192000"/>
              <a:gd name="connsiteY116" fmla="*/ 1838626 h 2237474"/>
              <a:gd name="connsiteX117" fmla="*/ 4944087 w 12192000"/>
              <a:gd name="connsiteY117" fmla="*/ 1823332 h 2237474"/>
              <a:gd name="connsiteX118" fmla="*/ 4907662 w 12192000"/>
              <a:gd name="connsiteY118" fmla="*/ 1816900 h 2237474"/>
              <a:gd name="connsiteX119" fmla="*/ 4882386 w 12192000"/>
              <a:gd name="connsiteY119" fmla="*/ 1809844 h 2237474"/>
              <a:gd name="connsiteX120" fmla="*/ 4811440 w 12192000"/>
              <a:gd name="connsiteY120" fmla="*/ 1804655 h 2237474"/>
              <a:gd name="connsiteX121" fmla="*/ 4691075 w 12192000"/>
              <a:gd name="connsiteY121" fmla="*/ 1801389 h 2237474"/>
              <a:gd name="connsiteX122" fmla="*/ 4611738 w 12192000"/>
              <a:gd name="connsiteY122" fmla="*/ 1776964 h 2237474"/>
              <a:gd name="connsiteX123" fmla="*/ 4560070 w 12192000"/>
              <a:gd name="connsiteY123" fmla="*/ 1785640 h 2237474"/>
              <a:gd name="connsiteX124" fmla="*/ 4536503 w 12192000"/>
              <a:gd name="connsiteY124" fmla="*/ 1785334 h 2237474"/>
              <a:gd name="connsiteX125" fmla="*/ 4513724 w 12192000"/>
              <a:gd name="connsiteY125" fmla="*/ 1791996 h 2237474"/>
              <a:gd name="connsiteX126" fmla="*/ 4459810 w 12192000"/>
              <a:gd name="connsiteY126" fmla="*/ 1797886 h 2237474"/>
              <a:gd name="connsiteX127" fmla="*/ 4379064 w 12192000"/>
              <a:gd name="connsiteY127" fmla="*/ 1817177 h 2237474"/>
              <a:gd name="connsiteX128" fmla="*/ 4319209 w 12192000"/>
              <a:gd name="connsiteY128" fmla="*/ 1834833 h 2237474"/>
              <a:gd name="connsiteX129" fmla="*/ 4290981 w 12192000"/>
              <a:gd name="connsiteY129" fmla="*/ 1839677 h 2237474"/>
              <a:gd name="connsiteX130" fmla="*/ 4285792 w 12192000"/>
              <a:gd name="connsiteY130" fmla="*/ 1836231 h 2237474"/>
              <a:gd name="connsiteX131" fmla="*/ 4238372 w 12192000"/>
              <a:gd name="connsiteY131" fmla="*/ 1851480 h 2237474"/>
              <a:gd name="connsiteX132" fmla="*/ 4232517 w 12192000"/>
              <a:gd name="connsiteY132" fmla="*/ 1852567 h 2237474"/>
              <a:gd name="connsiteX133" fmla="*/ 4191732 w 12192000"/>
              <a:gd name="connsiteY133" fmla="*/ 1857328 h 2237474"/>
              <a:gd name="connsiteX134" fmla="*/ 4065532 w 12192000"/>
              <a:gd name="connsiteY134" fmla="*/ 1855477 h 2237474"/>
              <a:gd name="connsiteX135" fmla="*/ 4028460 w 12192000"/>
              <a:gd name="connsiteY135" fmla="*/ 1855137 h 2237474"/>
              <a:gd name="connsiteX136" fmla="*/ 4002267 w 12192000"/>
              <a:gd name="connsiteY136" fmla="*/ 1852352 h 2237474"/>
              <a:gd name="connsiteX137" fmla="*/ 3931396 w 12192000"/>
              <a:gd name="connsiteY137" fmla="*/ 1858915 h 2237474"/>
              <a:gd name="connsiteX138" fmla="*/ 3812162 w 12192000"/>
              <a:gd name="connsiteY138" fmla="*/ 1875501 h 2237474"/>
              <a:gd name="connsiteX139" fmla="*/ 3729530 w 12192000"/>
              <a:gd name="connsiteY139" fmla="*/ 1864513 h 2237474"/>
              <a:gd name="connsiteX140" fmla="*/ 3680177 w 12192000"/>
              <a:gd name="connsiteY140" fmla="*/ 1881552 h 2237474"/>
              <a:gd name="connsiteX141" fmla="*/ 3567259 w 12192000"/>
              <a:gd name="connsiteY141" fmla="*/ 1893482 h 2237474"/>
              <a:gd name="connsiteX142" fmla="*/ 3405770 w 12192000"/>
              <a:gd name="connsiteY142" fmla="*/ 1904591 h 2237474"/>
              <a:gd name="connsiteX143" fmla="*/ 3280097 w 12192000"/>
              <a:gd name="connsiteY143" fmla="*/ 1919610 h 2237474"/>
              <a:gd name="connsiteX144" fmla="*/ 3123424 w 12192000"/>
              <a:gd name="connsiteY144" fmla="*/ 1952930 h 2237474"/>
              <a:gd name="connsiteX145" fmla="*/ 3009910 w 12192000"/>
              <a:gd name="connsiteY145" fmla="*/ 1957866 h 2237474"/>
              <a:gd name="connsiteX146" fmla="*/ 2995934 w 12192000"/>
              <a:gd name="connsiteY146" fmla="*/ 1967085 h 2237474"/>
              <a:gd name="connsiteX147" fmla="*/ 2980071 w 12192000"/>
              <a:gd name="connsiteY147" fmla="*/ 1972988 h 2237474"/>
              <a:gd name="connsiteX148" fmla="*/ 2978094 w 12192000"/>
              <a:gd name="connsiteY148" fmla="*/ 1972369 h 2237474"/>
              <a:gd name="connsiteX149" fmla="*/ 2942858 w 12192000"/>
              <a:gd name="connsiteY149" fmla="*/ 1981367 h 2237474"/>
              <a:gd name="connsiteX150" fmla="*/ 2875436 w 12192000"/>
              <a:gd name="connsiteY150" fmla="*/ 1996977 h 2237474"/>
              <a:gd name="connsiteX151" fmla="*/ 2874892 w 12192000"/>
              <a:gd name="connsiteY151" fmla="*/ 1996085 h 2237474"/>
              <a:gd name="connsiteX152" fmla="*/ 2864145 w 12192000"/>
              <a:gd name="connsiteY152" fmla="*/ 1994061 h 2237474"/>
              <a:gd name="connsiteX153" fmla="*/ 2843662 w 12192000"/>
              <a:gd name="connsiteY153" fmla="*/ 1992498 h 2237474"/>
              <a:gd name="connsiteX154" fmla="*/ 2796128 w 12192000"/>
              <a:gd name="connsiteY154" fmla="*/ 1976403 h 2237474"/>
              <a:gd name="connsiteX155" fmla="*/ 2756784 w 12192000"/>
              <a:gd name="connsiteY155" fmla="*/ 1985116 h 2237474"/>
              <a:gd name="connsiteX156" fmla="*/ 2748833 w 12192000"/>
              <a:gd name="connsiteY156" fmla="*/ 1986323 h 2237474"/>
              <a:gd name="connsiteX157" fmla="*/ 2748661 w 12192000"/>
              <a:gd name="connsiteY157" fmla="*/ 1986122 h 2237474"/>
              <a:gd name="connsiteX158" fmla="*/ 2740251 w 12192000"/>
              <a:gd name="connsiteY158" fmla="*/ 1986946 h 2237474"/>
              <a:gd name="connsiteX159" fmla="*/ 2718916 w 12192000"/>
              <a:gd name="connsiteY159" fmla="*/ 1990867 h 2237474"/>
              <a:gd name="connsiteX160" fmla="*/ 2713522 w 12192000"/>
              <a:gd name="connsiteY160" fmla="*/ 1990173 h 2237474"/>
              <a:gd name="connsiteX161" fmla="*/ 2680597 w 12192000"/>
              <a:gd name="connsiteY161" fmla="*/ 1984996 h 2237474"/>
              <a:gd name="connsiteX162" fmla="*/ 2578178 w 12192000"/>
              <a:gd name="connsiteY162" fmla="*/ 1990531 h 2237474"/>
              <a:gd name="connsiteX163" fmla="*/ 2476147 w 12192000"/>
              <a:gd name="connsiteY163" fmla="*/ 1998305 h 2237474"/>
              <a:gd name="connsiteX164" fmla="*/ 2373568 w 12192000"/>
              <a:gd name="connsiteY164" fmla="*/ 2003219 h 2237474"/>
              <a:gd name="connsiteX165" fmla="*/ 2321399 w 12192000"/>
              <a:gd name="connsiteY165" fmla="*/ 1989467 h 2237474"/>
              <a:gd name="connsiteX166" fmla="*/ 2315525 w 12192000"/>
              <a:gd name="connsiteY166" fmla="*/ 1989708 h 2237474"/>
              <a:gd name="connsiteX167" fmla="*/ 2300792 w 12192000"/>
              <a:gd name="connsiteY167" fmla="*/ 1994290 h 2237474"/>
              <a:gd name="connsiteX168" fmla="*/ 2295469 w 12192000"/>
              <a:gd name="connsiteY168" fmla="*/ 1996659 h 2237474"/>
              <a:gd name="connsiteX169" fmla="*/ 2287219 w 12192000"/>
              <a:gd name="connsiteY169" fmla="*/ 1998750 h 2237474"/>
              <a:gd name="connsiteX170" fmla="*/ 2286948 w 12192000"/>
              <a:gd name="connsiteY170" fmla="*/ 1998596 h 2237474"/>
              <a:gd name="connsiteX171" fmla="*/ 2243069 w 12192000"/>
              <a:gd name="connsiteY171" fmla="*/ 2015111 h 2237474"/>
              <a:gd name="connsiteX172" fmla="*/ 2186609 w 12192000"/>
              <a:gd name="connsiteY172" fmla="*/ 2008263 h 2237474"/>
              <a:gd name="connsiteX173" fmla="*/ 2164831 w 12192000"/>
              <a:gd name="connsiteY173" fmla="*/ 2010143 h 2237474"/>
              <a:gd name="connsiteX174" fmla="*/ 2152836 w 12192000"/>
              <a:gd name="connsiteY174" fmla="*/ 2010048 h 2237474"/>
              <a:gd name="connsiteX175" fmla="*/ 2117102 w 12192000"/>
              <a:gd name="connsiteY175" fmla="*/ 2023004 h 2237474"/>
              <a:gd name="connsiteX176" fmla="*/ 2111935 w 12192000"/>
              <a:gd name="connsiteY176" fmla="*/ 2023163 h 2237474"/>
              <a:gd name="connsiteX177" fmla="*/ 2089991 w 12192000"/>
              <a:gd name="connsiteY177" fmla="*/ 2034193 h 2237474"/>
              <a:gd name="connsiteX178" fmla="*/ 2058061 w 12192000"/>
              <a:gd name="connsiteY178" fmla="*/ 2047942 h 2237474"/>
              <a:gd name="connsiteX179" fmla="*/ 2055737 w 12192000"/>
              <a:gd name="connsiteY179" fmla="*/ 2047704 h 2237474"/>
              <a:gd name="connsiteX180" fmla="*/ 2042244 w 12192000"/>
              <a:gd name="connsiteY180" fmla="*/ 2055560 h 2237474"/>
              <a:gd name="connsiteX181" fmla="*/ 1976224 w 12192000"/>
              <a:gd name="connsiteY181" fmla="*/ 2074257 h 2237474"/>
              <a:gd name="connsiteX182" fmla="*/ 1877728 w 12192000"/>
              <a:gd name="connsiteY182" fmla="*/ 2101004 h 2237474"/>
              <a:gd name="connsiteX183" fmla="*/ 1759056 w 12192000"/>
              <a:gd name="connsiteY183" fmla="*/ 2125608 h 2237474"/>
              <a:gd name="connsiteX184" fmla="*/ 1637948 w 12192000"/>
              <a:gd name="connsiteY184" fmla="*/ 2172597 h 2237474"/>
              <a:gd name="connsiteX185" fmla="*/ 1434549 w 12192000"/>
              <a:gd name="connsiteY185" fmla="*/ 2234522 h 2237474"/>
              <a:gd name="connsiteX186" fmla="*/ 1398481 w 12192000"/>
              <a:gd name="connsiteY186" fmla="*/ 2237074 h 2237474"/>
              <a:gd name="connsiteX187" fmla="*/ 1398407 w 12192000"/>
              <a:gd name="connsiteY187" fmla="*/ 2237095 h 2237474"/>
              <a:gd name="connsiteX188" fmla="*/ 1370962 w 12192000"/>
              <a:gd name="connsiteY188" fmla="*/ 2237474 h 2237474"/>
              <a:gd name="connsiteX189" fmla="*/ 1356367 w 12192000"/>
              <a:gd name="connsiteY189" fmla="*/ 2235089 h 2237474"/>
              <a:gd name="connsiteX190" fmla="*/ 1324828 w 12192000"/>
              <a:gd name="connsiteY190" fmla="*/ 2231968 h 2237474"/>
              <a:gd name="connsiteX191" fmla="*/ 1297744 w 12192000"/>
              <a:gd name="connsiteY191" fmla="*/ 2235849 h 2237474"/>
              <a:gd name="connsiteX192" fmla="*/ 1286236 w 12192000"/>
              <a:gd name="connsiteY192" fmla="*/ 2233135 h 2237474"/>
              <a:gd name="connsiteX193" fmla="*/ 1283504 w 12192000"/>
              <a:gd name="connsiteY193" fmla="*/ 2233797 h 2237474"/>
              <a:gd name="connsiteX194" fmla="*/ 1279765 w 12192000"/>
              <a:gd name="connsiteY194" fmla="*/ 2229639 h 2237474"/>
              <a:gd name="connsiteX195" fmla="*/ 1195347 w 12192000"/>
              <a:gd name="connsiteY195" fmla="*/ 2212354 h 2237474"/>
              <a:gd name="connsiteX196" fmla="*/ 970251 w 12192000"/>
              <a:gd name="connsiteY196" fmla="*/ 2221029 h 2237474"/>
              <a:gd name="connsiteX197" fmla="*/ 812914 w 12192000"/>
              <a:gd name="connsiteY197" fmla="*/ 2202752 h 2237474"/>
              <a:gd name="connsiteX198" fmla="*/ 800195 w 12192000"/>
              <a:gd name="connsiteY198" fmla="*/ 2209407 h 2237474"/>
              <a:gd name="connsiteX199" fmla="*/ 784978 w 12192000"/>
              <a:gd name="connsiteY199" fmla="*/ 2212360 h 2237474"/>
              <a:gd name="connsiteX200" fmla="*/ 681987 w 12192000"/>
              <a:gd name="connsiteY200" fmla="*/ 2216757 h 2237474"/>
              <a:gd name="connsiteX201" fmla="*/ 669923 w 12192000"/>
              <a:gd name="connsiteY201" fmla="*/ 2211682 h 2237474"/>
              <a:gd name="connsiteX202" fmla="*/ 648680 w 12192000"/>
              <a:gd name="connsiteY202" fmla="*/ 2206229 h 2237474"/>
              <a:gd name="connsiteX203" fmla="*/ 597225 w 12192000"/>
              <a:gd name="connsiteY203" fmla="*/ 2180999 h 2237474"/>
              <a:gd name="connsiteX204" fmla="*/ 558449 w 12192000"/>
              <a:gd name="connsiteY204" fmla="*/ 2182346 h 2237474"/>
              <a:gd name="connsiteX205" fmla="*/ 550517 w 12192000"/>
              <a:gd name="connsiteY205" fmla="*/ 2182060 h 2237474"/>
              <a:gd name="connsiteX206" fmla="*/ 550309 w 12192000"/>
              <a:gd name="connsiteY206" fmla="*/ 2181825 h 2237474"/>
              <a:gd name="connsiteX207" fmla="*/ 541836 w 12192000"/>
              <a:gd name="connsiteY207" fmla="*/ 2181063 h 2237474"/>
              <a:gd name="connsiteX208" fmla="*/ 536057 w 12192000"/>
              <a:gd name="connsiteY208" fmla="*/ 2181537 h 2237474"/>
              <a:gd name="connsiteX209" fmla="*/ 520671 w 12192000"/>
              <a:gd name="connsiteY209" fmla="*/ 2180980 h 2237474"/>
              <a:gd name="connsiteX210" fmla="*/ 515024 w 12192000"/>
              <a:gd name="connsiteY210" fmla="*/ 2179258 h 2237474"/>
              <a:gd name="connsiteX211" fmla="*/ 512278 w 12192000"/>
              <a:gd name="connsiteY211" fmla="*/ 2176369 h 2237474"/>
              <a:gd name="connsiteX212" fmla="*/ 480419 w 12192000"/>
              <a:gd name="connsiteY212" fmla="*/ 2167807 h 2237474"/>
              <a:gd name="connsiteX213" fmla="*/ 413835 w 12192000"/>
              <a:gd name="connsiteY213" fmla="*/ 2156783 h 2237474"/>
              <a:gd name="connsiteX214" fmla="*/ 376513 w 12192000"/>
              <a:gd name="connsiteY214" fmla="*/ 2154014 h 2237474"/>
              <a:gd name="connsiteX215" fmla="*/ 273386 w 12192000"/>
              <a:gd name="connsiteY215" fmla="*/ 2142551 h 2237474"/>
              <a:gd name="connsiteX216" fmla="*/ 169207 w 12192000"/>
              <a:gd name="connsiteY216" fmla="*/ 2128100 h 2237474"/>
              <a:gd name="connsiteX217" fmla="*/ 93149 w 12192000"/>
              <a:gd name="connsiteY217" fmla="*/ 2105324 h 2237474"/>
              <a:gd name="connsiteX218" fmla="*/ 88109 w 12192000"/>
              <a:gd name="connsiteY218" fmla="*/ 2106704 h 2237474"/>
              <a:gd name="connsiteX219" fmla="*/ 80022 w 12192000"/>
              <a:gd name="connsiteY219" fmla="*/ 2107254 h 2237474"/>
              <a:gd name="connsiteX220" fmla="*/ 79717 w 12192000"/>
              <a:gd name="connsiteY220" fmla="*/ 2107046 h 2237474"/>
              <a:gd name="connsiteX221" fmla="*/ 72352 w 12192000"/>
              <a:gd name="connsiteY221" fmla="*/ 2107991 h 2237474"/>
              <a:gd name="connsiteX222" fmla="*/ 37645 w 12192000"/>
              <a:gd name="connsiteY222" fmla="*/ 2115401 h 2237474"/>
              <a:gd name="connsiteX223" fmla="*/ 4572 w 12192000"/>
              <a:gd name="connsiteY223" fmla="*/ 2111091 h 2237474"/>
              <a:gd name="connsiteX224" fmla="*/ 0 w 12192000"/>
              <a:gd name="connsiteY224" fmla="*/ 2110468 h 2237474"/>
              <a:gd name="connsiteX225" fmla="*/ 0 w 12192000"/>
              <a:gd name="connsiteY22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02328 w 12192000"/>
              <a:gd name="connsiteY66" fmla="*/ 1345865 h 2237474"/>
              <a:gd name="connsiteX67" fmla="*/ 7898322 w 12192000"/>
              <a:gd name="connsiteY67" fmla="*/ 1345689 h 2237474"/>
              <a:gd name="connsiteX68" fmla="*/ 7875879 w 12192000"/>
              <a:gd name="connsiteY68" fmla="*/ 1345646 h 2237474"/>
              <a:gd name="connsiteX69" fmla="*/ 7840612 w 12192000"/>
              <a:gd name="connsiteY69" fmla="*/ 1369373 h 2237474"/>
              <a:gd name="connsiteX70" fmla="*/ 7786819 w 12192000"/>
              <a:gd name="connsiteY70" fmla="*/ 1378970 h 2237474"/>
              <a:gd name="connsiteX71" fmla="*/ 7548172 w 12192000"/>
              <a:gd name="connsiteY71" fmla="*/ 1417460 h 2237474"/>
              <a:gd name="connsiteX72" fmla="*/ 7483437 w 12192000"/>
              <a:gd name="connsiteY72" fmla="*/ 1478152 h 2237474"/>
              <a:gd name="connsiteX73" fmla="*/ 7377870 w 12192000"/>
              <a:gd name="connsiteY73" fmla="*/ 1523319 h 2237474"/>
              <a:gd name="connsiteX74" fmla="*/ 7230737 w 12192000"/>
              <a:gd name="connsiteY74" fmla="*/ 1562633 h 2237474"/>
              <a:gd name="connsiteX75" fmla="*/ 7224458 w 12192000"/>
              <a:gd name="connsiteY75" fmla="*/ 1573008 h 2237474"/>
              <a:gd name="connsiteX76" fmla="*/ 7213486 w 12192000"/>
              <a:gd name="connsiteY76" fmla="*/ 1580987 h 2237474"/>
              <a:gd name="connsiteX77" fmla="*/ 7183121 w 12192000"/>
              <a:gd name="connsiteY77" fmla="*/ 1595162 h 2237474"/>
              <a:gd name="connsiteX78" fmla="*/ 7164601 w 12192000"/>
              <a:gd name="connsiteY78" fmla="*/ 1606490 h 2237474"/>
              <a:gd name="connsiteX79" fmla="*/ 7114651 w 12192000"/>
              <a:gd name="connsiteY79" fmla="*/ 1620959 h 2237474"/>
              <a:gd name="connsiteX80" fmla="*/ 7092727 w 12192000"/>
              <a:gd name="connsiteY80" fmla="*/ 1623628 h 2237474"/>
              <a:gd name="connsiteX81" fmla="*/ 7031309 w 12192000"/>
              <a:gd name="connsiteY81" fmla="*/ 1619451 h 2237474"/>
              <a:gd name="connsiteX82" fmla="*/ 6999084 w 12192000"/>
              <a:gd name="connsiteY82" fmla="*/ 1634317 h 2237474"/>
              <a:gd name="connsiteX83" fmla="*/ 6992107 w 12192000"/>
              <a:gd name="connsiteY83" fmla="*/ 1636860 h 2237474"/>
              <a:gd name="connsiteX84" fmla="*/ 6991765 w 12192000"/>
              <a:gd name="connsiteY84" fmla="*/ 1636725 h 2237474"/>
              <a:gd name="connsiteX85" fmla="*/ 6900177 w 12192000"/>
              <a:gd name="connsiteY85" fmla="*/ 1636016 h 2237474"/>
              <a:gd name="connsiteX86" fmla="*/ 6795372 w 12192000"/>
              <a:gd name="connsiteY86" fmla="*/ 1644845 h 2237474"/>
              <a:gd name="connsiteX87" fmla="*/ 6692251 w 12192000"/>
              <a:gd name="connsiteY87" fmla="*/ 1656357 h 2237474"/>
              <a:gd name="connsiteX88" fmla="*/ 6655235 w 12192000"/>
              <a:gd name="connsiteY88" fmla="*/ 1661869 h 2237474"/>
              <a:gd name="connsiteX89" fmla="*/ 6587857 w 12192000"/>
              <a:gd name="connsiteY89" fmla="*/ 1665769 h 2237474"/>
              <a:gd name="connsiteX90" fmla="*/ 6554894 w 12192000"/>
              <a:gd name="connsiteY90" fmla="*/ 1664428 h 2237474"/>
              <a:gd name="connsiteX91" fmla="*/ 6516595 w 12192000"/>
              <a:gd name="connsiteY91" fmla="*/ 1667475 h 2237474"/>
              <a:gd name="connsiteX92" fmla="*/ 6508541 w 12192000"/>
              <a:gd name="connsiteY92" fmla="*/ 1668757 h 2237474"/>
              <a:gd name="connsiteX93" fmla="*/ 6471012 w 12192000"/>
              <a:gd name="connsiteY93" fmla="*/ 1678604 h 2237474"/>
              <a:gd name="connsiteX94" fmla="*/ 6415265 w 12192000"/>
              <a:gd name="connsiteY94" fmla="*/ 1665317 h 2237474"/>
              <a:gd name="connsiteX95" fmla="*/ 6364035 w 12192000"/>
              <a:gd name="connsiteY95" fmla="*/ 1667683 h 2237474"/>
              <a:gd name="connsiteX96" fmla="*/ 6280959 w 12192000"/>
              <a:gd name="connsiteY96" fmla="*/ 1689329 h 2237474"/>
              <a:gd name="connsiteX97" fmla="*/ 6243319 w 12192000"/>
              <a:gd name="connsiteY97" fmla="*/ 1695560 h 2237474"/>
              <a:gd name="connsiteX98" fmla="*/ 6098321 w 12192000"/>
              <a:gd name="connsiteY98" fmla="*/ 1721646 h 2237474"/>
              <a:gd name="connsiteX99" fmla="*/ 5880652 w 12192000"/>
              <a:gd name="connsiteY99" fmla="*/ 1779643 h 2237474"/>
              <a:gd name="connsiteX100" fmla="*/ 5785959 w 12192000"/>
              <a:gd name="connsiteY100" fmla="*/ 1775307 h 2237474"/>
              <a:gd name="connsiteX101" fmla="*/ 5643534 w 12192000"/>
              <a:gd name="connsiteY101" fmla="*/ 1802919 h 2237474"/>
              <a:gd name="connsiteX102" fmla="*/ 5518799 w 12192000"/>
              <a:gd name="connsiteY102" fmla="*/ 1818312 h 2237474"/>
              <a:gd name="connsiteX103" fmla="*/ 5505014 w 12192000"/>
              <a:gd name="connsiteY103" fmla="*/ 1819259 h 2237474"/>
              <a:gd name="connsiteX104" fmla="*/ 5453307 w 12192000"/>
              <a:gd name="connsiteY104" fmla="*/ 1815450 h 2237474"/>
              <a:gd name="connsiteX105" fmla="*/ 5364192 w 12192000"/>
              <a:gd name="connsiteY105" fmla="*/ 1826074 h 2237474"/>
              <a:gd name="connsiteX106" fmla="*/ 5350380 w 12192000"/>
              <a:gd name="connsiteY106" fmla="*/ 1830891 h 2237474"/>
              <a:gd name="connsiteX107" fmla="*/ 5259633 w 12192000"/>
              <a:gd name="connsiteY107" fmla="*/ 1837160 h 2237474"/>
              <a:gd name="connsiteX108" fmla="*/ 5197513 w 12192000"/>
              <a:gd name="connsiteY108" fmla="*/ 1844718 h 2237474"/>
              <a:gd name="connsiteX109" fmla="*/ 5184170 w 12192000"/>
              <a:gd name="connsiteY109" fmla="*/ 1849402 h 2237474"/>
              <a:gd name="connsiteX110" fmla="*/ 5168852 w 12192000"/>
              <a:gd name="connsiteY110" fmla="*/ 1844846 h 2237474"/>
              <a:gd name="connsiteX111" fmla="*/ 5164370 w 12192000"/>
              <a:gd name="connsiteY111" fmla="*/ 1840597 h 2237474"/>
              <a:gd name="connsiteX112" fmla="*/ 5114927 w 12192000"/>
              <a:gd name="connsiteY112" fmla="*/ 1847827 h 2237474"/>
              <a:gd name="connsiteX113" fmla="*/ 5108970 w 12192000"/>
              <a:gd name="connsiteY113" fmla="*/ 1847935 h 2237474"/>
              <a:gd name="connsiteX114" fmla="*/ 5067961 w 12192000"/>
              <a:gd name="connsiteY114" fmla="*/ 1845917 h 2237474"/>
              <a:gd name="connsiteX115" fmla="*/ 5007075 w 12192000"/>
              <a:gd name="connsiteY115" fmla="*/ 1838626 h 2237474"/>
              <a:gd name="connsiteX116" fmla="*/ 4944087 w 12192000"/>
              <a:gd name="connsiteY116" fmla="*/ 1823332 h 2237474"/>
              <a:gd name="connsiteX117" fmla="*/ 4907662 w 12192000"/>
              <a:gd name="connsiteY117" fmla="*/ 1816900 h 2237474"/>
              <a:gd name="connsiteX118" fmla="*/ 4882386 w 12192000"/>
              <a:gd name="connsiteY118" fmla="*/ 1809844 h 2237474"/>
              <a:gd name="connsiteX119" fmla="*/ 4811440 w 12192000"/>
              <a:gd name="connsiteY119" fmla="*/ 1804655 h 2237474"/>
              <a:gd name="connsiteX120" fmla="*/ 4691075 w 12192000"/>
              <a:gd name="connsiteY120" fmla="*/ 1801389 h 2237474"/>
              <a:gd name="connsiteX121" fmla="*/ 4611738 w 12192000"/>
              <a:gd name="connsiteY121" fmla="*/ 1776964 h 2237474"/>
              <a:gd name="connsiteX122" fmla="*/ 4560070 w 12192000"/>
              <a:gd name="connsiteY122" fmla="*/ 1785640 h 2237474"/>
              <a:gd name="connsiteX123" fmla="*/ 4536503 w 12192000"/>
              <a:gd name="connsiteY123" fmla="*/ 1785334 h 2237474"/>
              <a:gd name="connsiteX124" fmla="*/ 4513724 w 12192000"/>
              <a:gd name="connsiteY124" fmla="*/ 1791996 h 2237474"/>
              <a:gd name="connsiteX125" fmla="*/ 4459810 w 12192000"/>
              <a:gd name="connsiteY125" fmla="*/ 1797886 h 2237474"/>
              <a:gd name="connsiteX126" fmla="*/ 4379064 w 12192000"/>
              <a:gd name="connsiteY126" fmla="*/ 1817177 h 2237474"/>
              <a:gd name="connsiteX127" fmla="*/ 4319209 w 12192000"/>
              <a:gd name="connsiteY127" fmla="*/ 1834833 h 2237474"/>
              <a:gd name="connsiteX128" fmla="*/ 4290981 w 12192000"/>
              <a:gd name="connsiteY128" fmla="*/ 1839677 h 2237474"/>
              <a:gd name="connsiteX129" fmla="*/ 4285792 w 12192000"/>
              <a:gd name="connsiteY129" fmla="*/ 1836231 h 2237474"/>
              <a:gd name="connsiteX130" fmla="*/ 4238372 w 12192000"/>
              <a:gd name="connsiteY130" fmla="*/ 1851480 h 2237474"/>
              <a:gd name="connsiteX131" fmla="*/ 4232517 w 12192000"/>
              <a:gd name="connsiteY131" fmla="*/ 1852567 h 2237474"/>
              <a:gd name="connsiteX132" fmla="*/ 4191732 w 12192000"/>
              <a:gd name="connsiteY132" fmla="*/ 1857328 h 2237474"/>
              <a:gd name="connsiteX133" fmla="*/ 4065532 w 12192000"/>
              <a:gd name="connsiteY133" fmla="*/ 1855477 h 2237474"/>
              <a:gd name="connsiteX134" fmla="*/ 4028460 w 12192000"/>
              <a:gd name="connsiteY134" fmla="*/ 1855137 h 2237474"/>
              <a:gd name="connsiteX135" fmla="*/ 4002267 w 12192000"/>
              <a:gd name="connsiteY135" fmla="*/ 1852352 h 2237474"/>
              <a:gd name="connsiteX136" fmla="*/ 3931396 w 12192000"/>
              <a:gd name="connsiteY136" fmla="*/ 1858915 h 2237474"/>
              <a:gd name="connsiteX137" fmla="*/ 3812162 w 12192000"/>
              <a:gd name="connsiteY137" fmla="*/ 1875501 h 2237474"/>
              <a:gd name="connsiteX138" fmla="*/ 3729530 w 12192000"/>
              <a:gd name="connsiteY138" fmla="*/ 1864513 h 2237474"/>
              <a:gd name="connsiteX139" fmla="*/ 3680177 w 12192000"/>
              <a:gd name="connsiteY139" fmla="*/ 1881552 h 2237474"/>
              <a:gd name="connsiteX140" fmla="*/ 3567259 w 12192000"/>
              <a:gd name="connsiteY140" fmla="*/ 1893482 h 2237474"/>
              <a:gd name="connsiteX141" fmla="*/ 3405770 w 12192000"/>
              <a:gd name="connsiteY141" fmla="*/ 1904591 h 2237474"/>
              <a:gd name="connsiteX142" fmla="*/ 3280097 w 12192000"/>
              <a:gd name="connsiteY142" fmla="*/ 1919610 h 2237474"/>
              <a:gd name="connsiteX143" fmla="*/ 3123424 w 12192000"/>
              <a:gd name="connsiteY143" fmla="*/ 1952930 h 2237474"/>
              <a:gd name="connsiteX144" fmla="*/ 3009910 w 12192000"/>
              <a:gd name="connsiteY144" fmla="*/ 1957866 h 2237474"/>
              <a:gd name="connsiteX145" fmla="*/ 2995934 w 12192000"/>
              <a:gd name="connsiteY145" fmla="*/ 1967085 h 2237474"/>
              <a:gd name="connsiteX146" fmla="*/ 2980071 w 12192000"/>
              <a:gd name="connsiteY146" fmla="*/ 1972988 h 2237474"/>
              <a:gd name="connsiteX147" fmla="*/ 2978094 w 12192000"/>
              <a:gd name="connsiteY147" fmla="*/ 1972369 h 2237474"/>
              <a:gd name="connsiteX148" fmla="*/ 2942858 w 12192000"/>
              <a:gd name="connsiteY148" fmla="*/ 1981367 h 2237474"/>
              <a:gd name="connsiteX149" fmla="*/ 2875436 w 12192000"/>
              <a:gd name="connsiteY149" fmla="*/ 1996977 h 2237474"/>
              <a:gd name="connsiteX150" fmla="*/ 2874892 w 12192000"/>
              <a:gd name="connsiteY150" fmla="*/ 1996085 h 2237474"/>
              <a:gd name="connsiteX151" fmla="*/ 2864145 w 12192000"/>
              <a:gd name="connsiteY151" fmla="*/ 1994061 h 2237474"/>
              <a:gd name="connsiteX152" fmla="*/ 2843662 w 12192000"/>
              <a:gd name="connsiteY152" fmla="*/ 1992498 h 2237474"/>
              <a:gd name="connsiteX153" fmla="*/ 2796128 w 12192000"/>
              <a:gd name="connsiteY153" fmla="*/ 1976403 h 2237474"/>
              <a:gd name="connsiteX154" fmla="*/ 2756784 w 12192000"/>
              <a:gd name="connsiteY154" fmla="*/ 1985116 h 2237474"/>
              <a:gd name="connsiteX155" fmla="*/ 2748833 w 12192000"/>
              <a:gd name="connsiteY155" fmla="*/ 1986323 h 2237474"/>
              <a:gd name="connsiteX156" fmla="*/ 2748661 w 12192000"/>
              <a:gd name="connsiteY156" fmla="*/ 1986122 h 2237474"/>
              <a:gd name="connsiteX157" fmla="*/ 2740251 w 12192000"/>
              <a:gd name="connsiteY157" fmla="*/ 1986946 h 2237474"/>
              <a:gd name="connsiteX158" fmla="*/ 2718916 w 12192000"/>
              <a:gd name="connsiteY158" fmla="*/ 1990867 h 2237474"/>
              <a:gd name="connsiteX159" fmla="*/ 2713522 w 12192000"/>
              <a:gd name="connsiteY159" fmla="*/ 1990173 h 2237474"/>
              <a:gd name="connsiteX160" fmla="*/ 2680597 w 12192000"/>
              <a:gd name="connsiteY160" fmla="*/ 1984996 h 2237474"/>
              <a:gd name="connsiteX161" fmla="*/ 2578178 w 12192000"/>
              <a:gd name="connsiteY161" fmla="*/ 1990531 h 2237474"/>
              <a:gd name="connsiteX162" fmla="*/ 2476147 w 12192000"/>
              <a:gd name="connsiteY162" fmla="*/ 1998305 h 2237474"/>
              <a:gd name="connsiteX163" fmla="*/ 2373568 w 12192000"/>
              <a:gd name="connsiteY163" fmla="*/ 2003219 h 2237474"/>
              <a:gd name="connsiteX164" fmla="*/ 2321399 w 12192000"/>
              <a:gd name="connsiteY164" fmla="*/ 1989467 h 2237474"/>
              <a:gd name="connsiteX165" fmla="*/ 2315525 w 12192000"/>
              <a:gd name="connsiteY165" fmla="*/ 1989708 h 2237474"/>
              <a:gd name="connsiteX166" fmla="*/ 2300792 w 12192000"/>
              <a:gd name="connsiteY166" fmla="*/ 1994290 h 2237474"/>
              <a:gd name="connsiteX167" fmla="*/ 2295469 w 12192000"/>
              <a:gd name="connsiteY167" fmla="*/ 1996659 h 2237474"/>
              <a:gd name="connsiteX168" fmla="*/ 2287219 w 12192000"/>
              <a:gd name="connsiteY168" fmla="*/ 1998750 h 2237474"/>
              <a:gd name="connsiteX169" fmla="*/ 2286948 w 12192000"/>
              <a:gd name="connsiteY169" fmla="*/ 1998596 h 2237474"/>
              <a:gd name="connsiteX170" fmla="*/ 2243069 w 12192000"/>
              <a:gd name="connsiteY170" fmla="*/ 2015111 h 2237474"/>
              <a:gd name="connsiteX171" fmla="*/ 2186609 w 12192000"/>
              <a:gd name="connsiteY171" fmla="*/ 2008263 h 2237474"/>
              <a:gd name="connsiteX172" fmla="*/ 2164831 w 12192000"/>
              <a:gd name="connsiteY172" fmla="*/ 2010143 h 2237474"/>
              <a:gd name="connsiteX173" fmla="*/ 2152836 w 12192000"/>
              <a:gd name="connsiteY173" fmla="*/ 2010048 h 2237474"/>
              <a:gd name="connsiteX174" fmla="*/ 2117102 w 12192000"/>
              <a:gd name="connsiteY174" fmla="*/ 2023004 h 2237474"/>
              <a:gd name="connsiteX175" fmla="*/ 2111935 w 12192000"/>
              <a:gd name="connsiteY175" fmla="*/ 2023163 h 2237474"/>
              <a:gd name="connsiteX176" fmla="*/ 2089991 w 12192000"/>
              <a:gd name="connsiteY176" fmla="*/ 2034193 h 2237474"/>
              <a:gd name="connsiteX177" fmla="*/ 2058061 w 12192000"/>
              <a:gd name="connsiteY177" fmla="*/ 2047942 h 2237474"/>
              <a:gd name="connsiteX178" fmla="*/ 2055737 w 12192000"/>
              <a:gd name="connsiteY178" fmla="*/ 2047704 h 2237474"/>
              <a:gd name="connsiteX179" fmla="*/ 2042244 w 12192000"/>
              <a:gd name="connsiteY179" fmla="*/ 2055560 h 2237474"/>
              <a:gd name="connsiteX180" fmla="*/ 1976224 w 12192000"/>
              <a:gd name="connsiteY180" fmla="*/ 2074257 h 2237474"/>
              <a:gd name="connsiteX181" fmla="*/ 1877728 w 12192000"/>
              <a:gd name="connsiteY181" fmla="*/ 2101004 h 2237474"/>
              <a:gd name="connsiteX182" fmla="*/ 1759056 w 12192000"/>
              <a:gd name="connsiteY182" fmla="*/ 2125608 h 2237474"/>
              <a:gd name="connsiteX183" fmla="*/ 1637948 w 12192000"/>
              <a:gd name="connsiteY183" fmla="*/ 2172597 h 2237474"/>
              <a:gd name="connsiteX184" fmla="*/ 1434549 w 12192000"/>
              <a:gd name="connsiteY184" fmla="*/ 2234522 h 2237474"/>
              <a:gd name="connsiteX185" fmla="*/ 1398481 w 12192000"/>
              <a:gd name="connsiteY185" fmla="*/ 2237074 h 2237474"/>
              <a:gd name="connsiteX186" fmla="*/ 1398407 w 12192000"/>
              <a:gd name="connsiteY186" fmla="*/ 2237095 h 2237474"/>
              <a:gd name="connsiteX187" fmla="*/ 1370962 w 12192000"/>
              <a:gd name="connsiteY187" fmla="*/ 2237474 h 2237474"/>
              <a:gd name="connsiteX188" fmla="*/ 1356367 w 12192000"/>
              <a:gd name="connsiteY188" fmla="*/ 2235089 h 2237474"/>
              <a:gd name="connsiteX189" fmla="*/ 1324828 w 12192000"/>
              <a:gd name="connsiteY189" fmla="*/ 2231968 h 2237474"/>
              <a:gd name="connsiteX190" fmla="*/ 1297744 w 12192000"/>
              <a:gd name="connsiteY190" fmla="*/ 2235849 h 2237474"/>
              <a:gd name="connsiteX191" fmla="*/ 1286236 w 12192000"/>
              <a:gd name="connsiteY191" fmla="*/ 2233135 h 2237474"/>
              <a:gd name="connsiteX192" fmla="*/ 1283504 w 12192000"/>
              <a:gd name="connsiteY192" fmla="*/ 2233797 h 2237474"/>
              <a:gd name="connsiteX193" fmla="*/ 1279765 w 12192000"/>
              <a:gd name="connsiteY193" fmla="*/ 2229639 h 2237474"/>
              <a:gd name="connsiteX194" fmla="*/ 1195347 w 12192000"/>
              <a:gd name="connsiteY194" fmla="*/ 2212354 h 2237474"/>
              <a:gd name="connsiteX195" fmla="*/ 970251 w 12192000"/>
              <a:gd name="connsiteY195" fmla="*/ 2221029 h 2237474"/>
              <a:gd name="connsiteX196" fmla="*/ 812914 w 12192000"/>
              <a:gd name="connsiteY196" fmla="*/ 2202752 h 2237474"/>
              <a:gd name="connsiteX197" fmla="*/ 800195 w 12192000"/>
              <a:gd name="connsiteY197" fmla="*/ 2209407 h 2237474"/>
              <a:gd name="connsiteX198" fmla="*/ 784978 w 12192000"/>
              <a:gd name="connsiteY198" fmla="*/ 2212360 h 2237474"/>
              <a:gd name="connsiteX199" fmla="*/ 681987 w 12192000"/>
              <a:gd name="connsiteY199" fmla="*/ 2216757 h 2237474"/>
              <a:gd name="connsiteX200" fmla="*/ 669923 w 12192000"/>
              <a:gd name="connsiteY200" fmla="*/ 2211682 h 2237474"/>
              <a:gd name="connsiteX201" fmla="*/ 648680 w 12192000"/>
              <a:gd name="connsiteY201" fmla="*/ 2206229 h 2237474"/>
              <a:gd name="connsiteX202" fmla="*/ 597225 w 12192000"/>
              <a:gd name="connsiteY202" fmla="*/ 2180999 h 2237474"/>
              <a:gd name="connsiteX203" fmla="*/ 558449 w 12192000"/>
              <a:gd name="connsiteY203" fmla="*/ 2182346 h 2237474"/>
              <a:gd name="connsiteX204" fmla="*/ 550517 w 12192000"/>
              <a:gd name="connsiteY204" fmla="*/ 2182060 h 2237474"/>
              <a:gd name="connsiteX205" fmla="*/ 550309 w 12192000"/>
              <a:gd name="connsiteY205" fmla="*/ 2181825 h 2237474"/>
              <a:gd name="connsiteX206" fmla="*/ 541836 w 12192000"/>
              <a:gd name="connsiteY206" fmla="*/ 2181063 h 2237474"/>
              <a:gd name="connsiteX207" fmla="*/ 536057 w 12192000"/>
              <a:gd name="connsiteY207" fmla="*/ 2181537 h 2237474"/>
              <a:gd name="connsiteX208" fmla="*/ 520671 w 12192000"/>
              <a:gd name="connsiteY208" fmla="*/ 2180980 h 2237474"/>
              <a:gd name="connsiteX209" fmla="*/ 515024 w 12192000"/>
              <a:gd name="connsiteY209" fmla="*/ 2179258 h 2237474"/>
              <a:gd name="connsiteX210" fmla="*/ 512278 w 12192000"/>
              <a:gd name="connsiteY210" fmla="*/ 2176369 h 2237474"/>
              <a:gd name="connsiteX211" fmla="*/ 480419 w 12192000"/>
              <a:gd name="connsiteY211" fmla="*/ 2167807 h 2237474"/>
              <a:gd name="connsiteX212" fmla="*/ 413835 w 12192000"/>
              <a:gd name="connsiteY212" fmla="*/ 2156783 h 2237474"/>
              <a:gd name="connsiteX213" fmla="*/ 376513 w 12192000"/>
              <a:gd name="connsiteY213" fmla="*/ 2154014 h 2237474"/>
              <a:gd name="connsiteX214" fmla="*/ 273386 w 12192000"/>
              <a:gd name="connsiteY214" fmla="*/ 2142551 h 2237474"/>
              <a:gd name="connsiteX215" fmla="*/ 169207 w 12192000"/>
              <a:gd name="connsiteY215" fmla="*/ 2128100 h 2237474"/>
              <a:gd name="connsiteX216" fmla="*/ 93149 w 12192000"/>
              <a:gd name="connsiteY216" fmla="*/ 2105324 h 2237474"/>
              <a:gd name="connsiteX217" fmla="*/ 88109 w 12192000"/>
              <a:gd name="connsiteY217" fmla="*/ 2106704 h 2237474"/>
              <a:gd name="connsiteX218" fmla="*/ 80022 w 12192000"/>
              <a:gd name="connsiteY218" fmla="*/ 2107254 h 2237474"/>
              <a:gd name="connsiteX219" fmla="*/ 79717 w 12192000"/>
              <a:gd name="connsiteY219" fmla="*/ 2107046 h 2237474"/>
              <a:gd name="connsiteX220" fmla="*/ 72352 w 12192000"/>
              <a:gd name="connsiteY220" fmla="*/ 2107991 h 2237474"/>
              <a:gd name="connsiteX221" fmla="*/ 37645 w 12192000"/>
              <a:gd name="connsiteY221" fmla="*/ 2115401 h 2237474"/>
              <a:gd name="connsiteX222" fmla="*/ 4572 w 12192000"/>
              <a:gd name="connsiteY222" fmla="*/ 2111091 h 2237474"/>
              <a:gd name="connsiteX223" fmla="*/ 0 w 12192000"/>
              <a:gd name="connsiteY223" fmla="*/ 2110468 h 2237474"/>
              <a:gd name="connsiteX224" fmla="*/ 0 w 12192000"/>
              <a:gd name="connsiteY224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02328 w 12192000"/>
              <a:gd name="connsiteY66" fmla="*/ 1345865 h 2237474"/>
              <a:gd name="connsiteX67" fmla="*/ 7898322 w 12192000"/>
              <a:gd name="connsiteY67" fmla="*/ 1345689 h 2237474"/>
              <a:gd name="connsiteX68" fmla="*/ 7875879 w 12192000"/>
              <a:gd name="connsiteY68" fmla="*/ 1345646 h 2237474"/>
              <a:gd name="connsiteX69" fmla="*/ 7840612 w 12192000"/>
              <a:gd name="connsiteY69" fmla="*/ 1369373 h 2237474"/>
              <a:gd name="connsiteX70" fmla="*/ 7786819 w 12192000"/>
              <a:gd name="connsiteY70" fmla="*/ 1378970 h 2237474"/>
              <a:gd name="connsiteX71" fmla="*/ 7548172 w 12192000"/>
              <a:gd name="connsiteY71" fmla="*/ 1417460 h 2237474"/>
              <a:gd name="connsiteX72" fmla="*/ 7483437 w 12192000"/>
              <a:gd name="connsiteY72" fmla="*/ 1478152 h 2237474"/>
              <a:gd name="connsiteX73" fmla="*/ 7377870 w 12192000"/>
              <a:gd name="connsiteY73" fmla="*/ 1523319 h 2237474"/>
              <a:gd name="connsiteX74" fmla="*/ 7230737 w 12192000"/>
              <a:gd name="connsiteY74" fmla="*/ 1562633 h 2237474"/>
              <a:gd name="connsiteX75" fmla="*/ 7224458 w 12192000"/>
              <a:gd name="connsiteY75" fmla="*/ 1573008 h 2237474"/>
              <a:gd name="connsiteX76" fmla="*/ 7213486 w 12192000"/>
              <a:gd name="connsiteY76" fmla="*/ 1580987 h 2237474"/>
              <a:gd name="connsiteX77" fmla="*/ 7183121 w 12192000"/>
              <a:gd name="connsiteY77" fmla="*/ 1595162 h 2237474"/>
              <a:gd name="connsiteX78" fmla="*/ 7164601 w 12192000"/>
              <a:gd name="connsiteY78" fmla="*/ 1606490 h 2237474"/>
              <a:gd name="connsiteX79" fmla="*/ 7114651 w 12192000"/>
              <a:gd name="connsiteY79" fmla="*/ 1620959 h 2237474"/>
              <a:gd name="connsiteX80" fmla="*/ 7092727 w 12192000"/>
              <a:gd name="connsiteY80" fmla="*/ 1623628 h 2237474"/>
              <a:gd name="connsiteX81" fmla="*/ 7031309 w 12192000"/>
              <a:gd name="connsiteY81" fmla="*/ 1619451 h 2237474"/>
              <a:gd name="connsiteX82" fmla="*/ 6999084 w 12192000"/>
              <a:gd name="connsiteY82" fmla="*/ 1634317 h 2237474"/>
              <a:gd name="connsiteX83" fmla="*/ 6992107 w 12192000"/>
              <a:gd name="connsiteY83" fmla="*/ 1636860 h 2237474"/>
              <a:gd name="connsiteX84" fmla="*/ 6991765 w 12192000"/>
              <a:gd name="connsiteY84" fmla="*/ 1636725 h 2237474"/>
              <a:gd name="connsiteX85" fmla="*/ 6900177 w 12192000"/>
              <a:gd name="connsiteY85" fmla="*/ 1636016 h 2237474"/>
              <a:gd name="connsiteX86" fmla="*/ 6795372 w 12192000"/>
              <a:gd name="connsiteY86" fmla="*/ 1644845 h 2237474"/>
              <a:gd name="connsiteX87" fmla="*/ 6692251 w 12192000"/>
              <a:gd name="connsiteY87" fmla="*/ 1656357 h 2237474"/>
              <a:gd name="connsiteX88" fmla="*/ 6655235 w 12192000"/>
              <a:gd name="connsiteY88" fmla="*/ 1661869 h 2237474"/>
              <a:gd name="connsiteX89" fmla="*/ 6587857 w 12192000"/>
              <a:gd name="connsiteY89" fmla="*/ 1665769 h 2237474"/>
              <a:gd name="connsiteX90" fmla="*/ 6554894 w 12192000"/>
              <a:gd name="connsiteY90" fmla="*/ 1664428 h 2237474"/>
              <a:gd name="connsiteX91" fmla="*/ 6516595 w 12192000"/>
              <a:gd name="connsiteY91" fmla="*/ 1667475 h 2237474"/>
              <a:gd name="connsiteX92" fmla="*/ 6508541 w 12192000"/>
              <a:gd name="connsiteY92" fmla="*/ 1668757 h 2237474"/>
              <a:gd name="connsiteX93" fmla="*/ 6471012 w 12192000"/>
              <a:gd name="connsiteY93" fmla="*/ 1678604 h 2237474"/>
              <a:gd name="connsiteX94" fmla="*/ 6415265 w 12192000"/>
              <a:gd name="connsiteY94" fmla="*/ 1665317 h 2237474"/>
              <a:gd name="connsiteX95" fmla="*/ 6364035 w 12192000"/>
              <a:gd name="connsiteY95" fmla="*/ 1667683 h 2237474"/>
              <a:gd name="connsiteX96" fmla="*/ 6280959 w 12192000"/>
              <a:gd name="connsiteY96" fmla="*/ 1689329 h 2237474"/>
              <a:gd name="connsiteX97" fmla="*/ 6243319 w 12192000"/>
              <a:gd name="connsiteY97" fmla="*/ 1695560 h 2237474"/>
              <a:gd name="connsiteX98" fmla="*/ 6098321 w 12192000"/>
              <a:gd name="connsiteY98" fmla="*/ 1721646 h 2237474"/>
              <a:gd name="connsiteX99" fmla="*/ 5880652 w 12192000"/>
              <a:gd name="connsiteY99" fmla="*/ 1779643 h 2237474"/>
              <a:gd name="connsiteX100" fmla="*/ 5785959 w 12192000"/>
              <a:gd name="connsiteY100" fmla="*/ 1775307 h 2237474"/>
              <a:gd name="connsiteX101" fmla="*/ 5643534 w 12192000"/>
              <a:gd name="connsiteY101" fmla="*/ 1802919 h 2237474"/>
              <a:gd name="connsiteX102" fmla="*/ 5518799 w 12192000"/>
              <a:gd name="connsiteY102" fmla="*/ 1818312 h 2237474"/>
              <a:gd name="connsiteX103" fmla="*/ 5505014 w 12192000"/>
              <a:gd name="connsiteY103" fmla="*/ 1819259 h 2237474"/>
              <a:gd name="connsiteX104" fmla="*/ 5453307 w 12192000"/>
              <a:gd name="connsiteY104" fmla="*/ 1815450 h 2237474"/>
              <a:gd name="connsiteX105" fmla="*/ 5364192 w 12192000"/>
              <a:gd name="connsiteY105" fmla="*/ 1826074 h 2237474"/>
              <a:gd name="connsiteX106" fmla="*/ 5350380 w 12192000"/>
              <a:gd name="connsiteY106" fmla="*/ 1830891 h 2237474"/>
              <a:gd name="connsiteX107" fmla="*/ 5259633 w 12192000"/>
              <a:gd name="connsiteY107" fmla="*/ 1837160 h 2237474"/>
              <a:gd name="connsiteX108" fmla="*/ 5197513 w 12192000"/>
              <a:gd name="connsiteY108" fmla="*/ 1844718 h 2237474"/>
              <a:gd name="connsiteX109" fmla="*/ 5184170 w 12192000"/>
              <a:gd name="connsiteY109" fmla="*/ 1849402 h 2237474"/>
              <a:gd name="connsiteX110" fmla="*/ 5168852 w 12192000"/>
              <a:gd name="connsiteY110" fmla="*/ 1844846 h 2237474"/>
              <a:gd name="connsiteX111" fmla="*/ 5114927 w 12192000"/>
              <a:gd name="connsiteY111" fmla="*/ 1847827 h 2237474"/>
              <a:gd name="connsiteX112" fmla="*/ 5108970 w 12192000"/>
              <a:gd name="connsiteY112" fmla="*/ 1847935 h 2237474"/>
              <a:gd name="connsiteX113" fmla="*/ 5067961 w 12192000"/>
              <a:gd name="connsiteY113" fmla="*/ 1845917 h 2237474"/>
              <a:gd name="connsiteX114" fmla="*/ 5007075 w 12192000"/>
              <a:gd name="connsiteY114" fmla="*/ 1838626 h 2237474"/>
              <a:gd name="connsiteX115" fmla="*/ 4944087 w 12192000"/>
              <a:gd name="connsiteY115" fmla="*/ 1823332 h 2237474"/>
              <a:gd name="connsiteX116" fmla="*/ 4907662 w 12192000"/>
              <a:gd name="connsiteY116" fmla="*/ 1816900 h 2237474"/>
              <a:gd name="connsiteX117" fmla="*/ 4882386 w 12192000"/>
              <a:gd name="connsiteY117" fmla="*/ 1809844 h 2237474"/>
              <a:gd name="connsiteX118" fmla="*/ 4811440 w 12192000"/>
              <a:gd name="connsiteY118" fmla="*/ 1804655 h 2237474"/>
              <a:gd name="connsiteX119" fmla="*/ 4691075 w 12192000"/>
              <a:gd name="connsiteY119" fmla="*/ 1801389 h 2237474"/>
              <a:gd name="connsiteX120" fmla="*/ 4611738 w 12192000"/>
              <a:gd name="connsiteY120" fmla="*/ 1776964 h 2237474"/>
              <a:gd name="connsiteX121" fmla="*/ 4560070 w 12192000"/>
              <a:gd name="connsiteY121" fmla="*/ 1785640 h 2237474"/>
              <a:gd name="connsiteX122" fmla="*/ 4536503 w 12192000"/>
              <a:gd name="connsiteY122" fmla="*/ 1785334 h 2237474"/>
              <a:gd name="connsiteX123" fmla="*/ 4513724 w 12192000"/>
              <a:gd name="connsiteY123" fmla="*/ 1791996 h 2237474"/>
              <a:gd name="connsiteX124" fmla="*/ 4459810 w 12192000"/>
              <a:gd name="connsiteY124" fmla="*/ 1797886 h 2237474"/>
              <a:gd name="connsiteX125" fmla="*/ 4379064 w 12192000"/>
              <a:gd name="connsiteY125" fmla="*/ 1817177 h 2237474"/>
              <a:gd name="connsiteX126" fmla="*/ 4319209 w 12192000"/>
              <a:gd name="connsiteY126" fmla="*/ 1834833 h 2237474"/>
              <a:gd name="connsiteX127" fmla="*/ 4290981 w 12192000"/>
              <a:gd name="connsiteY127" fmla="*/ 1839677 h 2237474"/>
              <a:gd name="connsiteX128" fmla="*/ 4285792 w 12192000"/>
              <a:gd name="connsiteY128" fmla="*/ 1836231 h 2237474"/>
              <a:gd name="connsiteX129" fmla="*/ 4238372 w 12192000"/>
              <a:gd name="connsiteY129" fmla="*/ 1851480 h 2237474"/>
              <a:gd name="connsiteX130" fmla="*/ 4232517 w 12192000"/>
              <a:gd name="connsiteY130" fmla="*/ 1852567 h 2237474"/>
              <a:gd name="connsiteX131" fmla="*/ 4191732 w 12192000"/>
              <a:gd name="connsiteY131" fmla="*/ 1857328 h 2237474"/>
              <a:gd name="connsiteX132" fmla="*/ 4065532 w 12192000"/>
              <a:gd name="connsiteY132" fmla="*/ 1855477 h 2237474"/>
              <a:gd name="connsiteX133" fmla="*/ 4028460 w 12192000"/>
              <a:gd name="connsiteY133" fmla="*/ 1855137 h 2237474"/>
              <a:gd name="connsiteX134" fmla="*/ 4002267 w 12192000"/>
              <a:gd name="connsiteY134" fmla="*/ 1852352 h 2237474"/>
              <a:gd name="connsiteX135" fmla="*/ 3931396 w 12192000"/>
              <a:gd name="connsiteY135" fmla="*/ 1858915 h 2237474"/>
              <a:gd name="connsiteX136" fmla="*/ 3812162 w 12192000"/>
              <a:gd name="connsiteY136" fmla="*/ 1875501 h 2237474"/>
              <a:gd name="connsiteX137" fmla="*/ 3729530 w 12192000"/>
              <a:gd name="connsiteY137" fmla="*/ 1864513 h 2237474"/>
              <a:gd name="connsiteX138" fmla="*/ 3680177 w 12192000"/>
              <a:gd name="connsiteY138" fmla="*/ 1881552 h 2237474"/>
              <a:gd name="connsiteX139" fmla="*/ 3567259 w 12192000"/>
              <a:gd name="connsiteY139" fmla="*/ 1893482 h 2237474"/>
              <a:gd name="connsiteX140" fmla="*/ 3405770 w 12192000"/>
              <a:gd name="connsiteY140" fmla="*/ 1904591 h 2237474"/>
              <a:gd name="connsiteX141" fmla="*/ 3280097 w 12192000"/>
              <a:gd name="connsiteY141" fmla="*/ 1919610 h 2237474"/>
              <a:gd name="connsiteX142" fmla="*/ 3123424 w 12192000"/>
              <a:gd name="connsiteY142" fmla="*/ 1952930 h 2237474"/>
              <a:gd name="connsiteX143" fmla="*/ 3009910 w 12192000"/>
              <a:gd name="connsiteY143" fmla="*/ 1957866 h 2237474"/>
              <a:gd name="connsiteX144" fmla="*/ 2995934 w 12192000"/>
              <a:gd name="connsiteY144" fmla="*/ 1967085 h 2237474"/>
              <a:gd name="connsiteX145" fmla="*/ 2980071 w 12192000"/>
              <a:gd name="connsiteY145" fmla="*/ 1972988 h 2237474"/>
              <a:gd name="connsiteX146" fmla="*/ 2978094 w 12192000"/>
              <a:gd name="connsiteY146" fmla="*/ 1972369 h 2237474"/>
              <a:gd name="connsiteX147" fmla="*/ 2942858 w 12192000"/>
              <a:gd name="connsiteY147" fmla="*/ 1981367 h 2237474"/>
              <a:gd name="connsiteX148" fmla="*/ 2875436 w 12192000"/>
              <a:gd name="connsiteY148" fmla="*/ 1996977 h 2237474"/>
              <a:gd name="connsiteX149" fmla="*/ 2874892 w 12192000"/>
              <a:gd name="connsiteY149" fmla="*/ 1996085 h 2237474"/>
              <a:gd name="connsiteX150" fmla="*/ 2864145 w 12192000"/>
              <a:gd name="connsiteY150" fmla="*/ 1994061 h 2237474"/>
              <a:gd name="connsiteX151" fmla="*/ 2843662 w 12192000"/>
              <a:gd name="connsiteY151" fmla="*/ 1992498 h 2237474"/>
              <a:gd name="connsiteX152" fmla="*/ 2796128 w 12192000"/>
              <a:gd name="connsiteY152" fmla="*/ 1976403 h 2237474"/>
              <a:gd name="connsiteX153" fmla="*/ 2756784 w 12192000"/>
              <a:gd name="connsiteY153" fmla="*/ 1985116 h 2237474"/>
              <a:gd name="connsiteX154" fmla="*/ 2748833 w 12192000"/>
              <a:gd name="connsiteY154" fmla="*/ 1986323 h 2237474"/>
              <a:gd name="connsiteX155" fmla="*/ 2748661 w 12192000"/>
              <a:gd name="connsiteY155" fmla="*/ 1986122 h 2237474"/>
              <a:gd name="connsiteX156" fmla="*/ 2740251 w 12192000"/>
              <a:gd name="connsiteY156" fmla="*/ 1986946 h 2237474"/>
              <a:gd name="connsiteX157" fmla="*/ 2718916 w 12192000"/>
              <a:gd name="connsiteY157" fmla="*/ 1990867 h 2237474"/>
              <a:gd name="connsiteX158" fmla="*/ 2713522 w 12192000"/>
              <a:gd name="connsiteY158" fmla="*/ 1990173 h 2237474"/>
              <a:gd name="connsiteX159" fmla="*/ 2680597 w 12192000"/>
              <a:gd name="connsiteY159" fmla="*/ 1984996 h 2237474"/>
              <a:gd name="connsiteX160" fmla="*/ 2578178 w 12192000"/>
              <a:gd name="connsiteY160" fmla="*/ 1990531 h 2237474"/>
              <a:gd name="connsiteX161" fmla="*/ 2476147 w 12192000"/>
              <a:gd name="connsiteY161" fmla="*/ 1998305 h 2237474"/>
              <a:gd name="connsiteX162" fmla="*/ 2373568 w 12192000"/>
              <a:gd name="connsiteY162" fmla="*/ 2003219 h 2237474"/>
              <a:gd name="connsiteX163" fmla="*/ 2321399 w 12192000"/>
              <a:gd name="connsiteY163" fmla="*/ 1989467 h 2237474"/>
              <a:gd name="connsiteX164" fmla="*/ 2315525 w 12192000"/>
              <a:gd name="connsiteY164" fmla="*/ 1989708 h 2237474"/>
              <a:gd name="connsiteX165" fmla="*/ 2300792 w 12192000"/>
              <a:gd name="connsiteY165" fmla="*/ 1994290 h 2237474"/>
              <a:gd name="connsiteX166" fmla="*/ 2295469 w 12192000"/>
              <a:gd name="connsiteY166" fmla="*/ 1996659 h 2237474"/>
              <a:gd name="connsiteX167" fmla="*/ 2287219 w 12192000"/>
              <a:gd name="connsiteY167" fmla="*/ 1998750 h 2237474"/>
              <a:gd name="connsiteX168" fmla="*/ 2286948 w 12192000"/>
              <a:gd name="connsiteY168" fmla="*/ 1998596 h 2237474"/>
              <a:gd name="connsiteX169" fmla="*/ 2243069 w 12192000"/>
              <a:gd name="connsiteY169" fmla="*/ 2015111 h 2237474"/>
              <a:gd name="connsiteX170" fmla="*/ 2186609 w 12192000"/>
              <a:gd name="connsiteY170" fmla="*/ 2008263 h 2237474"/>
              <a:gd name="connsiteX171" fmla="*/ 2164831 w 12192000"/>
              <a:gd name="connsiteY171" fmla="*/ 2010143 h 2237474"/>
              <a:gd name="connsiteX172" fmla="*/ 2152836 w 12192000"/>
              <a:gd name="connsiteY172" fmla="*/ 2010048 h 2237474"/>
              <a:gd name="connsiteX173" fmla="*/ 2117102 w 12192000"/>
              <a:gd name="connsiteY173" fmla="*/ 2023004 h 2237474"/>
              <a:gd name="connsiteX174" fmla="*/ 2111935 w 12192000"/>
              <a:gd name="connsiteY174" fmla="*/ 2023163 h 2237474"/>
              <a:gd name="connsiteX175" fmla="*/ 2089991 w 12192000"/>
              <a:gd name="connsiteY175" fmla="*/ 2034193 h 2237474"/>
              <a:gd name="connsiteX176" fmla="*/ 2058061 w 12192000"/>
              <a:gd name="connsiteY176" fmla="*/ 2047942 h 2237474"/>
              <a:gd name="connsiteX177" fmla="*/ 2055737 w 12192000"/>
              <a:gd name="connsiteY177" fmla="*/ 2047704 h 2237474"/>
              <a:gd name="connsiteX178" fmla="*/ 2042244 w 12192000"/>
              <a:gd name="connsiteY178" fmla="*/ 2055560 h 2237474"/>
              <a:gd name="connsiteX179" fmla="*/ 1976224 w 12192000"/>
              <a:gd name="connsiteY179" fmla="*/ 2074257 h 2237474"/>
              <a:gd name="connsiteX180" fmla="*/ 1877728 w 12192000"/>
              <a:gd name="connsiteY180" fmla="*/ 2101004 h 2237474"/>
              <a:gd name="connsiteX181" fmla="*/ 1759056 w 12192000"/>
              <a:gd name="connsiteY181" fmla="*/ 2125608 h 2237474"/>
              <a:gd name="connsiteX182" fmla="*/ 1637948 w 12192000"/>
              <a:gd name="connsiteY182" fmla="*/ 2172597 h 2237474"/>
              <a:gd name="connsiteX183" fmla="*/ 1434549 w 12192000"/>
              <a:gd name="connsiteY183" fmla="*/ 2234522 h 2237474"/>
              <a:gd name="connsiteX184" fmla="*/ 1398481 w 12192000"/>
              <a:gd name="connsiteY184" fmla="*/ 2237074 h 2237474"/>
              <a:gd name="connsiteX185" fmla="*/ 1398407 w 12192000"/>
              <a:gd name="connsiteY185" fmla="*/ 2237095 h 2237474"/>
              <a:gd name="connsiteX186" fmla="*/ 1370962 w 12192000"/>
              <a:gd name="connsiteY186" fmla="*/ 2237474 h 2237474"/>
              <a:gd name="connsiteX187" fmla="*/ 1356367 w 12192000"/>
              <a:gd name="connsiteY187" fmla="*/ 2235089 h 2237474"/>
              <a:gd name="connsiteX188" fmla="*/ 1324828 w 12192000"/>
              <a:gd name="connsiteY188" fmla="*/ 2231968 h 2237474"/>
              <a:gd name="connsiteX189" fmla="*/ 1297744 w 12192000"/>
              <a:gd name="connsiteY189" fmla="*/ 2235849 h 2237474"/>
              <a:gd name="connsiteX190" fmla="*/ 1286236 w 12192000"/>
              <a:gd name="connsiteY190" fmla="*/ 2233135 h 2237474"/>
              <a:gd name="connsiteX191" fmla="*/ 1283504 w 12192000"/>
              <a:gd name="connsiteY191" fmla="*/ 2233797 h 2237474"/>
              <a:gd name="connsiteX192" fmla="*/ 1279765 w 12192000"/>
              <a:gd name="connsiteY192" fmla="*/ 2229639 h 2237474"/>
              <a:gd name="connsiteX193" fmla="*/ 1195347 w 12192000"/>
              <a:gd name="connsiteY193" fmla="*/ 2212354 h 2237474"/>
              <a:gd name="connsiteX194" fmla="*/ 970251 w 12192000"/>
              <a:gd name="connsiteY194" fmla="*/ 2221029 h 2237474"/>
              <a:gd name="connsiteX195" fmla="*/ 812914 w 12192000"/>
              <a:gd name="connsiteY195" fmla="*/ 2202752 h 2237474"/>
              <a:gd name="connsiteX196" fmla="*/ 800195 w 12192000"/>
              <a:gd name="connsiteY196" fmla="*/ 2209407 h 2237474"/>
              <a:gd name="connsiteX197" fmla="*/ 784978 w 12192000"/>
              <a:gd name="connsiteY197" fmla="*/ 2212360 h 2237474"/>
              <a:gd name="connsiteX198" fmla="*/ 681987 w 12192000"/>
              <a:gd name="connsiteY198" fmla="*/ 2216757 h 2237474"/>
              <a:gd name="connsiteX199" fmla="*/ 669923 w 12192000"/>
              <a:gd name="connsiteY199" fmla="*/ 2211682 h 2237474"/>
              <a:gd name="connsiteX200" fmla="*/ 648680 w 12192000"/>
              <a:gd name="connsiteY200" fmla="*/ 2206229 h 2237474"/>
              <a:gd name="connsiteX201" fmla="*/ 597225 w 12192000"/>
              <a:gd name="connsiteY201" fmla="*/ 2180999 h 2237474"/>
              <a:gd name="connsiteX202" fmla="*/ 558449 w 12192000"/>
              <a:gd name="connsiteY202" fmla="*/ 2182346 h 2237474"/>
              <a:gd name="connsiteX203" fmla="*/ 550517 w 12192000"/>
              <a:gd name="connsiteY203" fmla="*/ 2182060 h 2237474"/>
              <a:gd name="connsiteX204" fmla="*/ 550309 w 12192000"/>
              <a:gd name="connsiteY204" fmla="*/ 2181825 h 2237474"/>
              <a:gd name="connsiteX205" fmla="*/ 541836 w 12192000"/>
              <a:gd name="connsiteY205" fmla="*/ 2181063 h 2237474"/>
              <a:gd name="connsiteX206" fmla="*/ 536057 w 12192000"/>
              <a:gd name="connsiteY206" fmla="*/ 2181537 h 2237474"/>
              <a:gd name="connsiteX207" fmla="*/ 520671 w 12192000"/>
              <a:gd name="connsiteY207" fmla="*/ 2180980 h 2237474"/>
              <a:gd name="connsiteX208" fmla="*/ 515024 w 12192000"/>
              <a:gd name="connsiteY208" fmla="*/ 2179258 h 2237474"/>
              <a:gd name="connsiteX209" fmla="*/ 512278 w 12192000"/>
              <a:gd name="connsiteY209" fmla="*/ 2176369 h 2237474"/>
              <a:gd name="connsiteX210" fmla="*/ 480419 w 12192000"/>
              <a:gd name="connsiteY210" fmla="*/ 2167807 h 2237474"/>
              <a:gd name="connsiteX211" fmla="*/ 413835 w 12192000"/>
              <a:gd name="connsiteY211" fmla="*/ 2156783 h 2237474"/>
              <a:gd name="connsiteX212" fmla="*/ 376513 w 12192000"/>
              <a:gd name="connsiteY212" fmla="*/ 2154014 h 2237474"/>
              <a:gd name="connsiteX213" fmla="*/ 273386 w 12192000"/>
              <a:gd name="connsiteY213" fmla="*/ 2142551 h 2237474"/>
              <a:gd name="connsiteX214" fmla="*/ 169207 w 12192000"/>
              <a:gd name="connsiteY214" fmla="*/ 2128100 h 2237474"/>
              <a:gd name="connsiteX215" fmla="*/ 93149 w 12192000"/>
              <a:gd name="connsiteY215" fmla="*/ 2105324 h 2237474"/>
              <a:gd name="connsiteX216" fmla="*/ 88109 w 12192000"/>
              <a:gd name="connsiteY216" fmla="*/ 2106704 h 2237474"/>
              <a:gd name="connsiteX217" fmla="*/ 80022 w 12192000"/>
              <a:gd name="connsiteY217" fmla="*/ 2107254 h 2237474"/>
              <a:gd name="connsiteX218" fmla="*/ 79717 w 12192000"/>
              <a:gd name="connsiteY218" fmla="*/ 2107046 h 2237474"/>
              <a:gd name="connsiteX219" fmla="*/ 72352 w 12192000"/>
              <a:gd name="connsiteY219" fmla="*/ 2107991 h 2237474"/>
              <a:gd name="connsiteX220" fmla="*/ 37645 w 12192000"/>
              <a:gd name="connsiteY220" fmla="*/ 2115401 h 2237474"/>
              <a:gd name="connsiteX221" fmla="*/ 4572 w 12192000"/>
              <a:gd name="connsiteY221" fmla="*/ 2111091 h 2237474"/>
              <a:gd name="connsiteX222" fmla="*/ 0 w 12192000"/>
              <a:gd name="connsiteY222" fmla="*/ 2110468 h 2237474"/>
              <a:gd name="connsiteX223" fmla="*/ 0 w 12192000"/>
              <a:gd name="connsiteY223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02328 w 12192000"/>
              <a:gd name="connsiteY66" fmla="*/ 1345865 h 2237474"/>
              <a:gd name="connsiteX67" fmla="*/ 7898322 w 12192000"/>
              <a:gd name="connsiteY67" fmla="*/ 1345689 h 2237474"/>
              <a:gd name="connsiteX68" fmla="*/ 7875879 w 12192000"/>
              <a:gd name="connsiteY68" fmla="*/ 1345646 h 2237474"/>
              <a:gd name="connsiteX69" fmla="*/ 7840612 w 12192000"/>
              <a:gd name="connsiteY69" fmla="*/ 1369373 h 2237474"/>
              <a:gd name="connsiteX70" fmla="*/ 7786819 w 12192000"/>
              <a:gd name="connsiteY70" fmla="*/ 1378970 h 2237474"/>
              <a:gd name="connsiteX71" fmla="*/ 7548172 w 12192000"/>
              <a:gd name="connsiteY71" fmla="*/ 1417460 h 2237474"/>
              <a:gd name="connsiteX72" fmla="*/ 7483437 w 12192000"/>
              <a:gd name="connsiteY72" fmla="*/ 1478152 h 2237474"/>
              <a:gd name="connsiteX73" fmla="*/ 7377870 w 12192000"/>
              <a:gd name="connsiteY73" fmla="*/ 1523319 h 2237474"/>
              <a:gd name="connsiteX74" fmla="*/ 7230737 w 12192000"/>
              <a:gd name="connsiteY74" fmla="*/ 1562633 h 2237474"/>
              <a:gd name="connsiteX75" fmla="*/ 7224458 w 12192000"/>
              <a:gd name="connsiteY75" fmla="*/ 1573008 h 2237474"/>
              <a:gd name="connsiteX76" fmla="*/ 7213486 w 12192000"/>
              <a:gd name="connsiteY76" fmla="*/ 1580987 h 2237474"/>
              <a:gd name="connsiteX77" fmla="*/ 7183121 w 12192000"/>
              <a:gd name="connsiteY77" fmla="*/ 1595162 h 2237474"/>
              <a:gd name="connsiteX78" fmla="*/ 7164601 w 12192000"/>
              <a:gd name="connsiteY78" fmla="*/ 1606490 h 2237474"/>
              <a:gd name="connsiteX79" fmla="*/ 7114651 w 12192000"/>
              <a:gd name="connsiteY79" fmla="*/ 1620959 h 2237474"/>
              <a:gd name="connsiteX80" fmla="*/ 7092727 w 12192000"/>
              <a:gd name="connsiteY80" fmla="*/ 1623628 h 2237474"/>
              <a:gd name="connsiteX81" fmla="*/ 7031309 w 12192000"/>
              <a:gd name="connsiteY81" fmla="*/ 1619451 h 2237474"/>
              <a:gd name="connsiteX82" fmla="*/ 6999084 w 12192000"/>
              <a:gd name="connsiteY82" fmla="*/ 1634317 h 2237474"/>
              <a:gd name="connsiteX83" fmla="*/ 6992107 w 12192000"/>
              <a:gd name="connsiteY83" fmla="*/ 1636860 h 2237474"/>
              <a:gd name="connsiteX84" fmla="*/ 6991765 w 12192000"/>
              <a:gd name="connsiteY84" fmla="*/ 1636725 h 2237474"/>
              <a:gd name="connsiteX85" fmla="*/ 6900177 w 12192000"/>
              <a:gd name="connsiteY85" fmla="*/ 1636016 h 2237474"/>
              <a:gd name="connsiteX86" fmla="*/ 6795372 w 12192000"/>
              <a:gd name="connsiteY86" fmla="*/ 1644845 h 2237474"/>
              <a:gd name="connsiteX87" fmla="*/ 6692251 w 12192000"/>
              <a:gd name="connsiteY87" fmla="*/ 1656357 h 2237474"/>
              <a:gd name="connsiteX88" fmla="*/ 6655235 w 12192000"/>
              <a:gd name="connsiteY88" fmla="*/ 1661869 h 2237474"/>
              <a:gd name="connsiteX89" fmla="*/ 6587857 w 12192000"/>
              <a:gd name="connsiteY89" fmla="*/ 1665769 h 2237474"/>
              <a:gd name="connsiteX90" fmla="*/ 6554894 w 12192000"/>
              <a:gd name="connsiteY90" fmla="*/ 1664428 h 2237474"/>
              <a:gd name="connsiteX91" fmla="*/ 6516595 w 12192000"/>
              <a:gd name="connsiteY91" fmla="*/ 1667475 h 2237474"/>
              <a:gd name="connsiteX92" fmla="*/ 6508541 w 12192000"/>
              <a:gd name="connsiteY92" fmla="*/ 1668757 h 2237474"/>
              <a:gd name="connsiteX93" fmla="*/ 6471012 w 12192000"/>
              <a:gd name="connsiteY93" fmla="*/ 1678604 h 2237474"/>
              <a:gd name="connsiteX94" fmla="*/ 6415265 w 12192000"/>
              <a:gd name="connsiteY94" fmla="*/ 1665317 h 2237474"/>
              <a:gd name="connsiteX95" fmla="*/ 6364035 w 12192000"/>
              <a:gd name="connsiteY95" fmla="*/ 1667683 h 2237474"/>
              <a:gd name="connsiteX96" fmla="*/ 6280959 w 12192000"/>
              <a:gd name="connsiteY96" fmla="*/ 1689329 h 2237474"/>
              <a:gd name="connsiteX97" fmla="*/ 6243319 w 12192000"/>
              <a:gd name="connsiteY97" fmla="*/ 1695560 h 2237474"/>
              <a:gd name="connsiteX98" fmla="*/ 6098321 w 12192000"/>
              <a:gd name="connsiteY98" fmla="*/ 1721646 h 2237474"/>
              <a:gd name="connsiteX99" fmla="*/ 5880652 w 12192000"/>
              <a:gd name="connsiteY99" fmla="*/ 1779643 h 2237474"/>
              <a:gd name="connsiteX100" fmla="*/ 5785959 w 12192000"/>
              <a:gd name="connsiteY100" fmla="*/ 1775307 h 2237474"/>
              <a:gd name="connsiteX101" fmla="*/ 5643534 w 12192000"/>
              <a:gd name="connsiteY101" fmla="*/ 1802919 h 2237474"/>
              <a:gd name="connsiteX102" fmla="*/ 5518799 w 12192000"/>
              <a:gd name="connsiteY102" fmla="*/ 1818312 h 2237474"/>
              <a:gd name="connsiteX103" fmla="*/ 5505014 w 12192000"/>
              <a:gd name="connsiteY103" fmla="*/ 1819259 h 2237474"/>
              <a:gd name="connsiteX104" fmla="*/ 5453307 w 12192000"/>
              <a:gd name="connsiteY104" fmla="*/ 1815450 h 2237474"/>
              <a:gd name="connsiteX105" fmla="*/ 5364192 w 12192000"/>
              <a:gd name="connsiteY105" fmla="*/ 1826074 h 2237474"/>
              <a:gd name="connsiteX106" fmla="*/ 5350380 w 12192000"/>
              <a:gd name="connsiteY106" fmla="*/ 1830891 h 2237474"/>
              <a:gd name="connsiteX107" fmla="*/ 5259633 w 12192000"/>
              <a:gd name="connsiteY107" fmla="*/ 1837160 h 2237474"/>
              <a:gd name="connsiteX108" fmla="*/ 5197513 w 12192000"/>
              <a:gd name="connsiteY108" fmla="*/ 1844718 h 2237474"/>
              <a:gd name="connsiteX109" fmla="*/ 5168852 w 12192000"/>
              <a:gd name="connsiteY109" fmla="*/ 1844846 h 2237474"/>
              <a:gd name="connsiteX110" fmla="*/ 5114927 w 12192000"/>
              <a:gd name="connsiteY110" fmla="*/ 1847827 h 2237474"/>
              <a:gd name="connsiteX111" fmla="*/ 5108970 w 12192000"/>
              <a:gd name="connsiteY111" fmla="*/ 1847935 h 2237474"/>
              <a:gd name="connsiteX112" fmla="*/ 5067961 w 12192000"/>
              <a:gd name="connsiteY112" fmla="*/ 1845917 h 2237474"/>
              <a:gd name="connsiteX113" fmla="*/ 5007075 w 12192000"/>
              <a:gd name="connsiteY113" fmla="*/ 1838626 h 2237474"/>
              <a:gd name="connsiteX114" fmla="*/ 4944087 w 12192000"/>
              <a:gd name="connsiteY114" fmla="*/ 1823332 h 2237474"/>
              <a:gd name="connsiteX115" fmla="*/ 4907662 w 12192000"/>
              <a:gd name="connsiteY115" fmla="*/ 1816900 h 2237474"/>
              <a:gd name="connsiteX116" fmla="*/ 4882386 w 12192000"/>
              <a:gd name="connsiteY116" fmla="*/ 1809844 h 2237474"/>
              <a:gd name="connsiteX117" fmla="*/ 4811440 w 12192000"/>
              <a:gd name="connsiteY117" fmla="*/ 1804655 h 2237474"/>
              <a:gd name="connsiteX118" fmla="*/ 4691075 w 12192000"/>
              <a:gd name="connsiteY118" fmla="*/ 1801389 h 2237474"/>
              <a:gd name="connsiteX119" fmla="*/ 4611738 w 12192000"/>
              <a:gd name="connsiteY119" fmla="*/ 1776964 h 2237474"/>
              <a:gd name="connsiteX120" fmla="*/ 4560070 w 12192000"/>
              <a:gd name="connsiteY120" fmla="*/ 1785640 h 2237474"/>
              <a:gd name="connsiteX121" fmla="*/ 4536503 w 12192000"/>
              <a:gd name="connsiteY121" fmla="*/ 1785334 h 2237474"/>
              <a:gd name="connsiteX122" fmla="*/ 4513724 w 12192000"/>
              <a:gd name="connsiteY122" fmla="*/ 1791996 h 2237474"/>
              <a:gd name="connsiteX123" fmla="*/ 4459810 w 12192000"/>
              <a:gd name="connsiteY123" fmla="*/ 1797886 h 2237474"/>
              <a:gd name="connsiteX124" fmla="*/ 4379064 w 12192000"/>
              <a:gd name="connsiteY124" fmla="*/ 1817177 h 2237474"/>
              <a:gd name="connsiteX125" fmla="*/ 4319209 w 12192000"/>
              <a:gd name="connsiteY125" fmla="*/ 1834833 h 2237474"/>
              <a:gd name="connsiteX126" fmla="*/ 4290981 w 12192000"/>
              <a:gd name="connsiteY126" fmla="*/ 1839677 h 2237474"/>
              <a:gd name="connsiteX127" fmla="*/ 4285792 w 12192000"/>
              <a:gd name="connsiteY127" fmla="*/ 1836231 h 2237474"/>
              <a:gd name="connsiteX128" fmla="*/ 4238372 w 12192000"/>
              <a:gd name="connsiteY128" fmla="*/ 1851480 h 2237474"/>
              <a:gd name="connsiteX129" fmla="*/ 4232517 w 12192000"/>
              <a:gd name="connsiteY129" fmla="*/ 1852567 h 2237474"/>
              <a:gd name="connsiteX130" fmla="*/ 4191732 w 12192000"/>
              <a:gd name="connsiteY130" fmla="*/ 1857328 h 2237474"/>
              <a:gd name="connsiteX131" fmla="*/ 4065532 w 12192000"/>
              <a:gd name="connsiteY131" fmla="*/ 1855477 h 2237474"/>
              <a:gd name="connsiteX132" fmla="*/ 4028460 w 12192000"/>
              <a:gd name="connsiteY132" fmla="*/ 1855137 h 2237474"/>
              <a:gd name="connsiteX133" fmla="*/ 4002267 w 12192000"/>
              <a:gd name="connsiteY133" fmla="*/ 1852352 h 2237474"/>
              <a:gd name="connsiteX134" fmla="*/ 3931396 w 12192000"/>
              <a:gd name="connsiteY134" fmla="*/ 1858915 h 2237474"/>
              <a:gd name="connsiteX135" fmla="*/ 3812162 w 12192000"/>
              <a:gd name="connsiteY135" fmla="*/ 1875501 h 2237474"/>
              <a:gd name="connsiteX136" fmla="*/ 3729530 w 12192000"/>
              <a:gd name="connsiteY136" fmla="*/ 1864513 h 2237474"/>
              <a:gd name="connsiteX137" fmla="*/ 3680177 w 12192000"/>
              <a:gd name="connsiteY137" fmla="*/ 1881552 h 2237474"/>
              <a:gd name="connsiteX138" fmla="*/ 3567259 w 12192000"/>
              <a:gd name="connsiteY138" fmla="*/ 1893482 h 2237474"/>
              <a:gd name="connsiteX139" fmla="*/ 3405770 w 12192000"/>
              <a:gd name="connsiteY139" fmla="*/ 1904591 h 2237474"/>
              <a:gd name="connsiteX140" fmla="*/ 3280097 w 12192000"/>
              <a:gd name="connsiteY140" fmla="*/ 1919610 h 2237474"/>
              <a:gd name="connsiteX141" fmla="*/ 3123424 w 12192000"/>
              <a:gd name="connsiteY141" fmla="*/ 1952930 h 2237474"/>
              <a:gd name="connsiteX142" fmla="*/ 3009910 w 12192000"/>
              <a:gd name="connsiteY142" fmla="*/ 1957866 h 2237474"/>
              <a:gd name="connsiteX143" fmla="*/ 2995934 w 12192000"/>
              <a:gd name="connsiteY143" fmla="*/ 1967085 h 2237474"/>
              <a:gd name="connsiteX144" fmla="*/ 2980071 w 12192000"/>
              <a:gd name="connsiteY144" fmla="*/ 1972988 h 2237474"/>
              <a:gd name="connsiteX145" fmla="*/ 2978094 w 12192000"/>
              <a:gd name="connsiteY145" fmla="*/ 1972369 h 2237474"/>
              <a:gd name="connsiteX146" fmla="*/ 2942858 w 12192000"/>
              <a:gd name="connsiteY146" fmla="*/ 1981367 h 2237474"/>
              <a:gd name="connsiteX147" fmla="*/ 2875436 w 12192000"/>
              <a:gd name="connsiteY147" fmla="*/ 1996977 h 2237474"/>
              <a:gd name="connsiteX148" fmla="*/ 2874892 w 12192000"/>
              <a:gd name="connsiteY148" fmla="*/ 1996085 h 2237474"/>
              <a:gd name="connsiteX149" fmla="*/ 2864145 w 12192000"/>
              <a:gd name="connsiteY149" fmla="*/ 1994061 h 2237474"/>
              <a:gd name="connsiteX150" fmla="*/ 2843662 w 12192000"/>
              <a:gd name="connsiteY150" fmla="*/ 1992498 h 2237474"/>
              <a:gd name="connsiteX151" fmla="*/ 2796128 w 12192000"/>
              <a:gd name="connsiteY151" fmla="*/ 1976403 h 2237474"/>
              <a:gd name="connsiteX152" fmla="*/ 2756784 w 12192000"/>
              <a:gd name="connsiteY152" fmla="*/ 1985116 h 2237474"/>
              <a:gd name="connsiteX153" fmla="*/ 2748833 w 12192000"/>
              <a:gd name="connsiteY153" fmla="*/ 1986323 h 2237474"/>
              <a:gd name="connsiteX154" fmla="*/ 2748661 w 12192000"/>
              <a:gd name="connsiteY154" fmla="*/ 1986122 h 2237474"/>
              <a:gd name="connsiteX155" fmla="*/ 2740251 w 12192000"/>
              <a:gd name="connsiteY155" fmla="*/ 1986946 h 2237474"/>
              <a:gd name="connsiteX156" fmla="*/ 2718916 w 12192000"/>
              <a:gd name="connsiteY156" fmla="*/ 1990867 h 2237474"/>
              <a:gd name="connsiteX157" fmla="*/ 2713522 w 12192000"/>
              <a:gd name="connsiteY157" fmla="*/ 1990173 h 2237474"/>
              <a:gd name="connsiteX158" fmla="*/ 2680597 w 12192000"/>
              <a:gd name="connsiteY158" fmla="*/ 1984996 h 2237474"/>
              <a:gd name="connsiteX159" fmla="*/ 2578178 w 12192000"/>
              <a:gd name="connsiteY159" fmla="*/ 1990531 h 2237474"/>
              <a:gd name="connsiteX160" fmla="*/ 2476147 w 12192000"/>
              <a:gd name="connsiteY160" fmla="*/ 1998305 h 2237474"/>
              <a:gd name="connsiteX161" fmla="*/ 2373568 w 12192000"/>
              <a:gd name="connsiteY161" fmla="*/ 2003219 h 2237474"/>
              <a:gd name="connsiteX162" fmla="*/ 2321399 w 12192000"/>
              <a:gd name="connsiteY162" fmla="*/ 1989467 h 2237474"/>
              <a:gd name="connsiteX163" fmla="*/ 2315525 w 12192000"/>
              <a:gd name="connsiteY163" fmla="*/ 1989708 h 2237474"/>
              <a:gd name="connsiteX164" fmla="*/ 2300792 w 12192000"/>
              <a:gd name="connsiteY164" fmla="*/ 1994290 h 2237474"/>
              <a:gd name="connsiteX165" fmla="*/ 2295469 w 12192000"/>
              <a:gd name="connsiteY165" fmla="*/ 1996659 h 2237474"/>
              <a:gd name="connsiteX166" fmla="*/ 2287219 w 12192000"/>
              <a:gd name="connsiteY166" fmla="*/ 1998750 h 2237474"/>
              <a:gd name="connsiteX167" fmla="*/ 2286948 w 12192000"/>
              <a:gd name="connsiteY167" fmla="*/ 1998596 h 2237474"/>
              <a:gd name="connsiteX168" fmla="*/ 2243069 w 12192000"/>
              <a:gd name="connsiteY168" fmla="*/ 2015111 h 2237474"/>
              <a:gd name="connsiteX169" fmla="*/ 2186609 w 12192000"/>
              <a:gd name="connsiteY169" fmla="*/ 2008263 h 2237474"/>
              <a:gd name="connsiteX170" fmla="*/ 2164831 w 12192000"/>
              <a:gd name="connsiteY170" fmla="*/ 2010143 h 2237474"/>
              <a:gd name="connsiteX171" fmla="*/ 2152836 w 12192000"/>
              <a:gd name="connsiteY171" fmla="*/ 2010048 h 2237474"/>
              <a:gd name="connsiteX172" fmla="*/ 2117102 w 12192000"/>
              <a:gd name="connsiteY172" fmla="*/ 2023004 h 2237474"/>
              <a:gd name="connsiteX173" fmla="*/ 2111935 w 12192000"/>
              <a:gd name="connsiteY173" fmla="*/ 2023163 h 2237474"/>
              <a:gd name="connsiteX174" fmla="*/ 2089991 w 12192000"/>
              <a:gd name="connsiteY174" fmla="*/ 2034193 h 2237474"/>
              <a:gd name="connsiteX175" fmla="*/ 2058061 w 12192000"/>
              <a:gd name="connsiteY175" fmla="*/ 2047942 h 2237474"/>
              <a:gd name="connsiteX176" fmla="*/ 2055737 w 12192000"/>
              <a:gd name="connsiteY176" fmla="*/ 2047704 h 2237474"/>
              <a:gd name="connsiteX177" fmla="*/ 2042244 w 12192000"/>
              <a:gd name="connsiteY177" fmla="*/ 2055560 h 2237474"/>
              <a:gd name="connsiteX178" fmla="*/ 1976224 w 12192000"/>
              <a:gd name="connsiteY178" fmla="*/ 2074257 h 2237474"/>
              <a:gd name="connsiteX179" fmla="*/ 1877728 w 12192000"/>
              <a:gd name="connsiteY179" fmla="*/ 2101004 h 2237474"/>
              <a:gd name="connsiteX180" fmla="*/ 1759056 w 12192000"/>
              <a:gd name="connsiteY180" fmla="*/ 2125608 h 2237474"/>
              <a:gd name="connsiteX181" fmla="*/ 1637948 w 12192000"/>
              <a:gd name="connsiteY181" fmla="*/ 2172597 h 2237474"/>
              <a:gd name="connsiteX182" fmla="*/ 1434549 w 12192000"/>
              <a:gd name="connsiteY182" fmla="*/ 2234522 h 2237474"/>
              <a:gd name="connsiteX183" fmla="*/ 1398481 w 12192000"/>
              <a:gd name="connsiteY183" fmla="*/ 2237074 h 2237474"/>
              <a:gd name="connsiteX184" fmla="*/ 1398407 w 12192000"/>
              <a:gd name="connsiteY184" fmla="*/ 2237095 h 2237474"/>
              <a:gd name="connsiteX185" fmla="*/ 1370962 w 12192000"/>
              <a:gd name="connsiteY185" fmla="*/ 2237474 h 2237474"/>
              <a:gd name="connsiteX186" fmla="*/ 1356367 w 12192000"/>
              <a:gd name="connsiteY186" fmla="*/ 2235089 h 2237474"/>
              <a:gd name="connsiteX187" fmla="*/ 1324828 w 12192000"/>
              <a:gd name="connsiteY187" fmla="*/ 2231968 h 2237474"/>
              <a:gd name="connsiteX188" fmla="*/ 1297744 w 12192000"/>
              <a:gd name="connsiteY188" fmla="*/ 2235849 h 2237474"/>
              <a:gd name="connsiteX189" fmla="*/ 1286236 w 12192000"/>
              <a:gd name="connsiteY189" fmla="*/ 2233135 h 2237474"/>
              <a:gd name="connsiteX190" fmla="*/ 1283504 w 12192000"/>
              <a:gd name="connsiteY190" fmla="*/ 2233797 h 2237474"/>
              <a:gd name="connsiteX191" fmla="*/ 1279765 w 12192000"/>
              <a:gd name="connsiteY191" fmla="*/ 2229639 h 2237474"/>
              <a:gd name="connsiteX192" fmla="*/ 1195347 w 12192000"/>
              <a:gd name="connsiteY192" fmla="*/ 2212354 h 2237474"/>
              <a:gd name="connsiteX193" fmla="*/ 970251 w 12192000"/>
              <a:gd name="connsiteY193" fmla="*/ 2221029 h 2237474"/>
              <a:gd name="connsiteX194" fmla="*/ 812914 w 12192000"/>
              <a:gd name="connsiteY194" fmla="*/ 2202752 h 2237474"/>
              <a:gd name="connsiteX195" fmla="*/ 800195 w 12192000"/>
              <a:gd name="connsiteY195" fmla="*/ 2209407 h 2237474"/>
              <a:gd name="connsiteX196" fmla="*/ 784978 w 12192000"/>
              <a:gd name="connsiteY196" fmla="*/ 2212360 h 2237474"/>
              <a:gd name="connsiteX197" fmla="*/ 681987 w 12192000"/>
              <a:gd name="connsiteY197" fmla="*/ 2216757 h 2237474"/>
              <a:gd name="connsiteX198" fmla="*/ 669923 w 12192000"/>
              <a:gd name="connsiteY198" fmla="*/ 2211682 h 2237474"/>
              <a:gd name="connsiteX199" fmla="*/ 648680 w 12192000"/>
              <a:gd name="connsiteY199" fmla="*/ 2206229 h 2237474"/>
              <a:gd name="connsiteX200" fmla="*/ 597225 w 12192000"/>
              <a:gd name="connsiteY200" fmla="*/ 2180999 h 2237474"/>
              <a:gd name="connsiteX201" fmla="*/ 558449 w 12192000"/>
              <a:gd name="connsiteY201" fmla="*/ 2182346 h 2237474"/>
              <a:gd name="connsiteX202" fmla="*/ 550517 w 12192000"/>
              <a:gd name="connsiteY202" fmla="*/ 2182060 h 2237474"/>
              <a:gd name="connsiteX203" fmla="*/ 550309 w 12192000"/>
              <a:gd name="connsiteY203" fmla="*/ 2181825 h 2237474"/>
              <a:gd name="connsiteX204" fmla="*/ 541836 w 12192000"/>
              <a:gd name="connsiteY204" fmla="*/ 2181063 h 2237474"/>
              <a:gd name="connsiteX205" fmla="*/ 536057 w 12192000"/>
              <a:gd name="connsiteY205" fmla="*/ 2181537 h 2237474"/>
              <a:gd name="connsiteX206" fmla="*/ 520671 w 12192000"/>
              <a:gd name="connsiteY206" fmla="*/ 2180980 h 2237474"/>
              <a:gd name="connsiteX207" fmla="*/ 515024 w 12192000"/>
              <a:gd name="connsiteY207" fmla="*/ 2179258 h 2237474"/>
              <a:gd name="connsiteX208" fmla="*/ 512278 w 12192000"/>
              <a:gd name="connsiteY208" fmla="*/ 2176369 h 2237474"/>
              <a:gd name="connsiteX209" fmla="*/ 480419 w 12192000"/>
              <a:gd name="connsiteY209" fmla="*/ 2167807 h 2237474"/>
              <a:gd name="connsiteX210" fmla="*/ 413835 w 12192000"/>
              <a:gd name="connsiteY210" fmla="*/ 2156783 h 2237474"/>
              <a:gd name="connsiteX211" fmla="*/ 376513 w 12192000"/>
              <a:gd name="connsiteY211" fmla="*/ 2154014 h 2237474"/>
              <a:gd name="connsiteX212" fmla="*/ 273386 w 12192000"/>
              <a:gd name="connsiteY212" fmla="*/ 2142551 h 2237474"/>
              <a:gd name="connsiteX213" fmla="*/ 169207 w 12192000"/>
              <a:gd name="connsiteY213" fmla="*/ 2128100 h 2237474"/>
              <a:gd name="connsiteX214" fmla="*/ 93149 w 12192000"/>
              <a:gd name="connsiteY214" fmla="*/ 2105324 h 2237474"/>
              <a:gd name="connsiteX215" fmla="*/ 88109 w 12192000"/>
              <a:gd name="connsiteY215" fmla="*/ 2106704 h 2237474"/>
              <a:gd name="connsiteX216" fmla="*/ 80022 w 12192000"/>
              <a:gd name="connsiteY216" fmla="*/ 2107254 h 2237474"/>
              <a:gd name="connsiteX217" fmla="*/ 79717 w 12192000"/>
              <a:gd name="connsiteY217" fmla="*/ 2107046 h 2237474"/>
              <a:gd name="connsiteX218" fmla="*/ 72352 w 12192000"/>
              <a:gd name="connsiteY218" fmla="*/ 2107991 h 2237474"/>
              <a:gd name="connsiteX219" fmla="*/ 37645 w 12192000"/>
              <a:gd name="connsiteY219" fmla="*/ 2115401 h 2237474"/>
              <a:gd name="connsiteX220" fmla="*/ 4572 w 12192000"/>
              <a:gd name="connsiteY220" fmla="*/ 2111091 h 2237474"/>
              <a:gd name="connsiteX221" fmla="*/ 0 w 12192000"/>
              <a:gd name="connsiteY221" fmla="*/ 2110468 h 2237474"/>
              <a:gd name="connsiteX222" fmla="*/ 0 w 12192000"/>
              <a:gd name="connsiteY22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02328 w 12192000"/>
              <a:gd name="connsiteY66" fmla="*/ 1345865 h 2237474"/>
              <a:gd name="connsiteX67" fmla="*/ 7875879 w 12192000"/>
              <a:gd name="connsiteY67" fmla="*/ 1345646 h 2237474"/>
              <a:gd name="connsiteX68" fmla="*/ 7840612 w 12192000"/>
              <a:gd name="connsiteY68" fmla="*/ 1369373 h 2237474"/>
              <a:gd name="connsiteX69" fmla="*/ 7786819 w 12192000"/>
              <a:gd name="connsiteY69" fmla="*/ 1378970 h 2237474"/>
              <a:gd name="connsiteX70" fmla="*/ 7548172 w 12192000"/>
              <a:gd name="connsiteY70" fmla="*/ 1417460 h 2237474"/>
              <a:gd name="connsiteX71" fmla="*/ 7483437 w 12192000"/>
              <a:gd name="connsiteY71" fmla="*/ 1478152 h 2237474"/>
              <a:gd name="connsiteX72" fmla="*/ 7377870 w 12192000"/>
              <a:gd name="connsiteY72" fmla="*/ 1523319 h 2237474"/>
              <a:gd name="connsiteX73" fmla="*/ 7230737 w 12192000"/>
              <a:gd name="connsiteY73" fmla="*/ 1562633 h 2237474"/>
              <a:gd name="connsiteX74" fmla="*/ 7224458 w 12192000"/>
              <a:gd name="connsiteY74" fmla="*/ 1573008 h 2237474"/>
              <a:gd name="connsiteX75" fmla="*/ 7213486 w 12192000"/>
              <a:gd name="connsiteY75" fmla="*/ 1580987 h 2237474"/>
              <a:gd name="connsiteX76" fmla="*/ 7183121 w 12192000"/>
              <a:gd name="connsiteY76" fmla="*/ 1595162 h 2237474"/>
              <a:gd name="connsiteX77" fmla="*/ 7164601 w 12192000"/>
              <a:gd name="connsiteY77" fmla="*/ 1606490 h 2237474"/>
              <a:gd name="connsiteX78" fmla="*/ 7114651 w 12192000"/>
              <a:gd name="connsiteY78" fmla="*/ 1620959 h 2237474"/>
              <a:gd name="connsiteX79" fmla="*/ 7092727 w 12192000"/>
              <a:gd name="connsiteY79" fmla="*/ 1623628 h 2237474"/>
              <a:gd name="connsiteX80" fmla="*/ 7031309 w 12192000"/>
              <a:gd name="connsiteY80" fmla="*/ 1619451 h 2237474"/>
              <a:gd name="connsiteX81" fmla="*/ 6999084 w 12192000"/>
              <a:gd name="connsiteY81" fmla="*/ 1634317 h 2237474"/>
              <a:gd name="connsiteX82" fmla="*/ 6992107 w 12192000"/>
              <a:gd name="connsiteY82" fmla="*/ 1636860 h 2237474"/>
              <a:gd name="connsiteX83" fmla="*/ 6991765 w 12192000"/>
              <a:gd name="connsiteY83" fmla="*/ 1636725 h 2237474"/>
              <a:gd name="connsiteX84" fmla="*/ 6900177 w 12192000"/>
              <a:gd name="connsiteY84" fmla="*/ 1636016 h 2237474"/>
              <a:gd name="connsiteX85" fmla="*/ 6795372 w 12192000"/>
              <a:gd name="connsiteY85" fmla="*/ 1644845 h 2237474"/>
              <a:gd name="connsiteX86" fmla="*/ 6692251 w 12192000"/>
              <a:gd name="connsiteY86" fmla="*/ 1656357 h 2237474"/>
              <a:gd name="connsiteX87" fmla="*/ 6655235 w 12192000"/>
              <a:gd name="connsiteY87" fmla="*/ 1661869 h 2237474"/>
              <a:gd name="connsiteX88" fmla="*/ 6587857 w 12192000"/>
              <a:gd name="connsiteY88" fmla="*/ 1665769 h 2237474"/>
              <a:gd name="connsiteX89" fmla="*/ 6554894 w 12192000"/>
              <a:gd name="connsiteY89" fmla="*/ 1664428 h 2237474"/>
              <a:gd name="connsiteX90" fmla="*/ 6516595 w 12192000"/>
              <a:gd name="connsiteY90" fmla="*/ 1667475 h 2237474"/>
              <a:gd name="connsiteX91" fmla="*/ 6508541 w 12192000"/>
              <a:gd name="connsiteY91" fmla="*/ 1668757 h 2237474"/>
              <a:gd name="connsiteX92" fmla="*/ 6471012 w 12192000"/>
              <a:gd name="connsiteY92" fmla="*/ 1678604 h 2237474"/>
              <a:gd name="connsiteX93" fmla="*/ 6415265 w 12192000"/>
              <a:gd name="connsiteY93" fmla="*/ 1665317 h 2237474"/>
              <a:gd name="connsiteX94" fmla="*/ 6364035 w 12192000"/>
              <a:gd name="connsiteY94" fmla="*/ 1667683 h 2237474"/>
              <a:gd name="connsiteX95" fmla="*/ 6280959 w 12192000"/>
              <a:gd name="connsiteY95" fmla="*/ 1689329 h 2237474"/>
              <a:gd name="connsiteX96" fmla="*/ 6243319 w 12192000"/>
              <a:gd name="connsiteY96" fmla="*/ 1695560 h 2237474"/>
              <a:gd name="connsiteX97" fmla="*/ 6098321 w 12192000"/>
              <a:gd name="connsiteY97" fmla="*/ 1721646 h 2237474"/>
              <a:gd name="connsiteX98" fmla="*/ 5880652 w 12192000"/>
              <a:gd name="connsiteY98" fmla="*/ 1779643 h 2237474"/>
              <a:gd name="connsiteX99" fmla="*/ 5785959 w 12192000"/>
              <a:gd name="connsiteY99" fmla="*/ 1775307 h 2237474"/>
              <a:gd name="connsiteX100" fmla="*/ 5643534 w 12192000"/>
              <a:gd name="connsiteY100" fmla="*/ 1802919 h 2237474"/>
              <a:gd name="connsiteX101" fmla="*/ 5518799 w 12192000"/>
              <a:gd name="connsiteY101" fmla="*/ 1818312 h 2237474"/>
              <a:gd name="connsiteX102" fmla="*/ 5505014 w 12192000"/>
              <a:gd name="connsiteY102" fmla="*/ 1819259 h 2237474"/>
              <a:gd name="connsiteX103" fmla="*/ 5453307 w 12192000"/>
              <a:gd name="connsiteY103" fmla="*/ 1815450 h 2237474"/>
              <a:gd name="connsiteX104" fmla="*/ 5364192 w 12192000"/>
              <a:gd name="connsiteY104" fmla="*/ 1826074 h 2237474"/>
              <a:gd name="connsiteX105" fmla="*/ 5350380 w 12192000"/>
              <a:gd name="connsiteY105" fmla="*/ 1830891 h 2237474"/>
              <a:gd name="connsiteX106" fmla="*/ 5259633 w 12192000"/>
              <a:gd name="connsiteY106" fmla="*/ 1837160 h 2237474"/>
              <a:gd name="connsiteX107" fmla="*/ 5197513 w 12192000"/>
              <a:gd name="connsiteY107" fmla="*/ 1844718 h 2237474"/>
              <a:gd name="connsiteX108" fmla="*/ 5168852 w 12192000"/>
              <a:gd name="connsiteY108" fmla="*/ 1844846 h 2237474"/>
              <a:gd name="connsiteX109" fmla="*/ 5114927 w 12192000"/>
              <a:gd name="connsiteY109" fmla="*/ 1847827 h 2237474"/>
              <a:gd name="connsiteX110" fmla="*/ 5108970 w 12192000"/>
              <a:gd name="connsiteY110" fmla="*/ 1847935 h 2237474"/>
              <a:gd name="connsiteX111" fmla="*/ 5067961 w 12192000"/>
              <a:gd name="connsiteY111" fmla="*/ 1845917 h 2237474"/>
              <a:gd name="connsiteX112" fmla="*/ 5007075 w 12192000"/>
              <a:gd name="connsiteY112" fmla="*/ 1838626 h 2237474"/>
              <a:gd name="connsiteX113" fmla="*/ 4944087 w 12192000"/>
              <a:gd name="connsiteY113" fmla="*/ 1823332 h 2237474"/>
              <a:gd name="connsiteX114" fmla="*/ 4907662 w 12192000"/>
              <a:gd name="connsiteY114" fmla="*/ 1816900 h 2237474"/>
              <a:gd name="connsiteX115" fmla="*/ 4882386 w 12192000"/>
              <a:gd name="connsiteY115" fmla="*/ 1809844 h 2237474"/>
              <a:gd name="connsiteX116" fmla="*/ 4811440 w 12192000"/>
              <a:gd name="connsiteY116" fmla="*/ 1804655 h 2237474"/>
              <a:gd name="connsiteX117" fmla="*/ 4691075 w 12192000"/>
              <a:gd name="connsiteY117" fmla="*/ 1801389 h 2237474"/>
              <a:gd name="connsiteX118" fmla="*/ 4611738 w 12192000"/>
              <a:gd name="connsiteY118" fmla="*/ 1776964 h 2237474"/>
              <a:gd name="connsiteX119" fmla="*/ 4560070 w 12192000"/>
              <a:gd name="connsiteY119" fmla="*/ 1785640 h 2237474"/>
              <a:gd name="connsiteX120" fmla="*/ 4536503 w 12192000"/>
              <a:gd name="connsiteY120" fmla="*/ 1785334 h 2237474"/>
              <a:gd name="connsiteX121" fmla="*/ 4513724 w 12192000"/>
              <a:gd name="connsiteY121" fmla="*/ 1791996 h 2237474"/>
              <a:gd name="connsiteX122" fmla="*/ 4459810 w 12192000"/>
              <a:gd name="connsiteY122" fmla="*/ 1797886 h 2237474"/>
              <a:gd name="connsiteX123" fmla="*/ 4379064 w 12192000"/>
              <a:gd name="connsiteY123" fmla="*/ 1817177 h 2237474"/>
              <a:gd name="connsiteX124" fmla="*/ 4319209 w 12192000"/>
              <a:gd name="connsiteY124" fmla="*/ 1834833 h 2237474"/>
              <a:gd name="connsiteX125" fmla="*/ 4290981 w 12192000"/>
              <a:gd name="connsiteY125" fmla="*/ 1839677 h 2237474"/>
              <a:gd name="connsiteX126" fmla="*/ 4285792 w 12192000"/>
              <a:gd name="connsiteY126" fmla="*/ 1836231 h 2237474"/>
              <a:gd name="connsiteX127" fmla="*/ 4238372 w 12192000"/>
              <a:gd name="connsiteY127" fmla="*/ 1851480 h 2237474"/>
              <a:gd name="connsiteX128" fmla="*/ 4232517 w 12192000"/>
              <a:gd name="connsiteY128" fmla="*/ 1852567 h 2237474"/>
              <a:gd name="connsiteX129" fmla="*/ 4191732 w 12192000"/>
              <a:gd name="connsiteY129" fmla="*/ 1857328 h 2237474"/>
              <a:gd name="connsiteX130" fmla="*/ 4065532 w 12192000"/>
              <a:gd name="connsiteY130" fmla="*/ 1855477 h 2237474"/>
              <a:gd name="connsiteX131" fmla="*/ 4028460 w 12192000"/>
              <a:gd name="connsiteY131" fmla="*/ 1855137 h 2237474"/>
              <a:gd name="connsiteX132" fmla="*/ 4002267 w 12192000"/>
              <a:gd name="connsiteY132" fmla="*/ 1852352 h 2237474"/>
              <a:gd name="connsiteX133" fmla="*/ 3931396 w 12192000"/>
              <a:gd name="connsiteY133" fmla="*/ 1858915 h 2237474"/>
              <a:gd name="connsiteX134" fmla="*/ 3812162 w 12192000"/>
              <a:gd name="connsiteY134" fmla="*/ 1875501 h 2237474"/>
              <a:gd name="connsiteX135" fmla="*/ 3729530 w 12192000"/>
              <a:gd name="connsiteY135" fmla="*/ 1864513 h 2237474"/>
              <a:gd name="connsiteX136" fmla="*/ 3680177 w 12192000"/>
              <a:gd name="connsiteY136" fmla="*/ 1881552 h 2237474"/>
              <a:gd name="connsiteX137" fmla="*/ 3567259 w 12192000"/>
              <a:gd name="connsiteY137" fmla="*/ 1893482 h 2237474"/>
              <a:gd name="connsiteX138" fmla="*/ 3405770 w 12192000"/>
              <a:gd name="connsiteY138" fmla="*/ 1904591 h 2237474"/>
              <a:gd name="connsiteX139" fmla="*/ 3280097 w 12192000"/>
              <a:gd name="connsiteY139" fmla="*/ 1919610 h 2237474"/>
              <a:gd name="connsiteX140" fmla="*/ 3123424 w 12192000"/>
              <a:gd name="connsiteY140" fmla="*/ 1952930 h 2237474"/>
              <a:gd name="connsiteX141" fmla="*/ 3009910 w 12192000"/>
              <a:gd name="connsiteY141" fmla="*/ 1957866 h 2237474"/>
              <a:gd name="connsiteX142" fmla="*/ 2995934 w 12192000"/>
              <a:gd name="connsiteY142" fmla="*/ 1967085 h 2237474"/>
              <a:gd name="connsiteX143" fmla="*/ 2980071 w 12192000"/>
              <a:gd name="connsiteY143" fmla="*/ 1972988 h 2237474"/>
              <a:gd name="connsiteX144" fmla="*/ 2978094 w 12192000"/>
              <a:gd name="connsiteY144" fmla="*/ 1972369 h 2237474"/>
              <a:gd name="connsiteX145" fmla="*/ 2942858 w 12192000"/>
              <a:gd name="connsiteY145" fmla="*/ 1981367 h 2237474"/>
              <a:gd name="connsiteX146" fmla="*/ 2875436 w 12192000"/>
              <a:gd name="connsiteY146" fmla="*/ 1996977 h 2237474"/>
              <a:gd name="connsiteX147" fmla="*/ 2874892 w 12192000"/>
              <a:gd name="connsiteY147" fmla="*/ 1996085 h 2237474"/>
              <a:gd name="connsiteX148" fmla="*/ 2864145 w 12192000"/>
              <a:gd name="connsiteY148" fmla="*/ 1994061 h 2237474"/>
              <a:gd name="connsiteX149" fmla="*/ 2843662 w 12192000"/>
              <a:gd name="connsiteY149" fmla="*/ 1992498 h 2237474"/>
              <a:gd name="connsiteX150" fmla="*/ 2796128 w 12192000"/>
              <a:gd name="connsiteY150" fmla="*/ 1976403 h 2237474"/>
              <a:gd name="connsiteX151" fmla="*/ 2756784 w 12192000"/>
              <a:gd name="connsiteY151" fmla="*/ 1985116 h 2237474"/>
              <a:gd name="connsiteX152" fmla="*/ 2748833 w 12192000"/>
              <a:gd name="connsiteY152" fmla="*/ 1986323 h 2237474"/>
              <a:gd name="connsiteX153" fmla="*/ 2748661 w 12192000"/>
              <a:gd name="connsiteY153" fmla="*/ 1986122 h 2237474"/>
              <a:gd name="connsiteX154" fmla="*/ 2740251 w 12192000"/>
              <a:gd name="connsiteY154" fmla="*/ 1986946 h 2237474"/>
              <a:gd name="connsiteX155" fmla="*/ 2718916 w 12192000"/>
              <a:gd name="connsiteY155" fmla="*/ 1990867 h 2237474"/>
              <a:gd name="connsiteX156" fmla="*/ 2713522 w 12192000"/>
              <a:gd name="connsiteY156" fmla="*/ 1990173 h 2237474"/>
              <a:gd name="connsiteX157" fmla="*/ 2680597 w 12192000"/>
              <a:gd name="connsiteY157" fmla="*/ 1984996 h 2237474"/>
              <a:gd name="connsiteX158" fmla="*/ 2578178 w 12192000"/>
              <a:gd name="connsiteY158" fmla="*/ 1990531 h 2237474"/>
              <a:gd name="connsiteX159" fmla="*/ 2476147 w 12192000"/>
              <a:gd name="connsiteY159" fmla="*/ 1998305 h 2237474"/>
              <a:gd name="connsiteX160" fmla="*/ 2373568 w 12192000"/>
              <a:gd name="connsiteY160" fmla="*/ 2003219 h 2237474"/>
              <a:gd name="connsiteX161" fmla="*/ 2321399 w 12192000"/>
              <a:gd name="connsiteY161" fmla="*/ 1989467 h 2237474"/>
              <a:gd name="connsiteX162" fmla="*/ 2315525 w 12192000"/>
              <a:gd name="connsiteY162" fmla="*/ 1989708 h 2237474"/>
              <a:gd name="connsiteX163" fmla="*/ 2300792 w 12192000"/>
              <a:gd name="connsiteY163" fmla="*/ 1994290 h 2237474"/>
              <a:gd name="connsiteX164" fmla="*/ 2295469 w 12192000"/>
              <a:gd name="connsiteY164" fmla="*/ 1996659 h 2237474"/>
              <a:gd name="connsiteX165" fmla="*/ 2287219 w 12192000"/>
              <a:gd name="connsiteY165" fmla="*/ 1998750 h 2237474"/>
              <a:gd name="connsiteX166" fmla="*/ 2286948 w 12192000"/>
              <a:gd name="connsiteY166" fmla="*/ 1998596 h 2237474"/>
              <a:gd name="connsiteX167" fmla="*/ 2243069 w 12192000"/>
              <a:gd name="connsiteY167" fmla="*/ 2015111 h 2237474"/>
              <a:gd name="connsiteX168" fmla="*/ 2186609 w 12192000"/>
              <a:gd name="connsiteY168" fmla="*/ 2008263 h 2237474"/>
              <a:gd name="connsiteX169" fmla="*/ 2164831 w 12192000"/>
              <a:gd name="connsiteY169" fmla="*/ 2010143 h 2237474"/>
              <a:gd name="connsiteX170" fmla="*/ 2152836 w 12192000"/>
              <a:gd name="connsiteY170" fmla="*/ 2010048 h 2237474"/>
              <a:gd name="connsiteX171" fmla="*/ 2117102 w 12192000"/>
              <a:gd name="connsiteY171" fmla="*/ 2023004 h 2237474"/>
              <a:gd name="connsiteX172" fmla="*/ 2111935 w 12192000"/>
              <a:gd name="connsiteY172" fmla="*/ 2023163 h 2237474"/>
              <a:gd name="connsiteX173" fmla="*/ 2089991 w 12192000"/>
              <a:gd name="connsiteY173" fmla="*/ 2034193 h 2237474"/>
              <a:gd name="connsiteX174" fmla="*/ 2058061 w 12192000"/>
              <a:gd name="connsiteY174" fmla="*/ 2047942 h 2237474"/>
              <a:gd name="connsiteX175" fmla="*/ 2055737 w 12192000"/>
              <a:gd name="connsiteY175" fmla="*/ 2047704 h 2237474"/>
              <a:gd name="connsiteX176" fmla="*/ 2042244 w 12192000"/>
              <a:gd name="connsiteY176" fmla="*/ 2055560 h 2237474"/>
              <a:gd name="connsiteX177" fmla="*/ 1976224 w 12192000"/>
              <a:gd name="connsiteY177" fmla="*/ 2074257 h 2237474"/>
              <a:gd name="connsiteX178" fmla="*/ 1877728 w 12192000"/>
              <a:gd name="connsiteY178" fmla="*/ 2101004 h 2237474"/>
              <a:gd name="connsiteX179" fmla="*/ 1759056 w 12192000"/>
              <a:gd name="connsiteY179" fmla="*/ 2125608 h 2237474"/>
              <a:gd name="connsiteX180" fmla="*/ 1637948 w 12192000"/>
              <a:gd name="connsiteY180" fmla="*/ 2172597 h 2237474"/>
              <a:gd name="connsiteX181" fmla="*/ 1434549 w 12192000"/>
              <a:gd name="connsiteY181" fmla="*/ 2234522 h 2237474"/>
              <a:gd name="connsiteX182" fmla="*/ 1398481 w 12192000"/>
              <a:gd name="connsiteY182" fmla="*/ 2237074 h 2237474"/>
              <a:gd name="connsiteX183" fmla="*/ 1398407 w 12192000"/>
              <a:gd name="connsiteY183" fmla="*/ 2237095 h 2237474"/>
              <a:gd name="connsiteX184" fmla="*/ 1370962 w 12192000"/>
              <a:gd name="connsiteY184" fmla="*/ 2237474 h 2237474"/>
              <a:gd name="connsiteX185" fmla="*/ 1356367 w 12192000"/>
              <a:gd name="connsiteY185" fmla="*/ 2235089 h 2237474"/>
              <a:gd name="connsiteX186" fmla="*/ 1324828 w 12192000"/>
              <a:gd name="connsiteY186" fmla="*/ 2231968 h 2237474"/>
              <a:gd name="connsiteX187" fmla="*/ 1297744 w 12192000"/>
              <a:gd name="connsiteY187" fmla="*/ 2235849 h 2237474"/>
              <a:gd name="connsiteX188" fmla="*/ 1286236 w 12192000"/>
              <a:gd name="connsiteY188" fmla="*/ 2233135 h 2237474"/>
              <a:gd name="connsiteX189" fmla="*/ 1283504 w 12192000"/>
              <a:gd name="connsiteY189" fmla="*/ 2233797 h 2237474"/>
              <a:gd name="connsiteX190" fmla="*/ 1279765 w 12192000"/>
              <a:gd name="connsiteY190" fmla="*/ 2229639 h 2237474"/>
              <a:gd name="connsiteX191" fmla="*/ 1195347 w 12192000"/>
              <a:gd name="connsiteY191" fmla="*/ 2212354 h 2237474"/>
              <a:gd name="connsiteX192" fmla="*/ 970251 w 12192000"/>
              <a:gd name="connsiteY192" fmla="*/ 2221029 h 2237474"/>
              <a:gd name="connsiteX193" fmla="*/ 812914 w 12192000"/>
              <a:gd name="connsiteY193" fmla="*/ 2202752 h 2237474"/>
              <a:gd name="connsiteX194" fmla="*/ 800195 w 12192000"/>
              <a:gd name="connsiteY194" fmla="*/ 2209407 h 2237474"/>
              <a:gd name="connsiteX195" fmla="*/ 784978 w 12192000"/>
              <a:gd name="connsiteY195" fmla="*/ 2212360 h 2237474"/>
              <a:gd name="connsiteX196" fmla="*/ 681987 w 12192000"/>
              <a:gd name="connsiteY196" fmla="*/ 2216757 h 2237474"/>
              <a:gd name="connsiteX197" fmla="*/ 669923 w 12192000"/>
              <a:gd name="connsiteY197" fmla="*/ 2211682 h 2237474"/>
              <a:gd name="connsiteX198" fmla="*/ 648680 w 12192000"/>
              <a:gd name="connsiteY198" fmla="*/ 2206229 h 2237474"/>
              <a:gd name="connsiteX199" fmla="*/ 597225 w 12192000"/>
              <a:gd name="connsiteY199" fmla="*/ 2180999 h 2237474"/>
              <a:gd name="connsiteX200" fmla="*/ 558449 w 12192000"/>
              <a:gd name="connsiteY200" fmla="*/ 2182346 h 2237474"/>
              <a:gd name="connsiteX201" fmla="*/ 550517 w 12192000"/>
              <a:gd name="connsiteY201" fmla="*/ 2182060 h 2237474"/>
              <a:gd name="connsiteX202" fmla="*/ 550309 w 12192000"/>
              <a:gd name="connsiteY202" fmla="*/ 2181825 h 2237474"/>
              <a:gd name="connsiteX203" fmla="*/ 541836 w 12192000"/>
              <a:gd name="connsiteY203" fmla="*/ 2181063 h 2237474"/>
              <a:gd name="connsiteX204" fmla="*/ 536057 w 12192000"/>
              <a:gd name="connsiteY204" fmla="*/ 2181537 h 2237474"/>
              <a:gd name="connsiteX205" fmla="*/ 520671 w 12192000"/>
              <a:gd name="connsiteY205" fmla="*/ 2180980 h 2237474"/>
              <a:gd name="connsiteX206" fmla="*/ 515024 w 12192000"/>
              <a:gd name="connsiteY206" fmla="*/ 2179258 h 2237474"/>
              <a:gd name="connsiteX207" fmla="*/ 512278 w 12192000"/>
              <a:gd name="connsiteY207" fmla="*/ 2176369 h 2237474"/>
              <a:gd name="connsiteX208" fmla="*/ 480419 w 12192000"/>
              <a:gd name="connsiteY208" fmla="*/ 2167807 h 2237474"/>
              <a:gd name="connsiteX209" fmla="*/ 413835 w 12192000"/>
              <a:gd name="connsiteY209" fmla="*/ 2156783 h 2237474"/>
              <a:gd name="connsiteX210" fmla="*/ 376513 w 12192000"/>
              <a:gd name="connsiteY210" fmla="*/ 2154014 h 2237474"/>
              <a:gd name="connsiteX211" fmla="*/ 273386 w 12192000"/>
              <a:gd name="connsiteY211" fmla="*/ 2142551 h 2237474"/>
              <a:gd name="connsiteX212" fmla="*/ 169207 w 12192000"/>
              <a:gd name="connsiteY212" fmla="*/ 2128100 h 2237474"/>
              <a:gd name="connsiteX213" fmla="*/ 93149 w 12192000"/>
              <a:gd name="connsiteY213" fmla="*/ 2105324 h 2237474"/>
              <a:gd name="connsiteX214" fmla="*/ 88109 w 12192000"/>
              <a:gd name="connsiteY214" fmla="*/ 2106704 h 2237474"/>
              <a:gd name="connsiteX215" fmla="*/ 80022 w 12192000"/>
              <a:gd name="connsiteY215" fmla="*/ 2107254 h 2237474"/>
              <a:gd name="connsiteX216" fmla="*/ 79717 w 12192000"/>
              <a:gd name="connsiteY216" fmla="*/ 2107046 h 2237474"/>
              <a:gd name="connsiteX217" fmla="*/ 72352 w 12192000"/>
              <a:gd name="connsiteY217" fmla="*/ 2107991 h 2237474"/>
              <a:gd name="connsiteX218" fmla="*/ 37645 w 12192000"/>
              <a:gd name="connsiteY218" fmla="*/ 2115401 h 2237474"/>
              <a:gd name="connsiteX219" fmla="*/ 4572 w 12192000"/>
              <a:gd name="connsiteY219" fmla="*/ 2111091 h 2237474"/>
              <a:gd name="connsiteX220" fmla="*/ 0 w 12192000"/>
              <a:gd name="connsiteY220" fmla="*/ 2110468 h 2237474"/>
              <a:gd name="connsiteX221" fmla="*/ 0 w 12192000"/>
              <a:gd name="connsiteY221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278619 w 12192000"/>
              <a:gd name="connsiteY39" fmla="*/ 1011878 h 2237474"/>
              <a:gd name="connsiteX40" fmla="*/ 9268019 w 12192000"/>
              <a:gd name="connsiteY40" fmla="*/ 1007442 h 2237474"/>
              <a:gd name="connsiteX41" fmla="*/ 9234662 w 12192000"/>
              <a:gd name="connsiteY41" fmla="*/ 1023056 h 2237474"/>
              <a:gd name="connsiteX42" fmla="*/ 9181033 w 12192000"/>
              <a:gd name="connsiteY42" fmla="*/ 1037921 h 2237474"/>
              <a:gd name="connsiteX43" fmla="*/ 9155969 w 12192000"/>
              <a:gd name="connsiteY43" fmla="*/ 1046804 h 2237474"/>
              <a:gd name="connsiteX44" fmla="*/ 9133985 w 12192000"/>
              <a:gd name="connsiteY44" fmla="*/ 1046450 h 2237474"/>
              <a:gd name="connsiteX45" fmla="*/ 9012987 w 12192000"/>
              <a:gd name="connsiteY45" fmla="*/ 1061986 h 2237474"/>
              <a:gd name="connsiteX46" fmla="*/ 8968445 w 12192000"/>
              <a:gd name="connsiteY46" fmla="*/ 1052169 h 2237474"/>
              <a:gd name="connsiteX47" fmla="*/ 8958984 w 12192000"/>
              <a:gd name="connsiteY47" fmla="*/ 1057212 h 2237474"/>
              <a:gd name="connsiteX48" fmla="*/ 8886001 w 12192000"/>
              <a:gd name="connsiteY48" fmla="*/ 1067468 h 2237474"/>
              <a:gd name="connsiteX49" fmla="*/ 8838610 w 12192000"/>
              <a:gd name="connsiteY49" fmla="*/ 1075091 h 2237474"/>
              <a:gd name="connsiteX50" fmla="*/ 8750383 w 12192000"/>
              <a:gd name="connsiteY50" fmla="*/ 1097387 h 2237474"/>
              <a:gd name="connsiteX51" fmla="*/ 8697365 w 12192000"/>
              <a:gd name="connsiteY51" fmla="*/ 1105869 h 2237474"/>
              <a:gd name="connsiteX52" fmla="*/ 8665605 w 12192000"/>
              <a:gd name="connsiteY52" fmla="*/ 1110791 h 2237474"/>
              <a:gd name="connsiteX53" fmla="*/ 8584946 w 12192000"/>
              <a:gd name="connsiteY53" fmla="*/ 1135226 h 2237474"/>
              <a:gd name="connsiteX54" fmla="*/ 8460755 w 12192000"/>
              <a:gd name="connsiteY54" fmla="*/ 1203427 h 2237474"/>
              <a:gd name="connsiteX55" fmla="*/ 8419755 w 12192000"/>
              <a:gd name="connsiteY55" fmla="*/ 1216260 h 2237474"/>
              <a:gd name="connsiteX56" fmla="*/ 8411626 w 12192000"/>
              <a:gd name="connsiteY56" fmla="*/ 1214397 h 2237474"/>
              <a:gd name="connsiteX57" fmla="*/ 8363469 w 12192000"/>
              <a:gd name="connsiteY57" fmla="*/ 1246658 h 2237474"/>
              <a:gd name="connsiteX58" fmla="*/ 8275497 w 12192000"/>
              <a:gd name="connsiteY58" fmla="*/ 1264396 h 2237474"/>
              <a:gd name="connsiteX59" fmla="*/ 8206287 w 12192000"/>
              <a:gd name="connsiteY59" fmla="*/ 1273060 h 2237474"/>
              <a:gd name="connsiteX60" fmla="*/ 8168705 w 12192000"/>
              <a:gd name="connsiteY60" fmla="*/ 1279956 h 2237474"/>
              <a:gd name="connsiteX61" fmla="*/ 8139997 w 12192000"/>
              <a:gd name="connsiteY61" fmla="*/ 1282713 h 2237474"/>
              <a:gd name="connsiteX62" fmla="*/ 8074238 w 12192000"/>
              <a:gd name="connsiteY62" fmla="*/ 1301895 h 2237474"/>
              <a:gd name="connsiteX63" fmla="*/ 7968292 w 12192000"/>
              <a:gd name="connsiteY63" fmla="*/ 1338779 h 2237474"/>
              <a:gd name="connsiteX64" fmla="*/ 7945122 w 12192000"/>
              <a:gd name="connsiteY64" fmla="*/ 1345477 h 2237474"/>
              <a:gd name="connsiteX65" fmla="*/ 7902328 w 12192000"/>
              <a:gd name="connsiteY65" fmla="*/ 1345865 h 2237474"/>
              <a:gd name="connsiteX66" fmla="*/ 7875879 w 12192000"/>
              <a:gd name="connsiteY66" fmla="*/ 1345646 h 2237474"/>
              <a:gd name="connsiteX67" fmla="*/ 7840612 w 12192000"/>
              <a:gd name="connsiteY67" fmla="*/ 1369373 h 2237474"/>
              <a:gd name="connsiteX68" fmla="*/ 7786819 w 12192000"/>
              <a:gd name="connsiteY68" fmla="*/ 1378970 h 2237474"/>
              <a:gd name="connsiteX69" fmla="*/ 7548172 w 12192000"/>
              <a:gd name="connsiteY69" fmla="*/ 1417460 h 2237474"/>
              <a:gd name="connsiteX70" fmla="*/ 7483437 w 12192000"/>
              <a:gd name="connsiteY70" fmla="*/ 1478152 h 2237474"/>
              <a:gd name="connsiteX71" fmla="*/ 7377870 w 12192000"/>
              <a:gd name="connsiteY71" fmla="*/ 1523319 h 2237474"/>
              <a:gd name="connsiteX72" fmla="*/ 7230737 w 12192000"/>
              <a:gd name="connsiteY72" fmla="*/ 1562633 h 2237474"/>
              <a:gd name="connsiteX73" fmla="*/ 7224458 w 12192000"/>
              <a:gd name="connsiteY73" fmla="*/ 1573008 h 2237474"/>
              <a:gd name="connsiteX74" fmla="*/ 7213486 w 12192000"/>
              <a:gd name="connsiteY74" fmla="*/ 1580987 h 2237474"/>
              <a:gd name="connsiteX75" fmla="*/ 7183121 w 12192000"/>
              <a:gd name="connsiteY75" fmla="*/ 1595162 h 2237474"/>
              <a:gd name="connsiteX76" fmla="*/ 7164601 w 12192000"/>
              <a:gd name="connsiteY76" fmla="*/ 1606490 h 2237474"/>
              <a:gd name="connsiteX77" fmla="*/ 7114651 w 12192000"/>
              <a:gd name="connsiteY77" fmla="*/ 1620959 h 2237474"/>
              <a:gd name="connsiteX78" fmla="*/ 7092727 w 12192000"/>
              <a:gd name="connsiteY78" fmla="*/ 1623628 h 2237474"/>
              <a:gd name="connsiteX79" fmla="*/ 7031309 w 12192000"/>
              <a:gd name="connsiteY79" fmla="*/ 1619451 h 2237474"/>
              <a:gd name="connsiteX80" fmla="*/ 6999084 w 12192000"/>
              <a:gd name="connsiteY80" fmla="*/ 1634317 h 2237474"/>
              <a:gd name="connsiteX81" fmla="*/ 6992107 w 12192000"/>
              <a:gd name="connsiteY81" fmla="*/ 1636860 h 2237474"/>
              <a:gd name="connsiteX82" fmla="*/ 6991765 w 12192000"/>
              <a:gd name="connsiteY82" fmla="*/ 1636725 h 2237474"/>
              <a:gd name="connsiteX83" fmla="*/ 6900177 w 12192000"/>
              <a:gd name="connsiteY83" fmla="*/ 1636016 h 2237474"/>
              <a:gd name="connsiteX84" fmla="*/ 6795372 w 12192000"/>
              <a:gd name="connsiteY84" fmla="*/ 1644845 h 2237474"/>
              <a:gd name="connsiteX85" fmla="*/ 6692251 w 12192000"/>
              <a:gd name="connsiteY85" fmla="*/ 1656357 h 2237474"/>
              <a:gd name="connsiteX86" fmla="*/ 6655235 w 12192000"/>
              <a:gd name="connsiteY86" fmla="*/ 1661869 h 2237474"/>
              <a:gd name="connsiteX87" fmla="*/ 6587857 w 12192000"/>
              <a:gd name="connsiteY87" fmla="*/ 1665769 h 2237474"/>
              <a:gd name="connsiteX88" fmla="*/ 6554894 w 12192000"/>
              <a:gd name="connsiteY88" fmla="*/ 1664428 h 2237474"/>
              <a:gd name="connsiteX89" fmla="*/ 6516595 w 12192000"/>
              <a:gd name="connsiteY89" fmla="*/ 1667475 h 2237474"/>
              <a:gd name="connsiteX90" fmla="*/ 6508541 w 12192000"/>
              <a:gd name="connsiteY90" fmla="*/ 1668757 h 2237474"/>
              <a:gd name="connsiteX91" fmla="*/ 6471012 w 12192000"/>
              <a:gd name="connsiteY91" fmla="*/ 1678604 h 2237474"/>
              <a:gd name="connsiteX92" fmla="*/ 6415265 w 12192000"/>
              <a:gd name="connsiteY92" fmla="*/ 1665317 h 2237474"/>
              <a:gd name="connsiteX93" fmla="*/ 6364035 w 12192000"/>
              <a:gd name="connsiteY93" fmla="*/ 1667683 h 2237474"/>
              <a:gd name="connsiteX94" fmla="*/ 6280959 w 12192000"/>
              <a:gd name="connsiteY94" fmla="*/ 1689329 h 2237474"/>
              <a:gd name="connsiteX95" fmla="*/ 6243319 w 12192000"/>
              <a:gd name="connsiteY95" fmla="*/ 1695560 h 2237474"/>
              <a:gd name="connsiteX96" fmla="*/ 6098321 w 12192000"/>
              <a:gd name="connsiteY96" fmla="*/ 1721646 h 2237474"/>
              <a:gd name="connsiteX97" fmla="*/ 5880652 w 12192000"/>
              <a:gd name="connsiteY97" fmla="*/ 1779643 h 2237474"/>
              <a:gd name="connsiteX98" fmla="*/ 5785959 w 12192000"/>
              <a:gd name="connsiteY98" fmla="*/ 1775307 h 2237474"/>
              <a:gd name="connsiteX99" fmla="*/ 5643534 w 12192000"/>
              <a:gd name="connsiteY99" fmla="*/ 1802919 h 2237474"/>
              <a:gd name="connsiteX100" fmla="*/ 5518799 w 12192000"/>
              <a:gd name="connsiteY100" fmla="*/ 1818312 h 2237474"/>
              <a:gd name="connsiteX101" fmla="*/ 5505014 w 12192000"/>
              <a:gd name="connsiteY101" fmla="*/ 1819259 h 2237474"/>
              <a:gd name="connsiteX102" fmla="*/ 5453307 w 12192000"/>
              <a:gd name="connsiteY102" fmla="*/ 1815450 h 2237474"/>
              <a:gd name="connsiteX103" fmla="*/ 5364192 w 12192000"/>
              <a:gd name="connsiteY103" fmla="*/ 1826074 h 2237474"/>
              <a:gd name="connsiteX104" fmla="*/ 5350380 w 12192000"/>
              <a:gd name="connsiteY104" fmla="*/ 1830891 h 2237474"/>
              <a:gd name="connsiteX105" fmla="*/ 5259633 w 12192000"/>
              <a:gd name="connsiteY105" fmla="*/ 1837160 h 2237474"/>
              <a:gd name="connsiteX106" fmla="*/ 5197513 w 12192000"/>
              <a:gd name="connsiteY106" fmla="*/ 1844718 h 2237474"/>
              <a:gd name="connsiteX107" fmla="*/ 5168852 w 12192000"/>
              <a:gd name="connsiteY107" fmla="*/ 1844846 h 2237474"/>
              <a:gd name="connsiteX108" fmla="*/ 5114927 w 12192000"/>
              <a:gd name="connsiteY108" fmla="*/ 1847827 h 2237474"/>
              <a:gd name="connsiteX109" fmla="*/ 5108970 w 12192000"/>
              <a:gd name="connsiteY109" fmla="*/ 1847935 h 2237474"/>
              <a:gd name="connsiteX110" fmla="*/ 5067961 w 12192000"/>
              <a:gd name="connsiteY110" fmla="*/ 1845917 h 2237474"/>
              <a:gd name="connsiteX111" fmla="*/ 5007075 w 12192000"/>
              <a:gd name="connsiteY111" fmla="*/ 1838626 h 2237474"/>
              <a:gd name="connsiteX112" fmla="*/ 4944087 w 12192000"/>
              <a:gd name="connsiteY112" fmla="*/ 1823332 h 2237474"/>
              <a:gd name="connsiteX113" fmla="*/ 4907662 w 12192000"/>
              <a:gd name="connsiteY113" fmla="*/ 1816900 h 2237474"/>
              <a:gd name="connsiteX114" fmla="*/ 4882386 w 12192000"/>
              <a:gd name="connsiteY114" fmla="*/ 1809844 h 2237474"/>
              <a:gd name="connsiteX115" fmla="*/ 4811440 w 12192000"/>
              <a:gd name="connsiteY115" fmla="*/ 1804655 h 2237474"/>
              <a:gd name="connsiteX116" fmla="*/ 4691075 w 12192000"/>
              <a:gd name="connsiteY116" fmla="*/ 1801389 h 2237474"/>
              <a:gd name="connsiteX117" fmla="*/ 4611738 w 12192000"/>
              <a:gd name="connsiteY117" fmla="*/ 1776964 h 2237474"/>
              <a:gd name="connsiteX118" fmla="*/ 4560070 w 12192000"/>
              <a:gd name="connsiteY118" fmla="*/ 1785640 h 2237474"/>
              <a:gd name="connsiteX119" fmla="*/ 4536503 w 12192000"/>
              <a:gd name="connsiteY119" fmla="*/ 1785334 h 2237474"/>
              <a:gd name="connsiteX120" fmla="*/ 4513724 w 12192000"/>
              <a:gd name="connsiteY120" fmla="*/ 1791996 h 2237474"/>
              <a:gd name="connsiteX121" fmla="*/ 4459810 w 12192000"/>
              <a:gd name="connsiteY121" fmla="*/ 1797886 h 2237474"/>
              <a:gd name="connsiteX122" fmla="*/ 4379064 w 12192000"/>
              <a:gd name="connsiteY122" fmla="*/ 1817177 h 2237474"/>
              <a:gd name="connsiteX123" fmla="*/ 4319209 w 12192000"/>
              <a:gd name="connsiteY123" fmla="*/ 1834833 h 2237474"/>
              <a:gd name="connsiteX124" fmla="*/ 4290981 w 12192000"/>
              <a:gd name="connsiteY124" fmla="*/ 1839677 h 2237474"/>
              <a:gd name="connsiteX125" fmla="*/ 4285792 w 12192000"/>
              <a:gd name="connsiteY125" fmla="*/ 1836231 h 2237474"/>
              <a:gd name="connsiteX126" fmla="*/ 4238372 w 12192000"/>
              <a:gd name="connsiteY126" fmla="*/ 1851480 h 2237474"/>
              <a:gd name="connsiteX127" fmla="*/ 4232517 w 12192000"/>
              <a:gd name="connsiteY127" fmla="*/ 1852567 h 2237474"/>
              <a:gd name="connsiteX128" fmla="*/ 4191732 w 12192000"/>
              <a:gd name="connsiteY128" fmla="*/ 1857328 h 2237474"/>
              <a:gd name="connsiteX129" fmla="*/ 4065532 w 12192000"/>
              <a:gd name="connsiteY129" fmla="*/ 1855477 h 2237474"/>
              <a:gd name="connsiteX130" fmla="*/ 4028460 w 12192000"/>
              <a:gd name="connsiteY130" fmla="*/ 1855137 h 2237474"/>
              <a:gd name="connsiteX131" fmla="*/ 4002267 w 12192000"/>
              <a:gd name="connsiteY131" fmla="*/ 1852352 h 2237474"/>
              <a:gd name="connsiteX132" fmla="*/ 3931396 w 12192000"/>
              <a:gd name="connsiteY132" fmla="*/ 1858915 h 2237474"/>
              <a:gd name="connsiteX133" fmla="*/ 3812162 w 12192000"/>
              <a:gd name="connsiteY133" fmla="*/ 1875501 h 2237474"/>
              <a:gd name="connsiteX134" fmla="*/ 3729530 w 12192000"/>
              <a:gd name="connsiteY134" fmla="*/ 1864513 h 2237474"/>
              <a:gd name="connsiteX135" fmla="*/ 3680177 w 12192000"/>
              <a:gd name="connsiteY135" fmla="*/ 1881552 h 2237474"/>
              <a:gd name="connsiteX136" fmla="*/ 3567259 w 12192000"/>
              <a:gd name="connsiteY136" fmla="*/ 1893482 h 2237474"/>
              <a:gd name="connsiteX137" fmla="*/ 3405770 w 12192000"/>
              <a:gd name="connsiteY137" fmla="*/ 1904591 h 2237474"/>
              <a:gd name="connsiteX138" fmla="*/ 3280097 w 12192000"/>
              <a:gd name="connsiteY138" fmla="*/ 1919610 h 2237474"/>
              <a:gd name="connsiteX139" fmla="*/ 3123424 w 12192000"/>
              <a:gd name="connsiteY139" fmla="*/ 1952930 h 2237474"/>
              <a:gd name="connsiteX140" fmla="*/ 3009910 w 12192000"/>
              <a:gd name="connsiteY140" fmla="*/ 1957866 h 2237474"/>
              <a:gd name="connsiteX141" fmla="*/ 2995934 w 12192000"/>
              <a:gd name="connsiteY141" fmla="*/ 1967085 h 2237474"/>
              <a:gd name="connsiteX142" fmla="*/ 2980071 w 12192000"/>
              <a:gd name="connsiteY142" fmla="*/ 1972988 h 2237474"/>
              <a:gd name="connsiteX143" fmla="*/ 2978094 w 12192000"/>
              <a:gd name="connsiteY143" fmla="*/ 1972369 h 2237474"/>
              <a:gd name="connsiteX144" fmla="*/ 2942858 w 12192000"/>
              <a:gd name="connsiteY144" fmla="*/ 1981367 h 2237474"/>
              <a:gd name="connsiteX145" fmla="*/ 2875436 w 12192000"/>
              <a:gd name="connsiteY145" fmla="*/ 1996977 h 2237474"/>
              <a:gd name="connsiteX146" fmla="*/ 2874892 w 12192000"/>
              <a:gd name="connsiteY146" fmla="*/ 1996085 h 2237474"/>
              <a:gd name="connsiteX147" fmla="*/ 2864145 w 12192000"/>
              <a:gd name="connsiteY147" fmla="*/ 1994061 h 2237474"/>
              <a:gd name="connsiteX148" fmla="*/ 2843662 w 12192000"/>
              <a:gd name="connsiteY148" fmla="*/ 1992498 h 2237474"/>
              <a:gd name="connsiteX149" fmla="*/ 2796128 w 12192000"/>
              <a:gd name="connsiteY149" fmla="*/ 1976403 h 2237474"/>
              <a:gd name="connsiteX150" fmla="*/ 2756784 w 12192000"/>
              <a:gd name="connsiteY150" fmla="*/ 1985116 h 2237474"/>
              <a:gd name="connsiteX151" fmla="*/ 2748833 w 12192000"/>
              <a:gd name="connsiteY151" fmla="*/ 1986323 h 2237474"/>
              <a:gd name="connsiteX152" fmla="*/ 2748661 w 12192000"/>
              <a:gd name="connsiteY152" fmla="*/ 1986122 h 2237474"/>
              <a:gd name="connsiteX153" fmla="*/ 2740251 w 12192000"/>
              <a:gd name="connsiteY153" fmla="*/ 1986946 h 2237474"/>
              <a:gd name="connsiteX154" fmla="*/ 2718916 w 12192000"/>
              <a:gd name="connsiteY154" fmla="*/ 1990867 h 2237474"/>
              <a:gd name="connsiteX155" fmla="*/ 2713522 w 12192000"/>
              <a:gd name="connsiteY155" fmla="*/ 1990173 h 2237474"/>
              <a:gd name="connsiteX156" fmla="*/ 2680597 w 12192000"/>
              <a:gd name="connsiteY156" fmla="*/ 1984996 h 2237474"/>
              <a:gd name="connsiteX157" fmla="*/ 2578178 w 12192000"/>
              <a:gd name="connsiteY157" fmla="*/ 1990531 h 2237474"/>
              <a:gd name="connsiteX158" fmla="*/ 2476147 w 12192000"/>
              <a:gd name="connsiteY158" fmla="*/ 1998305 h 2237474"/>
              <a:gd name="connsiteX159" fmla="*/ 2373568 w 12192000"/>
              <a:gd name="connsiteY159" fmla="*/ 2003219 h 2237474"/>
              <a:gd name="connsiteX160" fmla="*/ 2321399 w 12192000"/>
              <a:gd name="connsiteY160" fmla="*/ 1989467 h 2237474"/>
              <a:gd name="connsiteX161" fmla="*/ 2315525 w 12192000"/>
              <a:gd name="connsiteY161" fmla="*/ 1989708 h 2237474"/>
              <a:gd name="connsiteX162" fmla="*/ 2300792 w 12192000"/>
              <a:gd name="connsiteY162" fmla="*/ 1994290 h 2237474"/>
              <a:gd name="connsiteX163" fmla="*/ 2295469 w 12192000"/>
              <a:gd name="connsiteY163" fmla="*/ 1996659 h 2237474"/>
              <a:gd name="connsiteX164" fmla="*/ 2287219 w 12192000"/>
              <a:gd name="connsiteY164" fmla="*/ 1998750 h 2237474"/>
              <a:gd name="connsiteX165" fmla="*/ 2286948 w 12192000"/>
              <a:gd name="connsiteY165" fmla="*/ 1998596 h 2237474"/>
              <a:gd name="connsiteX166" fmla="*/ 2243069 w 12192000"/>
              <a:gd name="connsiteY166" fmla="*/ 2015111 h 2237474"/>
              <a:gd name="connsiteX167" fmla="*/ 2186609 w 12192000"/>
              <a:gd name="connsiteY167" fmla="*/ 2008263 h 2237474"/>
              <a:gd name="connsiteX168" fmla="*/ 2164831 w 12192000"/>
              <a:gd name="connsiteY168" fmla="*/ 2010143 h 2237474"/>
              <a:gd name="connsiteX169" fmla="*/ 2152836 w 12192000"/>
              <a:gd name="connsiteY169" fmla="*/ 2010048 h 2237474"/>
              <a:gd name="connsiteX170" fmla="*/ 2117102 w 12192000"/>
              <a:gd name="connsiteY170" fmla="*/ 2023004 h 2237474"/>
              <a:gd name="connsiteX171" fmla="*/ 2111935 w 12192000"/>
              <a:gd name="connsiteY171" fmla="*/ 2023163 h 2237474"/>
              <a:gd name="connsiteX172" fmla="*/ 2089991 w 12192000"/>
              <a:gd name="connsiteY172" fmla="*/ 2034193 h 2237474"/>
              <a:gd name="connsiteX173" fmla="*/ 2058061 w 12192000"/>
              <a:gd name="connsiteY173" fmla="*/ 2047942 h 2237474"/>
              <a:gd name="connsiteX174" fmla="*/ 2055737 w 12192000"/>
              <a:gd name="connsiteY174" fmla="*/ 2047704 h 2237474"/>
              <a:gd name="connsiteX175" fmla="*/ 2042244 w 12192000"/>
              <a:gd name="connsiteY175" fmla="*/ 2055560 h 2237474"/>
              <a:gd name="connsiteX176" fmla="*/ 1976224 w 12192000"/>
              <a:gd name="connsiteY176" fmla="*/ 2074257 h 2237474"/>
              <a:gd name="connsiteX177" fmla="*/ 1877728 w 12192000"/>
              <a:gd name="connsiteY177" fmla="*/ 2101004 h 2237474"/>
              <a:gd name="connsiteX178" fmla="*/ 1759056 w 12192000"/>
              <a:gd name="connsiteY178" fmla="*/ 2125608 h 2237474"/>
              <a:gd name="connsiteX179" fmla="*/ 1637948 w 12192000"/>
              <a:gd name="connsiteY179" fmla="*/ 2172597 h 2237474"/>
              <a:gd name="connsiteX180" fmla="*/ 1434549 w 12192000"/>
              <a:gd name="connsiteY180" fmla="*/ 2234522 h 2237474"/>
              <a:gd name="connsiteX181" fmla="*/ 1398481 w 12192000"/>
              <a:gd name="connsiteY181" fmla="*/ 2237074 h 2237474"/>
              <a:gd name="connsiteX182" fmla="*/ 1398407 w 12192000"/>
              <a:gd name="connsiteY182" fmla="*/ 2237095 h 2237474"/>
              <a:gd name="connsiteX183" fmla="*/ 1370962 w 12192000"/>
              <a:gd name="connsiteY183" fmla="*/ 2237474 h 2237474"/>
              <a:gd name="connsiteX184" fmla="*/ 1356367 w 12192000"/>
              <a:gd name="connsiteY184" fmla="*/ 2235089 h 2237474"/>
              <a:gd name="connsiteX185" fmla="*/ 1324828 w 12192000"/>
              <a:gd name="connsiteY185" fmla="*/ 2231968 h 2237474"/>
              <a:gd name="connsiteX186" fmla="*/ 1297744 w 12192000"/>
              <a:gd name="connsiteY186" fmla="*/ 2235849 h 2237474"/>
              <a:gd name="connsiteX187" fmla="*/ 1286236 w 12192000"/>
              <a:gd name="connsiteY187" fmla="*/ 2233135 h 2237474"/>
              <a:gd name="connsiteX188" fmla="*/ 1283504 w 12192000"/>
              <a:gd name="connsiteY188" fmla="*/ 2233797 h 2237474"/>
              <a:gd name="connsiteX189" fmla="*/ 1279765 w 12192000"/>
              <a:gd name="connsiteY189" fmla="*/ 2229639 h 2237474"/>
              <a:gd name="connsiteX190" fmla="*/ 1195347 w 12192000"/>
              <a:gd name="connsiteY190" fmla="*/ 2212354 h 2237474"/>
              <a:gd name="connsiteX191" fmla="*/ 970251 w 12192000"/>
              <a:gd name="connsiteY191" fmla="*/ 2221029 h 2237474"/>
              <a:gd name="connsiteX192" fmla="*/ 812914 w 12192000"/>
              <a:gd name="connsiteY192" fmla="*/ 2202752 h 2237474"/>
              <a:gd name="connsiteX193" fmla="*/ 800195 w 12192000"/>
              <a:gd name="connsiteY193" fmla="*/ 2209407 h 2237474"/>
              <a:gd name="connsiteX194" fmla="*/ 784978 w 12192000"/>
              <a:gd name="connsiteY194" fmla="*/ 2212360 h 2237474"/>
              <a:gd name="connsiteX195" fmla="*/ 681987 w 12192000"/>
              <a:gd name="connsiteY195" fmla="*/ 2216757 h 2237474"/>
              <a:gd name="connsiteX196" fmla="*/ 669923 w 12192000"/>
              <a:gd name="connsiteY196" fmla="*/ 2211682 h 2237474"/>
              <a:gd name="connsiteX197" fmla="*/ 648680 w 12192000"/>
              <a:gd name="connsiteY197" fmla="*/ 2206229 h 2237474"/>
              <a:gd name="connsiteX198" fmla="*/ 597225 w 12192000"/>
              <a:gd name="connsiteY198" fmla="*/ 2180999 h 2237474"/>
              <a:gd name="connsiteX199" fmla="*/ 558449 w 12192000"/>
              <a:gd name="connsiteY199" fmla="*/ 2182346 h 2237474"/>
              <a:gd name="connsiteX200" fmla="*/ 550517 w 12192000"/>
              <a:gd name="connsiteY200" fmla="*/ 2182060 h 2237474"/>
              <a:gd name="connsiteX201" fmla="*/ 550309 w 12192000"/>
              <a:gd name="connsiteY201" fmla="*/ 2181825 h 2237474"/>
              <a:gd name="connsiteX202" fmla="*/ 541836 w 12192000"/>
              <a:gd name="connsiteY202" fmla="*/ 2181063 h 2237474"/>
              <a:gd name="connsiteX203" fmla="*/ 536057 w 12192000"/>
              <a:gd name="connsiteY203" fmla="*/ 2181537 h 2237474"/>
              <a:gd name="connsiteX204" fmla="*/ 520671 w 12192000"/>
              <a:gd name="connsiteY204" fmla="*/ 2180980 h 2237474"/>
              <a:gd name="connsiteX205" fmla="*/ 515024 w 12192000"/>
              <a:gd name="connsiteY205" fmla="*/ 2179258 h 2237474"/>
              <a:gd name="connsiteX206" fmla="*/ 512278 w 12192000"/>
              <a:gd name="connsiteY206" fmla="*/ 2176369 h 2237474"/>
              <a:gd name="connsiteX207" fmla="*/ 480419 w 12192000"/>
              <a:gd name="connsiteY207" fmla="*/ 2167807 h 2237474"/>
              <a:gd name="connsiteX208" fmla="*/ 413835 w 12192000"/>
              <a:gd name="connsiteY208" fmla="*/ 2156783 h 2237474"/>
              <a:gd name="connsiteX209" fmla="*/ 376513 w 12192000"/>
              <a:gd name="connsiteY209" fmla="*/ 2154014 h 2237474"/>
              <a:gd name="connsiteX210" fmla="*/ 273386 w 12192000"/>
              <a:gd name="connsiteY210" fmla="*/ 2142551 h 2237474"/>
              <a:gd name="connsiteX211" fmla="*/ 169207 w 12192000"/>
              <a:gd name="connsiteY211" fmla="*/ 2128100 h 2237474"/>
              <a:gd name="connsiteX212" fmla="*/ 93149 w 12192000"/>
              <a:gd name="connsiteY212" fmla="*/ 2105324 h 2237474"/>
              <a:gd name="connsiteX213" fmla="*/ 88109 w 12192000"/>
              <a:gd name="connsiteY213" fmla="*/ 2106704 h 2237474"/>
              <a:gd name="connsiteX214" fmla="*/ 80022 w 12192000"/>
              <a:gd name="connsiteY214" fmla="*/ 2107254 h 2237474"/>
              <a:gd name="connsiteX215" fmla="*/ 79717 w 12192000"/>
              <a:gd name="connsiteY215" fmla="*/ 2107046 h 2237474"/>
              <a:gd name="connsiteX216" fmla="*/ 72352 w 12192000"/>
              <a:gd name="connsiteY216" fmla="*/ 2107991 h 2237474"/>
              <a:gd name="connsiteX217" fmla="*/ 37645 w 12192000"/>
              <a:gd name="connsiteY217" fmla="*/ 2115401 h 2237474"/>
              <a:gd name="connsiteX218" fmla="*/ 4572 w 12192000"/>
              <a:gd name="connsiteY218" fmla="*/ 2111091 h 2237474"/>
              <a:gd name="connsiteX219" fmla="*/ 0 w 12192000"/>
              <a:gd name="connsiteY219" fmla="*/ 2110468 h 2237474"/>
              <a:gd name="connsiteX220" fmla="*/ 0 w 12192000"/>
              <a:gd name="connsiteY220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00499 w 12192000"/>
              <a:gd name="connsiteY34" fmla="*/ 954680 h 2237474"/>
              <a:gd name="connsiteX35" fmla="*/ 9428195 w 12192000"/>
              <a:gd name="connsiteY35" fmla="*/ 986225 h 2237474"/>
              <a:gd name="connsiteX36" fmla="*/ 9410017 w 12192000"/>
              <a:gd name="connsiteY36" fmla="*/ 993931 h 2237474"/>
              <a:gd name="connsiteX37" fmla="*/ 9392919 w 12192000"/>
              <a:gd name="connsiteY37" fmla="*/ 994656 h 2237474"/>
              <a:gd name="connsiteX38" fmla="*/ 9278619 w 12192000"/>
              <a:gd name="connsiteY38" fmla="*/ 1011878 h 2237474"/>
              <a:gd name="connsiteX39" fmla="*/ 9268019 w 12192000"/>
              <a:gd name="connsiteY39" fmla="*/ 1007442 h 2237474"/>
              <a:gd name="connsiteX40" fmla="*/ 9234662 w 12192000"/>
              <a:gd name="connsiteY40" fmla="*/ 1023056 h 2237474"/>
              <a:gd name="connsiteX41" fmla="*/ 9181033 w 12192000"/>
              <a:gd name="connsiteY41" fmla="*/ 1037921 h 2237474"/>
              <a:gd name="connsiteX42" fmla="*/ 9155969 w 12192000"/>
              <a:gd name="connsiteY42" fmla="*/ 1046804 h 2237474"/>
              <a:gd name="connsiteX43" fmla="*/ 9133985 w 12192000"/>
              <a:gd name="connsiteY43" fmla="*/ 1046450 h 2237474"/>
              <a:gd name="connsiteX44" fmla="*/ 9012987 w 12192000"/>
              <a:gd name="connsiteY44" fmla="*/ 1061986 h 2237474"/>
              <a:gd name="connsiteX45" fmla="*/ 8968445 w 12192000"/>
              <a:gd name="connsiteY45" fmla="*/ 1052169 h 2237474"/>
              <a:gd name="connsiteX46" fmla="*/ 8958984 w 12192000"/>
              <a:gd name="connsiteY46" fmla="*/ 1057212 h 2237474"/>
              <a:gd name="connsiteX47" fmla="*/ 8886001 w 12192000"/>
              <a:gd name="connsiteY47" fmla="*/ 1067468 h 2237474"/>
              <a:gd name="connsiteX48" fmla="*/ 8838610 w 12192000"/>
              <a:gd name="connsiteY48" fmla="*/ 1075091 h 2237474"/>
              <a:gd name="connsiteX49" fmla="*/ 8750383 w 12192000"/>
              <a:gd name="connsiteY49" fmla="*/ 1097387 h 2237474"/>
              <a:gd name="connsiteX50" fmla="*/ 8697365 w 12192000"/>
              <a:gd name="connsiteY50" fmla="*/ 1105869 h 2237474"/>
              <a:gd name="connsiteX51" fmla="*/ 8665605 w 12192000"/>
              <a:gd name="connsiteY51" fmla="*/ 1110791 h 2237474"/>
              <a:gd name="connsiteX52" fmla="*/ 8584946 w 12192000"/>
              <a:gd name="connsiteY52" fmla="*/ 1135226 h 2237474"/>
              <a:gd name="connsiteX53" fmla="*/ 8460755 w 12192000"/>
              <a:gd name="connsiteY53" fmla="*/ 1203427 h 2237474"/>
              <a:gd name="connsiteX54" fmla="*/ 8419755 w 12192000"/>
              <a:gd name="connsiteY54" fmla="*/ 1216260 h 2237474"/>
              <a:gd name="connsiteX55" fmla="*/ 8411626 w 12192000"/>
              <a:gd name="connsiteY55" fmla="*/ 1214397 h 2237474"/>
              <a:gd name="connsiteX56" fmla="*/ 8363469 w 12192000"/>
              <a:gd name="connsiteY56" fmla="*/ 1246658 h 2237474"/>
              <a:gd name="connsiteX57" fmla="*/ 8275497 w 12192000"/>
              <a:gd name="connsiteY57" fmla="*/ 1264396 h 2237474"/>
              <a:gd name="connsiteX58" fmla="*/ 8206287 w 12192000"/>
              <a:gd name="connsiteY58" fmla="*/ 1273060 h 2237474"/>
              <a:gd name="connsiteX59" fmla="*/ 8168705 w 12192000"/>
              <a:gd name="connsiteY59" fmla="*/ 1279956 h 2237474"/>
              <a:gd name="connsiteX60" fmla="*/ 8139997 w 12192000"/>
              <a:gd name="connsiteY60" fmla="*/ 1282713 h 2237474"/>
              <a:gd name="connsiteX61" fmla="*/ 8074238 w 12192000"/>
              <a:gd name="connsiteY61" fmla="*/ 1301895 h 2237474"/>
              <a:gd name="connsiteX62" fmla="*/ 7968292 w 12192000"/>
              <a:gd name="connsiteY62" fmla="*/ 1338779 h 2237474"/>
              <a:gd name="connsiteX63" fmla="*/ 7945122 w 12192000"/>
              <a:gd name="connsiteY63" fmla="*/ 1345477 h 2237474"/>
              <a:gd name="connsiteX64" fmla="*/ 7902328 w 12192000"/>
              <a:gd name="connsiteY64" fmla="*/ 1345865 h 2237474"/>
              <a:gd name="connsiteX65" fmla="*/ 7875879 w 12192000"/>
              <a:gd name="connsiteY65" fmla="*/ 1345646 h 2237474"/>
              <a:gd name="connsiteX66" fmla="*/ 7840612 w 12192000"/>
              <a:gd name="connsiteY66" fmla="*/ 1369373 h 2237474"/>
              <a:gd name="connsiteX67" fmla="*/ 7786819 w 12192000"/>
              <a:gd name="connsiteY67" fmla="*/ 1378970 h 2237474"/>
              <a:gd name="connsiteX68" fmla="*/ 7548172 w 12192000"/>
              <a:gd name="connsiteY68" fmla="*/ 1417460 h 2237474"/>
              <a:gd name="connsiteX69" fmla="*/ 7483437 w 12192000"/>
              <a:gd name="connsiteY69" fmla="*/ 1478152 h 2237474"/>
              <a:gd name="connsiteX70" fmla="*/ 7377870 w 12192000"/>
              <a:gd name="connsiteY70" fmla="*/ 1523319 h 2237474"/>
              <a:gd name="connsiteX71" fmla="*/ 7230737 w 12192000"/>
              <a:gd name="connsiteY71" fmla="*/ 1562633 h 2237474"/>
              <a:gd name="connsiteX72" fmla="*/ 7224458 w 12192000"/>
              <a:gd name="connsiteY72" fmla="*/ 1573008 h 2237474"/>
              <a:gd name="connsiteX73" fmla="*/ 7213486 w 12192000"/>
              <a:gd name="connsiteY73" fmla="*/ 1580987 h 2237474"/>
              <a:gd name="connsiteX74" fmla="*/ 7183121 w 12192000"/>
              <a:gd name="connsiteY74" fmla="*/ 1595162 h 2237474"/>
              <a:gd name="connsiteX75" fmla="*/ 7164601 w 12192000"/>
              <a:gd name="connsiteY75" fmla="*/ 1606490 h 2237474"/>
              <a:gd name="connsiteX76" fmla="*/ 7114651 w 12192000"/>
              <a:gd name="connsiteY76" fmla="*/ 1620959 h 2237474"/>
              <a:gd name="connsiteX77" fmla="*/ 7092727 w 12192000"/>
              <a:gd name="connsiteY77" fmla="*/ 1623628 h 2237474"/>
              <a:gd name="connsiteX78" fmla="*/ 7031309 w 12192000"/>
              <a:gd name="connsiteY78" fmla="*/ 1619451 h 2237474"/>
              <a:gd name="connsiteX79" fmla="*/ 6999084 w 12192000"/>
              <a:gd name="connsiteY79" fmla="*/ 1634317 h 2237474"/>
              <a:gd name="connsiteX80" fmla="*/ 6992107 w 12192000"/>
              <a:gd name="connsiteY80" fmla="*/ 1636860 h 2237474"/>
              <a:gd name="connsiteX81" fmla="*/ 6991765 w 12192000"/>
              <a:gd name="connsiteY81" fmla="*/ 1636725 h 2237474"/>
              <a:gd name="connsiteX82" fmla="*/ 6900177 w 12192000"/>
              <a:gd name="connsiteY82" fmla="*/ 1636016 h 2237474"/>
              <a:gd name="connsiteX83" fmla="*/ 6795372 w 12192000"/>
              <a:gd name="connsiteY83" fmla="*/ 1644845 h 2237474"/>
              <a:gd name="connsiteX84" fmla="*/ 6692251 w 12192000"/>
              <a:gd name="connsiteY84" fmla="*/ 1656357 h 2237474"/>
              <a:gd name="connsiteX85" fmla="*/ 6655235 w 12192000"/>
              <a:gd name="connsiteY85" fmla="*/ 1661869 h 2237474"/>
              <a:gd name="connsiteX86" fmla="*/ 6587857 w 12192000"/>
              <a:gd name="connsiteY86" fmla="*/ 1665769 h 2237474"/>
              <a:gd name="connsiteX87" fmla="*/ 6554894 w 12192000"/>
              <a:gd name="connsiteY87" fmla="*/ 1664428 h 2237474"/>
              <a:gd name="connsiteX88" fmla="*/ 6516595 w 12192000"/>
              <a:gd name="connsiteY88" fmla="*/ 1667475 h 2237474"/>
              <a:gd name="connsiteX89" fmla="*/ 6508541 w 12192000"/>
              <a:gd name="connsiteY89" fmla="*/ 1668757 h 2237474"/>
              <a:gd name="connsiteX90" fmla="*/ 6471012 w 12192000"/>
              <a:gd name="connsiteY90" fmla="*/ 1678604 h 2237474"/>
              <a:gd name="connsiteX91" fmla="*/ 6415265 w 12192000"/>
              <a:gd name="connsiteY91" fmla="*/ 1665317 h 2237474"/>
              <a:gd name="connsiteX92" fmla="*/ 6364035 w 12192000"/>
              <a:gd name="connsiteY92" fmla="*/ 1667683 h 2237474"/>
              <a:gd name="connsiteX93" fmla="*/ 6280959 w 12192000"/>
              <a:gd name="connsiteY93" fmla="*/ 1689329 h 2237474"/>
              <a:gd name="connsiteX94" fmla="*/ 6243319 w 12192000"/>
              <a:gd name="connsiteY94" fmla="*/ 1695560 h 2237474"/>
              <a:gd name="connsiteX95" fmla="*/ 6098321 w 12192000"/>
              <a:gd name="connsiteY95" fmla="*/ 1721646 h 2237474"/>
              <a:gd name="connsiteX96" fmla="*/ 5880652 w 12192000"/>
              <a:gd name="connsiteY96" fmla="*/ 1779643 h 2237474"/>
              <a:gd name="connsiteX97" fmla="*/ 5785959 w 12192000"/>
              <a:gd name="connsiteY97" fmla="*/ 1775307 h 2237474"/>
              <a:gd name="connsiteX98" fmla="*/ 5643534 w 12192000"/>
              <a:gd name="connsiteY98" fmla="*/ 1802919 h 2237474"/>
              <a:gd name="connsiteX99" fmla="*/ 5518799 w 12192000"/>
              <a:gd name="connsiteY99" fmla="*/ 1818312 h 2237474"/>
              <a:gd name="connsiteX100" fmla="*/ 5505014 w 12192000"/>
              <a:gd name="connsiteY100" fmla="*/ 1819259 h 2237474"/>
              <a:gd name="connsiteX101" fmla="*/ 5453307 w 12192000"/>
              <a:gd name="connsiteY101" fmla="*/ 1815450 h 2237474"/>
              <a:gd name="connsiteX102" fmla="*/ 5364192 w 12192000"/>
              <a:gd name="connsiteY102" fmla="*/ 1826074 h 2237474"/>
              <a:gd name="connsiteX103" fmla="*/ 5350380 w 12192000"/>
              <a:gd name="connsiteY103" fmla="*/ 1830891 h 2237474"/>
              <a:gd name="connsiteX104" fmla="*/ 5259633 w 12192000"/>
              <a:gd name="connsiteY104" fmla="*/ 1837160 h 2237474"/>
              <a:gd name="connsiteX105" fmla="*/ 5197513 w 12192000"/>
              <a:gd name="connsiteY105" fmla="*/ 1844718 h 2237474"/>
              <a:gd name="connsiteX106" fmla="*/ 5168852 w 12192000"/>
              <a:gd name="connsiteY106" fmla="*/ 1844846 h 2237474"/>
              <a:gd name="connsiteX107" fmla="*/ 5114927 w 12192000"/>
              <a:gd name="connsiteY107" fmla="*/ 1847827 h 2237474"/>
              <a:gd name="connsiteX108" fmla="*/ 5108970 w 12192000"/>
              <a:gd name="connsiteY108" fmla="*/ 1847935 h 2237474"/>
              <a:gd name="connsiteX109" fmla="*/ 5067961 w 12192000"/>
              <a:gd name="connsiteY109" fmla="*/ 1845917 h 2237474"/>
              <a:gd name="connsiteX110" fmla="*/ 5007075 w 12192000"/>
              <a:gd name="connsiteY110" fmla="*/ 1838626 h 2237474"/>
              <a:gd name="connsiteX111" fmla="*/ 4944087 w 12192000"/>
              <a:gd name="connsiteY111" fmla="*/ 1823332 h 2237474"/>
              <a:gd name="connsiteX112" fmla="*/ 4907662 w 12192000"/>
              <a:gd name="connsiteY112" fmla="*/ 1816900 h 2237474"/>
              <a:gd name="connsiteX113" fmla="*/ 4882386 w 12192000"/>
              <a:gd name="connsiteY113" fmla="*/ 1809844 h 2237474"/>
              <a:gd name="connsiteX114" fmla="*/ 4811440 w 12192000"/>
              <a:gd name="connsiteY114" fmla="*/ 1804655 h 2237474"/>
              <a:gd name="connsiteX115" fmla="*/ 4691075 w 12192000"/>
              <a:gd name="connsiteY115" fmla="*/ 1801389 h 2237474"/>
              <a:gd name="connsiteX116" fmla="*/ 4611738 w 12192000"/>
              <a:gd name="connsiteY116" fmla="*/ 1776964 h 2237474"/>
              <a:gd name="connsiteX117" fmla="*/ 4560070 w 12192000"/>
              <a:gd name="connsiteY117" fmla="*/ 1785640 h 2237474"/>
              <a:gd name="connsiteX118" fmla="*/ 4536503 w 12192000"/>
              <a:gd name="connsiteY118" fmla="*/ 1785334 h 2237474"/>
              <a:gd name="connsiteX119" fmla="*/ 4513724 w 12192000"/>
              <a:gd name="connsiteY119" fmla="*/ 1791996 h 2237474"/>
              <a:gd name="connsiteX120" fmla="*/ 4459810 w 12192000"/>
              <a:gd name="connsiteY120" fmla="*/ 1797886 h 2237474"/>
              <a:gd name="connsiteX121" fmla="*/ 4379064 w 12192000"/>
              <a:gd name="connsiteY121" fmla="*/ 1817177 h 2237474"/>
              <a:gd name="connsiteX122" fmla="*/ 4319209 w 12192000"/>
              <a:gd name="connsiteY122" fmla="*/ 1834833 h 2237474"/>
              <a:gd name="connsiteX123" fmla="*/ 4290981 w 12192000"/>
              <a:gd name="connsiteY123" fmla="*/ 1839677 h 2237474"/>
              <a:gd name="connsiteX124" fmla="*/ 4285792 w 12192000"/>
              <a:gd name="connsiteY124" fmla="*/ 1836231 h 2237474"/>
              <a:gd name="connsiteX125" fmla="*/ 4238372 w 12192000"/>
              <a:gd name="connsiteY125" fmla="*/ 1851480 h 2237474"/>
              <a:gd name="connsiteX126" fmla="*/ 4232517 w 12192000"/>
              <a:gd name="connsiteY126" fmla="*/ 1852567 h 2237474"/>
              <a:gd name="connsiteX127" fmla="*/ 4191732 w 12192000"/>
              <a:gd name="connsiteY127" fmla="*/ 1857328 h 2237474"/>
              <a:gd name="connsiteX128" fmla="*/ 4065532 w 12192000"/>
              <a:gd name="connsiteY128" fmla="*/ 1855477 h 2237474"/>
              <a:gd name="connsiteX129" fmla="*/ 4028460 w 12192000"/>
              <a:gd name="connsiteY129" fmla="*/ 1855137 h 2237474"/>
              <a:gd name="connsiteX130" fmla="*/ 4002267 w 12192000"/>
              <a:gd name="connsiteY130" fmla="*/ 1852352 h 2237474"/>
              <a:gd name="connsiteX131" fmla="*/ 3931396 w 12192000"/>
              <a:gd name="connsiteY131" fmla="*/ 1858915 h 2237474"/>
              <a:gd name="connsiteX132" fmla="*/ 3812162 w 12192000"/>
              <a:gd name="connsiteY132" fmla="*/ 1875501 h 2237474"/>
              <a:gd name="connsiteX133" fmla="*/ 3729530 w 12192000"/>
              <a:gd name="connsiteY133" fmla="*/ 1864513 h 2237474"/>
              <a:gd name="connsiteX134" fmla="*/ 3680177 w 12192000"/>
              <a:gd name="connsiteY134" fmla="*/ 1881552 h 2237474"/>
              <a:gd name="connsiteX135" fmla="*/ 3567259 w 12192000"/>
              <a:gd name="connsiteY135" fmla="*/ 1893482 h 2237474"/>
              <a:gd name="connsiteX136" fmla="*/ 3405770 w 12192000"/>
              <a:gd name="connsiteY136" fmla="*/ 1904591 h 2237474"/>
              <a:gd name="connsiteX137" fmla="*/ 3280097 w 12192000"/>
              <a:gd name="connsiteY137" fmla="*/ 1919610 h 2237474"/>
              <a:gd name="connsiteX138" fmla="*/ 3123424 w 12192000"/>
              <a:gd name="connsiteY138" fmla="*/ 1952930 h 2237474"/>
              <a:gd name="connsiteX139" fmla="*/ 3009910 w 12192000"/>
              <a:gd name="connsiteY139" fmla="*/ 1957866 h 2237474"/>
              <a:gd name="connsiteX140" fmla="*/ 2995934 w 12192000"/>
              <a:gd name="connsiteY140" fmla="*/ 1967085 h 2237474"/>
              <a:gd name="connsiteX141" fmla="*/ 2980071 w 12192000"/>
              <a:gd name="connsiteY141" fmla="*/ 1972988 h 2237474"/>
              <a:gd name="connsiteX142" fmla="*/ 2978094 w 12192000"/>
              <a:gd name="connsiteY142" fmla="*/ 1972369 h 2237474"/>
              <a:gd name="connsiteX143" fmla="*/ 2942858 w 12192000"/>
              <a:gd name="connsiteY143" fmla="*/ 1981367 h 2237474"/>
              <a:gd name="connsiteX144" fmla="*/ 2875436 w 12192000"/>
              <a:gd name="connsiteY144" fmla="*/ 1996977 h 2237474"/>
              <a:gd name="connsiteX145" fmla="*/ 2874892 w 12192000"/>
              <a:gd name="connsiteY145" fmla="*/ 1996085 h 2237474"/>
              <a:gd name="connsiteX146" fmla="*/ 2864145 w 12192000"/>
              <a:gd name="connsiteY146" fmla="*/ 1994061 h 2237474"/>
              <a:gd name="connsiteX147" fmla="*/ 2843662 w 12192000"/>
              <a:gd name="connsiteY147" fmla="*/ 1992498 h 2237474"/>
              <a:gd name="connsiteX148" fmla="*/ 2796128 w 12192000"/>
              <a:gd name="connsiteY148" fmla="*/ 1976403 h 2237474"/>
              <a:gd name="connsiteX149" fmla="*/ 2756784 w 12192000"/>
              <a:gd name="connsiteY149" fmla="*/ 1985116 h 2237474"/>
              <a:gd name="connsiteX150" fmla="*/ 2748833 w 12192000"/>
              <a:gd name="connsiteY150" fmla="*/ 1986323 h 2237474"/>
              <a:gd name="connsiteX151" fmla="*/ 2748661 w 12192000"/>
              <a:gd name="connsiteY151" fmla="*/ 1986122 h 2237474"/>
              <a:gd name="connsiteX152" fmla="*/ 2740251 w 12192000"/>
              <a:gd name="connsiteY152" fmla="*/ 1986946 h 2237474"/>
              <a:gd name="connsiteX153" fmla="*/ 2718916 w 12192000"/>
              <a:gd name="connsiteY153" fmla="*/ 1990867 h 2237474"/>
              <a:gd name="connsiteX154" fmla="*/ 2713522 w 12192000"/>
              <a:gd name="connsiteY154" fmla="*/ 1990173 h 2237474"/>
              <a:gd name="connsiteX155" fmla="*/ 2680597 w 12192000"/>
              <a:gd name="connsiteY155" fmla="*/ 1984996 h 2237474"/>
              <a:gd name="connsiteX156" fmla="*/ 2578178 w 12192000"/>
              <a:gd name="connsiteY156" fmla="*/ 1990531 h 2237474"/>
              <a:gd name="connsiteX157" fmla="*/ 2476147 w 12192000"/>
              <a:gd name="connsiteY157" fmla="*/ 1998305 h 2237474"/>
              <a:gd name="connsiteX158" fmla="*/ 2373568 w 12192000"/>
              <a:gd name="connsiteY158" fmla="*/ 2003219 h 2237474"/>
              <a:gd name="connsiteX159" fmla="*/ 2321399 w 12192000"/>
              <a:gd name="connsiteY159" fmla="*/ 1989467 h 2237474"/>
              <a:gd name="connsiteX160" fmla="*/ 2315525 w 12192000"/>
              <a:gd name="connsiteY160" fmla="*/ 1989708 h 2237474"/>
              <a:gd name="connsiteX161" fmla="*/ 2300792 w 12192000"/>
              <a:gd name="connsiteY161" fmla="*/ 1994290 h 2237474"/>
              <a:gd name="connsiteX162" fmla="*/ 2295469 w 12192000"/>
              <a:gd name="connsiteY162" fmla="*/ 1996659 h 2237474"/>
              <a:gd name="connsiteX163" fmla="*/ 2287219 w 12192000"/>
              <a:gd name="connsiteY163" fmla="*/ 1998750 h 2237474"/>
              <a:gd name="connsiteX164" fmla="*/ 2286948 w 12192000"/>
              <a:gd name="connsiteY164" fmla="*/ 1998596 h 2237474"/>
              <a:gd name="connsiteX165" fmla="*/ 2243069 w 12192000"/>
              <a:gd name="connsiteY165" fmla="*/ 2015111 h 2237474"/>
              <a:gd name="connsiteX166" fmla="*/ 2186609 w 12192000"/>
              <a:gd name="connsiteY166" fmla="*/ 2008263 h 2237474"/>
              <a:gd name="connsiteX167" fmla="*/ 2164831 w 12192000"/>
              <a:gd name="connsiteY167" fmla="*/ 2010143 h 2237474"/>
              <a:gd name="connsiteX168" fmla="*/ 2152836 w 12192000"/>
              <a:gd name="connsiteY168" fmla="*/ 2010048 h 2237474"/>
              <a:gd name="connsiteX169" fmla="*/ 2117102 w 12192000"/>
              <a:gd name="connsiteY169" fmla="*/ 2023004 h 2237474"/>
              <a:gd name="connsiteX170" fmla="*/ 2111935 w 12192000"/>
              <a:gd name="connsiteY170" fmla="*/ 2023163 h 2237474"/>
              <a:gd name="connsiteX171" fmla="*/ 2089991 w 12192000"/>
              <a:gd name="connsiteY171" fmla="*/ 2034193 h 2237474"/>
              <a:gd name="connsiteX172" fmla="*/ 2058061 w 12192000"/>
              <a:gd name="connsiteY172" fmla="*/ 2047942 h 2237474"/>
              <a:gd name="connsiteX173" fmla="*/ 2055737 w 12192000"/>
              <a:gd name="connsiteY173" fmla="*/ 2047704 h 2237474"/>
              <a:gd name="connsiteX174" fmla="*/ 2042244 w 12192000"/>
              <a:gd name="connsiteY174" fmla="*/ 2055560 h 2237474"/>
              <a:gd name="connsiteX175" fmla="*/ 1976224 w 12192000"/>
              <a:gd name="connsiteY175" fmla="*/ 2074257 h 2237474"/>
              <a:gd name="connsiteX176" fmla="*/ 1877728 w 12192000"/>
              <a:gd name="connsiteY176" fmla="*/ 2101004 h 2237474"/>
              <a:gd name="connsiteX177" fmla="*/ 1759056 w 12192000"/>
              <a:gd name="connsiteY177" fmla="*/ 2125608 h 2237474"/>
              <a:gd name="connsiteX178" fmla="*/ 1637948 w 12192000"/>
              <a:gd name="connsiteY178" fmla="*/ 2172597 h 2237474"/>
              <a:gd name="connsiteX179" fmla="*/ 1434549 w 12192000"/>
              <a:gd name="connsiteY179" fmla="*/ 2234522 h 2237474"/>
              <a:gd name="connsiteX180" fmla="*/ 1398481 w 12192000"/>
              <a:gd name="connsiteY180" fmla="*/ 2237074 h 2237474"/>
              <a:gd name="connsiteX181" fmla="*/ 1398407 w 12192000"/>
              <a:gd name="connsiteY181" fmla="*/ 2237095 h 2237474"/>
              <a:gd name="connsiteX182" fmla="*/ 1370962 w 12192000"/>
              <a:gd name="connsiteY182" fmla="*/ 2237474 h 2237474"/>
              <a:gd name="connsiteX183" fmla="*/ 1356367 w 12192000"/>
              <a:gd name="connsiteY183" fmla="*/ 2235089 h 2237474"/>
              <a:gd name="connsiteX184" fmla="*/ 1324828 w 12192000"/>
              <a:gd name="connsiteY184" fmla="*/ 2231968 h 2237474"/>
              <a:gd name="connsiteX185" fmla="*/ 1297744 w 12192000"/>
              <a:gd name="connsiteY185" fmla="*/ 2235849 h 2237474"/>
              <a:gd name="connsiteX186" fmla="*/ 1286236 w 12192000"/>
              <a:gd name="connsiteY186" fmla="*/ 2233135 h 2237474"/>
              <a:gd name="connsiteX187" fmla="*/ 1283504 w 12192000"/>
              <a:gd name="connsiteY187" fmla="*/ 2233797 h 2237474"/>
              <a:gd name="connsiteX188" fmla="*/ 1279765 w 12192000"/>
              <a:gd name="connsiteY188" fmla="*/ 2229639 h 2237474"/>
              <a:gd name="connsiteX189" fmla="*/ 1195347 w 12192000"/>
              <a:gd name="connsiteY189" fmla="*/ 2212354 h 2237474"/>
              <a:gd name="connsiteX190" fmla="*/ 970251 w 12192000"/>
              <a:gd name="connsiteY190" fmla="*/ 2221029 h 2237474"/>
              <a:gd name="connsiteX191" fmla="*/ 812914 w 12192000"/>
              <a:gd name="connsiteY191" fmla="*/ 2202752 h 2237474"/>
              <a:gd name="connsiteX192" fmla="*/ 800195 w 12192000"/>
              <a:gd name="connsiteY192" fmla="*/ 2209407 h 2237474"/>
              <a:gd name="connsiteX193" fmla="*/ 784978 w 12192000"/>
              <a:gd name="connsiteY193" fmla="*/ 2212360 h 2237474"/>
              <a:gd name="connsiteX194" fmla="*/ 681987 w 12192000"/>
              <a:gd name="connsiteY194" fmla="*/ 2216757 h 2237474"/>
              <a:gd name="connsiteX195" fmla="*/ 669923 w 12192000"/>
              <a:gd name="connsiteY195" fmla="*/ 2211682 h 2237474"/>
              <a:gd name="connsiteX196" fmla="*/ 648680 w 12192000"/>
              <a:gd name="connsiteY196" fmla="*/ 2206229 h 2237474"/>
              <a:gd name="connsiteX197" fmla="*/ 597225 w 12192000"/>
              <a:gd name="connsiteY197" fmla="*/ 2180999 h 2237474"/>
              <a:gd name="connsiteX198" fmla="*/ 558449 w 12192000"/>
              <a:gd name="connsiteY198" fmla="*/ 2182346 h 2237474"/>
              <a:gd name="connsiteX199" fmla="*/ 550517 w 12192000"/>
              <a:gd name="connsiteY199" fmla="*/ 2182060 h 2237474"/>
              <a:gd name="connsiteX200" fmla="*/ 550309 w 12192000"/>
              <a:gd name="connsiteY200" fmla="*/ 2181825 h 2237474"/>
              <a:gd name="connsiteX201" fmla="*/ 541836 w 12192000"/>
              <a:gd name="connsiteY201" fmla="*/ 2181063 h 2237474"/>
              <a:gd name="connsiteX202" fmla="*/ 536057 w 12192000"/>
              <a:gd name="connsiteY202" fmla="*/ 2181537 h 2237474"/>
              <a:gd name="connsiteX203" fmla="*/ 520671 w 12192000"/>
              <a:gd name="connsiteY203" fmla="*/ 2180980 h 2237474"/>
              <a:gd name="connsiteX204" fmla="*/ 515024 w 12192000"/>
              <a:gd name="connsiteY204" fmla="*/ 2179258 h 2237474"/>
              <a:gd name="connsiteX205" fmla="*/ 512278 w 12192000"/>
              <a:gd name="connsiteY205" fmla="*/ 2176369 h 2237474"/>
              <a:gd name="connsiteX206" fmla="*/ 480419 w 12192000"/>
              <a:gd name="connsiteY206" fmla="*/ 2167807 h 2237474"/>
              <a:gd name="connsiteX207" fmla="*/ 413835 w 12192000"/>
              <a:gd name="connsiteY207" fmla="*/ 2156783 h 2237474"/>
              <a:gd name="connsiteX208" fmla="*/ 376513 w 12192000"/>
              <a:gd name="connsiteY208" fmla="*/ 2154014 h 2237474"/>
              <a:gd name="connsiteX209" fmla="*/ 273386 w 12192000"/>
              <a:gd name="connsiteY209" fmla="*/ 2142551 h 2237474"/>
              <a:gd name="connsiteX210" fmla="*/ 169207 w 12192000"/>
              <a:gd name="connsiteY210" fmla="*/ 2128100 h 2237474"/>
              <a:gd name="connsiteX211" fmla="*/ 93149 w 12192000"/>
              <a:gd name="connsiteY211" fmla="*/ 2105324 h 2237474"/>
              <a:gd name="connsiteX212" fmla="*/ 88109 w 12192000"/>
              <a:gd name="connsiteY212" fmla="*/ 2106704 h 2237474"/>
              <a:gd name="connsiteX213" fmla="*/ 80022 w 12192000"/>
              <a:gd name="connsiteY213" fmla="*/ 2107254 h 2237474"/>
              <a:gd name="connsiteX214" fmla="*/ 79717 w 12192000"/>
              <a:gd name="connsiteY214" fmla="*/ 2107046 h 2237474"/>
              <a:gd name="connsiteX215" fmla="*/ 72352 w 12192000"/>
              <a:gd name="connsiteY215" fmla="*/ 2107991 h 2237474"/>
              <a:gd name="connsiteX216" fmla="*/ 37645 w 12192000"/>
              <a:gd name="connsiteY216" fmla="*/ 2115401 h 2237474"/>
              <a:gd name="connsiteX217" fmla="*/ 4572 w 12192000"/>
              <a:gd name="connsiteY217" fmla="*/ 2111091 h 2237474"/>
              <a:gd name="connsiteX218" fmla="*/ 0 w 12192000"/>
              <a:gd name="connsiteY218" fmla="*/ 2110468 h 2237474"/>
              <a:gd name="connsiteX219" fmla="*/ 0 w 12192000"/>
              <a:gd name="connsiteY219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61459 w 12192000"/>
              <a:gd name="connsiteY27" fmla="*/ 862394 h 2237474"/>
              <a:gd name="connsiteX28" fmla="*/ 9705768 w 12192000"/>
              <a:gd name="connsiteY28" fmla="*/ 894610 h 2237474"/>
              <a:gd name="connsiteX29" fmla="*/ 9683005 w 12192000"/>
              <a:gd name="connsiteY29" fmla="*/ 894128 h 2237474"/>
              <a:gd name="connsiteX30" fmla="*/ 9594438 w 12192000"/>
              <a:gd name="connsiteY30" fmla="*/ 919051 h 2237474"/>
              <a:gd name="connsiteX31" fmla="*/ 9577033 w 12192000"/>
              <a:gd name="connsiteY31" fmla="*/ 922857 h 2237474"/>
              <a:gd name="connsiteX32" fmla="*/ 9544189 w 12192000"/>
              <a:gd name="connsiteY32" fmla="*/ 938966 h 2237474"/>
              <a:gd name="connsiteX33" fmla="*/ 9500499 w 12192000"/>
              <a:gd name="connsiteY33" fmla="*/ 954680 h 2237474"/>
              <a:gd name="connsiteX34" fmla="*/ 9428195 w 12192000"/>
              <a:gd name="connsiteY34" fmla="*/ 986225 h 2237474"/>
              <a:gd name="connsiteX35" fmla="*/ 9410017 w 12192000"/>
              <a:gd name="connsiteY35" fmla="*/ 993931 h 2237474"/>
              <a:gd name="connsiteX36" fmla="*/ 9392919 w 12192000"/>
              <a:gd name="connsiteY36" fmla="*/ 994656 h 2237474"/>
              <a:gd name="connsiteX37" fmla="*/ 9278619 w 12192000"/>
              <a:gd name="connsiteY37" fmla="*/ 1011878 h 2237474"/>
              <a:gd name="connsiteX38" fmla="*/ 9268019 w 12192000"/>
              <a:gd name="connsiteY38" fmla="*/ 1007442 h 2237474"/>
              <a:gd name="connsiteX39" fmla="*/ 9234662 w 12192000"/>
              <a:gd name="connsiteY39" fmla="*/ 1023056 h 2237474"/>
              <a:gd name="connsiteX40" fmla="*/ 9181033 w 12192000"/>
              <a:gd name="connsiteY40" fmla="*/ 1037921 h 2237474"/>
              <a:gd name="connsiteX41" fmla="*/ 9155969 w 12192000"/>
              <a:gd name="connsiteY41" fmla="*/ 1046804 h 2237474"/>
              <a:gd name="connsiteX42" fmla="*/ 9133985 w 12192000"/>
              <a:gd name="connsiteY42" fmla="*/ 1046450 h 2237474"/>
              <a:gd name="connsiteX43" fmla="*/ 9012987 w 12192000"/>
              <a:gd name="connsiteY43" fmla="*/ 1061986 h 2237474"/>
              <a:gd name="connsiteX44" fmla="*/ 8968445 w 12192000"/>
              <a:gd name="connsiteY44" fmla="*/ 1052169 h 2237474"/>
              <a:gd name="connsiteX45" fmla="*/ 8958984 w 12192000"/>
              <a:gd name="connsiteY45" fmla="*/ 1057212 h 2237474"/>
              <a:gd name="connsiteX46" fmla="*/ 8886001 w 12192000"/>
              <a:gd name="connsiteY46" fmla="*/ 1067468 h 2237474"/>
              <a:gd name="connsiteX47" fmla="*/ 8838610 w 12192000"/>
              <a:gd name="connsiteY47" fmla="*/ 1075091 h 2237474"/>
              <a:gd name="connsiteX48" fmla="*/ 8750383 w 12192000"/>
              <a:gd name="connsiteY48" fmla="*/ 1097387 h 2237474"/>
              <a:gd name="connsiteX49" fmla="*/ 8697365 w 12192000"/>
              <a:gd name="connsiteY49" fmla="*/ 1105869 h 2237474"/>
              <a:gd name="connsiteX50" fmla="*/ 8665605 w 12192000"/>
              <a:gd name="connsiteY50" fmla="*/ 1110791 h 2237474"/>
              <a:gd name="connsiteX51" fmla="*/ 8584946 w 12192000"/>
              <a:gd name="connsiteY51" fmla="*/ 1135226 h 2237474"/>
              <a:gd name="connsiteX52" fmla="*/ 8460755 w 12192000"/>
              <a:gd name="connsiteY52" fmla="*/ 1203427 h 2237474"/>
              <a:gd name="connsiteX53" fmla="*/ 8419755 w 12192000"/>
              <a:gd name="connsiteY53" fmla="*/ 1216260 h 2237474"/>
              <a:gd name="connsiteX54" fmla="*/ 8411626 w 12192000"/>
              <a:gd name="connsiteY54" fmla="*/ 1214397 h 2237474"/>
              <a:gd name="connsiteX55" fmla="*/ 8363469 w 12192000"/>
              <a:gd name="connsiteY55" fmla="*/ 1246658 h 2237474"/>
              <a:gd name="connsiteX56" fmla="*/ 8275497 w 12192000"/>
              <a:gd name="connsiteY56" fmla="*/ 1264396 h 2237474"/>
              <a:gd name="connsiteX57" fmla="*/ 8206287 w 12192000"/>
              <a:gd name="connsiteY57" fmla="*/ 1273060 h 2237474"/>
              <a:gd name="connsiteX58" fmla="*/ 8168705 w 12192000"/>
              <a:gd name="connsiteY58" fmla="*/ 1279956 h 2237474"/>
              <a:gd name="connsiteX59" fmla="*/ 8139997 w 12192000"/>
              <a:gd name="connsiteY59" fmla="*/ 1282713 h 2237474"/>
              <a:gd name="connsiteX60" fmla="*/ 8074238 w 12192000"/>
              <a:gd name="connsiteY60" fmla="*/ 1301895 h 2237474"/>
              <a:gd name="connsiteX61" fmla="*/ 7968292 w 12192000"/>
              <a:gd name="connsiteY61" fmla="*/ 1338779 h 2237474"/>
              <a:gd name="connsiteX62" fmla="*/ 7945122 w 12192000"/>
              <a:gd name="connsiteY62" fmla="*/ 1345477 h 2237474"/>
              <a:gd name="connsiteX63" fmla="*/ 7902328 w 12192000"/>
              <a:gd name="connsiteY63" fmla="*/ 1345865 h 2237474"/>
              <a:gd name="connsiteX64" fmla="*/ 7875879 w 12192000"/>
              <a:gd name="connsiteY64" fmla="*/ 1345646 h 2237474"/>
              <a:gd name="connsiteX65" fmla="*/ 7840612 w 12192000"/>
              <a:gd name="connsiteY65" fmla="*/ 1369373 h 2237474"/>
              <a:gd name="connsiteX66" fmla="*/ 7786819 w 12192000"/>
              <a:gd name="connsiteY66" fmla="*/ 1378970 h 2237474"/>
              <a:gd name="connsiteX67" fmla="*/ 7548172 w 12192000"/>
              <a:gd name="connsiteY67" fmla="*/ 1417460 h 2237474"/>
              <a:gd name="connsiteX68" fmla="*/ 7483437 w 12192000"/>
              <a:gd name="connsiteY68" fmla="*/ 1478152 h 2237474"/>
              <a:gd name="connsiteX69" fmla="*/ 7377870 w 12192000"/>
              <a:gd name="connsiteY69" fmla="*/ 1523319 h 2237474"/>
              <a:gd name="connsiteX70" fmla="*/ 7230737 w 12192000"/>
              <a:gd name="connsiteY70" fmla="*/ 1562633 h 2237474"/>
              <a:gd name="connsiteX71" fmla="*/ 7224458 w 12192000"/>
              <a:gd name="connsiteY71" fmla="*/ 1573008 h 2237474"/>
              <a:gd name="connsiteX72" fmla="*/ 7213486 w 12192000"/>
              <a:gd name="connsiteY72" fmla="*/ 1580987 h 2237474"/>
              <a:gd name="connsiteX73" fmla="*/ 7183121 w 12192000"/>
              <a:gd name="connsiteY73" fmla="*/ 1595162 h 2237474"/>
              <a:gd name="connsiteX74" fmla="*/ 7164601 w 12192000"/>
              <a:gd name="connsiteY74" fmla="*/ 1606490 h 2237474"/>
              <a:gd name="connsiteX75" fmla="*/ 7114651 w 12192000"/>
              <a:gd name="connsiteY75" fmla="*/ 1620959 h 2237474"/>
              <a:gd name="connsiteX76" fmla="*/ 7092727 w 12192000"/>
              <a:gd name="connsiteY76" fmla="*/ 1623628 h 2237474"/>
              <a:gd name="connsiteX77" fmla="*/ 7031309 w 12192000"/>
              <a:gd name="connsiteY77" fmla="*/ 1619451 h 2237474"/>
              <a:gd name="connsiteX78" fmla="*/ 6999084 w 12192000"/>
              <a:gd name="connsiteY78" fmla="*/ 1634317 h 2237474"/>
              <a:gd name="connsiteX79" fmla="*/ 6992107 w 12192000"/>
              <a:gd name="connsiteY79" fmla="*/ 1636860 h 2237474"/>
              <a:gd name="connsiteX80" fmla="*/ 6991765 w 12192000"/>
              <a:gd name="connsiteY80" fmla="*/ 1636725 h 2237474"/>
              <a:gd name="connsiteX81" fmla="*/ 6900177 w 12192000"/>
              <a:gd name="connsiteY81" fmla="*/ 1636016 h 2237474"/>
              <a:gd name="connsiteX82" fmla="*/ 6795372 w 12192000"/>
              <a:gd name="connsiteY82" fmla="*/ 1644845 h 2237474"/>
              <a:gd name="connsiteX83" fmla="*/ 6692251 w 12192000"/>
              <a:gd name="connsiteY83" fmla="*/ 1656357 h 2237474"/>
              <a:gd name="connsiteX84" fmla="*/ 6655235 w 12192000"/>
              <a:gd name="connsiteY84" fmla="*/ 1661869 h 2237474"/>
              <a:gd name="connsiteX85" fmla="*/ 6587857 w 12192000"/>
              <a:gd name="connsiteY85" fmla="*/ 1665769 h 2237474"/>
              <a:gd name="connsiteX86" fmla="*/ 6554894 w 12192000"/>
              <a:gd name="connsiteY86" fmla="*/ 1664428 h 2237474"/>
              <a:gd name="connsiteX87" fmla="*/ 6516595 w 12192000"/>
              <a:gd name="connsiteY87" fmla="*/ 1667475 h 2237474"/>
              <a:gd name="connsiteX88" fmla="*/ 6508541 w 12192000"/>
              <a:gd name="connsiteY88" fmla="*/ 1668757 h 2237474"/>
              <a:gd name="connsiteX89" fmla="*/ 6471012 w 12192000"/>
              <a:gd name="connsiteY89" fmla="*/ 1678604 h 2237474"/>
              <a:gd name="connsiteX90" fmla="*/ 6415265 w 12192000"/>
              <a:gd name="connsiteY90" fmla="*/ 1665317 h 2237474"/>
              <a:gd name="connsiteX91" fmla="*/ 6364035 w 12192000"/>
              <a:gd name="connsiteY91" fmla="*/ 1667683 h 2237474"/>
              <a:gd name="connsiteX92" fmla="*/ 6280959 w 12192000"/>
              <a:gd name="connsiteY92" fmla="*/ 1689329 h 2237474"/>
              <a:gd name="connsiteX93" fmla="*/ 6243319 w 12192000"/>
              <a:gd name="connsiteY93" fmla="*/ 1695560 h 2237474"/>
              <a:gd name="connsiteX94" fmla="*/ 6098321 w 12192000"/>
              <a:gd name="connsiteY94" fmla="*/ 1721646 h 2237474"/>
              <a:gd name="connsiteX95" fmla="*/ 5880652 w 12192000"/>
              <a:gd name="connsiteY95" fmla="*/ 1779643 h 2237474"/>
              <a:gd name="connsiteX96" fmla="*/ 5785959 w 12192000"/>
              <a:gd name="connsiteY96" fmla="*/ 1775307 h 2237474"/>
              <a:gd name="connsiteX97" fmla="*/ 5643534 w 12192000"/>
              <a:gd name="connsiteY97" fmla="*/ 1802919 h 2237474"/>
              <a:gd name="connsiteX98" fmla="*/ 5518799 w 12192000"/>
              <a:gd name="connsiteY98" fmla="*/ 1818312 h 2237474"/>
              <a:gd name="connsiteX99" fmla="*/ 5505014 w 12192000"/>
              <a:gd name="connsiteY99" fmla="*/ 1819259 h 2237474"/>
              <a:gd name="connsiteX100" fmla="*/ 5453307 w 12192000"/>
              <a:gd name="connsiteY100" fmla="*/ 1815450 h 2237474"/>
              <a:gd name="connsiteX101" fmla="*/ 5364192 w 12192000"/>
              <a:gd name="connsiteY101" fmla="*/ 1826074 h 2237474"/>
              <a:gd name="connsiteX102" fmla="*/ 5350380 w 12192000"/>
              <a:gd name="connsiteY102" fmla="*/ 1830891 h 2237474"/>
              <a:gd name="connsiteX103" fmla="*/ 5259633 w 12192000"/>
              <a:gd name="connsiteY103" fmla="*/ 1837160 h 2237474"/>
              <a:gd name="connsiteX104" fmla="*/ 5197513 w 12192000"/>
              <a:gd name="connsiteY104" fmla="*/ 1844718 h 2237474"/>
              <a:gd name="connsiteX105" fmla="*/ 5168852 w 12192000"/>
              <a:gd name="connsiteY105" fmla="*/ 1844846 h 2237474"/>
              <a:gd name="connsiteX106" fmla="*/ 5114927 w 12192000"/>
              <a:gd name="connsiteY106" fmla="*/ 1847827 h 2237474"/>
              <a:gd name="connsiteX107" fmla="*/ 5108970 w 12192000"/>
              <a:gd name="connsiteY107" fmla="*/ 1847935 h 2237474"/>
              <a:gd name="connsiteX108" fmla="*/ 5067961 w 12192000"/>
              <a:gd name="connsiteY108" fmla="*/ 1845917 h 2237474"/>
              <a:gd name="connsiteX109" fmla="*/ 5007075 w 12192000"/>
              <a:gd name="connsiteY109" fmla="*/ 1838626 h 2237474"/>
              <a:gd name="connsiteX110" fmla="*/ 4944087 w 12192000"/>
              <a:gd name="connsiteY110" fmla="*/ 1823332 h 2237474"/>
              <a:gd name="connsiteX111" fmla="*/ 4907662 w 12192000"/>
              <a:gd name="connsiteY111" fmla="*/ 1816900 h 2237474"/>
              <a:gd name="connsiteX112" fmla="*/ 4882386 w 12192000"/>
              <a:gd name="connsiteY112" fmla="*/ 1809844 h 2237474"/>
              <a:gd name="connsiteX113" fmla="*/ 4811440 w 12192000"/>
              <a:gd name="connsiteY113" fmla="*/ 1804655 h 2237474"/>
              <a:gd name="connsiteX114" fmla="*/ 4691075 w 12192000"/>
              <a:gd name="connsiteY114" fmla="*/ 1801389 h 2237474"/>
              <a:gd name="connsiteX115" fmla="*/ 4611738 w 12192000"/>
              <a:gd name="connsiteY115" fmla="*/ 1776964 h 2237474"/>
              <a:gd name="connsiteX116" fmla="*/ 4560070 w 12192000"/>
              <a:gd name="connsiteY116" fmla="*/ 1785640 h 2237474"/>
              <a:gd name="connsiteX117" fmla="*/ 4536503 w 12192000"/>
              <a:gd name="connsiteY117" fmla="*/ 1785334 h 2237474"/>
              <a:gd name="connsiteX118" fmla="*/ 4513724 w 12192000"/>
              <a:gd name="connsiteY118" fmla="*/ 1791996 h 2237474"/>
              <a:gd name="connsiteX119" fmla="*/ 4459810 w 12192000"/>
              <a:gd name="connsiteY119" fmla="*/ 1797886 h 2237474"/>
              <a:gd name="connsiteX120" fmla="*/ 4379064 w 12192000"/>
              <a:gd name="connsiteY120" fmla="*/ 1817177 h 2237474"/>
              <a:gd name="connsiteX121" fmla="*/ 4319209 w 12192000"/>
              <a:gd name="connsiteY121" fmla="*/ 1834833 h 2237474"/>
              <a:gd name="connsiteX122" fmla="*/ 4290981 w 12192000"/>
              <a:gd name="connsiteY122" fmla="*/ 1839677 h 2237474"/>
              <a:gd name="connsiteX123" fmla="*/ 4285792 w 12192000"/>
              <a:gd name="connsiteY123" fmla="*/ 1836231 h 2237474"/>
              <a:gd name="connsiteX124" fmla="*/ 4238372 w 12192000"/>
              <a:gd name="connsiteY124" fmla="*/ 1851480 h 2237474"/>
              <a:gd name="connsiteX125" fmla="*/ 4232517 w 12192000"/>
              <a:gd name="connsiteY125" fmla="*/ 1852567 h 2237474"/>
              <a:gd name="connsiteX126" fmla="*/ 4191732 w 12192000"/>
              <a:gd name="connsiteY126" fmla="*/ 1857328 h 2237474"/>
              <a:gd name="connsiteX127" fmla="*/ 4065532 w 12192000"/>
              <a:gd name="connsiteY127" fmla="*/ 1855477 h 2237474"/>
              <a:gd name="connsiteX128" fmla="*/ 4028460 w 12192000"/>
              <a:gd name="connsiteY128" fmla="*/ 1855137 h 2237474"/>
              <a:gd name="connsiteX129" fmla="*/ 4002267 w 12192000"/>
              <a:gd name="connsiteY129" fmla="*/ 1852352 h 2237474"/>
              <a:gd name="connsiteX130" fmla="*/ 3931396 w 12192000"/>
              <a:gd name="connsiteY130" fmla="*/ 1858915 h 2237474"/>
              <a:gd name="connsiteX131" fmla="*/ 3812162 w 12192000"/>
              <a:gd name="connsiteY131" fmla="*/ 1875501 h 2237474"/>
              <a:gd name="connsiteX132" fmla="*/ 3729530 w 12192000"/>
              <a:gd name="connsiteY132" fmla="*/ 1864513 h 2237474"/>
              <a:gd name="connsiteX133" fmla="*/ 3680177 w 12192000"/>
              <a:gd name="connsiteY133" fmla="*/ 1881552 h 2237474"/>
              <a:gd name="connsiteX134" fmla="*/ 3567259 w 12192000"/>
              <a:gd name="connsiteY134" fmla="*/ 1893482 h 2237474"/>
              <a:gd name="connsiteX135" fmla="*/ 3405770 w 12192000"/>
              <a:gd name="connsiteY135" fmla="*/ 1904591 h 2237474"/>
              <a:gd name="connsiteX136" fmla="*/ 3280097 w 12192000"/>
              <a:gd name="connsiteY136" fmla="*/ 1919610 h 2237474"/>
              <a:gd name="connsiteX137" fmla="*/ 3123424 w 12192000"/>
              <a:gd name="connsiteY137" fmla="*/ 1952930 h 2237474"/>
              <a:gd name="connsiteX138" fmla="*/ 3009910 w 12192000"/>
              <a:gd name="connsiteY138" fmla="*/ 1957866 h 2237474"/>
              <a:gd name="connsiteX139" fmla="*/ 2995934 w 12192000"/>
              <a:gd name="connsiteY139" fmla="*/ 1967085 h 2237474"/>
              <a:gd name="connsiteX140" fmla="*/ 2980071 w 12192000"/>
              <a:gd name="connsiteY140" fmla="*/ 1972988 h 2237474"/>
              <a:gd name="connsiteX141" fmla="*/ 2978094 w 12192000"/>
              <a:gd name="connsiteY141" fmla="*/ 1972369 h 2237474"/>
              <a:gd name="connsiteX142" fmla="*/ 2942858 w 12192000"/>
              <a:gd name="connsiteY142" fmla="*/ 1981367 h 2237474"/>
              <a:gd name="connsiteX143" fmla="*/ 2875436 w 12192000"/>
              <a:gd name="connsiteY143" fmla="*/ 1996977 h 2237474"/>
              <a:gd name="connsiteX144" fmla="*/ 2874892 w 12192000"/>
              <a:gd name="connsiteY144" fmla="*/ 1996085 h 2237474"/>
              <a:gd name="connsiteX145" fmla="*/ 2864145 w 12192000"/>
              <a:gd name="connsiteY145" fmla="*/ 1994061 h 2237474"/>
              <a:gd name="connsiteX146" fmla="*/ 2843662 w 12192000"/>
              <a:gd name="connsiteY146" fmla="*/ 1992498 h 2237474"/>
              <a:gd name="connsiteX147" fmla="*/ 2796128 w 12192000"/>
              <a:gd name="connsiteY147" fmla="*/ 1976403 h 2237474"/>
              <a:gd name="connsiteX148" fmla="*/ 2756784 w 12192000"/>
              <a:gd name="connsiteY148" fmla="*/ 1985116 h 2237474"/>
              <a:gd name="connsiteX149" fmla="*/ 2748833 w 12192000"/>
              <a:gd name="connsiteY149" fmla="*/ 1986323 h 2237474"/>
              <a:gd name="connsiteX150" fmla="*/ 2748661 w 12192000"/>
              <a:gd name="connsiteY150" fmla="*/ 1986122 h 2237474"/>
              <a:gd name="connsiteX151" fmla="*/ 2740251 w 12192000"/>
              <a:gd name="connsiteY151" fmla="*/ 1986946 h 2237474"/>
              <a:gd name="connsiteX152" fmla="*/ 2718916 w 12192000"/>
              <a:gd name="connsiteY152" fmla="*/ 1990867 h 2237474"/>
              <a:gd name="connsiteX153" fmla="*/ 2713522 w 12192000"/>
              <a:gd name="connsiteY153" fmla="*/ 1990173 h 2237474"/>
              <a:gd name="connsiteX154" fmla="*/ 2680597 w 12192000"/>
              <a:gd name="connsiteY154" fmla="*/ 1984996 h 2237474"/>
              <a:gd name="connsiteX155" fmla="*/ 2578178 w 12192000"/>
              <a:gd name="connsiteY155" fmla="*/ 1990531 h 2237474"/>
              <a:gd name="connsiteX156" fmla="*/ 2476147 w 12192000"/>
              <a:gd name="connsiteY156" fmla="*/ 1998305 h 2237474"/>
              <a:gd name="connsiteX157" fmla="*/ 2373568 w 12192000"/>
              <a:gd name="connsiteY157" fmla="*/ 2003219 h 2237474"/>
              <a:gd name="connsiteX158" fmla="*/ 2321399 w 12192000"/>
              <a:gd name="connsiteY158" fmla="*/ 1989467 h 2237474"/>
              <a:gd name="connsiteX159" fmla="*/ 2315525 w 12192000"/>
              <a:gd name="connsiteY159" fmla="*/ 1989708 h 2237474"/>
              <a:gd name="connsiteX160" fmla="*/ 2300792 w 12192000"/>
              <a:gd name="connsiteY160" fmla="*/ 1994290 h 2237474"/>
              <a:gd name="connsiteX161" fmla="*/ 2295469 w 12192000"/>
              <a:gd name="connsiteY161" fmla="*/ 1996659 h 2237474"/>
              <a:gd name="connsiteX162" fmla="*/ 2287219 w 12192000"/>
              <a:gd name="connsiteY162" fmla="*/ 1998750 h 2237474"/>
              <a:gd name="connsiteX163" fmla="*/ 2286948 w 12192000"/>
              <a:gd name="connsiteY163" fmla="*/ 1998596 h 2237474"/>
              <a:gd name="connsiteX164" fmla="*/ 2243069 w 12192000"/>
              <a:gd name="connsiteY164" fmla="*/ 2015111 h 2237474"/>
              <a:gd name="connsiteX165" fmla="*/ 2186609 w 12192000"/>
              <a:gd name="connsiteY165" fmla="*/ 2008263 h 2237474"/>
              <a:gd name="connsiteX166" fmla="*/ 2164831 w 12192000"/>
              <a:gd name="connsiteY166" fmla="*/ 2010143 h 2237474"/>
              <a:gd name="connsiteX167" fmla="*/ 2152836 w 12192000"/>
              <a:gd name="connsiteY167" fmla="*/ 2010048 h 2237474"/>
              <a:gd name="connsiteX168" fmla="*/ 2117102 w 12192000"/>
              <a:gd name="connsiteY168" fmla="*/ 2023004 h 2237474"/>
              <a:gd name="connsiteX169" fmla="*/ 2111935 w 12192000"/>
              <a:gd name="connsiteY169" fmla="*/ 2023163 h 2237474"/>
              <a:gd name="connsiteX170" fmla="*/ 2089991 w 12192000"/>
              <a:gd name="connsiteY170" fmla="*/ 2034193 h 2237474"/>
              <a:gd name="connsiteX171" fmla="*/ 2058061 w 12192000"/>
              <a:gd name="connsiteY171" fmla="*/ 2047942 h 2237474"/>
              <a:gd name="connsiteX172" fmla="*/ 2055737 w 12192000"/>
              <a:gd name="connsiteY172" fmla="*/ 2047704 h 2237474"/>
              <a:gd name="connsiteX173" fmla="*/ 2042244 w 12192000"/>
              <a:gd name="connsiteY173" fmla="*/ 2055560 h 2237474"/>
              <a:gd name="connsiteX174" fmla="*/ 1976224 w 12192000"/>
              <a:gd name="connsiteY174" fmla="*/ 2074257 h 2237474"/>
              <a:gd name="connsiteX175" fmla="*/ 1877728 w 12192000"/>
              <a:gd name="connsiteY175" fmla="*/ 2101004 h 2237474"/>
              <a:gd name="connsiteX176" fmla="*/ 1759056 w 12192000"/>
              <a:gd name="connsiteY176" fmla="*/ 2125608 h 2237474"/>
              <a:gd name="connsiteX177" fmla="*/ 1637948 w 12192000"/>
              <a:gd name="connsiteY177" fmla="*/ 2172597 h 2237474"/>
              <a:gd name="connsiteX178" fmla="*/ 1434549 w 12192000"/>
              <a:gd name="connsiteY178" fmla="*/ 2234522 h 2237474"/>
              <a:gd name="connsiteX179" fmla="*/ 1398481 w 12192000"/>
              <a:gd name="connsiteY179" fmla="*/ 2237074 h 2237474"/>
              <a:gd name="connsiteX180" fmla="*/ 1398407 w 12192000"/>
              <a:gd name="connsiteY180" fmla="*/ 2237095 h 2237474"/>
              <a:gd name="connsiteX181" fmla="*/ 1370962 w 12192000"/>
              <a:gd name="connsiteY181" fmla="*/ 2237474 h 2237474"/>
              <a:gd name="connsiteX182" fmla="*/ 1356367 w 12192000"/>
              <a:gd name="connsiteY182" fmla="*/ 2235089 h 2237474"/>
              <a:gd name="connsiteX183" fmla="*/ 1324828 w 12192000"/>
              <a:gd name="connsiteY183" fmla="*/ 2231968 h 2237474"/>
              <a:gd name="connsiteX184" fmla="*/ 1297744 w 12192000"/>
              <a:gd name="connsiteY184" fmla="*/ 2235849 h 2237474"/>
              <a:gd name="connsiteX185" fmla="*/ 1286236 w 12192000"/>
              <a:gd name="connsiteY185" fmla="*/ 2233135 h 2237474"/>
              <a:gd name="connsiteX186" fmla="*/ 1283504 w 12192000"/>
              <a:gd name="connsiteY186" fmla="*/ 2233797 h 2237474"/>
              <a:gd name="connsiteX187" fmla="*/ 1279765 w 12192000"/>
              <a:gd name="connsiteY187" fmla="*/ 2229639 h 2237474"/>
              <a:gd name="connsiteX188" fmla="*/ 1195347 w 12192000"/>
              <a:gd name="connsiteY188" fmla="*/ 2212354 h 2237474"/>
              <a:gd name="connsiteX189" fmla="*/ 970251 w 12192000"/>
              <a:gd name="connsiteY189" fmla="*/ 2221029 h 2237474"/>
              <a:gd name="connsiteX190" fmla="*/ 812914 w 12192000"/>
              <a:gd name="connsiteY190" fmla="*/ 2202752 h 2237474"/>
              <a:gd name="connsiteX191" fmla="*/ 800195 w 12192000"/>
              <a:gd name="connsiteY191" fmla="*/ 2209407 h 2237474"/>
              <a:gd name="connsiteX192" fmla="*/ 784978 w 12192000"/>
              <a:gd name="connsiteY192" fmla="*/ 2212360 h 2237474"/>
              <a:gd name="connsiteX193" fmla="*/ 681987 w 12192000"/>
              <a:gd name="connsiteY193" fmla="*/ 2216757 h 2237474"/>
              <a:gd name="connsiteX194" fmla="*/ 669923 w 12192000"/>
              <a:gd name="connsiteY194" fmla="*/ 2211682 h 2237474"/>
              <a:gd name="connsiteX195" fmla="*/ 648680 w 12192000"/>
              <a:gd name="connsiteY195" fmla="*/ 2206229 h 2237474"/>
              <a:gd name="connsiteX196" fmla="*/ 597225 w 12192000"/>
              <a:gd name="connsiteY196" fmla="*/ 2180999 h 2237474"/>
              <a:gd name="connsiteX197" fmla="*/ 558449 w 12192000"/>
              <a:gd name="connsiteY197" fmla="*/ 2182346 h 2237474"/>
              <a:gd name="connsiteX198" fmla="*/ 550517 w 12192000"/>
              <a:gd name="connsiteY198" fmla="*/ 2182060 h 2237474"/>
              <a:gd name="connsiteX199" fmla="*/ 550309 w 12192000"/>
              <a:gd name="connsiteY199" fmla="*/ 2181825 h 2237474"/>
              <a:gd name="connsiteX200" fmla="*/ 541836 w 12192000"/>
              <a:gd name="connsiteY200" fmla="*/ 2181063 h 2237474"/>
              <a:gd name="connsiteX201" fmla="*/ 536057 w 12192000"/>
              <a:gd name="connsiteY201" fmla="*/ 2181537 h 2237474"/>
              <a:gd name="connsiteX202" fmla="*/ 520671 w 12192000"/>
              <a:gd name="connsiteY202" fmla="*/ 2180980 h 2237474"/>
              <a:gd name="connsiteX203" fmla="*/ 515024 w 12192000"/>
              <a:gd name="connsiteY203" fmla="*/ 2179258 h 2237474"/>
              <a:gd name="connsiteX204" fmla="*/ 512278 w 12192000"/>
              <a:gd name="connsiteY204" fmla="*/ 2176369 h 2237474"/>
              <a:gd name="connsiteX205" fmla="*/ 480419 w 12192000"/>
              <a:gd name="connsiteY205" fmla="*/ 2167807 h 2237474"/>
              <a:gd name="connsiteX206" fmla="*/ 413835 w 12192000"/>
              <a:gd name="connsiteY206" fmla="*/ 2156783 h 2237474"/>
              <a:gd name="connsiteX207" fmla="*/ 376513 w 12192000"/>
              <a:gd name="connsiteY207" fmla="*/ 2154014 h 2237474"/>
              <a:gd name="connsiteX208" fmla="*/ 273386 w 12192000"/>
              <a:gd name="connsiteY208" fmla="*/ 2142551 h 2237474"/>
              <a:gd name="connsiteX209" fmla="*/ 169207 w 12192000"/>
              <a:gd name="connsiteY209" fmla="*/ 2128100 h 2237474"/>
              <a:gd name="connsiteX210" fmla="*/ 93149 w 12192000"/>
              <a:gd name="connsiteY210" fmla="*/ 2105324 h 2237474"/>
              <a:gd name="connsiteX211" fmla="*/ 88109 w 12192000"/>
              <a:gd name="connsiteY211" fmla="*/ 2106704 h 2237474"/>
              <a:gd name="connsiteX212" fmla="*/ 80022 w 12192000"/>
              <a:gd name="connsiteY212" fmla="*/ 2107254 h 2237474"/>
              <a:gd name="connsiteX213" fmla="*/ 79717 w 12192000"/>
              <a:gd name="connsiteY213" fmla="*/ 2107046 h 2237474"/>
              <a:gd name="connsiteX214" fmla="*/ 72352 w 12192000"/>
              <a:gd name="connsiteY214" fmla="*/ 2107991 h 2237474"/>
              <a:gd name="connsiteX215" fmla="*/ 37645 w 12192000"/>
              <a:gd name="connsiteY215" fmla="*/ 2115401 h 2237474"/>
              <a:gd name="connsiteX216" fmla="*/ 4572 w 12192000"/>
              <a:gd name="connsiteY216" fmla="*/ 2111091 h 2237474"/>
              <a:gd name="connsiteX217" fmla="*/ 0 w 12192000"/>
              <a:gd name="connsiteY217" fmla="*/ 2110468 h 2237474"/>
              <a:gd name="connsiteX218" fmla="*/ 0 w 12192000"/>
              <a:gd name="connsiteY218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78288 w 12192000"/>
              <a:gd name="connsiteY25" fmla="*/ 854362 h 2237474"/>
              <a:gd name="connsiteX26" fmla="*/ 9761459 w 12192000"/>
              <a:gd name="connsiteY26" fmla="*/ 862394 h 2237474"/>
              <a:gd name="connsiteX27" fmla="*/ 9705768 w 12192000"/>
              <a:gd name="connsiteY27" fmla="*/ 894610 h 2237474"/>
              <a:gd name="connsiteX28" fmla="*/ 9683005 w 12192000"/>
              <a:gd name="connsiteY28" fmla="*/ 894128 h 2237474"/>
              <a:gd name="connsiteX29" fmla="*/ 9594438 w 12192000"/>
              <a:gd name="connsiteY29" fmla="*/ 919051 h 2237474"/>
              <a:gd name="connsiteX30" fmla="*/ 9577033 w 12192000"/>
              <a:gd name="connsiteY30" fmla="*/ 922857 h 2237474"/>
              <a:gd name="connsiteX31" fmla="*/ 9544189 w 12192000"/>
              <a:gd name="connsiteY31" fmla="*/ 938966 h 2237474"/>
              <a:gd name="connsiteX32" fmla="*/ 9500499 w 12192000"/>
              <a:gd name="connsiteY32" fmla="*/ 954680 h 2237474"/>
              <a:gd name="connsiteX33" fmla="*/ 9428195 w 12192000"/>
              <a:gd name="connsiteY33" fmla="*/ 986225 h 2237474"/>
              <a:gd name="connsiteX34" fmla="*/ 9410017 w 12192000"/>
              <a:gd name="connsiteY34" fmla="*/ 993931 h 2237474"/>
              <a:gd name="connsiteX35" fmla="*/ 9392919 w 12192000"/>
              <a:gd name="connsiteY35" fmla="*/ 994656 h 2237474"/>
              <a:gd name="connsiteX36" fmla="*/ 9278619 w 12192000"/>
              <a:gd name="connsiteY36" fmla="*/ 1011878 h 2237474"/>
              <a:gd name="connsiteX37" fmla="*/ 9268019 w 12192000"/>
              <a:gd name="connsiteY37" fmla="*/ 1007442 h 2237474"/>
              <a:gd name="connsiteX38" fmla="*/ 9234662 w 12192000"/>
              <a:gd name="connsiteY38" fmla="*/ 1023056 h 2237474"/>
              <a:gd name="connsiteX39" fmla="*/ 9181033 w 12192000"/>
              <a:gd name="connsiteY39" fmla="*/ 1037921 h 2237474"/>
              <a:gd name="connsiteX40" fmla="*/ 9155969 w 12192000"/>
              <a:gd name="connsiteY40" fmla="*/ 1046804 h 2237474"/>
              <a:gd name="connsiteX41" fmla="*/ 9133985 w 12192000"/>
              <a:gd name="connsiteY41" fmla="*/ 1046450 h 2237474"/>
              <a:gd name="connsiteX42" fmla="*/ 9012987 w 12192000"/>
              <a:gd name="connsiteY42" fmla="*/ 1061986 h 2237474"/>
              <a:gd name="connsiteX43" fmla="*/ 8968445 w 12192000"/>
              <a:gd name="connsiteY43" fmla="*/ 1052169 h 2237474"/>
              <a:gd name="connsiteX44" fmla="*/ 8958984 w 12192000"/>
              <a:gd name="connsiteY44" fmla="*/ 1057212 h 2237474"/>
              <a:gd name="connsiteX45" fmla="*/ 8886001 w 12192000"/>
              <a:gd name="connsiteY45" fmla="*/ 1067468 h 2237474"/>
              <a:gd name="connsiteX46" fmla="*/ 8838610 w 12192000"/>
              <a:gd name="connsiteY46" fmla="*/ 1075091 h 2237474"/>
              <a:gd name="connsiteX47" fmla="*/ 8750383 w 12192000"/>
              <a:gd name="connsiteY47" fmla="*/ 1097387 h 2237474"/>
              <a:gd name="connsiteX48" fmla="*/ 8697365 w 12192000"/>
              <a:gd name="connsiteY48" fmla="*/ 1105869 h 2237474"/>
              <a:gd name="connsiteX49" fmla="*/ 8665605 w 12192000"/>
              <a:gd name="connsiteY49" fmla="*/ 1110791 h 2237474"/>
              <a:gd name="connsiteX50" fmla="*/ 8584946 w 12192000"/>
              <a:gd name="connsiteY50" fmla="*/ 1135226 h 2237474"/>
              <a:gd name="connsiteX51" fmla="*/ 8460755 w 12192000"/>
              <a:gd name="connsiteY51" fmla="*/ 1203427 h 2237474"/>
              <a:gd name="connsiteX52" fmla="*/ 8419755 w 12192000"/>
              <a:gd name="connsiteY52" fmla="*/ 1216260 h 2237474"/>
              <a:gd name="connsiteX53" fmla="*/ 8411626 w 12192000"/>
              <a:gd name="connsiteY53" fmla="*/ 1214397 h 2237474"/>
              <a:gd name="connsiteX54" fmla="*/ 8363469 w 12192000"/>
              <a:gd name="connsiteY54" fmla="*/ 1246658 h 2237474"/>
              <a:gd name="connsiteX55" fmla="*/ 8275497 w 12192000"/>
              <a:gd name="connsiteY55" fmla="*/ 1264396 h 2237474"/>
              <a:gd name="connsiteX56" fmla="*/ 8206287 w 12192000"/>
              <a:gd name="connsiteY56" fmla="*/ 1273060 h 2237474"/>
              <a:gd name="connsiteX57" fmla="*/ 8168705 w 12192000"/>
              <a:gd name="connsiteY57" fmla="*/ 1279956 h 2237474"/>
              <a:gd name="connsiteX58" fmla="*/ 8139997 w 12192000"/>
              <a:gd name="connsiteY58" fmla="*/ 1282713 h 2237474"/>
              <a:gd name="connsiteX59" fmla="*/ 8074238 w 12192000"/>
              <a:gd name="connsiteY59" fmla="*/ 1301895 h 2237474"/>
              <a:gd name="connsiteX60" fmla="*/ 7968292 w 12192000"/>
              <a:gd name="connsiteY60" fmla="*/ 1338779 h 2237474"/>
              <a:gd name="connsiteX61" fmla="*/ 7945122 w 12192000"/>
              <a:gd name="connsiteY61" fmla="*/ 1345477 h 2237474"/>
              <a:gd name="connsiteX62" fmla="*/ 7902328 w 12192000"/>
              <a:gd name="connsiteY62" fmla="*/ 1345865 h 2237474"/>
              <a:gd name="connsiteX63" fmla="*/ 7875879 w 12192000"/>
              <a:gd name="connsiteY63" fmla="*/ 1345646 h 2237474"/>
              <a:gd name="connsiteX64" fmla="*/ 7840612 w 12192000"/>
              <a:gd name="connsiteY64" fmla="*/ 1369373 h 2237474"/>
              <a:gd name="connsiteX65" fmla="*/ 7786819 w 12192000"/>
              <a:gd name="connsiteY65" fmla="*/ 1378970 h 2237474"/>
              <a:gd name="connsiteX66" fmla="*/ 7548172 w 12192000"/>
              <a:gd name="connsiteY66" fmla="*/ 1417460 h 2237474"/>
              <a:gd name="connsiteX67" fmla="*/ 7483437 w 12192000"/>
              <a:gd name="connsiteY67" fmla="*/ 1478152 h 2237474"/>
              <a:gd name="connsiteX68" fmla="*/ 7377870 w 12192000"/>
              <a:gd name="connsiteY68" fmla="*/ 1523319 h 2237474"/>
              <a:gd name="connsiteX69" fmla="*/ 7230737 w 12192000"/>
              <a:gd name="connsiteY69" fmla="*/ 1562633 h 2237474"/>
              <a:gd name="connsiteX70" fmla="*/ 7224458 w 12192000"/>
              <a:gd name="connsiteY70" fmla="*/ 1573008 h 2237474"/>
              <a:gd name="connsiteX71" fmla="*/ 7213486 w 12192000"/>
              <a:gd name="connsiteY71" fmla="*/ 1580987 h 2237474"/>
              <a:gd name="connsiteX72" fmla="*/ 7183121 w 12192000"/>
              <a:gd name="connsiteY72" fmla="*/ 1595162 h 2237474"/>
              <a:gd name="connsiteX73" fmla="*/ 7164601 w 12192000"/>
              <a:gd name="connsiteY73" fmla="*/ 1606490 h 2237474"/>
              <a:gd name="connsiteX74" fmla="*/ 7114651 w 12192000"/>
              <a:gd name="connsiteY74" fmla="*/ 1620959 h 2237474"/>
              <a:gd name="connsiteX75" fmla="*/ 7092727 w 12192000"/>
              <a:gd name="connsiteY75" fmla="*/ 1623628 h 2237474"/>
              <a:gd name="connsiteX76" fmla="*/ 7031309 w 12192000"/>
              <a:gd name="connsiteY76" fmla="*/ 1619451 h 2237474"/>
              <a:gd name="connsiteX77" fmla="*/ 6999084 w 12192000"/>
              <a:gd name="connsiteY77" fmla="*/ 1634317 h 2237474"/>
              <a:gd name="connsiteX78" fmla="*/ 6992107 w 12192000"/>
              <a:gd name="connsiteY78" fmla="*/ 1636860 h 2237474"/>
              <a:gd name="connsiteX79" fmla="*/ 6991765 w 12192000"/>
              <a:gd name="connsiteY79" fmla="*/ 1636725 h 2237474"/>
              <a:gd name="connsiteX80" fmla="*/ 6900177 w 12192000"/>
              <a:gd name="connsiteY80" fmla="*/ 1636016 h 2237474"/>
              <a:gd name="connsiteX81" fmla="*/ 6795372 w 12192000"/>
              <a:gd name="connsiteY81" fmla="*/ 1644845 h 2237474"/>
              <a:gd name="connsiteX82" fmla="*/ 6692251 w 12192000"/>
              <a:gd name="connsiteY82" fmla="*/ 1656357 h 2237474"/>
              <a:gd name="connsiteX83" fmla="*/ 6655235 w 12192000"/>
              <a:gd name="connsiteY83" fmla="*/ 1661869 h 2237474"/>
              <a:gd name="connsiteX84" fmla="*/ 6587857 w 12192000"/>
              <a:gd name="connsiteY84" fmla="*/ 1665769 h 2237474"/>
              <a:gd name="connsiteX85" fmla="*/ 6554894 w 12192000"/>
              <a:gd name="connsiteY85" fmla="*/ 1664428 h 2237474"/>
              <a:gd name="connsiteX86" fmla="*/ 6516595 w 12192000"/>
              <a:gd name="connsiteY86" fmla="*/ 1667475 h 2237474"/>
              <a:gd name="connsiteX87" fmla="*/ 6508541 w 12192000"/>
              <a:gd name="connsiteY87" fmla="*/ 1668757 h 2237474"/>
              <a:gd name="connsiteX88" fmla="*/ 6471012 w 12192000"/>
              <a:gd name="connsiteY88" fmla="*/ 1678604 h 2237474"/>
              <a:gd name="connsiteX89" fmla="*/ 6415265 w 12192000"/>
              <a:gd name="connsiteY89" fmla="*/ 1665317 h 2237474"/>
              <a:gd name="connsiteX90" fmla="*/ 6364035 w 12192000"/>
              <a:gd name="connsiteY90" fmla="*/ 1667683 h 2237474"/>
              <a:gd name="connsiteX91" fmla="*/ 6280959 w 12192000"/>
              <a:gd name="connsiteY91" fmla="*/ 1689329 h 2237474"/>
              <a:gd name="connsiteX92" fmla="*/ 6243319 w 12192000"/>
              <a:gd name="connsiteY92" fmla="*/ 1695560 h 2237474"/>
              <a:gd name="connsiteX93" fmla="*/ 6098321 w 12192000"/>
              <a:gd name="connsiteY93" fmla="*/ 1721646 h 2237474"/>
              <a:gd name="connsiteX94" fmla="*/ 5880652 w 12192000"/>
              <a:gd name="connsiteY94" fmla="*/ 1779643 h 2237474"/>
              <a:gd name="connsiteX95" fmla="*/ 5785959 w 12192000"/>
              <a:gd name="connsiteY95" fmla="*/ 1775307 h 2237474"/>
              <a:gd name="connsiteX96" fmla="*/ 5643534 w 12192000"/>
              <a:gd name="connsiteY96" fmla="*/ 1802919 h 2237474"/>
              <a:gd name="connsiteX97" fmla="*/ 5518799 w 12192000"/>
              <a:gd name="connsiteY97" fmla="*/ 1818312 h 2237474"/>
              <a:gd name="connsiteX98" fmla="*/ 5505014 w 12192000"/>
              <a:gd name="connsiteY98" fmla="*/ 1819259 h 2237474"/>
              <a:gd name="connsiteX99" fmla="*/ 5453307 w 12192000"/>
              <a:gd name="connsiteY99" fmla="*/ 1815450 h 2237474"/>
              <a:gd name="connsiteX100" fmla="*/ 5364192 w 12192000"/>
              <a:gd name="connsiteY100" fmla="*/ 1826074 h 2237474"/>
              <a:gd name="connsiteX101" fmla="*/ 5350380 w 12192000"/>
              <a:gd name="connsiteY101" fmla="*/ 1830891 h 2237474"/>
              <a:gd name="connsiteX102" fmla="*/ 5259633 w 12192000"/>
              <a:gd name="connsiteY102" fmla="*/ 1837160 h 2237474"/>
              <a:gd name="connsiteX103" fmla="*/ 5197513 w 12192000"/>
              <a:gd name="connsiteY103" fmla="*/ 1844718 h 2237474"/>
              <a:gd name="connsiteX104" fmla="*/ 5168852 w 12192000"/>
              <a:gd name="connsiteY104" fmla="*/ 1844846 h 2237474"/>
              <a:gd name="connsiteX105" fmla="*/ 5114927 w 12192000"/>
              <a:gd name="connsiteY105" fmla="*/ 1847827 h 2237474"/>
              <a:gd name="connsiteX106" fmla="*/ 5108970 w 12192000"/>
              <a:gd name="connsiteY106" fmla="*/ 1847935 h 2237474"/>
              <a:gd name="connsiteX107" fmla="*/ 5067961 w 12192000"/>
              <a:gd name="connsiteY107" fmla="*/ 1845917 h 2237474"/>
              <a:gd name="connsiteX108" fmla="*/ 5007075 w 12192000"/>
              <a:gd name="connsiteY108" fmla="*/ 1838626 h 2237474"/>
              <a:gd name="connsiteX109" fmla="*/ 4944087 w 12192000"/>
              <a:gd name="connsiteY109" fmla="*/ 1823332 h 2237474"/>
              <a:gd name="connsiteX110" fmla="*/ 4907662 w 12192000"/>
              <a:gd name="connsiteY110" fmla="*/ 1816900 h 2237474"/>
              <a:gd name="connsiteX111" fmla="*/ 4882386 w 12192000"/>
              <a:gd name="connsiteY111" fmla="*/ 1809844 h 2237474"/>
              <a:gd name="connsiteX112" fmla="*/ 4811440 w 12192000"/>
              <a:gd name="connsiteY112" fmla="*/ 1804655 h 2237474"/>
              <a:gd name="connsiteX113" fmla="*/ 4691075 w 12192000"/>
              <a:gd name="connsiteY113" fmla="*/ 1801389 h 2237474"/>
              <a:gd name="connsiteX114" fmla="*/ 4611738 w 12192000"/>
              <a:gd name="connsiteY114" fmla="*/ 1776964 h 2237474"/>
              <a:gd name="connsiteX115" fmla="*/ 4560070 w 12192000"/>
              <a:gd name="connsiteY115" fmla="*/ 1785640 h 2237474"/>
              <a:gd name="connsiteX116" fmla="*/ 4536503 w 12192000"/>
              <a:gd name="connsiteY116" fmla="*/ 1785334 h 2237474"/>
              <a:gd name="connsiteX117" fmla="*/ 4513724 w 12192000"/>
              <a:gd name="connsiteY117" fmla="*/ 1791996 h 2237474"/>
              <a:gd name="connsiteX118" fmla="*/ 4459810 w 12192000"/>
              <a:gd name="connsiteY118" fmla="*/ 1797886 h 2237474"/>
              <a:gd name="connsiteX119" fmla="*/ 4379064 w 12192000"/>
              <a:gd name="connsiteY119" fmla="*/ 1817177 h 2237474"/>
              <a:gd name="connsiteX120" fmla="*/ 4319209 w 12192000"/>
              <a:gd name="connsiteY120" fmla="*/ 1834833 h 2237474"/>
              <a:gd name="connsiteX121" fmla="*/ 4290981 w 12192000"/>
              <a:gd name="connsiteY121" fmla="*/ 1839677 h 2237474"/>
              <a:gd name="connsiteX122" fmla="*/ 4285792 w 12192000"/>
              <a:gd name="connsiteY122" fmla="*/ 1836231 h 2237474"/>
              <a:gd name="connsiteX123" fmla="*/ 4238372 w 12192000"/>
              <a:gd name="connsiteY123" fmla="*/ 1851480 h 2237474"/>
              <a:gd name="connsiteX124" fmla="*/ 4232517 w 12192000"/>
              <a:gd name="connsiteY124" fmla="*/ 1852567 h 2237474"/>
              <a:gd name="connsiteX125" fmla="*/ 4191732 w 12192000"/>
              <a:gd name="connsiteY125" fmla="*/ 1857328 h 2237474"/>
              <a:gd name="connsiteX126" fmla="*/ 4065532 w 12192000"/>
              <a:gd name="connsiteY126" fmla="*/ 1855477 h 2237474"/>
              <a:gd name="connsiteX127" fmla="*/ 4028460 w 12192000"/>
              <a:gd name="connsiteY127" fmla="*/ 1855137 h 2237474"/>
              <a:gd name="connsiteX128" fmla="*/ 4002267 w 12192000"/>
              <a:gd name="connsiteY128" fmla="*/ 1852352 h 2237474"/>
              <a:gd name="connsiteX129" fmla="*/ 3931396 w 12192000"/>
              <a:gd name="connsiteY129" fmla="*/ 1858915 h 2237474"/>
              <a:gd name="connsiteX130" fmla="*/ 3812162 w 12192000"/>
              <a:gd name="connsiteY130" fmla="*/ 1875501 h 2237474"/>
              <a:gd name="connsiteX131" fmla="*/ 3729530 w 12192000"/>
              <a:gd name="connsiteY131" fmla="*/ 1864513 h 2237474"/>
              <a:gd name="connsiteX132" fmla="*/ 3680177 w 12192000"/>
              <a:gd name="connsiteY132" fmla="*/ 1881552 h 2237474"/>
              <a:gd name="connsiteX133" fmla="*/ 3567259 w 12192000"/>
              <a:gd name="connsiteY133" fmla="*/ 1893482 h 2237474"/>
              <a:gd name="connsiteX134" fmla="*/ 3405770 w 12192000"/>
              <a:gd name="connsiteY134" fmla="*/ 1904591 h 2237474"/>
              <a:gd name="connsiteX135" fmla="*/ 3280097 w 12192000"/>
              <a:gd name="connsiteY135" fmla="*/ 1919610 h 2237474"/>
              <a:gd name="connsiteX136" fmla="*/ 3123424 w 12192000"/>
              <a:gd name="connsiteY136" fmla="*/ 1952930 h 2237474"/>
              <a:gd name="connsiteX137" fmla="*/ 3009910 w 12192000"/>
              <a:gd name="connsiteY137" fmla="*/ 1957866 h 2237474"/>
              <a:gd name="connsiteX138" fmla="*/ 2995934 w 12192000"/>
              <a:gd name="connsiteY138" fmla="*/ 1967085 h 2237474"/>
              <a:gd name="connsiteX139" fmla="*/ 2980071 w 12192000"/>
              <a:gd name="connsiteY139" fmla="*/ 1972988 h 2237474"/>
              <a:gd name="connsiteX140" fmla="*/ 2978094 w 12192000"/>
              <a:gd name="connsiteY140" fmla="*/ 1972369 h 2237474"/>
              <a:gd name="connsiteX141" fmla="*/ 2942858 w 12192000"/>
              <a:gd name="connsiteY141" fmla="*/ 1981367 h 2237474"/>
              <a:gd name="connsiteX142" fmla="*/ 2875436 w 12192000"/>
              <a:gd name="connsiteY142" fmla="*/ 1996977 h 2237474"/>
              <a:gd name="connsiteX143" fmla="*/ 2874892 w 12192000"/>
              <a:gd name="connsiteY143" fmla="*/ 1996085 h 2237474"/>
              <a:gd name="connsiteX144" fmla="*/ 2864145 w 12192000"/>
              <a:gd name="connsiteY144" fmla="*/ 1994061 h 2237474"/>
              <a:gd name="connsiteX145" fmla="*/ 2843662 w 12192000"/>
              <a:gd name="connsiteY145" fmla="*/ 1992498 h 2237474"/>
              <a:gd name="connsiteX146" fmla="*/ 2796128 w 12192000"/>
              <a:gd name="connsiteY146" fmla="*/ 1976403 h 2237474"/>
              <a:gd name="connsiteX147" fmla="*/ 2756784 w 12192000"/>
              <a:gd name="connsiteY147" fmla="*/ 1985116 h 2237474"/>
              <a:gd name="connsiteX148" fmla="*/ 2748833 w 12192000"/>
              <a:gd name="connsiteY148" fmla="*/ 1986323 h 2237474"/>
              <a:gd name="connsiteX149" fmla="*/ 2748661 w 12192000"/>
              <a:gd name="connsiteY149" fmla="*/ 1986122 h 2237474"/>
              <a:gd name="connsiteX150" fmla="*/ 2740251 w 12192000"/>
              <a:gd name="connsiteY150" fmla="*/ 1986946 h 2237474"/>
              <a:gd name="connsiteX151" fmla="*/ 2718916 w 12192000"/>
              <a:gd name="connsiteY151" fmla="*/ 1990867 h 2237474"/>
              <a:gd name="connsiteX152" fmla="*/ 2713522 w 12192000"/>
              <a:gd name="connsiteY152" fmla="*/ 1990173 h 2237474"/>
              <a:gd name="connsiteX153" fmla="*/ 2680597 w 12192000"/>
              <a:gd name="connsiteY153" fmla="*/ 1984996 h 2237474"/>
              <a:gd name="connsiteX154" fmla="*/ 2578178 w 12192000"/>
              <a:gd name="connsiteY154" fmla="*/ 1990531 h 2237474"/>
              <a:gd name="connsiteX155" fmla="*/ 2476147 w 12192000"/>
              <a:gd name="connsiteY155" fmla="*/ 1998305 h 2237474"/>
              <a:gd name="connsiteX156" fmla="*/ 2373568 w 12192000"/>
              <a:gd name="connsiteY156" fmla="*/ 2003219 h 2237474"/>
              <a:gd name="connsiteX157" fmla="*/ 2321399 w 12192000"/>
              <a:gd name="connsiteY157" fmla="*/ 1989467 h 2237474"/>
              <a:gd name="connsiteX158" fmla="*/ 2315525 w 12192000"/>
              <a:gd name="connsiteY158" fmla="*/ 1989708 h 2237474"/>
              <a:gd name="connsiteX159" fmla="*/ 2300792 w 12192000"/>
              <a:gd name="connsiteY159" fmla="*/ 1994290 h 2237474"/>
              <a:gd name="connsiteX160" fmla="*/ 2295469 w 12192000"/>
              <a:gd name="connsiteY160" fmla="*/ 1996659 h 2237474"/>
              <a:gd name="connsiteX161" fmla="*/ 2287219 w 12192000"/>
              <a:gd name="connsiteY161" fmla="*/ 1998750 h 2237474"/>
              <a:gd name="connsiteX162" fmla="*/ 2286948 w 12192000"/>
              <a:gd name="connsiteY162" fmla="*/ 1998596 h 2237474"/>
              <a:gd name="connsiteX163" fmla="*/ 2243069 w 12192000"/>
              <a:gd name="connsiteY163" fmla="*/ 2015111 h 2237474"/>
              <a:gd name="connsiteX164" fmla="*/ 2186609 w 12192000"/>
              <a:gd name="connsiteY164" fmla="*/ 2008263 h 2237474"/>
              <a:gd name="connsiteX165" fmla="*/ 2164831 w 12192000"/>
              <a:gd name="connsiteY165" fmla="*/ 2010143 h 2237474"/>
              <a:gd name="connsiteX166" fmla="*/ 2152836 w 12192000"/>
              <a:gd name="connsiteY166" fmla="*/ 2010048 h 2237474"/>
              <a:gd name="connsiteX167" fmla="*/ 2117102 w 12192000"/>
              <a:gd name="connsiteY167" fmla="*/ 2023004 h 2237474"/>
              <a:gd name="connsiteX168" fmla="*/ 2111935 w 12192000"/>
              <a:gd name="connsiteY168" fmla="*/ 2023163 h 2237474"/>
              <a:gd name="connsiteX169" fmla="*/ 2089991 w 12192000"/>
              <a:gd name="connsiteY169" fmla="*/ 2034193 h 2237474"/>
              <a:gd name="connsiteX170" fmla="*/ 2058061 w 12192000"/>
              <a:gd name="connsiteY170" fmla="*/ 2047942 h 2237474"/>
              <a:gd name="connsiteX171" fmla="*/ 2055737 w 12192000"/>
              <a:gd name="connsiteY171" fmla="*/ 2047704 h 2237474"/>
              <a:gd name="connsiteX172" fmla="*/ 2042244 w 12192000"/>
              <a:gd name="connsiteY172" fmla="*/ 2055560 h 2237474"/>
              <a:gd name="connsiteX173" fmla="*/ 1976224 w 12192000"/>
              <a:gd name="connsiteY173" fmla="*/ 2074257 h 2237474"/>
              <a:gd name="connsiteX174" fmla="*/ 1877728 w 12192000"/>
              <a:gd name="connsiteY174" fmla="*/ 2101004 h 2237474"/>
              <a:gd name="connsiteX175" fmla="*/ 1759056 w 12192000"/>
              <a:gd name="connsiteY175" fmla="*/ 2125608 h 2237474"/>
              <a:gd name="connsiteX176" fmla="*/ 1637948 w 12192000"/>
              <a:gd name="connsiteY176" fmla="*/ 2172597 h 2237474"/>
              <a:gd name="connsiteX177" fmla="*/ 1434549 w 12192000"/>
              <a:gd name="connsiteY177" fmla="*/ 2234522 h 2237474"/>
              <a:gd name="connsiteX178" fmla="*/ 1398481 w 12192000"/>
              <a:gd name="connsiteY178" fmla="*/ 2237074 h 2237474"/>
              <a:gd name="connsiteX179" fmla="*/ 1398407 w 12192000"/>
              <a:gd name="connsiteY179" fmla="*/ 2237095 h 2237474"/>
              <a:gd name="connsiteX180" fmla="*/ 1370962 w 12192000"/>
              <a:gd name="connsiteY180" fmla="*/ 2237474 h 2237474"/>
              <a:gd name="connsiteX181" fmla="*/ 1356367 w 12192000"/>
              <a:gd name="connsiteY181" fmla="*/ 2235089 h 2237474"/>
              <a:gd name="connsiteX182" fmla="*/ 1324828 w 12192000"/>
              <a:gd name="connsiteY182" fmla="*/ 2231968 h 2237474"/>
              <a:gd name="connsiteX183" fmla="*/ 1297744 w 12192000"/>
              <a:gd name="connsiteY183" fmla="*/ 2235849 h 2237474"/>
              <a:gd name="connsiteX184" fmla="*/ 1286236 w 12192000"/>
              <a:gd name="connsiteY184" fmla="*/ 2233135 h 2237474"/>
              <a:gd name="connsiteX185" fmla="*/ 1283504 w 12192000"/>
              <a:gd name="connsiteY185" fmla="*/ 2233797 h 2237474"/>
              <a:gd name="connsiteX186" fmla="*/ 1279765 w 12192000"/>
              <a:gd name="connsiteY186" fmla="*/ 2229639 h 2237474"/>
              <a:gd name="connsiteX187" fmla="*/ 1195347 w 12192000"/>
              <a:gd name="connsiteY187" fmla="*/ 2212354 h 2237474"/>
              <a:gd name="connsiteX188" fmla="*/ 970251 w 12192000"/>
              <a:gd name="connsiteY188" fmla="*/ 2221029 h 2237474"/>
              <a:gd name="connsiteX189" fmla="*/ 812914 w 12192000"/>
              <a:gd name="connsiteY189" fmla="*/ 2202752 h 2237474"/>
              <a:gd name="connsiteX190" fmla="*/ 800195 w 12192000"/>
              <a:gd name="connsiteY190" fmla="*/ 2209407 h 2237474"/>
              <a:gd name="connsiteX191" fmla="*/ 784978 w 12192000"/>
              <a:gd name="connsiteY191" fmla="*/ 2212360 h 2237474"/>
              <a:gd name="connsiteX192" fmla="*/ 681987 w 12192000"/>
              <a:gd name="connsiteY192" fmla="*/ 2216757 h 2237474"/>
              <a:gd name="connsiteX193" fmla="*/ 669923 w 12192000"/>
              <a:gd name="connsiteY193" fmla="*/ 2211682 h 2237474"/>
              <a:gd name="connsiteX194" fmla="*/ 648680 w 12192000"/>
              <a:gd name="connsiteY194" fmla="*/ 2206229 h 2237474"/>
              <a:gd name="connsiteX195" fmla="*/ 597225 w 12192000"/>
              <a:gd name="connsiteY195" fmla="*/ 2180999 h 2237474"/>
              <a:gd name="connsiteX196" fmla="*/ 558449 w 12192000"/>
              <a:gd name="connsiteY196" fmla="*/ 2182346 h 2237474"/>
              <a:gd name="connsiteX197" fmla="*/ 550517 w 12192000"/>
              <a:gd name="connsiteY197" fmla="*/ 2182060 h 2237474"/>
              <a:gd name="connsiteX198" fmla="*/ 550309 w 12192000"/>
              <a:gd name="connsiteY198" fmla="*/ 2181825 h 2237474"/>
              <a:gd name="connsiteX199" fmla="*/ 541836 w 12192000"/>
              <a:gd name="connsiteY199" fmla="*/ 2181063 h 2237474"/>
              <a:gd name="connsiteX200" fmla="*/ 536057 w 12192000"/>
              <a:gd name="connsiteY200" fmla="*/ 2181537 h 2237474"/>
              <a:gd name="connsiteX201" fmla="*/ 520671 w 12192000"/>
              <a:gd name="connsiteY201" fmla="*/ 2180980 h 2237474"/>
              <a:gd name="connsiteX202" fmla="*/ 515024 w 12192000"/>
              <a:gd name="connsiteY202" fmla="*/ 2179258 h 2237474"/>
              <a:gd name="connsiteX203" fmla="*/ 512278 w 12192000"/>
              <a:gd name="connsiteY203" fmla="*/ 2176369 h 2237474"/>
              <a:gd name="connsiteX204" fmla="*/ 480419 w 12192000"/>
              <a:gd name="connsiteY204" fmla="*/ 2167807 h 2237474"/>
              <a:gd name="connsiteX205" fmla="*/ 413835 w 12192000"/>
              <a:gd name="connsiteY205" fmla="*/ 2156783 h 2237474"/>
              <a:gd name="connsiteX206" fmla="*/ 376513 w 12192000"/>
              <a:gd name="connsiteY206" fmla="*/ 2154014 h 2237474"/>
              <a:gd name="connsiteX207" fmla="*/ 273386 w 12192000"/>
              <a:gd name="connsiteY207" fmla="*/ 2142551 h 2237474"/>
              <a:gd name="connsiteX208" fmla="*/ 169207 w 12192000"/>
              <a:gd name="connsiteY208" fmla="*/ 2128100 h 2237474"/>
              <a:gd name="connsiteX209" fmla="*/ 93149 w 12192000"/>
              <a:gd name="connsiteY209" fmla="*/ 2105324 h 2237474"/>
              <a:gd name="connsiteX210" fmla="*/ 88109 w 12192000"/>
              <a:gd name="connsiteY210" fmla="*/ 2106704 h 2237474"/>
              <a:gd name="connsiteX211" fmla="*/ 80022 w 12192000"/>
              <a:gd name="connsiteY211" fmla="*/ 2107254 h 2237474"/>
              <a:gd name="connsiteX212" fmla="*/ 79717 w 12192000"/>
              <a:gd name="connsiteY212" fmla="*/ 2107046 h 2237474"/>
              <a:gd name="connsiteX213" fmla="*/ 72352 w 12192000"/>
              <a:gd name="connsiteY213" fmla="*/ 2107991 h 2237474"/>
              <a:gd name="connsiteX214" fmla="*/ 37645 w 12192000"/>
              <a:gd name="connsiteY214" fmla="*/ 2115401 h 2237474"/>
              <a:gd name="connsiteX215" fmla="*/ 4572 w 12192000"/>
              <a:gd name="connsiteY215" fmla="*/ 2111091 h 2237474"/>
              <a:gd name="connsiteX216" fmla="*/ 0 w 12192000"/>
              <a:gd name="connsiteY216" fmla="*/ 2110468 h 2237474"/>
              <a:gd name="connsiteX217" fmla="*/ 0 w 12192000"/>
              <a:gd name="connsiteY217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61459 w 12192000"/>
              <a:gd name="connsiteY25" fmla="*/ 862394 h 2237474"/>
              <a:gd name="connsiteX26" fmla="*/ 9705768 w 12192000"/>
              <a:gd name="connsiteY26" fmla="*/ 894610 h 2237474"/>
              <a:gd name="connsiteX27" fmla="*/ 9683005 w 12192000"/>
              <a:gd name="connsiteY27" fmla="*/ 894128 h 2237474"/>
              <a:gd name="connsiteX28" fmla="*/ 9594438 w 12192000"/>
              <a:gd name="connsiteY28" fmla="*/ 919051 h 2237474"/>
              <a:gd name="connsiteX29" fmla="*/ 9577033 w 12192000"/>
              <a:gd name="connsiteY29" fmla="*/ 922857 h 2237474"/>
              <a:gd name="connsiteX30" fmla="*/ 9544189 w 12192000"/>
              <a:gd name="connsiteY30" fmla="*/ 938966 h 2237474"/>
              <a:gd name="connsiteX31" fmla="*/ 9500499 w 12192000"/>
              <a:gd name="connsiteY31" fmla="*/ 954680 h 2237474"/>
              <a:gd name="connsiteX32" fmla="*/ 9428195 w 12192000"/>
              <a:gd name="connsiteY32" fmla="*/ 986225 h 2237474"/>
              <a:gd name="connsiteX33" fmla="*/ 9410017 w 12192000"/>
              <a:gd name="connsiteY33" fmla="*/ 993931 h 2237474"/>
              <a:gd name="connsiteX34" fmla="*/ 9392919 w 12192000"/>
              <a:gd name="connsiteY34" fmla="*/ 994656 h 2237474"/>
              <a:gd name="connsiteX35" fmla="*/ 9278619 w 12192000"/>
              <a:gd name="connsiteY35" fmla="*/ 1011878 h 2237474"/>
              <a:gd name="connsiteX36" fmla="*/ 9268019 w 12192000"/>
              <a:gd name="connsiteY36" fmla="*/ 1007442 h 2237474"/>
              <a:gd name="connsiteX37" fmla="*/ 9234662 w 12192000"/>
              <a:gd name="connsiteY37" fmla="*/ 1023056 h 2237474"/>
              <a:gd name="connsiteX38" fmla="*/ 9181033 w 12192000"/>
              <a:gd name="connsiteY38" fmla="*/ 1037921 h 2237474"/>
              <a:gd name="connsiteX39" fmla="*/ 9155969 w 12192000"/>
              <a:gd name="connsiteY39" fmla="*/ 1046804 h 2237474"/>
              <a:gd name="connsiteX40" fmla="*/ 9133985 w 12192000"/>
              <a:gd name="connsiteY40" fmla="*/ 1046450 h 2237474"/>
              <a:gd name="connsiteX41" fmla="*/ 9012987 w 12192000"/>
              <a:gd name="connsiteY41" fmla="*/ 1061986 h 2237474"/>
              <a:gd name="connsiteX42" fmla="*/ 8968445 w 12192000"/>
              <a:gd name="connsiteY42" fmla="*/ 1052169 h 2237474"/>
              <a:gd name="connsiteX43" fmla="*/ 8958984 w 12192000"/>
              <a:gd name="connsiteY43" fmla="*/ 1057212 h 2237474"/>
              <a:gd name="connsiteX44" fmla="*/ 8886001 w 12192000"/>
              <a:gd name="connsiteY44" fmla="*/ 1067468 h 2237474"/>
              <a:gd name="connsiteX45" fmla="*/ 8838610 w 12192000"/>
              <a:gd name="connsiteY45" fmla="*/ 1075091 h 2237474"/>
              <a:gd name="connsiteX46" fmla="*/ 8750383 w 12192000"/>
              <a:gd name="connsiteY46" fmla="*/ 1097387 h 2237474"/>
              <a:gd name="connsiteX47" fmla="*/ 8697365 w 12192000"/>
              <a:gd name="connsiteY47" fmla="*/ 1105869 h 2237474"/>
              <a:gd name="connsiteX48" fmla="*/ 8665605 w 12192000"/>
              <a:gd name="connsiteY48" fmla="*/ 1110791 h 2237474"/>
              <a:gd name="connsiteX49" fmla="*/ 8584946 w 12192000"/>
              <a:gd name="connsiteY49" fmla="*/ 1135226 h 2237474"/>
              <a:gd name="connsiteX50" fmla="*/ 8460755 w 12192000"/>
              <a:gd name="connsiteY50" fmla="*/ 1203427 h 2237474"/>
              <a:gd name="connsiteX51" fmla="*/ 8419755 w 12192000"/>
              <a:gd name="connsiteY51" fmla="*/ 1216260 h 2237474"/>
              <a:gd name="connsiteX52" fmla="*/ 8411626 w 12192000"/>
              <a:gd name="connsiteY52" fmla="*/ 1214397 h 2237474"/>
              <a:gd name="connsiteX53" fmla="*/ 8363469 w 12192000"/>
              <a:gd name="connsiteY53" fmla="*/ 1246658 h 2237474"/>
              <a:gd name="connsiteX54" fmla="*/ 8275497 w 12192000"/>
              <a:gd name="connsiteY54" fmla="*/ 1264396 h 2237474"/>
              <a:gd name="connsiteX55" fmla="*/ 8206287 w 12192000"/>
              <a:gd name="connsiteY55" fmla="*/ 1273060 h 2237474"/>
              <a:gd name="connsiteX56" fmla="*/ 8168705 w 12192000"/>
              <a:gd name="connsiteY56" fmla="*/ 1279956 h 2237474"/>
              <a:gd name="connsiteX57" fmla="*/ 8139997 w 12192000"/>
              <a:gd name="connsiteY57" fmla="*/ 1282713 h 2237474"/>
              <a:gd name="connsiteX58" fmla="*/ 8074238 w 12192000"/>
              <a:gd name="connsiteY58" fmla="*/ 1301895 h 2237474"/>
              <a:gd name="connsiteX59" fmla="*/ 7968292 w 12192000"/>
              <a:gd name="connsiteY59" fmla="*/ 1338779 h 2237474"/>
              <a:gd name="connsiteX60" fmla="*/ 7945122 w 12192000"/>
              <a:gd name="connsiteY60" fmla="*/ 1345477 h 2237474"/>
              <a:gd name="connsiteX61" fmla="*/ 7902328 w 12192000"/>
              <a:gd name="connsiteY61" fmla="*/ 1345865 h 2237474"/>
              <a:gd name="connsiteX62" fmla="*/ 7875879 w 12192000"/>
              <a:gd name="connsiteY62" fmla="*/ 1345646 h 2237474"/>
              <a:gd name="connsiteX63" fmla="*/ 7840612 w 12192000"/>
              <a:gd name="connsiteY63" fmla="*/ 1369373 h 2237474"/>
              <a:gd name="connsiteX64" fmla="*/ 7786819 w 12192000"/>
              <a:gd name="connsiteY64" fmla="*/ 1378970 h 2237474"/>
              <a:gd name="connsiteX65" fmla="*/ 7548172 w 12192000"/>
              <a:gd name="connsiteY65" fmla="*/ 1417460 h 2237474"/>
              <a:gd name="connsiteX66" fmla="*/ 7483437 w 12192000"/>
              <a:gd name="connsiteY66" fmla="*/ 1478152 h 2237474"/>
              <a:gd name="connsiteX67" fmla="*/ 7377870 w 12192000"/>
              <a:gd name="connsiteY67" fmla="*/ 1523319 h 2237474"/>
              <a:gd name="connsiteX68" fmla="*/ 7230737 w 12192000"/>
              <a:gd name="connsiteY68" fmla="*/ 1562633 h 2237474"/>
              <a:gd name="connsiteX69" fmla="*/ 7224458 w 12192000"/>
              <a:gd name="connsiteY69" fmla="*/ 1573008 h 2237474"/>
              <a:gd name="connsiteX70" fmla="*/ 7213486 w 12192000"/>
              <a:gd name="connsiteY70" fmla="*/ 1580987 h 2237474"/>
              <a:gd name="connsiteX71" fmla="*/ 7183121 w 12192000"/>
              <a:gd name="connsiteY71" fmla="*/ 1595162 h 2237474"/>
              <a:gd name="connsiteX72" fmla="*/ 7164601 w 12192000"/>
              <a:gd name="connsiteY72" fmla="*/ 1606490 h 2237474"/>
              <a:gd name="connsiteX73" fmla="*/ 7114651 w 12192000"/>
              <a:gd name="connsiteY73" fmla="*/ 1620959 h 2237474"/>
              <a:gd name="connsiteX74" fmla="*/ 7092727 w 12192000"/>
              <a:gd name="connsiteY74" fmla="*/ 1623628 h 2237474"/>
              <a:gd name="connsiteX75" fmla="*/ 7031309 w 12192000"/>
              <a:gd name="connsiteY75" fmla="*/ 1619451 h 2237474"/>
              <a:gd name="connsiteX76" fmla="*/ 6999084 w 12192000"/>
              <a:gd name="connsiteY76" fmla="*/ 1634317 h 2237474"/>
              <a:gd name="connsiteX77" fmla="*/ 6992107 w 12192000"/>
              <a:gd name="connsiteY77" fmla="*/ 1636860 h 2237474"/>
              <a:gd name="connsiteX78" fmla="*/ 6991765 w 12192000"/>
              <a:gd name="connsiteY78" fmla="*/ 1636725 h 2237474"/>
              <a:gd name="connsiteX79" fmla="*/ 6900177 w 12192000"/>
              <a:gd name="connsiteY79" fmla="*/ 1636016 h 2237474"/>
              <a:gd name="connsiteX80" fmla="*/ 6795372 w 12192000"/>
              <a:gd name="connsiteY80" fmla="*/ 1644845 h 2237474"/>
              <a:gd name="connsiteX81" fmla="*/ 6692251 w 12192000"/>
              <a:gd name="connsiteY81" fmla="*/ 1656357 h 2237474"/>
              <a:gd name="connsiteX82" fmla="*/ 6655235 w 12192000"/>
              <a:gd name="connsiteY82" fmla="*/ 1661869 h 2237474"/>
              <a:gd name="connsiteX83" fmla="*/ 6587857 w 12192000"/>
              <a:gd name="connsiteY83" fmla="*/ 1665769 h 2237474"/>
              <a:gd name="connsiteX84" fmla="*/ 6554894 w 12192000"/>
              <a:gd name="connsiteY84" fmla="*/ 1664428 h 2237474"/>
              <a:gd name="connsiteX85" fmla="*/ 6516595 w 12192000"/>
              <a:gd name="connsiteY85" fmla="*/ 1667475 h 2237474"/>
              <a:gd name="connsiteX86" fmla="*/ 6508541 w 12192000"/>
              <a:gd name="connsiteY86" fmla="*/ 1668757 h 2237474"/>
              <a:gd name="connsiteX87" fmla="*/ 6471012 w 12192000"/>
              <a:gd name="connsiteY87" fmla="*/ 1678604 h 2237474"/>
              <a:gd name="connsiteX88" fmla="*/ 6415265 w 12192000"/>
              <a:gd name="connsiteY88" fmla="*/ 1665317 h 2237474"/>
              <a:gd name="connsiteX89" fmla="*/ 6364035 w 12192000"/>
              <a:gd name="connsiteY89" fmla="*/ 1667683 h 2237474"/>
              <a:gd name="connsiteX90" fmla="*/ 6280959 w 12192000"/>
              <a:gd name="connsiteY90" fmla="*/ 1689329 h 2237474"/>
              <a:gd name="connsiteX91" fmla="*/ 6243319 w 12192000"/>
              <a:gd name="connsiteY91" fmla="*/ 1695560 h 2237474"/>
              <a:gd name="connsiteX92" fmla="*/ 6098321 w 12192000"/>
              <a:gd name="connsiteY92" fmla="*/ 1721646 h 2237474"/>
              <a:gd name="connsiteX93" fmla="*/ 5880652 w 12192000"/>
              <a:gd name="connsiteY93" fmla="*/ 1779643 h 2237474"/>
              <a:gd name="connsiteX94" fmla="*/ 5785959 w 12192000"/>
              <a:gd name="connsiteY94" fmla="*/ 1775307 h 2237474"/>
              <a:gd name="connsiteX95" fmla="*/ 5643534 w 12192000"/>
              <a:gd name="connsiteY95" fmla="*/ 1802919 h 2237474"/>
              <a:gd name="connsiteX96" fmla="*/ 5518799 w 12192000"/>
              <a:gd name="connsiteY96" fmla="*/ 1818312 h 2237474"/>
              <a:gd name="connsiteX97" fmla="*/ 5505014 w 12192000"/>
              <a:gd name="connsiteY97" fmla="*/ 1819259 h 2237474"/>
              <a:gd name="connsiteX98" fmla="*/ 5453307 w 12192000"/>
              <a:gd name="connsiteY98" fmla="*/ 1815450 h 2237474"/>
              <a:gd name="connsiteX99" fmla="*/ 5364192 w 12192000"/>
              <a:gd name="connsiteY99" fmla="*/ 1826074 h 2237474"/>
              <a:gd name="connsiteX100" fmla="*/ 5350380 w 12192000"/>
              <a:gd name="connsiteY100" fmla="*/ 1830891 h 2237474"/>
              <a:gd name="connsiteX101" fmla="*/ 5259633 w 12192000"/>
              <a:gd name="connsiteY101" fmla="*/ 1837160 h 2237474"/>
              <a:gd name="connsiteX102" fmla="*/ 5197513 w 12192000"/>
              <a:gd name="connsiteY102" fmla="*/ 1844718 h 2237474"/>
              <a:gd name="connsiteX103" fmla="*/ 5168852 w 12192000"/>
              <a:gd name="connsiteY103" fmla="*/ 1844846 h 2237474"/>
              <a:gd name="connsiteX104" fmla="*/ 5114927 w 12192000"/>
              <a:gd name="connsiteY104" fmla="*/ 1847827 h 2237474"/>
              <a:gd name="connsiteX105" fmla="*/ 5108970 w 12192000"/>
              <a:gd name="connsiteY105" fmla="*/ 1847935 h 2237474"/>
              <a:gd name="connsiteX106" fmla="*/ 5067961 w 12192000"/>
              <a:gd name="connsiteY106" fmla="*/ 1845917 h 2237474"/>
              <a:gd name="connsiteX107" fmla="*/ 5007075 w 12192000"/>
              <a:gd name="connsiteY107" fmla="*/ 1838626 h 2237474"/>
              <a:gd name="connsiteX108" fmla="*/ 4944087 w 12192000"/>
              <a:gd name="connsiteY108" fmla="*/ 1823332 h 2237474"/>
              <a:gd name="connsiteX109" fmla="*/ 4907662 w 12192000"/>
              <a:gd name="connsiteY109" fmla="*/ 1816900 h 2237474"/>
              <a:gd name="connsiteX110" fmla="*/ 4882386 w 12192000"/>
              <a:gd name="connsiteY110" fmla="*/ 1809844 h 2237474"/>
              <a:gd name="connsiteX111" fmla="*/ 4811440 w 12192000"/>
              <a:gd name="connsiteY111" fmla="*/ 1804655 h 2237474"/>
              <a:gd name="connsiteX112" fmla="*/ 4691075 w 12192000"/>
              <a:gd name="connsiteY112" fmla="*/ 1801389 h 2237474"/>
              <a:gd name="connsiteX113" fmla="*/ 4611738 w 12192000"/>
              <a:gd name="connsiteY113" fmla="*/ 1776964 h 2237474"/>
              <a:gd name="connsiteX114" fmla="*/ 4560070 w 12192000"/>
              <a:gd name="connsiteY114" fmla="*/ 1785640 h 2237474"/>
              <a:gd name="connsiteX115" fmla="*/ 4536503 w 12192000"/>
              <a:gd name="connsiteY115" fmla="*/ 1785334 h 2237474"/>
              <a:gd name="connsiteX116" fmla="*/ 4513724 w 12192000"/>
              <a:gd name="connsiteY116" fmla="*/ 1791996 h 2237474"/>
              <a:gd name="connsiteX117" fmla="*/ 4459810 w 12192000"/>
              <a:gd name="connsiteY117" fmla="*/ 1797886 h 2237474"/>
              <a:gd name="connsiteX118" fmla="*/ 4379064 w 12192000"/>
              <a:gd name="connsiteY118" fmla="*/ 1817177 h 2237474"/>
              <a:gd name="connsiteX119" fmla="*/ 4319209 w 12192000"/>
              <a:gd name="connsiteY119" fmla="*/ 1834833 h 2237474"/>
              <a:gd name="connsiteX120" fmla="*/ 4290981 w 12192000"/>
              <a:gd name="connsiteY120" fmla="*/ 1839677 h 2237474"/>
              <a:gd name="connsiteX121" fmla="*/ 4285792 w 12192000"/>
              <a:gd name="connsiteY121" fmla="*/ 1836231 h 2237474"/>
              <a:gd name="connsiteX122" fmla="*/ 4238372 w 12192000"/>
              <a:gd name="connsiteY122" fmla="*/ 1851480 h 2237474"/>
              <a:gd name="connsiteX123" fmla="*/ 4232517 w 12192000"/>
              <a:gd name="connsiteY123" fmla="*/ 1852567 h 2237474"/>
              <a:gd name="connsiteX124" fmla="*/ 4191732 w 12192000"/>
              <a:gd name="connsiteY124" fmla="*/ 1857328 h 2237474"/>
              <a:gd name="connsiteX125" fmla="*/ 4065532 w 12192000"/>
              <a:gd name="connsiteY125" fmla="*/ 1855477 h 2237474"/>
              <a:gd name="connsiteX126" fmla="*/ 4028460 w 12192000"/>
              <a:gd name="connsiteY126" fmla="*/ 1855137 h 2237474"/>
              <a:gd name="connsiteX127" fmla="*/ 4002267 w 12192000"/>
              <a:gd name="connsiteY127" fmla="*/ 1852352 h 2237474"/>
              <a:gd name="connsiteX128" fmla="*/ 3931396 w 12192000"/>
              <a:gd name="connsiteY128" fmla="*/ 1858915 h 2237474"/>
              <a:gd name="connsiteX129" fmla="*/ 3812162 w 12192000"/>
              <a:gd name="connsiteY129" fmla="*/ 1875501 h 2237474"/>
              <a:gd name="connsiteX130" fmla="*/ 3729530 w 12192000"/>
              <a:gd name="connsiteY130" fmla="*/ 1864513 h 2237474"/>
              <a:gd name="connsiteX131" fmla="*/ 3680177 w 12192000"/>
              <a:gd name="connsiteY131" fmla="*/ 1881552 h 2237474"/>
              <a:gd name="connsiteX132" fmla="*/ 3567259 w 12192000"/>
              <a:gd name="connsiteY132" fmla="*/ 1893482 h 2237474"/>
              <a:gd name="connsiteX133" fmla="*/ 3405770 w 12192000"/>
              <a:gd name="connsiteY133" fmla="*/ 1904591 h 2237474"/>
              <a:gd name="connsiteX134" fmla="*/ 3280097 w 12192000"/>
              <a:gd name="connsiteY134" fmla="*/ 1919610 h 2237474"/>
              <a:gd name="connsiteX135" fmla="*/ 3123424 w 12192000"/>
              <a:gd name="connsiteY135" fmla="*/ 1952930 h 2237474"/>
              <a:gd name="connsiteX136" fmla="*/ 3009910 w 12192000"/>
              <a:gd name="connsiteY136" fmla="*/ 1957866 h 2237474"/>
              <a:gd name="connsiteX137" fmla="*/ 2995934 w 12192000"/>
              <a:gd name="connsiteY137" fmla="*/ 1967085 h 2237474"/>
              <a:gd name="connsiteX138" fmla="*/ 2980071 w 12192000"/>
              <a:gd name="connsiteY138" fmla="*/ 1972988 h 2237474"/>
              <a:gd name="connsiteX139" fmla="*/ 2978094 w 12192000"/>
              <a:gd name="connsiteY139" fmla="*/ 1972369 h 2237474"/>
              <a:gd name="connsiteX140" fmla="*/ 2942858 w 12192000"/>
              <a:gd name="connsiteY140" fmla="*/ 1981367 h 2237474"/>
              <a:gd name="connsiteX141" fmla="*/ 2875436 w 12192000"/>
              <a:gd name="connsiteY141" fmla="*/ 1996977 h 2237474"/>
              <a:gd name="connsiteX142" fmla="*/ 2874892 w 12192000"/>
              <a:gd name="connsiteY142" fmla="*/ 1996085 h 2237474"/>
              <a:gd name="connsiteX143" fmla="*/ 2864145 w 12192000"/>
              <a:gd name="connsiteY143" fmla="*/ 1994061 h 2237474"/>
              <a:gd name="connsiteX144" fmla="*/ 2843662 w 12192000"/>
              <a:gd name="connsiteY144" fmla="*/ 1992498 h 2237474"/>
              <a:gd name="connsiteX145" fmla="*/ 2796128 w 12192000"/>
              <a:gd name="connsiteY145" fmla="*/ 1976403 h 2237474"/>
              <a:gd name="connsiteX146" fmla="*/ 2756784 w 12192000"/>
              <a:gd name="connsiteY146" fmla="*/ 1985116 h 2237474"/>
              <a:gd name="connsiteX147" fmla="*/ 2748833 w 12192000"/>
              <a:gd name="connsiteY147" fmla="*/ 1986323 h 2237474"/>
              <a:gd name="connsiteX148" fmla="*/ 2748661 w 12192000"/>
              <a:gd name="connsiteY148" fmla="*/ 1986122 h 2237474"/>
              <a:gd name="connsiteX149" fmla="*/ 2740251 w 12192000"/>
              <a:gd name="connsiteY149" fmla="*/ 1986946 h 2237474"/>
              <a:gd name="connsiteX150" fmla="*/ 2718916 w 12192000"/>
              <a:gd name="connsiteY150" fmla="*/ 1990867 h 2237474"/>
              <a:gd name="connsiteX151" fmla="*/ 2713522 w 12192000"/>
              <a:gd name="connsiteY151" fmla="*/ 1990173 h 2237474"/>
              <a:gd name="connsiteX152" fmla="*/ 2680597 w 12192000"/>
              <a:gd name="connsiteY152" fmla="*/ 1984996 h 2237474"/>
              <a:gd name="connsiteX153" fmla="*/ 2578178 w 12192000"/>
              <a:gd name="connsiteY153" fmla="*/ 1990531 h 2237474"/>
              <a:gd name="connsiteX154" fmla="*/ 2476147 w 12192000"/>
              <a:gd name="connsiteY154" fmla="*/ 1998305 h 2237474"/>
              <a:gd name="connsiteX155" fmla="*/ 2373568 w 12192000"/>
              <a:gd name="connsiteY155" fmla="*/ 2003219 h 2237474"/>
              <a:gd name="connsiteX156" fmla="*/ 2321399 w 12192000"/>
              <a:gd name="connsiteY156" fmla="*/ 1989467 h 2237474"/>
              <a:gd name="connsiteX157" fmla="*/ 2315525 w 12192000"/>
              <a:gd name="connsiteY157" fmla="*/ 1989708 h 2237474"/>
              <a:gd name="connsiteX158" fmla="*/ 2300792 w 12192000"/>
              <a:gd name="connsiteY158" fmla="*/ 1994290 h 2237474"/>
              <a:gd name="connsiteX159" fmla="*/ 2295469 w 12192000"/>
              <a:gd name="connsiteY159" fmla="*/ 1996659 h 2237474"/>
              <a:gd name="connsiteX160" fmla="*/ 2287219 w 12192000"/>
              <a:gd name="connsiteY160" fmla="*/ 1998750 h 2237474"/>
              <a:gd name="connsiteX161" fmla="*/ 2286948 w 12192000"/>
              <a:gd name="connsiteY161" fmla="*/ 1998596 h 2237474"/>
              <a:gd name="connsiteX162" fmla="*/ 2243069 w 12192000"/>
              <a:gd name="connsiteY162" fmla="*/ 2015111 h 2237474"/>
              <a:gd name="connsiteX163" fmla="*/ 2186609 w 12192000"/>
              <a:gd name="connsiteY163" fmla="*/ 2008263 h 2237474"/>
              <a:gd name="connsiteX164" fmla="*/ 2164831 w 12192000"/>
              <a:gd name="connsiteY164" fmla="*/ 2010143 h 2237474"/>
              <a:gd name="connsiteX165" fmla="*/ 2152836 w 12192000"/>
              <a:gd name="connsiteY165" fmla="*/ 2010048 h 2237474"/>
              <a:gd name="connsiteX166" fmla="*/ 2117102 w 12192000"/>
              <a:gd name="connsiteY166" fmla="*/ 2023004 h 2237474"/>
              <a:gd name="connsiteX167" fmla="*/ 2111935 w 12192000"/>
              <a:gd name="connsiteY167" fmla="*/ 2023163 h 2237474"/>
              <a:gd name="connsiteX168" fmla="*/ 2089991 w 12192000"/>
              <a:gd name="connsiteY168" fmla="*/ 2034193 h 2237474"/>
              <a:gd name="connsiteX169" fmla="*/ 2058061 w 12192000"/>
              <a:gd name="connsiteY169" fmla="*/ 2047942 h 2237474"/>
              <a:gd name="connsiteX170" fmla="*/ 2055737 w 12192000"/>
              <a:gd name="connsiteY170" fmla="*/ 2047704 h 2237474"/>
              <a:gd name="connsiteX171" fmla="*/ 2042244 w 12192000"/>
              <a:gd name="connsiteY171" fmla="*/ 2055560 h 2237474"/>
              <a:gd name="connsiteX172" fmla="*/ 1976224 w 12192000"/>
              <a:gd name="connsiteY172" fmla="*/ 2074257 h 2237474"/>
              <a:gd name="connsiteX173" fmla="*/ 1877728 w 12192000"/>
              <a:gd name="connsiteY173" fmla="*/ 2101004 h 2237474"/>
              <a:gd name="connsiteX174" fmla="*/ 1759056 w 12192000"/>
              <a:gd name="connsiteY174" fmla="*/ 2125608 h 2237474"/>
              <a:gd name="connsiteX175" fmla="*/ 1637948 w 12192000"/>
              <a:gd name="connsiteY175" fmla="*/ 2172597 h 2237474"/>
              <a:gd name="connsiteX176" fmla="*/ 1434549 w 12192000"/>
              <a:gd name="connsiteY176" fmla="*/ 2234522 h 2237474"/>
              <a:gd name="connsiteX177" fmla="*/ 1398481 w 12192000"/>
              <a:gd name="connsiteY177" fmla="*/ 2237074 h 2237474"/>
              <a:gd name="connsiteX178" fmla="*/ 1398407 w 12192000"/>
              <a:gd name="connsiteY178" fmla="*/ 2237095 h 2237474"/>
              <a:gd name="connsiteX179" fmla="*/ 1370962 w 12192000"/>
              <a:gd name="connsiteY179" fmla="*/ 2237474 h 2237474"/>
              <a:gd name="connsiteX180" fmla="*/ 1356367 w 12192000"/>
              <a:gd name="connsiteY180" fmla="*/ 2235089 h 2237474"/>
              <a:gd name="connsiteX181" fmla="*/ 1324828 w 12192000"/>
              <a:gd name="connsiteY181" fmla="*/ 2231968 h 2237474"/>
              <a:gd name="connsiteX182" fmla="*/ 1297744 w 12192000"/>
              <a:gd name="connsiteY182" fmla="*/ 2235849 h 2237474"/>
              <a:gd name="connsiteX183" fmla="*/ 1286236 w 12192000"/>
              <a:gd name="connsiteY183" fmla="*/ 2233135 h 2237474"/>
              <a:gd name="connsiteX184" fmla="*/ 1283504 w 12192000"/>
              <a:gd name="connsiteY184" fmla="*/ 2233797 h 2237474"/>
              <a:gd name="connsiteX185" fmla="*/ 1279765 w 12192000"/>
              <a:gd name="connsiteY185" fmla="*/ 2229639 h 2237474"/>
              <a:gd name="connsiteX186" fmla="*/ 1195347 w 12192000"/>
              <a:gd name="connsiteY186" fmla="*/ 2212354 h 2237474"/>
              <a:gd name="connsiteX187" fmla="*/ 970251 w 12192000"/>
              <a:gd name="connsiteY187" fmla="*/ 2221029 h 2237474"/>
              <a:gd name="connsiteX188" fmla="*/ 812914 w 12192000"/>
              <a:gd name="connsiteY188" fmla="*/ 2202752 h 2237474"/>
              <a:gd name="connsiteX189" fmla="*/ 800195 w 12192000"/>
              <a:gd name="connsiteY189" fmla="*/ 2209407 h 2237474"/>
              <a:gd name="connsiteX190" fmla="*/ 784978 w 12192000"/>
              <a:gd name="connsiteY190" fmla="*/ 2212360 h 2237474"/>
              <a:gd name="connsiteX191" fmla="*/ 681987 w 12192000"/>
              <a:gd name="connsiteY191" fmla="*/ 2216757 h 2237474"/>
              <a:gd name="connsiteX192" fmla="*/ 669923 w 12192000"/>
              <a:gd name="connsiteY192" fmla="*/ 2211682 h 2237474"/>
              <a:gd name="connsiteX193" fmla="*/ 648680 w 12192000"/>
              <a:gd name="connsiteY193" fmla="*/ 2206229 h 2237474"/>
              <a:gd name="connsiteX194" fmla="*/ 597225 w 12192000"/>
              <a:gd name="connsiteY194" fmla="*/ 2180999 h 2237474"/>
              <a:gd name="connsiteX195" fmla="*/ 558449 w 12192000"/>
              <a:gd name="connsiteY195" fmla="*/ 2182346 h 2237474"/>
              <a:gd name="connsiteX196" fmla="*/ 550517 w 12192000"/>
              <a:gd name="connsiteY196" fmla="*/ 2182060 h 2237474"/>
              <a:gd name="connsiteX197" fmla="*/ 550309 w 12192000"/>
              <a:gd name="connsiteY197" fmla="*/ 2181825 h 2237474"/>
              <a:gd name="connsiteX198" fmla="*/ 541836 w 12192000"/>
              <a:gd name="connsiteY198" fmla="*/ 2181063 h 2237474"/>
              <a:gd name="connsiteX199" fmla="*/ 536057 w 12192000"/>
              <a:gd name="connsiteY199" fmla="*/ 2181537 h 2237474"/>
              <a:gd name="connsiteX200" fmla="*/ 520671 w 12192000"/>
              <a:gd name="connsiteY200" fmla="*/ 2180980 h 2237474"/>
              <a:gd name="connsiteX201" fmla="*/ 515024 w 12192000"/>
              <a:gd name="connsiteY201" fmla="*/ 2179258 h 2237474"/>
              <a:gd name="connsiteX202" fmla="*/ 512278 w 12192000"/>
              <a:gd name="connsiteY202" fmla="*/ 2176369 h 2237474"/>
              <a:gd name="connsiteX203" fmla="*/ 480419 w 12192000"/>
              <a:gd name="connsiteY203" fmla="*/ 2167807 h 2237474"/>
              <a:gd name="connsiteX204" fmla="*/ 413835 w 12192000"/>
              <a:gd name="connsiteY204" fmla="*/ 2156783 h 2237474"/>
              <a:gd name="connsiteX205" fmla="*/ 376513 w 12192000"/>
              <a:gd name="connsiteY205" fmla="*/ 2154014 h 2237474"/>
              <a:gd name="connsiteX206" fmla="*/ 273386 w 12192000"/>
              <a:gd name="connsiteY206" fmla="*/ 2142551 h 2237474"/>
              <a:gd name="connsiteX207" fmla="*/ 169207 w 12192000"/>
              <a:gd name="connsiteY207" fmla="*/ 2128100 h 2237474"/>
              <a:gd name="connsiteX208" fmla="*/ 93149 w 12192000"/>
              <a:gd name="connsiteY208" fmla="*/ 2105324 h 2237474"/>
              <a:gd name="connsiteX209" fmla="*/ 88109 w 12192000"/>
              <a:gd name="connsiteY209" fmla="*/ 2106704 h 2237474"/>
              <a:gd name="connsiteX210" fmla="*/ 80022 w 12192000"/>
              <a:gd name="connsiteY210" fmla="*/ 2107254 h 2237474"/>
              <a:gd name="connsiteX211" fmla="*/ 79717 w 12192000"/>
              <a:gd name="connsiteY211" fmla="*/ 2107046 h 2237474"/>
              <a:gd name="connsiteX212" fmla="*/ 72352 w 12192000"/>
              <a:gd name="connsiteY212" fmla="*/ 2107991 h 2237474"/>
              <a:gd name="connsiteX213" fmla="*/ 37645 w 12192000"/>
              <a:gd name="connsiteY213" fmla="*/ 2115401 h 2237474"/>
              <a:gd name="connsiteX214" fmla="*/ 4572 w 12192000"/>
              <a:gd name="connsiteY214" fmla="*/ 2111091 h 2237474"/>
              <a:gd name="connsiteX215" fmla="*/ 0 w 12192000"/>
              <a:gd name="connsiteY215" fmla="*/ 2110468 h 2237474"/>
              <a:gd name="connsiteX216" fmla="*/ 0 w 12192000"/>
              <a:gd name="connsiteY216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61459 w 12192000"/>
              <a:gd name="connsiteY25" fmla="*/ 862394 h 2237474"/>
              <a:gd name="connsiteX26" fmla="*/ 9705768 w 12192000"/>
              <a:gd name="connsiteY26" fmla="*/ 894610 h 2237474"/>
              <a:gd name="connsiteX27" fmla="*/ 9683005 w 12192000"/>
              <a:gd name="connsiteY27" fmla="*/ 894128 h 2237474"/>
              <a:gd name="connsiteX28" fmla="*/ 9594438 w 12192000"/>
              <a:gd name="connsiteY28" fmla="*/ 919051 h 2237474"/>
              <a:gd name="connsiteX29" fmla="*/ 9577033 w 12192000"/>
              <a:gd name="connsiteY29" fmla="*/ 922857 h 2237474"/>
              <a:gd name="connsiteX30" fmla="*/ 9544189 w 12192000"/>
              <a:gd name="connsiteY30" fmla="*/ 938966 h 2237474"/>
              <a:gd name="connsiteX31" fmla="*/ 9500499 w 12192000"/>
              <a:gd name="connsiteY31" fmla="*/ 954680 h 2237474"/>
              <a:gd name="connsiteX32" fmla="*/ 9428195 w 12192000"/>
              <a:gd name="connsiteY32" fmla="*/ 986225 h 2237474"/>
              <a:gd name="connsiteX33" fmla="*/ 9410017 w 12192000"/>
              <a:gd name="connsiteY33" fmla="*/ 993931 h 2237474"/>
              <a:gd name="connsiteX34" fmla="*/ 9392919 w 12192000"/>
              <a:gd name="connsiteY34" fmla="*/ 994656 h 2237474"/>
              <a:gd name="connsiteX35" fmla="*/ 9278619 w 12192000"/>
              <a:gd name="connsiteY35" fmla="*/ 1011878 h 2237474"/>
              <a:gd name="connsiteX36" fmla="*/ 9268019 w 12192000"/>
              <a:gd name="connsiteY36" fmla="*/ 1007442 h 2237474"/>
              <a:gd name="connsiteX37" fmla="*/ 9234662 w 12192000"/>
              <a:gd name="connsiteY37" fmla="*/ 1023056 h 2237474"/>
              <a:gd name="connsiteX38" fmla="*/ 9181033 w 12192000"/>
              <a:gd name="connsiteY38" fmla="*/ 1037921 h 2237474"/>
              <a:gd name="connsiteX39" fmla="*/ 9155969 w 12192000"/>
              <a:gd name="connsiteY39" fmla="*/ 1046804 h 2237474"/>
              <a:gd name="connsiteX40" fmla="*/ 9133985 w 12192000"/>
              <a:gd name="connsiteY40" fmla="*/ 1046450 h 2237474"/>
              <a:gd name="connsiteX41" fmla="*/ 9012987 w 12192000"/>
              <a:gd name="connsiteY41" fmla="*/ 1061986 h 2237474"/>
              <a:gd name="connsiteX42" fmla="*/ 8968445 w 12192000"/>
              <a:gd name="connsiteY42" fmla="*/ 1052169 h 2237474"/>
              <a:gd name="connsiteX43" fmla="*/ 8958984 w 12192000"/>
              <a:gd name="connsiteY43" fmla="*/ 1057212 h 2237474"/>
              <a:gd name="connsiteX44" fmla="*/ 8886001 w 12192000"/>
              <a:gd name="connsiteY44" fmla="*/ 1067468 h 2237474"/>
              <a:gd name="connsiteX45" fmla="*/ 8838610 w 12192000"/>
              <a:gd name="connsiteY45" fmla="*/ 1075091 h 2237474"/>
              <a:gd name="connsiteX46" fmla="*/ 8750383 w 12192000"/>
              <a:gd name="connsiteY46" fmla="*/ 1097387 h 2237474"/>
              <a:gd name="connsiteX47" fmla="*/ 8697365 w 12192000"/>
              <a:gd name="connsiteY47" fmla="*/ 1105869 h 2237474"/>
              <a:gd name="connsiteX48" fmla="*/ 8665605 w 12192000"/>
              <a:gd name="connsiteY48" fmla="*/ 1110791 h 2237474"/>
              <a:gd name="connsiteX49" fmla="*/ 8584946 w 12192000"/>
              <a:gd name="connsiteY49" fmla="*/ 1135226 h 2237474"/>
              <a:gd name="connsiteX50" fmla="*/ 8460755 w 12192000"/>
              <a:gd name="connsiteY50" fmla="*/ 1203427 h 2237474"/>
              <a:gd name="connsiteX51" fmla="*/ 8419755 w 12192000"/>
              <a:gd name="connsiteY51" fmla="*/ 1216260 h 2237474"/>
              <a:gd name="connsiteX52" fmla="*/ 8411626 w 12192000"/>
              <a:gd name="connsiteY52" fmla="*/ 1214397 h 2237474"/>
              <a:gd name="connsiteX53" fmla="*/ 8363469 w 12192000"/>
              <a:gd name="connsiteY53" fmla="*/ 1246658 h 2237474"/>
              <a:gd name="connsiteX54" fmla="*/ 8275497 w 12192000"/>
              <a:gd name="connsiteY54" fmla="*/ 1264396 h 2237474"/>
              <a:gd name="connsiteX55" fmla="*/ 8206287 w 12192000"/>
              <a:gd name="connsiteY55" fmla="*/ 1273060 h 2237474"/>
              <a:gd name="connsiteX56" fmla="*/ 8168705 w 12192000"/>
              <a:gd name="connsiteY56" fmla="*/ 1279956 h 2237474"/>
              <a:gd name="connsiteX57" fmla="*/ 8139997 w 12192000"/>
              <a:gd name="connsiteY57" fmla="*/ 1282713 h 2237474"/>
              <a:gd name="connsiteX58" fmla="*/ 8074238 w 12192000"/>
              <a:gd name="connsiteY58" fmla="*/ 1301895 h 2237474"/>
              <a:gd name="connsiteX59" fmla="*/ 7968292 w 12192000"/>
              <a:gd name="connsiteY59" fmla="*/ 1338779 h 2237474"/>
              <a:gd name="connsiteX60" fmla="*/ 7945122 w 12192000"/>
              <a:gd name="connsiteY60" fmla="*/ 1345477 h 2237474"/>
              <a:gd name="connsiteX61" fmla="*/ 7902328 w 12192000"/>
              <a:gd name="connsiteY61" fmla="*/ 1345865 h 2237474"/>
              <a:gd name="connsiteX62" fmla="*/ 7875879 w 12192000"/>
              <a:gd name="connsiteY62" fmla="*/ 1345646 h 2237474"/>
              <a:gd name="connsiteX63" fmla="*/ 7840612 w 12192000"/>
              <a:gd name="connsiteY63" fmla="*/ 1369373 h 2237474"/>
              <a:gd name="connsiteX64" fmla="*/ 7786819 w 12192000"/>
              <a:gd name="connsiteY64" fmla="*/ 1378970 h 2237474"/>
              <a:gd name="connsiteX65" fmla="*/ 7548172 w 12192000"/>
              <a:gd name="connsiteY65" fmla="*/ 1417460 h 2237474"/>
              <a:gd name="connsiteX66" fmla="*/ 7483437 w 12192000"/>
              <a:gd name="connsiteY66" fmla="*/ 1478152 h 2237474"/>
              <a:gd name="connsiteX67" fmla="*/ 7377870 w 12192000"/>
              <a:gd name="connsiteY67" fmla="*/ 1523319 h 2237474"/>
              <a:gd name="connsiteX68" fmla="*/ 7230737 w 12192000"/>
              <a:gd name="connsiteY68" fmla="*/ 1562633 h 2237474"/>
              <a:gd name="connsiteX69" fmla="*/ 7224458 w 12192000"/>
              <a:gd name="connsiteY69" fmla="*/ 1573008 h 2237474"/>
              <a:gd name="connsiteX70" fmla="*/ 7213486 w 12192000"/>
              <a:gd name="connsiteY70" fmla="*/ 1580987 h 2237474"/>
              <a:gd name="connsiteX71" fmla="*/ 7183121 w 12192000"/>
              <a:gd name="connsiteY71" fmla="*/ 1595162 h 2237474"/>
              <a:gd name="connsiteX72" fmla="*/ 7164601 w 12192000"/>
              <a:gd name="connsiteY72" fmla="*/ 1606490 h 2237474"/>
              <a:gd name="connsiteX73" fmla="*/ 7114651 w 12192000"/>
              <a:gd name="connsiteY73" fmla="*/ 1620959 h 2237474"/>
              <a:gd name="connsiteX74" fmla="*/ 7092727 w 12192000"/>
              <a:gd name="connsiteY74" fmla="*/ 1623628 h 2237474"/>
              <a:gd name="connsiteX75" fmla="*/ 7031309 w 12192000"/>
              <a:gd name="connsiteY75" fmla="*/ 1619451 h 2237474"/>
              <a:gd name="connsiteX76" fmla="*/ 6999084 w 12192000"/>
              <a:gd name="connsiteY76" fmla="*/ 1634317 h 2237474"/>
              <a:gd name="connsiteX77" fmla="*/ 6992107 w 12192000"/>
              <a:gd name="connsiteY77" fmla="*/ 1636860 h 2237474"/>
              <a:gd name="connsiteX78" fmla="*/ 6991765 w 12192000"/>
              <a:gd name="connsiteY78" fmla="*/ 1636725 h 2237474"/>
              <a:gd name="connsiteX79" fmla="*/ 6900177 w 12192000"/>
              <a:gd name="connsiteY79" fmla="*/ 1636016 h 2237474"/>
              <a:gd name="connsiteX80" fmla="*/ 6795372 w 12192000"/>
              <a:gd name="connsiteY80" fmla="*/ 1644845 h 2237474"/>
              <a:gd name="connsiteX81" fmla="*/ 6692251 w 12192000"/>
              <a:gd name="connsiteY81" fmla="*/ 1656357 h 2237474"/>
              <a:gd name="connsiteX82" fmla="*/ 6655235 w 12192000"/>
              <a:gd name="connsiteY82" fmla="*/ 1661869 h 2237474"/>
              <a:gd name="connsiteX83" fmla="*/ 6587857 w 12192000"/>
              <a:gd name="connsiteY83" fmla="*/ 1665769 h 2237474"/>
              <a:gd name="connsiteX84" fmla="*/ 6554894 w 12192000"/>
              <a:gd name="connsiteY84" fmla="*/ 1664428 h 2237474"/>
              <a:gd name="connsiteX85" fmla="*/ 6516595 w 12192000"/>
              <a:gd name="connsiteY85" fmla="*/ 1667475 h 2237474"/>
              <a:gd name="connsiteX86" fmla="*/ 6508541 w 12192000"/>
              <a:gd name="connsiteY86" fmla="*/ 1668757 h 2237474"/>
              <a:gd name="connsiteX87" fmla="*/ 6471012 w 12192000"/>
              <a:gd name="connsiteY87" fmla="*/ 1678604 h 2237474"/>
              <a:gd name="connsiteX88" fmla="*/ 6415265 w 12192000"/>
              <a:gd name="connsiteY88" fmla="*/ 1665317 h 2237474"/>
              <a:gd name="connsiteX89" fmla="*/ 6364035 w 12192000"/>
              <a:gd name="connsiteY89" fmla="*/ 1667683 h 2237474"/>
              <a:gd name="connsiteX90" fmla="*/ 6280959 w 12192000"/>
              <a:gd name="connsiteY90" fmla="*/ 1689329 h 2237474"/>
              <a:gd name="connsiteX91" fmla="*/ 6243319 w 12192000"/>
              <a:gd name="connsiteY91" fmla="*/ 1695560 h 2237474"/>
              <a:gd name="connsiteX92" fmla="*/ 6098321 w 12192000"/>
              <a:gd name="connsiteY92" fmla="*/ 1721646 h 2237474"/>
              <a:gd name="connsiteX93" fmla="*/ 5880652 w 12192000"/>
              <a:gd name="connsiteY93" fmla="*/ 1779643 h 2237474"/>
              <a:gd name="connsiteX94" fmla="*/ 5785959 w 12192000"/>
              <a:gd name="connsiteY94" fmla="*/ 1775307 h 2237474"/>
              <a:gd name="connsiteX95" fmla="*/ 5643534 w 12192000"/>
              <a:gd name="connsiteY95" fmla="*/ 1802919 h 2237474"/>
              <a:gd name="connsiteX96" fmla="*/ 5518799 w 12192000"/>
              <a:gd name="connsiteY96" fmla="*/ 1818312 h 2237474"/>
              <a:gd name="connsiteX97" fmla="*/ 5505014 w 12192000"/>
              <a:gd name="connsiteY97" fmla="*/ 1819259 h 2237474"/>
              <a:gd name="connsiteX98" fmla="*/ 5453307 w 12192000"/>
              <a:gd name="connsiteY98" fmla="*/ 1815450 h 2237474"/>
              <a:gd name="connsiteX99" fmla="*/ 5364192 w 12192000"/>
              <a:gd name="connsiteY99" fmla="*/ 1826074 h 2237474"/>
              <a:gd name="connsiteX100" fmla="*/ 5350380 w 12192000"/>
              <a:gd name="connsiteY100" fmla="*/ 1830891 h 2237474"/>
              <a:gd name="connsiteX101" fmla="*/ 5259633 w 12192000"/>
              <a:gd name="connsiteY101" fmla="*/ 1837160 h 2237474"/>
              <a:gd name="connsiteX102" fmla="*/ 5197513 w 12192000"/>
              <a:gd name="connsiteY102" fmla="*/ 1844718 h 2237474"/>
              <a:gd name="connsiteX103" fmla="*/ 5168852 w 12192000"/>
              <a:gd name="connsiteY103" fmla="*/ 1844846 h 2237474"/>
              <a:gd name="connsiteX104" fmla="*/ 5114927 w 12192000"/>
              <a:gd name="connsiteY104" fmla="*/ 1847827 h 2237474"/>
              <a:gd name="connsiteX105" fmla="*/ 5108970 w 12192000"/>
              <a:gd name="connsiteY105" fmla="*/ 1847935 h 2237474"/>
              <a:gd name="connsiteX106" fmla="*/ 5067961 w 12192000"/>
              <a:gd name="connsiteY106" fmla="*/ 1845917 h 2237474"/>
              <a:gd name="connsiteX107" fmla="*/ 5007075 w 12192000"/>
              <a:gd name="connsiteY107" fmla="*/ 1838626 h 2237474"/>
              <a:gd name="connsiteX108" fmla="*/ 4944087 w 12192000"/>
              <a:gd name="connsiteY108" fmla="*/ 1823332 h 2237474"/>
              <a:gd name="connsiteX109" fmla="*/ 4907662 w 12192000"/>
              <a:gd name="connsiteY109" fmla="*/ 1816900 h 2237474"/>
              <a:gd name="connsiteX110" fmla="*/ 4882386 w 12192000"/>
              <a:gd name="connsiteY110" fmla="*/ 1809844 h 2237474"/>
              <a:gd name="connsiteX111" fmla="*/ 4811440 w 12192000"/>
              <a:gd name="connsiteY111" fmla="*/ 1804655 h 2237474"/>
              <a:gd name="connsiteX112" fmla="*/ 4691075 w 12192000"/>
              <a:gd name="connsiteY112" fmla="*/ 1801389 h 2237474"/>
              <a:gd name="connsiteX113" fmla="*/ 4611738 w 12192000"/>
              <a:gd name="connsiteY113" fmla="*/ 1776964 h 2237474"/>
              <a:gd name="connsiteX114" fmla="*/ 4560070 w 12192000"/>
              <a:gd name="connsiteY114" fmla="*/ 1785640 h 2237474"/>
              <a:gd name="connsiteX115" fmla="*/ 4536503 w 12192000"/>
              <a:gd name="connsiteY115" fmla="*/ 1785334 h 2237474"/>
              <a:gd name="connsiteX116" fmla="*/ 4513724 w 12192000"/>
              <a:gd name="connsiteY116" fmla="*/ 1791996 h 2237474"/>
              <a:gd name="connsiteX117" fmla="*/ 4459810 w 12192000"/>
              <a:gd name="connsiteY117" fmla="*/ 1797886 h 2237474"/>
              <a:gd name="connsiteX118" fmla="*/ 4379064 w 12192000"/>
              <a:gd name="connsiteY118" fmla="*/ 1817177 h 2237474"/>
              <a:gd name="connsiteX119" fmla="*/ 4319209 w 12192000"/>
              <a:gd name="connsiteY119" fmla="*/ 1834833 h 2237474"/>
              <a:gd name="connsiteX120" fmla="*/ 4290981 w 12192000"/>
              <a:gd name="connsiteY120" fmla="*/ 1839677 h 2237474"/>
              <a:gd name="connsiteX121" fmla="*/ 4285792 w 12192000"/>
              <a:gd name="connsiteY121" fmla="*/ 1836231 h 2237474"/>
              <a:gd name="connsiteX122" fmla="*/ 4238372 w 12192000"/>
              <a:gd name="connsiteY122" fmla="*/ 1851480 h 2237474"/>
              <a:gd name="connsiteX123" fmla="*/ 4232517 w 12192000"/>
              <a:gd name="connsiteY123" fmla="*/ 1852567 h 2237474"/>
              <a:gd name="connsiteX124" fmla="*/ 4191732 w 12192000"/>
              <a:gd name="connsiteY124" fmla="*/ 1857328 h 2237474"/>
              <a:gd name="connsiteX125" fmla="*/ 4065532 w 12192000"/>
              <a:gd name="connsiteY125" fmla="*/ 1855477 h 2237474"/>
              <a:gd name="connsiteX126" fmla="*/ 4028460 w 12192000"/>
              <a:gd name="connsiteY126" fmla="*/ 1855137 h 2237474"/>
              <a:gd name="connsiteX127" fmla="*/ 4002267 w 12192000"/>
              <a:gd name="connsiteY127" fmla="*/ 1852352 h 2237474"/>
              <a:gd name="connsiteX128" fmla="*/ 3931396 w 12192000"/>
              <a:gd name="connsiteY128" fmla="*/ 1858915 h 2237474"/>
              <a:gd name="connsiteX129" fmla="*/ 3812162 w 12192000"/>
              <a:gd name="connsiteY129" fmla="*/ 1875501 h 2237474"/>
              <a:gd name="connsiteX130" fmla="*/ 3729530 w 12192000"/>
              <a:gd name="connsiteY130" fmla="*/ 1864513 h 2237474"/>
              <a:gd name="connsiteX131" fmla="*/ 3680177 w 12192000"/>
              <a:gd name="connsiteY131" fmla="*/ 1881552 h 2237474"/>
              <a:gd name="connsiteX132" fmla="*/ 3567259 w 12192000"/>
              <a:gd name="connsiteY132" fmla="*/ 1893482 h 2237474"/>
              <a:gd name="connsiteX133" fmla="*/ 3405770 w 12192000"/>
              <a:gd name="connsiteY133" fmla="*/ 1904591 h 2237474"/>
              <a:gd name="connsiteX134" fmla="*/ 3280097 w 12192000"/>
              <a:gd name="connsiteY134" fmla="*/ 1919610 h 2237474"/>
              <a:gd name="connsiteX135" fmla="*/ 3123424 w 12192000"/>
              <a:gd name="connsiteY135" fmla="*/ 1952930 h 2237474"/>
              <a:gd name="connsiteX136" fmla="*/ 3009910 w 12192000"/>
              <a:gd name="connsiteY136" fmla="*/ 1957866 h 2237474"/>
              <a:gd name="connsiteX137" fmla="*/ 2995934 w 12192000"/>
              <a:gd name="connsiteY137" fmla="*/ 1967085 h 2237474"/>
              <a:gd name="connsiteX138" fmla="*/ 2980071 w 12192000"/>
              <a:gd name="connsiteY138" fmla="*/ 1972988 h 2237474"/>
              <a:gd name="connsiteX139" fmla="*/ 2978094 w 12192000"/>
              <a:gd name="connsiteY139" fmla="*/ 1972369 h 2237474"/>
              <a:gd name="connsiteX140" fmla="*/ 2942858 w 12192000"/>
              <a:gd name="connsiteY140" fmla="*/ 1981367 h 2237474"/>
              <a:gd name="connsiteX141" fmla="*/ 2875436 w 12192000"/>
              <a:gd name="connsiteY141" fmla="*/ 1996977 h 2237474"/>
              <a:gd name="connsiteX142" fmla="*/ 2874892 w 12192000"/>
              <a:gd name="connsiteY142" fmla="*/ 1996085 h 2237474"/>
              <a:gd name="connsiteX143" fmla="*/ 2864145 w 12192000"/>
              <a:gd name="connsiteY143" fmla="*/ 1994061 h 2237474"/>
              <a:gd name="connsiteX144" fmla="*/ 2843662 w 12192000"/>
              <a:gd name="connsiteY144" fmla="*/ 1992498 h 2237474"/>
              <a:gd name="connsiteX145" fmla="*/ 2796128 w 12192000"/>
              <a:gd name="connsiteY145" fmla="*/ 1976403 h 2237474"/>
              <a:gd name="connsiteX146" fmla="*/ 2756784 w 12192000"/>
              <a:gd name="connsiteY146" fmla="*/ 1985116 h 2237474"/>
              <a:gd name="connsiteX147" fmla="*/ 2748833 w 12192000"/>
              <a:gd name="connsiteY147" fmla="*/ 1986323 h 2237474"/>
              <a:gd name="connsiteX148" fmla="*/ 2748661 w 12192000"/>
              <a:gd name="connsiteY148" fmla="*/ 1986122 h 2237474"/>
              <a:gd name="connsiteX149" fmla="*/ 2740251 w 12192000"/>
              <a:gd name="connsiteY149" fmla="*/ 1986946 h 2237474"/>
              <a:gd name="connsiteX150" fmla="*/ 2718916 w 12192000"/>
              <a:gd name="connsiteY150" fmla="*/ 1990867 h 2237474"/>
              <a:gd name="connsiteX151" fmla="*/ 2713522 w 12192000"/>
              <a:gd name="connsiteY151" fmla="*/ 1990173 h 2237474"/>
              <a:gd name="connsiteX152" fmla="*/ 2680597 w 12192000"/>
              <a:gd name="connsiteY152" fmla="*/ 1984996 h 2237474"/>
              <a:gd name="connsiteX153" fmla="*/ 2578178 w 12192000"/>
              <a:gd name="connsiteY153" fmla="*/ 1990531 h 2237474"/>
              <a:gd name="connsiteX154" fmla="*/ 2476147 w 12192000"/>
              <a:gd name="connsiteY154" fmla="*/ 1998305 h 2237474"/>
              <a:gd name="connsiteX155" fmla="*/ 2373568 w 12192000"/>
              <a:gd name="connsiteY155" fmla="*/ 2003219 h 2237474"/>
              <a:gd name="connsiteX156" fmla="*/ 2321399 w 12192000"/>
              <a:gd name="connsiteY156" fmla="*/ 1989467 h 2237474"/>
              <a:gd name="connsiteX157" fmla="*/ 2315525 w 12192000"/>
              <a:gd name="connsiteY157" fmla="*/ 1989708 h 2237474"/>
              <a:gd name="connsiteX158" fmla="*/ 2300792 w 12192000"/>
              <a:gd name="connsiteY158" fmla="*/ 1994290 h 2237474"/>
              <a:gd name="connsiteX159" fmla="*/ 2295469 w 12192000"/>
              <a:gd name="connsiteY159" fmla="*/ 1996659 h 2237474"/>
              <a:gd name="connsiteX160" fmla="*/ 2287219 w 12192000"/>
              <a:gd name="connsiteY160" fmla="*/ 1998750 h 2237474"/>
              <a:gd name="connsiteX161" fmla="*/ 2286948 w 12192000"/>
              <a:gd name="connsiteY161" fmla="*/ 1998596 h 2237474"/>
              <a:gd name="connsiteX162" fmla="*/ 2243069 w 12192000"/>
              <a:gd name="connsiteY162" fmla="*/ 2015111 h 2237474"/>
              <a:gd name="connsiteX163" fmla="*/ 2186609 w 12192000"/>
              <a:gd name="connsiteY163" fmla="*/ 2008263 h 2237474"/>
              <a:gd name="connsiteX164" fmla="*/ 2164831 w 12192000"/>
              <a:gd name="connsiteY164" fmla="*/ 2010143 h 2237474"/>
              <a:gd name="connsiteX165" fmla="*/ 2152836 w 12192000"/>
              <a:gd name="connsiteY165" fmla="*/ 2010048 h 2237474"/>
              <a:gd name="connsiteX166" fmla="*/ 2117102 w 12192000"/>
              <a:gd name="connsiteY166" fmla="*/ 2023004 h 2237474"/>
              <a:gd name="connsiteX167" fmla="*/ 2111935 w 12192000"/>
              <a:gd name="connsiteY167" fmla="*/ 2023163 h 2237474"/>
              <a:gd name="connsiteX168" fmla="*/ 2089991 w 12192000"/>
              <a:gd name="connsiteY168" fmla="*/ 2034193 h 2237474"/>
              <a:gd name="connsiteX169" fmla="*/ 2058061 w 12192000"/>
              <a:gd name="connsiteY169" fmla="*/ 2047942 h 2237474"/>
              <a:gd name="connsiteX170" fmla="*/ 2055737 w 12192000"/>
              <a:gd name="connsiteY170" fmla="*/ 2047704 h 2237474"/>
              <a:gd name="connsiteX171" fmla="*/ 2042244 w 12192000"/>
              <a:gd name="connsiteY171" fmla="*/ 2055560 h 2237474"/>
              <a:gd name="connsiteX172" fmla="*/ 1976224 w 12192000"/>
              <a:gd name="connsiteY172" fmla="*/ 2074257 h 2237474"/>
              <a:gd name="connsiteX173" fmla="*/ 1877728 w 12192000"/>
              <a:gd name="connsiteY173" fmla="*/ 2101004 h 2237474"/>
              <a:gd name="connsiteX174" fmla="*/ 1759056 w 12192000"/>
              <a:gd name="connsiteY174" fmla="*/ 2125608 h 2237474"/>
              <a:gd name="connsiteX175" fmla="*/ 1637948 w 12192000"/>
              <a:gd name="connsiteY175" fmla="*/ 2172597 h 2237474"/>
              <a:gd name="connsiteX176" fmla="*/ 1434549 w 12192000"/>
              <a:gd name="connsiteY176" fmla="*/ 2234522 h 2237474"/>
              <a:gd name="connsiteX177" fmla="*/ 1398481 w 12192000"/>
              <a:gd name="connsiteY177" fmla="*/ 2237074 h 2237474"/>
              <a:gd name="connsiteX178" fmla="*/ 1398407 w 12192000"/>
              <a:gd name="connsiteY178" fmla="*/ 2237095 h 2237474"/>
              <a:gd name="connsiteX179" fmla="*/ 1370962 w 12192000"/>
              <a:gd name="connsiteY179" fmla="*/ 2237474 h 2237474"/>
              <a:gd name="connsiteX180" fmla="*/ 1356367 w 12192000"/>
              <a:gd name="connsiteY180" fmla="*/ 2235089 h 2237474"/>
              <a:gd name="connsiteX181" fmla="*/ 1324828 w 12192000"/>
              <a:gd name="connsiteY181" fmla="*/ 2231968 h 2237474"/>
              <a:gd name="connsiteX182" fmla="*/ 1297744 w 12192000"/>
              <a:gd name="connsiteY182" fmla="*/ 2235849 h 2237474"/>
              <a:gd name="connsiteX183" fmla="*/ 1286236 w 12192000"/>
              <a:gd name="connsiteY183" fmla="*/ 2233135 h 2237474"/>
              <a:gd name="connsiteX184" fmla="*/ 1283504 w 12192000"/>
              <a:gd name="connsiteY184" fmla="*/ 2233797 h 2237474"/>
              <a:gd name="connsiteX185" fmla="*/ 1279765 w 12192000"/>
              <a:gd name="connsiteY185" fmla="*/ 2229639 h 2237474"/>
              <a:gd name="connsiteX186" fmla="*/ 1195347 w 12192000"/>
              <a:gd name="connsiteY186" fmla="*/ 2212354 h 2237474"/>
              <a:gd name="connsiteX187" fmla="*/ 970251 w 12192000"/>
              <a:gd name="connsiteY187" fmla="*/ 2221029 h 2237474"/>
              <a:gd name="connsiteX188" fmla="*/ 812914 w 12192000"/>
              <a:gd name="connsiteY188" fmla="*/ 2202752 h 2237474"/>
              <a:gd name="connsiteX189" fmla="*/ 800195 w 12192000"/>
              <a:gd name="connsiteY189" fmla="*/ 2209407 h 2237474"/>
              <a:gd name="connsiteX190" fmla="*/ 784978 w 12192000"/>
              <a:gd name="connsiteY190" fmla="*/ 2212360 h 2237474"/>
              <a:gd name="connsiteX191" fmla="*/ 681987 w 12192000"/>
              <a:gd name="connsiteY191" fmla="*/ 2216757 h 2237474"/>
              <a:gd name="connsiteX192" fmla="*/ 669923 w 12192000"/>
              <a:gd name="connsiteY192" fmla="*/ 2211682 h 2237474"/>
              <a:gd name="connsiteX193" fmla="*/ 648680 w 12192000"/>
              <a:gd name="connsiteY193" fmla="*/ 2206229 h 2237474"/>
              <a:gd name="connsiteX194" fmla="*/ 597225 w 12192000"/>
              <a:gd name="connsiteY194" fmla="*/ 2180999 h 2237474"/>
              <a:gd name="connsiteX195" fmla="*/ 558449 w 12192000"/>
              <a:gd name="connsiteY195" fmla="*/ 2182346 h 2237474"/>
              <a:gd name="connsiteX196" fmla="*/ 550517 w 12192000"/>
              <a:gd name="connsiteY196" fmla="*/ 2182060 h 2237474"/>
              <a:gd name="connsiteX197" fmla="*/ 550309 w 12192000"/>
              <a:gd name="connsiteY197" fmla="*/ 2181825 h 2237474"/>
              <a:gd name="connsiteX198" fmla="*/ 541836 w 12192000"/>
              <a:gd name="connsiteY198" fmla="*/ 2181063 h 2237474"/>
              <a:gd name="connsiteX199" fmla="*/ 536057 w 12192000"/>
              <a:gd name="connsiteY199" fmla="*/ 2181537 h 2237474"/>
              <a:gd name="connsiteX200" fmla="*/ 520671 w 12192000"/>
              <a:gd name="connsiteY200" fmla="*/ 2180980 h 2237474"/>
              <a:gd name="connsiteX201" fmla="*/ 515024 w 12192000"/>
              <a:gd name="connsiteY201" fmla="*/ 2179258 h 2237474"/>
              <a:gd name="connsiteX202" fmla="*/ 512278 w 12192000"/>
              <a:gd name="connsiteY202" fmla="*/ 2176369 h 2237474"/>
              <a:gd name="connsiteX203" fmla="*/ 480419 w 12192000"/>
              <a:gd name="connsiteY203" fmla="*/ 2167807 h 2237474"/>
              <a:gd name="connsiteX204" fmla="*/ 413835 w 12192000"/>
              <a:gd name="connsiteY204" fmla="*/ 2156783 h 2237474"/>
              <a:gd name="connsiteX205" fmla="*/ 376513 w 12192000"/>
              <a:gd name="connsiteY205" fmla="*/ 2154014 h 2237474"/>
              <a:gd name="connsiteX206" fmla="*/ 273386 w 12192000"/>
              <a:gd name="connsiteY206" fmla="*/ 2142551 h 2237474"/>
              <a:gd name="connsiteX207" fmla="*/ 169207 w 12192000"/>
              <a:gd name="connsiteY207" fmla="*/ 2128100 h 2237474"/>
              <a:gd name="connsiteX208" fmla="*/ 93149 w 12192000"/>
              <a:gd name="connsiteY208" fmla="*/ 2105324 h 2237474"/>
              <a:gd name="connsiteX209" fmla="*/ 88109 w 12192000"/>
              <a:gd name="connsiteY209" fmla="*/ 2106704 h 2237474"/>
              <a:gd name="connsiteX210" fmla="*/ 80022 w 12192000"/>
              <a:gd name="connsiteY210" fmla="*/ 2107254 h 2237474"/>
              <a:gd name="connsiteX211" fmla="*/ 79717 w 12192000"/>
              <a:gd name="connsiteY211" fmla="*/ 2107046 h 2237474"/>
              <a:gd name="connsiteX212" fmla="*/ 72352 w 12192000"/>
              <a:gd name="connsiteY212" fmla="*/ 2107991 h 2237474"/>
              <a:gd name="connsiteX213" fmla="*/ 37645 w 12192000"/>
              <a:gd name="connsiteY213" fmla="*/ 2115401 h 2237474"/>
              <a:gd name="connsiteX214" fmla="*/ 4572 w 12192000"/>
              <a:gd name="connsiteY214" fmla="*/ 2111091 h 2237474"/>
              <a:gd name="connsiteX215" fmla="*/ 0 w 12192000"/>
              <a:gd name="connsiteY215" fmla="*/ 2110468 h 2237474"/>
              <a:gd name="connsiteX216" fmla="*/ 0 w 12192000"/>
              <a:gd name="connsiteY216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761459 w 12192000"/>
              <a:gd name="connsiteY24" fmla="*/ 862394 h 2237474"/>
              <a:gd name="connsiteX25" fmla="*/ 9705768 w 12192000"/>
              <a:gd name="connsiteY25" fmla="*/ 894610 h 2237474"/>
              <a:gd name="connsiteX26" fmla="*/ 9683005 w 12192000"/>
              <a:gd name="connsiteY26" fmla="*/ 894128 h 2237474"/>
              <a:gd name="connsiteX27" fmla="*/ 9594438 w 12192000"/>
              <a:gd name="connsiteY27" fmla="*/ 919051 h 2237474"/>
              <a:gd name="connsiteX28" fmla="*/ 9577033 w 12192000"/>
              <a:gd name="connsiteY28" fmla="*/ 922857 h 2237474"/>
              <a:gd name="connsiteX29" fmla="*/ 9544189 w 12192000"/>
              <a:gd name="connsiteY29" fmla="*/ 938966 h 2237474"/>
              <a:gd name="connsiteX30" fmla="*/ 9500499 w 12192000"/>
              <a:gd name="connsiteY30" fmla="*/ 954680 h 2237474"/>
              <a:gd name="connsiteX31" fmla="*/ 9428195 w 12192000"/>
              <a:gd name="connsiteY31" fmla="*/ 986225 h 2237474"/>
              <a:gd name="connsiteX32" fmla="*/ 9410017 w 12192000"/>
              <a:gd name="connsiteY32" fmla="*/ 993931 h 2237474"/>
              <a:gd name="connsiteX33" fmla="*/ 9392919 w 12192000"/>
              <a:gd name="connsiteY33" fmla="*/ 994656 h 2237474"/>
              <a:gd name="connsiteX34" fmla="*/ 9278619 w 12192000"/>
              <a:gd name="connsiteY34" fmla="*/ 1011878 h 2237474"/>
              <a:gd name="connsiteX35" fmla="*/ 9268019 w 12192000"/>
              <a:gd name="connsiteY35" fmla="*/ 1007442 h 2237474"/>
              <a:gd name="connsiteX36" fmla="*/ 9234662 w 12192000"/>
              <a:gd name="connsiteY36" fmla="*/ 1023056 h 2237474"/>
              <a:gd name="connsiteX37" fmla="*/ 9181033 w 12192000"/>
              <a:gd name="connsiteY37" fmla="*/ 1037921 h 2237474"/>
              <a:gd name="connsiteX38" fmla="*/ 9155969 w 12192000"/>
              <a:gd name="connsiteY38" fmla="*/ 1046804 h 2237474"/>
              <a:gd name="connsiteX39" fmla="*/ 9133985 w 12192000"/>
              <a:gd name="connsiteY39" fmla="*/ 1046450 h 2237474"/>
              <a:gd name="connsiteX40" fmla="*/ 9012987 w 12192000"/>
              <a:gd name="connsiteY40" fmla="*/ 1061986 h 2237474"/>
              <a:gd name="connsiteX41" fmla="*/ 8968445 w 12192000"/>
              <a:gd name="connsiteY41" fmla="*/ 1052169 h 2237474"/>
              <a:gd name="connsiteX42" fmla="*/ 8958984 w 12192000"/>
              <a:gd name="connsiteY42" fmla="*/ 1057212 h 2237474"/>
              <a:gd name="connsiteX43" fmla="*/ 8886001 w 12192000"/>
              <a:gd name="connsiteY43" fmla="*/ 1067468 h 2237474"/>
              <a:gd name="connsiteX44" fmla="*/ 8838610 w 12192000"/>
              <a:gd name="connsiteY44" fmla="*/ 1075091 h 2237474"/>
              <a:gd name="connsiteX45" fmla="*/ 8750383 w 12192000"/>
              <a:gd name="connsiteY45" fmla="*/ 1097387 h 2237474"/>
              <a:gd name="connsiteX46" fmla="*/ 8697365 w 12192000"/>
              <a:gd name="connsiteY46" fmla="*/ 1105869 h 2237474"/>
              <a:gd name="connsiteX47" fmla="*/ 8665605 w 12192000"/>
              <a:gd name="connsiteY47" fmla="*/ 1110791 h 2237474"/>
              <a:gd name="connsiteX48" fmla="*/ 8584946 w 12192000"/>
              <a:gd name="connsiteY48" fmla="*/ 1135226 h 2237474"/>
              <a:gd name="connsiteX49" fmla="*/ 8460755 w 12192000"/>
              <a:gd name="connsiteY49" fmla="*/ 1203427 h 2237474"/>
              <a:gd name="connsiteX50" fmla="*/ 8419755 w 12192000"/>
              <a:gd name="connsiteY50" fmla="*/ 1216260 h 2237474"/>
              <a:gd name="connsiteX51" fmla="*/ 8411626 w 12192000"/>
              <a:gd name="connsiteY51" fmla="*/ 1214397 h 2237474"/>
              <a:gd name="connsiteX52" fmla="*/ 8363469 w 12192000"/>
              <a:gd name="connsiteY52" fmla="*/ 1246658 h 2237474"/>
              <a:gd name="connsiteX53" fmla="*/ 8275497 w 12192000"/>
              <a:gd name="connsiteY53" fmla="*/ 1264396 h 2237474"/>
              <a:gd name="connsiteX54" fmla="*/ 8206287 w 12192000"/>
              <a:gd name="connsiteY54" fmla="*/ 1273060 h 2237474"/>
              <a:gd name="connsiteX55" fmla="*/ 8168705 w 12192000"/>
              <a:gd name="connsiteY55" fmla="*/ 1279956 h 2237474"/>
              <a:gd name="connsiteX56" fmla="*/ 8139997 w 12192000"/>
              <a:gd name="connsiteY56" fmla="*/ 1282713 h 2237474"/>
              <a:gd name="connsiteX57" fmla="*/ 8074238 w 12192000"/>
              <a:gd name="connsiteY57" fmla="*/ 1301895 h 2237474"/>
              <a:gd name="connsiteX58" fmla="*/ 7968292 w 12192000"/>
              <a:gd name="connsiteY58" fmla="*/ 1338779 h 2237474"/>
              <a:gd name="connsiteX59" fmla="*/ 7945122 w 12192000"/>
              <a:gd name="connsiteY59" fmla="*/ 1345477 h 2237474"/>
              <a:gd name="connsiteX60" fmla="*/ 7902328 w 12192000"/>
              <a:gd name="connsiteY60" fmla="*/ 1345865 h 2237474"/>
              <a:gd name="connsiteX61" fmla="*/ 7875879 w 12192000"/>
              <a:gd name="connsiteY61" fmla="*/ 1345646 h 2237474"/>
              <a:gd name="connsiteX62" fmla="*/ 7840612 w 12192000"/>
              <a:gd name="connsiteY62" fmla="*/ 1369373 h 2237474"/>
              <a:gd name="connsiteX63" fmla="*/ 7786819 w 12192000"/>
              <a:gd name="connsiteY63" fmla="*/ 1378970 h 2237474"/>
              <a:gd name="connsiteX64" fmla="*/ 7548172 w 12192000"/>
              <a:gd name="connsiteY64" fmla="*/ 1417460 h 2237474"/>
              <a:gd name="connsiteX65" fmla="*/ 7483437 w 12192000"/>
              <a:gd name="connsiteY65" fmla="*/ 1478152 h 2237474"/>
              <a:gd name="connsiteX66" fmla="*/ 7377870 w 12192000"/>
              <a:gd name="connsiteY66" fmla="*/ 1523319 h 2237474"/>
              <a:gd name="connsiteX67" fmla="*/ 7230737 w 12192000"/>
              <a:gd name="connsiteY67" fmla="*/ 1562633 h 2237474"/>
              <a:gd name="connsiteX68" fmla="*/ 7224458 w 12192000"/>
              <a:gd name="connsiteY68" fmla="*/ 1573008 h 2237474"/>
              <a:gd name="connsiteX69" fmla="*/ 7213486 w 12192000"/>
              <a:gd name="connsiteY69" fmla="*/ 1580987 h 2237474"/>
              <a:gd name="connsiteX70" fmla="*/ 7183121 w 12192000"/>
              <a:gd name="connsiteY70" fmla="*/ 1595162 h 2237474"/>
              <a:gd name="connsiteX71" fmla="*/ 7164601 w 12192000"/>
              <a:gd name="connsiteY71" fmla="*/ 1606490 h 2237474"/>
              <a:gd name="connsiteX72" fmla="*/ 7114651 w 12192000"/>
              <a:gd name="connsiteY72" fmla="*/ 1620959 h 2237474"/>
              <a:gd name="connsiteX73" fmla="*/ 7092727 w 12192000"/>
              <a:gd name="connsiteY73" fmla="*/ 1623628 h 2237474"/>
              <a:gd name="connsiteX74" fmla="*/ 7031309 w 12192000"/>
              <a:gd name="connsiteY74" fmla="*/ 1619451 h 2237474"/>
              <a:gd name="connsiteX75" fmla="*/ 6999084 w 12192000"/>
              <a:gd name="connsiteY75" fmla="*/ 1634317 h 2237474"/>
              <a:gd name="connsiteX76" fmla="*/ 6992107 w 12192000"/>
              <a:gd name="connsiteY76" fmla="*/ 1636860 h 2237474"/>
              <a:gd name="connsiteX77" fmla="*/ 6991765 w 12192000"/>
              <a:gd name="connsiteY77" fmla="*/ 1636725 h 2237474"/>
              <a:gd name="connsiteX78" fmla="*/ 6900177 w 12192000"/>
              <a:gd name="connsiteY78" fmla="*/ 1636016 h 2237474"/>
              <a:gd name="connsiteX79" fmla="*/ 6795372 w 12192000"/>
              <a:gd name="connsiteY79" fmla="*/ 1644845 h 2237474"/>
              <a:gd name="connsiteX80" fmla="*/ 6692251 w 12192000"/>
              <a:gd name="connsiteY80" fmla="*/ 1656357 h 2237474"/>
              <a:gd name="connsiteX81" fmla="*/ 6655235 w 12192000"/>
              <a:gd name="connsiteY81" fmla="*/ 1661869 h 2237474"/>
              <a:gd name="connsiteX82" fmla="*/ 6587857 w 12192000"/>
              <a:gd name="connsiteY82" fmla="*/ 1665769 h 2237474"/>
              <a:gd name="connsiteX83" fmla="*/ 6554894 w 12192000"/>
              <a:gd name="connsiteY83" fmla="*/ 1664428 h 2237474"/>
              <a:gd name="connsiteX84" fmla="*/ 6516595 w 12192000"/>
              <a:gd name="connsiteY84" fmla="*/ 1667475 h 2237474"/>
              <a:gd name="connsiteX85" fmla="*/ 6508541 w 12192000"/>
              <a:gd name="connsiteY85" fmla="*/ 1668757 h 2237474"/>
              <a:gd name="connsiteX86" fmla="*/ 6471012 w 12192000"/>
              <a:gd name="connsiteY86" fmla="*/ 1678604 h 2237474"/>
              <a:gd name="connsiteX87" fmla="*/ 6415265 w 12192000"/>
              <a:gd name="connsiteY87" fmla="*/ 1665317 h 2237474"/>
              <a:gd name="connsiteX88" fmla="*/ 6364035 w 12192000"/>
              <a:gd name="connsiteY88" fmla="*/ 1667683 h 2237474"/>
              <a:gd name="connsiteX89" fmla="*/ 6280959 w 12192000"/>
              <a:gd name="connsiteY89" fmla="*/ 1689329 h 2237474"/>
              <a:gd name="connsiteX90" fmla="*/ 6243319 w 12192000"/>
              <a:gd name="connsiteY90" fmla="*/ 1695560 h 2237474"/>
              <a:gd name="connsiteX91" fmla="*/ 6098321 w 12192000"/>
              <a:gd name="connsiteY91" fmla="*/ 1721646 h 2237474"/>
              <a:gd name="connsiteX92" fmla="*/ 5880652 w 12192000"/>
              <a:gd name="connsiteY92" fmla="*/ 1779643 h 2237474"/>
              <a:gd name="connsiteX93" fmla="*/ 5785959 w 12192000"/>
              <a:gd name="connsiteY93" fmla="*/ 1775307 h 2237474"/>
              <a:gd name="connsiteX94" fmla="*/ 5643534 w 12192000"/>
              <a:gd name="connsiteY94" fmla="*/ 1802919 h 2237474"/>
              <a:gd name="connsiteX95" fmla="*/ 5518799 w 12192000"/>
              <a:gd name="connsiteY95" fmla="*/ 1818312 h 2237474"/>
              <a:gd name="connsiteX96" fmla="*/ 5505014 w 12192000"/>
              <a:gd name="connsiteY96" fmla="*/ 1819259 h 2237474"/>
              <a:gd name="connsiteX97" fmla="*/ 5453307 w 12192000"/>
              <a:gd name="connsiteY97" fmla="*/ 1815450 h 2237474"/>
              <a:gd name="connsiteX98" fmla="*/ 5364192 w 12192000"/>
              <a:gd name="connsiteY98" fmla="*/ 1826074 h 2237474"/>
              <a:gd name="connsiteX99" fmla="*/ 5350380 w 12192000"/>
              <a:gd name="connsiteY99" fmla="*/ 1830891 h 2237474"/>
              <a:gd name="connsiteX100" fmla="*/ 5259633 w 12192000"/>
              <a:gd name="connsiteY100" fmla="*/ 1837160 h 2237474"/>
              <a:gd name="connsiteX101" fmla="*/ 5197513 w 12192000"/>
              <a:gd name="connsiteY101" fmla="*/ 1844718 h 2237474"/>
              <a:gd name="connsiteX102" fmla="*/ 5168852 w 12192000"/>
              <a:gd name="connsiteY102" fmla="*/ 1844846 h 2237474"/>
              <a:gd name="connsiteX103" fmla="*/ 5114927 w 12192000"/>
              <a:gd name="connsiteY103" fmla="*/ 1847827 h 2237474"/>
              <a:gd name="connsiteX104" fmla="*/ 5108970 w 12192000"/>
              <a:gd name="connsiteY104" fmla="*/ 1847935 h 2237474"/>
              <a:gd name="connsiteX105" fmla="*/ 5067961 w 12192000"/>
              <a:gd name="connsiteY105" fmla="*/ 1845917 h 2237474"/>
              <a:gd name="connsiteX106" fmla="*/ 5007075 w 12192000"/>
              <a:gd name="connsiteY106" fmla="*/ 1838626 h 2237474"/>
              <a:gd name="connsiteX107" fmla="*/ 4944087 w 12192000"/>
              <a:gd name="connsiteY107" fmla="*/ 1823332 h 2237474"/>
              <a:gd name="connsiteX108" fmla="*/ 4907662 w 12192000"/>
              <a:gd name="connsiteY108" fmla="*/ 1816900 h 2237474"/>
              <a:gd name="connsiteX109" fmla="*/ 4882386 w 12192000"/>
              <a:gd name="connsiteY109" fmla="*/ 1809844 h 2237474"/>
              <a:gd name="connsiteX110" fmla="*/ 4811440 w 12192000"/>
              <a:gd name="connsiteY110" fmla="*/ 1804655 h 2237474"/>
              <a:gd name="connsiteX111" fmla="*/ 4691075 w 12192000"/>
              <a:gd name="connsiteY111" fmla="*/ 1801389 h 2237474"/>
              <a:gd name="connsiteX112" fmla="*/ 4611738 w 12192000"/>
              <a:gd name="connsiteY112" fmla="*/ 1776964 h 2237474"/>
              <a:gd name="connsiteX113" fmla="*/ 4560070 w 12192000"/>
              <a:gd name="connsiteY113" fmla="*/ 1785640 h 2237474"/>
              <a:gd name="connsiteX114" fmla="*/ 4536503 w 12192000"/>
              <a:gd name="connsiteY114" fmla="*/ 1785334 h 2237474"/>
              <a:gd name="connsiteX115" fmla="*/ 4513724 w 12192000"/>
              <a:gd name="connsiteY115" fmla="*/ 1791996 h 2237474"/>
              <a:gd name="connsiteX116" fmla="*/ 4459810 w 12192000"/>
              <a:gd name="connsiteY116" fmla="*/ 1797886 h 2237474"/>
              <a:gd name="connsiteX117" fmla="*/ 4379064 w 12192000"/>
              <a:gd name="connsiteY117" fmla="*/ 1817177 h 2237474"/>
              <a:gd name="connsiteX118" fmla="*/ 4319209 w 12192000"/>
              <a:gd name="connsiteY118" fmla="*/ 1834833 h 2237474"/>
              <a:gd name="connsiteX119" fmla="*/ 4290981 w 12192000"/>
              <a:gd name="connsiteY119" fmla="*/ 1839677 h 2237474"/>
              <a:gd name="connsiteX120" fmla="*/ 4285792 w 12192000"/>
              <a:gd name="connsiteY120" fmla="*/ 1836231 h 2237474"/>
              <a:gd name="connsiteX121" fmla="*/ 4238372 w 12192000"/>
              <a:gd name="connsiteY121" fmla="*/ 1851480 h 2237474"/>
              <a:gd name="connsiteX122" fmla="*/ 4232517 w 12192000"/>
              <a:gd name="connsiteY122" fmla="*/ 1852567 h 2237474"/>
              <a:gd name="connsiteX123" fmla="*/ 4191732 w 12192000"/>
              <a:gd name="connsiteY123" fmla="*/ 1857328 h 2237474"/>
              <a:gd name="connsiteX124" fmla="*/ 4065532 w 12192000"/>
              <a:gd name="connsiteY124" fmla="*/ 1855477 h 2237474"/>
              <a:gd name="connsiteX125" fmla="*/ 4028460 w 12192000"/>
              <a:gd name="connsiteY125" fmla="*/ 1855137 h 2237474"/>
              <a:gd name="connsiteX126" fmla="*/ 4002267 w 12192000"/>
              <a:gd name="connsiteY126" fmla="*/ 1852352 h 2237474"/>
              <a:gd name="connsiteX127" fmla="*/ 3931396 w 12192000"/>
              <a:gd name="connsiteY127" fmla="*/ 1858915 h 2237474"/>
              <a:gd name="connsiteX128" fmla="*/ 3812162 w 12192000"/>
              <a:gd name="connsiteY128" fmla="*/ 1875501 h 2237474"/>
              <a:gd name="connsiteX129" fmla="*/ 3729530 w 12192000"/>
              <a:gd name="connsiteY129" fmla="*/ 1864513 h 2237474"/>
              <a:gd name="connsiteX130" fmla="*/ 3680177 w 12192000"/>
              <a:gd name="connsiteY130" fmla="*/ 1881552 h 2237474"/>
              <a:gd name="connsiteX131" fmla="*/ 3567259 w 12192000"/>
              <a:gd name="connsiteY131" fmla="*/ 1893482 h 2237474"/>
              <a:gd name="connsiteX132" fmla="*/ 3405770 w 12192000"/>
              <a:gd name="connsiteY132" fmla="*/ 1904591 h 2237474"/>
              <a:gd name="connsiteX133" fmla="*/ 3280097 w 12192000"/>
              <a:gd name="connsiteY133" fmla="*/ 1919610 h 2237474"/>
              <a:gd name="connsiteX134" fmla="*/ 3123424 w 12192000"/>
              <a:gd name="connsiteY134" fmla="*/ 1952930 h 2237474"/>
              <a:gd name="connsiteX135" fmla="*/ 3009910 w 12192000"/>
              <a:gd name="connsiteY135" fmla="*/ 1957866 h 2237474"/>
              <a:gd name="connsiteX136" fmla="*/ 2995934 w 12192000"/>
              <a:gd name="connsiteY136" fmla="*/ 1967085 h 2237474"/>
              <a:gd name="connsiteX137" fmla="*/ 2980071 w 12192000"/>
              <a:gd name="connsiteY137" fmla="*/ 1972988 h 2237474"/>
              <a:gd name="connsiteX138" fmla="*/ 2978094 w 12192000"/>
              <a:gd name="connsiteY138" fmla="*/ 1972369 h 2237474"/>
              <a:gd name="connsiteX139" fmla="*/ 2942858 w 12192000"/>
              <a:gd name="connsiteY139" fmla="*/ 1981367 h 2237474"/>
              <a:gd name="connsiteX140" fmla="*/ 2875436 w 12192000"/>
              <a:gd name="connsiteY140" fmla="*/ 1996977 h 2237474"/>
              <a:gd name="connsiteX141" fmla="*/ 2874892 w 12192000"/>
              <a:gd name="connsiteY141" fmla="*/ 1996085 h 2237474"/>
              <a:gd name="connsiteX142" fmla="*/ 2864145 w 12192000"/>
              <a:gd name="connsiteY142" fmla="*/ 1994061 h 2237474"/>
              <a:gd name="connsiteX143" fmla="*/ 2843662 w 12192000"/>
              <a:gd name="connsiteY143" fmla="*/ 1992498 h 2237474"/>
              <a:gd name="connsiteX144" fmla="*/ 2796128 w 12192000"/>
              <a:gd name="connsiteY144" fmla="*/ 1976403 h 2237474"/>
              <a:gd name="connsiteX145" fmla="*/ 2756784 w 12192000"/>
              <a:gd name="connsiteY145" fmla="*/ 1985116 h 2237474"/>
              <a:gd name="connsiteX146" fmla="*/ 2748833 w 12192000"/>
              <a:gd name="connsiteY146" fmla="*/ 1986323 h 2237474"/>
              <a:gd name="connsiteX147" fmla="*/ 2748661 w 12192000"/>
              <a:gd name="connsiteY147" fmla="*/ 1986122 h 2237474"/>
              <a:gd name="connsiteX148" fmla="*/ 2740251 w 12192000"/>
              <a:gd name="connsiteY148" fmla="*/ 1986946 h 2237474"/>
              <a:gd name="connsiteX149" fmla="*/ 2718916 w 12192000"/>
              <a:gd name="connsiteY149" fmla="*/ 1990867 h 2237474"/>
              <a:gd name="connsiteX150" fmla="*/ 2713522 w 12192000"/>
              <a:gd name="connsiteY150" fmla="*/ 1990173 h 2237474"/>
              <a:gd name="connsiteX151" fmla="*/ 2680597 w 12192000"/>
              <a:gd name="connsiteY151" fmla="*/ 1984996 h 2237474"/>
              <a:gd name="connsiteX152" fmla="*/ 2578178 w 12192000"/>
              <a:gd name="connsiteY152" fmla="*/ 1990531 h 2237474"/>
              <a:gd name="connsiteX153" fmla="*/ 2476147 w 12192000"/>
              <a:gd name="connsiteY153" fmla="*/ 1998305 h 2237474"/>
              <a:gd name="connsiteX154" fmla="*/ 2373568 w 12192000"/>
              <a:gd name="connsiteY154" fmla="*/ 2003219 h 2237474"/>
              <a:gd name="connsiteX155" fmla="*/ 2321399 w 12192000"/>
              <a:gd name="connsiteY155" fmla="*/ 1989467 h 2237474"/>
              <a:gd name="connsiteX156" fmla="*/ 2315525 w 12192000"/>
              <a:gd name="connsiteY156" fmla="*/ 1989708 h 2237474"/>
              <a:gd name="connsiteX157" fmla="*/ 2300792 w 12192000"/>
              <a:gd name="connsiteY157" fmla="*/ 1994290 h 2237474"/>
              <a:gd name="connsiteX158" fmla="*/ 2295469 w 12192000"/>
              <a:gd name="connsiteY158" fmla="*/ 1996659 h 2237474"/>
              <a:gd name="connsiteX159" fmla="*/ 2287219 w 12192000"/>
              <a:gd name="connsiteY159" fmla="*/ 1998750 h 2237474"/>
              <a:gd name="connsiteX160" fmla="*/ 2286948 w 12192000"/>
              <a:gd name="connsiteY160" fmla="*/ 1998596 h 2237474"/>
              <a:gd name="connsiteX161" fmla="*/ 2243069 w 12192000"/>
              <a:gd name="connsiteY161" fmla="*/ 2015111 h 2237474"/>
              <a:gd name="connsiteX162" fmla="*/ 2186609 w 12192000"/>
              <a:gd name="connsiteY162" fmla="*/ 2008263 h 2237474"/>
              <a:gd name="connsiteX163" fmla="*/ 2164831 w 12192000"/>
              <a:gd name="connsiteY163" fmla="*/ 2010143 h 2237474"/>
              <a:gd name="connsiteX164" fmla="*/ 2152836 w 12192000"/>
              <a:gd name="connsiteY164" fmla="*/ 2010048 h 2237474"/>
              <a:gd name="connsiteX165" fmla="*/ 2117102 w 12192000"/>
              <a:gd name="connsiteY165" fmla="*/ 2023004 h 2237474"/>
              <a:gd name="connsiteX166" fmla="*/ 2111935 w 12192000"/>
              <a:gd name="connsiteY166" fmla="*/ 2023163 h 2237474"/>
              <a:gd name="connsiteX167" fmla="*/ 2089991 w 12192000"/>
              <a:gd name="connsiteY167" fmla="*/ 2034193 h 2237474"/>
              <a:gd name="connsiteX168" fmla="*/ 2058061 w 12192000"/>
              <a:gd name="connsiteY168" fmla="*/ 2047942 h 2237474"/>
              <a:gd name="connsiteX169" fmla="*/ 2055737 w 12192000"/>
              <a:gd name="connsiteY169" fmla="*/ 2047704 h 2237474"/>
              <a:gd name="connsiteX170" fmla="*/ 2042244 w 12192000"/>
              <a:gd name="connsiteY170" fmla="*/ 2055560 h 2237474"/>
              <a:gd name="connsiteX171" fmla="*/ 1976224 w 12192000"/>
              <a:gd name="connsiteY171" fmla="*/ 2074257 h 2237474"/>
              <a:gd name="connsiteX172" fmla="*/ 1877728 w 12192000"/>
              <a:gd name="connsiteY172" fmla="*/ 2101004 h 2237474"/>
              <a:gd name="connsiteX173" fmla="*/ 1759056 w 12192000"/>
              <a:gd name="connsiteY173" fmla="*/ 2125608 h 2237474"/>
              <a:gd name="connsiteX174" fmla="*/ 1637948 w 12192000"/>
              <a:gd name="connsiteY174" fmla="*/ 2172597 h 2237474"/>
              <a:gd name="connsiteX175" fmla="*/ 1434549 w 12192000"/>
              <a:gd name="connsiteY175" fmla="*/ 2234522 h 2237474"/>
              <a:gd name="connsiteX176" fmla="*/ 1398481 w 12192000"/>
              <a:gd name="connsiteY176" fmla="*/ 2237074 h 2237474"/>
              <a:gd name="connsiteX177" fmla="*/ 1398407 w 12192000"/>
              <a:gd name="connsiteY177" fmla="*/ 2237095 h 2237474"/>
              <a:gd name="connsiteX178" fmla="*/ 1370962 w 12192000"/>
              <a:gd name="connsiteY178" fmla="*/ 2237474 h 2237474"/>
              <a:gd name="connsiteX179" fmla="*/ 1356367 w 12192000"/>
              <a:gd name="connsiteY179" fmla="*/ 2235089 h 2237474"/>
              <a:gd name="connsiteX180" fmla="*/ 1324828 w 12192000"/>
              <a:gd name="connsiteY180" fmla="*/ 2231968 h 2237474"/>
              <a:gd name="connsiteX181" fmla="*/ 1297744 w 12192000"/>
              <a:gd name="connsiteY181" fmla="*/ 2235849 h 2237474"/>
              <a:gd name="connsiteX182" fmla="*/ 1286236 w 12192000"/>
              <a:gd name="connsiteY182" fmla="*/ 2233135 h 2237474"/>
              <a:gd name="connsiteX183" fmla="*/ 1283504 w 12192000"/>
              <a:gd name="connsiteY183" fmla="*/ 2233797 h 2237474"/>
              <a:gd name="connsiteX184" fmla="*/ 1279765 w 12192000"/>
              <a:gd name="connsiteY184" fmla="*/ 2229639 h 2237474"/>
              <a:gd name="connsiteX185" fmla="*/ 1195347 w 12192000"/>
              <a:gd name="connsiteY185" fmla="*/ 2212354 h 2237474"/>
              <a:gd name="connsiteX186" fmla="*/ 970251 w 12192000"/>
              <a:gd name="connsiteY186" fmla="*/ 2221029 h 2237474"/>
              <a:gd name="connsiteX187" fmla="*/ 812914 w 12192000"/>
              <a:gd name="connsiteY187" fmla="*/ 2202752 h 2237474"/>
              <a:gd name="connsiteX188" fmla="*/ 800195 w 12192000"/>
              <a:gd name="connsiteY188" fmla="*/ 2209407 h 2237474"/>
              <a:gd name="connsiteX189" fmla="*/ 784978 w 12192000"/>
              <a:gd name="connsiteY189" fmla="*/ 2212360 h 2237474"/>
              <a:gd name="connsiteX190" fmla="*/ 681987 w 12192000"/>
              <a:gd name="connsiteY190" fmla="*/ 2216757 h 2237474"/>
              <a:gd name="connsiteX191" fmla="*/ 669923 w 12192000"/>
              <a:gd name="connsiteY191" fmla="*/ 2211682 h 2237474"/>
              <a:gd name="connsiteX192" fmla="*/ 648680 w 12192000"/>
              <a:gd name="connsiteY192" fmla="*/ 2206229 h 2237474"/>
              <a:gd name="connsiteX193" fmla="*/ 597225 w 12192000"/>
              <a:gd name="connsiteY193" fmla="*/ 2180999 h 2237474"/>
              <a:gd name="connsiteX194" fmla="*/ 558449 w 12192000"/>
              <a:gd name="connsiteY194" fmla="*/ 2182346 h 2237474"/>
              <a:gd name="connsiteX195" fmla="*/ 550517 w 12192000"/>
              <a:gd name="connsiteY195" fmla="*/ 2182060 h 2237474"/>
              <a:gd name="connsiteX196" fmla="*/ 550309 w 12192000"/>
              <a:gd name="connsiteY196" fmla="*/ 2181825 h 2237474"/>
              <a:gd name="connsiteX197" fmla="*/ 541836 w 12192000"/>
              <a:gd name="connsiteY197" fmla="*/ 2181063 h 2237474"/>
              <a:gd name="connsiteX198" fmla="*/ 536057 w 12192000"/>
              <a:gd name="connsiteY198" fmla="*/ 2181537 h 2237474"/>
              <a:gd name="connsiteX199" fmla="*/ 520671 w 12192000"/>
              <a:gd name="connsiteY199" fmla="*/ 2180980 h 2237474"/>
              <a:gd name="connsiteX200" fmla="*/ 515024 w 12192000"/>
              <a:gd name="connsiteY200" fmla="*/ 2179258 h 2237474"/>
              <a:gd name="connsiteX201" fmla="*/ 512278 w 12192000"/>
              <a:gd name="connsiteY201" fmla="*/ 2176369 h 2237474"/>
              <a:gd name="connsiteX202" fmla="*/ 480419 w 12192000"/>
              <a:gd name="connsiteY202" fmla="*/ 2167807 h 2237474"/>
              <a:gd name="connsiteX203" fmla="*/ 413835 w 12192000"/>
              <a:gd name="connsiteY203" fmla="*/ 2156783 h 2237474"/>
              <a:gd name="connsiteX204" fmla="*/ 376513 w 12192000"/>
              <a:gd name="connsiteY204" fmla="*/ 2154014 h 2237474"/>
              <a:gd name="connsiteX205" fmla="*/ 273386 w 12192000"/>
              <a:gd name="connsiteY205" fmla="*/ 2142551 h 2237474"/>
              <a:gd name="connsiteX206" fmla="*/ 169207 w 12192000"/>
              <a:gd name="connsiteY206" fmla="*/ 2128100 h 2237474"/>
              <a:gd name="connsiteX207" fmla="*/ 93149 w 12192000"/>
              <a:gd name="connsiteY207" fmla="*/ 2105324 h 2237474"/>
              <a:gd name="connsiteX208" fmla="*/ 88109 w 12192000"/>
              <a:gd name="connsiteY208" fmla="*/ 2106704 h 2237474"/>
              <a:gd name="connsiteX209" fmla="*/ 80022 w 12192000"/>
              <a:gd name="connsiteY209" fmla="*/ 2107254 h 2237474"/>
              <a:gd name="connsiteX210" fmla="*/ 79717 w 12192000"/>
              <a:gd name="connsiteY210" fmla="*/ 2107046 h 2237474"/>
              <a:gd name="connsiteX211" fmla="*/ 72352 w 12192000"/>
              <a:gd name="connsiteY211" fmla="*/ 2107991 h 2237474"/>
              <a:gd name="connsiteX212" fmla="*/ 37645 w 12192000"/>
              <a:gd name="connsiteY212" fmla="*/ 2115401 h 2237474"/>
              <a:gd name="connsiteX213" fmla="*/ 4572 w 12192000"/>
              <a:gd name="connsiteY213" fmla="*/ 2111091 h 2237474"/>
              <a:gd name="connsiteX214" fmla="*/ 0 w 12192000"/>
              <a:gd name="connsiteY214" fmla="*/ 2110468 h 2237474"/>
              <a:gd name="connsiteX215" fmla="*/ 0 w 12192000"/>
              <a:gd name="connsiteY21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798048 w 12192000"/>
              <a:gd name="connsiteY23" fmla="*/ 863207 h 2237474"/>
              <a:gd name="connsiteX24" fmla="*/ 9761459 w 12192000"/>
              <a:gd name="connsiteY24" fmla="*/ 862394 h 2237474"/>
              <a:gd name="connsiteX25" fmla="*/ 9705768 w 12192000"/>
              <a:gd name="connsiteY25" fmla="*/ 894610 h 2237474"/>
              <a:gd name="connsiteX26" fmla="*/ 9683005 w 12192000"/>
              <a:gd name="connsiteY26" fmla="*/ 894128 h 2237474"/>
              <a:gd name="connsiteX27" fmla="*/ 9594438 w 12192000"/>
              <a:gd name="connsiteY27" fmla="*/ 919051 h 2237474"/>
              <a:gd name="connsiteX28" fmla="*/ 9577033 w 12192000"/>
              <a:gd name="connsiteY28" fmla="*/ 922857 h 2237474"/>
              <a:gd name="connsiteX29" fmla="*/ 9544189 w 12192000"/>
              <a:gd name="connsiteY29" fmla="*/ 938966 h 2237474"/>
              <a:gd name="connsiteX30" fmla="*/ 9500499 w 12192000"/>
              <a:gd name="connsiteY30" fmla="*/ 954680 h 2237474"/>
              <a:gd name="connsiteX31" fmla="*/ 9428195 w 12192000"/>
              <a:gd name="connsiteY31" fmla="*/ 986225 h 2237474"/>
              <a:gd name="connsiteX32" fmla="*/ 9410017 w 12192000"/>
              <a:gd name="connsiteY32" fmla="*/ 993931 h 2237474"/>
              <a:gd name="connsiteX33" fmla="*/ 9392919 w 12192000"/>
              <a:gd name="connsiteY33" fmla="*/ 994656 h 2237474"/>
              <a:gd name="connsiteX34" fmla="*/ 9278619 w 12192000"/>
              <a:gd name="connsiteY34" fmla="*/ 1011878 h 2237474"/>
              <a:gd name="connsiteX35" fmla="*/ 9268019 w 12192000"/>
              <a:gd name="connsiteY35" fmla="*/ 1007442 h 2237474"/>
              <a:gd name="connsiteX36" fmla="*/ 9234662 w 12192000"/>
              <a:gd name="connsiteY36" fmla="*/ 1023056 h 2237474"/>
              <a:gd name="connsiteX37" fmla="*/ 9181033 w 12192000"/>
              <a:gd name="connsiteY37" fmla="*/ 1037921 h 2237474"/>
              <a:gd name="connsiteX38" fmla="*/ 9155969 w 12192000"/>
              <a:gd name="connsiteY38" fmla="*/ 1046804 h 2237474"/>
              <a:gd name="connsiteX39" fmla="*/ 9133985 w 12192000"/>
              <a:gd name="connsiteY39" fmla="*/ 1046450 h 2237474"/>
              <a:gd name="connsiteX40" fmla="*/ 9012987 w 12192000"/>
              <a:gd name="connsiteY40" fmla="*/ 1061986 h 2237474"/>
              <a:gd name="connsiteX41" fmla="*/ 8968445 w 12192000"/>
              <a:gd name="connsiteY41" fmla="*/ 1052169 h 2237474"/>
              <a:gd name="connsiteX42" fmla="*/ 8958984 w 12192000"/>
              <a:gd name="connsiteY42" fmla="*/ 1057212 h 2237474"/>
              <a:gd name="connsiteX43" fmla="*/ 8886001 w 12192000"/>
              <a:gd name="connsiteY43" fmla="*/ 1067468 h 2237474"/>
              <a:gd name="connsiteX44" fmla="*/ 8838610 w 12192000"/>
              <a:gd name="connsiteY44" fmla="*/ 1075091 h 2237474"/>
              <a:gd name="connsiteX45" fmla="*/ 8750383 w 12192000"/>
              <a:gd name="connsiteY45" fmla="*/ 1097387 h 2237474"/>
              <a:gd name="connsiteX46" fmla="*/ 8697365 w 12192000"/>
              <a:gd name="connsiteY46" fmla="*/ 1105869 h 2237474"/>
              <a:gd name="connsiteX47" fmla="*/ 8665605 w 12192000"/>
              <a:gd name="connsiteY47" fmla="*/ 1110791 h 2237474"/>
              <a:gd name="connsiteX48" fmla="*/ 8584946 w 12192000"/>
              <a:gd name="connsiteY48" fmla="*/ 1135226 h 2237474"/>
              <a:gd name="connsiteX49" fmla="*/ 8460755 w 12192000"/>
              <a:gd name="connsiteY49" fmla="*/ 1203427 h 2237474"/>
              <a:gd name="connsiteX50" fmla="*/ 8419755 w 12192000"/>
              <a:gd name="connsiteY50" fmla="*/ 1216260 h 2237474"/>
              <a:gd name="connsiteX51" fmla="*/ 8411626 w 12192000"/>
              <a:gd name="connsiteY51" fmla="*/ 1214397 h 2237474"/>
              <a:gd name="connsiteX52" fmla="*/ 8363469 w 12192000"/>
              <a:gd name="connsiteY52" fmla="*/ 1246658 h 2237474"/>
              <a:gd name="connsiteX53" fmla="*/ 8275497 w 12192000"/>
              <a:gd name="connsiteY53" fmla="*/ 1264396 h 2237474"/>
              <a:gd name="connsiteX54" fmla="*/ 8206287 w 12192000"/>
              <a:gd name="connsiteY54" fmla="*/ 1273060 h 2237474"/>
              <a:gd name="connsiteX55" fmla="*/ 8168705 w 12192000"/>
              <a:gd name="connsiteY55" fmla="*/ 1279956 h 2237474"/>
              <a:gd name="connsiteX56" fmla="*/ 8139997 w 12192000"/>
              <a:gd name="connsiteY56" fmla="*/ 1282713 h 2237474"/>
              <a:gd name="connsiteX57" fmla="*/ 8074238 w 12192000"/>
              <a:gd name="connsiteY57" fmla="*/ 1301895 h 2237474"/>
              <a:gd name="connsiteX58" fmla="*/ 7968292 w 12192000"/>
              <a:gd name="connsiteY58" fmla="*/ 1338779 h 2237474"/>
              <a:gd name="connsiteX59" fmla="*/ 7945122 w 12192000"/>
              <a:gd name="connsiteY59" fmla="*/ 1345477 h 2237474"/>
              <a:gd name="connsiteX60" fmla="*/ 7902328 w 12192000"/>
              <a:gd name="connsiteY60" fmla="*/ 1345865 h 2237474"/>
              <a:gd name="connsiteX61" fmla="*/ 7875879 w 12192000"/>
              <a:gd name="connsiteY61" fmla="*/ 1345646 h 2237474"/>
              <a:gd name="connsiteX62" fmla="*/ 7840612 w 12192000"/>
              <a:gd name="connsiteY62" fmla="*/ 1369373 h 2237474"/>
              <a:gd name="connsiteX63" fmla="*/ 7786819 w 12192000"/>
              <a:gd name="connsiteY63" fmla="*/ 1378970 h 2237474"/>
              <a:gd name="connsiteX64" fmla="*/ 7548172 w 12192000"/>
              <a:gd name="connsiteY64" fmla="*/ 1417460 h 2237474"/>
              <a:gd name="connsiteX65" fmla="*/ 7483437 w 12192000"/>
              <a:gd name="connsiteY65" fmla="*/ 1478152 h 2237474"/>
              <a:gd name="connsiteX66" fmla="*/ 7377870 w 12192000"/>
              <a:gd name="connsiteY66" fmla="*/ 1523319 h 2237474"/>
              <a:gd name="connsiteX67" fmla="*/ 7230737 w 12192000"/>
              <a:gd name="connsiteY67" fmla="*/ 1562633 h 2237474"/>
              <a:gd name="connsiteX68" fmla="*/ 7224458 w 12192000"/>
              <a:gd name="connsiteY68" fmla="*/ 1573008 h 2237474"/>
              <a:gd name="connsiteX69" fmla="*/ 7213486 w 12192000"/>
              <a:gd name="connsiteY69" fmla="*/ 1580987 h 2237474"/>
              <a:gd name="connsiteX70" fmla="*/ 7183121 w 12192000"/>
              <a:gd name="connsiteY70" fmla="*/ 1595162 h 2237474"/>
              <a:gd name="connsiteX71" fmla="*/ 7164601 w 12192000"/>
              <a:gd name="connsiteY71" fmla="*/ 1606490 h 2237474"/>
              <a:gd name="connsiteX72" fmla="*/ 7114651 w 12192000"/>
              <a:gd name="connsiteY72" fmla="*/ 1620959 h 2237474"/>
              <a:gd name="connsiteX73" fmla="*/ 7092727 w 12192000"/>
              <a:gd name="connsiteY73" fmla="*/ 1623628 h 2237474"/>
              <a:gd name="connsiteX74" fmla="*/ 7031309 w 12192000"/>
              <a:gd name="connsiteY74" fmla="*/ 1619451 h 2237474"/>
              <a:gd name="connsiteX75" fmla="*/ 6999084 w 12192000"/>
              <a:gd name="connsiteY75" fmla="*/ 1634317 h 2237474"/>
              <a:gd name="connsiteX76" fmla="*/ 6992107 w 12192000"/>
              <a:gd name="connsiteY76" fmla="*/ 1636860 h 2237474"/>
              <a:gd name="connsiteX77" fmla="*/ 6991765 w 12192000"/>
              <a:gd name="connsiteY77" fmla="*/ 1636725 h 2237474"/>
              <a:gd name="connsiteX78" fmla="*/ 6900177 w 12192000"/>
              <a:gd name="connsiteY78" fmla="*/ 1636016 h 2237474"/>
              <a:gd name="connsiteX79" fmla="*/ 6795372 w 12192000"/>
              <a:gd name="connsiteY79" fmla="*/ 1644845 h 2237474"/>
              <a:gd name="connsiteX80" fmla="*/ 6692251 w 12192000"/>
              <a:gd name="connsiteY80" fmla="*/ 1656357 h 2237474"/>
              <a:gd name="connsiteX81" fmla="*/ 6655235 w 12192000"/>
              <a:gd name="connsiteY81" fmla="*/ 1661869 h 2237474"/>
              <a:gd name="connsiteX82" fmla="*/ 6587857 w 12192000"/>
              <a:gd name="connsiteY82" fmla="*/ 1665769 h 2237474"/>
              <a:gd name="connsiteX83" fmla="*/ 6554894 w 12192000"/>
              <a:gd name="connsiteY83" fmla="*/ 1664428 h 2237474"/>
              <a:gd name="connsiteX84" fmla="*/ 6516595 w 12192000"/>
              <a:gd name="connsiteY84" fmla="*/ 1667475 h 2237474"/>
              <a:gd name="connsiteX85" fmla="*/ 6508541 w 12192000"/>
              <a:gd name="connsiteY85" fmla="*/ 1668757 h 2237474"/>
              <a:gd name="connsiteX86" fmla="*/ 6471012 w 12192000"/>
              <a:gd name="connsiteY86" fmla="*/ 1678604 h 2237474"/>
              <a:gd name="connsiteX87" fmla="*/ 6415265 w 12192000"/>
              <a:gd name="connsiteY87" fmla="*/ 1665317 h 2237474"/>
              <a:gd name="connsiteX88" fmla="*/ 6364035 w 12192000"/>
              <a:gd name="connsiteY88" fmla="*/ 1667683 h 2237474"/>
              <a:gd name="connsiteX89" fmla="*/ 6280959 w 12192000"/>
              <a:gd name="connsiteY89" fmla="*/ 1689329 h 2237474"/>
              <a:gd name="connsiteX90" fmla="*/ 6243319 w 12192000"/>
              <a:gd name="connsiteY90" fmla="*/ 1695560 h 2237474"/>
              <a:gd name="connsiteX91" fmla="*/ 6098321 w 12192000"/>
              <a:gd name="connsiteY91" fmla="*/ 1721646 h 2237474"/>
              <a:gd name="connsiteX92" fmla="*/ 5880652 w 12192000"/>
              <a:gd name="connsiteY92" fmla="*/ 1779643 h 2237474"/>
              <a:gd name="connsiteX93" fmla="*/ 5785959 w 12192000"/>
              <a:gd name="connsiteY93" fmla="*/ 1775307 h 2237474"/>
              <a:gd name="connsiteX94" fmla="*/ 5643534 w 12192000"/>
              <a:gd name="connsiteY94" fmla="*/ 1802919 h 2237474"/>
              <a:gd name="connsiteX95" fmla="*/ 5518799 w 12192000"/>
              <a:gd name="connsiteY95" fmla="*/ 1818312 h 2237474"/>
              <a:gd name="connsiteX96" fmla="*/ 5505014 w 12192000"/>
              <a:gd name="connsiteY96" fmla="*/ 1819259 h 2237474"/>
              <a:gd name="connsiteX97" fmla="*/ 5453307 w 12192000"/>
              <a:gd name="connsiteY97" fmla="*/ 1815450 h 2237474"/>
              <a:gd name="connsiteX98" fmla="*/ 5364192 w 12192000"/>
              <a:gd name="connsiteY98" fmla="*/ 1826074 h 2237474"/>
              <a:gd name="connsiteX99" fmla="*/ 5350380 w 12192000"/>
              <a:gd name="connsiteY99" fmla="*/ 1830891 h 2237474"/>
              <a:gd name="connsiteX100" fmla="*/ 5259633 w 12192000"/>
              <a:gd name="connsiteY100" fmla="*/ 1837160 h 2237474"/>
              <a:gd name="connsiteX101" fmla="*/ 5197513 w 12192000"/>
              <a:gd name="connsiteY101" fmla="*/ 1844718 h 2237474"/>
              <a:gd name="connsiteX102" fmla="*/ 5168852 w 12192000"/>
              <a:gd name="connsiteY102" fmla="*/ 1844846 h 2237474"/>
              <a:gd name="connsiteX103" fmla="*/ 5114927 w 12192000"/>
              <a:gd name="connsiteY103" fmla="*/ 1847827 h 2237474"/>
              <a:gd name="connsiteX104" fmla="*/ 5108970 w 12192000"/>
              <a:gd name="connsiteY104" fmla="*/ 1847935 h 2237474"/>
              <a:gd name="connsiteX105" fmla="*/ 5067961 w 12192000"/>
              <a:gd name="connsiteY105" fmla="*/ 1845917 h 2237474"/>
              <a:gd name="connsiteX106" fmla="*/ 5007075 w 12192000"/>
              <a:gd name="connsiteY106" fmla="*/ 1838626 h 2237474"/>
              <a:gd name="connsiteX107" fmla="*/ 4944087 w 12192000"/>
              <a:gd name="connsiteY107" fmla="*/ 1823332 h 2237474"/>
              <a:gd name="connsiteX108" fmla="*/ 4907662 w 12192000"/>
              <a:gd name="connsiteY108" fmla="*/ 1816900 h 2237474"/>
              <a:gd name="connsiteX109" fmla="*/ 4882386 w 12192000"/>
              <a:gd name="connsiteY109" fmla="*/ 1809844 h 2237474"/>
              <a:gd name="connsiteX110" fmla="*/ 4811440 w 12192000"/>
              <a:gd name="connsiteY110" fmla="*/ 1804655 h 2237474"/>
              <a:gd name="connsiteX111" fmla="*/ 4691075 w 12192000"/>
              <a:gd name="connsiteY111" fmla="*/ 1801389 h 2237474"/>
              <a:gd name="connsiteX112" fmla="*/ 4611738 w 12192000"/>
              <a:gd name="connsiteY112" fmla="*/ 1776964 h 2237474"/>
              <a:gd name="connsiteX113" fmla="*/ 4560070 w 12192000"/>
              <a:gd name="connsiteY113" fmla="*/ 1785640 h 2237474"/>
              <a:gd name="connsiteX114" fmla="*/ 4536503 w 12192000"/>
              <a:gd name="connsiteY114" fmla="*/ 1785334 h 2237474"/>
              <a:gd name="connsiteX115" fmla="*/ 4513724 w 12192000"/>
              <a:gd name="connsiteY115" fmla="*/ 1791996 h 2237474"/>
              <a:gd name="connsiteX116" fmla="*/ 4459810 w 12192000"/>
              <a:gd name="connsiteY116" fmla="*/ 1797886 h 2237474"/>
              <a:gd name="connsiteX117" fmla="*/ 4379064 w 12192000"/>
              <a:gd name="connsiteY117" fmla="*/ 1817177 h 2237474"/>
              <a:gd name="connsiteX118" fmla="*/ 4319209 w 12192000"/>
              <a:gd name="connsiteY118" fmla="*/ 1834833 h 2237474"/>
              <a:gd name="connsiteX119" fmla="*/ 4290981 w 12192000"/>
              <a:gd name="connsiteY119" fmla="*/ 1839677 h 2237474"/>
              <a:gd name="connsiteX120" fmla="*/ 4285792 w 12192000"/>
              <a:gd name="connsiteY120" fmla="*/ 1836231 h 2237474"/>
              <a:gd name="connsiteX121" fmla="*/ 4238372 w 12192000"/>
              <a:gd name="connsiteY121" fmla="*/ 1851480 h 2237474"/>
              <a:gd name="connsiteX122" fmla="*/ 4232517 w 12192000"/>
              <a:gd name="connsiteY122" fmla="*/ 1852567 h 2237474"/>
              <a:gd name="connsiteX123" fmla="*/ 4191732 w 12192000"/>
              <a:gd name="connsiteY123" fmla="*/ 1857328 h 2237474"/>
              <a:gd name="connsiteX124" fmla="*/ 4065532 w 12192000"/>
              <a:gd name="connsiteY124" fmla="*/ 1855477 h 2237474"/>
              <a:gd name="connsiteX125" fmla="*/ 4028460 w 12192000"/>
              <a:gd name="connsiteY125" fmla="*/ 1855137 h 2237474"/>
              <a:gd name="connsiteX126" fmla="*/ 4002267 w 12192000"/>
              <a:gd name="connsiteY126" fmla="*/ 1852352 h 2237474"/>
              <a:gd name="connsiteX127" fmla="*/ 3931396 w 12192000"/>
              <a:gd name="connsiteY127" fmla="*/ 1858915 h 2237474"/>
              <a:gd name="connsiteX128" fmla="*/ 3812162 w 12192000"/>
              <a:gd name="connsiteY128" fmla="*/ 1875501 h 2237474"/>
              <a:gd name="connsiteX129" fmla="*/ 3729530 w 12192000"/>
              <a:gd name="connsiteY129" fmla="*/ 1864513 h 2237474"/>
              <a:gd name="connsiteX130" fmla="*/ 3680177 w 12192000"/>
              <a:gd name="connsiteY130" fmla="*/ 1881552 h 2237474"/>
              <a:gd name="connsiteX131" fmla="*/ 3567259 w 12192000"/>
              <a:gd name="connsiteY131" fmla="*/ 1893482 h 2237474"/>
              <a:gd name="connsiteX132" fmla="*/ 3405770 w 12192000"/>
              <a:gd name="connsiteY132" fmla="*/ 1904591 h 2237474"/>
              <a:gd name="connsiteX133" fmla="*/ 3280097 w 12192000"/>
              <a:gd name="connsiteY133" fmla="*/ 1919610 h 2237474"/>
              <a:gd name="connsiteX134" fmla="*/ 3123424 w 12192000"/>
              <a:gd name="connsiteY134" fmla="*/ 1952930 h 2237474"/>
              <a:gd name="connsiteX135" fmla="*/ 3009910 w 12192000"/>
              <a:gd name="connsiteY135" fmla="*/ 1957866 h 2237474"/>
              <a:gd name="connsiteX136" fmla="*/ 2995934 w 12192000"/>
              <a:gd name="connsiteY136" fmla="*/ 1967085 h 2237474"/>
              <a:gd name="connsiteX137" fmla="*/ 2980071 w 12192000"/>
              <a:gd name="connsiteY137" fmla="*/ 1972988 h 2237474"/>
              <a:gd name="connsiteX138" fmla="*/ 2978094 w 12192000"/>
              <a:gd name="connsiteY138" fmla="*/ 1972369 h 2237474"/>
              <a:gd name="connsiteX139" fmla="*/ 2942858 w 12192000"/>
              <a:gd name="connsiteY139" fmla="*/ 1981367 h 2237474"/>
              <a:gd name="connsiteX140" fmla="*/ 2875436 w 12192000"/>
              <a:gd name="connsiteY140" fmla="*/ 1996977 h 2237474"/>
              <a:gd name="connsiteX141" fmla="*/ 2874892 w 12192000"/>
              <a:gd name="connsiteY141" fmla="*/ 1996085 h 2237474"/>
              <a:gd name="connsiteX142" fmla="*/ 2864145 w 12192000"/>
              <a:gd name="connsiteY142" fmla="*/ 1994061 h 2237474"/>
              <a:gd name="connsiteX143" fmla="*/ 2843662 w 12192000"/>
              <a:gd name="connsiteY143" fmla="*/ 1992498 h 2237474"/>
              <a:gd name="connsiteX144" fmla="*/ 2796128 w 12192000"/>
              <a:gd name="connsiteY144" fmla="*/ 1976403 h 2237474"/>
              <a:gd name="connsiteX145" fmla="*/ 2756784 w 12192000"/>
              <a:gd name="connsiteY145" fmla="*/ 1985116 h 2237474"/>
              <a:gd name="connsiteX146" fmla="*/ 2748833 w 12192000"/>
              <a:gd name="connsiteY146" fmla="*/ 1986323 h 2237474"/>
              <a:gd name="connsiteX147" fmla="*/ 2748661 w 12192000"/>
              <a:gd name="connsiteY147" fmla="*/ 1986122 h 2237474"/>
              <a:gd name="connsiteX148" fmla="*/ 2740251 w 12192000"/>
              <a:gd name="connsiteY148" fmla="*/ 1986946 h 2237474"/>
              <a:gd name="connsiteX149" fmla="*/ 2718916 w 12192000"/>
              <a:gd name="connsiteY149" fmla="*/ 1990867 h 2237474"/>
              <a:gd name="connsiteX150" fmla="*/ 2713522 w 12192000"/>
              <a:gd name="connsiteY150" fmla="*/ 1990173 h 2237474"/>
              <a:gd name="connsiteX151" fmla="*/ 2680597 w 12192000"/>
              <a:gd name="connsiteY151" fmla="*/ 1984996 h 2237474"/>
              <a:gd name="connsiteX152" fmla="*/ 2578178 w 12192000"/>
              <a:gd name="connsiteY152" fmla="*/ 1990531 h 2237474"/>
              <a:gd name="connsiteX153" fmla="*/ 2476147 w 12192000"/>
              <a:gd name="connsiteY153" fmla="*/ 1998305 h 2237474"/>
              <a:gd name="connsiteX154" fmla="*/ 2373568 w 12192000"/>
              <a:gd name="connsiteY154" fmla="*/ 2003219 h 2237474"/>
              <a:gd name="connsiteX155" fmla="*/ 2321399 w 12192000"/>
              <a:gd name="connsiteY155" fmla="*/ 1989467 h 2237474"/>
              <a:gd name="connsiteX156" fmla="*/ 2315525 w 12192000"/>
              <a:gd name="connsiteY156" fmla="*/ 1989708 h 2237474"/>
              <a:gd name="connsiteX157" fmla="*/ 2300792 w 12192000"/>
              <a:gd name="connsiteY157" fmla="*/ 1994290 h 2237474"/>
              <a:gd name="connsiteX158" fmla="*/ 2295469 w 12192000"/>
              <a:gd name="connsiteY158" fmla="*/ 1996659 h 2237474"/>
              <a:gd name="connsiteX159" fmla="*/ 2287219 w 12192000"/>
              <a:gd name="connsiteY159" fmla="*/ 1998750 h 2237474"/>
              <a:gd name="connsiteX160" fmla="*/ 2286948 w 12192000"/>
              <a:gd name="connsiteY160" fmla="*/ 1998596 h 2237474"/>
              <a:gd name="connsiteX161" fmla="*/ 2243069 w 12192000"/>
              <a:gd name="connsiteY161" fmla="*/ 2015111 h 2237474"/>
              <a:gd name="connsiteX162" fmla="*/ 2186609 w 12192000"/>
              <a:gd name="connsiteY162" fmla="*/ 2008263 h 2237474"/>
              <a:gd name="connsiteX163" fmla="*/ 2164831 w 12192000"/>
              <a:gd name="connsiteY163" fmla="*/ 2010143 h 2237474"/>
              <a:gd name="connsiteX164" fmla="*/ 2152836 w 12192000"/>
              <a:gd name="connsiteY164" fmla="*/ 2010048 h 2237474"/>
              <a:gd name="connsiteX165" fmla="*/ 2117102 w 12192000"/>
              <a:gd name="connsiteY165" fmla="*/ 2023004 h 2237474"/>
              <a:gd name="connsiteX166" fmla="*/ 2111935 w 12192000"/>
              <a:gd name="connsiteY166" fmla="*/ 2023163 h 2237474"/>
              <a:gd name="connsiteX167" fmla="*/ 2089991 w 12192000"/>
              <a:gd name="connsiteY167" fmla="*/ 2034193 h 2237474"/>
              <a:gd name="connsiteX168" fmla="*/ 2058061 w 12192000"/>
              <a:gd name="connsiteY168" fmla="*/ 2047942 h 2237474"/>
              <a:gd name="connsiteX169" fmla="*/ 2055737 w 12192000"/>
              <a:gd name="connsiteY169" fmla="*/ 2047704 h 2237474"/>
              <a:gd name="connsiteX170" fmla="*/ 2042244 w 12192000"/>
              <a:gd name="connsiteY170" fmla="*/ 2055560 h 2237474"/>
              <a:gd name="connsiteX171" fmla="*/ 1976224 w 12192000"/>
              <a:gd name="connsiteY171" fmla="*/ 2074257 h 2237474"/>
              <a:gd name="connsiteX172" fmla="*/ 1877728 w 12192000"/>
              <a:gd name="connsiteY172" fmla="*/ 2101004 h 2237474"/>
              <a:gd name="connsiteX173" fmla="*/ 1759056 w 12192000"/>
              <a:gd name="connsiteY173" fmla="*/ 2125608 h 2237474"/>
              <a:gd name="connsiteX174" fmla="*/ 1637948 w 12192000"/>
              <a:gd name="connsiteY174" fmla="*/ 2172597 h 2237474"/>
              <a:gd name="connsiteX175" fmla="*/ 1434549 w 12192000"/>
              <a:gd name="connsiteY175" fmla="*/ 2234522 h 2237474"/>
              <a:gd name="connsiteX176" fmla="*/ 1398481 w 12192000"/>
              <a:gd name="connsiteY176" fmla="*/ 2237074 h 2237474"/>
              <a:gd name="connsiteX177" fmla="*/ 1398407 w 12192000"/>
              <a:gd name="connsiteY177" fmla="*/ 2237095 h 2237474"/>
              <a:gd name="connsiteX178" fmla="*/ 1370962 w 12192000"/>
              <a:gd name="connsiteY178" fmla="*/ 2237474 h 2237474"/>
              <a:gd name="connsiteX179" fmla="*/ 1356367 w 12192000"/>
              <a:gd name="connsiteY179" fmla="*/ 2235089 h 2237474"/>
              <a:gd name="connsiteX180" fmla="*/ 1324828 w 12192000"/>
              <a:gd name="connsiteY180" fmla="*/ 2231968 h 2237474"/>
              <a:gd name="connsiteX181" fmla="*/ 1297744 w 12192000"/>
              <a:gd name="connsiteY181" fmla="*/ 2235849 h 2237474"/>
              <a:gd name="connsiteX182" fmla="*/ 1286236 w 12192000"/>
              <a:gd name="connsiteY182" fmla="*/ 2233135 h 2237474"/>
              <a:gd name="connsiteX183" fmla="*/ 1283504 w 12192000"/>
              <a:gd name="connsiteY183" fmla="*/ 2233797 h 2237474"/>
              <a:gd name="connsiteX184" fmla="*/ 1279765 w 12192000"/>
              <a:gd name="connsiteY184" fmla="*/ 2229639 h 2237474"/>
              <a:gd name="connsiteX185" fmla="*/ 1195347 w 12192000"/>
              <a:gd name="connsiteY185" fmla="*/ 2212354 h 2237474"/>
              <a:gd name="connsiteX186" fmla="*/ 970251 w 12192000"/>
              <a:gd name="connsiteY186" fmla="*/ 2221029 h 2237474"/>
              <a:gd name="connsiteX187" fmla="*/ 812914 w 12192000"/>
              <a:gd name="connsiteY187" fmla="*/ 2202752 h 2237474"/>
              <a:gd name="connsiteX188" fmla="*/ 800195 w 12192000"/>
              <a:gd name="connsiteY188" fmla="*/ 2209407 h 2237474"/>
              <a:gd name="connsiteX189" fmla="*/ 784978 w 12192000"/>
              <a:gd name="connsiteY189" fmla="*/ 2212360 h 2237474"/>
              <a:gd name="connsiteX190" fmla="*/ 681987 w 12192000"/>
              <a:gd name="connsiteY190" fmla="*/ 2216757 h 2237474"/>
              <a:gd name="connsiteX191" fmla="*/ 669923 w 12192000"/>
              <a:gd name="connsiteY191" fmla="*/ 2211682 h 2237474"/>
              <a:gd name="connsiteX192" fmla="*/ 648680 w 12192000"/>
              <a:gd name="connsiteY192" fmla="*/ 2206229 h 2237474"/>
              <a:gd name="connsiteX193" fmla="*/ 597225 w 12192000"/>
              <a:gd name="connsiteY193" fmla="*/ 2180999 h 2237474"/>
              <a:gd name="connsiteX194" fmla="*/ 558449 w 12192000"/>
              <a:gd name="connsiteY194" fmla="*/ 2182346 h 2237474"/>
              <a:gd name="connsiteX195" fmla="*/ 550517 w 12192000"/>
              <a:gd name="connsiteY195" fmla="*/ 2182060 h 2237474"/>
              <a:gd name="connsiteX196" fmla="*/ 550309 w 12192000"/>
              <a:gd name="connsiteY196" fmla="*/ 2181825 h 2237474"/>
              <a:gd name="connsiteX197" fmla="*/ 541836 w 12192000"/>
              <a:gd name="connsiteY197" fmla="*/ 2181063 h 2237474"/>
              <a:gd name="connsiteX198" fmla="*/ 536057 w 12192000"/>
              <a:gd name="connsiteY198" fmla="*/ 2181537 h 2237474"/>
              <a:gd name="connsiteX199" fmla="*/ 520671 w 12192000"/>
              <a:gd name="connsiteY199" fmla="*/ 2180980 h 2237474"/>
              <a:gd name="connsiteX200" fmla="*/ 515024 w 12192000"/>
              <a:gd name="connsiteY200" fmla="*/ 2179258 h 2237474"/>
              <a:gd name="connsiteX201" fmla="*/ 512278 w 12192000"/>
              <a:gd name="connsiteY201" fmla="*/ 2176369 h 2237474"/>
              <a:gd name="connsiteX202" fmla="*/ 480419 w 12192000"/>
              <a:gd name="connsiteY202" fmla="*/ 2167807 h 2237474"/>
              <a:gd name="connsiteX203" fmla="*/ 413835 w 12192000"/>
              <a:gd name="connsiteY203" fmla="*/ 2156783 h 2237474"/>
              <a:gd name="connsiteX204" fmla="*/ 376513 w 12192000"/>
              <a:gd name="connsiteY204" fmla="*/ 2154014 h 2237474"/>
              <a:gd name="connsiteX205" fmla="*/ 273386 w 12192000"/>
              <a:gd name="connsiteY205" fmla="*/ 2142551 h 2237474"/>
              <a:gd name="connsiteX206" fmla="*/ 169207 w 12192000"/>
              <a:gd name="connsiteY206" fmla="*/ 2128100 h 2237474"/>
              <a:gd name="connsiteX207" fmla="*/ 93149 w 12192000"/>
              <a:gd name="connsiteY207" fmla="*/ 2105324 h 2237474"/>
              <a:gd name="connsiteX208" fmla="*/ 88109 w 12192000"/>
              <a:gd name="connsiteY208" fmla="*/ 2106704 h 2237474"/>
              <a:gd name="connsiteX209" fmla="*/ 80022 w 12192000"/>
              <a:gd name="connsiteY209" fmla="*/ 2107254 h 2237474"/>
              <a:gd name="connsiteX210" fmla="*/ 79717 w 12192000"/>
              <a:gd name="connsiteY210" fmla="*/ 2107046 h 2237474"/>
              <a:gd name="connsiteX211" fmla="*/ 72352 w 12192000"/>
              <a:gd name="connsiteY211" fmla="*/ 2107991 h 2237474"/>
              <a:gd name="connsiteX212" fmla="*/ 37645 w 12192000"/>
              <a:gd name="connsiteY212" fmla="*/ 2115401 h 2237474"/>
              <a:gd name="connsiteX213" fmla="*/ 4572 w 12192000"/>
              <a:gd name="connsiteY213" fmla="*/ 2111091 h 2237474"/>
              <a:gd name="connsiteX214" fmla="*/ 0 w 12192000"/>
              <a:gd name="connsiteY214" fmla="*/ 2110468 h 2237474"/>
              <a:gd name="connsiteX215" fmla="*/ 0 w 12192000"/>
              <a:gd name="connsiteY21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798048 w 12192000"/>
              <a:gd name="connsiteY23" fmla="*/ 863207 h 2237474"/>
              <a:gd name="connsiteX24" fmla="*/ 9761459 w 12192000"/>
              <a:gd name="connsiteY24" fmla="*/ 862394 h 2237474"/>
              <a:gd name="connsiteX25" fmla="*/ 9705768 w 12192000"/>
              <a:gd name="connsiteY25" fmla="*/ 894610 h 2237474"/>
              <a:gd name="connsiteX26" fmla="*/ 9683005 w 12192000"/>
              <a:gd name="connsiteY26" fmla="*/ 894128 h 2237474"/>
              <a:gd name="connsiteX27" fmla="*/ 9594438 w 12192000"/>
              <a:gd name="connsiteY27" fmla="*/ 919051 h 2237474"/>
              <a:gd name="connsiteX28" fmla="*/ 9577033 w 12192000"/>
              <a:gd name="connsiteY28" fmla="*/ 922857 h 2237474"/>
              <a:gd name="connsiteX29" fmla="*/ 9544189 w 12192000"/>
              <a:gd name="connsiteY29" fmla="*/ 938966 h 2237474"/>
              <a:gd name="connsiteX30" fmla="*/ 9500499 w 12192000"/>
              <a:gd name="connsiteY30" fmla="*/ 954680 h 2237474"/>
              <a:gd name="connsiteX31" fmla="*/ 9428195 w 12192000"/>
              <a:gd name="connsiteY31" fmla="*/ 986225 h 2237474"/>
              <a:gd name="connsiteX32" fmla="*/ 9410017 w 12192000"/>
              <a:gd name="connsiteY32" fmla="*/ 993931 h 2237474"/>
              <a:gd name="connsiteX33" fmla="*/ 9392919 w 12192000"/>
              <a:gd name="connsiteY33" fmla="*/ 994656 h 2237474"/>
              <a:gd name="connsiteX34" fmla="*/ 9278619 w 12192000"/>
              <a:gd name="connsiteY34" fmla="*/ 1011878 h 2237474"/>
              <a:gd name="connsiteX35" fmla="*/ 9268019 w 12192000"/>
              <a:gd name="connsiteY35" fmla="*/ 1007442 h 2237474"/>
              <a:gd name="connsiteX36" fmla="*/ 9234662 w 12192000"/>
              <a:gd name="connsiteY36" fmla="*/ 1023056 h 2237474"/>
              <a:gd name="connsiteX37" fmla="*/ 9181033 w 12192000"/>
              <a:gd name="connsiteY37" fmla="*/ 1037921 h 2237474"/>
              <a:gd name="connsiteX38" fmla="*/ 9155969 w 12192000"/>
              <a:gd name="connsiteY38" fmla="*/ 1046804 h 2237474"/>
              <a:gd name="connsiteX39" fmla="*/ 9133985 w 12192000"/>
              <a:gd name="connsiteY39" fmla="*/ 1046450 h 2237474"/>
              <a:gd name="connsiteX40" fmla="*/ 9012987 w 12192000"/>
              <a:gd name="connsiteY40" fmla="*/ 1061986 h 2237474"/>
              <a:gd name="connsiteX41" fmla="*/ 8968445 w 12192000"/>
              <a:gd name="connsiteY41" fmla="*/ 1052169 h 2237474"/>
              <a:gd name="connsiteX42" fmla="*/ 8958984 w 12192000"/>
              <a:gd name="connsiteY42" fmla="*/ 1057212 h 2237474"/>
              <a:gd name="connsiteX43" fmla="*/ 8886001 w 12192000"/>
              <a:gd name="connsiteY43" fmla="*/ 1067468 h 2237474"/>
              <a:gd name="connsiteX44" fmla="*/ 8838610 w 12192000"/>
              <a:gd name="connsiteY44" fmla="*/ 1075091 h 2237474"/>
              <a:gd name="connsiteX45" fmla="*/ 8750383 w 12192000"/>
              <a:gd name="connsiteY45" fmla="*/ 1097387 h 2237474"/>
              <a:gd name="connsiteX46" fmla="*/ 8697365 w 12192000"/>
              <a:gd name="connsiteY46" fmla="*/ 1105869 h 2237474"/>
              <a:gd name="connsiteX47" fmla="*/ 8665605 w 12192000"/>
              <a:gd name="connsiteY47" fmla="*/ 1110791 h 2237474"/>
              <a:gd name="connsiteX48" fmla="*/ 8584946 w 12192000"/>
              <a:gd name="connsiteY48" fmla="*/ 1135226 h 2237474"/>
              <a:gd name="connsiteX49" fmla="*/ 8460755 w 12192000"/>
              <a:gd name="connsiteY49" fmla="*/ 1203427 h 2237474"/>
              <a:gd name="connsiteX50" fmla="*/ 8419755 w 12192000"/>
              <a:gd name="connsiteY50" fmla="*/ 1216260 h 2237474"/>
              <a:gd name="connsiteX51" fmla="*/ 8411626 w 12192000"/>
              <a:gd name="connsiteY51" fmla="*/ 1214397 h 2237474"/>
              <a:gd name="connsiteX52" fmla="*/ 8363469 w 12192000"/>
              <a:gd name="connsiteY52" fmla="*/ 1246658 h 2237474"/>
              <a:gd name="connsiteX53" fmla="*/ 8275497 w 12192000"/>
              <a:gd name="connsiteY53" fmla="*/ 1264396 h 2237474"/>
              <a:gd name="connsiteX54" fmla="*/ 8206287 w 12192000"/>
              <a:gd name="connsiteY54" fmla="*/ 1273060 h 2237474"/>
              <a:gd name="connsiteX55" fmla="*/ 8168705 w 12192000"/>
              <a:gd name="connsiteY55" fmla="*/ 1279956 h 2237474"/>
              <a:gd name="connsiteX56" fmla="*/ 8139997 w 12192000"/>
              <a:gd name="connsiteY56" fmla="*/ 1282713 h 2237474"/>
              <a:gd name="connsiteX57" fmla="*/ 8074238 w 12192000"/>
              <a:gd name="connsiteY57" fmla="*/ 1301895 h 2237474"/>
              <a:gd name="connsiteX58" fmla="*/ 7968292 w 12192000"/>
              <a:gd name="connsiteY58" fmla="*/ 1338779 h 2237474"/>
              <a:gd name="connsiteX59" fmla="*/ 7945122 w 12192000"/>
              <a:gd name="connsiteY59" fmla="*/ 1345477 h 2237474"/>
              <a:gd name="connsiteX60" fmla="*/ 7902328 w 12192000"/>
              <a:gd name="connsiteY60" fmla="*/ 1345865 h 2237474"/>
              <a:gd name="connsiteX61" fmla="*/ 7875879 w 12192000"/>
              <a:gd name="connsiteY61" fmla="*/ 1345646 h 2237474"/>
              <a:gd name="connsiteX62" fmla="*/ 7840612 w 12192000"/>
              <a:gd name="connsiteY62" fmla="*/ 1369373 h 2237474"/>
              <a:gd name="connsiteX63" fmla="*/ 7786819 w 12192000"/>
              <a:gd name="connsiteY63" fmla="*/ 1378970 h 2237474"/>
              <a:gd name="connsiteX64" fmla="*/ 7548172 w 12192000"/>
              <a:gd name="connsiteY64" fmla="*/ 1417460 h 2237474"/>
              <a:gd name="connsiteX65" fmla="*/ 7483437 w 12192000"/>
              <a:gd name="connsiteY65" fmla="*/ 1478152 h 2237474"/>
              <a:gd name="connsiteX66" fmla="*/ 7377870 w 12192000"/>
              <a:gd name="connsiteY66" fmla="*/ 1523319 h 2237474"/>
              <a:gd name="connsiteX67" fmla="*/ 7230737 w 12192000"/>
              <a:gd name="connsiteY67" fmla="*/ 1562633 h 2237474"/>
              <a:gd name="connsiteX68" fmla="*/ 7224458 w 12192000"/>
              <a:gd name="connsiteY68" fmla="*/ 1573008 h 2237474"/>
              <a:gd name="connsiteX69" fmla="*/ 7213486 w 12192000"/>
              <a:gd name="connsiteY69" fmla="*/ 1580987 h 2237474"/>
              <a:gd name="connsiteX70" fmla="*/ 7183121 w 12192000"/>
              <a:gd name="connsiteY70" fmla="*/ 1595162 h 2237474"/>
              <a:gd name="connsiteX71" fmla="*/ 7164601 w 12192000"/>
              <a:gd name="connsiteY71" fmla="*/ 1606490 h 2237474"/>
              <a:gd name="connsiteX72" fmla="*/ 7114651 w 12192000"/>
              <a:gd name="connsiteY72" fmla="*/ 1620959 h 2237474"/>
              <a:gd name="connsiteX73" fmla="*/ 7092727 w 12192000"/>
              <a:gd name="connsiteY73" fmla="*/ 1623628 h 2237474"/>
              <a:gd name="connsiteX74" fmla="*/ 7031309 w 12192000"/>
              <a:gd name="connsiteY74" fmla="*/ 1619451 h 2237474"/>
              <a:gd name="connsiteX75" fmla="*/ 6999084 w 12192000"/>
              <a:gd name="connsiteY75" fmla="*/ 1634317 h 2237474"/>
              <a:gd name="connsiteX76" fmla="*/ 6992107 w 12192000"/>
              <a:gd name="connsiteY76" fmla="*/ 1636860 h 2237474"/>
              <a:gd name="connsiteX77" fmla="*/ 6991765 w 12192000"/>
              <a:gd name="connsiteY77" fmla="*/ 1636725 h 2237474"/>
              <a:gd name="connsiteX78" fmla="*/ 6900177 w 12192000"/>
              <a:gd name="connsiteY78" fmla="*/ 1636016 h 2237474"/>
              <a:gd name="connsiteX79" fmla="*/ 6795372 w 12192000"/>
              <a:gd name="connsiteY79" fmla="*/ 1644845 h 2237474"/>
              <a:gd name="connsiteX80" fmla="*/ 6692251 w 12192000"/>
              <a:gd name="connsiteY80" fmla="*/ 1656357 h 2237474"/>
              <a:gd name="connsiteX81" fmla="*/ 6655235 w 12192000"/>
              <a:gd name="connsiteY81" fmla="*/ 1661869 h 2237474"/>
              <a:gd name="connsiteX82" fmla="*/ 6587857 w 12192000"/>
              <a:gd name="connsiteY82" fmla="*/ 1665769 h 2237474"/>
              <a:gd name="connsiteX83" fmla="*/ 6554894 w 12192000"/>
              <a:gd name="connsiteY83" fmla="*/ 1664428 h 2237474"/>
              <a:gd name="connsiteX84" fmla="*/ 6516595 w 12192000"/>
              <a:gd name="connsiteY84" fmla="*/ 1667475 h 2237474"/>
              <a:gd name="connsiteX85" fmla="*/ 6508541 w 12192000"/>
              <a:gd name="connsiteY85" fmla="*/ 1668757 h 2237474"/>
              <a:gd name="connsiteX86" fmla="*/ 6471012 w 12192000"/>
              <a:gd name="connsiteY86" fmla="*/ 1678604 h 2237474"/>
              <a:gd name="connsiteX87" fmla="*/ 6415265 w 12192000"/>
              <a:gd name="connsiteY87" fmla="*/ 1665317 h 2237474"/>
              <a:gd name="connsiteX88" fmla="*/ 6364035 w 12192000"/>
              <a:gd name="connsiteY88" fmla="*/ 1667683 h 2237474"/>
              <a:gd name="connsiteX89" fmla="*/ 6280959 w 12192000"/>
              <a:gd name="connsiteY89" fmla="*/ 1689329 h 2237474"/>
              <a:gd name="connsiteX90" fmla="*/ 6243319 w 12192000"/>
              <a:gd name="connsiteY90" fmla="*/ 1695560 h 2237474"/>
              <a:gd name="connsiteX91" fmla="*/ 6098321 w 12192000"/>
              <a:gd name="connsiteY91" fmla="*/ 1721646 h 2237474"/>
              <a:gd name="connsiteX92" fmla="*/ 5880652 w 12192000"/>
              <a:gd name="connsiteY92" fmla="*/ 1779643 h 2237474"/>
              <a:gd name="connsiteX93" fmla="*/ 5785959 w 12192000"/>
              <a:gd name="connsiteY93" fmla="*/ 1775307 h 2237474"/>
              <a:gd name="connsiteX94" fmla="*/ 5643534 w 12192000"/>
              <a:gd name="connsiteY94" fmla="*/ 1802919 h 2237474"/>
              <a:gd name="connsiteX95" fmla="*/ 5518799 w 12192000"/>
              <a:gd name="connsiteY95" fmla="*/ 1818312 h 2237474"/>
              <a:gd name="connsiteX96" fmla="*/ 5505014 w 12192000"/>
              <a:gd name="connsiteY96" fmla="*/ 1819259 h 2237474"/>
              <a:gd name="connsiteX97" fmla="*/ 5453307 w 12192000"/>
              <a:gd name="connsiteY97" fmla="*/ 1815450 h 2237474"/>
              <a:gd name="connsiteX98" fmla="*/ 5364192 w 12192000"/>
              <a:gd name="connsiteY98" fmla="*/ 1826074 h 2237474"/>
              <a:gd name="connsiteX99" fmla="*/ 5350380 w 12192000"/>
              <a:gd name="connsiteY99" fmla="*/ 1830891 h 2237474"/>
              <a:gd name="connsiteX100" fmla="*/ 5259633 w 12192000"/>
              <a:gd name="connsiteY100" fmla="*/ 1837160 h 2237474"/>
              <a:gd name="connsiteX101" fmla="*/ 5197513 w 12192000"/>
              <a:gd name="connsiteY101" fmla="*/ 1844718 h 2237474"/>
              <a:gd name="connsiteX102" fmla="*/ 5168852 w 12192000"/>
              <a:gd name="connsiteY102" fmla="*/ 1844846 h 2237474"/>
              <a:gd name="connsiteX103" fmla="*/ 5114927 w 12192000"/>
              <a:gd name="connsiteY103" fmla="*/ 1847827 h 2237474"/>
              <a:gd name="connsiteX104" fmla="*/ 5108970 w 12192000"/>
              <a:gd name="connsiteY104" fmla="*/ 1847935 h 2237474"/>
              <a:gd name="connsiteX105" fmla="*/ 5067961 w 12192000"/>
              <a:gd name="connsiteY105" fmla="*/ 1845917 h 2237474"/>
              <a:gd name="connsiteX106" fmla="*/ 5007075 w 12192000"/>
              <a:gd name="connsiteY106" fmla="*/ 1838626 h 2237474"/>
              <a:gd name="connsiteX107" fmla="*/ 4944087 w 12192000"/>
              <a:gd name="connsiteY107" fmla="*/ 1823332 h 2237474"/>
              <a:gd name="connsiteX108" fmla="*/ 4907662 w 12192000"/>
              <a:gd name="connsiteY108" fmla="*/ 1816900 h 2237474"/>
              <a:gd name="connsiteX109" fmla="*/ 4882386 w 12192000"/>
              <a:gd name="connsiteY109" fmla="*/ 1809844 h 2237474"/>
              <a:gd name="connsiteX110" fmla="*/ 4811440 w 12192000"/>
              <a:gd name="connsiteY110" fmla="*/ 1804655 h 2237474"/>
              <a:gd name="connsiteX111" fmla="*/ 4691075 w 12192000"/>
              <a:gd name="connsiteY111" fmla="*/ 1801389 h 2237474"/>
              <a:gd name="connsiteX112" fmla="*/ 4611738 w 12192000"/>
              <a:gd name="connsiteY112" fmla="*/ 1776964 h 2237474"/>
              <a:gd name="connsiteX113" fmla="*/ 4560070 w 12192000"/>
              <a:gd name="connsiteY113" fmla="*/ 1785640 h 2237474"/>
              <a:gd name="connsiteX114" fmla="*/ 4536503 w 12192000"/>
              <a:gd name="connsiteY114" fmla="*/ 1785334 h 2237474"/>
              <a:gd name="connsiteX115" fmla="*/ 4513724 w 12192000"/>
              <a:gd name="connsiteY115" fmla="*/ 1791996 h 2237474"/>
              <a:gd name="connsiteX116" fmla="*/ 4459810 w 12192000"/>
              <a:gd name="connsiteY116" fmla="*/ 1797886 h 2237474"/>
              <a:gd name="connsiteX117" fmla="*/ 4379064 w 12192000"/>
              <a:gd name="connsiteY117" fmla="*/ 1817177 h 2237474"/>
              <a:gd name="connsiteX118" fmla="*/ 4319209 w 12192000"/>
              <a:gd name="connsiteY118" fmla="*/ 1834833 h 2237474"/>
              <a:gd name="connsiteX119" fmla="*/ 4290981 w 12192000"/>
              <a:gd name="connsiteY119" fmla="*/ 1839677 h 2237474"/>
              <a:gd name="connsiteX120" fmla="*/ 4285792 w 12192000"/>
              <a:gd name="connsiteY120" fmla="*/ 1836231 h 2237474"/>
              <a:gd name="connsiteX121" fmla="*/ 4238372 w 12192000"/>
              <a:gd name="connsiteY121" fmla="*/ 1851480 h 2237474"/>
              <a:gd name="connsiteX122" fmla="*/ 4232517 w 12192000"/>
              <a:gd name="connsiteY122" fmla="*/ 1852567 h 2237474"/>
              <a:gd name="connsiteX123" fmla="*/ 4191732 w 12192000"/>
              <a:gd name="connsiteY123" fmla="*/ 1857328 h 2237474"/>
              <a:gd name="connsiteX124" fmla="*/ 4065532 w 12192000"/>
              <a:gd name="connsiteY124" fmla="*/ 1855477 h 2237474"/>
              <a:gd name="connsiteX125" fmla="*/ 4028460 w 12192000"/>
              <a:gd name="connsiteY125" fmla="*/ 1855137 h 2237474"/>
              <a:gd name="connsiteX126" fmla="*/ 4002267 w 12192000"/>
              <a:gd name="connsiteY126" fmla="*/ 1852352 h 2237474"/>
              <a:gd name="connsiteX127" fmla="*/ 3931396 w 12192000"/>
              <a:gd name="connsiteY127" fmla="*/ 1858915 h 2237474"/>
              <a:gd name="connsiteX128" fmla="*/ 3812162 w 12192000"/>
              <a:gd name="connsiteY128" fmla="*/ 1875501 h 2237474"/>
              <a:gd name="connsiteX129" fmla="*/ 3729530 w 12192000"/>
              <a:gd name="connsiteY129" fmla="*/ 1864513 h 2237474"/>
              <a:gd name="connsiteX130" fmla="*/ 3680177 w 12192000"/>
              <a:gd name="connsiteY130" fmla="*/ 1881552 h 2237474"/>
              <a:gd name="connsiteX131" fmla="*/ 3567259 w 12192000"/>
              <a:gd name="connsiteY131" fmla="*/ 1893482 h 2237474"/>
              <a:gd name="connsiteX132" fmla="*/ 3405770 w 12192000"/>
              <a:gd name="connsiteY132" fmla="*/ 1904591 h 2237474"/>
              <a:gd name="connsiteX133" fmla="*/ 3280097 w 12192000"/>
              <a:gd name="connsiteY133" fmla="*/ 1919610 h 2237474"/>
              <a:gd name="connsiteX134" fmla="*/ 3123424 w 12192000"/>
              <a:gd name="connsiteY134" fmla="*/ 1952930 h 2237474"/>
              <a:gd name="connsiteX135" fmla="*/ 3009910 w 12192000"/>
              <a:gd name="connsiteY135" fmla="*/ 1957866 h 2237474"/>
              <a:gd name="connsiteX136" fmla="*/ 2995934 w 12192000"/>
              <a:gd name="connsiteY136" fmla="*/ 1967085 h 2237474"/>
              <a:gd name="connsiteX137" fmla="*/ 2980071 w 12192000"/>
              <a:gd name="connsiteY137" fmla="*/ 1972988 h 2237474"/>
              <a:gd name="connsiteX138" fmla="*/ 2978094 w 12192000"/>
              <a:gd name="connsiteY138" fmla="*/ 1972369 h 2237474"/>
              <a:gd name="connsiteX139" fmla="*/ 2942858 w 12192000"/>
              <a:gd name="connsiteY139" fmla="*/ 1981367 h 2237474"/>
              <a:gd name="connsiteX140" fmla="*/ 2875436 w 12192000"/>
              <a:gd name="connsiteY140" fmla="*/ 1996977 h 2237474"/>
              <a:gd name="connsiteX141" fmla="*/ 2874892 w 12192000"/>
              <a:gd name="connsiteY141" fmla="*/ 1996085 h 2237474"/>
              <a:gd name="connsiteX142" fmla="*/ 2864145 w 12192000"/>
              <a:gd name="connsiteY142" fmla="*/ 1994061 h 2237474"/>
              <a:gd name="connsiteX143" fmla="*/ 2843662 w 12192000"/>
              <a:gd name="connsiteY143" fmla="*/ 1992498 h 2237474"/>
              <a:gd name="connsiteX144" fmla="*/ 2796128 w 12192000"/>
              <a:gd name="connsiteY144" fmla="*/ 1976403 h 2237474"/>
              <a:gd name="connsiteX145" fmla="*/ 2756784 w 12192000"/>
              <a:gd name="connsiteY145" fmla="*/ 1985116 h 2237474"/>
              <a:gd name="connsiteX146" fmla="*/ 2748833 w 12192000"/>
              <a:gd name="connsiteY146" fmla="*/ 1986323 h 2237474"/>
              <a:gd name="connsiteX147" fmla="*/ 2748661 w 12192000"/>
              <a:gd name="connsiteY147" fmla="*/ 1986122 h 2237474"/>
              <a:gd name="connsiteX148" fmla="*/ 2740251 w 12192000"/>
              <a:gd name="connsiteY148" fmla="*/ 1986946 h 2237474"/>
              <a:gd name="connsiteX149" fmla="*/ 2718916 w 12192000"/>
              <a:gd name="connsiteY149" fmla="*/ 1990867 h 2237474"/>
              <a:gd name="connsiteX150" fmla="*/ 2713522 w 12192000"/>
              <a:gd name="connsiteY150" fmla="*/ 1990173 h 2237474"/>
              <a:gd name="connsiteX151" fmla="*/ 2680597 w 12192000"/>
              <a:gd name="connsiteY151" fmla="*/ 1984996 h 2237474"/>
              <a:gd name="connsiteX152" fmla="*/ 2578178 w 12192000"/>
              <a:gd name="connsiteY152" fmla="*/ 1990531 h 2237474"/>
              <a:gd name="connsiteX153" fmla="*/ 2476147 w 12192000"/>
              <a:gd name="connsiteY153" fmla="*/ 1998305 h 2237474"/>
              <a:gd name="connsiteX154" fmla="*/ 2373568 w 12192000"/>
              <a:gd name="connsiteY154" fmla="*/ 2003219 h 2237474"/>
              <a:gd name="connsiteX155" fmla="*/ 2321399 w 12192000"/>
              <a:gd name="connsiteY155" fmla="*/ 1989467 h 2237474"/>
              <a:gd name="connsiteX156" fmla="*/ 2315525 w 12192000"/>
              <a:gd name="connsiteY156" fmla="*/ 1989708 h 2237474"/>
              <a:gd name="connsiteX157" fmla="*/ 2300792 w 12192000"/>
              <a:gd name="connsiteY157" fmla="*/ 1994290 h 2237474"/>
              <a:gd name="connsiteX158" fmla="*/ 2295469 w 12192000"/>
              <a:gd name="connsiteY158" fmla="*/ 1996659 h 2237474"/>
              <a:gd name="connsiteX159" fmla="*/ 2287219 w 12192000"/>
              <a:gd name="connsiteY159" fmla="*/ 1998750 h 2237474"/>
              <a:gd name="connsiteX160" fmla="*/ 2286948 w 12192000"/>
              <a:gd name="connsiteY160" fmla="*/ 1998596 h 2237474"/>
              <a:gd name="connsiteX161" fmla="*/ 2243069 w 12192000"/>
              <a:gd name="connsiteY161" fmla="*/ 2015111 h 2237474"/>
              <a:gd name="connsiteX162" fmla="*/ 2186609 w 12192000"/>
              <a:gd name="connsiteY162" fmla="*/ 2008263 h 2237474"/>
              <a:gd name="connsiteX163" fmla="*/ 2164831 w 12192000"/>
              <a:gd name="connsiteY163" fmla="*/ 2010143 h 2237474"/>
              <a:gd name="connsiteX164" fmla="*/ 2152836 w 12192000"/>
              <a:gd name="connsiteY164" fmla="*/ 2010048 h 2237474"/>
              <a:gd name="connsiteX165" fmla="*/ 2117102 w 12192000"/>
              <a:gd name="connsiteY165" fmla="*/ 2023004 h 2237474"/>
              <a:gd name="connsiteX166" fmla="*/ 2111935 w 12192000"/>
              <a:gd name="connsiteY166" fmla="*/ 2023163 h 2237474"/>
              <a:gd name="connsiteX167" fmla="*/ 2089991 w 12192000"/>
              <a:gd name="connsiteY167" fmla="*/ 2034193 h 2237474"/>
              <a:gd name="connsiteX168" fmla="*/ 2058061 w 12192000"/>
              <a:gd name="connsiteY168" fmla="*/ 2047942 h 2237474"/>
              <a:gd name="connsiteX169" fmla="*/ 2055737 w 12192000"/>
              <a:gd name="connsiteY169" fmla="*/ 2047704 h 2237474"/>
              <a:gd name="connsiteX170" fmla="*/ 2042244 w 12192000"/>
              <a:gd name="connsiteY170" fmla="*/ 2055560 h 2237474"/>
              <a:gd name="connsiteX171" fmla="*/ 1976224 w 12192000"/>
              <a:gd name="connsiteY171" fmla="*/ 2074257 h 2237474"/>
              <a:gd name="connsiteX172" fmla="*/ 1877728 w 12192000"/>
              <a:gd name="connsiteY172" fmla="*/ 2101004 h 2237474"/>
              <a:gd name="connsiteX173" fmla="*/ 1759056 w 12192000"/>
              <a:gd name="connsiteY173" fmla="*/ 2125608 h 2237474"/>
              <a:gd name="connsiteX174" fmla="*/ 1637948 w 12192000"/>
              <a:gd name="connsiteY174" fmla="*/ 2172597 h 2237474"/>
              <a:gd name="connsiteX175" fmla="*/ 1434549 w 12192000"/>
              <a:gd name="connsiteY175" fmla="*/ 2234522 h 2237474"/>
              <a:gd name="connsiteX176" fmla="*/ 1398481 w 12192000"/>
              <a:gd name="connsiteY176" fmla="*/ 2237074 h 2237474"/>
              <a:gd name="connsiteX177" fmla="*/ 1398407 w 12192000"/>
              <a:gd name="connsiteY177" fmla="*/ 2237095 h 2237474"/>
              <a:gd name="connsiteX178" fmla="*/ 1370962 w 12192000"/>
              <a:gd name="connsiteY178" fmla="*/ 2237474 h 2237474"/>
              <a:gd name="connsiteX179" fmla="*/ 1356367 w 12192000"/>
              <a:gd name="connsiteY179" fmla="*/ 2235089 h 2237474"/>
              <a:gd name="connsiteX180" fmla="*/ 1324828 w 12192000"/>
              <a:gd name="connsiteY180" fmla="*/ 2231968 h 2237474"/>
              <a:gd name="connsiteX181" fmla="*/ 1297744 w 12192000"/>
              <a:gd name="connsiteY181" fmla="*/ 2235849 h 2237474"/>
              <a:gd name="connsiteX182" fmla="*/ 1286236 w 12192000"/>
              <a:gd name="connsiteY182" fmla="*/ 2233135 h 2237474"/>
              <a:gd name="connsiteX183" fmla="*/ 1283504 w 12192000"/>
              <a:gd name="connsiteY183" fmla="*/ 2233797 h 2237474"/>
              <a:gd name="connsiteX184" fmla="*/ 1279765 w 12192000"/>
              <a:gd name="connsiteY184" fmla="*/ 2229639 h 2237474"/>
              <a:gd name="connsiteX185" fmla="*/ 1195347 w 12192000"/>
              <a:gd name="connsiteY185" fmla="*/ 2212354 h 2237474"/>
              <a:gd name="connsiteX186" fmla="*/ 970251 w 12192000"/>
              <a:gd name="connsiteY186" fmla="*/ 2221029 h 2237474"/>
              <a:gd name="connsiteX187" fmla="*/ 812914 w 12192000"/>
              <a:gd name="connsiteY187" fmla="*/ 2202752 h 2237474"/>
              <a:gd name="connsiteX188" fmla="*/ 800195 w 12192000"/>
              <a:gd name="connsiteY188" fmla="*/ 2209407 h 2237474"/>
              <a:gd name="connsiteX189" fmla="*/ 784978 w 12192000"/>
              <a:gd name="connsiteY189" fmla="*/ 2212360 h 2237474"/>
              <a:gd name="connsiteX190" fmla="*/ 681987 w 12192000"/>
              <a:gd name="connsiteY190" fmla="*/ 2216757 h 2237474"/>
              <a:gd name="connsiteX191" fmla="*/ 669923 w 12192000"/>
              <a:gd name="connsiteY191" fmla="*/ 2211682 h 2237474"/>
              <a:gd name="connsiteX192" fmla="*/ 648680 w 12192000"/>
              <a:gd name="connsiteY192" fmla="*/ 2206229 h 2237474"/>
              <a:gd name="connsiteX193" fmla="*/ 597225 w 12192000"/>
              <a:gd name="connsiteY193" fmla="*/ 2180999 h 2237474"/>
              <a:gd name="connsiteX194" fmla="*/ 558449 w 12192000"/>
              <a:gd name="connsiteY194" fmla="*/ 2182346 h 2237474"/>
              <a:gd name="connsiteX195" fmla="*/ 550517 w 12192000"/>
              <a:gd name="connsiteY195" fmla="*/ 2182060 h 2237474"/>
              <a:gd name="connsiteX196" fmla="*/ 550309 w 12192000"/>
              <a:gd name="connsiteY196" fmla="*/ 2181825 h 2237474"/>
              <a:gd name="connsiteX197" fmla="*/ 541836 w 12192000"/>
              <a:gd name="connsiteY197" fmla="*/ 2181063 h 2237474"/>
              <a:gd name="connsiteX198" fmla="*/ 536057 w 12192000"/>
              <a:gd name="connsiteY198" fmla="*/ 2181537 h 2237474"/>
              <a:gd name="connsiteX199" fmla="*/ 520671 w 12192000"/>
              <a:gd name="connsiteY199" fmla="*/ 2180980 h 2237474"/>
              <a:gd name="connsiteX200" fmla="*/ 515024 w 12192000"/>
              <a:gd name="connsiteY200" fmla="*/ 2179258 h 2237474"/>
              <a:gd name="connsiteX201" fmla="*/ 512278 w 12192000"/>
              <a:gd name="connsiteY201" fmla="*/ 2176369 h 2237474"/>
              <a:gd name="connsiteX202" fmla="*/ 480419 w 12192000"/>
              <a:gd name="connsiteY202" fmla="*/ 2167807 h 2237474"/>
              <a:gd name="connsiteX203" fmla="*/ 413835 w 12192000"/>
              <a:gd name="connsiteY203" fmla="*/ 2156783 h 2237474"/>
              <a:gd name="connsiteX204" fmla="*/ 376513 w 12192000"/>
              <a:gd name="connsiteY204" fmla="*/ 2154014 h 2237474"/>
              <a:gd name="connsiteX205" fmla="*/ 273386 w 12192000"/>
              <a:gd name="connsiteY205" fmla="*/ 2142551 h 2237474"/>
              <a:gd name="connsiteX206" fmla="*/ 169207 w 12192000"/>
              <a:gd name="connsiteY206" fmla="*/ 2128100 h 2237474"/>
              <a:gd name="connsiteX207" fmla="*/ 93149 w 12192000"/>
              <a:gd name="connsiteY207" fmla="*/ 2105324 h 2237474"/>
              <a:gd name="connsiteX208" fmla="*/ 88109 w 12192000"/>
              <a:gd name="connsiteY208" fmla="*/ 2106704 h 2237474"/>
              <a:gd name="connsiteX209" fmla="*/ 80022 w 12192000"/>
              <a:gd name="connsiteY209" fmla="*/ 2107254 h 2237474"/>
              <a:gd name="connsiteX210" fmla="*/ 79717 w 12192000"/>
              <a:gd name="connsiteY210" fmla="*/ 2107046 h 2237474"/>
              <a:gd name="connsiteX211" fmla="*/ 72352 w 12192000"/>
              <a:gd name="connsiteY211" fmla="*/ 2107991 h 2237474"/>
              <a:gd name="connsiteX212" fmla="*/ 37645 w 12192000"/>
              <a:gd name="connsiteY212" fmla="*/ 2115401 h 2237474"/>
              <a:gd name="connsiteX213" fmla="*/ 4572 w 12192000"/>
              <a:gd name="connsiteY213" fmla="*/ 2111091 h 2237474"/>
              <a:gd name="connsiteX214" fmla="*/ 0 w 12192000"/>
              <a:gd name="connsiteY214" fmla="*/ 2110468 h 2237474"/>
              <a:gd name="connsiteX215" fmla="*/ 0 w 12192000"/>
              <a:gd name="connsiteY21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11200 w 12192000"/>
              <a:gd name="connsiteY18" fmla="*/ 767513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798048 w 12192000"/>
              <a:gd name="connsiteY23" fmla="*/ 863207 h 2237474"/>
              <a:gd name="connsiteX24" fmla="*/ 9761459 w 12192000"/>
              <a:gd name="connsiteY24" fmla="*/ 862394 h 2237474"/>
              <a:gd name="connsiteX25" fmla="*/ 9705768 w 12192000"/>
              <a:gd name="connsiteY25" fmla="*/ 894610 h 2237474"/>
              <a:gd name="connsiteX26" fmla="*/ 9683005 w 12192000"/>
              <a:gd name="connsiteY26" fmla="*/ 894128 h 2237474"/>
              <a:gd name="connsiteX27" fmla="*/ 9594438 w 12192000"/>
              <a:gd name="connsiteY27" fmla="*/ 919051 h 2237474"/>
              <a:gd name="connsiteX28" fmla="*/ 9577033 w 12192000"/>
              <a:gd name="connsiteY28" fmla="*/ 922857 h 2237474"/>
              <a:gd name="connsiteX29" fmla="*/ 9544189 w 12192000"/>
              <a:gd name="connsiteY29" fmla="*/ 938966 h 2237474"/>
              <a:gd name="connsiteX30" fmla="*/ 9500499 w 12192000"/>
              <a:gd name="connsiteY30" fmla="*/ 954680 h 2237474"/>
              <a:gd name="connsiteX31" fmla="*/ 9428195 w 12192000"/>
              <a:gd name="connsiteY31" fmla="*/ 986225 h 2237474"/>
              <a:gd name="connsiteX32" fmla="*/ 9410017 w 12192000"/>
              <a:gd name="connsiteY32" fmla="*/ 993931 h 2237474"/>
              <a:gd name="connsiteX33" fmla="*/ 9392919 w 12192000"/>
              <a:gd name="connsiteY33" fmla="*/ 994656 h 2237474"/>
              <a:gd name="connsiteX34" fmla="*/ 9278619 w 12192000"/>
              <a:gd name="connsiteY34" fmla="*/ 1011878 h 2237474"/>
              <a:gd name="connsiteX35" fmla="*/ 9268019 w 12192000"/>
              <a:gd name="connsiteY35" fmla="*/ 1007442 h 2237474"/>
              <a:gd name="connsiteX36" fmla="*/ 9234662 w 12192000"/>
              <a:gd name="connsiteY36" fmla="*/ 1023056 h 2237474"/>
              <a:gd name="connsiteX37" fmla="*/ 9181033 w 12192000"/>
              <a:gd name="connsiteY37" fmla="*/ 1037921 h 2237474"/>
              <a:gd name="connsiteX38" fmla="*/ 9155969 w 12192000"/>
              <a:gd name="connsiteY38" fmla="*/ 1046804 h 2237474"/>
              <a:gd name="connsiteX39" fmla="*/ 9133985 w 12192000"/>
              <a:gd name="connsiteY39" fmla="*/ 1046450 h 2237474"/>
              <a:gd name="connsiteX40" fmla="*/ 9012987 w 12192000"/>
              <a:gd name="connsiteY40" fmla="*/ 1061986 h 2237474"/>
              <a:gd name="connsiteX41" fmla="*/ 8968445 w 12192000"/>
              <a:gd name="connsiteY41" fmla="*/ 1052169 h 2237474"/>
              <a:gd name="connsiteX42" fmla="*/ 8958984 w 12192000"/>
              <a:gd name="connsiteY42" fmla="*/ 1057212 h 2237474"/>
              <a:gd name="connsiteX43" fmla="*/ 8886001 w 12192000"/>
              <a:gd name="connsiteY43" fmla="*/ 1067468 h 2237474"/>
              <a:gd name="connsiteX44" fmla="*/ 8838610 w 12192000"/>
              <a:gd name="connsiteY44" fmla="*/ 1075091 h 2237474"/>
              <a:gd name="connsiteX45" fmla="*/ 8750383 w 12192000"/>
              <a:gd name="connsiteY45" fmla="*/ 1097387 h 2237474"/>
              <a:gd name="connsiteX46" fmla="*/ 8697365 w 12192000"/>
              <a:gd name="connsiteY46" fmla="*/ 1105869 h 2237474"/>
              <a:gd name="connsiteX47" fmla="*/ 8665605 w 12192000"/>
              <a:gd name="connsiteY47" fmla="*/ 1110791 h 2237474"/>
              <a:gd name="connsiteX48" fmla="*/ 8584946 w 12192000"/>
              <a:gd name="connsiteY48" fmla="*/ 1135226 h 2237474"/>
              <a:gd name="connsiteX49" fmla="*/ 8460755 w 12192000"/>
              <a:gd name="connsiteY49" fmla="*/ 1203427 h 2237474"/>
              <a:gd name="connsiteX50" fmla="*/ 8419755 w 12192000"/>
              <a:gd name="connsiteY50" fmla="*/ 1216260 h 2237474"/>
              <a:gd name="connsiteX51" fmla="*/ 8411626 w 12192000"/>
              <a:gd name="connsiteY51" fmla="*/ 1214397 h 2237474"/>
              <a:gd name="connsiteX52" fmla="*/ 8363469 w 12192000"/>
              <a:gd name="connsiteY52" fmla="*/ 1246658 h 2237474"/>
              <a:gd name="connsiteX53" fmla="*/ 8275497 w 12192000"/>
              <a:gd name="connsiteY53" fmla="*/ 1264396 h 2237474"/>
              <a:gd name="connsiteX54" fmla="*/ 8206287 w 12192000"/>
              <a:gd name="connsiteY54" fmla="*/ 1273060 h 2237474"/>
              <a:gd name="connsiteX55" fmla="*/ 8168705 w 12192000"/>
              <a:gd name="connsiteY55" fmla="*/ 1279956 h 2237474"/>
              <a:gd name="connsiteX56" fmla="*/ 8139997 w 12192000"/>
              <a:gd name="connsiteY56" fmla="*/ 1282713 h 2237474"/>
              <a:gd name="connsiteX57" fmla="*/ 8074238 w 12192000"/>
              <a:gd name="connsiteY57" fmla="*/ 1301895 h 2237474"/>
              <a:gd name="connsiteX58" fmla="*/ 7968292 w 12192000"/>
              <a:gd name="connsiteY58" fmla="*/ 1338779 h 2237474"/>
              <a:gd name="connsiteX59" fmla="*/ 7945122 w 12192000"/>
              <a:gd name="connsiteY59" fmla="*/ 1345477 h 2237474"/>
              <a:gd name="connsiteX60" fmla="*/ 7902328 w 12192000"/>
              <a:gd name="connsiteY60" fmla="*/ 1345865 h 2237474"/>
              <a:gd name="connsiteX61" fmla="*/ 7875879 w 12192000"/>
              <a:gd name="connsiteY61" fmla="*/ 1345646 h 2237474"/>
              <a:gd name="connsiteX62" fmla="*/ 7840612 w 12192000"/>
              <a:gd name="connsiteY62" fmla="*/ 1369373 h 2237474"/>
              <a:gd name="connsiteX63" fmla="*/ 7786819 w 12192000"/>
              <a:gd name="connsiteY63" fmla="*/ 1378970 h 2237474"/>
              <a:gd name="connsiteX64" fmla="*/ 7548172 w 12192000"/>
              <a:gd name="connsiteY64" fmla="*/ 1417460 h 2237474"/>
              <a:gd name="connsiteX65" fmla="*/ 7483437 w 12192000"/>
              <a:gd name="connsiteY65" fmla="*/ 1478152 h 2237474"/>
              <a:gd name="connsiteX66" fmla="*/ 7377870 w 12192000"/>
              <a:gd name="connsiteY66" fmla="*/ 1523319 h 2237474"/>
              <a:gd name="connsiteX67" fmla="*/ 7230737 w 12192000"/>
              <a:gd name="connsiteY67" fmla="*/ 1562633 h 2237474"/>
              <a:gd name="connsiteX68" fmla="*/ 7224458 w 12192000"/>
              <a:gd name="connsiteY68" fmla="*/ 1573008 h 2237474"/>
              <a:gd name="connsiteX69" fmla="*/ 7213486 w 12192000"/>
              <a:gd name="connsiteY69" fmla="*/ 1580987 h 2237474"/>
              <a:gd name="connsiteX70" fmla="*/ 7183121 w 12192000"/>
              <a:gd name="connsiteY70" fmla="*/ 1595162 h 2237474"/>
              <a:gd name="connsiteX71" fmla="*/ 7164601 w 12192000"/>
              <a:gd name="connsiteY71" fmla="*/ 1606490 h 2237474"/>
              <a:gd name="connsiteX72" fmla="*/ 7114651 w 12192000"/>
              <a:gd name="connsiteY72" fmla="*/ 1620959 h 2237474"/>
              <a:gd name="connsiteX73" fmla="*/ 7092727 w 12192000"/>
              <a:gd name="connsiteY73" fmla="*/ 1623628 h 2237474"/>
              <a:gd name="connsiteX74" fmla="*/ 7031309 w 12192000"/>
              <a:gd name="connsiteY74" fmla="*/ 1619451 h 2237474"/>
              <a:gd name="connsiteX75" fmla="*/ 6999084 w 12192000"/>
              <a:gd name="connsiteY75" fmla="*/ 1634317 h 2237474"/>
              <a:gd name="connsiteX76" fmla="*/ 6992107 w 12192000"/>
              <a:gd name="connsiteY76" fmla="*/ 1636860 h 2237474"/>
              <a:gd name="connsiteX77" fmla="*/ 6991765 w 12192000"/>
              <a:gd name="connsiteY77" fmla="*/ 1636725 h 2237474"/>
              <a:gd name="connsiteX78" fmla="*/ 6900177 w 12192000"/>
              <a:gd name="connsiteY78" fmla="*/ 1636016 h 2237474"/>
              <a:gd name="connsiteX79" fmla="*/ 6795372 w 12192000"/>
              <a:gd name="connsiteY79" fmla="*/ 1644845 h 2237474"/>
              <a:gd name="connsiteX80" fmla="*/ 6692251 w 12192000"/>
              <a:gd name="connsiteY80" fmla="*/ 1656357 h 2237474"/>
              <a:gd name="connsiteX81" fmla="*/ 6655235 w 12192000"/>
              <a:gd name="connsiteY81" fmla="*/ 1661869 h 2237474"/>
              <a:gd name="connsiteX82" fmla="*/ 6587857 w 12192000"/>
              <a:gd name="connsiteY82" fmla="*/ 1665769 h 2237474"/>
              <a:gd name="connsiteX83" fmla="*/ 6554894 w 12192000"/>
              <a:gd name="connsiteY83" fmla="*/ 1664428 h 2237474"/>
              <a:gd name="connsiteX84" fmla="*/ 6516595 w 12192000"/>
              <a:gd name="connsiteY84" fmla="*/ 1667475 h 2237474"/>
              <a:gd name="connsiteX85" fmla="*/ 6508541 w 12192000"/>
              <a:gd name="connsiteY85" fmla="*/ 1668757 h 2237474"/>
              <a:gd name="connsiteX86" fmla="*/ 6471012 w 12192000"/>
              <a:gd name="connsiteY86" fmla="*/ 1678604 h 2237474"/>
              <a:gd name="connsiteX87" fmla="*/ 6415265 w 12192000"/>
              <a:gd name="connsiteY87" fmla="*/ 1665317 h 2237474"/>
              <a:gd name="connsiteX88" fmla="*/ 6364035 w 12192000"/>
              <a:gd name="connsiteY88" fmla="*/ 1667683 h 2237474"/>
              <a:gd name="connsiteX89" fmla="*/ 6280959 w 12192000"/>
              <a:gd name="connsiteY89" fmla="*/ 1689329 h 2237474"/>
              <a:gd name="connsiteX90" fmla="*/ 6243319 w 12192000"/>
              <a:gd name="connsiteY90" fmla="*/ 1695560 h 2237474"/>
              <a:gd name="connsiteX91" fmla="*/ 6098321 w 12192000"/>
              <a:gd name="connsiteY91" fmla="*/ 1721646 h 2237474"/>
              <a:gd name="connsiteX92" fmla="*/ 5880652 w 12192000"/>
              <a:gd name="connsiteY92" fmla="*/ 1779643 h 2237474"/>
              <a:gd name="connsiteX93" fmla="*/ 5785959 w 12192000"/>
              <a:gd name="connsiteY93" fmla="*/ 1775307 h 2237474"/>
              <a:gd name="connsiteX94" fmla="*/ 5643534 w 12192000"/>
              <a:gd name="connsiteY94" fmla="*/ 1802919 h 2237474"/>
              <a:gd name="connsiteX95" fmla="*/ 5518799 w 12192000"/>
              <a:gd name="connsiteY95" fmla="*/ 1818312 h 2237474"/>
              <a:gd name="connsiteX96" fmla="*/ 5505014 w 12192000"/>
              <a:gd name="connsiteY96" fmla="*/ 1819259 h 2237474"/>
              <a:gd name="connsiteX97" fmla="*/ 5453307 w 12192000"/>
              <a:gd name="connsiteY97" fmla="*/ 1815450 h 2237474"/>
              <a:gd name="connsiteX98" fmla="*/ 5364192 w 12192000"/>
              <a:gd name="connsiteY98" fmla="*/ 1826074 h 2237474"/>
              <a:gd name="connsiteX99" fmla="*/ 5350380 w 12192000"/>
              <a:gd name="connsiteY99" fmla="*/ 1830891 h 2237474"/>
              <a:gd name="connsiteX100" fmla="*/ 5259633 w 12192000"/>
              <a:gd name="connsiteY100" fmla="*/ 1837160 h 2237474"/>
              <a:gd name="connsiteX101" fmla="*/ 5197513 w 12192000"/>
              <a:gd name="connsiteY101" fmla="*/ 1844718 h 2237474"/>
              <a:gd name="connsiteX102" fmla="*/ 5168852 w 12192000"/>
              <a:gd name="connsiteY102" fmla="*/ 1844846 h 2237474"/>
              <a:gd name="connsiteX103" fmla="*/ 5114927 w 12192000"/>
              <a:gd name="connsiteY103" fmla="*/ 1847827 h 2237474"/>
              <a:gd name="connsiteX104" fmla="*/ 5108970 w 12192000"/>
              <a:gd name="connsiteY104" fmla="*/ 1847935 h 2237474"/>
              <a:gd name="connsiteX105" fmla="*/ 5067961 w 12192000"/>
              <a:gd name="connsiteY105" fmla="*/ 1845917 h 2237474"/>
              <a:gd name="connsiteX106" fmla="*/ 5007075 w 12192000"/>
              <a:gd name="connsiteY106" fmla="*/ 1838626 h 2237474"/>
              <a:gd name="connsiteX107" fmla="*/ 4944087 w 12192000"/>
              <a:gd name="connsiteY107" fmla="*/ 1823332 h 2237474"/>
              <a:gd name="connsiteX108" fmla="*/ 4907662 w 12192000"/>
              <a:gd name="connsiteY108" fmla="*/ 1816900 h 2237474"/>
              <a:gd name="connsiteX109" fmla="*/ 4882386 w 12192000"/>
              <a:gd name="connsiteY109" fmla="*/ 1809844 h 2237474"/>
              <a:gd name="connsiteX110" fmla="*/ 4811440 w 12192000"/>
              <a:gd name="connsiteY110" fmla="*/ 1804655 h 2237474"/>
              <a:gd name="connsiteX111" fmla="*/ 4691075 w 12192000"/>
              <a:gd name="connsiteY111" fmla="*/ 1801389 h 2237474"/>
              <a:gd name="connsiteX112" fmla="*/ 4611738 w 12192000"/>
              <a:gd name="connsiteY112" fmla="*/ 1776964 h 2237474"/>
              <a:gd name="connsiteX113" fmla="*/ 4560070 w 12192000"/>
              <a:gd name="connsiteY113" fmla="*/ 1785640 h 2237474"/>
              <a:gd name="connsiteX114" fmla="*/ 4536503 w 12192000"/>
              <a:gd name="connsiteY114" fmla="*/ 1785334 h 2237474"/>
              <a:gd name="connsiteX115" fmla="*/ 4513724 w 12192000"/>
              <a:gd name="connsiteY115" fmla="*/ 1791996 h 2237474"/>
              <a:gd name="connsiteX116" fmla="*/ 4459810 w 12192000"/>
              <a:gd name="connsiteY116" fmla="*/ 1797886 h 2237474"/>
              <a:gd name="connsiteX117" fmla="*/ 4379064 w 12192000"/>
              <a:gd name="connsiteY117" fmla="*/ 1817177 h 2237474"/>
              <a:gd name="connsiteX118" fmla="*/ 4319209 w 12192000"/>
              <a:gd name="connsiteY118" fmla="*/ 1834833 h 2237474"/>
              <a:gd name="connsiteX119" fmla="*/ 4290981 w 12192000"/>
              <a:gd name="connsiteY119" fmla="*/ 1839677 h 2237474"/>
              <a:gd name="connsiteX120" fmla="*/ 4285792 w 12192000"/>
              <a:gd name="connsiteY120" fmla="*/ 1836231 h 2237474"/>
              <a:gd name="connsiteX121" fmla="*/ 4238372 w 12192000"/>
              <a:gd name="connsiteY121" fmla="*/ 1851480 h 2237474"/>
              <a:gd name="connsiteX122" fmla="*/ 4232517 w 12192000"/>
              <a:gd name="connsiteY122" fmla="*/ 1852567 h 2237474"/>
              <a:gd name="connsiteX123" fmla="*/ 4191732 w 12192000"/>
              <a:gd name="connsiteY123" fmla="*/ 1857328 h 2237474"/>
              <a:gd name="connsiteX124" fmla="*/ 4065532 w 12192000"/>
              <a:gd name="connsiteY124" fmla="*/ 1855477 h 2237474"/>
              <a:gd name="connsiteX125" fmla="*/ 4028460 w 12192000"/>
              <a:gd name="connsiteY125" fmla="*/ 1855137 h 2237474"/>
              <a:gd name="connsiteX126" fmla="*/ 4002267 w 12192000"/>
              <a:gd name="connsiteY126" fmla="*/ 1852352 h 2237474"/>
              <a:gd name="connsiteX127" fmla="*/ 3931396 w 12192000"/>
              <a:gd name="connsiteY127" fmla="*/ 1858915 h 2237474"/>
              <a:gd name="connsiteX128" fmla="*/ 3812162 w 12192000"/>
              <a:gd name="connsiteY128" fmla="*/ 1875501 h 2237474"/>
              <a:gd name="connsiteX129" fmla="*/ 3729530 w 12192000"/>
              <a:gd name="connsiteY129" fmla="*/ 1864513 h 2237474"/>
              <a:gd name="connsiteX130" fmla="*/ 3680177 w 12192000"/>
              <a:gd name="connsiteY130" fmla="*/ 1881552 h 2237474"/>
              <a:gd name="connsiteX131" fmla="*/ 3567259 w 12192000"/>
              <a:gd name="connsiteY131" fmla="*/ 1893482 h 2237474"/>
              <a:gd name="connsiteX132" fmla="*/ 3405770 w 12192000"/>
              <a:gd name="connsiteY132" fmla="*/ 1904591 h 2237474"/>
              <a:gd name="connsiteX133" fmla="*/ 3280097 w 12192000"/>
              <a:gd name="connsiteY133" fmla="*/ 1919610 h 2237474"/>
              <a:gd name="connsiteX134" fmla="*/ 3123424 w 12192000"/>
              <a:gd name="connsiteY134" fmla="*/ 1952930 h 2237474"/>
              <a:gd name="connsiteX135" fmla="*/ 3009910 w 12192000"/>
              <a:gd name="connsiteY135" fmla="*/ 1957866 h 2237474"/>
              <a:gd name="connsiteX136" fmla="*/ 2995934 w 12192000"/>
              <a:gd name="connsiteY136" fmla="*/ 1967085 h 2237474"/>
              <a:gd name="connsiteX137" fmla="*/ 2980071 w 12192000"/>
              <a:gd name="connsiteY137" fmla="*/ 1972988 h 2237474"/>
              <a:gd name="connsiteX138" fmla="*/ 2978094 w 12192000"/>
              <a:gd name="connsiteY138" fmla="*/ 1972369 h 2237474"/>
              <a:gd name="connsiteX139" fmla="*/ 2942858 w 12192000"/>
              <a:gd name="connsiteY139" fmla="*/ 1981367 h 2237474"/>
              <a:gd name="connsiteX140" fmla="*/ 2875436 w 12192000"/>
              <a:gd name="connsiteY140" fmla="*/ 1996977 h 2237474"/>
              <a:gd name="connsiteX141" fmla="*/ 2874892 w 12192000"/>
              <a:gd name="connsiteY141" fmla="*/ 1996085 h 2237474"/>
              <a:gd name="connsiteX142" fmla="*/ 2864145 w 12192000"/>
              <a:gd name="connsiteY142" fmla="*/ 1994061 h 2237474"/>
              <a:gd name="connsiteX143" fmla="*/ 2843662 w 12192000"/>
              <a:gd name="connsiteY143" fmla="*/ 1992498 h 2237474"/>
              <a:gd name="connsiteX144" fmla="*/ 2796128 w 12192000"/>
              <a:gd name="connsiteY144" fmla="*/ 1976403 h 2237474"/>
              <a:gd name="connsiteX145" fmla="*/ 2756784 w 12192000"/>
              <a:gd name="connsiteY145" fmla="*/ 1985116 h 2237474"/>
              <a:gd name="connsiteX146" fmla="*/ 2748833 w 12192000"/>
              <a:gd name="connsiteY146" fmla="*/ 1986323 h 2237474"/>
              <a:gd name="connsiteX147" fmla="*/ 2748661 w 12192000"/>
              <a:gd name="connsiteY147" fmla="*/ 1986122 h 2237474"/>
              <a:gd name="connsiteX148" fmla="*/ 2740251 w 12192000"/>
              <a:gd name="connsiteY148" fmla="*/ 1986946 h 2237474"/>
              <a:gd name="connsiteX149" fmla="*/ 2718916 w 12192000"/>
              <a:gd name="connsiteY149" fmla="*/ 1990867 h 2237474"/>
              <a:gd name="connsiteX150" fmla="*/ 2713522 w 12192000"/>
              <a:gd name="connsiteY150" fmla="*/ 1990173 h 2237474"/>
              <a:gd name="connsiteX151" fmla="*/ 2680597 w 12192000"/>
              <a:gd name="connsiteY151" fmla="*/ 1984996 h 2237474"/>
              <a:gd name="connsiteX152" fmla="*/ 2578178 w 12192000"/>
              <a:gd name="connsiteY152" fmla="*/ 1990531 h 2237474"/>
              <a:gd name="connsiteX153" fmla="*/ 2476147 w 12192000"/>
              <a:gd name="connsiteY153" fmla="*/ 1998305 h 2237474"/>
              <a:gd name="connsiteX154" fmla="*/ 2373568 w 12192000"/>
              <a:gd name="connsiteY154" fmla="*/ 2003219 h 2237474"/>
              <a:gd name="connsiteX155" fmla="*/ 2321399 w 12192000"/>
              <a:gd name="connsiteY155" fmla="*/ 1989467 h 2237474"/>
              <a:gd name="connsiteX156" fmla="*/ 2315525 w 12192000"/>
              <a:gd name="connsiteY156" fmla="*/ 1989708 h 2237474"/>
              <a:gd name="connsiteX157" fmla="*/ 2300792 w 12192000"/>
              <a:gd name="connsiteY157" fmla="*/ 1994290 h 2237474"/>
              <a:gd name="connsiteX158" fmla="*/ 2295469 w 12192000"/>
              <a:gd name="connsiteY158" fmla="*/ 1996659 h 2237474"/>
              <a:gd name="connsiteX159" fmla="*/ 2287219 w 12192000"/>
              <a:gd name="connsiteY159" fmla="*/ 1998750 h 2237474"/>
              <a:gd name="connsiteX160" fmla="*/ 2286948 w 12192000"/>
              <a:gd name="connsiteY160" fmla="*/ 1998596 h 2237474"/>
              <a:gd name="connsiteX161" fmla="*/ 2243069 w 12192000"/>
              <a:gd name="connsiteY161" fmla="*/ 2015111 h 2237474"/>
              <a:gd name="connsiteX162" fmla="*/ 2186609 w 12192000"/>
              <a:gd name="connsiteY162" fmla="*/ 2008263 h 2237474"/>
              <a:gd name="connsiteX163" fmla="*/ 2164831 w 12192000"/>
              <a:gd name="connsiteY163" fmla="*/ 2010143 h 2237474"/>
              <a:gd name="connsiteX164" fmla="*/ 2152836 w 12192000"/>
              <a:gd name="connsiteY164" fmla="*/ 2010048 h 2237474"/>
              <a:gd name="connsiteX165" fmla="*/ 2117102 w 12192000"/>
              <a:gd name="connsiteY165" fmla="*/ 2023004 h 2237474"/>
              <a:gd name="connsiteX166" fmla="*/ 2111935 w 12192000"/>
              <a:gd name="connsiteY166" fmla="*/ 2023163 h 2237474"/>
              <a:gd name="connsiteX167" fmla="*/ 2089991 w 12192000"/>
              <a:gd name="connsiteY167" fmla="*/ 2034193 h 2237474"/>
              <a:gd name="connsiteX168" fmla="*/ 2058061 w 12192000"/>
              <a:gd name="connsiteY168" fmla="*/ 2047942 h 2237474"/>
              <a:gd name="connsiteX169" fmla="*/ 2055737 w 12192000"/>
              <a:gd name="connsiteY169" fmla="*/ 2047704 h 2237474"/>
              <a:gd name="connsiteX170" fmla="*/ 2042244 w 12192000"/>
              <a:gd name="connsiteY170" fmla="*/ 2055560 h 2237474"/>
              <a:gd name="connsiteX171" fmla="*/ 1976224 w 12192000"/>
              <a:gd name="connsiteY171" fmla="*/ 2074257 h 2237474"/>
              <a:gd name="connsiteX172" fmla="*/ 1877728 w 12192000"/>
              <a:gd name="connsiteY172" fmla="*/ 2101004 h 2237474"/>
              <a:gd name="connsiteX173" fmla="*/ 1759056 w 12192000"/>
              <a:gd name="connsiteY173" fmla="*/ 2125608 h 2237474"/>
              <a:gd name="connsiteX174" fmla="*/ 1637948 w 12192000"/>
              <a:gd name="connsiteY174" fmla="*/ 2172597 h 2237474"/>
              <a:gd name="connsiteX175" fmla="*/ 1434549 w 12192000"/>
              <a:gd name="connsiteY175" fmla="*/ 2234522 h 2237474"/>
              <a:gd name="connsiteX176" fmla="*/ 1398481 w 12192000"/>
              <a:gd name="connsiteY176" fmla="*/ 2237074 h 2237474"/>
              <a:gd name="connsiteX177" fmla="*/ 1398407 w 12192000"/>
              <a:gd name="connsiteY177" fmla="*/ 2237095 h 2237474"/>
              <a:gd name="connsiteX178" fmla="*/ 1370962 w 12192000"/>
              <a:gd name="connsiteY178" fmla="*/ 2237474 h 2237474"/>
              <a:gd name="connsiteX179" fmla="*/ 1356367 w 12192000"/>
              <a:gd name="connsiteY179" fmla="*/ 2235089 h 2237474"/>
              <a:gd name="connsiteX180" fmla="*/ 1324828 w 12192000"/>
              <a:gd name="connsiteY180" fmla="*/ 2231968 h 2237474"/>
              <a:gd name="connsiteX181" fmla="*/ 1297744 w 12192000"/>
              <a:gd name="connsiteY181" fmla="*/ 2235849 h 2237474"/>
              <a:gd name="connsiteX182" fmla="*/ 1286236 w 12192000"/>
              <a:gd name="connsiteY182" fmla="*/ 2233135 h 2237474"/>
              <a:gd name="connsiteX183" fmla="*/ 1283504 w 12192000"/>
              <a:gd name="connsiteY183" fmla="*/ 2233797 h 2237474"/>
              <a:gd name="connsiteX184" fmla="*/ 1279765 w 12192000"/>
              <a:gd name="connsiteY184" fmla="*/ 2229639 h 2237474"/>
              <a:gd name="connsiteX185" fmla="*/ 1195347 w 12192000"/>
              <a:gd name="connsiteY185" fmla="*/ 2212354 h 2237474"/>
              <a:gd name="connsiteX186" fmla="*/ 970251 w 12192000"/>
              <a:gd name="connsiteY186" fmla="*/ 2221029 h 2237474"/>
              <a:gd name="connsiteX187" fmla="*/ 812914 w 12192000"/>
              <a:gd name="connsiteY187" fmla="*/ 2202752 h 2237474"/>
              <a:gd name="connsiteX188" fmla="*/ 800195 w 12192000"/>
              <a:gd name="connsiteY188" fmla="*/ 2209407 h 2237474"/>
              <a:gd name="connsiteX189" fmla="*/ 784978 w 12192000"/>
              <a:gd name="connsiteY189" fmla="*/ 2212360 h 2237474"/>
              <a:gd name="connsiteX190" fmla="*/ 681987 w 12192000"/>
              <a:gd name="connsiteY190" fmla="*/ 2216757 h 2237474"/>
              <a:gd name="connsiteX191" fmla="*/ 669923 w 12192000"/>
              <a:gd name="connsiteY191" fmla="*/ 2211682 h 2237474"/>
              <a:gd name="connsiteX192" fmla="*/ 648680 w 12192000"/>
              <a:gd name="connsiteY192" fmla="*/ 2206229 h 2237474"/>
              <a:gd name="connsiteX193" fmla="*/ 597225 w 12192000"/>
              <a:gd name="connsiteY193" fmla="*/ 2180999 h 2237474"/>
              <a:gd name="connsiteX194" fmla="*/ 558449 w 12192000"/>
              <a:gd name="connsiteY194" fmla="*/ 2182346 h 2237474"/>
              <a:gd name="connsiteX195" fmla="*/ 550517 w 12192000"/>
              <a:gd name="connsiteY195" fmla="*/ 2182060 h 2237474"/>
              <a:gd name="connsiteX196" fmla="*/ 550309 w 12192000"/>
              <a:gd name="connsiteY196" fmla="*/ 2181825 h 2237474"/>
              <a:gd name="connsiteX197" fmla="*/ 541836 w 12192000"/>
              <a:gd name="connsiteY197" fmla="*/ 2181063 h 2237474"/>
              <a:gd name="connsiteX198" fmla="*/ 536057 w 12192000"/>
              <a:gd name="connsiteY198" fmla="*/ 2181537 h 2237474"/>
              <a:gd name="connsiteX199" fmla="*/ 520671 w 12192000"/>
              <a:gd name="connsiteY199" fmla="*/ 2180980 h 2237474"/>
              <a:gd name="connsiteX200" fmla="*/ 515024 w 12192000"/>
              <a:gd name="connsiteY200" fmla="*/ 2179258 h 2237474"/>
              <a:gd name="connsiteX201" fmla="*/ 512278 w 12192000"/>
              <a:gd name="connsiteY201" fmla="*/ 2176369 h 2237474"/>
              <a:gd name="connsiteX202" fmla="*/ 480419 w 12192000"/>
              <a:gd name="connsiteY202" fmla="*/ 2167807 h 2237474"/>
              <a:gd name="connsiteX203" fmla="*/ 413835 w 12192000"/>
              <a:gd name="connsiteY203" fmla="*/ 2156783 h 2237474"/>
              <a:gd name="connsiteX204" fmla="*/ 376513 w 12192000"/>
              <a:gd name="connsiteY204" fmla="*/ 2154014 h 2237474"/>
              <a:gd name="connsiteX205" fmla="*/ 273386 w 12192000"/>
              <a:gd name="connsiteY205" fmla="*/ 2142551 h 2237474"/>
              <a:gd name="connsiteX206" fmla="*/ 169207 w 12192000"/>
              <a:gd name="connsiteY206" fmla="*/ 2128100 h 2237474"/>
              <a:gd name="connsiteX207" fmla="*/ 93149 w 12192000"/>
              <a:gd name="connsiteY207" fmla="*/ 2105324 h 2237474"/>
              <a:gd name="connsiteX208" fmla="*/ 88109 w 12192000"/>
              <a:gd name="connsiteY208" fmla="*/ 2106704 h 2237474"/>
              <a:gd name="connsiteX209" fmla="*/ 80022 w 12192000"/>
              <a:gd name="connsiteY209" fmla="*/ 2107254 h 2237474"/>
              <a:gd name="connsiteX210" fmla="*/ 79717 w 12192000"/>
              <a:gd name="connsiteY210" fmla="*/ 2107046 h 2237474"/>
              <a:gd name="connsiteX211" fmla="*/ 72352 w 12192000"/>
              <a:gd name="connsiteY211" fmla="*/ 2107991 h 2237474"/>
              <a:gd name="connsiteX212" fmla="*/ 37645 w 12192000"/>
              <a:gd name="connsiteY212" fmla="*/ 2115401 h 2237474"/>
              <a:gd name="connsiteX213" fmla="*/ 4572 w 12192000"/>
              <a:gd name="connsiteY213" fmla="*/ 2111091 h 2237474"/>
              <a:gd name="connsiteX214" fmla="*/ 0 w 12192000"/>
              <a:gd name="connsiteY214" fmla="*/ 2110468 h 2237474"/>
              <a:gd name="connsiteX215" fmla="*/ 0 w 12192000"/>
              <a:gd name="connsiteY21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11200 w 12192000"/>
              <a:gd name="connsiteY18" fmla="*/ 767513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798048 w 12192000"/>
              <a:gd name="connsiteY23" fmla="*/ 863207 h 2237474"/>
              <a:gd name="connsiteX24" fmla="*/ 9761459 w 12192000"/>
              <a:gd name="connsiteY24" fmla="*/ 862394 h 2237474"/>
              <a:gd name="connsiteX25" fmla="*/ 9705768 w 12192000"/>
              <a:gd name="connsiteY25" fmla="*/ 894610 h 2237474"/>
              <a:gd name="connsiteX26" fmla="*/ 9683005 w 12192000"/>
              <a:gd name="connsiteY26" fmla="*/ 894128 h 2237474"/>
              <a:gd name="connsiteX27" fmla="*/ 9594438 w 12192000"/>
              <a:gd name="connsiteY27" fmla="*/ 919051 h 2237474"/>
              <a:gd name="connsiteX28" fmla="*/ 9577033 w 12192000"/>
              <a:gd name="connsiteY28" fmla="*/ 922857 h 2237474"/>
              <a:gd name="connsiteX29" fmla="*/ 9544189 w 12192000"/>
              <a:gd name="connsiteY29" fmla="*/ 938966 h 2237474"/>
              <a:gd name="connsiteX30" fmla="*/ 9500499 w 12192000"/>
              <a:gd name="connsiteY30" fmla="*/ 954680 h 2237474"/>
              <a:gd name="connsiteX31" fmla="*/ 9428195 w 12192000"/>
              <a:gd name="connsiteY31" fmla="*/ 986225 h 2237474"/>
              <a:gd name="connsiteX32" fmla="*/ 9410017 w 12192000"/>
              <a:gd name="connsiteY32" fmla="*/ 993931 h 2237474"/>
              <a:gd name="connsiteX33" fmla="*/ 9392919 w 12192000"/>
              <a:gd name="connsiteY33" fmla="*/ 994656 h 2237474"/>
              <a:gd name="connsiteX34" fmla="*/ 9278619 w 12192000"/>
              <a:gd name="connsiteY34" fmla="*/ 1011878 h 2237474"/>
              <a:gd name="connsiteX35" fmla="*/ 9268019 w 12192000"/>
              <a:gd name="connsiteY35" fmla="*/ 1007442 h 2237474"/>
              <a:gd name="connsiteX36" fmla="*/ 9234662 w 12192000"/>
              <a:gd name="connsiteY36" fmla="*/ 1023056 h 2237474"/>
              <a:gd name="connsiteX37" fmla="*/ 9181033 w 12192000"/>
              <a:gd name="connsiteY37" fmla="*/ 1037921 h 2237474"/>
              <a:gd name="connsiteX38" fmla="*/ 9155969 w 12192000"/>
              <a:gd name="connsiteY38" fmla="*/ 1046804 h 2237474"/>
              <a:gd name="connsiteX39" fmla="*/ 9133985 w 12192000"/>
              <a:gd name="connsiteY39" fmla="*/ 1046450 h 2237474"/>
              <a:gd name="connsiteX40" fmla="*/ 9012987 w 12192000"/>
              <a:gd name="connsiteY40" fmla="*/ 1061986 h 2237474"/>
              <a:gd name="connsiteX41" fmla="*/ 8968445 w 12192000"/>
              <a:gd name="connsiteY41" fmla="*/ 1052169 h 2237474"/>
              <a:gd name="connsiteX42" fmla="*/ 8958984 w 12192000"/>
              <a:gd name="connsiteY42" fmla="*/ 1057212 h 2237474"/>
              <a:gd name="connsiteX43" fmla="*/ 8886001 w 12192000"/>
              <a:gd name="connsiteY43" fmla="*/ 1067468 h 2237474"/>
              <a:gd name="connsiteX44" fmla="*/ 8838610 w 12192000"/>
              <a:gd name="connsiteY44" fmla="*/ 1075091 h 2237474"/>
              <a:gd name="connsiteX45" fmla="*/ 8750383 w 12192000"/>
              <a:gd name="connsiteY45" fmla="*/ 1097387 h 2237474"/>
              <a:gd name="connsiteX46" fmla="*/ 8697365 w 12192000"/>
              <a:gd name="connsiteY46" fmla="*/ 1105869 h 2237474"/>
              <a:gd name="connsiteX47" fmla="*/ 8665605 w 12192000"/>
              <a:gd name="connsiteY47" fmla="*/ 1110791 h 2237474"/>
              <a:gd name="connsiteX48" fmla="*/ 8584946 w 12192000"/>
              <a:gd name="connsiteY48" fmla="*/ 1135226 h 2237474"/>
              <a:gd name="connsiteX49" fmla="*/ 8460755 w 12192000"/>
              <a:gd name="connsiteY49" fmla="*/ 1203427 h 2237474"/>
              <a:gd name="connsiteX50" fmla="*/ 8419755 w 12192000"/>
              <a:gd name="connsiteY50" fmla="*/ 1216260 h 2237474"/>
              <a:gd name="connsiteX51" fmla="*/ 8411626 w 12192000"/>
              <a:gd name="connsiteY51" fmla="*/ 1214397 h 2237474"/>
              <a:gd name="connsiteX52" fmla="*/ 8363469 w 12192000"/>
              <a:gd name="connsiteY52" fmla="*/ 1246658 h 2237474"/>
              <a:gd name="connsiteX53" fmla="*/ 8275497 w 12192000"/>
              <a:gd name="connsiteY53" fmla="*/ 1264396 h 2237474"/>
              <a:gd name="connsiteX54" fmla="*/ 8206287 w 12192000"/>
              <a:gd name="connsiteY54" fmla="*/ 1273060 h 2237474"/>
              <a:gd name="connsiteX55" fmla="*/ 8168705 w 12192000"/>
              <a:gd name="connsiteY55" fmla="*/ 1279956 h 2237474"/>
              <a:gd name="connsiteX56" fmla="*/ 8139997 w 12192000"/>
              <a:gd name="connsiteY56" fmla="*/ 1282713 h 2237474"/>
              <a:gd name="connsiteX57" fmla="*/ 8074238 w 12192000"/>
              <a:gd name="connsiteY57" fmla="*/ 1301895 h 2237474"/>
              <a:gd name="connsiteX58" fmla="*/ 7968292 w 12192000"/>
              <a:gd name="connsiteY58" fmla="*/ 1338779 h 2237474"/>
              <a:gd name="connsiteX59" fmla="*/ 7945122 w 12192000"/>
              <a:gd name="connsiteY59" fmla="*/ 1345477 h 2237474"/>
              <a:gd name="connsiteX60" fmla="*/ 7902328 w 12192000"/>
              <a:gd name="connsiteY60" fmla="*/ 1345865 h 2237474"/>
              <a:gd name="connsiteX61" fmla="*/ 7875879 w 12192000"/>
              <a:gd name="connsiteY61" fmla="*/ 1345646 h 2237474"/>
              <a:gd name="connsiteX62" fmla="*/ 7840612 w 12192000"/>
              <a:gd name="connsiteY62" fmla="*/ 1369373 h 2237474"/>
              <a:gd name="connsiteX63" fmla="*/ 7786819 w 12192000"/>
              <a:gd name="connsiteY63" fmla="*/ 1378970 h 2237474"/>
              <a:gd name="connsiteX64" fmla="*/ 7548172 w 12192000"/>
              <a:gd name="connsiteY64" fmla="*/ 1417460 h 2237474"/>
              <a:gd name="connsiteX65" fmla="*/ 7483437 w 12192000"/>
              <a:gd name="connsiteY65" fmla="*/ 1478152 h 2237474"/>
              <a:gd name="connsiteX66" fmla="*/ 7377870 w 12192000"/>
              <a:gd name="connsiteY66" fmla="*/ 1523319 h 2237474"/>
              <a:gd name="connsiteX67" fmla="*/ 7230737 w 12192000"/>
              <a:gd name="connsiteY67" fmla="*/ 1562633 h 2237474"/>
              <a:gd name="connsiteX68" fmla="*/ 7224458 w 12192000"/>
              <a:gd name="connsiteY68" fmla="*/ 1573008 h 2237474"/>
              <a:gd name="connsiteX69" fmla="*/ 7213486 w 12192000"/>
              <a:gd name="connsiteY69" fmla="*/ 1580987 h 2237474"/>
              <a:gd name="connsiteX70" fmla="*/ 7183121 w 12192000"/>
              <a:gd name="connsiteY70" fmla="*/ 1595162 h 2237474"/>
              <a:gd name="connsiteX71" fmla="*/ 7164601 w 12192000"/>
              <a:gd name="connsiteY71" fmla="*/ 1606490 h 2237474"/>
              <a:gd name="connsiteX72" fmla="*/ 7092727 w 12192000"/>
              <a:gd name="connsiteY72" fmla="*/ 1623628 h 2237474"/>
              <a:gd name="connsiteX73" fmla="*/ 7031309 w 12192000"/>
              <a:gd name="connsiteY73" fmla="*/ 1619451 h 2237474"/>
              <a:gd name="connsiteX74" fmla="*/ 6999084 w 12192000"/>
              <a:gd name="connsiteY74" fmla="*/ 1634317 h 2237474"/>
              <a:gd name="connsiteX75" fmla="*/ 6992107 w 12192000"/>
              <a:gd name="connsiteY75" fmla="*/ 1636860 h 2237474"/>
              <a:gd name="connsiteX76" fmla="*/ 6991765 w 12192000"/>
              <a:gd name="connsiteY76" fmla="*/ 1636725 h 2237474"/>
              <a:gd name="connsiteX77" fmla="*/ 6900177 w 12192000"/>
              <a:gd name="connsiteY77" fmla="*/ 1636016 h 2237474"/>
              <a:gd name="connsiteX78" fmla="*/ 6795372 w 12192000"/>
              <a:gd name="connsiteY78" fmla="*/ 1644845 h 2237474"/>
              <a:gd name="connsiteX79" fmla="*/ 6692251 w 12192000"/>
              <a:gd name="connsiteY79" fmla="*/ 1656357 h 2237474"/>
              <a:gd name="connsiteX80" fmla="*/ 6655235 w 12192000"/>
              <a:gd name="connsiteY80" fmla="*/ 1661869 h 2237474"/>
              <a:gd name="connsiteX81" fmla="*/ 6587857 w 12192000"/>
              <a:gd name="connsiteY81" fmla="*/ 1665769 h 2237474"/>
              <a:gd name="connsiteX82" fmla="*/ 6554894 w 12192000"/>
              <a:gd name="connsiteY82" fmla="*/ 1664428 h 2237474"/>
              <a:gd name="connsiteX83" fmla="*/ 6516595 w 12192000"/>
              <a:gd name="connsiteY83" fmla="*/ 1667475 h 2237474"/>
              <a:gd name="connsiteX84" fmla="*/ 6508541 w 12192000"/>
              <a:gd name="connsiteY84" fmla="*/ 1668757 h 2237474"/>
              <a:gd name="connsiteX85" fmla="*/ 6471012 w 12192000"/>
              <a:gd name="connsiteY85" fmla="*/ 1678604 h 2237474"/>
              <a:gd name="connsiteX86" fmla="*/ 6415265 w 12192000"/>
              <a:gd name="connsiteY86" fmla="*/ 1665317 h 2237474"/>
              <a:gd name="connsiteX87" fmla="*/ 6364035 w 12192000"/>
              <a:gd name="connsiteY87" fmla="*/ 1667683 h 2237474"/>
              <a:gd name="connsiteX88" fmla="*/ 6280959 w 12192000"/>
              <a:gd name="connsiteY88" fmla="*/ 1689329 h 2237474"/>
              <a:gd name="connsiteX89" fmla="*/ 6243319 w 12192000"/>
              <a:gd name="connsiteY89" fmla="*/ 1695560 h 2237474"/>
              <a:gd name="connsiteX90" fmla="*/ 6098321 w 12192000"/>
              <a:gd name="connsiteY90" fmla="*/ 1721646 h 2237474"/>
              <a:gd name="connsiteX91" fmla="*/ 5880652 w 12192000"/>
              <a:gd name="connsiteY91" fmla="*/ 1779643 h 2237474"/>
              <a:gd name="connsiteX92" fmla="*/ 5785959 w 12192000"/>
              <a:gd name="connsiteY92" fmla="*/ 1775307 h 2237474"/>
              <a:gd name="connsiteX93" fmla="*/ 5643534 w 12192000"/>
              <a:gd name="connsiteY93" fmla="*/ 1802919 h 2237474"/>
              <a:gd name="connsiteX94" fmla="*/ 5518799 w 12192000"/>
              <a:gd name="connsiteY94" fmla="*/ 1818312 h 2237474"/>
              <a:gd name="connsiteX95" fmla="*/ 5505014 w 12192000"/>
              <a:gd name="connsiteY95" fmla="*/ 1819259 h 2237474"/>
              <a:gd name="connsiteX96" fmla="*/ 5453307 w 12192000"/>
              <a:gd name="connsiteY96" fmla="*/ 1815450 h 2237474"/>
              <a:gd name="connsiteX97" fmla="*/ 5364192 w 12192000"/>
              <a:gd name="connsiteY97" fmla="*/ 1826074 h 2237474"/>
              <a:gd name="connsiteX98" fmla="*/ 5350380 w 12192000"/>
              <a:gd name="connsiteY98" fmla="*/ 1830891 h 2237474"/>
              <a:gd name="connsiteX99" fmla="*/ 5259633 w 12192000"/>
              <a:gd name="connsiteY99" fmla="*/ 1837160 h 2237474"/>
              <a:gd name="connsiteX100" fmla="*/ 5197513 w 12192000"/>
              <a:gd name="connsiteY100" fmla="*/ 1844718 h 2237474"/>
              <a:gd name="connsiteX101" fmla="*/ 5168852 w 12192000"/>
              <a:gd name="connsiteY101" fmla="*/ 1844846 h 2237474"/>
              <a:gd name="connsiteX102" fmla="*/ 5114927 w 12192000"/>
              <a:gd name="connsiteY102" fmla="*/ 1847827 h 2237474"/>
              <a:gd name="connsiteX103" fmla="*/ 5108970 w 12192000"/>
              <a:gd name="connsiteY103" fmla="*/ 1847935 h 2237474"/>
              <a:gd name="connsiteX104" fmla="*/ 5067961 w 12192000"/>
              <a:gd name="connsiteY104" fmla="*/ 1845917 h 2237474"/>
              <a:gd name="connsiteX105" fmla="*/ 5007075 w 12192000"/>
              <a:gd name="connsiteY105" fmla="*/ 1838626 h 2237474"/>
              <a:gd name="connsiteX106" fmla="*/ 4944087 w 12192000"/>
              <a:gd name="connsiteY106" fmla="*/ 1823332 h 2237474"/>
              <a:gd name="connsiteX107" fmla="*/ 4907662 w 12192000"/>
              <a:gd name="connsiteY107" fmla="*/ 1816900 h 2237474"/>
              <a:gd name="connsiteX108" fmla="*/ 4882386 w 12192000"/>
              <a:gd name="connsiteY108" fmla="*/ 1809844 h 2237474"/>
              <a:gd name="connsiteX109" fmla="*/ 4811440 w 12192000"/>
              <a:gd name="connsiteY109" fmla="*/ 1804655 h 2237474"/>
              <a:gd name="connsiteX110" fmla="*/ 4691075 w 12192000"/>
              <a:gd name="connsiteY110" fmla="*/ 1801389 h 2237474"/>
              <a:gd name="connsiteX111" fmla="*/ 4611738 w 12192000"/>
              <a:gd name="connsiteY111" fmla="*/ 1776964 h 2237474"/>
              <a:gd name="connsiteX112" fmla="*/ 4560070 w 12192000"/>
              <a:gd name="connsiteY112" fmla="*/ 1785640 h 2237474"/>
              <a:gd name="connsiteX113" fmla="*/ 4536503 w 12192000"/>
              <a:gd name="connsiteY113" fmla="*/ 1785334 h 2237474"/>
              <a:gd name="connsiteX114" fmla="*/ 4513724 w 12192000"/>
              <a:gd name="connsiteY114" fmla="*/ 1791996 h 2237474"/>
              <a:gd name="connsiteX115" fmla="*/ 4459810 w 12192000"/>
              <a:gd name="connsiteY115" fmla="*/ 1797886 h 2237474"/>
              <a:gd name="connsiteX116" fmla="*/ 4379064 w 12192000"/>
              <a:gd name="connsiteY116" fmla="*/ 1817177 h 2237474"/>
              <a:gd name="connsiteX117" fmla="*/ 4319209 w 12192000"/>
              <a:gd name="connsiteY117" fmla="*/ 1834833 h 2237474"/>
              <a:gd name="connsiteX118" fmla="*/ 4290981 w 12192000"/>
              <a:gd name="connsiteY118" fmla="*/ 1839677 h 2237474"/>
              <a:gd name="connsiteX119" fmla="*/ 4285792 w 12192000"/>
              <a:gd name="connsiteY119" fmla="*/ 1836231 h 2237474"/>
              <a:gd name="connsiteX120" fmla="*/ 4238372 w 12192000"/>
              <a:gd name="connsiteY120" fmla="*/ 1851480 h 2237474"/>
              <a:gd name="connsiteX121" fmla="*/ 4232517 w 12192000"/>
              <a:gd name="connsiteY121" fmla="*/ 1852567 h 2237474"/>
              <a:gd name="connsiteX122" fmla="*/ 4191732 w 12192000"/>
              <a:gd name="connsiteY122" fmla="*/ 1857328 h 2237474"/>
              <a:gd name="connsiteX123" fmla="*/ 4065532 w 12192000"/>
              <a:gd name="connsiteY123" fmla="*/ 1855477 h 2237474"/>
              <a:gd name="connsiteX124" fmla="*/ 4028460 w 12192000"/>
              <a:gd name="connsiteY124" fmla="*/ 1855137 h 2237474"/>
              <a:gd name="connsiteX125" fmla="*/ 4002267 w 12192000"/>
              <a:gd name="connsiteY125" fmla="*/ 1852352 h 2237474"/>
              <a:gd name="connsiteX126" fmla="*/ 3931396 w 12192000"/>
              <a:gd name="connsiteY126" fmla="*/ 1858915 h 2237474"/>
              <a:gd name="connsiteX127" fmla="*/ 3812162 w 12192000"/>
              <a:gd name="connsiteY127" fmla="*/ 1875501 h 2237474"/>
              <a:gd name="connsiteX128" fmla="*/ 3729530 w 12192000"/>
              <a:gd name="connsiteY128" fmla="*/ 1864513 h 2237474"/>
              <a:gd name="connsiteX129" fmla="*/ 3680177 w 12192000"/>
              <a:gd name="connsiteY129" fmla="*/ 1881552 h 2237474"/>
              <a:gd name="connsiteX130" fmla="*/ 3567259 w 12192000"/>
              <a:gd name="connsiteY130" fmla="*/ 1893482 h 2237474"/>
              <a:gd name="connsiteX131" fmla="*/ 3405770 w 12192000"/>
              <a:gd name="connsiteY131" fmla="*/ 1904591 h 2237474"/>
              <a:gd name="connsiteX132" fmla="*/ 3280097 w 12192000"/>
              <a:gd name="connsiteY132" fmla="*/ 1919610 h 2237474"/>
              <a:gd name="connsiteX133" fmla="*/ 3123424 w 12192000"/>
              <a:gd name="connsiteY133" fmla="*/ 1952930 h 2237474"/>
              <a:gd name="connsiteX134" fmla="*/ 3009910 w 12192000"/>
              <a:gd name="connsiteY134" fmla="*/ 1957866 h 2237474"/>
              <a:gd name="connsiteX135" fmla="*/ 2995934 w 12192000"/>
              <a:gd name="connsiteY135" fmla="*/ 1967085 h 2237474"/>
              <a:gd name="connsiteX136" fmla="*/ 2980071 w 12192000"/>
              <a:gd name="connsiteY136" fmla="*/ 1972988 h 2237474"/>
              <a:gd name="connsiteX137" fmla="*/ 2978094 w 12192000"/>
              <a:gd name="connsiteY137" fmla="*/ 1972369 h 2237474"/>
              <a:gd name="connsiteX138" fmla="*/ 2942858 w 12192000"/>
              <a:gd name="connsiteY138" fmla="*/ 1981367 h 2237474"/>
              <a:gd name="connsiteX139" fmla="*/ 2875436 w 12192000"/>
              <a:gd name="connsiteY139" fmla="*/ 1996977 h 2237474"/>
              <a:gd name="connsiteX140" fmla="*/ 2874892 w 12192000"/>
              <a:gd name="connsiteY140" fmla="*/ 1996085 h 2237474"/>
              <a:gd name="connsiteX141" fmla="*/ 2864145 w 12192000"/>
              <a:gd name="connsiteY141" fmla="*/ 1994061 h 2237474"/>
              <a:gd name="connsiteX142" fmla="*/ 2843662 w 12192000"/>
              <a:gd name="connsiteY142" fmla="*/ 1992498 h 2237474"/>
              <a:gd name="connsiteX143" fmla="*/ 2796128 w 12192000"/>
              <a:gd name="connsiteY143" fmla="*/ 1976403 h 2237474"/>
              <a:gd name="connsiteX144" fmla="*/ 2756784 w 12192000"/>
              <a:gd name="connsiteY144" fmla="*/ 1985116 h 2237474"/>
              <a:gd name="connsiteX145" fmla="*/ 2748833 w 12192000"/>
              <a:gd name="connsiteY145" fmla="*/ 1986323 h 2237474"/>
              <a:gd name="connsiteX146" fmla="*/ 2748661 w 12192000"/>
              <a:gd name="connsiteY146" fmla="*/ 1986122 h 2237474"/>
              <a:gd name="connsiteX147" fmla="*/ 2740251 w 12192000"/>
              <a:gd name="connsiteY147" fmla="*/ 1986946 h 2237474"/>
              <a:gd name="connsiteX148" fmla="*/ 2718916 w 12192000"/>
              <a:gd name="connsiteY148" fmla="*/ 1990867 h 2237474"/>
              <a:gd name="connsiteX149" fmla="*/ 2713522 w 12192000"/>
              <a:gd name="connsiteY149" fmla="*/ 1990173 h 2237474"/>
              <a:gd name="connsiteX150" fmla="*/ 2680597 w 12192000"/>
              <a:gd name="connsiteY150" fmla="*/ 1984996 h 2237474"/>
              <a:gd name="connsiteX151" fmla="*/ 2578178 w 12192000"/>
              <a:gd name="connsiteY151" fmla="*/ 1990531 h 2237474"/>
              <a:gd name="connsiteX152" fmla="*/ 2476147 w 12192000"/>
              <a:gd name="connsiteY152" fmla="*/ 1998305 h 2237474"/>
              <a:gd name="connsiteX153" fmla="*/ 2373568 w 12192000"/>
              <a:gd name="connsiteY153" fmla="*/ 2003219 h 2237474"/>
              <a:gd name="connsiteX154" fmla="*/ 2321399 w 12192000"/>
              <a:gd name="connsiteY154" fmla="*/ 1989467 h 2237474"/>
              <a:gd name="connsiteX155" fmla="*/ 2315525 w 12192000"/>
              <a:gd name="connsiteY155" fmla="*/ 1989708 h 2237474"/>
              <a:gd name="connsiteX156" fmla="*/ 2300792 w 12192000"/>
              <a:gd name="connsiteY156" fmla="*/ 1994290 h 2237474"/>
              <a:gd name="connsiteX157" fmla="*/ 2295469 w 12192000"/>
              <a:gd name="connsiteY157" fmla="*/ 1996659 h 2237474"/>
              <a:gd name="connsiteX158" fmla="*/ 2287219 w 12192000"/>
              <a:gd name="connsiteY158" fmla="*/ 1998750 h 2237474"/>
              <a:gd name="connsiteX159" fmla="*/ 2286948 w 12192000"/>
              <a:gd name="connsiteY159" fmla="*/ 1998596 h 2237474"/>
              <a:gd name="connsiteX160" fmla="*/ 2243069 w 12192000"/>
              <a:gd name="connsiteY160" fmla="*/ 2015111 h 2237474"/>
              <a:gd name="connsiteX161" fmla="*/ 2186609 w 12192000"/>
              <a:gd name="connsiteY161" fmla="*/ 2008263 h 2237474"/>
              <a:gd name="connsiteX162" fmla="*/ 2164831 w 12192000"/>
              <a:gd name="connsiteY162" fmla="*/ 2010143 h 2237474"/>
              <a:gd name="connsiteX163" fmla="*/ 2152836 w 12192000"/>
              <a:gd name="connsiteY163" fmla="*/ 2010048 h 2237474"/>
              <a:gd name="connsiteX164" fmla="*/ 2117102 w 12192000"/>
              <a:gd name="connsiteY164" fmla="*/ 2023004 h 2237474"/>
              <a:gd name="connsiteX165" fmla="*/ 2111935 w 12192000"/>
              <a:gd name="connsiteY165" fmla="*/ 2023163 h 2237474"/>
              <a:gd name="connsiteX166" fmla="*/ 2089991 w 12192000"/>
              <a:gd name="connsiteY166" fmla="*/ 2034193 h 2237474"/>
              <a:gd name="connsiteX167" fmla="*/ 2058061 w 12192000"/>
              <a:gd name="connsiteY167" fmla="*/ 2047942 h 2237474"/>
              <a:gd name="connsiteX168" fmla="*/ 2055737 w 12192000"/>
              <a:gd name="connsiteY168" fmla="*/ 2047704 h 2237474"/>
              <a:gd name="connsiteX169" fmla="*/ 2042244 w 12192000"/>
              <a:gd name="connsiteY169" fmla="*/ 2055560 h 2237474"/>
              <a:gd name="connsiteX170" fmla="*/ 1976224 w 12192000"/>
              <a:gd name="connsiteY170" fmla="*/ 2074257 h 2237474"/>
              <a:gd name="connsiteX171" fmla="*/ 1877728 w 12192000"/>
              <a:gd name="connsiteY171" fmla="*/ 2101004 h 2237474"/>
              <a:gd name="connsiteX172" fmla="*/ 1759056 w 12192000"/>
              <a:gd name="connsiteY172" fmla="*/ 2125608 h 2237474"/>
              <a:gd name="connsiteX173" fmla="*/ 1637948 w 12192000"/>
              <a:gd name="connsiteY173" fmla="*/ 2172597 h 2237474"/>
              <a:gd name="connsiteX174" fmla="*/ 1434549 w 12192000"/>
              <a:gd name="connsiteY174" fmla="*/ 2234522 h 2237474"/>
              <a:gd name="connsiteX175" fmla="*/ 1398481 w 12192000"/>
              <a:gd name="connsiteY175" fmla="*/ 2237074 h 2237474"/>
              <a:gd name="connsiteX176" fmla="*/ 1398407 w 12192000"/>
              <a:gd name="connsiteY176" fmla="*/ 2237095 h 2237474"/>
              <a:gd name="connsiteX177" fmla="*/ 1370962 w 12192000"/>
              <a:gd name="connsiteY177" fmla="*/ 2237474 h 2237474"/>
              <a:gd name="connsiteX178" fmla="*/ 1356367 w 12192000"/>
              <a:gd name="connsiteY178" fmla="*/ 2235089 h 2237474"/>
              <a:gd name="connsiteX179" fmla="*/ 1324828 w 12192000"/>
              <a:gd name="connsiteY179" fmla="*/ 2231968 h 2237474"/>
              <a:gd name="connsiteX180" fmla="*/ 1297744 w 12192000"/>
              <a:gd name="connsiteY180" fmla="*/ 2235849 h 2237474"/>
              <a:gd name="connsiteX181" fmla="*/ 1286236 w 12192000"/>
              <a:gd name="connsiteY181" fmla="*/ 2233135 h 2237474"/>
              <a:gd name="connsiteX182" fmla="*/ 1283504 w 12192000"/>
              <a:gd name="connsiteY182" fmla="*/ 2233797 h 2237474"/>
              <a:gd name="connsiteX183" fmla="*/ 1279765 w 12192000"/>
              <a:gd name="connsiteY183" fmla="*/ 2229639 h 2237474"/>
              <a:gd name="connsiteX184" fmla="*/ 1195347 w 12192000"/>
              <a:gd name="connsiteY184" fmla="*/ 2212354 h 2237474"/>
              <a:gd name="connsiteX185" fmla="*/ 970251 w 12192000"/>
              <a:gd name="connsiteY185" fmla="*/ 2221029 h 2237474"/>
              <a:gd name="connsiteX186" fmla="*/ 812914 w 12192000"/>
              <a:gd name="connsiteY186" fmla="*/ 2202752 h 2237474"/>
              <a:gd name="connsiteX187" fmla="*/ 800195 w 12192000"/>
              <a:gd name="connsiteY187" fmla="*/ 2209407 h 2237474"/>
              <a:gd name="connsiteX188" fmla="*/ 784978 w 12192000"/>
              <a:gd name="connsiteY188" fmla="*/ 2212360 h 2237474"/>
              <a:gd name="connsiteX189" fmla="*/ 681987 w 12192000"/>
              <a:gd name="connsiteY189" fmla="*/ 2216757 h 2237474"/>
              <a:gd name="connsiteX190" fmla="*/ 669923 w 12192000"/>
              <a:gd name="connsiteY190" fmla="*/ 2211682 h 2237474"/>
              <a:gd name="connsiteX191" fmla="*/ 648680 w 12192000"/>
              <a:gd name="connsiteY191" fmla="*/ 2206229 h 2237474"/>
              <a:gd name="connsiteX192" fmla="*/ 597225 w 12192000"/>
              <a:gd name="connsiteY192" fmla="*/ 2180999 h 2237474"/>
              <a:gd name="connsiteX193" fmla="*/ 558449 w 12192000"/>
              <a:gd name="connsiteY193" fmla="*/ 2182346 h 2237474"/>
              <a:gd name="connsiteX194" fmla="*/ 550517 w 12192000"/>
              <a:gd name="connsiteY194" fmla="*/ 2182060 h 2237474"/>
              <a:gd name="connsiteX195" fmla="*/ 550309 w 12192000"/>
              <a:gd name="connsiteY195" fmla="*/ 2181825 h 2237474"/>
              <a:gd name="connsiteX196" fmla="*/ 541836 w 12192000"/>
              <a:gd name="connsiteY196" fmla="*/ 2181063 h 2237474"/>
              <a:gd name="connsiteX197" fmla="*/ 536057 w 12192000"/>
              <a:gd name="connsiteY197" fmla="*/ 2181537 h 2237474"/>
              <a:gd name="connsiteX198" fmla="*/ 520671 w 12192000"/>
              <a:gd name="connsiteY198" fmla="*/ 2180980 h 2237474"/>
              <a:gd name="connsiteX199" fmla="*/ 515024 w 12192000"/>
              <a:gd name="connsiteY199" fmla="*/ 2179258 h 2237474"/>
              <a:gd name="connsiteX200" fmla="*/ 512278 w 12192000"/>
              <a:gd name="connsiteY200" fmla="*/ 2176369 h 2237474"/>
              <a:gd name="connsiteX201" fmla="*/ 480419 w 12192000"/>
              <a:gd name="connsiteY201" fmla="*/ 2167807 h 2237474"/>
              <a:gd name="connsiteX202" fmla="*/ 413835 w 12192000"/>
              <a:gd name="connsiteY202" fmla="*/ 2156783 h 2237474"/>
              <a:gd name="connsiteX203" fmla="*/ 376513 w 12192000"/>
              <a:gd name="connsiteY203" fmla="*/ 2154014 h 2237474"/>
              <a:gd name="connsiteX204" fmla="*/ 273386 w 12192000"/>
              <a:gd name="connsiteY204" fmla="*/ 2142551 h 2237474"/>
              <a:gd name="connsiteX205" fmla="*/ 169207 w 12192000"/>
              <a:gd name="connsiteY205" fmla="*/ 2128100 h 2237474"/>
              <a:gd name="connsiteX206" fmla="*/ 93149 w 12192000"/>
              <a:gd name="connsiteY206" fmla="*/ 2105324 h 2237474"/>
              <a:gd name="connsiteX207" fmla="*/ 88109 w 12192000"/>
              <a:gd name="connsiteY207" fmla="*/ 2106704 h 2237474"/>
              <a:gd name="connsiteX208" fmla="*/ 80022 w 12192000"/>
              <a:gd name="connsiteY208" fmla="*/ 2107254 h 2237474"/>
              <a:gd name="connsiteX209" fmla="*/ 79717 w 12192000"/>
              <a:gd name="connsiteY209" fmla="*/ 2107046 h 2237474"/>
              <a:gd name="connsiteX210" fmla="*/ 72352 w 12192000"/>
              <a:gd name="connsiteY210" fmla="*/ 2107991 h 2237474"/>
              <a:gd name="connsiteX211" fmla="*/ 37645 w 12192000"/>
              <a:gd name="connsiteY211" fmla="*/ 2115401 h 2237474"/>
              <a:gd name="connsiteX212" fmla="*/ 4572 w 12192000"/>
              <a:gd name="connsiteY212" fmla="*/ 2111091 h 2237474"/>
              <a:gd name="connsiteX213" fmla="*/ 0 w 12192000"/>
              <a:gd name="connsiteY213" fmla="*/ 2110468 h 2237474"/>
              <a:gd name="connsiteX214" fmla="*/ 0 w 12192000"/>
              <a:gd name="connsiteY214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11200 w 12192000"/>
              <a:gd name="connsiteY18" fmla="*/ 767513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798048 w 12192000"/>
              <a:gd name="connsiteY23" fmla="*/ 863207 h 2237474"/>
              <a:gd name="connsiteX24" fmla="*/ 9761459 w 12192000"/>
              <a:gd name="connsiteY24" fmla="*/ 862394 h 2237474"/>
              <a:gd name="connsiteX25" fmla="*/ 9705768 w 12192000"/>
              <a:gd name="connsiteY25" fmla="*/ 894610 h 2237474"/>
              <a:gd name="connsiteX26" fmla="*/ 9683005 w 12192000"/>
              <a:gd name="connsiteY26" fmla="*/ 894128 h 2237474"/>
              <a:gd name="connsiteX27" fmla="*/ 9594438 w 12192000"/>
              <a:gd name="connsiteY27" fmla="*/ 919051 h 2237474"/>
              <a:gd name="connsiteX28" fmla="*/ 9577033 w 12192000"/>
              <a:gd name="connsiteY28" fmla="*/ 922857 h 2237474"/>
              <a:gd name="connsiteX29" fmla="*/ 9544189 w 12192000"/>
              <a:gd name="connsiteY29" fmla="*/ 938966 h 2237474"/>
              <a:gd name="connsiteX30" fmla="*/ 9500499 w 12192000"/>
              <a:gd name="connsiteY30" fmla="*/ 954680 h 2237474"/>
              <a:gd name="connsiteX31" fmla="*/ 9428195 w 12192000"/>
              <a:gd name="connsiteY31" fmla="*/ 986225 h 2237474"/>
              <a:gd name="connsiteX32" fmla="*/ 9410017 w 12192000"/>
              <a:gd name="connsiteY32" fmla="*/ 993931 h 2237474"/>
              <a:gd name="connsiteX33" fmla="*/ 9392919 w 12192000"/>
              <a:gd name="connsiteY33" fmla="*/ 994656 h 2237474"/>
              <a:gd name="connsiteX34" fmla="*/ 9278619 w 12192000"/>
              <a:gd name="connsiteY34" fmla="*/ 1011878 h 2237474"/>
              <a:gd name="connsiteX35" fmla="*/ 9268019 w 12192000"/>
              <a:gd name="connsiteY35" fmla="*/ 1007442 h 2237474"/>
              <a:gd name="connsiteX36" fmla="*/ 9234662 w 12192000"/>
              <a:gd name="connsiteY36" fmla="*/ 1023056 h 2237474"/>
              <a:gd name="connsiteX37" fmla="*/ 9181033 w 12192000"/>
              <a:gd name="connsiteY37" fmla="*/ 1037921 h 2237474"/>
              <a:gd name="connsiteX38" fmla="*/ 9155969 w 12192000"/>
              <a:gd name="connsiteY38" fmla="*/ 1046804 h 2237474"/>
              <a:gd name="connsiteX39" fmla="*/ 9133985 w 12192000"/>
              <a:gd name="connsiteY39" fmla="*/ 1046450 h 2237474"/>
              <a:gd name="connsiteX40" fmla="*/ 9012987 w 12192000"/>
              <a:gd name="connsiteY40" fmla="*/ 1061986 h 2237474"/>
              <a:gd name="connsiteX41" fmla="*/ 8968445 w 12192000"/>
              <a:gd name="connsiteY41" fmla="*/ 1052169 h 2237474"/>
              <a:gd name="connsiteX42" fmla="*/ 8958984 w 12192000"/>
              <a:gd name="connsiteY42" fmla="*/ 1057212 h 2237474"/>
              <a:gd name="connsiteX43" fmla="*/ 8886001 w 12192000"/>
              <a:gd name="connsiteY43" fmla="*/ 1067468 h 2237474"/>
              <a:gd name="connsiteX44" fmla="*/ 8838610 w 12192000"/>
              <a:gd name="connsiteY44" fmla="*/ 1075091 h 2237474"/>
              <a:gd name="connsiteX45" fmla="*/ 8750383 w 12192000"/>
              <a:gd name="connsiteY45" fmla="*/ 1097387 h 2237474"/>
              <a:gd name="connsiteX46" fmla="*/ 8697365 w 12192000"/>
              <a:gd name="connsiteY46" fmla="*/ 1105869 h 2237474"/>
              <a:gd name="connsiteX47" fmla="*/ 8665605 w 12192000"/>
              <a:gd name="connsiteY47" fmla="*/ 1110791 h 2237474"/>
              <a:gd name="connsiteX48" fmla="*/ 8584946 w 12192000"/>
              <a:gd name="connsiteY48" fmla="*/ 1135226 h 2237474"/>
              <a:gd name="connsiteX49" fmla="*/ 8460755 w 12192000"/>
              <a:gd name="connsiteY49" fmla="*/ 1203427 h 2237474"/>
              <a:gd name="connsiteX50" fmla="*/ 8419755 w 12192000"/>
              <a:gd name="connsiteY50" fmla="*/ 1216260 h 2237474"/>
              <a:gd name="connsiteX51" fmla="*/ 8411626 w 12192000"/>
              <a:gd name="connsiteY51" fmla="*/ 1214397 h 2237474"/>
              <a:gd name="connsiteX52" fmla="*/ 8363469 w 12192000"/>
              <a:gd name="connsiteY52" fmla="*/ 1246658 h 2237474"/>
              <a:gd name="connsiteX53" fmla="*/ 8275497 w 12192000"/>
              <a:gd name="connsiteY53" fmla="*/ 1264396 h 2237474"/>
              <a:gd name="connsiteX54" fmla="*/ 8206287 w 12192000"/>
              <a:gd name="connsiteY54" fmla="*/ 1273060 h 2237474"/>
              <a:gd name="connsiteX55" fmla="*/ 8168705 w 12192000"/>
              <a:gd name="connsiteY55" fmla="*/ 1279956 h 2237474"/>
              <a:gd name="connsiteX56" fmla="*/ 8139997 w 12192000"/>
              <a:gd name="connsiteY56" fmla="*/ 1282713 h 2237474"/>
              <a:gd name="connsiteX57" fmla="*/ 8074238 w 12192000"/>
              <a:gd name="connsiteY57" fmla="*/ 1301895 h 2237474"/>
              <a:gd name="connsiteX58" fmla="*/ 7968292 w 12192000"/>
              <a:gd name="connsiteY58" fmla="*/ 1338779 h 2237474"/>
              <a:gd name="connsiteX59" fmla="*/ 7945122 w 12192000"/>
              <a:gd name="connsiteY59" fmla="*/ 1345477 h 2237474"/>
              <a:gd name="connsiteX60" fmla="*/ 7902328 w 12192000"/>
              <a:gd name="connsiteY60" fmla="*/ 1345865 h 2237474"/>
              <a:gd name="connsiteX61" fmla="*/ 7875879 w 12192000"/>
              <a:gd name="connsiteY61" fmla="*/ 1345646 h 2237474"/>
              <a:gd name="connsiteX62" fmla="*/ 7840612 w 12192000"/>
              <a:gd name="connsiteY62" fmla="*/ 1369373 h 2237474"/>
              <a:gd name="connsiteX63" fmla="*/ 7786819 w 12192000"/>
              <a:gd name="connsiteY63" fmla="*/ 1378970 h 2237474"/>
              <a:gd name="connsiteX64" fmla="*/ 7548172 w 12192000"/>
              <a:gd name="connsiteY64" fmla="*/ 1417460 h 2237474"/>
              <a:gd name="connsiteX65" fmla="*/ 7483437 w 12192000"/>
              <a:gd name="connsiteY65" fmla="*/ 1478152 h 2237474"/>
              <a:gd name="connsiteX66" fmla="*/ 7377870 w 12192000"/>
              <a:gd name="connsiteY66" fmla="*/ 1523319 h 2237474"/>
              <a:gd name="connsiteX67" fmla="*/ 7230737 w 12192000"/>
              <a:gd name="connsiteY67" fmla="*/ 1562633 h 2237474"/>
              <a:gd name="connsiteX68" fmla="*/ 7224458 w 12192000"/>
              <a:gd name="connsiteY68" fmla="*/ 1573008 h 2237474"/>
              <a:gd name="connsiteX69" fmla="*/ 7183121 w 12192000"/>
              <a:gd name="connsiteY69" fmla="*/ 1595162 h 2237474"/>
              <a:gd name="connsiteX70" fmla="*/ 7164601 w 12192000"/>
              <a:gd name="connsiteY70" fmla="*/ 1606490 h 2237474"/>
              <a:gd name="connsiteX71" fmla="*/ 7092727 w 12192000"/>
              <a:gd name="connsiteY71" fmla="*/ 1623628 h 2237474"/>
              <a:gd name="connsiteX72" fmla="*/ 7031309 w 12192000"/>
              <a:gd name="connsiteY72" fmla="*/ 1619451 h 2237474"/>
              <a:gd name="connsiteX73" fmla="*/ 6999084 w 12192000"/>
              <a:gd name="connsiteY73" fmla="*/ 1634317 h 2237474"/>
              <a:gd name="connsiteX74" fmla="*/ 6992107 w 12192000"/>
              <a:gd name="connsiteY74" fmla="*/ 1636860 h 2237474"/>
              <a:gd name="connsiteX75" fmla="*/ 6991765 w 12192000"/>
              <a:gd name="connsiteY75" fmla="*/ 1636725 h 2237474"/>
              <a:gd name="connsiteX76" fmla="*/ 6900177 w 12192000"/>
              <a:gd name="connsiteY76" fmla="*/ 1636016 h 2237474"/>
              <a:gd name="connsiteX77" fmla="*/ 6795372 w 12192000"/>
              <a:gd name="connsiteY77" fmla="*/ 1644845 h 2237474"/>
              <a:gd name="connsiteX78" fmla="*/ 6692251 w 12192000"/>
              <a:gd name="connsiteY78" fmla="*/ 1656357 h 2237474"/>
              <a:gd name="connsiteX79" fmla="*/ 6655235 w 12192000"/>
              <a:gd name="connsiteY79" fmla="*/ 1661869 h 2237474"/>
              <a:gd name="connsiteX80" fmla="*/ 6587857 w 12192000"/>
              <a:gd name="connsiteY80" fmla="*/ 1665769 h 2237474"/>
              <a:gd name="connsiteX81" fmla="*/ 6554894 w 12192000"/>
              <a:gd name="connsiteY81" fmla="*/ 1664428 h 2237474"/>
              <a:gd name="connsiteX82" fmla="*/ 6516595 w 12192000"/>
              <a:gd name="connsiteY82" fmla="*/ 1667475 h 2237474"/>
              <a:gd name="connsiteX83" fmla="*/ 6508541 w 12192000"/>
              <a:gd name="connsiteY83" fmla="*/ 1668757 h 2237474"/>
              <a:gd name="connsiteX84" fmla="*/ 6471012 w 12192000"/>
              <a:gd name="connsiteY84" fmla="*/ 1678604 h 2237474"/>
              <a:gd name="connsiteX85" fmla="*/ 6415265 w 12192000"/>
              <a:gd name="connsiteY85" fmla="*/ 1665317 h 2237474"/>
              <a:gd name="connsiteX86" fmla="*/ 6364035 w 12192000"/>
              <a:gd name="connsiteY86" fmla="*/ 1667683 h 2237474"/>
              <a:gd name="connsiteX87" fmla="*/ 6280959 w 12192000"/>
              <a:gd name="connsiteY87" fmla="*/ 1689329 h 2237474"/>
              <a:gd name="connsiteX88" fmla="*/ 6243319 w 12192000"/>
              <a:gd name="connsiteY88" fmla="*/ 1695560 h 2237474"/>
              <a:gd name="connsiteX89" fmla="*/ 6098321 w 12192000"/>
              <a:gd name="connsiteY89" fmla="*/ 1721646 h 2237474"/>
              <a:gd name="connsiteX90" fmla="*/ 5880652 w 12192000"/>
              <a:gd name="connsiteY90" fmla="*/ 1779643 h 2237474"/>
              <a:gd name="connsiteX91" fmla="*/ 5785959 w 12192000"/>
              <a:gd name="connsiteY91" fmla="*/ 1775307 h 2237474"/>
              <a:gd name="connsiteX92" fmla="*/ 5643534 w 12192000"/>
              <a:gd name="connsiteY92" fmla="*/ 1802919 h 2237474"/>
              <a:gd name="connsiteX93" fmla="*/ 5518799 w 12192000"/>
              <a:gd name="connsiteY93" fmla="*/ 1818312 h 2237474"/>
              <a:gd name="connsiteX94" fmla="*/ 5505014 w 12192000"/>
              <a:gd name="connsiteY94" fmla="*/ 1819259 h 2237474"/>
              <a:gd name="connsiteX95" fmla="*/ 5453307 w 12192000"/>
              <a:gd name="connsiteY95" fmla="*/ 1815450 h 2237474"/>
              <a:gd name="connsiteX96" fmla="*/ 5364192 w 12192000"/>
              <a:gd name="connsiteY96" fmla="*/ 1826074 h 2237474"/>
              <a:gd name="connsiteX97" fmla="*/ 5350380 w 12192000"/>
              <a:gd name="connsiteY97" fmla="*/ 1830891 h 2237474"/>
              <a:gd name="connsiteX98" fmla="*/ 5259633 w 12192000"/>
              <a:gd name="connsiteY98" fmla="*/ 1837160 h 2237474"/>
              <a:gd name="connsiteX99" fmla="*/ 5197513 w 12192000"/>
              <a:gd name="connsiteY99" fmla="*/ 1844718 h 2237474"/>
              <a:gd name="connsiteX100" fmla="*/ 5168852 w 12192000"/>
              <a:gd name="connsiteY100" fmla="*/ 1844846 h 2237474"/>
              <a:gd name="connsiteX101" fmla="*/ 5114927 w 12192000"/>
              <a:gd name="connsiteY101" fmla="*/ 1847827 h 2237474"/>
              <a:gd name="connsiteX102" fmla="*/ 5108970 w 12192000"/>
              <a:gd name="connsiteY102" fmla="*/ 1847935 h 2237474"/>
              <a:gd name="connsiteX103" fmla="*/ 5067961 w 12192000"/>
              <a:gd name="connsiteY103" fmla="*/ 1845917 h 2237474"/>
              <a:gd name="connsiteX104" fmla="*/ 5007075 w 12192000"/>
              <a:gd name="connsiteY104" fmla="*/ 1838626 h 2237474"/>
              <a:gd name="connsiteX105" fmla="*/ 4944087 w 12192000"/>
              <a:gd name="connsiteY105" fmla="*/ 1823332 h 2237474"/>
              <a:gd name="connsiteX106" fmla="*/ 4907662 w 12192000"/>
              <a:gd name="connsiteY106" fmla="*/ 1816900 h 2237474"/>
              <a:gd name="connsiteX107" fmla="*/ 4882386 w 12192000"/>
              <a:gd name="connsiteY107" fmla="*/ 1809844 h 2237474"/>
              <a:gd name="connsiteX108" fmla="*/ 4811440 w 12192000"/>
              <a:gd name="connsiteY108" fmla="*/ 1804655 h 2237474"/>
              <a:gd name="connsiteX109" fmla="*/ 4691075 w 12192000"/>
              <a:gd name="connsiteY109" fmla="*/ 1801389 h 2237474"/>
              <a:gd name="connsiteX110" fmla="*/ 4611738 w 12192000"/>
              <a:gd name="connsiteY110" fmla="*/ 1776964 h 2237474"/>
              <a:gd name="connsiteX111" fmla="*/ 4560070 w 12192000"/>
              <a:gd name="connsiteY111" fmla="*/ 1785640 h 2237474"/>
              <a:gd name="connsiteX112" fmla="*/ 4536503 w 12192000"/>
              <a:gd name="connsiteY112" fmla="*/ 1785334 h 2237474"/>
              <a:gd name="connsiteX113" fmla="*/ 4513724 w 12192000"/>
              <a:gd name="connsiteY113" fmla="*/ 1791996 h 2237474"/>
              <a:gd name="connsiteX114" fmla="*/ 4459810 w 12192000"/>
              <a:gd name="connsiteY114" fmla="*/ 1797886 h 2237474"/>
              <a:gd name="connsiteX115" fmla="*/ 4379064 w 12192000"/>
              <a:gd name="connsiteY115" fmla="*/ 1817177 h 2237474"/>
              <a:gd name="connsiteX116" fmla="*/ 4319209 w 12192000"/>
              <a:gd name="connsiteY116" fmla="*/ 1834833 h 2237474"/>
              <a:gd name="connsiteX117" fmla="*/ 4290981 w 12192000"/>
              <a:gd name="connsiteY117" fmla="*/ 1839677 h 2237474"/>
              <a:gd name="connsiteX118" fmla="*/ 4285792 w 12192000"/>
              <a:gd name="connsiteY118" fmla="*/ 1836231 h 2237474"/>
              <a:gd name="connsiteX119" fmla="*/ 4238372 w 12192000"/>
              <a:gd name="connsiteY119" fmla="*/ 1851480 h 2237474"/>
              <a:gd name="connsiteX120" fmla="*/ 4232517 w 12192000"/>
              <a:gd name="connsiteY120" fmla="*/ 1852567 h 2237474"/>
              <a:gd name="connsiteX121" fmla="*/ 4191732 w 12192000"/>
              <a:gd name="connsiteY121" fmla="*/ 1857328 h 2237474"/>
              <a:gd name="connsiteX122" fmla="*/ 4065532 w 12192000"/>
              <a:gd name="connsiteY122" fmla="*/ 1855477 h 2237474"/>
              <a:gd name="connsiteX123" fmla="*/ 4028460 w 12192000"/>
              <a:gd name="connsiteY123" fmla="*/ 1855137 h 2237474"/>
              <a:gd name="connsiteX124" fmla="*/ 4002267 w 12192000"/>
              <a:gd name="connsiteY124" fmla="*/ 1852352 h 2237474"/>
              <a:gd name="connsiteX125" fmla="*/ 3931396 w 12192000"/>
              <a:gd name="connsiteY125" fmla="*/ 1858915 h 2237474"/>
              <a:gd name="connsiteX126" fmla="*/ 3812162 w 12192000"/>
              <a:gd name="connsiteY126" fmla="*/ 1875501 h 2237474"/>
              <a:gd name="connsiteX127" fmla="*/ 3729530 w 12192000"/>
              <a:gd name="connsiteY127" fmla="*/ 1864513 h 2237474"/>
              <a:gd name="connsiteX128" fmla="*/ 3680177 w 12192000"/>
              <a:gd name="connsiteY128" fmla="*/ 1881552 h 2237474"/>
              <a:gd name="connsiteX129" fmla="*/ 3567259 w 12192000"/>
              <a:gd name="connsiteY129" fmla="*/ 1893482 h 2237474"/>
              <a:gd name="connsiteX130" fmla="*/ 3405770 w 12192000"/>
              <a:gd name="connsiteY130" fmla="*/ 1904591 h 2237474"/>
              <a:gd name="connsiteX131" fmla="*/ 3280097 w 12192000"/>
              <a:gd name="connsiteY131" fmla="*/ 1919610 h 2237474"/>
              <a:gd name="connsiteX132" fmla="*/ 3123424 w 12192000"/>
              <a:gd name="connsiteY132" fmla="*/ 1952930 h 2237474"/>
              <a:gd name="connsiteX133" fmla="*/ 3009910 w 12192000"/>
              <a:gd name="connsiteY133" fmla="*/ 1957866 h 2237474"/>
              <a:gd name="connsiteX134" fmla="*/ 2995934 w 12192000"/>
              <a:gd name="connsiteY134" fmla="*/ 1967085 h 2237474"/>
              <a:gd name="connsiteX135" fmla="*/ 2980071 w 12192000"/>
              <a:gd name="connsiteY135" fmla="*/ 1972988 h 2237474"/>
              <a:gd name="connsiteX136" fmla="*/ 2978094 w 12192000"/>
              <a:gd name="connsiteY136" fmla="*/ 1972369 h 2237474"/>
              <a:gd name="connsiteX137" fmla="*/ 2942858 w 12192000"/>
              <a:gd name="connsiteY137" fmla="*/ 1981367 h 2237474"/>
              <a:gd name="connsiteX138" fmla="*/ 2875436 w 12192000"/>
              <a:gd name="connsiteY138" fmla="*/ 1996977 h 2237474"/>
              <a:gd name="connsiteX139" fmla="*/ 2874892 w 12192000"/>
              <a:gd name="connsiteY139" fmla="*/ 1996085 h 2237474"/>
              <a:gd name="connsiteX140" fmla="*/ 2864145 w 12192000"/>
              <a:gd name="connsiteY140" fmla="*/ 1994061 h 2237474"/>
              <a:gd name="connsiteX141" fmla="*/ 2843662 w 12192000"/>
              <a:gd name="connsiteY141" fmla="*/ 1992498 h 2237474"/>
              <a:gd name="connsiteX142" fmla="*/ 2796128 w 12192000"/>
              <a:gd name="connsiteY142" fmla="*/ 1976403 h 2237474"/>
              <a:gd name="connsiteX143" fmla="*/ 2756784 w 12192000"/>
              <a:gd name="connsiteY143" fmla="*/ 1985116 h 2237474"/>
              <a:gd name="connsiteX144" fmla="*/ 2748833 w 12192000"/>
              <a:gd name="connsiteY144" fmla="*/ 1986323 h 2237474"/>
              <a:gd name="connsiteX145" fmla="*/ 2748661 w 12192000"/>
              <a:gd name="connsiteY145" fmla="*/ 1986122 h 2237474"/>
              <a:gd name="connsiteX146" fmla="*/ 2740251 w 12192000"/>
              <a:gd name="connsiteY146" fmla="*/ 1986946 h 2237474"/>
              <a:gd name="connsiteX147" fmla="*/ 2718916 w 12192000"/>
              <a:gd name="connsiteY147" fmla="*/ 1990867 h 2237474"/>
              <a:gd name="connsiteX148" fmla="*/ 2713522 w 12192000"/>
              <a:gd name="connsiteY148" fmla="*/ 1990173 h 2237474"/>
              <a:gd name="connsiteX149" fmla="*/ 2680597 w 12192000"/>
              <a:gd name="connsiteY149" fmla="*/ 1984996 h 2237474"/>
              <a:gd name="connsiteX150" fmla="*/ 2578178 w 12192000"/>
              <a:gd name="connsiteY150" fmla="*/ 1990531 h 2237474"/>
              <a:gd name="connsiteX151" fmla="*/ 2476147 w 12192000"/>
              <a:gd name="connsiteY151" fmla="*/ 1998305 h 2237474"/>
              <a:gd name="connsiteX152" fmla="*/ 2373568 w 12192000"/>
              <a:gd name="connsiteY152" fmla="*/ 2003219 h 2237474"/>
              <a:gd name="connsiteX153" fmla="*/ 2321399 w 12192000"/>
              <a:gd name="connsiteY153" fmla="*/ 1989467 h 2237474"/>
              <a:gd name="connsiteX154" fmla="*/ 2315525 w 12192000"/>
              <a:gd name="connsiteY154" fmla="*/ 1989708 h 2237474"/>
              <a:gd name="connsiteX155" fmla="*/ 2300792 w 12192000"/>
              <a:gd name="connsiteY155" fmla="*/ 1994290 h 2237474"/>
              <a:gd name="connsiteX156" fmla="*/ 2295469 w 12192000"/>
              <a:gd name="connsiteY156" fmla="*/ 1996659 h 2237474"/>
              <a:gd name="connsiteX157" fmla="*/ 2287219 w 12192000"/>
              <a:gd name="connsiteY157" fmla="*/ 1998750 h 2237474"/>
              <a:gd name="connsiteX158" fmla="*/ 2286948 w 12192000"/>
              <a:gd name="connsiteY158" fmla="*/ 1998596 h 2237474"/>
              <a:gd name="connsiteX159" fmla="*/ 2243069 w 12192000"/>
              <a:gd name="connsiteY159" fmla="*/ 2015111 h 2237474"/>
              <a:gd name="connsiteX160" fmla="*/ 2186609 w 12192000"/>
              <a:gd name="connsiteY160" fmla="*/ 2008263 h 2237474"/>
              <a:gd name="connsiteX161" fmla="*/ 2164831 w 12192000"/>
              <a:gd name="connsiteY161" fmla="*/ 2010143 h 2237474"/>
              <a:gd name="connsiteX162" fmla="*/ 2152836 w 12192000"/>
              <a:gd name="connsiteY162" fmla="*/ 2010048 h 2237474"/>
              <a:gd name="connsiteX163" fmla="*/ 2117102 w 12192000"/>
              <a:gd name="connsiteY163" fmla="*/ 2023004 h 2237474"/>
              <a:gd name="connsiteX164" fmla="*/ 2111935 w 12192000"/>
              <a:gd name="connsiteY164" fmla="*/ 2023163 h 2237474"/>
              <a:gd name="connsiteX165" fmla="*/ 2089991 w 12192000"/>
              <a:gd name="connsiteY165" fmla="*/ 2034193 h 2237474"/>
              <a:gd name="connsiteX166" fmla="*/ 2058061 w 12192000"/>
              <a:gd name="connsiteY166" fmla="*/ 2047942 h 2237474"/>
              <a:gd name="connsiteX167" fmla="*/ 2055737 w 12192000"/>
              <a:gd name="connsiteY167" fmla="*/ 2047704 h 2237474"/>
              <a:gd name="connsiteX168" fmla="*/ 2042244 w 12192000"/>
              <a:gd name="connsiteY168" fmla="*/ 2055560 h 2237474"/>
              <a:gd name="connsiteX169" fmla="*/ 1976224 w 12192000"/>
              <a:gd name="connsiteY169" fmla="*/ 2074257 h 2237474"/>
              <a:gd name="connsiteX170" fmla="*/ 1877728 w 12192000"/>
              <a:gd name="connsiteY170" fmla="*/ 2101004 h 2237474"/>
              <a:gd name="connsiteX171" fmla="*/ 1759056 w 12192000"/>
              <a:gd name="connsiteY171" fmla="*/ 2125608 h 2237474"/>
              <a:gd name="connsiteX172" fmla="*/ 1637948 w 12192000"/>
              <a:gd name="connsiteY172" fmla="*/ 2172597 h 2237474"/>
              <a:gd name="connsiteX173" fmla="*/ 1434549 w 12192000"/>
              <a:gd name="connsiteY173" fmla="*/ 2234522 h 2237474"/>
              <a:gd name="connsiteX174" fmla="*/ 1398481 w 12192000"/>
              <a:gd name="connsiteY174" fmla="*/ 2237074 h 2237474"/>
              <a:gd name="connsiteX175" fmla="*/ 1398407 w 12192000"/>
              <a:gd name="connsiteY175" fmla="*/ 2237095 h 2237474"/>
              <a:gd name="connsiteX176" fmla="*/ 1370962 w 12192000"/>
              <a:gd name="connsiteY176" fmla="*/ 2237474 h 2237474"/>
              <a:gd name="connsiteX177" fmla="*/ 1356367 w 12192000"/>
              <a:gd name="connsiteY177" fmla="*/ 2235089 h 2237474"/>
              <a:gd name="connsiteX178" fmla="*/ 1324828 w 12192000"/>
              <a:gd name="connsiteY178" fmla="*/ 2231968 h 2237474"/>
              <a:gd name="connsiteX179" fmla="*/ 1297744 w 12192000"/>
              <a:gd name="connsiteY179" fmla="*/ 2235849 h 2237474"/>
              <a:gd name="connsiteX180" fmla="*/ 1286236 w 12192000"/>
              <a:gd name="connsiteY180" fmla="*/ 2233135 h 2237474"/>
              <a:gd name="connsiteX181" fmla="*/ 1283504 w 12192000"/>
              <a:gd name="connsiteY181" fmla="*/ 2233797 h 2237474"/>
              <a:gd name="connsiteX182" fmla="*/ 1279765 w 12192000"/>
              <a:gd name="connsiteY182" fmla="*/ 2229639 h 2237474"/>
              <a:gd name="connsiteX183" fmla="*/ 1195347 w 12192000"/>
              <a:gd name="connsiteY183" fmla="*/ 2212354 h 2237474"/>
              <a:gd name="connsiteX184" fmla="*/ 970251 w 12192000"/>
              <a:gd name="connsiteY184" fmla="*/ 2221029 h 2237474"/>
              <a:gd name="connsiteX185" fmla="*/ 812914 w 12192000"/>
              <a:gd name="connsiteY185" fmla="*/ 2202752 h 2237474"/>
              <a:gd name="connsiteX186" fmla="*/ 800195 w 12192000"/>
              <a:gd name="connsiteY186" fmla="*/ 2209407 h 2237474"/>
              <a:gd name="connsiteX187" fmla="*/ 784978 w 12192000"/>
              <a:gd name="connsiteY187" fmla="*/ 2212360 h 2237474"/>
              <a:gd name="connsiteX188" fmla="*/ 681987 w 12192000"/>
              <a:gd name="connsiteY188" fmla="*/ 2216757 h 2237474"/>
              <a:gd name="connsiteX189" fmla="*/ 669923 w 12192000"/>
              <a:gd name="connsiteY189" fmla="*/ 2211682 h 2237474"/>
              <a:gd name="connsiteX190" fmla="*/ 648680 w 12192000"/>
              <a:gd name="connsiteY190" fmla="*/ 2206229 h 2237474"/>
              <a:gd name="connsiteX191" fmla="*/ 597225 w 12192000"/>
              <a:gd name="connsiteY191" fmla="*/ 2180999 h 2237474"/>
              <a:gd name="connsiteX192" fmla="*/ 558449 w 12192000"/>
              <a:gd name="connsiteY192" fmla="*/ 2182346 h 2237474"/>
              <a:gd name="connsiteX193" fmla="*/ 550517 w 12192000"/>
              <a:gd name="connsiteY193" fmla="*/ 2182060 h 2237474"/>
              <a:gd name="connsiteX194" fmla="*/ 550309 w 12192000"/>
              <a:gd name="connsiteY194" fmla="*/ 2181825 h 2237474"/>
              <a:gd name="connsiteX195" fmla="*/ 541836 w 12192000"/>
              <a:gd name="connsiteY195" fmla="*/ 2181063 h 2237474"/>
              <a:gd name="connsiteX196" fmla="*/ 536057 w 12192000"/>
              <a:gd name="connsiteY196" fmla="*/ 2181537 h 2237474"/>
              <a:gd name="connsiteX197" fmla="*/ 520671 w 12192000"/>
              <a:gd name="connsiteY197" fmla="*/ 2180980 h 2237474"/>
              <a:gd name="connsiteX198" fmla="*/ 515024 w 12192000"/>
              <a:gd name="connsiteY198" fmla="*/ 2179258 h 2237474"/>
              <a:gd name="connsiteX199" fmla="*/ 512278 w 12192000"/>
              <a:gd name="connsiteY199" fmla="*/ 2176369 h 2237474"/>
              <a:gd name="connsiteX200" fmla="*/ 480419 w 12192000"/>
              <a:gd name="connsiteY200" fmla="*/ 2167807 h 2237474"/>
              <a:gd name="connsiteX201" fmla="*/ 413835 w 12192000"/>
              <a:gd name="connsiteY201" fmla="*/ 2156783 h 2237474"/>
              <a:gd name="connsiteX202" fmla="*/ 376513 w 12192000"/>
              <a:gd name="connsiteY202" fmla="*/ 2154014 h 2237474"/>
              <a:gd name="connsiteX203" fmla="*/ 273386 w 12192000"/>
              <a:gd name="connsiteY203" fmla="*/ 2142551 h 2237474"/>
              <a:gd name="connsiteX204" fmla="*/ 169207 w 12192000"/>
              <a:gd name="connsiteY204" fmla="*/ 2128100 h 2237474"/>
              <a:gd name="connsiteX205" fmla="*/ 93149 w 12192000"/>
              <a:gd name="connsiteY205" fmla="*/ 2105324 h 2237474"/>
              <a:gd name="connsiteX206" fmla="*/ 88109 w 12192000"/>
              <a:gd name="connsiteY206" fmla="*/ 2106704 h 2237474"/>
              <a:gd name="connsiteX207" fmla="*/ 80022 w 12192000"/>
              <a:gd name="connsiteY207" fmla="*/ 2107254 h 2237474"/>
              <a:gd name="connsiteX208" fmla="*/ 79717 w 12192000"/>
              <a:gd name="connsiteY208" fmla="*/ 2107046 h 2237474"/>
              <a:gd name="connsiteX209" fmla="*/ 72352 w 12192000"/>
              <a:gd name="connsiteY209" fmla="*/ 2107991 h 2237474"/>
              <a:gd name="connsiteX210" fmla="*/ 37645 w 12192000"/>
              <a:gd name="connsiteY210" fmla="*/ 2115401 h 2237474"/>
              <a:gd name="connsiteX211" fmla="*/ 4572 w 12192000"/>
              <a:gd name="connsiteY211" fmla="*/ 2111091 h 2237474"/>
              <a:gd name="connsiteX212" fmla="*/ 0 w 12192000"/>
              <a:gd name="connsiteY212" fmla="*/ 2110468 h 2237474"/>
              <a:gd name="connsiteX213" fmla="*/ 0 w 12192000"/>
              <a:gd name="connsiteY213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11200 w 12192000"/>
              <a:gd name="connsiteY18" fmla="*/ 767513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798048 w 12192000"/>
              <a:gd name="connsiteY23" fmla="*/ 863207 h 2237474"/>
              <a:gd name="connsiteX24" fmla="*/ 9761459 w 12192000"/>
              <a:gd name="connsiteY24" fmla="*/ 862394 h 2237474"/>
              <a:gd name="connsiteX25" fmla="*/ 9705768 w 12192000"/>
              <a:gd name="connsiteY25" fmla="*/ 894610 h 2237474"/>
              <a:gd name="connsiteX26" fmla="*/ 9683005 w 12192000"/>
              <a:gd name="connsiteY26" fmla="*/ 894128 h 2237474"/>
              <a:gd name="connsiteX27" fmla="*/ 9594438 w 12192000"/>
              <a:gd name="connsiteY27" fmla="*/ 919051 h 2237474"/>
              <a:gd name="connsiteX28" fmla="*/ 9577033 w 12192000"/>
              <a:gd name="connsiteY28" fmla="*/ 922857 h 2237474"/>
              <a:gd name="connsiteX29" fmla="*/ 9544189 w 12192000"/>
              <a:gd name="connsiteY29" fmla="*/ 938966 h 2237474"/>
              <a:gd name="connsiteX30" fmla="*/ 9500499 w 12192000"/>
              <a:gd name="connsiteY30" fmla="*/ 954680 h 2237474"/>
              <a:gd name="connsiteX31" fmla="*/ 9428195 w 12192000"/>
              <a:gd name="connsiteY31" fmla="*/ 986225 h 2237474"/>
              <a:gd name="connsiteX32" fmla="*/ 9410017 w 12192000"/>
              <a:gd name="connsiteY32" fmla="*/ 993931 h 2237474"/>
              <a:gd name="connsiteX33" fmla="*/ 9392919 w 12192000"/>
              <a:gd name="connsiteY33" fmla="*/ 994656 h 2237474"/>
              <a:gd name="connsiteX34" fmla="*/ 9278619 w 12192000"/>
              <a:gd name="connsiteY34" fmla="*/ 1011878 h 2237474"/>
              <a:gd name="connsiteX35" fmla="*/ 9268019 w 12192000"/>
              <a:gd name="connsiteY35" fmla="*/ 1007442 h 2237474"/>
              <a:gd name="connsiteX36" fmla="*/ 9234662 w 12192000"/>
              <a:gd name="connsiteY36" fmla="*/ 1023056 h 2237474"/>
              <a:gd name="connsiteX37" fmla="*/ 9181033 w 12192000"/>
              <a:gd name="connsiteY37" fmla="*/ 1037921 h 2237474"/>
              <a:gd name="connsiteX38" fmla="*/ 9155969 w 12192000"/>
              <a:gd name="connsiteY38" fmla="*/ 1046804 h 2237474"/>
              <a:gd name="connsiteX39" fmla="*/ 9133985 w 12192000"/>
              <a:gd name="connsiteY39" fmla="*/ 1046450 h 2237474"/>
              <a:gd name="connsiteX40" fmla="*/ 9012987 w 12192000"/>
              <a:gd name="connsiteY40" fmla="*/ 1061986 h 2237474"/>
              <a:gd name="connsiteX41" fmla="*/ 8968445 w 12192000"/>
              <a:gd name="connsiteY41" fmla="*/ 1052169 h 2237474"/>
              <a:gd name="connsiteX42" fmla="*/ 8958984 w 12192000"/>
              <a:gd name="connsiteY42" fmla="*/ 1057212 h 2237474"/>
              <a:gd name="connsiteX43" fmla="*/ 8886001 w 12192000"/>
              <a:gd name="connsiteY43" fmla="*/ 1067468 h 2237474"/>
              <a:gd name="connsiteX44" fmla="*/ 8838610 w 12192000"/>
              <a:gd name="connsiteY44" fmla="*/ 1075091 h 2237474"/>
              <a:gd name="connsiteX45" fmla="*/ 8750383 w 12192000"/>
              <a:gd name="connsiteY45" fmla="*/ 1097387 h 2237474"/>
              <a:gd name="connsiteX46" fmla="*/ 8697365 w 12192000"/>
              <a:gd name="connsiteY46" fmla="*/ 1105869 h 2237474"/>
              <a:gd name="connsiteX47" fmla="*/ 8665605 w 12192000"/>
              <a:gd name="connsiteY47" fmla="*/ 1110791 h 2237474"/>
              <a:gd name="connsiteX48" fmla="*/ 8584946 w 12192000"/>
              <a:gd name="connsiteY48" fmla="*/ 1135226 h 2237474"/>
              <a:gd name="connsiteX49" fmla="*/ 8460755 w 12192000"/>
              <a:gd name="connsiteY49" fmla="*/ 1203427 h 2237474"/>
              <a:gd name="connsiteX50" fmla="*/ 8419755 w 12192000"/>
              <a:gd name="connsiteY50" fmla="*/ 1216260 h 2237474"/>
              <a:gd name="connsiteX51" fmla="*/ 8411626 w 12192000"/>
              <a:gd name="connsiteY51" fmla="*/ 1214397 h 2237474"/>
              <a:gd name="connsiteX52" fmla="*/ 8363469 w 12192000"/>
              <a:gd name="connsiteY52" fmla="*/ 1246658 h 2237474"/>
              <a:gd name="connsiteX53" fmla="*/ 8275497 w 12192000"/>
              <a:gd name="connsiteY53" fmla="*/ 1264396 h 2237474"/>
              <a:gd name="connsiteX54" fmla="*/ 8206287 w 12192000"/>
              <a:gd name="connsiteY54" fmla="*/ 1273060 h 2237474"/>
              <a:gd name="connsiteX55" fmla="*/ 8168705 w 12192000"/>
              <a:gd name="connsiteY55" fmla="*/ 1279956 h 2237474"/>
              <a:gd name="connsiteX56" fmla="*/ 8139997 w 12192000"/>
              <a:gd name="connsiteY56" fmla="*/ 1282713 h 2237474"/>
              <a:gd name="connsiteX57" fmla="*/ 8074238 w 12192000"/>
              <a:gd name="connsiteY57" fmla="*/ 1301895 h 2237474"/>
              <a:gd name="connsiteX58" fmla="*/ 7968292 w 12192000"/>
              <a:gd name="connsiteY58" fmla="*/ 1338779 h 2237474"/>
              <a:gd name="connsiteX59" fmla="*/ 7945122 w 12192000"/>
              <a:gd name="connsiteY59" fmla="*/ 1345477 h 2237474"/>
              <a:gd name="connsiteX60" fmla="*/ 7902328 w 12192000"/>
              <a:gd name="connsiteY60" fmla="*/ 1345865 h 2237474"/>
              <a:gd name="connsiteX61" fmla="*/ 7875879 w 12192000"/>
              <a:gd name="connsiteY61" fmla="*/ 1345646 h 2237474"/>
              <a:gd name="connsiteX62" fmla="*/ 7840612 w 12192000"/>
              <a:gd name="connsiteY62" fmla="*/ 1369373 h 2237474"/>
              <a:gd name="connsiteX63" fmla="*/ 7786819 w 12192000"/>
              <a:gd name="connsiteY63" fmla="*/ 1378970 h 2237474"/>
              <a:gd name="connsiteX64" fmla="*/ 7548172 w 12192000"/>
              <a:gd name="connsiteY64" fmla="*/ 1417460 h 2237474"/>
              <a:gd name="connsiteX65" fmla="*/ 7483437 w 12192000"/>
              <a:gd name="connsiteY65" fmla="*/ 1478152 h 2237474"/>
              <a:gd name="connsiteX66" fmla="*/ 7377870 w 12192000"/>
              <a:gd name="connsiteY66" fmla="*/ 1523319 h 2237474"/>
              <a:gd name="connsiteX67" fmla="*/ 7230737 w 12192000"/>
              <a:gd name="connsiteY67" fmla="*/ 1562633 h 2237474"/>
              <a:gd name="connsiteX68" fmla="*/ 7224458 w 12192000"/>
              <a:gd name="connsiteY68" fmla="*/ 1573008 h 2237474"/>
              <a:gd name="connsiteX69" fmla="*/ 7183121 w 12192000"/>
              <a:gd name="connsiteY69" fmla="*/ 1595162 h 2237474"/>
              <a:gd name="connsiteX70" fmla="*/ 7164601 w 12192000"/>
              <a:gd name="connsiteY70" fmla="*/ 1606490 h 2237474"/>
              <a:gd name="connsiteX71" fmla="*/ 7092727 w 12192000"/>
              <a:gd name="connsiteY71" fmla="*/ 1623628 h 2237474"/>
              <a:gd name="connsiteX72" fmla="*/ 7031309 w 12192000"/>
              <a:gd name="connsiteY72" fmla="*/ 1619451 h 2237474"/>
              <a:gd name="connsiteX73" fmla="*/ 6999084 w 12192000"/>
              <a:gd name="connsiteY73" fmla="*/ 1634317 h 2237474"/>
              <a:gd name="connsiteX74" fmla="*/ 6992107 w 12192000"/>
              <a:gd name="connsiteY74" fmla="*/ 1636860 h 2237474"/>
              <a:gd name="connsiteX75" fmla="*/ 6991765 w 12192000"/>
              <a:gd name="connsiteY75" fmla="*/ 1636725 h 2237474"/>
              <a:gd name="connsiteX76" fmla="*/ 6900177 w 12192000"/>
              <a:gd name="connsiteY76" fmla="*/ 1636016 h 2237474"/>
              <a:gd name="connsiteX77" fmla="*/ 6795372 w 12192000"/>
              <a:gd name="connsiteY77" fmla="*/ 1644845 h 2237474"/>
              <a:gd name="connsiteX78" fmla="*/ 6692251 w 12192000"/>
              <a:gd name="connsiteY78" fmla="*/ 1656357 h 2237474"/>
              <a:gd name="connsiteX79" fmla="*/ 6655235 w 12192000"/>
              <a:gd name="connsiteY79" fmla="*/ 1661869 h 2237474"/>
              <a:gd name="connsiteX80" fmla="*/ 6554894 w 12192000"/>
              <a:gd name="connsiteY80" fmla="*/ 1664428 h 2237474"/>
              <a:gd name="connsiteX81" fmla="*/ 6516595 w 12192000"/>
              <a:gd name="connsiteY81" fmla="*/ 1667475 h 2237474"/>
              <a:gd name="connsiteX82" fmla="*/ 6508541 w 12192000"/>
              <a:gd name="connsiteY82" fmla="*/ 1668757 h 2237474"/>
              <a:gd name="connsiteX83" fmla="*/ 6471012 w 12192000"/>
              <a:gd name="connsiteY83" fmla="*/ 1678604 h 2237474"/>
              <a:gd name="connsiteX84" fmla="*/ 6415265 w 12192000"/>
              <a:gd name="connsiteY84" fmla="*/ 1665317 h 2237474"/>
              <a:gd name="connsiteX85" fmla="*/ 6364035 w 12192000"/>
              <a:gd name="connsiteY85" fmla="*/ 1667683 h 2237474"/>
              <a:gd name="connsiteX86" fmla="*/ 6280959 w 12192000"/>
              <a:gd name="connsiteY86" fmla="*/ 1689329 h 2237474"/>
              <a:gd name="connsiteX87" fmla="*/ 6243319 w 12192000"/>
              <a:gd name="connsiteY87" fmla="*/ 1695560 h 2237474"/>
              <a:gd name="connsiteX88" fmla="*/ 6098321 w 12192000"/>
              <a:gd name="connsiteY88" fmla="*/ 1721646 h 2237474"/>
              <a:gd name="connsiteX89" fmla="*/ 5880652 w 12192000"/>
              <a:gd name="connsiteY89" fmla="*/ 1779643 h 2237474"/>
              <a:gd name="connsiteX90" fmla="*/ 5785959 w 12192000"/>
              <a:gd name="connsiteY90" fmla="*/ 1775307 h 2237474"/>
              <a:gd name="connsiteX91" fmla="*/ 5643534 w 12192000"/>
              <a:gd name="connsiteY91" fmla="*/ 1802919 h 2237474"/>
              <a:gd name="connsiteX92" fmla="*/ 5518799 w 12192000"/>
              <a:gd name="connsiteY92" fmla="*/ 1818312 h 2237474"/>
              <a:gd name="connsiteX93" fmla="*/ 5505014 w 12192000"/>
              <a:gd name="connsiteY93" fmla="*/ 1819259 h 2237474"/>
              <a:gd name="connsiteX94" fmla="*/ 5453307 w 12192000"/>
              <a:gd name="connsiteY94" fmla="*/ 1815450 h 2237474"/>
              <a:gd name="connsiteX95" fmla="*/ 5364192 w 12192000"/>
              <a:gd name="connsiteY95" fmla="*/ 1826074 h 2237474"/>
              <a:gd name="connsiteX96" fmla="*/ 5350380 w 12192000"/>
              <a:gd name="connsiteY96" fmla="*/ 1830891 h 2237474"/>
              <a:gd name="connsiteX97" fmla="*/ 5259633 w 12192000"/>
              <a:gd name="connsiteY97" fmla="*/ 1837160 h 2237474"/>
              <a:gd name="connsiteX98" fmla="*/ 5197513 w 12192000"/>
              <a:gd name="connsiteY98" fmla="*/ 1844718 h 2237474"/>
              <a:gd name="connsiteX99" fmla="*/ 5168852 w 12192000"/>
              <a:gd name="connsiteY99" fmla="*/ 1844846 h 2237474"/>
              <a:gd name="connsiteX100" fmla="*/ 5114927 w 12192000"/>
              <a:gd name="connsiteY100" fmla="*/ 1847827 h 2237474"/>
              <a:gd name="connsiteX101" fmla="*/ 5108970 w 12192000"/>
              <a:gd name="connsiteY101" fmla="*/ 1847935 h 2237474"/>
              <a:gd name="connsiteX102" fmla="*/ 5067961 w 12192000"/>
              <a:gd name="connsiteY102" fmla="*/ 1845917 h 2237474"/>
              <a:gd name="connsiteX103" fmla="*/ 5007075 w 12192000"/>
              <a:gd name="connsiteY103" fmla="*/ 1838626 h 2237474"/>
              <a:gd name="connsiteX104" fmla="*/ 4944087 w 12192000"/>
              <a:gd name="connsiteY104" fmla="*/ 1823332 h 2237474"/>
              <a:gd name="connsiteX105" fmla="*/ 4907662 w 12192000"/>
              <a:gd name="connsiteY105" fmla="*/ 1816900 h 2237474"/>
              <a:gd name="connsiteX106" fmla="*/ 4882386 w 12192000"/>
              <a:gd name="connsiteY106" fmla="*/ 1809844 h 2237474"/>
              <a:gd name="connsiteX107" fmla="*/ 4811440 w 12192000"/>
              <a:gd name="connsiteY107" fmla="*/ 1804655 h 2237474"/>
              <a:gd name="connsiteX108" fmla="*/ 4691075 w 12192000"/>
              <a:gd name="connsiteY108" fmla="*/ 1801389 h 2237474"/>
              <a:gd name="connsiteX109" fmla="*/ 4611738 w 12192000"/>
              <a:gd name="connsiteY109" fmla="*/ 1776964 h 2237474"/>
              <a:gd name="connsiteX110" fmla="*/ 4560070 w 12192000"/>
              <a:gd name="connsiteY110" fmla="*/ 1785640 h 2237474"/>
              <a:gd name="connsiteX111" fmla="*/ 4536503 w 12192000"/>
              <a:gd name="connsiteY111" fmla="*/ 1785334 h 2237474"/>
              <a:gd name="connsiteX112" fmla="*/ 4513724 w 12192000"/>
              <a:gd name="connsiteY112" fmla="*/ 1791996 h 2237474"/>
              <a:gd name="connsiteX113" fmla="*/ 4459810 w 12192000"/>
              <a:gd name="connsiteY113" fmla="*/ 1797886 h 2237474"/>
              <a:gd name="connsiteX114" fmla="*/ 4379064 w 12192000"/>
              <a:gd name="connsiteY114" fmla="*/ 1817177 h 2237474"/>
              <a:gd name="connsiteX115" fmla="*/ 4319209 w 12192000"/>
              <a:gd name="connsiteY115" fmla="*/ 1834833 h 2237474"/>
              <a:gd name="connsiteX116" fmla="*/ 4290981 w 12192000"/>
              <a:gd name="connsiteY116" fmla="*/ 1839677 h 2237474"/>
              <a:gd name="connsiteX117" fmla="*/ 4285792 w 12192000"/>
              <a:gd name="connsiteY117" fmla="*/ 1836231 h 2237474"/>
              <a:gd name="connsiteX118" fmla="*/ 4238372 w 12192000"/>
              <a:gd name="connsiteY118" fmla="*/ 1851480 h 2237474"/>
              <a:gd name="connsiteX119" fmla="*/ 4232517 w 12192000"/>
              <a:gd name="connsiteY119" fmla="*/ 1852567 h 2237474"/>
              <a:gd name="connsiteX120" fmla="*/ 4191732 w 12192000"/>
              <a:gd name="connsiteY120" fmla="*/ 1857328 h 2237474"/>
              <a:gd name="connsiteX121" fmla="*/ 4065532 w 12192000"/>
              <a:gd name="connsiteY121" fmla="*/ 1855477 h 2237474"/>
              <a:gd name="connsiteX122" fmla="*/ 4028460 w 12192000"/>
              <a:gd name="connsiteY122" fmla="*/ 1855137 h 2237474"/>
              <a:gd name="connsiteX123" fmla="*/ 4002267 w 12192000"/>
              <a:gd name="connsiteY123" fmla="*/ 1852352 h 2237474"/>
              <a:gd name="connsiteX124" fmla="*/ 3931396 w 12192000"/>
              <a:gd name="connsiteY124" fmla="*/ 1858915 h 2237474"/>
              <a:gd name="connsiteX125" fmla="*/ 3812162 w 12192000"/>
              <a:gd name="connsiteY125" fmla="*/ 1875501 h 2237474"/>
              <a:gd name="connsiteX126" fmla="*/ 3729530 w 12192000"/>
              <a:gd name="connsiteY126" fmla="*/ 1864513 h 2237474"/>
              <a:gd name="connsiteX127" fmla="*/ 3680177 w 12192000"/>
              <a:gd name="connsiteY127" fmla="*/ 1881552 h 2237474"/>
              <a:gd name="connsiteX128" fmla="*/ 3567259 w 12192000"/>
              <a:gd name="connsiteY128" fmla="*/ 1893482 h 2237474"/>
              <a:gd name="connsiteX129" fmla="*/ 3405770 w 12192000"/>
              <a:gd name="connsiteY129" fmla="*/ 1904591 h 2237474"/>
              <a:gd name="connsiteX130" fmla="*/ 3280097 w 12192000"/>
              <a:gd name="connsiteY130" fmla="*/ 1919610 h 2237474"/>
              <a:gd name="connsiteX131" fmla="*/ 3123424 w 12192000"/>
              <a:gd name="connsiteY131" fmla="*/ 1952930 h 2237474"/>
              <a:gd name="connsiteX132" fmla="*/ 3009910 w 12192000"/>
              <a:gd name="connsiteY132" fmla="*/ 1957866 h 2237474"/>
              <a:gd name="connsiteX133" fmla="*/ 2995934 w 12192000"/>
              <a:gd name="connsiteY133" fmla="*/ 1967085 h 2237474"/>
              <a:gd name="connsiteX134" fmla="*/ 2980071 w 12192000"/>
              <a:gd name="connsiteY134" fmla="*/ 1972988 h 2237474"/>
              <a:gd name="connsiteX135" fmla="*/ 2978094 w 12192000"/>
              <a:gd name="connsiteY135" fmla="*/ 1972369 h 2237474"/>
              <a:gd name="connsiteX136" fmla="*/ 2942858 w 12192000"/>
              <a:gd name="connsiteY136" fmla="*/ 1981367 h 2237474"/>
              <a:gd name="connsiteX137" fmla="*/ 2875436 w 12192000"/>
              <a:gd name="connsiteY137" fmla="*/ 1996977 h 2237474"/>
              <a:gd name="connsiteX138" fmla="*/ 2874892 w 12192000"/>
              <a:gd name="connsiteY138" fmla="*/ 1996085 h 2237474"/>
              <a:gd name="connsiteX139" fmla="*/ 2864145 w 12192000"/>
              <a:gd name="connsiteY139" fmla="*/ 1994061 h 2237474"/>
              <a:gd name="connsiteX140" fmla="*/ 2843662 w 12192000"/>
              <a:gd name="connsiteY140" fmla="*/ 1992498 h 2237474"/>
              <a:gd name="connsiteX141" fmla="*/ 2796128 w 12192000"/>
              <a:gd name="connsiteY141" fmla="*/ 1976403 h 2237474"/>
              <a:gd name="connsiteX142" fmla="*/ 2756784 w 12192000"/>
              <a:gd name="connsiteY142" fmla="*/ 1985116 h 2237474"/>
              <a:gd name="connsiteX143" fmla="*/ 2748833 w 12192000"/>
              <a:gd name="connsiteY143" fmla="*/ 1986323 h 2237474"/>
              <a:gd name="connsiteX144" fmla="*/ 2748661 w 12192000"/>
              <a:gd name="connsiteY144" fmla="*/ 1986122 h 2237474"/>
              <a:gd name="connsiteX145" fmla="*/ 2740251 w 12192000"/>
              <a:gd name="connsiteY145" fmla="*/ 1986946 h 2237474"/>
              <a:gd name="connsiteX146" fmla="*/ 2718916 w 12192000"/>
              <a:gd name="connsiteY146" fmla="*/ 1990867 h 2237474"/>
              <a:gd name="connsiteX147" fmla="*/ 2713522 w 12192000"/>
              <a:gd name="connsiteY147" fmla="*/ 1990173 h 2237474"/>
              <a:gd name="connsiteX148" fmla="*/ 2680597 w 12192000"/>
              <a:gd name="connsiteY148" fmla="*/ 1984996 h 2237474"/>
              <a:gd name="connsiteX149" fmla="*/ 2578178 w 12192000"/>
              <a:gd name="connsiteY149" fmla="*/ 1990531 h 2237474"/>
              <a:gd name="connsiteX150" fmla="*/ 2476147 w 12192000"/>
              <a:gd name="connsiteY150" fmla="*/ 1998305 h 2237474"/>
              <a:gd name="connsiteX151" fmla="*/ 2373568 w 12192000"/>
              <a:gd name="connsiteY151" fmla="*/ 2003219 h 2237474"/>
              <a:gd name="connsiteX152" fmla="*/ 2321399 w 12192000"/>
              <a:gd name="connsiteY152" fmla="*/ 1989467 h 2237474"/>
              <a:gd name="connsiteX153" fmla="*/ 2315525 w 12192000"/>
              <a:gd name="connsiteY153" fmla="*/ 1989708 h 2237474"/>
              <a:gd name="connsiteX154" fmla="*/ 2300792 w 12192000"/>
              <a:gd name="connsiteY154" fmla="*/ 1994290 h 2237474"/>
              <a:gd name="connsiteX155" fmla="*/ 2295469 w 12192000"/>
              <a:gd name="connsiteY155" fmla="*/ 1996659 h 2237474"/>
              <a:gd name="connsiteX156" fmla="*/ 2287219 w 12192000"/>
              <a:gd name="connsiteY156" fmla="*/ 1998750 h 2237474"/>
              <a:gd name="connsiteX157" fmla="*/ 2286948 w 12192000"/>
              <a:gd name="connsiteY157" fmla="*/ 1998596 h 2237474"/>
              <a:gd name="connsiteX158" fmla="*/ 2243069 w 12192000"/>
              <a:gd name="connsiteY158" fmla="*/ 2015111 h 2237474"/>
              <a:gd name="connsiteX159" fmla="*/ 2186609 w 12192000"/>
              <a:gd name="connsiteY159" fmla="*/ 2008263 h 2237474"/>
              <a:gd name="connsiteX160" fmla="*/ 2164831 w 12192000"/>
              <a:gd name="connsiteY160" fmla="*/ 2010143 h 2237474"/>
              <a:gd name="connsiteX161" fmla="*/ 2152836 w 12192000"/>
              <a:gd name="connsiteY161" fmla="*/ 2010048 h 2237474"/>
              <a:gd name="connsiteX162" fmla="*/ 2117102 w 12192000"/>
              <a:gd name="connsiteY162" fmla="*/ 2023004 h 2237474"/>
              <a:gd name="connsiteX163" fmla="*/ 2111935 w 12192000"/>
              <a:gd name="connsiteY163" fmla="*/ 2023163 h 2237474"/>
              <a:gd name="connsiteX164" fmla="*/ 2089991 w 12192000"/>
              <a:gd name="connsiteY164" fmla="*/ 2034193 h 2237474"/>
              <a:gd name="connsiteX165" fmla="*/ 2058061 w 12192000"/>
              <a:gd name="connsiteY165" fmla="*/ 2047942 h 2237474"/>
              <a:gd name="connsiteX166" fmla="*/ 2055737 w 12192000"/>
              <a:gd name="connsiteY166" fmla="*/ 2047704 h 2237474"/>
              <a:gd name="connsiteX167" fmla="*/ 2042244 w 12192000"/>
              <a:gd name="connsiteY167" fmla="*/ 2055560 h 2237474"/>
              <a:gd name="connsiteX168" fmla="*/ 1976224 w 12192000"/>
              <a:gd name="connsiteY168" fmla="*/ 2074257 h 2237474"/>
              <a:gd name="connsiteX169" fmla="*/ 1877728 w 12192000"/>
              <a:gd name="connsiteY169" fmla="*/ 2101004 h 2237474"/>
              <a:gd name="connsiteX170" fmla="*/ 1759056 w 12192000"/>
              <a:gd name="connsiteY170" fmla="*/ 2125608 h 2237474"/>
              <a:gd name="connsiteX171" fmla="*/ 1637948 w 12192000"/>
              <a:gd name="connsiteY171" fmla="*/ 2172597 h 2237474"/>
              <a:gd name="connsiteX172" fmla="*/ 1434549 w 12192000"/>
              <a:gd name="connsiteY172" fmla="*/ 2234522 h 2237474"/>
              <a:gd name="connsiteX173" fmla="*/ 1398481 w 12192000"/>
              <a:gd name="connsiteY173" fmla="*/ 2237074 h 2237474"/>
              <a:gd name="connsiteX174" fmla="*/ 1398407 w 12192000"/>
              <a:gd name="connsiteY174" fmla="*/ 2237095 h 2237474"/>
              <a:gd name="connsiteX175" fmla="*/ 1370962 w 12192000"/>
              <a:gd name="connsiteY175" fmla="*/ 2237474 h 2237474"/>
              <a:gd name="connsiteX176" fmla="*/ 1356367 w 12192000"/>
              <a:gd name="connsiteY176" fmla="*/ 2235089 h 2237474"/>
              <a:gd name="connsiteX177" fmla="*/ 1324828 w 12192000"/>
              <a:gd name="connsiteY177" fmla="*/ 2231968 h 2237474"/>
              <a:gd name="connsiteX178" fmla="*/ 1297744 w 12192000"/>
              <a:gd name="connsiteY178" fmla="*/ 2235849 h 2237474"/>
              <a:gd name="connsiteX179" fmla="*/ 1286236 w 12192000"/>
              <a:gd name="connsiteY179" fmla="*/ 2233135 h 2237474"/>
              <a:gd name="connsiteX180" fmla="*/ 1283504 w 12192000"/>
              <a:gd name="connsiteY180" fmla="*/ 2233797 h 2237474"/>
              <a:gd name="connsiteX181" fmla="*/ 1279765 w 12192000"/>
              <a:gd name="connsiteY181" fmla="*/ 2229639 h 2237474"/>
              <a:gd name="connsiteX182" fmla="*/ 1195347 w 12192000"/>
              <a:gd name="connsiteY182" fmla="*/ 2212354 h 2237474"/>
              <a:gd name="connsiteX183" fmla="*/ 970251 w 12192000"/>
              <a:gd name="connsiteY183" fmla="*/ 2221029 h 2237474"/>
              <a:gd name="connsiteX184" fmla="*/ 812914 w 12192000"/>
              <a:gd name="connsiteY184" fmla="*/ 2202752 h 2237474"/>
              <a:gd name="connsiteX185" fmla="*/ 800195 w 12192000"/>
              <a:gd name="connsiteY185" fmla="*/ 2209407 h 2237474"/>
              <a:gd name="connsiteX186" fmla="*/ 784978 w 12192000"/>
              <a:gd name="connsiteY186" fmla="*/ 2212360 h 2237474"/>
              <a:gd name="connsiteX187" fmla="*/ 681987 w 12192000"/>
              <a:gd name="connsiteY187" fmla="*/ 2216757 h 2237474"/>
              <a:gd name="connsiteX188" fmla="*/ 669923 w 12192000"/>
              <a:gd name="connsiteY188" fmla="*/ 2211682 h 2237474"/>
              <a:gd name="connsiteX189" fmla="*/ 648680 w 12192000"/>
              <a:gd name="connsiteY189" fmla="*/ 2206229 h 2237474"/>
              <a:gd name="connsiteX190" fmla="*/ 597225 w 12192000"/>
              <a:gd name="connsiteY190" fmla="*/ 2180999 h 2237474"/>
              <a:gd name="connsiteX191" fmla="*/ 558449 w 12192000"/>
              <a:gd name="connsiteY191" fmla="*/ 2182346 h 2237474"/>
              <a:gd name="connsiteX192" fmla="*/ 550517 w 12192000"/>
              <a:gd name="connsiteY192" fmla="*/ 2182060 h 2237474"/>
              <a:gd name="connsiteX193" fmla="*/ 550309 w 12192000"/>
              <a:gd name="connsiteY193" fmla="*/ 2181825 h 2237474"/>
              <a:gd name="connsiteX194" fmla="*/ 541836 w 12192000"/>
              <a:gd name="connsiteY194" fmla="*/ 2181063 h 2237474"/>
              <a:gd name="connsiteX195" fmla="*/ 536057 w 12192000"/>
              <a:gd name="connsiteY195" fmla="*/ 2181537 h 2237474"/>
              <a:gd name="connsiteX196" fmla="*/ 520671 w 12192000"/>
              <a:gd name="connsiteY196" fmla="*/ 2180980 h 2237474"/>
              <a:gd name="connsiteX197" fmla="*/ 515024 w 12192000"/>
              <a:gd name="connsiteY197" fmla="*/ 2179258 h 2237474"/>
              <a:gd name="connsiteX198" fmla="*/ 512278 w 12192000"/>
              <a:gd name="connsiteY198" fmla="*/ 2176369 h 2237474"/>
              <a:gd name="connsiteX199" fmla="*/ 480419 w 12192000"/>
              <a:gd name="connsiteY199" fmla="*/ 2167807 h 2237474"/>
              <a:gd name="connsiteX200" fmla="*/ 413835 w 12192000"/>
              <a:gd name="connsiteY200" fmla="*/ 2156783 h 2237474"/>
              <a:gd name="connsiteX201" fmla="*/ 376513 w 12192000"/>
              <a:gd name="connsiteY201" fmla="*/ 2154014 h 2237474"/>
              <a:gd name="connsiteX202" fmla="*/ 273386 w 12192000"/>
              <a:gd name="connsiteY202" fmla="*/ 2142551 h 2237474"/>
              <a:gd name="connsiteX203" fmla="*/ 169207 w 12192000"/>
              <a:gd name="connsiteY203" fmla="*/ 2128100 h 2237474"/>
              <a:gd name="connsiteX204" fmla="*/ 93149 w 12192000"/>
              <a:gd name="connsiteY204" fmla="*/ 2105324 h 2237474"/>
              <a:gd name="connsiteX205" fmla="*/ 88109 w 12192000"/>
              <a:gd name="connsiteY205" fmla="*/ 2106704 h 2237474"/>
              <a:gd name="connsiteX206" fmla="*/ 80022 w 12192000"/>
              <a:gd name="connsiteY206" fmla="*/ 2107254 h 2237474"/>
              <a:gd name="connsiteX207" fmla="*/ 79717 w 12192000"/>
              <a:gd name="connsiteY207" fmla="*/ 2107046 h 2237474"/>
              <a:gd name="connsiteX208" fmla="*/ 72352 w 12192000"/>
              <a:gd name="connsiteY208" fmla="*/ 2107991 h 2237474"/>
              <a:gd name="connsiteX209" fmla="*/ 37645 w 12192000"/>
              <a:gd name="connsiteY209" fmla="*/ 2115401 h 2237474"/>
              <a:gd name="connsiteX210" fmla="*/ 4572 w 12192000"/>
              <a:gd name="connsiteY210" fmla="*/ 2111091 h 2237474"/>
              <a:gd name="connsiteX211" fmla="*/ 0 w 12192000"/>
              <a:gd name="connsiteY211" fmla="*/ 2110468 h 2237474"/>
              <a:gd name="connsiteX212" fmla="*/ 0 w 12192000"/>
              <a:gd name="connsiteY21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11200 w 12192000"/>
              <a:gd name="connsiteY18" fmla="*/ 767513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798048 w 12192000"/>
              <a:gd name="connsiteY23" fmla="*/ 863207 h 2237474"/>
              <a:gd name="connsiteX24" fmla="*/ 9761459 w 12192000"/>
              <a:gd name="connsiteY24" fmla="*/ 862394 h 2237474"/>
              <a:gd name="connsiteX25" fmla="*/ 9705768 w 12192000"/>
              <a:gd name="connsiteY25" fmla="*/ 894610 h 2237474"/>
              <a:gd name="connsiteX26" fmla="*/ 9683005 w 12192000"/>
              <a:gd name="connsiteY26" fmla="*/ 894128 h 2237474"/>
              <a:gd name="connsiteX27" fmla="*/ 9594438 w 12192000"/>
              <a:gd name="connsiteY27" fmla="*/ 919051 h 2237474"/>
              <a:gd name="connsiteX28" fmla="*/ 9577033 w 12192000"/>
              <a:gd name="connsiteY28" fmla="*/ 922857 h 2237474"/>
              <a:gd name="connsiteX29" fmla="*/ 9544189 w 12192000"/>
              <a:gd name="connsiteY29" fmla="*/ 938966 h 2237474"/>
              <a:gd name="connsiteX30" fmla="*/ 9500499 w 12192000"/>
              <a:gd name="connsiteY30" fmla="*/ 954680 h 2237474"/>
              <a:gd name="connsiteX31" fmla="*/ 9428195 w 12192000"/>
              <a:gd name="connsiteY31" fmla="*/ 986225 h 2237474"/>
              <a:gd name="connsiteX32" fmla="*/ 9410017 w 12192000"/>
              <a:gd name="connsiteY32" fmla="*/ 993931 h 2237474"/>
              <a:gd name="connsiteX33" fmla="*/ 9392919 w 12192000"/>
              <a:gd name="connsiteY33" fmla="*/ 994656 h 2237474"/>
              <a:gd name="connsiteX34" fmla="*/ 9278619 w 12192000"/>
              <a:gd name="connsiteY34" fmla="*/ 1011878 h 2237474"/>
              <a:gd name="connsiteX35" fmla="*/ 9268019 w 12192000"/>
              <a:gd name="connsiteY35" fmla="*/ 1007442 h 2237474"/>
              <a:gd name="connsiteX36" fmla="*/ 9234662 w 12192000"/>
              <a:gd name="connsiteY36" fmla="*/ 1023056 h 2237474"/>
              <a:gd name="connsiteX37" fmla="*/ 9181033 w 12192000"/>
              <a:gd name="connsiteY37" fmla="*/ 1037921 h 2237474"/>
              <a:gd name="connsiteX38" fmla="*/ 9155969 w 12192000"/>
              <a:gd name="connsiteY38" fmla="*/ 1046804 h 2237474"/>
              <a:gd name="connsiteX39" fmla="*/ 9133985 w 12192000"/>
              <a:gd name="connsiteY39" fmla="*/ 1046450 h 2237474"/>
              <a:gd name="connsiteX40" fmla="*/ 9012987 w 12192000"/>
              <a:gd name="connsiteY40" fmla="*/ 1061986 h 2237474"/>
              <a:gd name="connsiteX41" fmla="*/ 8968445 w 12192000"/>
              <a:gd name="connsiteY41" fmla="*/ 1052169 h 2237474"/>
              <a:gd name="connsiteX42" fmla="*/ 8958984 w 12192000"/>
              <a:gd name="connsiteY42" fmla="*/ 1057212 h 2237474"/>
              <a:gd name="connsiteX43" fmla="*/ 8886001 w 12192000"/>
              <a:gd name="connsiteY43" fmla="*/ 1067468 h 2237474"/>
              <a:gd name="connsiteX44" fmla="*/ 8838610 w 12192000"/>
              <a:gd name="connsiteY44" fmla="*/ 1075091 h 2237474"/>
              <a:gd name="connsiteX45" fmla="*/ 8750383 w 12192000"/>
              <a:gd name="connsiteY45" fmla="*/ 1097387 h 2237474"/>
              <a:gd name="connsiteX46" fmla="*/ 8697365 w 12192000"/>
              <a:gd name="connsiteY46" fmla="*/ 1105869 h 2237474"/>
              <a:gd name="connsiteX47" fmla="*/ 8665605 w 12192000"/>
              <a:gd name="connsiteY47" fmla="*/ 1110791 h 2237474"/>
              <a:gd name="connsiteX48" fmla="*/ 8584946 w 12192000"/>
              <a:gd name="connsiteY48" fmla="*/ 1135226 h 2237474"/>
              <a:gd name="connsiteX49" fmla="*/ 8460755 w 12192000"/>
              <a:gd name="connsiteY49" fmla="*/ 1203427 h 2237474"/>
              <a:gd name="connsiteX50" fmla="*/ 8419755 w 12192000"/>
              <a:gd name="connsiteY50" fmla="*/ 1216260 h 2237474"/>
              <a:gd name="connsiteX51" fmla="*/ 8411626 w 12192000"/>
              <a:gd name="connsiteY51" fmla="*/ 1214397 h 2237474"/>
              <a:gd name="connsiteX52" fmla="*/ 8363469 w 12192000"/>
              <a:gd name="connsiteY52" fmla="*/ 1246658 h 2237474"/>
              <a:gd name="connsiteX53" fmla="*/ 8275497 w 12192000"/>
              <a:gd name="connsiteY53" fmla="*/ 1264396 h 2237474"/>
              <a:gd name="connsiteX54" fmla="*/ 8206287 w 12192000"/>
              <a:gd name="connsiteY54" fmla="*/ 1273060 h 2237474"/>
              <a:gd name="connsiteX55" fmla="*/ 8168705 w 12192000"/>
              <a:gd name="connsiteY55" fmla="*/ 1279956 h 2237474"/>
              <a:gd name="connsiteX56" fmla="*/ 8139997 w 12192000"/>
              <a:gd name="connsiteY56" fmla="*/ 1282713 h 2237474"/>
              <a:gd name="connsiteX57" fmla="*/ 8074238 w 12192000"/>
              <a:gd name="connsiteY57" fmla="*/ 1301895 h 2237474"/>
              <a:gd name="connsiteX58" fmla="*/ 7968292 w 12192000"/>
              <a:gd name="connsiteY58" fmla="*/ 1338779 h 2237474"/>
              <a:gd name="connsiteX59" fmla="*/ 7945122 w 12192000"/>
              <a:gd name="connsiteY59" fmla="*/ 1345477 h 2237474"/>
              <a:gd name="connsiteX60" fmla="*/ 7902328 w 12192000"/>
              <a:gd name="connsiteY60" fmla="*/ 1345865 h 2237474"/>
              <a:gd name="connsiteX61" fmla="*/ 7875879 w 12192000"/>
              <a:gd name="connsiteY61" fmla="*/ 1345646 h 2237474"/>
              <a:gd name="connsiteX62" fmla="*/ 7840612 w 12192000"/>
              <a:gd name="connsiteY62" fmla="*/ 1369373 h 2237474"/>
              <a:gd name="connsiteX63" fmla="*/ 7786819 w 12192000"/>
              <a:gd name="connsiteY63" fmla="*/ 1378970 h 2237474"/>
              <a:gd name="connsiteX64" fmla="*/ 7548172 w 12192000"/>
              <a:gd name="connsiteY64" fmla="*/ 1417460 h 2237474"/>
              <a:gd name="connsiteX65" fmla="*/ 7483437 w 12192000"/>
              <a:gd name="connsiteY65" fmla="*/ 1478152 h 2237474"/>
              <a:gd name="connsiteX66" fmla="*/ 7377870 w 12192000"/>
              <a:gd name="connsiteY66" fmla="*/ 1523319 h 2237474"/>
              <a:gd name="connsiteX67" fmla="*/ 7230737 w 12192000"/>
              <a:gd name="connsiteY67" fmla="*/ 1562633 h 2237474"/>
              <a:gd name="connsiteX68" fmla="*/ 7224458 w 12192000"/>
              <a:gd name="connsiteY68" fmla="*/ 1573008 h 2237474"/>
              <a:gd name="connsiteX69" fmla="*/ 7183121 w 12192000"/>
              <a:gd name="connsiteY69" fmla="*/ 1595162 h 2237474"/>
              <a:gd name="connsiteX70" fmla="*/ 7164601 w 12192000"/>
              <a:gd name="connsiteY70" fmla="*/ 1606490 h 2237474"/>
              <a:gd name="connsiteX71" fmla="*/ 7092727 w 12192000"/>
              <a:gd name="connsiteY71" fmla="*/ 1623628 h 2237474"/>
              <a:gd name="connsiteX72" fmla="*/ 7031309 w 12192000"/>
              <a:gd name="connsiteY72" fmla="*/ 1619451 h 2237474"/>
              <a:gd name="connsiteX73" fmla="*/ 6999084 w 12192000"/>
              <a:gd name="connsiteY73" fmla="*/ 1634317 h 2237474"/>
              <a:gd name="connsiteX74" fmla="*/ 6992107 w 12192000"/>
              <a:gd name="connsiteY74" fmla="*/ 1636860 h 2237474"/>
              <a:gd name="connsiteX75" fmla="*/ 6900177 w 12192000"/>
              <a:gd name="connsiteY75" fmla="*/ 1636016 h 2237474"/>
              <a:gd name="connsiteX76" fmla="*/ 6795372 w 12192000"/>
              <a:gd name="connsiteY76" fmla="*/ 1644845 h 2237474"/>
              <a:gd name="connsiteX77" fmla="*/ 6692251 w 12192000"/>
              <a:gd name="connsiteY77" fmla="*/ 1656357 h 2237474"/>
              <a:gd name="connsiteX78" fmla="*/ 6655235 w 12192000"/>
              <a:gd name="connsiteY78" fmla="*/ 1661869 h 2237474"/>
              <a:gd name="connsiteX79" fmla="*/ 6554894 w 12192000"/>
              <a:gd name="connsiteY79" fmla="*/ 1664428 h 2237474"/>
              <a:gd name="connsiteX80" fmla="*/ 6516595 w 12192000"/>
              <a:gd name="connsiteY80" fmla="*/ 1667475 h 2237474"/>
              <a:gd name="connsiteX81" fmla="*/ 6508541 w 12192000"/>
              <a:gd name="connsiteY81" fmla="*/ 1668757 h 2237474"/>
              <a:gd name="connsiteX82" fmla="*/ 6471012 w 12192000"/>
              <a:gd name="connsiteY82" fmla="*/ 1678604 h 2237474"/>
              <a:gd name="connsiteX83" fmla="*/ 6415265 w 12192000"/>
              <a:gd name="connsiteY83" fmla="*/ 1665317 h 2237474"/>
              <a:gd name="connsiteX84" fmla="*/ 6364035 w 12192000"/>
              <a:gd name="connsiteY84" fmla="*/ 1667683 h 2237474"/>
              <a:gd name="connsiteX85" fmla="*/ 6280959 w 12192000"/>
              <a:gd name="connsiteY85" fmla="*/ 1689329 h 2237474"/>
              <a:gd name="connsiteX86" fmla="*/ 6243319 w 12192000"/>
              <a:gd name="connsiteY86" fmla="*/ 1695560 h 2237474"/>
              <a:gd name="connsiteX87" fmla="*/ 6098321 w 12192000"/>
              <a:gd name="connsiteY87" fmla="*/ 1721646 h 2237474"/>
              <a:gd name="connsiteX88" fmla="*/ 5880652 w 12192000"/>
              <a:gd name="connsiteY88" fmla="*/ 1779643 h 2237474"/>
              <a:gd name="connsiteX89" fmla="*/ 5785959 w 12192000"/>
              <a:gd name="connsiteY89" fmla="*/ 1775307 h 2237474"/>
              <a:gd name="connsiteX90" fmla="*/ 5643534 w 12192000"/>
              <a:gd name="connsiteY90" fmla="*/ 1802919 h 2237474"/>
              <a:gd name="connsiteX91" fmla="*/ 5518799 w 12192000"/>
              <a:gd name="connsiteY91" fmla="*/ 1818312 h 2237474"/>
              <a:gd name="connsiteX92" fmla="*/ 5505014 w 12192000"/>
              <a:gd name="connsiteY92" fmla="*/ 1819259 h 2237474"/>
              <a:gd name="connsiteX93" fmla="*/ 5453307 w 12192000"/>
              <a:gd name="connsiteY93" fmla="*/ 1815450 h 2237474"/>
              <a:gd name="connsiteX94" fmla="*/ 5364192 w 12192000"/>
              <a:gd name="connsiteY94" fmla="*/ 1826074 h 2237474"/>
              <a:gd name="connsiteX95" fmla="*/ 5350380 w 12192000"/>
              <a:gd name="connsiteY95" fmla="*/ 1830891 h 2237474"/>
              <a:gd name="connsiteX96" fmla="*/ 5259633 w 12192000"/>
              <a:gd name="connsiteY96" fmla="*/ 1837160 h 2237474"/>
              <a:gd name="connsiteX97" fmla="*/ 5197513 w 12192000"/>
              <a:gd name="connsiteY97" fmla="*/ 1844718 h 2237474"/>
              <a:gd name="connsiteX98" fmla="*/ 5168852 w 12192000"/>
              <a:gd name="connsiteY98" fmla="*/ 1844846 h 2237474"/>
              <a:gd name="connsiteX99" fmla="*/ 5114927 w 12192000"/>
              <a:gd name="connsiteY99" fmla="*/ 1847827 h 2237474"/>
              <a:gd name="connsiteX100" fmla="*/ 5108970 w 12192000"/>
              <a:gd name="connsiteY100" fmla="*/ 1847935 h 2237474"/>
              <a:gd name="connsiteX101" fmla="*/ 5067961 w 12192000"/>
              <a:gd name="connsiteY101" fmla="*/ 1845917 h 2237474"/>
              <a:gd name="connsiteX102" fmla="*/ 5007075 w 12192000"/>
              <a:gd name="connsiteY102" fmla="*/ 1838626 h 2237474"/>
              <a:gd name="connsiteX103" fmla="*/ 4944087 w 12192000"/>
              <a:gd name="connsiteY103" fmla="*/ 1823332 h 2237474"/>
              <a:gd name="connsiteX104" fmla="*/ 4907662 w 12192000"/>
              <a:gd name="connsiteY104" fmla="*/ 1816900 h 2237474"/>
              <a:gd name="connsiteX105" fmla="*/ 4882386 w 12192000"/>
              <a:gd name="connsiteY105" fmla="*/ 1809844 h 2237474"/>
              <a:gd name="connsiteX106" fmla="*/ 4811440 w 12192000"/>
              <a:gd name="connsiteY106" fmla="*/ 1804655 h 2237474"/>
              <a:gd name="connsiteX107" fmla="*/ 4691075 w 12192000"/>
              <a:gd name="connsiteY107" fmla="*/ 1801389 h 2237474"/>
              <a:gd name="connsiteX108" fmla="*/ 4611738 w 12192000"/>
              <a:gd name="connsiteY108" fmla="*/ 1776964 h 2237474"/>
              <a:gd name="connsiteX109" fmla="*/ 4560070 w 12192000"/>
              <a:gd name="connsiteY109" fmla="*/ 1785640 h 2237474"/>
              <a:gd name="connsiteX110" fmla="*/ 4536503 w 12192000"/>
              <a:gd name="connsiteY110" fmla="*/ 1785334 h 2237474"/>
              <a:gd name="connsiteX111" fmla="*/ 4513724 w 12192000"/>
              <a:gd name="connsiteY111" fmla="*/ 1791996 h 2237474"/>
              <a:gd name="connsiteX112" fmla="*/ 4459810 w 12192000"/>
              <a:gd name="connsiteY112" fmla="*/ 1797886 h 2237474"/>
              <a:gd name="connsiteX113" fmla="*/ 4379064 w 12192000"/>
              <a:gd name="connsiteY113" fmla="*/ 1817177 h 2237474"/>
              <a:gd name="connsiteX114" fmla="*/ 4319209 w 12192000"/>
              <a:gd name="connsiteY114" fmla="*/ 1834833 h 2237474"/>
              <a:gd name="connsiteX115" fmla="*/ 4290981 w 12192000"/>
              <a:gd name="connsiteY115" fmla="*/ 1839677 h 2237474"/>
              <a:gd name="connsiteX116" fmla="*/ 4285792 w 12192000"/>
              <a:gd name="connsiteY116" fmla="*/ 1836231 h 2237474"/>
              <a:gd name="connsiteX117" fmla="*/ 4238372 w 12192000"/>
              <a:gd name="connsiteY117" fmla="*/ 1851480 h 2237474"/>
              <a:gd name="connsiteX118" fmla="*/ 4232517 w 12192000"/>
              <a:gd name="connsiteY118" fmla="*/ 1852567 h 2237474"/>
              <a:gd name="connsiteX119" fmla="*/ 4191732 w 12192000"/>
              <a:gd name="connsiteY119" fmla="*/ 1857328 h 2237474"/>
              <a:gd name="connsiteX120" fmla="*/ 4065532 w 12192000"/>
              <a:gd name="connsiteY120" fmla="*/ 1855477 h 2237474"/>
              <a:gd name="connsiteX121" fmla="*/ 4028460 w 12192000"/>
              <a:gd name="connsiteY121" fmla="*/ 1855137 h 2237474"/>
              <a:gd name="connsiteX122" fmla="*/ 4002267 w 12192000"/>
              <a:gd name="connsiteY122" fmla="*/ 1852352 h 2237474"/>
              <a:gd name="connsiteX123" fmla="*/ 3931396 w 12192000"/>
              <a:gd name="connsiteY123" fmla="*/ 1858915 h 2237474"/>
              <a:gd name="connsiteX124" fmla="*/ 3812162 w 12192000"/>
              <a:gd name="connsiteY124" fmla="*/ 1875501 h 2237474"/>
              <a:gd name="connsiteX125" fmla="*/ 3729530 w 12192000"/>
              <a:gd name="connsiteY125" fmla="*/ 1864513 h 2237474"/>
              <a:gd name="connsiteX126" fmla="*/ 3680177 w 12192000"/>
              <a:gd name="connsiteY126" fmla="*/ 1881552 h 2237474"/>
              <a:gd name="connsiteX127" fmla="*/ 3567259 w 12192000"/>
              <a:gd name="connsiteY127" fmla="*/ 1893482 h 2237474"/>
              <a:gd name="connsiteX128" fmla="*/ 3405770 w 12192000"/>
              <a:gd name="connsiteY128" fmla="*/ 1904591 h 2237474"/>
              <a:gd name="connsiteX129" fmla="*/ 3280097 w 12192000"/>
              <a:gd name="connsiteY129" fmla="*/ 1919610 h 2237474"/>
              <a:gd name="connsiteX130" fmla="*/ 3123424 w 12192000"/>
              <a:gd name="connsiteY130" fmla="*/ 1952930 h 2237474"/>
              <a:gd name="connsiteX131" fmla="*/ 3009910 w 12192000"/>
              <a:gd name="connsiteY131" fmla="*/ 1957866 h 2237474"/>
              <a:gd name="connsiteX132" fmla="*/ 2995934 w 12192000"/>
              <a:gd name="connsiteY132" fmla="*/ 1967085 h 2237474"/>
              <a:gd name="connsiteX133" fmla="*/ 2980071 w 12192000"/>
              <a:gd name="connsiteY133" fmla="*/ 1972988 h 2237474"/>
              <a:gd name="connsiteX134" fmla="*/ 2978094 w 12192000"/>
              <a:gd name="connsiteY134" fmla="*/ 1972369 h 2237474"/>
              <a:gd name="connsiteX135" fmla="*/ 2942858 w 12192000"/>
              <a:gd name="connsiteY135" fmla="*/ 1981367 h 2237474"/>
              <a:gd name="connsiteX136" fmla="*/ 2875436 w 12192000"/>
              <a:gd name="connsiteY136" fmla="*/ 1996977 h 2237474"/>
              <a:gd name="connsiteX137" fmla="*/ 2874892 w 12192000"/>
              <a:gd name="connsiteY137" fmla="*/ 1996085 h 2237474"/>
              <a:gd name="connsiteX138" fmla="*/ 2864145 w 12192000"/>
              <a:gd name="connsiteY138" fmla="*/ 1994061 h 2237474"/>
              <a:gd name="connsiteX139" fmla="*/ 2843662 w 12192000"/>
              <a:gd name="connsiteY139" fmla="*/ 1992498 h 2237474"/>
              <a:gd name="connsiteX140" fmla="*/ 2796128 w 12192000"/>
              <a:gd name="connsiteY140" fmla="*/ 1976403 h 2237474"/>
              <a:gd name="connsiteX141" fmla="*/ 2756784 w 12192000"/>
              <a:gd name="connsiteY141" fmla="*/ 1985116 h 2237474"/>
              <a:gd name="connsiteX142" fmla="*/ 2748833 w 12192000"/>
              <a:gd name="connsiteY142" fmla="*/ 1986323 h 2237474"/>
              <a:gd name="connsiteX143" fmla="*/ 2748661 w 12192000"/>
              <a:gd name="connsiteY143" fmla="*/ 1986122 h 2237474"/>
              <a:gd name="connsiteX144" fmla="*/ 2740251 w 12192000"/>
              <a:gd name="connsiteY144" fmla="*/ 1986946 h 2237474"/>
              <a:gd name="connsiteX145" fmla="*/ 2718916 w 12192000"/>
              <a:gd name="connsiteY145" fmla="*/ 1990867 h 2237474"/>
              <a:gd name="connsiteX146" fmla="*/ 2713522 w 12192000"/>
              <a:gd name="connsiteY146" fmla="*/ 1990173 h 2237474"/>
              <a:gd name="connsiteX147" fmla="*/ 2680597 w 12192000"/>
              <a:gd name="connsiteY147" fmla="*/ 1984996 h 2237474"/>
              <a:gd name="connsiteX148" fmla="*/ 2578178 w 12192000"/>
              <a:gd name="connsiteY148" fmla="*/ 1990531 h 2237474"/>
              <a:gd name="connsiteX149" fmla="*/ 2476147 w 12192000"/>
              <a:gd name="connsiteY149" fmla="*/ 1998305 h 2237474"/>
              <a:gd name="connsiteX150" fmla="*/ 2373568 w 12192000"/>
              <a:gd name="connsiteY150" fmla="*/ 2003219 h 2237474"/>
              <a:gd name="connsiteX151" fmla="*/ 2321399 w 12192000"/>
              <a:gd name="connsiteY151" fmla="*/ 1989467 h 2237474"/>
              <a:gd name="connsiteX152" fmla="*/ 2315525 w 12192000"/>
              <a:gd name="connsiteY152" fmla="*/ 1989708 h 2237474"/>
              <a:gd name="connsiteX153" fmla="*/ 2300792 w 12192000"/>
              <a:gd name="connsiteY153" fmla="*/ 1994290 h 2237474"/>
              <a:gd name="connsiteX154" fmla="*/ 2295469 w 12192000"/>
              <a:gd name="connsiteY154" fmla="*/ 1996659 h 2237474"/>
              <a:gd name="connsiteX155" fmla="*/ 2287219 w 12192000"/>
              <a:gd name="connsiteY155" fmla="*/ 1998750 h 2237474"/>
              <a:gd name="connsiteX156" fmla="*/ 2286948 w 12192000"/>
              <a:gd name="connsiteY156" fmla="*/ 1998596 h 2237474"/>
              <a:gd name="connsiteX157" fmla="*/ 2243069 w 12192000"/>
              <a:gd name="connsiteY157" fmla="*/ 2015111 h 2237474"/>
              <a:gd name="connsiteX158" fmla="*/ 2186609 w 12192000"/>
              <a:gd name="connsiteY158" fmla="*/ 2008263 h 2237474"/>
              <a:gd name="connsiteX159" fmla="*/ 2164831 w 12192000"/>
              <a:gd name="connsiteY159" fmla="*/ 2010143 h 2237474"/>
              <a:gd name="connsiteX160" fmla="*/ 2152836 w 12192000"/>
              <a:gd name="connsiteY160" fmla="*/ 2010048 h 2237474"/>
              <a:gd name="connsiteX161" fmla="*/ 2117102 w 12192000"/>
              <a:gd name="connsiteY161" fmla="*/ 2023004 h 2237474"/>
              <a:gd name="connsiteX162" fmla="*/ 2111935 w 12192000"/>
              <a:gd name="connsiteY162" fmla="*/ 2023163 h 2237474"/>
              <a:gd name="connsiteX163" fmla="*/ 2089991 w 12192000"/>
              <a:gd name="connsiteY163" fmla="*/ 2034193 h 2237474"/>
              <a:gd name="connsiteX164" fmla="*/ 2058061 w 12192000"/>
              <a:gd name="connsiteY164" fmla="*/ 2047942 h 2237474"/>
              <a:gd name="connsiteX165" fmla="*/ 2055737 w 12192000"/>
              <a:gd name="connsiteY165" fmla="*/ 2047704 h 2237474"/>
              <a:gd name="connsiteX166" fmla="*/ 2042244 w 12192000"/>
              <a:gd name="connsiteY166" fmla="*/ 2055560 h 2237474"/>
              <a:gd name="connsiteX167" fmla="*/ 1976224 w 12192000"/>
              <a:gd name="connsiteY167" fmla="*/ 2074257 h 2237474"/>
              <a:gd name="connsiteX168" fmla="*/ 1877728 w 12192000"/>
              <a:gd name="connsiteY168" fmla="*/ 2101004 h 2237474"/>
              <a:gd name="connsiteX169" fmla="*/ 1759056 w 12192000"/>
              <a:gd name="connsiteY169" fmla="*/ 2125608 h 2237474"/>
              <a:gd name="connsiteX170" fmla="*/ 1637948 w 12192000"/>
              <a:gd name="connsiteY170" fmla="*/ 2172597 h 2237474"/>
              <a:gd name="connsiteX171" fmla="*/ 1434549 w 12192000"/>
              <a:gd name="connsiteY171" fmla="*/ 2234522 h 2237474"/>
              <a:gd name="connsiteX172" fmla="*/ 1398481 w 12192000"/>
              <a:gd name="connsiteY172" fmla="*/ 2237074 h 2237474"/>
              <a:gd name="connsiteX173" fmla="*/ 1398407 w 12192000"/>
              <a:gd name="connsiteY173" fmla="*/ 2237095 h 2237474"/>
              <a:gd name="connsiteX174" fmla="*/ 1370962 w 12192000"/>
              <a:gd name="connsiteY174" fmla="*/ 2237474 h 2237474"/>
              <a:gd name="connsiteX175" fmla="*/ 1356367 w 12192000"/>
              <a:gd name="connsiteY175" fmla="*/ 2235089 h 2237474"/>
              <a:gd name="connsiteX176" fmla="*/ 1324828 w 12192000"/>
              <a:gd name="connsiteY176" fmla="*/ 2231968 h 2237474"/>
              <a:gd name="connsiteX177" fmla="*/ 1297744 w 12192000"/>
              <a:gd name="connsiteY177" fmla="*/ 2235849 h 2237474"/>
              <a:gd name="connsiteX178" fmla="*/ 1286236 w 12192000"/>
              <a:gd name="connsiteY178" fmla="*/ 2233135 h 2237474"/>
              <a:gd name="connsiteX179" fmla="*/ 1283504 w 12192000"/>
              <a:gd name="connsiteY179" fmla="*/ 2233797 h 2237474"/>
              <a:gd name="connsiteX180" fmla="*/ 1279765 w 12192000"/>
              <a:gd name="connsiteY180" fmla="*/ 2229639 h 2237474"/>
              <a:gd name="connsiteX181" fmla="*/ 1195347 w 12192000"/>
              <a:gd name="connsiteY181" fmla="*/ 2212354 h 2237474"/>
              <a:gd name="connsiteX182" fmla="*/ 970251 w 12192000"/>
              <a:gd name="connsiteY182" fmla="*/ 2221029 h 2237474"/>
              <a:gd name="connsiteX183" fmla="*/ 812914 w 12192000"/>
              <a:gd name="connsiteY183" fmla="*/ 2202752 h 2237474"/>
              <a:gd name="connsiteX184" fmla="*/ 800195 w 12192000"/>
              <a:gd name="connsiteY184" fmla="*/ 2209407 h 2237474"/>
              <a:gd name="connsiteX185" fmla="*/ 784978 w 12192000"/>
              <a:gd name="connsiteY185" fmla="*/ 2212360 h 2237474"/>
              <a:gd name="connsiteX186" fmla="*/ 681987 w 12192000"/>
              <a:gd name="connsiteY186" fmla="*/ 2216757 h 2237474"/>
              <a:gd name="connsiteX187" fmla="*/ 669923 w 12192000"/>
              <a:gd name="connsiteY187" fmla="*/ 2211682 h 2237474"/>
              <a:gd name="connsiteX188" fmla="*/ 648680 w 12192000"/>
              <a:gd name="connsiteY188" fmla="*/ 2206229 h 2237474"/>
              <a:gd name="connsiteX189" fmla="*/ 597225 w 12192000"/>
              <a:gd name="connsiteY189" fmla="*/ 2180999 h 2237474"/>
              <a:gd name="connsiteX190" fmla="*/ 558449 w 12192000"/>
              <a:gd name="connsiteY190" fmla="*/ 2182346 h 2237474"/>
              <a:gd name="connsiteX191" fmla="*/ 550517 w 12192000"/>
              <a:gd name="connsiteY191" fmla="*/ 2182060 h 2237474"/>
              <a:gd name="connsiteX192" fmla="*/ 550309 w 12192000"/>
              <a:gd name="connsiteY192" fmla="*/ 2181825 h 2237474"/>
              <a:gd name="connsiteX193" fmla="*/ 541836 w 12192000"/>
              <a:gd name="connsiteY193" fmla="*/ 2181063 h 2237474"/>
              <a:gd name="connsiteX194" fmla="*/ 536057 w 12192000"/>
              <a:gd name="connsiteY194" fmla="*/ 2181537 h 2237474"/>
              <a:gd name="connsiteX195" fmla="*/ 520671 w 12192000"/>
              <a:gd name="connsiteY195" fmla="*/ 2180980 h 2237474"/>
              <a:gd name="connsiteX196" fmla="*/ 515024 w 12192000"/>
              <a:gd name="connsiteY196" fmla="*/ 2179258 h 2237474"/>
              <a:gd name="connsiteX197" fmla="*/ 512278 w 12192000"/>
              <a:gd name="connsiteY197" fmla="*/ 2176369 h 2237474"/>
              <a:gd name="connsiteX198" fmla="*/ 480419 w 12192000"/>
              <a:gd name="connsiteY198" fmla="*/ 2167807 h 2237474"/>
              <a:gd name="connsiteX199" fmla="*/ 413835 w 12192000"/>
              <a:gd name="connsiteY199" fmla="*/ 2156783 h 2237474"/>
              <a:gd name="connsiteX200" fmla="*/ 376513 w 12192000"/>
              <a:gd name="connsiteY200" fmla="*/ 2154014 h 2237474"/>
              <a:gd name="connsiteX201" fmla="*/ 273386 w 12192000"/>
              <a:gd name="connsiteY201" fmla="*/ 2142551 h 2237474"/>
              <a:gd name="connsiteX202" fmla="*/ 169207 w 12192000"/>
              <a:gd name="connsiteY202" fmla="*/ 2128100 h 2237474"/>
              <a:gd name="connsiteX203" fmla="*/ 93149 w 12192000"/>
              <a:gd name="connsiteY203" fmla="*/ 2105324 h 2237474"/>
              <a:gd name="connsiteX204" fmla="*/ 88109 w 12192000"/>
              <a:gd name="connsiteY204" fmla="*/ 2106704 h 2237474"/>
              <a:gd name="connsiteX205" fmla="*/ 80022 w 12192000"/>
              <a:gd name="connsiteY205" fmla="*/ 2107254 h 2237474"/>
              <a:gd name="connsiteX206" fmla="*/ 79717 w 12192000"/>
              <a:gd name="connsiteY206" fmla="*/ 2107046 h 2237474"/>
              <a:gd name="connsiteX207" fmla="*/ 72352 w 12192000"/>
              <a:gd name="connsiteY207" fmla="*/ 2107991 h 2237474"/>
              <a:gd name="connsiteX208" fmla="*/ 37645 w 12192000"/>
              <a:gd name="connsiteY208" fmla="*/ 2115401 h 2237474"/>
              <a:gd name="connsiteX209" fmla="*/ 4572 w 12192000"/>
              <a:gd name="connsiteY209" fmla="*/ 2111091 h 2237474"/>
              <a:gd name="connsiteX210" fmla="*/ 0 w 12192000"/>
              <a:gd name="connsiteY210" fmla="*/ 2110468 h 2237474"/>
              <a:gd name="connsiteX211" fmla="*/ 0 w 12192000"/>
              <a:gd name="connsiteY211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11200 w 12192000"/>
              <a:gd name="connsiteY18" fmla="*/ 767513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798048 w 12192000"/>
              <a:gd name="connsiteY23" fmla="*/ 863207 h 2237474"/>
              <a:gd name="connsiteX24" fmla="*/ 9761459 w 12192000"/>
              <a:gd name="connsiteY24" fmla="*/ 862394 h 2237474"/>
              <a:gd name="connsiteX25" fmla="*/ 9705768 w 12192000"/>
              <a:gd name="connsiteY25" fmla="*/ 894610 h 2237474"/>
              <a:gd name="connsiteX26" fmla="*/ 9683005 w 12192000"/>
              <a:gd name="connsiteY26" fmla="*/ 894128 h 2237474"/>
              <a:gd name="connsiteX27" fmla="*/ 9594438 w 12192000"/>
              <a:gd name="connsiteY27" fmla="*/ 919051 h 2237474"/>
              <a:gd name="connsiteX28" fmla="*/ 9577033 w 12192000"/>
              <a:gd name="connsiteY28" fmla="*/ 922857 h 2237474"/>
              <a:gd name="connsiteX29" fmla="*/ 9544189 w 12192000"/>
              <a:gd name="connsiteY29" fmla="*/ 938966 h 2237474"/>
              <a:gd name="connsiteX30" fmla="*/ 9500499 w 12192000"/>
              <a:gd name="connsiteY30" fmla="*/ 954680 h 2237474"/>
              <a:gd name="connsiteX31" fmla="*/ 9428195 w 12192000"/>
              <a:gd name="connsiteY31" fmla="*/ 986225 h 2237474"/>
              <a:gd name="connsiteX32" fmla="*/ 9410017 w 12192000"/>
              <a:gd name="connsiteY32" fmla="*/ 993931 h 2237474"/>
              <a:gd name="connsiteX33" fmla="*/ 9392919 w 12192000"/>
              <a:gd name="connsiteY33" fmla="*/ 994656 h 2237474"/>
              <a:gd name="connsiteX34" fmla="*/ 9278619 w 12192000"/>
              <a:gd name="connsiteY34" fmla="*/ 1011878 h 2237474"/>
              <a:gd name="connsiteX35" fmla="*/ 9268019 w 12192000"/>
              <a:gd name="connsiteY35" fmla="*/ 1007442 h 2237474"/>
              <a:gd name="connsiteX36" fmla="*/ 9234662 w 12192000"/>
              <a:gd name="connsiteY36" fmla="*/ 1023056 h 2237474"/>
              <a:gd name="connsiteX37" fmla="*/ 9181033 w 12192000"/>
              <a:gd name="connsiteY37" fmla="*/ 1037921 h 2237474"/>
              <a:gd name="connsiteX38" fmla="*/ 9155969 w 12192000"/>
              <a:gd name="connsiteY38" fmla="*/ 1046804 h 2237474"/>
              <a:gd name="connsiteX39" fmla="*/ 9133985 w 12192000"/>
              <a:gd name="connsiteY39" fmla="*/ 1046450 h 2237474"/>
              <a:gd name="connsiteX40" fmla="*/ 9012987 w 12192000"/>
              <a:gd name="connsiteY40" fmla="*/ 1061986 h 2237474"/>
              <a:gd name="connsiteX41" fmla="*/ 8968445 w 12192000"/>
              <a:gd name="connsiteY41" fmla="*/ 1052169 h 2237474"/>
              <a:gd name="connsiteX42" fmla="*/ 8958984 w 12192000"/>
              <a:gd name="connsiteY42" fmla="*/ 1057212 h 2237474"/>
              <a:gd name="connsiteX43" fmla="*/ 8886001 w 12192000"/>
              <a:gd name="connsiteY43" fmla="*/ 1067468 h 2237474"/>
              <a:gd name="connsiteX44" fmla="*/ 8838610 w 12192000"/>
              <a:gd name="connsiteY44" fmla="*/ 1075091 h 2237474"/>
              <a:gd name="connsiteX45" fmla="*/ 8750383 w 12192000"/>
              <a:gd name="connsiteY45" fmla="*/ 1097387 h 2237474"/>
              <a:gd name="connsiteX46" fmla="*/ 8697365 w 12192000"/>
              <a:gd name="connsiteY46" fmla="*/ 1105869 h 2237474"/>
              <a:gd name="connsiteX47" fmla="*/ 8665605 w 12192000"/>
              <a:gd name="connsiteY47" fmla="*/ 1110791 h 2237474"/>
              <a:gd name="connsiteX48" fmla="*/ 8584946 w 12192000"/>
              <a:gd name="connsiteY48" fmla="*/ 1135226 h 2237474"/>
              <a:gd name="connsiteX49" fmla="*/ 8460755 w 12192000"/>
              <a:gd name="connsiteY49" fmla="*/ 1203427 h 2237474"/>
              <a:gd name="connsiteX50" fmla="*/ 8419755 w 12192000"/>
              <a:gd name="connsiteY50" fmla="*/ 1216260 h 2237474"/>
              <a:gd name="connsiteX51" fmla="*/ 8411626 w 12192000"/>
              <a:gd name="connsiteY51" fmla="*/ 1214397 h 2237474"/>
              <a:gd name="connsiteX52" fmla="*/ 8363469 w 12192000"/>
              <a:gd name="connsiteY52" fmla="*/ 1246658 h 2237474"/>
              <a:gd name="connsiteX53" fmla="*/ 8275497 w 12192000"/>
              <a:gd name="connsiteY53" fmla="*/ 1264396 h 2237474"/>
              <a:gd name="connsiteX54" fmla="*/ 8206287 w 12192000"/>
              <a:gd name="connsiteY54" fmla="*/ 1273060 h 2237474"/>
              <a:gd name="connsiteX55" fmla="*/ 8168705 w 12192000"/>
              <a:gd name="connsiteY55" fmla="*/ 1279956 h 2237474"/>
              <a:gd name="connsiteX56" fmla="*/ 8139997 w 12192000"/>
              <a:gd name="connsiteY56" fmla="*/ 1282713 h 2237474"/>
              <a:gd name="connsiteX57" fmla="*/ 8074238 w 12192000"/>
              <a:gd name="connsiteY57" fmla="*/ 1301895 h 2237474"/>
              <a:gd name="connsiteX58" fmla="*/ 7968292 w 12192000"/>
              <a:gd name="connsiteY58" fmla="*/ 1338779 h 2237474"/>
              <a:gd name="connsiteX59" fmla="*/ 7945122 w 12192000"/>
              <a:gd name="connsiteY59" fmla="*/ 1345477 h 2237474"/>
              <a:gd name="connsiteX60" fmla="*/ 7902328 w 12192000"/>
              <a:gd name="connsiteY60" fmla="*/ 1345865 h 2237474"/>
              <a:gd name="connsiteX61" fmla="*/ 7875879 w 12192000"/>
              <a:gd name="connsiteY61" fmla="*/ 1345646 h 2237474"/>
              <a:gd name="connsiteX62" fmla="*/ 7840612 w 12192000"/>
              <a:gd name="connsiteY62" fmla="*/ 1369373 h 2237474"/>
              <a:gd name="connsiteX63" fmla="*/ 7786819 w 12192000"/>
              <a:gd name="connsiteY63" fmla="*/ 1378970 h 2237474"/>
              <a:gd name="connsiteX64" fmla="*/ 7548172 w 12192000"/>
              <a:gd name="connsiteY64" fmla="*/ 1417460 h 2237474"/>
              <a:gd name="connsiteX65" fmla="*/ 7483437 w 12192000"/>
              <a:gd name="connsiteY65" fmla="*/ 1478152 h 2237474"/>
              <a:gd name="connsiteX66" fmla="*/ 7377870 w 12192000"/>
              <a:gd name="connsiteY66" fmla="*/ 1523319 h 2237474"/>
              <a:gd name="connsiteX67" fmla="*/ 7230737 w 12192000"/>
              <a:gd name="connsiteY67" fmla="*/ 1562633 h 2237474"/>
              <a:gd name="connsiteX68" fmla="*/ 7224458 w 12192000"/>
              <a:gd name="connsiteY68" fmla="*/ 1573008 h 2237474"/>
              <a:gd name="connsiteX69" fmla="*/ 7183121 w 12192000"/>
              <a:gd name="connsiteY69" fmla="*/ 1595162 h 2237474"/>
              <a:gd name="connsiteX70" fmla="*/ 7164601 w 12192000"/>
              <a:gd name="connsiteY70" fmla="*/ 1606490 h 2237474"/>
              <a:gd name="connsiteX71" fmla="*/ 7092727 w 12192000"/>
              <a:gd name="connsiteY71" fmla="*/ 1623628 h 2237474"/>
              <a:gd name="connsiteX72" fmla="*/ 7031309 w 12192000"/>
              <a:gd name="connsiteY72" fmla="*/ 1619451 h 2237474"/>
              <a:gd name="connsiteX73" fmla="*/ 6999084 w 12192000"/>
              <a:gd name="connsiteY73" fmla="*/ 1634317 h 2237474"/>
              <a:gd name="connsiteX74" fmla="*/ 6992107 w 12192000"/>
              <a:gd name="connsiteY74" fmla="*/ 1636860 h 2237474"/>
              <a:gd name="connsiteX75" fmla="*/ 6900177 w 12192000"/>
              <a:gd name="connsiteY75" fmla="*/ 1636016 h 2237474"/>
              <a:gd name="connsiteX76" fmla="*/ 6795372 w 12192000"/>
              <a:gd name="connsiteY76" fmla="*/ 1644845 h 2237474"/>
              <a:gd name="connsiteX77" fmla="*/ 6692251 w 12192000"/>
              <a:gd name="connsiteY77" fmla="*/ 1656357 h 2237474"/>
              <a:gd name="connsiteX78" fmla="*/ 6655235 w 12192000"/>
              <a:gd name="connsiteY78" fmla="*/ 1661869 h 2237474"/>
              <a:gd name="connsiteX79" fmla="*/ 6554894 w 12192000"/>
              <a:gd name="connsiteY79" fmla="*/ 1664428 h 2237474"/>
              <a:gd name="connsiteX80" fmla="*/ 6516595 w 12192000"/>
              <a:gd name="connsiteY80" fmla="*/ 1667475 h 2237474"/>
              <a:gd name="connsiteX81" fmla="*/ 6508541 w 12192000"/>
              <a:gd name="connsiteY81" fmla="*/ 1668757 h 2237474"/>
              <a:gd name="connsiteX82" fmla="*/ 6471012 w 12192000"/>
              <a:gd name="connsiteY82" fmla="*/ 1678604 h 2237474"/>
              <a:gd name="connsiteX83" fmla="*/ 6364035 w 12192000"/>
              <a:gd name="connsiteY83" fmla="*/ 1667683 h 2237474"/>
              <a:gd name="connsiteX84" fmla="*/ 6280959 w 12192000"/>
              <a:gd name="connsiteY84" fmla="*/ 1689329 h 2237474"/>
              <a:gd name="connsiteX85" fmla="*/ 6243319 w 12192000"/>
              <a:gd name="connsiteY85" fmla="*/ 1695560 h 2237474"/>
              <a:gd name="connsiteX86" fmla="*/ 6098321 w 12192000"/>
              <a:gd name="connsiteY86" fmla="*/ 1721646 h 2237474"/>
              <a:gd name="connsiteX87" fmla="*/ 5880652 w 12192000"/>
              <a:gd name="connsiteY87" fmla="*/ 1779643 h 2237474"/>
              <a:gd name="connsiteX88" fmla="*/ 5785959 w 12192000"/>
              <a:gd name="connsiteY88" fmla="*/ 1775307 h 2237474"/>
              <a:gd name="connsiteX89" fmla="*/ 5643534 w 12192000"/>
              <a:gd name="connsiteY89" fmla="*/ 1802919 h 2237474"/>
              <a:gd name="connsiteX90" fmla="*/ 5518799 w 12192000"/>
              <a:gd name="connsiteY90" fmla="*/ 1818312 h 2237474"/>
              <a:gd name="connsiteX91" fmla="*/ 5505014 w 12192000"/>
              <a:gd name="connsiteY91" fmla="*/ 1819259 h 2237474"/>
              <a:gd name="connsiteX92" fmla="*/ 5453307 w 12192000"/>
              <a:gd name="connsiteY92" fmla="*/ 1815450 h 2237474"/>
              <a:gd name="connsiteX93" fmla="*/ 5364192 w 12192000"/>
              <a:gd name="connsiteY93" fmla="*/ 1826074 h 2237474"/>
              <a:gd name="connsiteX94" fmla="*/ 5350380 w 12192000"/>
              <a:gd name="connsiteY94" fmla="*/ 1830891 h 2237474"/>
              <a:gd name="connsiteX95" fmla="*/ 5259633 w 12192000"/>
              <a:gd name="connsiteY95" fmla="*/ 1837160 h 2237474"/>
              <a:gd name="connsiteX96" fmla="*/ 5197513 w 12192000"/>
              <a:gd name="connsiteY96" fmla="*/ 1844718 h 2237474"/>
              <a:gd name="connsiteX97" fmla="*/ 5168852 w 12192000"/>
              <a:gd name="connsiteY97" fmla="*/ 1844846 h 2237474"/>
              <a:gd name="connsiteX98" fmla="*/ 5114927 w 12192000"/>
              <a:gd name="connsiteY98" fmla="*/ 1847827 h 2237474"/>
              <a:gd name="connsiteX99" fmla="*/ 5108970 w 12192000"/>
              <a:gd name="connsiteY99" fmla="*/ 1847935 h 2237474"/>
              <a:gd name="connsiteX100" fmla="*/ 5067961 w 12192000"/>
              <a:gd name="connsiteY100" fmla="*/ 1845917 h 2237474"/>
              <a:gd name="connsiteX101" fmla="*/ 5007075 w 12192000"/>
              <a:gd name="connsiteY101" fmla="*/ 1838626 h 2237474"/>
              <a:gd name="connsiteX102" fmla="*/ 4944087 w 12192000"/>
              <a:gd name="connsiteY102" fmla="*/ 1823332 h 2237474"/>
              <a:gd name="connsiteX103" fmla="*/ 4907662 w 12192000"/>
              <a:gd name="connsiteY103" fmla="*/ 1816900 h 2237474"/>
              <a:gd name="connsiteX104" fmla="*/ 4882386 w 12192000"/>
              <a:gd name="connsiteY104" fmla="*/ 1809844 h 2237474"/>
              <a:gd name="connsiteX105" fmla="*/ 4811440 w 12192000"/>
              <a:gd name="connsiteY105" fmla="*/ 1804655 h 2237474"/>
              <a:gd name="connsiteX106" fmla="*/ 4691075 w 12192000"/>
              <a:gd name="connsiteY106" fmla="*/ 1801389 h 2237474"/>
              <a:gd name="connsiteX107" fmla="*/ 4611738 w 12192000"/>
              <a:gd name="connsiteY107" fmla="*/ 1776964 h 2237474"/>
              <a:gd name="connsiteX108" fmla="*/ 4560070 w 12192000"/>
              <a:gd name="connsiteY108" fmla="*/ 1785640 h 2237474"/>
              <a:gd name="connsiteX109" fmla="*/ 4536503 w 12192000"/>
              <a:gd name="connsiteY109" fmla="*/ 1785334 h 2237474"/>
              <a:gd name="connsiteX110" fmla="*/ 4513724 w 12192000"/>
              <a:gd name="connsiteY110" fmla="*/ 1791996 h 2237474"/>
              <a:gd name="connsiteX111" fmla="*/ 4459810 w 12192000"/>
              <a:gd name="connsiteY111" fmla="*/ 1797886 h 2237474"/>
              <a:gd name="connsiteX112" fmla="*/ 4379064 w 12192000"/>
              <a:gd name="connsiteY112" fmla="*/ 1817177 h 2237474"/>
              <a:gd name="connsiteX113" fmla="*/ 4319209 w 12192000"/>
              <a:gd name="connsiteY113" fmla="*/ 1834833 h 2237474"/>
              <a:gd name="connsiteX114" fmla="*/ 4290981 w 12192000"/>
              <a:gd name="connsiteY114" fmla="*/ 1839677 h 2237474"/>
              <a:gd name="connsiteX115" fmla="*/ 4285792 w 12192000"/>
              <a:gd name="connsiteY115" fmla="*/ 1836231 h 2237474"/>
              <a:gd name="connsiteX116" fmla="*/ 4238372 w 12192000"/>
              <a:gd name="connsiteY116" fmla="*/ 1851480 h 2237474"/>
              <a:gd name="connsiteX117" fmla="*/ 4232517 w 12192000"/>
              <a:gd name="connsiteY117" fmla="*/ 1852567 h 2237474"/>
              <a:gd name="connsiteX118" fmla="*/ 4191732 w 12192000"/>
              <a:gd name="connsiteY118" fmla="*/ 1857328 h 2237474"/>
              <a:gd name="connsiteX119" fmla="*/ 4065532 w 12192000"/>
              <a:gd name="connsiteY119" fmla="*/ 1855477 h 2237474"/>
              <a:gd name="connsiteX120" fmla="*/ 4028460 w 12192000"/>
              <a:gd name="connsiteY120" fmla="*/ 1855137 h 2237474"/>
              <a:gd name="connsiteX121" fmla="*/ 4002267 w 12192000"/>
              <a:gd name="connsiteY121" fmla="*/ 1852352 h 2237474"/>
              <a:gd name="connsiteX122" fmla="*/ 3931396 w 12192000"/>
              <a:gd name="connsiteY122" fmla="*/ 1858915 h 2237474"/>
              <a:gd name="connsiteX123" fmla="*/ 3812162 w 12192000"/>
              <a:gd name="connsiteY123" fmla="*/ 1875501 h 2237474"/>
              <a:gd name="connsiteX124" fmla="*/ 3729530 w 12192000"/>
              <a:gd name="connsiteY124" fmla="*/ 1864513 h 2237474"/>
              <a:gd name="connsiteX125" fmla="*/ 3680177 w 12192000"/>
              <a:gd name="connsiteY125" fmla="*/ 1881552 h 2237474"/>
              <a:gd name="connsiteX126" fmla="*/ 3567259 w 12192000"/>
              <a:gd name="connsiteY126" fmla="*/ 1893482 h 2237474"/>
              <a:gd name="connsiteX127" fmla="*/ 3405770 w 12192000"/>
              <a:gd name="connsiteY127" fmla="*/ 1904591 h 2237474"/>
              <a:gd name="connsiteX128" fmla="*/ 3280097 w 12192000"/>
              <a:gd name="connsiteY128" fmla="*/ 1919610 h 2237474"/>
              <a:gd name="connsiteX129" fmla="*/ 3123424 w 12192000"/>
              <a:gd name="connsiteY129" fmla="*/ 1952930 h 2237474"/>
              <a:gd name="connsiteX130" fmla="*/ 3009910 w 12192000"/>
              <a:gd name="connsiteY130" fmla="*/ 1957866 h 2237474"/>
              <a:gd name="connsiteX131" fmla="*/ 2995934 w 12192000"/>
              <a:gd name="connsiteY131" fmla="*/ 1967085 h 2237474"/>
              <a:gd name="connsiteX132" fmla="*/ 2980071 w 12192000"/>
              <a:gd name="connsiteY132" fmla="*/ 1972988 h 2237474"/>
              <a:gd name="connsiteX133" fmla="*/ 2978094 w 12192000"/>
              <a:gd name="connsiteY133" fmla="*/ 1972369 h 2237474"/>
              <a:gd name="connsiteX134" fmla="*/ 2942858 w 12192000"/>
              <a:gd name="connsiteY134" fmla="*/ 1981367 h 2237474"/>
              <a:gd name="connsiteX135" fmla="*/ 2875436 w 12192000"/>
              <a:gd name="connsiteY135" fmla="*/ 1996977 h 2237474"/>
              <a:gd name="connsiteX136" fmla="*/ 2874892 w 12192000"/>
              <a:gd name="connsiteY136" fmla="*/ 1996085 h 2237474"/>
              <a:gd name="connsiteX137" fmla="*/ 2864145 w 12192000"/>
              <a:gd name="connsiteY137" fmla="*/ 1994061 h 2237474"/>
              <a:gd name="connsiteX138" fmla="*/ 2843662 w 12192000"/>
              <a:gd name="connsiteY138" fmla="*/ 1992498 h 2237474"/>
              <a:gd name="connsiteX139" fmla="*/ 2796128 w 12192000"/>
              <a:gd name="connsiteY139" fmla="*/ 1976403 h 2237474"/>
              <a:gd name="connsiteX140" fmla="*/ 2756784 w 12192000"/>
              <a:gd name="connsiteY140" fmla="*/ 1985116 h 2237474"/>
              <a:gd name="connsiteX141" fmla="*/ 2748833 w 12192000"/>
              <a:gd name="connsiteY141" fmla="*/ 1986323 h 2237474"/>
              <a:gd name="connsiteX142" fmla="*/ 2748661 w 12192000"/>
              <a:gd name="connsiteY142" fmla="*/ 1986122 h 2237474"/>
              <a:gd name="connsiteX143" fmla="*/ 2740251 w 12192000"/>
              <a:gd name="connsiteY143" fmla="*/ 1986946 h 2237474"/>
              <a:gd name="connsiteX144" fmla="*/ 2718916 w 12192000"/>
              <a:gd name="connsiteY144" fmla="*/ 1990867 h 2237474"/>
              <a:gd name="connsiteX145" fmla="*/ 2713522 w 12192000"/>
              <a:gd name="connsiteY145" fmla="*/ 1990173 h 2237474"/>
              <a:gd name="connsiteX146" fmla="*/ 2680597 w 12192000"/>
              <a:gd name="connsiteY146" fmla="*/ 1984996 h 2237474"/>
              <a:gd name="connsiteX147" fmla="*/ 2578178 w 12192000"/>
              <a:gd name="connsiteY147" fmla="*/ 1990531 h 2237474"/>
              <a:gd name="connsiteX148" fmla="*/ 2476147 w 12192000"/>
              <a:gd name="connsiteY148" fmla="*/ 1998305 h 2237474"/>
              <a:gd name="connsiteX149" fmla="*/ 2373568 w 12192000"/>
              <a:gd name="connsiteY149" fmla="*/ 2003219 h 2237474"/>
              <a:gd name="connsiteX150" fmla="*/ 2321399 w 12192000"/>
              <a:gd name="connsiteY150" fmla="*/ 1989467 h 2237474"/>
              <a:gd name="connsiteX151" fmla="*/ 2315525 w 12192000"/>
              <a:gd name="connsiteY151" fmla="*/ 1989708 h 2237474"/>
              <a:gd name="connsiteX152" fmla="*/ 2300792 w 12192000"/>
              <a:gd name="connsiteY152" fmla="*/ 1994290 h 2237474"/>
              <a:gd name="connsiteX153" fmla="*/ 2295469 w 12192000"/>
              <a:gd name="connsiteY153" fmla="*/ 1996659 h 2237474"/>
              <a:gd name="connsiteX154" fmla="*/ 2287219 w 12192000"/>
              <a:gd name="connsiteY154" fmla="*/ 1998750 h 2237474"/>
              <a:gd name="connsiteX155" fmla="*/ 2286948 w 12192000"/>
              <a:gd name="connsiteY155" fmla="*/ 1998596 h 2237474"/>
              <a:gd name="connsiteX156" fmla="*/ 2243069 w 12192000"/>
              <a:gd name="connsiteY156" fmla="*/ 2015111 h 2237474"/>
              <a:gd name="connsiteX157" fmla="*/ 2186609 w 12192000"/>
              <a:gd name="connsiteY157" fmla="*/ 2008263 h 2237474"/>
              <a:gd name="connsiteX158" fmla="*/ 2164831 w 12192000"/>
              <a:gd name="connsiteY158" fmla="*/ 2010143 h 2237474"/>
              <a:gd name="connsiteX159" fmla="*/ 2152836 w 12192000"/>
              <a:gd name="connsiteY159" fmla="*/ 2010048 h 2237474"/>
              <a:gd name="connsiteX160" fmla="*/ 2117102 w 12192000"/>
              <a:gd name="connsiteY160" fmla="*/ 2023004 h 2237474"/>
              <a:gd name="connsiteX161" fmla="*/ 2111935 w 12192000"/>
              <a:gd name="connsiteY161" fmla="*/ 2023163 h 2237474"/>
              <a:gd name="connsiteX162" fmla="*/ 2089991 w 12192000"/>
              <a:gd name="connsiteY162" fmla="*/ 2034193 h 2237474"/>
              <a:gd name="connsiteX163" fmla="*/ 2058061 w 12192000"/>
              <a:gd name="connsiteY163" fmla="*/ 2047942 h 2237474"/>
              <a:gd name="connsiteX164" fmla="*/ 2055737 w 12192000"/>
              <a:gd name="connsiteY164" fmla="*/ 2047704 h 2237474"/>
              <a:gd name="connsiteX165" fmla="*/ 2042244 w 12192000"/>
              <a:gd name="connsiteY165" fmla="*/ 2055560 h 2237474"/>
              <a:gd name="connsiteX166" fmla="*/ 1976224 w 12192000"/>
              <a:gd name="connsiteY166" fmla="*/ 2074257 h 2237474"/>
              <a:gd name="connsiteX167" fmla="*/ 1877728 w 12192000"/>
              <a:gd name="connsiteY167" fmla="*/ 2101004 h 2237474"/>
              <a:gd name="connsiteX168" fmla="*/ 1759056 w 12192000"/>
              <a:gd name="connsiteY168" fmla="*/ 2125608 h 2237474"/>
              <a:gd name="connsiteX169" fmla="*/ 1637948 w 12192000"/>
              <a:gd name="connsiteY169" fmla="*/ 2172597 h 2237474"/>
              <a:gd name="connsiteX170" fmla="*/ 1434549 w 12192000"/>
              <a:gd name="connsiteY170" fmla="*/ 2234522 h 2237474"/>
              <a:gd name="connsiteX171" fmla="*/ 1398481 w 12192000"/>
              <a:gd name="connsiteY171" fmla="*/ 2237074 h 2237474"/>
              <a:gd name="connsiteX172" fmla="*/ 1398407 w 12192000"/>
              <a:gd name="connsiteY172" fmla="*/ 2237095 h 2237474"/>
              <a:gd name="connsiteX173" fmla="*/ 1370962 w 12192000"/>
              <a:gd name="connsiteY173" fmla="*/ 2237474 h 2237474"/>
              <a:gd name="connsiteX174" fmla="*/ 1356367 w 12192000"/>
              <a:gd name="connsiteY174" fmla="*/ 2235089 h 2237474"/>
              <a:gd name="connsiteX175" fmla="*/ 1324828 w 12192000"/>
              <a:gd name="connsiteY175" fmla="*/ 2231968 h 2237474"/>
              <a:gd name="connsiteX176" fmla="*/ 1297744 w 12192000"/>
              <a:gd name="connsiteY176" fmla="*/ 2235849 h 2237474"/>
              <a:gd name="connsiteX177" fmla="*/ 1286236 w 12192000"/>
              <a:gd name="connsiteY177" fmla="*/ 2233135 h 2237474"/>
              <a:gd name="connsiteX178" fmla="*/ 1283504 w 12192000"/>
              <a:gd name="connsiteY178" fmla="*/ 2233797 h 2237474"/>
              <a:gd name="connsiteX179" fmla="*/ 1279765 w 12192000"/>
              <a:gd name="connsiteY179" fmla="*/ 2229639 h 2237474"/>
              <a:gd name="connsiteX180" fmla="*/ 1195347 w 12192000"/>
              <a:gd name="connsiteY180" fmla="*/ 2212354 h 2237474"/>
              <a:gd name="connsiteX181" fmla="*/ 970251 w 12192000"/>
              <a:gd name="connsiteY181" fmla="*/ 2221029 h 2237474"/>
              <a:gd name="connsiteX182" fmla="*/ 812914 w 12192000"/>
              <a:gd name="connsiteY182" fmla="*/ 2202752 h 2237474"/>
              <a:gd name="connsiteX183" fmla="*/ 800195 w 12192000"/>
              <a:gd name="connsiteY183" fmla="*/ 2209407 h 2237474"/>
              <a:gd name="connsiteX184" fmla="*/ 784978 w 12192000"/>
              <a:gd name="connsiteY184" fmla="*/ 2212360 h 2237474"/>
              <a:gd name="connsiteX185" fmla="*/ 681987 w 12192000"/>
              <a:gd name="connsiteY185" fmla="*/ 2216757 h 2237474"/>
              <a:gd name="connsiteX186" fmla="*/ 669923 w 12192000"/>
              <a:gd name="connsiteY186" fmla="*/ 2211682 h 2237474"/>
              <a:gd name="connsiteX187" fmla="*/ 648680 w 12192000"/>
              <a:gd name="connsiteY187" fmla="*/ 2206229 h 2237474"/>
              <a:gd name="connsiteX188" fmla="*/ 597225 w 12192000"/>
              <a:gd name="connsiteY188" fmla="*/ 2180999 h 2237474"/>
              <a:gd name="connsiteX189" fmla="*/ 558449 w 12192000"/>
              <a:gd name="connsiteY189" fmla="*/ 2182346 h 2237474"/>
              <a:gd name="connsiteX190" fmla="*/ 550517 w 12192000"/>
              <a:gd name="connsiteY190" fmla="*/ 2182060 h 2237474"/>
              <a:gd name="connsiteX191" fmla="*/ 550309 w 12192000"/>
              <a:gd name="connsiteY191" fmla="*/ 2181825 h 2237474"/>
              <a:gd name="connsiteX192" fmla="*/ 541836 w 12192000"/>
              <a:gd name="connsiteY192" fmla="*/ 2181063 h 2237474"/>
              <a:gd name="connsiteX193" fmla="*/ 536057 w 12192000"/>
              <a:gd name="connsiteY193" fmla="*/ 2181537 h 2237474"/>
              <a:gd name="connsiteX194" fmla="*/ 520671 w 12192000"/>
              <a:gd name="connsiteY194" fmla="*/ 2180980 h 2237474"/>
              <a:gd name="connsiteX195" fmla="*/ 515024 w 12192000"/>
              <a:gd name="connsiteY195" fmla="*/ 2179258 h 2237474"/>
              <a:gd name="connsiteX196" fmla="*/ 512278 w 12192000"/>
              <a:gd name="connsiteY196" fmla="*/ 2176369 h 2237474"/>
              <a:gd name="connsiteX197" fmla="*/ 480419 w 12192000"/>
              <a:gd name="connsiteY197" fmla="*/ 2167807 h 2237474"/>
              <a:gd name="connsiteX198" fmla="*/ 413835 w 12192000"/>
              <a:gd name="connsiteY198" fmla="*/ 2156783 h 2237474"/>
              <a:gd name="connsiteX199" fmla="*/ 376513 w 12192000"/>
              <a:gd name="connsiteY199" fmla="*/ 2154014 h 2237474"/>
              <a:gd name="connsiteX200" fmla="*/ 273386 w 12192000"/>
              <a:gd name="connsiteY200" fmla="*/ 2142551 h 2237474"/>
              <a:gd name="connsiteX201" fmla="*/ 169207 w 12192000"/>
              <a:gd name="connsiteY201" fmla="*/ 2128100 h 2237474"/>
              <a:gd name="connsiteX202" fmla="*/ 93149 w 12192000"/>
              <a:gd name="connsiteY202" fmla="*/ 2105324 h 2237474"/>
              <a:gd name="connsiteX203" fmla="*/ 88109 w 12192000"/>
              <a:gd name="connsiteY203" fmla="*/ 2106704 h 2237474"/>
              <a:gd name="connsiteX204" fmla="*/ 80022 w 12192000"/>
              <a:gd name="connsiteY204" fmla="*/ 2107254 h 2237474"/>
              <a:gd name="connsiteX205" fmla="*/ 79717 w 12192000"/>
              <a:gd name="connsiteY205" fmla="*/ 2107046 h 2237474"/>
              <a:gd name="connsiteX206" fmla="*/ 72352 w 12192000"/>
              <a:gd name="connsiteY206" fmla="*/ 2107991 h 2237474"/>
              <a:gd name="connsiteX207" fmla="*/ 37645 w 12192000"/>
              <a:gd name="connsiteY207" fmla="*/ 2115401 h 2237474"/>
              <a:gd name="connsiteX208" fmla="*/ 4572 w 12192000"/>
              <a:gd name="connsiteY208" fmla="*/ 2111091 h 2237474"/>
              <a:gd name="connsiteX209" fmla="*/ 0 w 12192000"/>
              <a:gd name="connsiteY209" fmla="*/ 2110468 h 2237474"/>
              <a:gd name="connsiteX210" fmla="*/ 0 w 12192000"/>
              <a:gd name="connsiteY210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11200 w 12192000"/>
              <a:gd name="connsiteY18" fmla="*/ 767513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798048 w 12192000"/>
              <a:gd name="connsiteY23" fmla="*/ 863207 h 2237474"/>
              <a:gd name="connsiteX24" fmla="*/ 9761459 w 12192000"/>
              <a:gd name="connsiteY24" fmla="*/ 862394 h 2237474"/>
              <a:gd name="connsiteX25" fmla="*/ 9705768 w 12192000"/>
              <a:gd name="connsiteY25" fmla="*/ 894610 h 2237474"/>
              <a:gd name="connsiteX26" fmla="*/ 9683005 w 12192000"/>
              <a:gd name="connsiteY26" fmla="*/ 894128 h 2237474"/>
              <a:gd name="connsiteX27" fmla="*/ 9594438 w 12192000"/>
              <a:gd name="connsiteY27" fmla="*/ 919051 h 2237474"/>
              <a:gd name="connsiteX28" fmla="*/ 9577033 w 12192000"/>
              <a:gd name="connsiteY28" fmla="*/ 922857 h 2237474"/>
              <a:gd name="connsiteX29" fmla="*/ 9544189 w 12192000"/>
              <a:gd name="connsiteY29" fmla="*/ 938966 h 2237474"/>
              <a:gd name="connsiteX30" fmla="*/ 9500499 w 12192000"/>
              <a:gd name="connsiteY30" fmla="*/ 954680 h 2237474"/>
              <a:gd name="connsiteX31" fmla="*/ 9428195 w 12192000"/>
              <a:gd name="connsiteY31" fmla="*/ 986225 h 2237474"/>
              <a:gd name="connsiteX32" fmla="*/ 9410017 w 12192000"/>
              <a:gd name="connsiteY32" fmla="*/ 993931 h 2237474"/>
              <a:gd name="connsiteX33" fmla="*/ 9392919 w 12192000"/>
              <a:gd name="connsiteY33" fmla="*/ 994656 h 2237474"/>
              <a:gd name="connsiteX34" fmla="*/ 9278619 w 12192000"/>
              <a:gd name="connsiteY34" fmla="*/ 1011878 h 2237474"/>
              <a:gd name="connsiteX35" fmla="*/ 9268019 w 12192000"/>
              <a:gd name="connsiteY35" fmla="*/ 1007442 h 2237474"/>
              <a:gd name="connsiteX36" fmla="*/ 9234662 w 12192000"/>
              <a:gd name="connsiteY36" fmla="*/ 1023056 h 2237474"/>
              <a:gd name="connsiteX37" fmla="*/ 9181033 w 12192000"/>
              <a:gd name="connsiteY37" fmla="*/ 1037921 h 2237474"/>
              <a:gd name="connsiteX38" fmla="*/ 9155969 w 12192000"/>
              <a:gd name="connsiteY38" fmla="*/ 1046804 h 2237474"/>
              <a:gd name="connsiteX39" fmla="*/ 9133985 w 12192000"/>
              <a:gd name="connsiteY39" fmla="*/ 1046450 h 2237474"/>
              <a:gd name="connsiteX40" fmla="*/ 9012987 w 12192000"/>
              <a:gd name="connsiteY40" fmla="*/ 1061986 h 2237474"/>
              <a:gd name="connsiteX41" fmla="*/ 8968445 w 12192000"/>
              <a:gd name="connsiteY41" fmla="*/ 1052169 h 2237474"/>
              <a:gd name="connsiteX42" fmla="*/ 8958984 w 12192000"/>
              <a:gd name="connsiteY42" fmla="*/ 1057212 h 2237474"/>
              <a:gd name="connsiteX43" fmla="*/ 8886001 w 12192000"/>
              <a:gd name="connsiteY43" fmla="*/ 1067468 h 2237474"/>
              <a:gd name="connsiteX44" fmla="*/ 8838610 w 12192000"/>
              <a:gd name="connsiteY44" fmla="*/ 1075091 h 2237474"/>
              <a:gd name="connsiteX45" fmla="*/ 8750383 w 12192000"/>
              <a:gd name="connsiteY45" fmla="*/ 1097387 h 2237474"/>
              <a:gd name="connsiteX46" fmla="*/ 8665605 w 12192000"/>
              <a:gd name="connsiteY46" fmla="*/ 1110791 h 2237474"/>
              <a:gd name="connsiteX47" fmla="*/ 8584946 w 12192000"/>
              <a:gd name="connsiteY47" fmla="*/ 1135226 h 2237474"/>
              <a:gd name="connsiteX48" fmla="*/ 8460755 w 12192000"/>
              <a:gd name="connsiteY48" fmla="*/ 1203427 h 2237474"/>
              <a:gd name="connsiteX49" fmla="*/ 8419755 w 12192000"/>
              <a:gd name="connsiteY49" fmla="*/ 1216260 h 2237474"/>
              <a:gd name="connsiteX50" fmla="*/ 8411626 w 12192000"/>
              <a:gd name="connsiteY50" fmla="*/ 1214397 h 2237474"/>
              <a:gd name="connsiteX51" fmla="*/ 8363469 w 12192000"/>
              <a:gd name="connsiteY51" fmla="*/ 1246658 h 2237474"/>
              <a:gd name="connsiteX52" fmla="*/ 8275497 w 12192000"/>
              <a:gd name="connsiteY52" fmla="*/ 1264396 h 2237474"/>
              <a:gd name="connsiteX53" fmla="*/ 8206287 w 12192000"/>
              <a:gd name="connsiteY53" fmla="*/ 1273060 h 2237474"/>
              <a:gd name="connsiteX54" fmla="*/ 8168705 w 12192000"/>
              <a:gd name="connsiteY54" fmla="*/ 1279956 h 2237474"/>
              <a:gd name="connsiteX55" fmla="*/ 8139997 w 12192000"/>
              <a:gd name="connsiteY55" fmla="*/ 1282713 h 2237474"/>
              <a:gd name="connsiteX56" fmla="*/ 8074238 w 12192000"/>
              <a:gd name="connsiteY56" fmla="*/ 1301895 h 2237474"/>
              <a:gd name="connsiteX57" fmla="*/ 7968292 w 12192000"/>
              <a:gd name="connsiteY57" fmla="*/ 1338779 h 2237474"/>
              <a:gd name="connsiteX58" fmla="*/ 7945122 w 12192000"/>
              <a:gd name="connsiteY58" fmla="*/ 1345477 h 2237474"/>
              <a:gd name="connsiteX59" fmla="*/ 7902328 w 12192000"/>
              <a:gd name="connsiteY59" fmla="*/ 1345865 h 2237474"/>
              <a:gd name="connsiteX60" fmla="*/ 7875879 w 12192000"/>
              <a:gd name="connsiteY60" fmla="*/ 1345646 h 2237474"/>
              <a:gd name="connsiteX61" fmla="*/ 7840612 w 12192000"/>
              <a:gd name="connsiteY61" fmla="*/ 1369373 h 2237474"/>
              <a:gd name="connsiteX62" fmla="*/ 7786819 w 12192000"/>
              <a:gd name="connsiteY62" fmla="*/ 1378970 h 2237474"/>
              <a:gd name="connsiteX63" fmla="*/ 7548172 w 12192000"/>
              <a:gd name="connsiteY63" fmla="*/ 1417460 h 2237474"/>
              <a:gd name="connsiteX64" fmla="*/ 7483437 w 12192000"/>
              <a:gd name="connsiteY64" fmla="*/ 1478152 h 2237474"/>
              <a:gd name="connsiteX65" fmla="*/ 7377870 w 12192000"/>
              <a:gd name="connsiteY65" fmla="*/ 1523319 h 2237474"/>
              <a:gd name="connsiteX66" fmla="*/ 7230737 w 12192000"/>
              <a:gd name="connsiteY66" fmla="*/ 1562633 h 2237474"/>
              <a:gd name="connsiteX67" fmla="*/ 7224458 w 12192000"/>
              <a:gd name="connsiteY67" fmla="*/ 1573008 h 2237474"/>
              <a:gd name="connsiteX68" fmla="*/ 7183121 w 12192000"/>
              <a:gd name="connsiteY68" fmla="*/ 1595162 h 2237474"/>
              <a:gd name="connsiteX69" fmla="*/ 7164601 w 12192000"/>
              <a:gd name="connsiteY69" fmla="*/ 1606490 h 2237474"/>
              <a:gd name="connsiteX70" fmla="*/ 7092727 w 12192000"/>
              <a:gd name="connsiteY70" fmla="*/ 1623628 h 2237474"/>
              <a:gd name="connsiteX71" fmla="*/ 7031309 w 12192000"/>
              <a:gd name="connsiteY71" fmla="*/ 1619451 h 2237474"/>
              <a:gd name="connsiteX72" fmla="*/ 6999084 w 12192000"/>
              <a:gd name="connsiteY72" fmla="*/ 1634317 h 2237474"/>
              <a:gd name="connsiteX73" fmla="*/ 6992107 w 12192000"/>
              <a:gd name="connsiteY73" fmla="*/ 1636860 h 2237474"/>
              <a:gd name="connsiteX74" fmla="*/ 6900177 w 12192000"/>
              <a:gd name="connsiteY74" fmla="*/ 1636016 h 2237474"/>
              <a:gd name="connsiteX75" fmla="*/ 6795372 w 12192000"/>
              <a:gd name="connsiteY75" fmla="*/ 1644845 h 2237474"/>
              <a:gd name="connsiteX76" fmla="*/ 6692251 w 12192000"/>
              <a:gd name="connsiteY76" fmla="*/ 1656357 h 2237474"/>
              <a:gd name="connsiteX77" fmla="*/ 6655235 w 12192000"/>
              <a:gd name="connsiteY77" fmla="*/ 1661869 h 2237474"/>
              <a:gd name="connsiteX78" fmla="*/ 6554894 w 12192000"/>
              <a:gd name="connsiteY78" fmla="*/ 1664428 h 2237474"/>
              <a:gd name="connsiteX79" fmla="*/ 6516595 w 12192000"/>
              <a:gd name="connsiteY79" fmla="*/ 1667475 h 2237474"/>
              <a:gd name="connsiteX80" fmla="*/ 6508541 w 12192000"/>
              <a:gd name="connsiteY80" fmla="*/ 1668757 h 2237474"/>
              <a:gd name="connsiteX81" fmla="*/ 6471012 w 12192000"/>
              <a:gd name="connsiteY81" fmla="*/ 1678604 h 2237474"/>
              <a:gd name="connsiteX82" fmla="*/ 6364035 w 12192000"/>
              <a:gd name="connsiteY82" fmla="*/ 1667683 h 2237474"/>
              <a:gd name="connsiteX83" fmla="*/ 6280959 w 12192000"/>
              <a:gd name="connsiteY83" fmla="*/ 1689329 h 2237474"/>
              <a:gd name="connsiteX84" fmla="*/ 6243319 w 12192000"/>
              <a:gd name="connsiteY84" fmla="*/ 1695560 h 2237474"/>
              <a:gd name="connsiteX85" fmla="*/ 6098321 w 12192000"/>
              <a:gd name="connsiteY85" fmla="*/ 1721646 h 2237474"/>
              <a:gd name="connsiteX86" fmla="*/ 5880652 w 12192000"/>
              <a:gd name="connsiteY86" fmla="*/ 1779643 h 2237474"/>
              <a:gd name="connsiteX87" fmla="*/ 5785959 w 12192000"/>
              <a:gd name="connsiteY87" fmla="*/ 1775307 h 2237474"/>
              <a:gd name="connsiteX88" fmla="*/ 5643534 w 12192000"/>
              <a:gd name="connsiteY88" fmla="*/ 1802919 h 2237474"/>
              <a:gd name="connsiteX89" fmla="*/ 5518799 w 12192000"/>
              <a:gd name="connsiteY89" fmla="*/ 1818312 h 2237474"/>
              <a:gd name="connsiteX90" fmla="*/ 5505014 w 12192000"/>
              <a:gd name="connsiteY90" fmla="*/ 1819259 h 2237474"/>
              <a:gd name="connsiteX91" fmla="*/ 5453307 w 12192000"/>
              <a:gd name="connsiteY91" fmla="*/ 1815450 h 2237474"/>
              <a:gd name="connsiteX92" fmla="*/ 5364192 w 12192000"/>
              <a:gd name="connsiteY92" fmla="*/ 1826074 h 2237474"/>
              <a:gd name="connsiteX93" fmla="*/ 5350380 w 12192000"/>
              <a:gd name="connsiteY93" fmla="*/ 1830891 h 2237474"/>
              <a:gd name="connsiteX94" fmla="*/ 5259633 w 12192000"/>
              <a:gd name="connsiteY94" fmla="*/ 1837160 h 2237474"/>
              <a:gd name="connsiteX95" fmla="*/ 5197513 w 12192000"/>
              <a:gd name="connsiteY95" fmla="*/ 1844718 h 2237474"/>
              <a:gd name="connsiteX96" fmla="*/ 5168852 w 12192000"/>
              <a:gd name="connsiteY96" fmla="*/ 1844846 h 2237474"/>
              <a:gd name="connsiteX97" fmla="*/ 5114927 w 12192000"/>
              <a:gd name="connsiteY97" fmla="*/ 1847827 h 2237474"/>
              <a:gd name="connsiteX98" fmla="*/ 5108970 w 12192000"/>
              <a:gd name="connsiteY98" fmla="*/ 1847935 h 2237474"/>
              <a:gd name="connsiteX99" fmla="*/ 5067961 w 12192000"/>
              <a:gd name="connsiteY99" fmla="*/ 1845917 h 2237474"/>
              <a:gd name="connsiteX100" fmla="*/ 5007075 w 12192000"/>
              <a:gd name="connsiteY100" fmla="*/ 1838626 h 2237474"/>
              <a:gd name="connsiteX101" fmla="*/ 4944087 w 12192000"/>
              <a:gd name="connsiteY101" fmla="*/ 1823332 h 2237474"/>
              <a:gd name="connsiteX102" fmla="*/ 4907662 w 12192000"/>
              <a:gd name="connsiteY102" fmla="*/ 1816900 h 2237474"/>
              <a:gd name="connsiteX103" fmla="*/ 4882386 w 12192000"/>
              <a:gd name="connsiteY103" fmla="*/ 1809844 h 2237474"/>
              <a:gd name="connsiteX104" fmla="*/ 4811440 w 12192000"/>
              <a:gd name="connsiteY104" fmla="*/ 1804655 h 2237474"/>
              <a:gd name="connsiteX105" fmla="*/ 4691075 w 12192000"/>
              <a:gd name="connsiteY105" fmla="*/ 1801389 h 2237474"/>
              <a:gd name="connsiteX106" fmla="*/ 4611738 w 12192000"/>
              <a:gd name="connsiteY106" fmla="*/ 1776964 h 2237474"/>
              <a:gd name="connsiteX107" fmla="*/ 4560070 w 12192000"/>
              <a:gd name="connsiteY107" fmla="*/ 1785640 h 2237474"/>
              <a:gd name="connsiteX108" fmla="*/ 4536503 w 12192000"/>
              <a:gd name="connsiteY108" fmla="*/ 1785334 h 2237474"/>
              <a:gd name="connsiteX109" fmla="*/ 4513724 w 12192000"/>
              <a:gd name="connsiteY109" fmla="*/ 1791996 h 2237474"/>
              <a:gd name="connsiteX110" fmla="*/ 4459810 w 12192000"/>
              <a:gd name="connsiteY110" fmla="*/ 1797886 h 2237474"/>
              <a:gd name="connsiteX111" fmla="*/ 4379064 w 12192000"/>
              <a:gd name="connsiteY111" fmla="*/ 1817177 h 2237474"/>
              <a:gd name="connsiteX112" fmla="*/ 4319209 w 12192000"/>
              <a:gd name="connsiteY112" fmla="*/ 1834833 h 2237474"/>
              <a:gd name="connsiteX113" fmla="*/ 4290981 w 12192000"/>
              <a:gd name="connsiteY113" fmla="*/ 1839677 h 2237474"/>
              <a:gd name="connsiteX114" fmla="*/ 4285792 w 12192000"/>
              <a:gd name="connsiteY114" fmla="*/ 1836231 h 2237474"/>
              <a:gd name="connsiteX115" fmla="*/ 4238372 w 12192000"/>
              <a:gd name="connsiteY115" fmla="*/ 1851480 h 2237474"/>
              <a:gd name="connsiteX116" fmla="*/ 4232517 w 12192000"/>
              <a:gd name="connsiteY116" fmla="*/ 1852567 h 2237474"/>
              <a:gd name="connsiteX117" fmla="*/ 4191732 w 12192000"/>
              <a:gd name="connsiteY117" fmla="*/ 1857328 h 2237474"/>
              <a:gd name="connsiteX118" fmla="*/ 4065532 w 12192000"/>
              <a:gd name="connsiteY118" fmla="*/ 1855477 h 2237474"/>
              <a:gd name="connsiteX119" fmla="*/ 4028460 w 12192000"/>
              <a:gd name="connsiteY119" fmla="*/ 1855137 h 2237474"/>
              <a:gd name="connsiteX120" fmla="*/ 4002267 w 12192000"/>
              <a:gd name="connsiteY120" fmla="*/ 1852352 h 2237474"/>
              <a:gd name="connsiteX121" fmla="*/ 3931396 w 12192000"/>
              <a:gd name="connsiteY121" fmla="*/ 1858915 h 2237474"/>
              <a:gd name="connsiteX122" fmla="*/ 3812162 w 12192000"/>
              <a:gd name="connsiteY122" fmla="*/ 1875501 h 2237474"/>
              <a:gd name="connsiteX123" fmla="*/ 3729530 w 12192000"/>
              <a:gd name="connsiteY123" fmla="*/ 1864513 h 2237474"/>
              <a:gd name="connsiteX124" fmla="*/ 3680177 w 12192000"/>
              <a:gd name="connsiteY124" fmla="*/ 1881552 h 2237474"/>
              <a:gd name="connsiteX125" fmla="*/ 3567259 w 12192000"/>
              <a:gd name="connsiteY125" fmla="*/ 1893482 h 2237474"/>
              <a:gd name="connsiteX126" fmla="*/ 3405770 w 12192000"/>
              <a:gd name="connsiteY126" fmla="*/ 1904591 h 2237474"/>
              <a:gd name="connsiteX127" fmla="*/ 3280097 w 12192000"/>
              <a:gd name="connsiteY127" fmla="*/ 1919610 h 2237474"/>
              <a:gd name="connsiteX128" fmla="*/ 3123424 w 12192000"/>
              <a:gd name="connsiteY128" fmla="*/ 1952930 h 2237474"/>
              <a:gd name="connsiteX129" fmla="*/ 3009910 w 12192000"/>
              <a:gd name="connsiteY129" fmla="*/ 1957866 h 2237474"/>
              <a:gd name="connsiteX130" fmla="*/ 2995934 w 12192000"/>
              <a:gd name="connsiteY130" fmla="*/ 1967085 h 2237474"/>
              <a:gd name="connsiteX131" fmla="*/ 2980071 w 12192000"/>
              <a:gd name="connsiteY131" fmla="*/ 1972988 h 2237474"/>
              <a:gd name="connsiteX132" fmla="*/ 2978094 w 12192000"/>
              <a:gd name="connsiteY132" fmla="*/ 1972369 h 2237474"/>
              <a:gd name="connsiteX133" fmla="*/ 2942858 w 12192000"/>
              <a:gd name="connsiteY133" fmla="*/ 1981367 h 2237474"/>
              <a:gd name="connsiteX134" fmla="*/ 2875436 w 12192000"/>
              <a:gd name="connsiteY134" fmla="*/ 1996977 h 2237474"/>
              <a:gd name="connsiteX135" fmla="*/ 2874892 w 12192000"/>
              <a:gd name="connsiteY135" fmla="*/ 1996085 h 2237474"/>
              <a:gd name="connsiteX136" fmla="*/ 2864145 w 12192000"/>
              <a:gd name="connsiteY136" fmla="*/ 1994061 h 2237474"/>
              <a:gd name="connsiteX137" fmla="*/ 2843662 w 12192000"/>
              <a:gd name="connsiteY137" fmla="*/ 1992498 h 2237474"/>
              <a:gd name="connsiteX138" fmla="*/ 2796128 w 12192000"/>
              <a:gd name="connsiteY138" fmla="*/ 1976403 h 2237474"/>
              <a:gd name="connsiteX139" fmla="*/ 2756784 w 12192000"/>
              <a:gd name="connsiteY139" fmla="*/ 1985116 h 2237474"/>
              <a:gd name="connsiteX140" fmla="*/ 2748833 w 12192000"/>
              <a:gd name="connsiteY140" fmla="*/ 1986323 h 2237474"/>
              <a:gd name="connsiteX141" fmla="*/ 2748661 w 12192000"/>
              <a:gd name="connsiteY141" fmla="*/ 1986122 h 2237474"/>
              <a:gd name="connsiteX142" fmla="*/ 2740251 w 12192000"/>
              <a:gd name="connsiteY142" fmla="*/ 1986946 h 2237474"/>
              <a:gd name="connsiteX143" fmla="*/ 2718916 w 12192000"/>
              <a:gd name="connsiteY143" fmla="*/ 1990867 h 2237474"/>
              <a:gd name="connsiteX144" fmla="*/ 2713522 w 12192000"/>
              <a:gd name="connsiteY144" fmla="*/ 1990173 h 2237474"/>
              <a:gd name="connsiteX145" fmla="*/ 2680597 w 12192000"/>
              <a:gd name="connsiteY145" fmla="*/ 1984996 h 2237474"/>
              <a:gd name="connsiteX146" fmla="*/ 2578178 w 12192000"/>
              <a:gd name="connsiteY146" fmla="*/ 1990531 h 2237474"/>
              <a:gd name="connsiteX147" fmla="*/ 2476147 w 12192000"/>
              <a:gd name="connsiteY147" fmla="*/ 1998305 h 2237474"/>
              <a:gd name="connsiteX148" fmla="*/ 2373568 w 12192000"/>
              <a:gd name="connsiteY148" fmla="*/ 2003219 h 2237474"/>
              <a:gd name="connsiteX149" fmla="*/ 2321399 w 12192000"/>
              <a:gd name="connsiteY149" fmla="*/ 1989467 h 2237474"/>
              <a:gd name="connsiteX150" fmla="*/ 2315525 w 12192000"/>
              <a:gd name="connsiteY150" fmla="*/ 1989708 h 2237474"/>
              <a:gd name="connsiteX151" fmla="*/ 2300792 w 12192000"/>
              <a:gd name="connsiteY151" fmla="*/ 1994290 h 2237474"/>
              <a:gd name="connsiteX152" fmla="*/ 2295469 w 12192000"/>
              <a:gd name="connsiteY152" fmla="*/ 1996659 h 2237474"/>
              <a:gd name="connsiteX153" fmla="*/ 2287219 w 12192000"/>
              <a:gd name="connsiteY153" fmla="*/ 1998750 h 2237474"/>
              <a:gd name="connsiteX154" fmla="*/ 2286948 w 12192000"/>
              <a:gd name="connsiteY154" fmla="*/ 1998596 h 2237474"/>
              <a:gd name="connsiteX155" fmla="*/ 2243069 w 12192000"/>
              <a:gd name="connsiteY155" fmla="*/ 2015111 h 2237474"/>
              <a:gd name="connsiteX156" fmla="*/ 2186609 w 12192000"/>
              <a:gd name="connsiteY156" fmla="*/ 2008263 h 2237474"/>
              <a:gd name="connsiteX157" fmla="*/ 2164831 w 12192000"/>
              <a:gd name="connsiteY157" fmla="*/ 2010143 h 2237474"/>
              <a:gd name="connsiteX158" fmla="*/ 2152836 w 12192000"/>
              <a:gd name="connsiteY158" fmla="*/ 2010048 h 2237474"/>
              <a:gd name="connsiteX159" fmla="*/ 2117102 w 12192000"/>
              <a:gd name="connsiteY159" fmla="*/ 2023004 h 2237474"/>
              <a:gd name="connsiteX160" fmla="*/ 2111935 w 12192000"/>
              <a:gd name="connsiteY160" fmla="*/ 2023163 h 2237474"/>
              <a:gd name="connsiteX161" fmla="*/ 2089991 w 12192000"/>
              <a:gd name="connsiteY161" fmla="*/ 2034193 h 2237474"/>
              <a:gd name="connsiteX162" fmla="*/ 2058061 w 12192000"/>
              <a:gd name="connsiteY162" fmla="*/ 2047942 h 2237474"/>
              <a:gd name="connsiteX163" fmla="*/ 2055737 w 12192000"/>
              <a:gd name="connsiteY163" fmla="*/ 2047704 h 2237474"/>
              <a:gd name="connsiteX164" fmla="*/ 2042244 w 12192000"/>
              <a:gd name="connsiteY164" fmla="*/ 2055560 h 2237474"/>
              <a:gd name="connsiteX165" fmla="*/ 1976224 w 12192000"/>
              <a:gd name="connsiteY165" fmla="*/ 2074257 h 2237474"/>
              <a:gd name="connsiteX166" fmla="*/ 1877728 w 12192000"/>
              <a:gd name="connsiteY166" fmla="*/ 2101004 h 2237474"/>
              <a:gd name="connsiteX167" fmla="*/ 1759056 w 12192000"/>
              <a:gd name="connsiteY167" fmla="*/ 2125608 h 2237474"/>
              <a:gd name="connsiteX168" fmla="*/ 1637948 w 12192000"/>
              <a:gd name="connsiteY168" fmla="*/ 2172597 h 2237474"/>
              <a:gd name="connsiteX169" fmla="*/ 1434549 w 12192000"/>
              <a:gd name="connsiteY169" fmla="*/ 2234522 h 2237474"/>
              <a:gd name="connsiteX170" fmla="*/ 1398481 w 12192000"/>
              <a:gd name="connsiteY170" fmla="*/ 2237074 h 2237474"/>
              <a:gd name="connsiteX171" fmla="*/ 1398407 w 12192000"/>
              <a:gd name="connsiteY171" fmla="*/ 2237095 h 2237474"/>
              <a:gd name="connsiteX172" fmla="*/ 1370962 w 12192000"/>
              <a:gd name="connsiteY172" fmla="*/ 2237474 h 2237474"/>
              <a:gd name="connsiteX173" fmla="*/ 1356367 w 12192000"/>
              <a:gd name="connsiteY173" fmla="*/ 2235089 h 2237474"/>
              <a:gd name="connsiteX174" fmla="*/ 1324828 w 12192000"/>
              <a:gd name="connsiteY174" fmla="*/ 2231968 h 2237474"/>
              <a:gd name="connsiteX175" fmla="*/ 1297744 w 12192000"/>
              <a:gd name="connsiteY175" fmla="*/ 2235849 h 2237474"/>
              <a:gd name="connsiteX176" fmla="*/ 1286236 w 12192000"/>
              <a:gd name="connsiteY176" fmla="*/ 2233135 h 2237474"/>
              <a:gd name="connsiteX177" fmla="*/ 1283504 w 12192000"/>
              <a:gd name="connsiteY177" fmla="*/ 2233797 h 2237474"/>
              <a:gd name="connsiteX178" fmla="*/ 1279765 w 12192000"/>
              <a:gd name="connsiteY178" fmla="*/ 2229639 h 2237474"/>
              <a:gd name="connsiteX179" fmla="*/ 1195347 w 12192000"/>
              <a:gd name="connsiteY179" fmla="*/ 2212354 h 2237474"/>
              <a:gd name="connsiteX180" fmla="*/ 970251 w 12192000"/>
              <a:gd name="connsiteY180" fmla="*/ 2221029 h 2237474"/>
              <a:gd name="connsiteX181" fmla="*/ 812914 w 12192000"/>
              <a:gd name="connsiteY181" fmla="*/ 2202752 h 2237474"/>
              <a:gd name="connsiteX182" fmla="*/ 800195 w 12192000"/>
              <a:gd name="connsiteY182" fmla="*/ 2209407 h 2237474"/>
              <a:gd name="connsiteX183" fmla="*/ 784978 w 12192000"/>
              <a:gd name="connsiteY183" fmla="*/ 2212360 h 2237474"/>
              <a:gd name="connsiteX184" fmla="*/ 681987 w 12192000"/>
              <a:gd name="connsiteY184" fmla="*/ 2216757 h 2237474"/>
              <a:gd name="connsiteX185" fmla="*/ 669923 w 12192000"/>
              <a:gd name="connsiteY185" fmla="*/ 2211682 h 2237474"/>
              <a:gd name="connsiteX186" fmla="*/ 648680 w 12192000"/>
              <a:gd name="connsiteY186" fmla="*/ 2206229 h 2237474"/>
              <a:gd name="connsiteX187" fmla="*/ 597225 w 12192000"/>
              <a:gd name="connsiteY187" fmla="*/ 2180999 h 2237474"/>
              <a:gd name="connsiteX188" fmla="*/ 558449 w 12192000"/>
              <a:gd name="connsiteY188" fmla="*/ 2182346 h 2237474"/>
              <a:gd name="connsiteX189" fmla="*/ 550517 w 12192000"/>
              <a:gd name="connsiteY189" fmla="*/ 2182060 h 2237474"/>
              <a:gd name="connsiteX190" fmla="*/ 550309 w 12192000"/>
              <a:gd name="connsiteY190" fmla="*/ 2181825 h 2237474"/>
              <a:gd name="connsiteX191" fmla="*/ 541836 w 12192000"/>
              <a:gd name="connsiteY191" fmla="*/ 2181063 h 2237474"/>
              <a:gd name="connsiteX192" fmla="*/ 536057 w 12192000"/>
              <a:gd name="connsiteY192" fmla="*/ 2181537 h 2237474"/>
              <a:gd name="connsiteX193" fmla="*/ 520671 w 12192000"/>
              <a:gd name="connsiteY193" fmla="*/ 2180980 h 2237474"/>
              <a:gd name="connsiteX194" fmla="*/ 515024 w 12192000"/>
              <a:gd name="connsiteY194" fmla="*/ 2179258 h 2237474"/>
              <a:gd name="connsiteX195" fmla="*/ 512278 w 12192000"/>
              <a:gd name="connsiteY195" fmla="*/ 2176369 h 2237474"/>
              <a:gd name="connsiteX196" fmla="*/ 480419 w 12192000"/>
              <a:gd name="connsiteY196" fmla="*/ 2167807 h 2237474"/>
              <a:gd name="connsiteX197" fmla="*/ 413835 w 12192000"/>
              <a:gd name="connsiteY197" fmla="*/ 2156783 h 2237474"/>
              <a:gd name="connsiteX198" fmla="*/ 376513 w 12192000"/>
              <a:gd name="connsiteY198" fmla="*/ 2154014 h 2237474"/>
              <a:gd name="connsiteX199" fmla="*/ 273386 w 12192000"/>
              <a:gd name="connsiteY199" fmla="*/ 2142551 h 2237474"/>
              <a:gd name="connsiteX200" fmla="*/ 169207 w 12192000"/>
              <a:gd name="connsiteY200" fmla="*/ 2128100 h 2237474"/>
              <a:gd name="connsiteX201" fmla="*/ 93149 w 12192000"/>
              <a:gd name="connsiteY201" fmla="*/ 2105324 h 2237474"/>
              <a:gd name="connsiteX202" fmla="*/ 88109 w 12192000"/>
              <a:gd name="connsiteY202" fmla="*/ 2106704 h 2237474"/>
              <a:gd name="connsiteX203" fmla="*/ 80022 w 12192000"/>
              <a:gd name="connsiteY203" fmla="*/ 2107254 h 2237474"/>
              <a:gd name="connsiteX204" fmla="*/ 79717 w 12192000"/>
              <a:gd name="connsiteY204" fmla="*/ 2107046 h 2237474"/>
              <a:gd name="connsiteX205" fmla="*/ 72352 w 12192000"/>
              <a:gd name="connsiteY205" fmla="*/ 2107991 h 2237474"/>
              <a:gd name="connsiteX206" fmla="*/ 37645 w 12192000"/>
              <a:gd name="connsiteY206" fmla="*/ 2115401 h 2237474"/>
              <a:gd name="connsiteX207" fmla="*/ 4572 w 12192000"/>
              <a:gd name="connsiteY207" fmla="*/ 2111091 h 2237474"/>
              <a:gd name="connsiteX208" fmla="*/ 0 w 12192000"/>
              <a:gd name="connsiteY208" fmla="*/ 2110468 h 2237474"/>
              <a:gd name="connsiteX209" fmla="*/ 0 w 12192000"/>
              <a:gd name="connsiteY209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11200 w 12192000"/>
              <a:gd name="connsiteY18" fmla="*/ 767513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798048 w 12192000"/>
              <a:gd name="connsiteY23" fmla="*/ 863207 h 2237474"/>
              <a:gd name="connsiteX24" fmla="*/ 9761459 w 12192000"/>
              <a:gd name="connsiteY24" fmla="*/ 862394 h 2237474"/>
              <a:gd name="connsiteX25" fmla="*/ 9705768 w 12192000"/>
              <a:gd name="connsiteY25" fmla="*/ 894610 h 2237474"/>
              <a:gd name="connsiteX26" fmla="*/ 9683005 w 12192000"/>
              <a:gd name="connsiteY26" fmla="*/ 894128 h 2237474"/>
              <a:gd name="connsiteX27" fmla="*/ 9594438 w 12192000"/>
              <a:gd name="connsiteY27" fmla="*/ 919051 h 2237474"/>
              <a:gd name="connsiteX28" fmla="*/ 9577033 w 12192000"/>
              <a:gd name="connsiteY28" fmla="*/ 922857 h 2237474"/>
              <a:gd name="connsiteX29" fmla="*/ 9544189 w 12192000"/>
              <a:gd name="connsiteY29" fmla="*/ 938966 h 2237474"/>
              <a:gd name="connsiteX30" fmla="*/ 9500499 w 12192000"/>
              <a:gd name="connsiteY30" fmla="*/ 954680 h 2237474"/>
              <a:gd name="connsiteX31" fmla="*/ 9428195 w 12192000"/>
              <a:gd name="connsiteY31" fmla="*/ 986225 h 2237474"/>
              <a:gd name="connsiteX32" fmla="*/ 9410017 w 12192000"/>
              <a:gd name="connsiteY32" fmla="*/ 993931 h 2237474"/>
              <a:gd name="connsiteX33" fmla="*/ 9392919 w 12192000"/>
              <a:gd name="connsiteY33" fmla="*/ 994656 h 2237474"/>
              <a:gd name="connsiteX34" fmla="*/ 9278619 w 12192000"/>
              <a:gd name="connsiteY34" fmla="*/ 1011878 h 2237474"/>
              <a:gd name="connsiteX35" fmla="*/ 9268019 w 12192000"/>
              <a:gd name="connsiteY35" fmla="*/ 1007442 h 2237474"/>
              <a:gd name="connsiteX36" fmla="*/ 9234662 w 12192000"/>
              <a:gd name="connsiteY36" fmla="*/ 1023056 h 2237474"/>
              <a:gd name="connsiteX37" fmla="*/ 9181033 w 12192000"/>
              <a:gd name="connsiteY37" fmla="*/ 1037921 h 2237474"/>
              <a:gd name="connsiteX38" fmla="*/ 9155969 w 12192000"/>
              <a:gd name="connsiteY38" fmla="*/ 1046804 h 2237474"/>
              <a:gd name="connsiteX39" fmla="*/ 9133985 w 12192000"/>
              <a:gd name="connsiteY39" fmla="*/ 1046450 h 2237474"/>
              <a:gd name="connsiteX40" fmla="*/ 9012987 w 12192000"/>
              <a:gd name="connsiteY40" fmla="*/ 1061986 h 2237474"/>
              <a:gd name="connsiteX41" fmla="*/ 8968445 w 12192000"/>
              <a:gd name="connsiteY41" fmla="*/ 1052169 h 2237474"/>
              <a:gd name="connsiteX42" fmla="*/ 8958984 w 12192000"/>
              <a:gd name="connsiteY42" fmla="*/ 1057212 h 2237474"/>
              <a:gd name="connsiteX43" fmla="*/ 8886001 w 12192000"/>
              <a:gd name="connsiteY43" fmla="*/ 1067468 h 2237474"/>
              <a:gd name="connsiteX44" fmla="*/ 8838610 w 12192000"/>
              <a:gd name="connsiteY44" fmla="*/ 1075091 h 2237474"/>
              <a:gd name="connsiteX45" fmla="*/ 8750383 w 12192000"/>
              <a:gd name="connsiteY45" fmla="*/ 1097387 h 2237474"/>
              <a:gd name="connsiteX46" fmla="*/ 8665605 w 12192000"/>
              <a:gd name="connsiteY46" fmla="*/ 1110791 h 2237474"/>
              <a:gd name="connsiteX47" fmla="*/ 8584946 w 12192000"/>
              <a:gd name="connsiteY47" fmla="*/ 1135226 h 2237474"/>
              <a:gd name="connsiteX48" fmla="*/ 8460755 w 12192000"/>
              <a:gd name="connsiteY48" fmla="*/ 1203427 h 2237474"/>
              <a:gd name="connsiteX49" fmla="*/ 8419755 w 12192000"/>
              <a:gd name="connsiteY49" fmla="*/ 1216260 h 2237474"/>
              <a:gd name="connsiteX50" fmla="*/ 8411626 w 12192000"/>
              <a:gd name="connsiteY50" fmla="*/ 1214397 h 2237474"/>
              <a:gd name="connsiteX51" fmla="*/ 8363469 w 12192000"/>
              <a:gd name="connsiteY51" fmla="*/ 1246658 h 2237474"/>
              <a:gd name="connsiteX52" fmla="*/ 8275497 w 12192000"/>
              <a:gd name="connsiteY52" fmla="*/ 1264396 h 2237474"/>
              <a:gd name="connsiteX53" fmla="*/ 8206287 w 12192000"/>
              <a:gd name="connsiteY53" fmla="*/ 1273060 h 2237474"/>
              <a:gd name="connsiteX54" fmla="*/ 8168705 w 12192000"/>
              <a:gd name="connsiteY54" fmla="*/ 1279956 h 2237474"/>
              <a:gd name="connsiteX55" fmla="*/ 8139997 w 12192000"/>
              <a:gd name="connsiteY55" fmla="*/ 1282713 h 2237474"/>
              <a:gd name="connsiteX56" fmla="*/ 8074238 w 12192000"/>
              <a:gd name="connsiteY56" fmla="*/ 1301895 h 2237474"/>
              <a:gd name="connsiteX57" fmla="*/ 7968292 w 12192000"/>
              <a:gd name="connsiteY57" fmla="*/ 1338779 h 2237474"/>
              <a:gd name="connsiteX58" fmla="*/ 7902328 w 12192000"/>
              <a:gd name="connsiteY58" fmla="*/ 1345865 h 2237474"/>
              <a:gd name="connsiteX59" fmla="*/ 7875879 w 12192000"/>
              <a:gd name="connsiteY59" fmla="*/ 1345646 h 2237474"/>
              <a:gd name="connsiteX60" fmla="*/ 7840612 w 12192000"/>
              <a:gd name="connsiteY60" fmla="*/ 1369373 h 2237474"/>
              <a:gd name="connsiteX61" fmla="*/ 7786819 w 12192000"/>
              <a:gd name="connsiteY61" fmla="*/ 1378970 h 2237474"/>
              <a:gd name="connsiteX62" fmla="*/ 7548172 w 12192000"/>
              <a:gd name="connsiteY62" fmla="*/ 1417460 h 2237474"/>
              <a:gd name="connsiteX63" fmla="*/ 7483437 w 12192000"/>
              <a:gd name="connsiteY63" fmla="*/ 1478152 h 2237474"/>
              <a:gd name="connsiteX64" fmla="*/ 7377870 w 12192000"/>
              <a:gd name="connsiteY64" fmla="*/ 1523319 h 2237474"/>
              <a:gd name="connsiteX65" fmla="*/ 7230737 w 12192000"/>
              <a:gd name="connsiteY65" fmla="*/ 1562633 h 2237474"/>
              <a:gd name="connsiteX66" fmla="*/ 7224458 w 12192000"/>
              <a:gd name="connsiteY66" fmla="*/ 1573008 h 2237474"/>
              <a:gd name="connsiteX67" fmla="*/ 7183121 w 12192000"/>
              <a:gd name="connsiteY67" fmla="*/ 1595162 h 2237474"/>
              <a:gd name="connsiteX68" fmla="*/ 7164601 w 12192000"/>
              <a:gd name="connsiteY68" fmla="*/ 1606490 h 2237474"/>
              <a:gd name="connsiteX69" fmla="*/ 7092727 w 12192000"/>
              <a:gd name="connsiteY69" fmla="*/ 1623628 h 2237474"/>
              <a:gd name="connsiteX70" fmla="*/ 7031309 w 12192000"/>
              <a:gd name="connsiteY70" fmla="*/ 1619451 h 2237474"/>
              <a:gd name="connsiteX71" fmla="*/ 6999084 w 12192000"/>
              <a:gd name="connsiteY71" fmla="*/ 1634317 h 2237474"/>
              <a:gd name="connsiteX72" fmla="*/ 6992107 w 12192000"/>
              <a:gd name="connsiteY72" fmla="*/ 1636860 h 2237474"/>
              <a:gd name="connsiteX73" fmla="*/ 6900177 w 12192000"/>
              <a:gd name="connsiteY73" fmla="*/ 1636016 h 2237474"/>
              <a:gd name="connsiteX74" fmla="*/ 6795372 w 12192000"/>
              <a:gd name="connsiteY74" fmla="*/ 1644845 h 2237474"/>
              <a:gd name="connsiteX75" fmla="*/ 6692251 w 12192000"/>
              <a:gd name="connsiteY75" fmla="*/ 1656357 h 2237474"/>
              <a:gd name="connsiteX76" fmla="*/ 6655235 w 12192000"/>
              <a:gd name="connsiteY76" fmla="*/ 1661869 h 2237474"/>
              <a:gd name="connsiteX77" fmla="*/ 6554894 w 12192000"/>
              <a:gd name="connsiteY77" fmla="*/ 1664428 h 2237474"/>
              <a:gd name="connsiteX78" fmla="*/ 6516595 w 12192000"/>
              <a:gd name="connsiteY78" fmla="*/ 1667475 h 2237474"/>
              <a:gd name="connsiteX79" fmla="*/ 6508541 w 12192000"/>
              <a:gd name="connsiteY79" fmla="*/ 1668757 h 2237474"/>
              <a:gd name="connsiteX80" fmla="*/ 6471012 w 12192000"/>
              <a:gd name="connsiteY80" fmla="*/ 1678604 h 2237474"/>
              <a:gd name="connsiteX81" fmla="*/ 6364035 w 12192000"/>
              <a:gd name="connsiteY81" fmla="*/ 1667683 h 2237474"/>
              <a:gd name="connsiteX82" fmla="*/ 6280959 w 12192000"/>
              <a:gd name="connsiteY82" fmla="*/ 1689329 h 2237474"/>
              <a:gd name="connsiteX83" fmla="*/ 6243319 w 12192000"/>
              <a:gd name="connsiteY83" fmla="*/ 1695560 h 2237474"/>
              <a:gd name="connsiteX84" fmla="*/ 6098321 w 12192000"/>
              <a:gd name="connsiteY84" fmla="*/ 1721646 h 2237474"/>
              <a:gd name="connsiteX85" fmla="*/ 5880652 w 12192000"/>
              <a:gd name="connsiteY85" fmla="*/ 1779643 h 2237474"/>
              <a:gd name="connsiteX86" fmla="*/ 5785959 w 12192000"/>
              <a:gd name="connsiteY86" fmla="*/ 1775307 h 2237474"/>
              <a:gd name="connsiteX87" fmla="*/ 5643534 w 12192000"/>
              <a:gd name="connsiteY87" fmla="*/ 1802919 h 2237474"/>
              <a:gd name="connsiteX88" fmla="*/ 5518799 w 12192000"/>
              <a:gd name="connsiteY88" fmla="*/ 1818312 h 2237474"/>
              <a:gd name="connsiteX89" fmla="*/ 5505014 w 12192000"/>
              <a:gd name="connsiteY89" fmla="*/ 1819259 h 2237474"/>
              <a:gd name="connsiteX90" fmla="*/ 5453307 w 12192000"/>
              <a:gd name="connsiteY90" fmla="*/ 1815450 h 2237474"/>
              <a:gd name="connsiteX91" fmla="*/ 5364192 w 12192000"/>
              <a:gd name="connsiteY91" fmla="*/ 1826074 h 2237474"/>
              <a:gd name="connsiteX92" fmla="*/ 5350380 w 12192000"/>
              <a:gd name="connsiteY92" fmla="*/ 1830891 h 2237474"/>
              <a:gd name="connsiteX93" fmla="*/ 5259633 w 12192000"/>
              <a:gd name="connsiteY93" fmla="*/ 1837160 h 2237474"/>
              <a:gd name="connsiteX94" fmla="*/ 5197513 w 12192000"/>
              <a:gd name="connsiteY94" fmla="*/ 1844718 h 2237474"/>
              <a:gd name="connsiteX95" fmla="*/ 5168852 w 12192000"/>
              <a:gd name="connsiteY95" fmla="*/ 1844846 h 2237474"/>
              <a:gd name="connsiteX96" fmla="*/ 5114927 w 12192000"/>
              <a:gd name="connsiteY96" fmla="*/ 1847827 h 2237474"/>
              <a:gd name="connsiteX97" fmla="*/ 5108970 w 12192000"/>
              <a:gd name="connsiteY97" fmla="*/ 1847935 h 2237474"/>
              <a:gd name="connsiteX98" fmla="*/ 5067961 w 12192000"/>
              <a:gd name="connsiteY98" fmla="*/ 1845917 h 2237474"/>
              <a:gd name="connsiteX99" fmla="*/ 5007075 w 12192000"/>
              <a:gd name="connsiteY99" fmla="*/ 1838626 h 2237474"/>
              <a:gd name="connsiteX100" fmla="*/ 4944087 w 12192000"/>
              <a:gd name="connsiteY100" fmla="*/ 1823332 h 2237474"/>
              <a:gd name="connsiteX101" fmla="*/ 4907662 w 12192000"/>
              <a:gd name="connsiteY101" fmla="*/ 1816900 h 2237474"/>
              <a:gd name="connsiteX102" fmla="*/ 4882386 w 12192000"/>
              <a:gd name="connsiteY102" fmla="*/ 1809844 h 2237474"/>
              <a:gd name="connsiteX103" fmla="*/ 4811440 w 12192000"/>
              <a:gd name="connsiteY103" fmla="*/ 1804655 h 2237474"/>
              <a:gd name="connsiteX104" fmla="*/ 4691075 w 12192000"/>
              <a:gd name="connsiteY104" fmla="*/ 1801389 h 2237474"/>
              <a:gd name="connsiteX105" fmla="*/ 4611738 w 12192000"/>
              <a:gd name="connsiteY105" fmla="*/ 1776964 h 2237474"/>
              <a:gd name="connsiteX106" fmla="*/ 4560070 w 12192000"/>
              <a:gd name="connsiteY106" fmla="*/ 1785640 h 2237474"/>
              <a:gd name="connsiteX107" fmla="*/ 4536503 w 12192000"/>
              <a:gd name="connsiteY107" fmla="*/ 1785334 h 2237474"/>
              <a:gd name="connsiteX108" fmla="*/ 4513724 w 12192000"/>
              <a:gd name="connsiteY108" fmla="*/ 1791996 h 2237474"/>
              <a:gd name="connsiteX109" fmla="*/ 4459810 w 12192000"/>
              <a:gd name="connsiteY109" fmla="*/ 1797886 h 2237474"/>
              <a:gd name="connsiteX110" fmla="*/ 4379064 w 12192000"/>
              <a:gd name="connsiteY110" fmla="*/ 1817177 h 2237474"/>
              <a:gd name="connsiteX111" fmla="*/ 4319209 w 12192000"/>
              <a:gd name="connsiteY111" fmla="*/ 1834833 h 2237474"/>
              <a:gd name="connsiteX112" fmla="*/ 4290981 w 12192000"/>
              <a:gd name="connsiteY112" fmla="*/ 1839677 h 2237474"/>
              <a:gd name="connsiteX113" fmla="*/ 4285792 w 12192000"/>
              <a:gd name="connsiteY113" fmla="*/ 1836231 h 2237474"/>
              <a:gd name="connsiteX114" fmla="*/ 4238372 w 12192000"/>
              <a:gd name="connsiteY114" fmla="*/ 1851480 h 2237474"/>
              <a:gd name="connsiteX115" fmla="*/ 4232517 w 12192000"/>
              <a:gd name="connsiteY115" fmla="*/ 1852567 h 2237474"/>
              <a:gd name="connsiteX116" fmla="*/ 4191732 w 12192000"/>
              <a:gd name="connsiteY116" fmla="*/ 1857328 h 2237474"/>
              <a:gd name="connsiteX117" fmla="*/ 4065532 w 12192000"/>
              <a:gd name="connsiteY117" fmla="*/ 1855477 h 2237474"/>
              <a:gd name="connsiteX118" fmla="*/ 4028460 w 12192000"/>
              <a:gd name="connsiteY118" fmla="*/ 1855137 h 2237474"/>
              <a:gd name="connsiteX119" fmla="*/ 4002267 w 12192000"/>
              <a:gd name="connsiteY119" fmla="*/ 1852352 h 2237474"/>
              <a:gd name="connsiteX120" fmla="*/ 3931396 w 12192000"/>
              <a:gd name="connsiteY120" fmla="*/ 1858915 h 2237474"/>
              <a:gd name="connsiteX121" fmla="*/ 3812162 w 12192000"/>
              <a:gd name="connsiteY121" fmla="*/ 1875501 h 2237474"/>
              <a:gd name="connsiteX122" fmla="*/ 3729530 w 12192000"/>
              <a:gd name="connsiteY122" fmla="*/ 1864513 h 2237474"/>
              <a:gd name="connsiteX123" fmla="*/ 3680177 w 12192000"/>
              <a:gd name="connsiteY123" fmla="*/ 1881552 h 2237474"/>
              <a:gd name="connsiteX124" fmla="*/ 3567259 w 12192000"/>
              <a:gd name="connsiteY124" fmla="*/ 1893482 h 2237474"/>
              <a:gd name="connsiteX125" fmla="*/ 3405770 w 12192000"/>
              <a:gd name="connsiteY125" fmla="*/ 1904591 h 2237474"/>
              <a:gd name="connsiteX126" fmla="*/ 3280097 w 12192000"/>
              <a:gd name="connsiteY126" fmla="*/ 1919610 h 2237474"/>
              <a:gd name="connsiteX127" fmla="*/ 3123424 w 12192000"/>
              <a:gd name="connsiteY127" fmla="*/ 1952930 h 2237474"/>
              <a:gd name="connsiteX128" fmla="*/ 3009910 w 12192000"/>
              <a:gd name="connsiteY128" fmla="*/ 1957866 h 2237474"/>
              <a:gd name="connsiteX129" fmla="*/ 2995934 w 12192000"/>
              <a:gd name="connsiteY129" fmla="*/ 1967085 h 2237474"/>
              <a:gd name="connsiteX130" fmla="*/ 2980071 w 12192000"/>
              <a:gd name="connsiteY130" fmla="*/ 1972988 h 2237474"/>
              <a:gd name="connsiteX131" fmla="*/ 2978094 w 12192000"/>
              <a:gd name="connsiteY131" fmla="*/ 1972369 h 2237474"/>
              <a:gd name="connsiteX132" fmla="*/ 2942858 w 12192000"/>
              <a:gd name="connsiteY132" fmla="*/ 1981367 h 2237474"/>
              <a:gd name="connsiteX133" fmla="*/ 2875436 w 12192000"/>
              <a:gd name="connsiteY133" fmla="*/ 1996977 h 2237474"/>
              <a:gd name="connsiteX134" fmla="*/ 2874892 w 12192000"/>
              <a:gd name="connsiteY134" fmla="*/ 1996085 h 2237474"/>
              <a:gd name="connsiteX135" fmla="*/ 2864145 w 12192000"/>
              <a:gd name="connsiteY135" fmla="*/ 1994061 h 2237474"/>
              <a:gd name="connsiteX136" fmla="*/ 2843662 w 12192000"/>
              <a:gd name="connsiteY136" fmla="*/ 1992498 h 2237474"/>
              <a:gd name="connsiteX137" fmla="*/ 2796128 w 12192000"/>
              <a:gd name="connsiteY137" fmla="*/ 1976403 h 2237474"/>
              <a:gd name="connsiteX138" fmla="*/ 2756784 w 12192000"/>
              <a:gd name="connsiteY138" fmla="*/ 1985116 h 2237474"/>
              <a:gd name="connsiteX139" fmla="*/ 2748833 w 12192000"/>
              <a:gd name="connsiteY139" fmla="*/ 1986323 h 2237474"/>
              <a:gd name="connsiteX140" fmla="*/ 2748661 w 12192000"/>
              <a:gd name="connsiteY140" fmla="*/ 1986122 h 2237474"/>
              <a:gd name="connsiteX141" fmla="*/ 2740251 w 12192000"/>
              <a:gd name="connsiteY141" fmla="*/ 1986946 h 2237474"/>
              <a:gd name="connsiteX142" fmla="*/ 2718916 w 12192000"/>
              <a:gd name="connsiteY142" fmla="*/ 1990867 h 2237474"/>
              <a:gd name="connsiteX143" fmla="*/ 2713522 w 12192000"/>
              <a:gd name="connsiteY143" fmla="*/ 1990173 h 2237474"/>
              <a:gd name="connsiteX144" fmla="*/ 2680597 w 12192000"/>
              <a:gd name="connsiteY144" fmla="*/ 1984996 h 2237474"/>
              <a:gd name="connsiteX145" fmla="*/ 2578178 w 12192000"/>
              <a:gd name="connsiteY145" fmla="*/ 1990531 h 2237474"/>
              <a:gd name="connsiteX146" fmla="*/ 2476147 w 12192000"/>
              <a:gd name="connsiteY146" fmla="*/ 1998305 h 2237474"/>
              <a:gd name="connsiteX147" fmla="*/ 2373568 w 12192000"/>
              <a:gd name="connsiteY147" fmla="*/ 2003219 h 2237474"/>
              <a:gd name="connsiteX148" fmla="*/ 2321399 w 12192000"/>
              <a:gd name="connsiteY148" fmla="*/ 1989467 h 2237474"/>
              <a:gd name="connsiteX149" fmla="*/ 2315525 w 12192000"/>
              <a:gd name="connsiteY149" fmla="*/ 1989708 h 2237474"/>
              <a:gd name="connsiteX150" fmla="*/ 2300792 w 12192000"/>
              <a:gd name="connsiteY150" fmla="*/ 1994290 h 2237474"/>
              <a:gd name="connsiteX151" fmla="*/ 2295469 w 12192000"/>
              <a:gd name="connsiteY151" fmla="*/ 1996659 h 2237474"/>
              <a:gd name="connsiteX152" fmla="*/ 2287219 w 12192000"/>
              <a:gd name="connsiteY152" fmla="*/ 1998750 h 2237474"/>
              <a:gd name="connsiteX153" fmla="*/ 2286948 w 12192000"/>
              <a:gd name="connsiteY153" fmla="*/ 1998596 h 2237474"/>
              <a:gd name="connsiteX154" fmla="*/ 2243069 w 12192000"/>
              <a:gd name="connsiteY154" fmla="*/ 2015111 h 2237474"/>
              <a:gd name="connsiteX155" fmla="*/ 2186609 w 12192000"/>
              <a:gd name="connsiteY155" fmla="*/ 2008263 h 2237474"/>
              <a:gd name="connsiteX156" fmla="*/ 2164831 w 12192000"/>
              <a:gd name="connsiteY156" fmla="*/ 2010143 h 2237474"/>
              <a:gd name="connsiteX157" fmla="*/ 2152836 w 12192000"/>
              <a:gd name="connsiteY157" fmla="*/ 2010048 h 2237474"/>
              <a:gd name="connsiteX158" fmla="*/ 2117102 w 12192000"/>
              <a:gd name="connsiteY158" fmla="*/ 2023004 h 2237474"/>
              <a:gd name="connsiteX159" fmla="*/ 2111935 w 12192000"/>
              <a:gd name="connsiteY159" fmla="*/ 2023163 h 2237474"/>
              <a:gd name="connsiteX160" fmla="*/ 2089991 w 12192000"/>
              <a:gd name="connsiteY160" fmla="*/ 2034193 h 2237474"/>
              <a:gd name="connsiteX161" fmla="*/ 2058061 w 12192000"/>
              <a:gd name="connsiteY161" fmla="*/ 2047942 h 2237474"/>
              <a:gd name="connsiteX162" fmla="*/ 2055737 w 12192000"/>
              <a:gd name="connsiteY162" fmla="*/ 2047704 h 2237474"/>
              <a:gd name="connsiteX163" fmla="*/ 2042244 w 12192000"/>
              <a:gd name="connsiteY163" fmla="*/ 2055560 h 2237474"/>
              <a:gd name="connsiteX164" fmla="*/ 1976224 w 12192000"/>
              <a:gd name="connsiteY164" fmla="*/ 2074257 h 2237474"/>
              <a:gd name="connsiteX165" fmla="*/ 1877728 w 12192000"/>
              <a:gd name="connsiteY165" fmla="*/ 2101004 h 2237474"/>
              <a:gd name="connsiteX166" fmla="*/ 1759056 w 12192000"/>
              <a:gd name="connsiteY166" fmla="*/ 2125608 h 2237474"/>
              <a:gd name="connsiteX167" fmla="*/ 1637948 w 12192000"/>
              <a:gd name="connsiteY167" fmla="*/ 2172597 h 2237474"/>
              <a:gd name="connsiteX168" fmla="*/ 1434549 w 12192000"/>
              <a:gd name="connsiteY168" fmla="*/ 2234522 h 2237474"/>
              <a:gd name="connsiteX169" fmla="*/ 1398481 w 12192000"/>
              <a:gd name="connsiteY169" fmla="*/ 2237074 h 2237474"/>
              <a:gd name="connsiteX170" fmla="*/ 1398407 w 12192000"/>
              <a:gd name="connsiteY170" fmla="*/ 2237095 h 2237474"/>
              <a:gd name="connsiteX171" fmla="*/ 1370962 w 12192000"/>
              <a:gd name="connsiteY171" fmla="*/ 2237474 h 2237474"/>
              <a:gd name="connsiteX172" fmla="*/ 1356367 w 12192000"/>
              <a:gd name="connsiteY172" fmla="*/ 2235089 h 2237474"/>
              <a:gd name="connsiteX173" fmla="*/ 1324828 w 12192000"/>
              <a:gd name="connsiteY173" fmla="*/ 2231968 h 2237474"/>
              <a:gd name="connsiteX174" fmla="*/ 1297744 w 12192000"/>
              <a:gd name="connsiteY174" fmla="*/ 2235849 h 2237474"/>
              <a:gd name="connsiteX175" fmla="*/ 1286236 w 12192000"/>
              <a:gd name="connsiteY175" fmla="*/ 2233135 h 2237474"/>
              <a:gd name="connsiteX176" fmla="*/ 1283504 w 12192000"/>
              <a:gd name="connsiteY176" fmla="*/ 2233797 h 2237474"/>
              <a:gd name="connsiteX177" fmla="*/ 1279765 w 12192000"/>
              <a:gd name="connsiteY177" fmla="*/ 2229639 h 2237474"/>
              <a:gd name="connsiteX178" fmla="*/ 1195347 w 12192000"/>
              <a:gd name="connsiteY178" fmla="*/ 2212354 h 2237474"/>
              <a:gd name="connsiteX179" fmla="*/ 970251 w 12192000"/>
              <a:gd name="connsiteY179" fmla="*/ 2221029 h 2237474"/>
              <a:gd name="connsiteX180" fmla="*/ 812914 w 12192000"/>
              <a:gd name="connsiteY180" fmla="*/ 2202752 h 2237474"/>
              <a:gd name="connsiteX181" fmla="*/ 800195 w 12192000"/>
              <a:gd name="connsiteY181" fmla="*/ 2209407 h 2237474"/>
              <a:gd name="connsiteX182" fmla="*/ 784978 w 12192000"/>
              <a:gd name="connsiteY182" fmla="*/ 2212360 h 2237474"/>
              <a:gd name="connsiteX183" fmla="*/ 681987 w 12192000"/>
              <a:gd name="connsiteY183" fmla="*/ 2216757 h 2237474"/>
              <a:gd name="connsiteX184" fmla="*/ 669923 w 12192000"/>
              <a:gd name="connsiteY184" fmla="*/ 2211682 h 2237474"/>
              <a:gd name="connsiteX185" fmla="*/ 648680 w 12192000"/>
              <a:gd name="connsiteY185" fmla="*/ 2206229 h 2237474"/>
              <a:gd name="connsiteX186" fmla="*/ 597225 w 12192000"/>
              <a:gd name="connsiteY186" fmla="*/ 2180999 h 2237474"/>
              <a:gd name="connsiteX187" fmla="*/ 558449 w 12192000"/>
              <a:gd name="connsiteY187" fmla="*/ 2182346 h 2237474"/>
              <a:gd name="connsiteX188" fmla="*/ 550517 w 12192000"/>
              <a:gd name="connsiteY188" fmla="*/ 2182060 h 2237474"/>
              <a:gd name="connsiteX189" fmla="*/ 550309 w 12192000"/>
              <a:gd name="connsiteY189" fmla="*/ 2181825 h 2237474"/>
              <a:gd name="connsiteX190" fmla="*/ 541836 w 12192000"/>
              <a:gd name="connsiteY190" fmla="*/ 2181063 h 2237474"/>
              <a:gd name="connsiteX191" fmla="*/ 536057 w 12192000"/>
              <a:gd name="connsiteY191" fmla="*/ 2181537 h 2237474"/>
              <a:gd name="connsiteX192" fmla="*/ 520671 w 12192000"/>
              <a:gd name="connsiteY192" fmla="*/ 2180980 h 2237474"/>
              <a:gd name="connsiteX193" fmla="*/ 515024 w 12192000"/>
              <a:gd name="connsiteY193" fmla="*/ 2179258 h 2237474"/>
              <a:gd name="connsiteX194" fmla="*/ 512278 w 12192000"/>
              <a:gd name="connsiteY194" fmla="*/ 2176369 h 2237474"/>
              <a:gd name="connsiteX195" fmla="*/ 480419 w 12192000"/>
              <a:gd name="connsiteY195" fmla="*/ 2167807 h 2237474"/>
              <a:gd name="connsiteX196" fmla="*/ 413835 w 12192000"/>
              <a:gd name="connsiteY196" fmla="*/ 2156783 h 2237474"/>
              <a:gd name="connsiteX197" fmla="*/ 376513 w 12192000"/>
              <a:gd name="connsiteY197" fmla="*/ 2154014 h 2237474"/>
              <a:gd name="connsiteX198" fmla="*/ 273386 w 12192000"/>
              <a:gd name="connsiteY198" fmla="*/ 2142551 h 2237474"/>
              <a:gd name="connsiteX199" fmla="*/ 169207 w 12192000"/>
              <a:gd name="connsiteY199" fmla="*/ 2128100 h 2237474"/>
              <a:gd name="connsiteX200" fmla="*/ 93149 w 12192000"/>
              <a:gd name="connsiteY200" fmla="*/ 2105324 h 2237474"/>
              <a:gd name="connsiteX201" fmla="*/ 88109 w 12192000"/>
              <a:gd name="connsiteY201" fmla="*/ 2106704 h 2237474"/>
              <a:gd name="connsiteX202" fmla="*/ 80022 w 12192000"/>
              <a:gd name="connsiteY202" fmla="*/ 2107254 h 2237474"/>
              <a:gd name="connsiteX203" fmla="*/ 79717 w 12192000"/>
              <a:gd name="connsiteY203" fmla="*/ 2107046 h 2237474"/>
              <a:gd name="connsiteX204" fmla="*/ 72352 w 12192000"/>
              <a:gd name="connsiteY204" fmla="*/ 2107991 h 2237474"/>
              <a:gd name="connsiteX205" fmla="*/ 37645 w 12192000"/>
              <a:gd name="connsiteY205" fmla="*/ 2115401 h 2237474"/>
              <a:gd name="connsiteX206" fmla="*/ 4572 w 12192000"/>
              <a:gd name="connsiteY206" fmla="*/ 2111091 h 2237474"/>
              <a:gd name="connsiteX207" fmla="*/ 0 w 12192000"/>
              <a:gd name="connsiteY207" fmla="*/ 2110468 h 2237474"/>
              <a:gd name="connsiteX208" fmla="*/ 0 w 12192000"/>
              <a:gd name="connsiteY208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11200 w 12192000"/>
              <a:gd name="connsiteY18" fmla="*/ 767513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798048 w 12192000"/>
              <a:gd name="connsiteY23" fmla="*/ 863207 h 2237474"/>
              <a:gd name="connsiteX24" fmla="*/ 9705768 w 12192000"/>
              <a:gd name="connsiteY24" fmla="*/ 894610 h 2237474"/>
              <a:gd name="connsiteX25" fmla="*/ 9683005 w 12192000"/>
              <a:gd name="connsiteY25" fmla="*/ 894128 h 2237474"/>
              <a:gd name="connsiteX26" fmla="*/ 9594438 w 12192000"/>
              <a:gd name="connsiteY26" fmla="*/ 919051 h 2237474"/>
              <a:gd name="connsiteX27" fmla="*/ 9577033 w 12192000"/>
              <a:gd name="connsiteY27" fmla="*/ 922857 h 2237474"/>
              <a:gd name="connsiteX28" fmla="*/ 9544189 w 12192000"/>
              <a:gd name="connsiteY28" fmla="*/ 938966 h 2237474"/>
              <a:gd name="connsiteX29" fmla="*/ 9500499 w 12192000"/>
              <a:gd name="connsiteY29" fmla="*/ 954680 h 2237474"/>
              <a:gd name="connsiteX30" fmla="*/ 9428195 w 12192000"/>
              <a:gd name="connsiteY30" fmla="*/ 986225 h 2237474"/>
              <a:gd name="connsiteX31" fmla="*/ 9410017 w 12192000"/>
              <a:gd name="connsiteY31" fmla="*/ 993931 h 2237474"/>
              <a:gd name="connsiteX32" fmla="*/ 9392919 w 12192000"/>
              <a:gd name="connsiteY32" fmla="*/ 994656 h 2237474"/>
              <a:gd name="connsiteX33" fmla="*/ 9278619 w 12192000"/>
              <a:gd name="connsiteY33" fmla="*/ 1011878 h 2237474"/>
              <a:gd name="connsiteX34" fmla="*/ 9268019 w 12192000"/>
              <a:gd name="connsiteY34" fmla="*/ 1007442 h 2237474"/>
              <a:gd name="connsiteX35" fmla="*/ 9234662 w 12192000"/>
              <a:gd name="connsiteY35" fmla="*/ 1023056 h 2237474"/>
              <a:gd name="connsiteX36" fmla="*/ 9181033 w 12192000"/>
              <a:gd name="connsiteY36" fmla="*/ 1037921 h 2237474"/>
              <a:gd name="connsiteX37" fmla="*/ 9155969 w 12192000"/>
              <a:gd name="connsiteY37" fmla="*/ 1046804 h 2237474"/>
              <a:gd name="connsiteX38" fmla="*/ 9133985 w 12192000"/>
              <a:gd name="connsiteY38" fmla="*/ 1046450 h 2237474"/>
              <a:gd name="connsiteX39" fmla="*/ 9012987 w 12192000"/>
              <a:gd name="connsiteY39" fmla="*/ 1061986 h 2237474"/>
              <a:gd name="connsiteX40" fmla="*/ 8968445 w 12192000"/>
              <a:gd name="connsiteY40" fmla="*/ 1052169 h 2237474"/>
              <a:gd name="connsiteX41" fmla="*/ 8958984 w 12192000"/>
              <a:gd name="connsiteY41" fmla="*/ 1057212 h 2237474"/>
              <a:gd name="connsiteX42" fmla="*/ 8886001 w 12192000"/>
              <a:gd name="connsiteY42" fmla="*/ 1067468 h 2237474"/>
              <a:gd name="connsiteX43" fmla="*/ 8838610 w 12192000"/>
              <a:gd name="connsiteY43" fmla="*/ 1075091 h 2237474"/>
              <a:gd name="connsiteX44" fmla="*/ 8750383 w 12192000"/>
              <a:gd name="connsiteY44" fmla="*/ 1097387 h 2237474"/>
              <a:gd name="connsiteX45" fmla="*/ 8665605 w 12192000"/>
              <a:gd name="connsiteY45" fmla="*/ 1110791 h 2237474"/>
              <a:gd name="connsiteX46" fmla="*/ 8584946 w 12192000"/>
              <a:gd name="connsiteY46" fmla="*/ 1135226 h 2237474"/>
              <a:gd name="connsiteX47" fmla="*/ 8460755 w 12192000"/>
              <a:gd name="connsiteY47" fmla="*/ 1203427 h 2237474"/>
              <a:gd name="connsiteX48" fmla="*/ 8419755 w 12192000"/>
              <a:gd name="connsiteY48" fmla="*/ 1216260 h 2237474"/>
              <a:gd name="connsiteX49" fmla="*/ 8411626 w 12192000"/>
              <a:gd name="connsiteY49" fmla="*/ 1214397 h 2237474"/>
              <a:gd name="connsiteX50" fmla="*/ 8363469 w 12192000"/>
              <a:gd name="connsiteY50" fmla="*/ 1246658 h 2237474"/>
              <a:gd name="connsiteX51" fmla="*/ 8275497 w 12192000"/>
              <a:gd name="connsiteY51" fmla="*/ 1264396 h 2237474"/>
              <a:gd name="connsiteX52" fmla="*/ 8206287 w 12192000"/>
              <a:gd name="connsiteY52" fmla="*/ 1273060 h 2237474"/>
              <a:gd name="connsiteX53" fmla="*/ 8168705 w 12192000"/>
              <a:gd name="connsiteY53" fmla="*/ 1279956 h 2237474"/>
              <a:gd name="connsiteX54" fmla="*/ 8139997 w 12192000"/>
              <a:gd name="connsiteY54" fmla="*/ 1282713 h 2237474"/>
              <a:gd name="connsiteX55" fmla="*/ 8074238 w 12192000"/>
              <a:gd name="connsiteY55" fmla="*/ 1301895 h 2237474"/>
              <a:gd name="connsiteX56" fmla="*/ 7968292 w 12192000"/>
              <a:gd name="connsiteY56" fmla="*/ 1338779 h 2237474"/>
              <a:gd name="connsiteX57" fmla="*/ 7902328 w 12192000"/>
              <a:gd name="connsiteY57" fmla="*/ 1345865 h 2237474"/>
              <a:gd name="connsiteX58" fmla="*/ 7875879 w 12192000"/>
              <a:gd name="connsiteY58" fmla="*/ 1345646 h 2237474"/>
              <a:gd name="connsiteX59" fmla="*/ 7840612 w 12192000"/>
              <a:gd name="connsiteY59" fmla="*/ 1369373 h 2237474"/>
              <a:gd name="connsiteX60" fmla="*/ 7786819 w 12192000"/>
              <a:gd name="connsiteY60" fmla="*/ 1378970 h 2237474"/>
              <a:gd name="connsiteX61" fmla="*/ 7548172 w 12192000"/>
              <a:gd name="connsiteY61" fmla="*/ 1417460 h 2237474"/>
              <a:gd name="connsiteX62" fmla="*/ 7483437 w 12192000"/>
              <a:gd name="connsiteY62" fmla="*/ 1478152 h 2237474"/>
              <a:gd name="connsiteX63" fmla="*/ 7377870 w 12192000"/>
              <a:gd name="connsiteY63" fmla="*/ 1523319 h 2237474"/>
              <a:gd name="connsiteX64" fmla="*/ 7230737 w 12192000"/>
              <a:gd name="connsiteY64" fmla="*/ 1562633 h 2237474"/>
              <a:gd name="connsiteX65" fmla="*/ 7224458 w 12192000"/>
              <a:gd name="connsiteY65" fmla="*/ 1573008 h 2237474"/>
              <a:gd name="connsiteX66" fmla="*/ 7183121 w 12192000"/>
              <a:gd name="connsiteY66" fmla="*/ 1595162 h 2237474"/>
              <a:gd name="connsiteX67" fmla="*/ 7164601 w 12192000"/>
              <a:gd name="connsiteY67" fmla="*/ 1606490 h 2237474"/>
              <a:gd name="connsiteX68" fmla="*/ 7092727 w 12192000"/>
              <a:gd name="connsiteY68" fmla="*/ 1623628 h 2237474"/>
              <a:gd name="connsiteX69" fmla="*/ 7031309 w 12192000"/>
              <a:gd name="connsiteY69" fmla="*/ 1619451 h 2237474"/>
              <a:gd name="connsiteX70" fmla="*/ 6999084 w 12192000"/>
              <a:gd name="connsiteY70" fmla="*/ 1634317 h 2237474"/>
              <a:gd name="connsiteX71" fmla="*/ 6992107 w 12192000"/>
              <a:gd name="connsiteY71" fmla="*/ 1636860 h 2237474"/>
              <a:gd name="connsiteX72" fmla="*/ 6900177 w 12192000"/>
              <a:gd name="connsiteY72" fmla="*/ 1636016 h 2237474"/>
              <a:gd name="connsiteX73" fmla="*/ 6795372 w 12192000"/>
              <a:gd name="connsiteY73" fmla="*/ 1644845 h 2237474"/>
              <a:gd name="connsiteX74" fmla="*/ 6692251 w 12192000"/>
              <a:gd name="connsiteY74" fmla="*/ 1656357 h 2237474"/>
              <a:gd name="connsiteX75" fmla="*/ 6655235 w 12192000"/>
              <a:gd name="connsiteY75" fmla="*/ 1661869 h 2237474"/>
              <a:gd name="connsiteX76" fmla="*/ 6554894 w 12192000"/>
              <a:gd name="connsiteY76" fmla="*/ 1664428 h 2237474"/>
              <a:gd name="connsiteX77" fmla="*/ 6516595 w 12192000"/>
              <a:gd name="connsiteY77" fmla="*/ 1667475 h 2237474"/>
              <a:gd name="connsiteX78" fmla="*/ 6508541 w 12192000"/>
              <a:gd name="connsiteY78" fmla="*/ 1668757 h 2237474"/>
              <a:gd name="connsiteX79" fmla="*/ 6471012 w 12192000"/>
              <a:gd name="connsiteY79" fmla="*/ 1678604 h 2237474"/>
              <a:gd name="connsiteX80" fmla="*/ 6364035 w 12192000"/>
              <a:gd name="connsiteY80" fmla="*/ 1667683 h 2237474"/>
              <a:gd name="connsiteX81" fmla="*/ 6280959 w 12192000"/>
              <a:gd name="connsiteY81" fmla="*/ 1689329 h 2237474"/>
              <a:gd name="connsiteX82" fmla="*/ 6243319 w 12192000"/>
              <a:gd name="connsiteY82" fmla="*/ 1695560 h 2237474"/>
              <a:gd name="connsiteX83" fmla="*/ 6098321 w 12192000"/>
              <a:gd name="connsiteY83" fmla="*/ 1721646 h 2237474"/>
              <a:gd name="connsiteX84" fmla="*/ 5880652 w 12192000"/>
              <a:gd name="connsiteY84" fmla="*/ 1779643 h 2237474"/>
              <a:gd name="connsiteX85" fmla="*/ 5785959 w 12192000"/>
              <a:gd name="connsiteY85" fmla="*/ 1775307 h 2237474"/>
              <a:gd name="connsiteX86" fmla="*/ 5643534 w 12192000"/>
              <a:gd name="connsiteY86" fmla="*/ 1802919 h 2237474"/>
              <a:gd name="connsiteX87" fmla="*/ 5518799 w 12192000"/>
              <a:gd name="connsiteY87" fmla="*/ 1818312 h 2237474"/>
              <a:gd name="connsiteX88" fmla="*/ 5505014 w 12192000"/>
              <a:gd name="connsiteY88" fmla="*/ 1819259 h 2237474"/>
              <a:gd name="connsiteX89" fmla="*/ 5453307 w 12192000"/>
              <a:gd name="connsiteY89" fmla="*/ 1815450 h 2237474"/>
              <a:gd name="connsiteX90" fmla="*/ 5364192 w 12192000"/>
              <a:gd name="connsiteY90" fmla="*/ 1826074 h 2237474"/>
              <a:gd name="connsiteX91" fmla="*/ 5350380 w 12192000"/>
              <a:gd name="connsiteY91" fmla="*/ 1830891 h 2237474"/>
              <a:gd name="connsiteX92" fmla="*/ 5259633 w 12192000"/>
              <a:gd name="connsiteY92" fmla="*/ 1837160 h 2237474"/>
              <a:gd name="connsiteX93" fmla="*/ 5197513 w 12192000"/>
              <a:gd name="connsiteY93" fmla="*/ 1844718 h 2237474"/>
              <a:gd name="connsiteX94" fmla="*/ 5168852 w 12192000"/>
              <a:gd name="connsiteY94" fmla="*/ 1844846 h 2237474"/>
              <a:gd name="connsiteX95" fmla="*/ 5114927 w 12192000"/>
              <a:gd name="connsiteY95" fmla="*/ 1847827 h 2237474"/>
              <a:gd name="connsiteX96" fmla="*/ 5108970 w 12192000"/>
              <a:gd name="connsiteY96" fmla="*/ 1847935 h 2237474"/>
              <a:gd name="connsiteX97" fmla="*/ 5067961 w 12192000"/>
              <a:gd name="connsiteY97" fmla="*/ 1845917 h 2237474"/>
              <a:gd name="connsiteX98" fmla="*/ 5007075 w 12192000"/>
              <a:gd name="connsiteY98" fmla="*/ 1838626 h 2237474"/>
              <a:gd name="connsiteX99" fmla="*/ 4944087 w 12192000"/>
              <a:gd name="connsiteY99" fmla="*/ 1823332 h 2237474"/>
              <a:gd name="connsiteX100" fmla="*/ 4907662 w 12192000"/>
              <a:gd name="connsiteY100" fmla="*/ 1816900 h 2237474"/>
              <a:gd name="connsiteX101" fmla="*/ 4882386 w 12192000"/>
              <a:gd name="connsiteY101" fmla="*/ 1809844 h 2237474"/>
              <a:gd name="connsiteX102" fmla="*/ 4811440 w 12192000"/>
              <a:gd name="connsiteY102" fmla="*/ 1804655 h 2237474"/>
              <a:gd name="connsiteX103" fmla="*/ 4691075 w 12192000"/>
              <a:gd name="connsiteY103" fmla="*/ 1801389 h 2237474"/>
              <a:gd name="connsiteX104" fmla="*/ 4611738 w 12192000"/>
              <a:gd name="connsiteY104" fmla="*/ 1776964 h 2237474"/>
              <a:gd name="connsiteX105" fmla="*/ 4560070 w 12192000"/>
              <a:gd name="connsiteY105" fmla="*/ 1785640 h 2237474"/>
              <a:gd name="connsiteX106" fmla="*/ 4536503 w 12192000"/>
              <a:gd name="connsiteY106" fmla="*/ 1785334 h 2237474"/>
              <a:gd name="connsiteX107" fmla="*/ 4513724 w 12192000"/>
              <a:gd name="connsiteY107" fmla="*/ 1791996 h 2237474"/>
              <a:gd name="connsiteX108" fmla="*/ 4459810 w 12192000"/>
              <a:gd name="connsiteY108" fmla="*/ 1797886 h 2237474"/>
              <a:gd name="connsiteX109" fmla="*/ 4379064 w 12192000"/>
              <a:gd name="connsiteY109" fmla="*/ 1817177 h 2237474"/>
              <a:gd name="connsiteX110" fmla="*/ 4319209 w 12192000"/>
              <a:gd name="connsiteY110" fmla="*/ 1834833 h 2237474"/>
              <a:gd name="connsiteX111" fmla="*/ 4290981 w 12192000"/>
              <a:gd name="connsiteY111" fmla="*/ 1839677 h 2237474"/>
              <a:gd name="connsiteX112" fmla="*/ 4285792 w 12192000"/>
              <a:gd name="connsiteY112" fmla="*/ 1836231 h 2237474"/>
              <a:gd name="connsiteX113" fmla="*/ 4238372 w 12192000"/>
              <a:gd name="connsiteY113" fmla="*/ 1851480 h 2237474"/>
              <a:gd name="connsiteX114" fmla="*/ 4232517 w 12192000"/>
              <a:gd name="connsiteY114" fmla="*/ 1852567 h 2237474"/>
              <a:gd name="connsiteX115" fmla="*/ 4191732 w 12192000"/>
              <a:gd name="connsiteY115" fmla="*/ 1857328 h 2237474"/>
              <a:gd name="connsiteX116" fmla="*/ 4065532 w 12192000"/>
              <a:gd name="connsiteY116" fmla="*/ 1855477 h 2237474"/>
              <a:gd name="connsiteX117" fmla="*/ 4028460 w 12192000"/>
              <a:gd name="connsiteY117" fmla="*/ 1855137 h 2237474"/>
              <a:gd name="connsiteX118" fmla="*/ 4002267 w 12192000"/>
              <a:gd name="connsiteY118" fmla="*/ 1852352 h 2237474"/>
              <a:gd name="connsiteX119" fmla="*/ 3931396 w 12192000"/>
              <a:gd name="connsiteY119" fmla="*/ 1858915 h 2237474"/>
              <a:gd name="connsiteX120" fmla="*/ 3812162 w 12192000"/>
              <a:gd name="connsiteY120" fmla="*/ 1875501 h 2237474"/>
              <a:gd name="connsiteX121" fmla="*/ 3729530 w 12192000"/>
              <a:gd name="connsiteY121" fmla="*/ 1864513 h 2237474"/>
              <a:gd name="connsiteX122" fmla="*/ 3680177 w 12192000"/>
              <a:gd name="connsiteY122" fmla="*/ 1881552 h 2237474"/>
              <a:gd name="connsiteX123" fmla="*/ 3567259 w 12192000"/>
              <a:gd name="connsiteY123" fmla="*/ 1893482 h 2237474"/>
              <a:gd name="connsiteX124" fmla="*/ 3405770 w 12192000"/>
              <a:gd name="connsiteY124" fmla="*/ 1904591 h 2237474"/>
              <a:gd name="connsiteX125" fmla="*/ 3280097 w 12192000"/>
              <a:gd name="connsiteY125" fmla="*/ 1919610 h 2237474"/>
              <a:gd name="connsiteX126" fmla="*/ 3123424 w 12192000"/>
              <a:gd name="connsiteY126" fmla="*/ 1952930 h 2237474"/>
              <a:gd name="connsiteX127" fmla="*/ 3009910 w 12192000"/>
              <a:gd name="connsiteY127" fmla="*/ 1957866 h 2237474"/>
              <a:gd name="connsiteX128" fmla="*/ 2995934 w 12192000"/>
              <a:gd name="connsiteY128" fmla="*/ 1967085 h 2237474"/>
              <a:gd name="connsiteX129" fmla="*/ 2980071 w 12192000"/>
              <a:gd name="connsiteY129" fmla="*/ 1972988 h 2237474"/>
              <a:gd name="connsiteX130" fmla="*/ 2978094 w 12192000"/>
              <a:gd name="connsiteY130" fmla="*/ 1972369 h 2237474"/>
              <a:gd name="connsiteX131" fmla="*/ 2942858 w 12192000"/>
              <a:gd name="connsiteY131" fmla="*/ 1981367 h 2237474"/>
              <a:gd name="connsiteX132" fmla="*/ 2875436 w 12192000"/>
              <a:gd name="connsiteY132" fmla="*/ 1996977 h 2237474"/>
              <a:gd name="connsiteX133" fmla="*/ 2874892 w 12192000"/>
              <a:gd name="connsiteY133" fmla="*/ 1996085 h 2237474"/>
              <a:gd name="connsiteX134" fmla="*/ 2864145 w 12192000"/>
              <a:gd name="connsiteY134" fmla="*/ 1994061 h 2237474"/>
              <a:gd name="connsiteX135" fmla="*/ 2843662 w 12192000"/>
              <a:gd name="connsiteY135" fmla="*/ 1992498 h 2237474"/>
              <a:gd name="connsiteX136" fmla="*/ 2796128 w 12192000"/>
              <a:gd name="connsiteY136" fmla="*/ 1976403 h 2237474"/>
              <a:gd name="connsiteX137" fmla="*/ 2756784 w 12192000"/>
              <a:gd name="connsiteY137" fmla="*/ 1985116 h 2237474"/>
              <a:gd name="connsiteX138" fmla="*/ 2748833 w 12192000"/>
              <a:gd name="connsiteY138" fmla="*/ 1986323 h 2237474"/>
              <a:gd name="connsiteX139" fmla="*/ 2748661 w 12192000"/>
              <a:gd name="connsiteY139" fmla="*/ 1986122 h 2237474"/>
              <a:gd name="connsiteX140" fmla="*/ 2740251 w 12192000"/>
              <a:gd name="connsiteY140" fmla="*/ 1986946 h 2237474"/>
              <a:gd name="connsiteX141" fmla="*/ 2718916 w 12192000"/>
              <a:gd name="connsiteY141" fmla="*/ 1990867 h 2237474"/>
              <a:gd name="connsiteX142" fmla="*/ 2713522 w 12192000"/>
              <a:gd name="connsiteY142" fmla="*/ 1990173 h 2237474"/>
              <a:gd name="connsiteX143" fmla="*/ 2680597 w 12192000"/>
              <a:gd name="connsiteY143" fmla="*/ 1984996 h 2237474"/>
              <a:gd name="connsiteX144" fmla="*/ 2578178 w 12192000"/>
              <a:gd name="connsiteY144" fmla="*/ 1990531 h 2237474"/>
              <a:gd name="connsiteX145" fmla="*/ 2476147 w 12192000"/>
              <a:gd name="connsiteY145" fmla="*/ 1998305 h 2237474"/>
              <a:gd name="connsiteX146" fmla="*/ 2373568 w 12192000"/>
              <a:gd name="connsiteY146" fmla="*/ 2003219 h 2237474"/>
              <a:gd name="connsiteX147" fmla="*/ 2321399 w 12192000"/>
              <a:gd name="connsiteY147" fmla="*/ 1989467 h 2237474"/>
              <a:gd name="connsiteX148" fmla="*/ 2315525 w 12192000"/>
              <a:gd name="connsiteY148" fmla="*/ 1989708 h 2237474"/>
              <a:gd name="connsiteX149" fmla="*/ 2300792 w 12192000"/>
              <a:gd name="connsiteY149" fmla="*/ 1994290 h 2237474"/>
              <a:gd name="connsiteX150" fmla="*/ 2295469 w 12192000"/>
              <a:gd name="connsiteY150" fmla="*/ 1996659 h 2237474"/>
              <a:gd name="connsiteX151" fmla="*/ 2287219 w 12192000"/>
              <a:gd name="connsiteY151" fmla="*/ 1998750 h 2237474"/>
              <a:gd name="connsiteX152" fmla="*/ 2286948 w 12192000"/>
              <a:gd name="connsiteY152" fmla="*/ 1998596 h 2237474"/>
              <a:gd name="connsiteX153" fmla="*/ 2243069 w 12192000"/>
              <a:gd name="connsiteY153" fmla="*/ 2015111 h 2237474"/>
              <a:gd name="connsiteX154" fmla="*/ 2186609 w 12192000"/>
              <a:gd name="connsiteY154" fmla="*/ 2008263 h 2237474"/>
              <a:gd name="connsiteX155" fmla="*/ 2164831 w 12192000"/>
              <a:gd name="connsiteY155" fmla="*/ 2010143 h 2237474"/>
              <a:gd name="connsiteX156" fmla="*/ 2152836 w 12192000"/>
              <a:gd name="connsiteY156" fmla="*/ 2010048 h 2237474"/>
              <a:gd name="connsiteX157" fmla="*/ 2117102 w 12192000"/>
              <a:gd name="connsiteY157" fmla="*/ 2023004 h 2237474"/>
              <a:gd name="connsiteX158" fmla="*/ 2111935 w 12192000"/>
              <a:gd name="connsiteY158" fmla="*/ 2023163 h 2237474"/>
              <a:gd name="connsiteX159" fmla="*/ 2089991 w 12192000"/>
              <a:gd name="connsiteY159" fmla="*/ 2034193 h 2237474"/>
              <a:gd name="connsiteX160" fmla="*/ 2058061 w 12192000"/>
              <a:gd name="connsiteY160" fmla="*/ 2047942 h 2237474"/>
              <a:gd name="connsiteX161" fmla="*/ 2055737 w 12192000"/>
              <a:gd name="connsiteY161" fmla="*/ 2047704 h 2237474"/>
              <a:gd name="connsiteX162" fmla="*/ 2042244 w 12192000"/>
              <a:gd name="connsiteY162" fmla="*/ 2055560 h 2237474"/>
              <a:gd name="connsiteX163" fmla="*/ 1976224 w 12192000"/>
              <a:gd name="connsiteY163" fmla="*/ 2074257 h 2237474"/>
              <a:gd name="connsiteX164" fmla="*/ 1877728 w 12192000"/>
              <a:gd name="connsiteY164" fmla="*/ 2101004 h 2237474"/>
              <a:gd name="connsiteX165" fmla="*/ 1759056 w 12192000"/>
              <a:gd name="connsiteY165" fmla="*/ 2125608 h 2237474"/>
              <a:gd name="connsiteX166" fmla="*/ 1637948 w 12192000"/>
              <a:gd name="connsiteY166" fmla="*/ 2172597 h 2237474"/>
              <a:gd name="connsiteX167" fmla="*/ 1434549 w 12192000"/>
              <a:gd name="connsiteY167" fmla="*/ 2234522 h 2237474"/>
              <a:gd name="connsiteX168" fmla="*/ 1398481 w 12192000"/>
              <a:gd name="connsiteY168" fmla="*/ 2237074 h 2237474"/>
              <a:gd name="connsiteX169" fmla="*/ 1398407 w 12192000"/>
              <a:gd name="connsiteY169" fmla="*/ 2237095 h 2237474"/>
              <a:gd name="connsiteX170" fmla="*/ 1370962 w 12192000"/>
              <a:gd name="connsiteY170" fmla="*/ 2237474 h 2237474"/>
              <a:gd name="connsiteX171" fmla="*/ 1356367 w 12192000"/>
              <a:gd name="connsiteY171" fmla="*/ 2235089 h 2237474"/>
              <a:gd name="connsiteX172" fmla="*/ 1324828 w 12192000"/>
              <a:gd name="connsiteY172" fmla="*/ 2231968 h 2237474"/>
              <a:gd name="connsiteX173" fmla="*/ 1297744 w 12192000"/>
              <a:gd name="connsiteY173" fmla="*/ 2235849 h 2237474"/>
              <a:gd name="connsiteX174" fmla="*/ 1286236 w 12192000"/>
              <a:gd name="connsiteY174" fmla="*/ 2233135 h 2237474"/>
              <a:gd name="connsiteX175" fmla="*/ 1283504 w 12192000"/>
              <a:gd name="connsiteY175" fmla="*/ 2233797 h 2237474"/>
              <a:gd name="connsiteX176" fmla="*/ 1279765 w 12192000"/>
              <a:gd name="connsiteY176" fmla="*/ 2229639 h 2237474"/>
              <a:gd name="connsiteX177" fmla="*/ 1195347 w 12192000"/>
              <a:gd name="connsiteY177" fmla="*/ 2212354 h 2237474"/>
              <a:gd name="connsiteX178" fmla="*/ 970251 w 12192000"/>
              <a:gd name="connsiteY178" fmla="*/ 2221029 h 2237474"/>
              <a:gd name="connsiteX179" fmla="*/ 812914 w 12192000"/>
              <a:gd name="connsiteY179" fmla="*/ 2202752 h 2237474"/>
              <a:gd name="connsiteX180" fmla="*/ 800195 w 12192000"/>
              <a:gd name="connsiteY180" fmla="*/ 2209407 h 2237474"/>
              <a:gd name="connsiteX181" fmla="*/ 784978 w 12192000"/>
              <a:gd name="connsiteY181" fmla="*/ 2212360 h 2237474"/>
              <a:gd name="connsiteX182" fmla="*/ 681987 w 12192000"/>
              <a:gd name="connsiteY182" fmla="*/ 2216757 h 2237474"/>
              <a:gd name="connsiteX183" fmla="*/ 669923 w 12192000"/>
              <a:gd name="connsiteY183" fmla="*/ 2211682 h 2237474"/>
              <a:gd name="connsiteX184" fmla="*/ 648680 w 12192000"/>
              <a:gd name="connsiteY184" fmla="*/ 2206229 h 2237474"/>
              <a:gd name="connsiteX185" fmla="*/ 597225 w 12192000"/>
              <a:gd name="connsiteY185" fmla="*/ 2180999 h 2237474"/>
              <a:gd name="connsiteX186" fmla="*/ 558449 w 12192000"/>
              <a:gd name="connsiteY186" fmla="*/ 2182346 h 2237474"/>
              <a:gd name="connsiteX187" fmla="*/ 550517 w 12192000"/>
              <a:gd name="connsiteY187" fmla="*/ 2182060 h 2237474"/>
              <a:gd name="connsiteX188" fmla="*/ 550309 w 12192000"/>
              <a:gd name="connsiteY188" fmla="*/ 2181825 h 2237474"/>
              <a:gd name="connsiteX189" fmla="*/ 541836 w 12192000"/>
              <a:gd name="connsiteY189" fmla="*/ 2181063 h 2237474"/>
              <a:gd name="connsiteX190" fmla="*/ 536057 w 12192000"/>
              <a:gd name="connsiteY190" fmla="*/ 2181537 h 2237474"/>
              <a:gd name="connsiteX191" fmla="*/ 520671 w 12192000"/>
              <a:gd name="connsiteY191" fmla="*/ 2180980 h 2237474"/>
              <a:gd name="connsiteX192" fmla="*/ 515024 w 12192000"/>
              <a:gd name="connsiteY192" fmla="*/ 2179258 h 2237474"/>
              <a:gd name="connsiteX193" fmla="*/ 512278 w 12192000"/>
              <a:gd name="connsiteY193" fmla="*/ 2176369 h 2237474"/>
              <a:gd name="connsiteX194" fmla="*/ 480419 w 12192000"/>
              <a:gd name="connsiteY194" fmla="*/ 2167807 h 2237474"/>
              <a:gd name="connsiteX195" fmla="*/ 413835 w 12192000"/>
              <a:gd name="connsiteY195" fmla="*/ 2156783 h 2237474"/>
              <a:gd name="connsiteX196" fmla="*/ 376513 w 12192000"/>
              <a:gd name="connsiteY196" fmla="*/ 2154014 h 2237474"/>
              <a:gd name="connsiteX197" fmla="*/ 273386 w 12192000"/>
              <a:gd name="connsiteY197" fmla="*/ 2142551 h 2237474"/>
              <a:gd name="connsiteX198" fmla="*/ 169207 w 12192000"/>
              <a:gd name="connsiteY198" fmla="*/ 2128100 h 2237474"/>
              <a:gd name="connsiteX199" fmla="*/ 93149 w 12192000"/>
              <a:gd name="connsiteY199" fmla="*/ 2105324 h 2237474"/>
              <a:gd name="connsiteX200" fmla="*/ 88109 w 12192000"/>
              <a:gd name="connsiteY200" fmla="*/ 2106704 h 2237474"/>
              <a:gd name="connsiteX201" fmla="*/ 80022 w 12192000"/>
              <a:gd name="connsiteY201" fmla="*/ 2107254 h 2237474"/>
              <a:gd name="connsiteX202" fmla="*/ 79717 w 12192000"/>
              <a:gd name="connsiteY202" fmla="*/ 2107046 h 2237474"/>
              <a:gd name="connsiteX203" fmla="*/ 72352 w 12192000"/>
              <a:gd name="connsiteY203" fmla="*/ 2107991 h 2237474"/>
              <a:gd name="connsiteX204" fmla="*/ 37645 w 12192000"/>
              <a:gd name="connsiteY204" fmla="*/ 2115401 h 2237474"/>
              <a:gd name="connsiteX205" fmla="*/ 4572 w 12192000"/>
              <a:gd name="connsiteY205" fmla="*/ 2111091 h 2237474"/>
              <a:gd name="connsiteX206" fmla="*/ 0 w 12192000"/>
              <a:gd name="connsiteY206" fmla="*/ 2110468 h 2237474"/>
              <a:gd name="connsiteX207" fmla="*/ 0 w 12192000"/>
              <a:gd name="connsiteY207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11200 w 12192000"/>
              <a:gd name="connsiteY18" fmla="*/ 767513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798048 w 12192000"/>
              <a:gd name="connsiteY23" fmla="*/ 863207 h 2237474"/>
              <a:gd name="connsiteX24" fmla="*/ 9683005 w 12192000"/>
              <a:gd name="connsiteY24" fmla="*/ 894128 h 2237474"/>
              <a:gd name="connsiteX25" fmla="*/ 9594438 w 12192000"/>
              <a:gd name="connsiteY25" fmla="*/ 919051 h 2237474"/>
              <a:gd name="connsiteX26" fmla="*/ 9577033 w 12192000"/>
              <a:gd name="connsiteY26" fmla="*/ 922857 h 2237474"/>
              <a:gd name="connsiteX27" fmla="*/ 9544189 w 12192000"/>
              <a:gd name="connsiteY27" fmla="*/ 938966 h 2237474"/>
              <a:gd name="connsiteX28" fmla="*/ 9500499 w 12192000"/>
              <a:gd name="connsiteY28" fmla="*/ 954680 h 2237474"/>
              <a:gd name="connsiteX29" fmla="*/ 9428195 w 12192000"/>
              <a:gd name="connsiteY29" fmla="*/ 986225 h 2237474"/>
              <a:gd name="connsiteX30" fmla="*/ 9410017 w 12192000"/>
              <a:gd name="connsiteY30" fmla="*/ 993931 h 2237474"/>
              <a:gd name="connsiteX31" fmla="*/ 9392919 w 12192000"/>
              <a:gd name="connsiteY31" fmla="*/ 994656 h 2237474"/>
              <a:gd name="connsiteX32" fmla="*/ 9278619 w 12192000"/>
              <a:gd name="connsiteY32" fmla="*/ 1011878 h 2237474"/>
              <a:gd name="connsiteX33" fmla="*/ 9268019 w 12192000"/>
              <a:gd name="connsiteY33" fmla="*/ 1007442 h 2237474"/>
              <a:gd name="connsiteX34" fmla="*/ 9234662 w 12192000"/>
              <a:gd name="connsiteY34" fmla="*/ 1023056 h 2237474"/>
              <a:gd name="connsiteX35" fmla="*/ 9181033 w 12192000"/>
              <a:gd name="connsiteY35" fmla="*/ 1037921 h 2237474"/>
              <a:gd name="connsiteX36" fmla="*/ 9155969 w 12192000"/>
              <a:gd name="connsiteY36" fmla="*/ 1046804 h 2237474"/>
              <a:gd name="connsiteX37" fmla="*/ 9133985 w 12192000"/>
              <a:gd name="connsiteY37" fmla="*/ 1046450 h 2237474"/>
              <a:gd name="connsiteX38" fmla="*/ 9012987 w 12192000"/>
              <a:gd name="connsiteY38" fmla="*/ 1061986 h 2237474"/>
              <a:gd name="connsiteX39" fmla="*/ 8968445 w 12192000"/>
              <a:gd name="connsiteY39" fmla="*/ 1052169 h 2237474"/>
              <a:gd name="connsiteX40" fmla="*/ 8958984 w 12192000"/>
              <a:gd name="connsiteY40" fmla="*/ 1057212 h 2237474"/>
              <a:gd name="connsiteX41" fmla="*/ 8886001 w 12192000"/>
              <a:gd name="connsiteY41" fmla="*/ 1067468 h 2237474"/>
              <a:gd name="connsiteX42" fmla="*/ 8838610 w 12192000"/>
              <a:gd name="connsiteY42" fmla="*/ 1075091 h 2237474"/>
              <a:gd name="connsiteX43" fmla="*/ 8750383 w 12192000"/>
              <a:gd name="connsiteY43" fmla="*/ 1097387 h 2237474"/>
              <a:gd name="connsiteX44" fmla="*/ 8665605 w 12192000"/>
              <a:gd name="connsiteY44" fmla="*/ 1110791 h 2237474"/>
              <a:gd name="connsiteX45" fmla="*/ 8584946 w 12192000"/>
              <a:gd name="connsiteY45" fmla="*/ 1135226 h 2237474"/>
              <a:gd name="connsiteX46" fmla="*/ 8460755 w 12192000"/>
              <a:gd name="connsiteY46" fmla="*/ 1203427 h 2237474"/>
              <a:gd name="connsiteX47" fmla="*/ 8419755 w 12192000"/>
              <a:gd name="connsiteY47" fmla="*/ 1216260 h 2237474"/>
              <a:gd name="connsiteX48" fmla="*/ 8411626 w 12192000"/>
              <a:gd name="connsiteY48" fmla="*/ 1214397 h 2237474"/>
              <a:gd name="connsiteX49" fmla="*/ 8363469 w 12192000"/>
              <a:gd name="connsiteY49" fmla="*/ 1246658 h 2237474"/>
              <a:gd name="connsiteX50" fmla="*/ 8275497 w 12192000"/>
              <a:gd name="connsiteY50" fmla="*/ 1264396 h 2237474"/>
              <a:gd name="connsiteX51" fmla="*/ 8206287 w 12192000"/>
              <a:gd name="connsiteY51" fmla="*/ 1273060 h 2237474"/>
              <a:gd name="connsiteX52" fmla="*/ 8168705 w 12192000"/>
              <a:gd name="connsiteY52" fmla="*/ 1279956 h 2237474"/>
              <a:gd name="connsiteX53" fmla="*/ 8139997 w 12192000"/>
              <a:gd name="connsiteY53" fmla="*/ 1282713 h 2237474"/>
              <a:gd name="connsiteX54" fmla="*/ 8074238 w 12192000"/>
              <a:gd name="connsiteY54" fmla="*/ 1301895 h 2237474"/>
              <a:gd name="connsiteX55" fmla="*/ 7968292 w 12192000"/>
              <a:gd name="connsiteY55" fmla="*/ 1338779 h 2237474"/>
              <a:gd name="connsiteX56" fmla="*/ 7902328 w 12192000"/>
              <a:gd name="connsiteY56" fmla="*/ 1345865 h 2237474"/>
              <a:gd name="connsiteX57" fmla="*/ 7875879 w 12192000"/>
              <a:gd name="connsiteY57" fmla="*/ 1345646 h 2237474"/>
              <a:gd name="connsiteX58" fmla="*/ 7840612 w 12192000"/>
              <a:gd name="connsiteY58" fmla="*/ 1369373 h 2237474"/>
              <a:gd name="connsiteX59" fmla="*/ 7786819 w 12192000"/>
              <a:gd name="connsiteY59" fmla="*/ 1378970 h 2237474"/>
              <a:gd name="connsiteX60" fmla="*/ 7548172 w 12192000"/>
              <a:gd name="connsiteY60" fmla="*/ 1417460 h 2237474"/>
              <a:gd name="connsiteX61" fmla="*/ 7483437 w 12192000"/>
              <a:gd name="connsiteY61" fmla="*/ 1478152 h 2237474"/>
              <a:gd name="connsiteX62" fmla="*/ 7377870 w 12192000"/>
              <a:gd name="connsiteY62" fmla="*/ 1523319 h 2237474"/>
              <a:gd name="connsiteX63" fmla="*/ 7230737 w 12192000"/>
              <a:gd name="connsiteY63" fmla="*/ 1562633 h 2237474"/>
              <a:gd name="connsiteX64" fmla="*/ 7224458 w 12192000"/>
              <a:gd name="connsiteY64" fmla="*/ 1573008 h 2237474"/>
              <a:gd name="connsiteX65" fmla="*/ 7183121 w 12192000"/>
              <a:gd name="connsiteY65" fmla="*/ 1595162 h 2237474"/>
              <a:gd name="connsiteX66" fmla="*/ 7164601 w 12192000"/>
              <a:gd name="connsiteY66" fmla="*/ 1606490 h 2237474"/>
              <a:gd name="connsiteX67" fmla="*/ 7092727 w 12192000"/>
              <a:gd name="connsiteY67" fmla="*/ 1623628 h 2237474"/>
              <a:gd name="connsiteX68" fmla="*/ 7031309 w 12192000"/>
              <a:gd name="connsiteY68" fmla="*/ 1619451 h 2237474"/>
              <a:gd name="connsiteX69" fmla="*/ 6999084 w 12192000"/>
              <a:gd name="connsiteY69" fmla="*/ 1634317 h 2237474"/>
              <a:gd name="connsiteX70" fmla="*/ 6992107 w 12192000"/>
              <a:gd name="connsiteY70" fmla="*/ 1636860 h 2237474"/>
              <a:gd name="connsiteX71" fmla="*/ 6900177 w 12192000"/>
              <a:gd name="connsiteY71" fmla="*/ 1636016 h 2237474"/>
              <a:gd name="connsiteX72" fmla="*/ 6795372 w 12192000"/>
              <a:gd name="connsiteY72" fmla="*/ 1644845 h 2237474"/>
              <a:gd name="connsiteX73" fmla="*/ 6692251 w 12192000"/>
              <a:gd name="connsiteY73" fmla="*/ 1656357 h 2237474"/>
              <a:gd name="connsiteX74" fmla="*/ 6655235 w 12192000"/>
              <a:gd name="connsiteY74" fmla="*/ 1661869 h 2237474"/>
              <a:gd name="connsiteX75" fmla="*/ 6554894 w 12192000"/>
              <a:gd name="connsiteY75" fmla="*/ 1664428 h 2237474"/>
              <a:gd name="connsiteX76" fmla="*/ 6516595 w 12192000"/>
              <a:gd name="connsiteY76" fmla="*/ 1667475 h 2237474"/>
              <a:gd name="connsiteX77" fmla="*/ 6508541 w 12192000"/>
              <a:gd name="connsiteY77" fmla="*/ 1668757 h 2237474"/>
              <a:gd name="connsiteX78" fmla="*/ 6471012 w 12192000"/>
              <a:gd name="connsiteY78" fmla="*/ 1678604 h 2237474"/>
              <a:gd name="connsiteX79" fmla="*/ 6364035 w 12192000"/>
              <a:gd name="connsiteY79" fmla="*/ 1667683 h 2237474"/>
              <a:gd name="connsiteX80" fmla="*/ 6280959 w 12192000"/>
              <a:gd name="connsiteY80" fmla="*/ 1689329 h 2237474"/>
              <a:gd name="connsiteX81" fmla="*/ 6243319 w 12192000"/>
              <a:gd name="connsiteY81" fmla="*/ 1695560 h 2237474"/>
              <a:gd name="connsiteX82" fmla="*/ 6098321 w 12192000"/>
              <a:gd name="connsiteY82" fmla="*/ 1721646 h 2237474"/>
              <a:gd name="connsiteX83" fmla="*/ 5880652 w 12192000"/>
              <a:gd name="connsiteY83" fmla="*/ 1779643 h 2237474"/>
              <a:gd name="connsiteX84" fmla="*/ 5785959 w 12192000"/>
              <a:gd name="connsiteY84" fmla="*/ 1775307 h 2237474"/>
              <a:gd name="connsiteX85" fmla="*/ 5643534 w 12192000"/>
              <a:gd name="connsiteY85" fmla="*/ 1802919 h 2237474"/>
              <a:gd name="connsiteX86" fmla="*/ 5518799 w 12192000"/>
              <a:gd name="connsiteY86" fmla="*/ 1818312 h 2237474"/>
              <a:gd name="connsiteX87" fmla="*/ 5505014 w 12192000"/>
              <a:gd name="connsiteY87" fmla="*/ 1819259 h 2237474"/>
              <a:gd name="connsiteX88" fmla="*/ 5453307 w 12192000"/>
              <a:gd name="connsiteY88" fmla="*/ 1815450 h 2237474"/>
              <a:gd name="connsiteX89" fmla="*/ 5364192 w 12192000"/>
              <a:gd name="connsiteY89" fmla="*/ 1826074 h 2237474"/>
              <a:gd name="connsiteX90" fmla="*/ 5350380 w 12192000"/>
              <a:gd name="connsiteY90" fmla="*/ 1830891 h 2237474"/>
              <a:gd name="connsiteX91" fmla="*/ 5259633 w 12192000"/>
              <a:gd name="connsiteY91" fmla="*/ 1837160 h 2237474"/>
              <a:gd name="connsiteX92" fmla="*/ 5197513 w 12192000"/>
              <a:gd name="connsiteY92" fmla="*/ 1844718 h 2237474"/>
              <a:gd name="connsiteX93" fmla="*/ 5168852 w 12192000"/>
              <a:gd name="connsiteY93" fmla="*/ 1844846 h 2237474"/>
              <a:gd name="connsiteX94" fmla="*/ 5114927 w 12192000"/>
              <a:gd name="connsiteY94" fmla="*/ 1847827 h 2237474"/>
              <a:gd name="connsiteX95" fmla="*/ 5108970 w 12192000"/>
              <a:gd name="connsiteY95" fmla="*/ 1847935 h 2237474"/>
              <a:gd name="connsiteX96" fmla="*/ 5067961 w 12192000"/>
              <a:gd name="connsiteY96" fmla="*/ 1845917 h 2237474"/>
              <a:gd name="connsiteX97" fmla="*/ 5007075 w 12192000"/>
              <a:gd name="connsiteY97" fmla="*/ 1838626 h 2237474"/>
              <a:gd name="connsiteX98" fmla="*/ 4944087 w 12192000"/>
              <a:gd name="connsiteY98" fmla="*/ 1823332 h 2237474"/>
              <a:gd name="connsiteX99" fmla="*/ 4907662 w 12192000"/>
              <a:gd name="connsiteY99" fmla="*/ 1816900 h 2237474"/>
              <a:gd name="connsiteX100" fmla="*/ 4882386 w 12192000"/>
              <a:gd name="connsiteY100" fmla="*/ 1809844 h 2237474"/>
              <a:gd name="connsiteX101" fmla="*/ 4811440 w 12192000"/>
              <a:gd name="connsiteY101" fmla="*/ 1804655 h 2237474"/>
              <a:gd name="connsiteX102" fmla="*/ 4691075 w 12192000"/>
              <a:gd name="connsiteY102" fmla="*/ 1801389 h 2237474"/>
              <a:gd name="connsiteX103" fmla="*/ 4611738 w 12192000"/>
              <a:gd name="connsiteY103" fmla="*/ 1776964 h 2237474"/>
              <a:gd name="connsiteX104" fmla="*/ 4560070 w 12192000"/>
              <a:gd name="connsiteY104" fmla="*/ 1785640 h 2237474"/>
              <a:gd name="connsiteX105" fmla="*/ 4536503 w 12192000"/>
              <a:gd name="connsiteY105" fmla="*/ 1785334 h 2237474"/>
              <a:gd name="connsiteX106" fmla="*/ 4513724 w 12192000"/>
              <a:gd name="connsiteY106" fmla="*/ 1791996 h 2237474"/>
              <a:gd name="connsiteX107" fmla="*/ 4459810 w 12192000"/>
              <a:gd name="connsiteY107" fmla="*/ 1797886 h 2237474"/>
              <a:gd name="connsiteX108" fmla="*/ 4379064 w 12192000"/>
              <a:gd name="connsiteY108" fmla="*/ 1817177 h 2237474"/>
              <a:gd name="connsiteX109" fmla="*/ 4319209 w 12192000"/>
              <a:gd name="connsiteY109" fmla="*/ 1834833 h 2237474"/>
              <a:gd name="connsiteX110" fmla="*/ 4290981 w 12192000"/>
              <a:gd name="connsiteY110" fmla="*/ 1839677 h 2237474"/>
              <a:gd name="connsiteX111" fmla="*/ 4285792 w 12192000"/>
              <a:gd name="connsiteY111" fmla="*/ 1836231 h 2237474"/>
              <a:gd name="connsiteX112" fmla="*/ 4238372 w 12192000"/>
              <a:gd name="connsiteY112" fmla="*/ 1851480 h 2237474"/>
              <a:gd name="connsiteX113" fmla="*/ 4232517 w 12192000"/>
              <a:gd name="connsiteY113" fmla="*/ 1852567 h 2237474"/>
              <a:gd name="connsiteX114" fmla="*/ 4191732 w 12192000"/>
              <a:gd name="connsiteY114" fmla="*/ 1857328 h 2237474"/>
              <a:gd name="connsiteX115" fmla="*/ 4065532 w 12192000"/>
              <a:gd name="connsiteY115" fmla="*/ 1855477 h 2237474"/>
              <a:gd name="connsiteX116" fmla="*/ 4028460 w 12192000"/>
              <a:gd name="connsiteY116" fmla="*/ 1855137 h 2237474"/>
              <a:gd name="connsiteX117" fmla="*/ 4002267 w 12192000"/>
              <a:gd name="connsiteY117" fmla="*/ 1852352 h 2237474"/>
              <a:gd name="connsiteX118" fmla="*/ 3931396 w 12192000"/>
              <a:gd name="connsiteY118" fmla="*/ 1858915 h 2237474"/>
              <a:gd name="connsiteX119" fmla="*/ 3812162 w 12192000"/>
              <a:gd name="connsiteY119" fmla="*/ 1875501 h 2237474"/>
              <a:gd name="connsiteX120" fmla="*/ 3729530 w 12192000"/>
              <a:gd name="connsiteY120" fmla="*/ 1864513 h 2237474"/>
              <a:gd name="connsiteX121" fmla="*/ 3680177 w 12192000"/>
              <a:gd name="connsiteY121" fmla="*/ 1881552 h 2237474"/>
              <a:gd name="connsiteX122" fmla="*/ 3567259 w 12192000"/>
              <a:gd name="connsiteY122" fmla="*/ 1893482 h 2237474"/>
              <a:gd name="connsiteX123" fmla="*/ 3405770 w 12192000"/>
              <a:gd name="connsiteY123" fmla="*/ 1904591 h 2237474"/>
              <a:gd name="connsiteX124" fmla="*/ 3280097 w 12192000"/>
              <a:gd name="connsiteY124" fmla="*/ 1919610 h 2237474"/>
              <a:gd name="connsiteX125" fmla="*/ 3123424 w 12192000"/>
              <a:gd name="connsiteY125" fmla="*/ 1952930 h 2237474"/>
              <a:gd name="connsiteX126" fmla="*/ 3009910 w 12192000"/>
              <a:gd name="connsiteY126" fmla="*/ 1957866 h 2237474"/>
              <a:gd name="connsiteX127" fmla="*/ 2995934 w 12192000"/>
              <a:gd name="connsiteY127" fmla="*/ 1967085 h 2237474"/>
              <a:gd name="connsiteX128" fmla="*/ 2980071 w 12192000"/>
              <a:gd name="connsiteY128" fmla="*/ 1972988 h 2237474"/>
              <a:gd name="connsiteX129" fmla="*/ 2978094 w 12192000"/>
              <a:gd name="connsiteY129" fmla="*/ 1972369 h 2237474"/>
              <a:gd name="connsiteX130" fmla="*/ 2942858 w 12192000"/>
              <a:gd name="connsiteY130" fmla="*/ 1981367 h 2237474"/>
              <a:gd name="connsiteX131" fmla="*/ 2875436 w 12192000"/>
              <a:gd name="connsiteY131" fmla="*/ 1996977 h 2237474"/>
              <a:gd name="connsiteX132" fmla="*/ 2874892 w 12192000"/>
              <a:gd name="connsiteY132" fmla="*/ 1996085 h 2237474"/>
              <a:gd name="connsiteX133" fmla="*/ 2864145 w 12192000"/>
              <a:gd name="connsiteY133" fmla="*/ 1994061 h 2237474"/>
              <a:gd name="connsiteX134" fmla="*/ 2843662 w 12192000"/>
              <a:gd name="connsiteY134" fmla="*/ 1992498 h 2237474"/>
              <a:gd name="connsiteX135" fmla="*/ 2796128 w 12192000"/>
              <a:gd name="connsiteY135" fmla="*/ 1976403 h 2237474"/>
              <a:gd name="connsiteX136" fmla="*/ 2756784 w 12192000"/>
              <a:gd name="connsiteY136" fmla="*/ 1985116 h 2237474"/>
              <a:gd name="connsiteX137" fmla="*/ 2748833 w 12192000"/>
              <a:gd name="connsiteY137" fmla="*/ 1986323 h 2237474"/>
              <a:gd name="connsiteX138" fmla="*/ 2748661 w 12192000"/>
              <a:gd name="connsiteY138" fmla="*/ 1986122 h 2237474"/>
              <a:gd name="connsiteX139" fmla="*/ 2740251 w 12192000"/>
              <a:gd name="connsiteY139" fmla="*/ 1986946 h 2237474"/>
              <a:gd name="connsiteX140" fmla="*/ 2718916 w 12192000"/>
              <a:gd name="connsiteY140" fmla="*/ 1990867 h 2237474"/>
              <a:gd name="connsiteX141" fmla="*/ 2713522 w 12192000"/>
              <a:gd name="connsiteY141" fmla="*/ 1990173 h 2237474"/>
              <a:gd name="connsiteX142" fmla="*/ 2680597 w 12192000"/>
              <a:gd name="connsiteY142" fmla="*/ 1984996 h 2237474"/>
              <a:gd name="connsiteX143" fmla="*/ 2578178 w 12192000"/>
              <a:gd name="connsiteY143" fmla="*/ 1990531 h 2237474"/>
              <a:gd name="connsiteX144" fmla="*/ 2476147 w 12192000"/>
              <a:gd name="connsiteY144" fmla="*/ 1998305 h 2237474"/>
              <a:gd name="connsiteX145" fmla="*/ 2373568 w 12192000"/>
              <a:gd name="connsiteY145" fmla="*/ 2003219 h 2237474"/>
              <a:gd name="connsiteX146" fmla="*/ 2321399 w 12192000"/>
              <a:gd name="connsiteY146" fmla="*/ 1989467 h 2237474"/>
              <a:gd name="connsiteX147" fmla="*/ 2315525 w 12192000"/>
              <a:gd name="connsiteY147" fmla="*/ 1989708 h 2237474"/>
              <a:gd name="connsiteX148" fmla="*/ 2300792 w 12192000"/>
              <a:gd name="connsiteY148" fmla="*/ 1994290 h 2237474"/>
              <a:gd name="connsiteX149" fmla="*/ 2295469 w 12192000"/>
              <a:gd name="connsiteY149" fmla="*/ 1996659 h 2237474"/>
              <a:gd name="connsiteX150" fmla="*/ 2287219 w 12192000"/>
              <a:gd name="connsiteY150" fmla="*/ 1998750 h 2237474"/>
              <a:gd name="connsiteX151" fmla="*/ 2286948 w 12192000"/>
              <a:gd name="connsiteY151" fmla="*/ 1998596 h 2237474"/>
              <a:gd name="connsiteX152" fmla="*/ 2243069 w 12192000"/>
              <a:gd name="connsiteY152" fmla="*/ 2015111 h 2237474"/>
              <a:gd name="connsiteX153" fmla="*/ 2186609 w 12192000"/>
              <a:gd name="connsiteY153" fmla="*/ 2008263 h 2237474"/>
              <a:gd name="connsiteX154" fmla="*/ 2164831 w 12192000"/>
              <a:gd name="connsiteY154" fmla="*/ 2010143 h 2237474"/>
              <a:gd name="connsiteX155" fmla="*/ 2152836 w 12192000"/>
              <a:gd name="connsiteY155" fmla="*/ 2010048 h 2237474"/>
              <a:gd name="connsiteX156" fmla="*/ 2117102 w 12192000"/>
              <a:gd name="connsiteY156" fmla="*/ 2023004 h 2237474"/>
              <a:gd name="connsiteX157" fmla="*/ 2111935 w 12192000"/>
              <a:gd name="connsiteY157" fmla="*/ 2023163 h 2237474"/>
              <a:gd name="connsiteX158" fmla="*/ 2089991 w 12192000"/>
              <a:gd name="connsiteY158" fmla="*/ 2034193 h 2237474"/>
              <a:gd name="connsiteX159" fmla="*/ 2058061 w 12192000"/>
              <a:gd name="connsiteY159" fmla="*/ 2047942 h 2237474"/>
              <a:gd name="connsiteX160" fmla="*/ 2055737 w 12192000"/>
              <a:gd name="connsiteY160" fmla="*/ 2047704 h 2237474"/>
              <a:gd name="connsiteX161" fmla="*/ 2042244 w 12192000"/>
              <a:gd name="connsiteY161" fmla="*/ 2055560 h 2237474"/>
              <a:gd name="connsiteX162" fmla="*/ 1976224 w 12192000"/>
              <a:gd name="connsiteY162" fmla="*/ 2074257 h 2237474"/>
              <a:gd name="connsiteX163" fmla="*/ 1877728 w 12192000"/>
              <a:gd name="connsiteY163" fmla="*/ 2101004 h 2237474"/>
              <a:gd name="connsiteX164" fmla="*/ 1759056 w 12192000"/>
              <a:gd name="connsiteY164" fmla="*/ 2125608 h 2237474"/>
              <a:gd name="connsiteX165" fmla="*/ 1637948 w 12192000"/>
              <a:gd name="connsiteY165" fmla="*/ 2172597 h 2237474"/>
              <a:gd name="connsiteX166" fmla="*/ 1434549 w 12192000"/>
              <a:gd name="connsiteY166" fmla="*/ 2234522 h 2237474"/>
              <a:gd name="connsiteX167" fmla="*/ 1398481 w 12192000"/>
              <a:gd name="connsiteY167" fmla="*/ 2237074 h 2237474"/>
              <a:gd name="connsiteX168" fmla="*/ 1398407 w 12192000"/>
              <a:gd name="connsiteY168" fmla="*/ 2237095 h 2237474"/>
              <a:gd name="connsiteX169" fmla="*/ 1370962 w 12192000"/>
              <a:gd name="connsiteY169" fmla="*/ 2237474 h 2237474"/>
              <a:gd name="connsiteX170" fmla="*/ 1356367 w 12192000"/>
              <a:gd name="connsiteY170" fmla="*/ 2235089 h 2237474"/>
              <a:gd name="connsiteX171" fmla="*/ 1324828 w 12192000"/>
              <a:gd name="connsiteY171" fmla="*/ 2231968 h 2237474"/>
              <a:gd name="connsiteX172" fmla="*/ 1297744 w 12192000"/>
              <a:gd name="connsiteY172" fmla="*/ 2235849 h 2237474"/>
              <a:gd name="connsiteX173" fmla="*/ 1286236 w 12192000"/>
              <a:gd name="connsiteY173" fmla="*/ 2233135 h 2237474"/>
              <a:gd name="connsiteX174" fmla="*/ 1283504 w 12192000"/>
              <a:gd name="connsiteY174" fmla="*/ 2233797 h 2237474"/>
              <a:gd name="connsiteX175" fmla="*/ 1279765 w 12192000"/>
              <a:gd name="connsiteY175" fmla="*/ 2229639 h 2237474"/>
              <a:gd name="connsiteX176" fmla="*/ 1195347 w 12192000"/>
              <a:gd name="connsiteY176" fmla="*/ 2212354 h 2237474"/>
              <a:gd name="connsiteX177" fmla="*/ 970251 w 12192000"/>
              <a:gd name="connsiteY177" fmla="*/ 2221029 h 2237474"/>
              <a:gd name="connsiteX178" fmla="*/ 812914 w 12192000"/>
              <a:gd name="connsiteY178" fmla="*/ 2202752 h 2237474"/>
              <a:gd name="connsiteX179" fmla="*/ 800195 w 12192000"/>
              <a:gd name="connsiteY179" fmla="*/ 2209407 h 2237474"/>
              <a:gd name="connsiteX180" fmla="*/ 784978 w 12192000"/>
              <a:gd name="connsiteY180" fmla="*/ 2212360 h 2237474"/>
              <a:gd name="connsiteX181" fmla="*/ 681987 w 12192000"/>
              <a:gd name="connsiteY181" fmla="*/ 2216757 h 2237474"/>
              <a:gd name="connsiteX182" fmla="*/ 669923 w 12192000"/>
              <a:gd name="connsiteY182" fmla="*/ 2211682 h 2237474"/>
              <a:gd name="connsiteX183" fmla="*/ 648680 w 12192000"/>
              <a:gd name="connsiteY183" fmla="*/ 2206229 h 2237474"/>
              <a:gd name="connsiteX184" fmla="*/ 597225 w 12192000"/>
              <a:gd name="connsiteY184" fmla="*/ 2180999 h 2237474"/>
              <a:gd name="connsiteX185" fmla="*/ 558449 w 12192000"/>
              <a:gd name="connsiteY185" fmla="*/ 2182346 h 2237474"/>
              <a:gd name="connsiteX186" fmla="*/ 550517 w 12192000"/>
              <a:gd name="connsiteY186" fmla="*/ 2182060 h 2237474"/>
              <a:gd name="connsiteX187" fmla="*/ 550309 w 12192000"/>
              <a:gd name="connsiteY187" fmla="*/ 2181825 h 2237474"/>
              <a:gd name="connsiteX188" fmla="*/ 541836 w 12192000"/>
              <a:gd name="connsiteY188" fmla="*/ 2181063 h 2237474"/>
              <a:gd name="connsiteX189" fmla="*/ 536057 w 12192000"/>
              <a:gd name="connsiteY189" fmla="*/ 2181537 h 2237474"/>
              <a:gd name="connsiteX190" fmla="*/ 520671 w 12192000"/>
              <a:gd name="connsiteY190" fmla="*/ 2180980 h 2237474"/>
              <a:gd name="connsiteX191" fmla="*/ 515024 w 12192000"/>
              <a:gd name="connsiteY191" fmla="*/ 2179258 h 2237474"/>
              <a:gd name="connsiteX192" fmla="*/ 512278 w 12192000"/>
              <a:gd name="connsiteY192" fmla="*/ 2176369 h 2237474"/>
              <a:gd name="connsiteX193" fmla="*/ 480419 w 12192000"/>
              <a:gd name="connsiteY193" fmla="*/ 2167807 h 2237474"/>
              <a:gd name="connsiteX194" fmla="*/ 413835 w 12192000"/>
              <a:gd name="connsiteY194" fmla="*/ 2156783 h 2237474"/>
              <a:gd name="connsiteX195" fmla="*/ 376513 w 12192000"/>
              <a:gd name="connsiteY195" fmla="*/ 2154014 h 2237474"/>
              <a:gd name="connsiteX196" fmla="*/ 273386 w 12192000"/>
              <a:gd name="connsiteY196" fmla="*/ 2142551 h 2237474"/>
              <a:gd name="connsiteX197" fmla="*/ 169207 w 12192000"/>
              <a:gd name="connsiteY197" fmla="*/ 2128100 h 2237474"/>
              <a:gd name="connsiteX198" fmla="*/ 93149 w 12192000"/>
              <a:gd name="connsiteY198" fmla="*/ 2105324 h 2237474"/>
              <a:gd name="connsiteX199" fmla="*/ 88109 w 12192000"/>
              <a:gd name="connsiteY199" fmla="*/ 2106704 h 2237474"/>
              <a:gd name="connsiteX200" fmla="*/ 80022 w 12192000"/>
              <a:gd name="connsiteY200" fmla="*/ 2107254 h 2237474"/>
              <a:gd name="connsiteX201" fmla="*/ 79717 w 12192000"/>
              <a:gd name="connsiteY201" fmla="*/ 2107046 h 2237474"/>
              <a:gd name="connsiteX202" fmla="*/ 72352 w 12192000"/>
              <a:gd name="connsiteY202" fmla="*/ 2107991 h 2237474"/>
              <a:gd name="connsiteX203" fmla="*/ 37645 w 12192000"/>
              <a:gd name="connsiteY203" fmla="*/ 2115401 h 2237474"/>
              <a:gd name="connsiteX204" fmla="*/ 4572 w 12192000"/>
              <a:gd name="connsiteY204" fmla="*/ 2111091 h 2237474"/>
              <a:gd name="connsiteX205" fmla="*/ 0 w 12192000"/>
              <a:gd name="connsiteY205" fmla="*/ 2110468 h 2237474"/>
              <a:gd name="connsiteX206" fmla="*/ 0 w 12192000"/>
              <a:gd name="connsiteY206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11200 w 12192000"/>
              <a:gd name="connsiteY18" fmla="*/ 767513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798048 w 12192000"/>
              <a:gd name="connsiteY23" fmla="*/ 863207 h 2237474"/>
              <a:gd name="connsiteX24" fmla="*/ 9683005 w 12192000"/>
              <a:gd name="connsiteY24" fmla="*/ 894128 h 2237474"/>
              <a:gd name="connsiteX25" fmla="*/ 9594438 w 12192000"/>
              <a:gd name="connsiteY25" fmla="*/ 919051 h 2237474"/>
              <a:gd name="connsiteX26" fmla="*/ 9577033 w 12192000"/>
              <a:gd name="connsiteY26" fmla="*/ 922857 h 2237474"/>
              <a:gd name="connsiteX27" fmla="*/ 9544189 w 12192000"/>
              <a:gd name="connsiteY27" fmla="*/ 938966 h 2237474"/>
              <a:gd name="connsiteX28" fmla="*/ 9500499 w 12192000"/>
              <a:gd name="connsiteY28" fmla="*/ 954680 h 2237474"/>
              <a:gd name="connsiteX29" fmla="*/ 9428195 w 12192000"/>
              <a:gd name="connsiteY29" fmla="*/ 986225 h 2237474"/>
              <a:gd name="connsiteX30" fmla="*/ 9410017 w 12192000"/>
              <a:gd name="connsiteY30" fmla="*/ 993931 h 2237474"/>
              <a:gd name="connsiteX31" fmla="*/ 9392919 w 12192000"/>
              <a:gd name="connsiteY31" fmla="*/ 994656 h 2237474"/>
              <a:gd name="connsiteX32" fmla="*/ 9278619 w 12192000"/>
              <a:gd name="connsiteY32" fmla="*/ 1011878 h 2237474"/>
              <a:gd name="connsiteX33" fmla="*/ 9268019 w 12192000"/>
              <a:gd name="connsiteY33" fmla="*/ 1007442 h 2237474"/>
              <a:gd name="connsiteX34" fmla="*/ 9234662 w 12192000"/>
              <a:gd name="connsiteY34" fmla="*/ 1023056 h 2237474"/>
              <a:gd name="connsiteX35" fmla="*/ 9181033 w 12192000"/>
              <a:gd name="connsiteY35" fmla="*/ 1037921 h 2237474"/>
              <a:gd name="connsiteX36" fmla="*/ 9155969 w 12192000"/>
              <a:gd name="connsiteY36" fmla="*/ 1046804 h 2237474"/>
              <a:gd name="connsiteX37" fmla="*/ 9133985 w 12192000"/>
              <a:gd name="connsiteY37" fmla="*/ 1046450 h 2237474"/>
              <a:gd name="connsiteX38" fmla="*/ 9012987 w 12192000"/>
              <a:gd name="connsiteY38" fmla="*/ 1061986 h 2237474"/>
              <a:gd name="connsiteX39" fmla="*/ 8968445 w 12192000"/>
              <a:gd name="connsiteY39" fmla="*/ 1052169 h 2237474"/>
              <a:gd name="connsiteX40" fmla="*/ 8958984 w 12192000"/>
              <a:gd name="connsiteY40" fmla="*/ 1057212 h 2237474"/>
              <a:gd name="connsiteX41" fmla="*/ 8886001 w 12192000"/>
              <a:gd name="connsiteY41" fmla="*/ 1067468 h 2237474"/>
              <a:gd name="connsiteX42" fmla="*/ 8838610 w 12192000"/>
              <a:gd name="connsiteY42" fmla="*/ 1075091 h 2237474"/>
              <a:gd name="connsiteX43" fmla="*/ 8750383 w 12192000"/>
              <a:gd name="connsiteY43" fmla="*/ 1097387 h 2237474"/>
              <a:gd name="connsiteX44" fmla="*/ 8665605 w 12192000"/>
              <a:gd name="connsiteY44" fmla="*/ 1110791 h 2237474"/>
              <a:gd name="connsiteX45" fmla="*/ 8584946 w 12192000"/>
              <a:gd name="connsiteY45" fmla="*/ 1135226 h 2237474"/>
              <a:gd name="connsiteX46" fmla="*/ 8460755 w 12192000"/>
              <a:gd name="connsiteY46" fmla="*/ 1203427 h 2237474"/>
              <a:gd name="connsiteX47" fmla="*/ 8419755 w 12192000"/>
              <a:gd name="connsiteY47" fmla="*/ 1216260 h 2237474"/>
              <a:gd name="connsiteX48" fmla="*/ 8411626 w 12192000"/>
              <a:gd name="connsiteY48" fmla="*/ 1214397 h 2237474"/>
              <a:gd name="connsiteX49" fmla="*/ 8363469 w 12192000"/>
              <a:gd name="connsiteY49" fmla="*/ 1246658 h 2237474"/>
              <a:gd name="connsiteX50" fmla="*/ 8275497 w 12192000"/>
              <a:gd name="connsiteY50" fmla="*/ 1264396 h 2237474"/>
              <a:gd name="connsiteX51" fmla="*/ 8206287 w 12192000"/>
              <a:gd name="connsiteY51" fmla="*/ 1273060 h 2237474"/>
              <a:gd name="connsiteX52" fmla="*/ 8168705 w 12192000"/>
              <a:gd name="connsiteY52" fmla="*/ 1279956 h 2237474"/>
              <a:gd name="connsiteX53" fmla="*/ 8139997 w 12192000"/>
              <a:gd name="connsiteY53" fmla="*/ 1282713 h 2237474"/>
              <a:gd name="connsiteX54" fmla="*/ 8074238 w 12192000"/>
              <a:gd name="connsiteY54" fmla="*/ 1301895 h 2237474"/>
              <a:gd name="connsiteX55" fmla="*/ 7968292 w 12192000"/>
              <a:gd name="connsiteY55" fmla="*/ 1338779 h 2237474"/>
              <a:gd name="connsiteX56" fmla="*/ 7902328 w 12192000"/>
              <a:gd name="connsiteY56" fmla="*/ 1345865 h 2237474"/>
              <a:gd name="connsiteX57" fmla="*/ 7875879 w 12192000"/>
              <a:gd name="connsiteY57" fmla="*/ 1345646 h 2237474"/>
              <a:gd name="connsiteX58" fmla="*/ 7840612 w 12192000"/>
              <a:gd name="connsiteY58" fmla="*/ 1369373 h 2237474"/>
              <a:gd name="connsiteX59" fmla="*/ 7786819 w 12192000"/>
              <a:gd name="connsiteY59" fmla="*/ 1378970 h 2237474"/>
              <a:gd name="connsiteX60" fmla="*/ 7548172 w 12192000"/>
              <a:gd name="connsiteY60" fmla="*/ 1417460 h 2237474"/>
              <a:gd name="connsiteX61" fmla="*/ 7483437 w 12192000"/>
              <a:gd name="connsiteY61" fmla="*/ 1478152 h 2237474"/>
              <a:gd name="connsiteX62" fmla="*/ 7377870 w 12192000"/>
              <a:gd name="connsiteY62" fmla="*/ 1523319 h 2237474"/>
              <a:gd name="connsiteX63" fmla="*/ 7230737 w 12192000"/>
              <a:gd name="connsiteY63" fmla="*/ 1562633 h 2237474"/>
              <a:gd name="connsiteX64" fmla="*/ 7224458 w 12192000"/>
              <a:gd name="connsiteY64" fmla="*/ 1573008 h 2237474"/>
              <a:gd name="connsiteX65" fmla="*/ 7183121 w 12192000"/>
              <a:gd name="connsiteY65" fmla="*/ 1595162 h 2237474"/>
              <a:gd name="connsiteX66" fmla="*/ 7164601 w 12192000"/>
              <a:gd name="connsiteY66" fmla="*/ 1606490 h 2237474"/>
              <a:gd name="connsiteX67" fmla="*/ 7092727 w 12192000"/>
              <a:gd name="connsiteY67" fmla="*/ 1623628 h 2237474"/>
              <a:gd name="connsiteX68" fmla="*/ 7031309 w 12192000"/>
              <a:gd name="connsiteY68" fmla="*/ 1619451 h 2237474"/>
              <a:gd name="connsiteX69" fmla="*/ 6999084 w 12192000"/>
              <a:gd name="connsiteY69" fmla="*/ 1634317 h 2237474"/>
              <a:gd name="connsiteX70" fmla="*/ 6992107 w 12192000"/>
              <a:gd name="connsiteY70" fmla="*/ 1636860 h 2237474"/>
              <a:gd name="connsiteX71" fmla="*/ 6900177 w 12192000"/>
              <a:gd name="connsiteY71" fmla="*/ 1636016 h 2237474"/>
              <a:gd name="connsiteX72" fmla="*/ 6795372 w 12192000"/>
              <a:gd name="connsiteY72" fmla="*/ 1644845 h 2237474"/>
              <a:gd name="connsiteX73" fmla="*/ 6692251 w 12192000"/>
              <a:gd name="connsiteY73" fmla="*/ 1656357 h 2237474"/>
              <a:gd name="connsiteX74" fmla="*/ 6655235 w 12192000"/>
              <a:gd name="connsiteY74" fmla="*/ 1661869 h 2237474"/>
              <a:gd name="connsiteX75" fmla="*/ 6554894 w 12192000"/>
              <a:gd name="connsiteY75" fmla="*/ 1664428 h 2237474"/>
              <a:gd name="connsiteX76" fmla="*/ 6516595 w 12192000"/>
              <a:gd name="connsiteY76" fmla="*/ 1667475 h 2237474"/>
              <a:gd name="connsiteX77" fmla="*/ 6508541 w 12192000"/>
              <a:gd name="connsiteY77" fmla="*/ 1668757 h 2237474"/>
              <a:gd name="connsiteX78" fmla="*/ 6471012 w 12192000"/>
              <a:gd name="connsiteY78" fmla="*/ 1678604 h 2237474"/>
              <a:gd name="connsiteX79" fmla="*/ 6364035 w 12192000"/>
              <a:gd name="connsiteY79" fmla="*/ 1667683 h 2237474"/>
              <a:gd name="connsiteX80" fmla="*/ 6280959 w 12192000"/>
              <a:gd name="connsiteY80" fmla="*/ 1689329 h 2237474"/>
              <a:gd name="connsiteX81" fmla="*/ 6243319 w 12192000"/>
              <a:gd name="connsiteY81" fmla="*/ 1695560 h 2237474"/>
              <a:gd name="connsiteX82" fmla="*/ 6098321 w 12192000"/>
              <a:gd name="connsiteY82" fmla="*/ 1721646 h 2237474"/>
              <a:gd name="connsiteX83" fmla="*/ 5880652 w 12192000"/>
              <a:gd name="connsiteY83" fmla="*/ 1779643 h 2237474"/>
              <a:gd name="connsiteX84" fmla="*/ 5785959 w 12192000"/>
              <a:gd name="connsiteY84" fmla="*/ 1775307 h 2237474"/>
              <a:gd name="connsiteX85" fmla="*/ 5643534 w 12192000"/>
              <a:gd name="connsiteY85" fmla="*/ 1802919 h 2237474"/>
              <a:gd name="connsiteX86" fmla="*/ 5518799 w 12192000"/>
              <a:gd name="connsiteY86" fmla="*/ 1818312 h 2237474"/>
              <a:gd name="connsiteX87" fmla="*/ 5505014 w 12192000"/>
              <a:gd name="connsiteY87" fmla="*/ 1819259 h 2237474"/>
              <a:gd name="connsiteX88" fmla="*/ 5453307 w 12192000"/>
              <a:gd name="connsiteY88" fmla="*/ 1815450 h 2237474"/>
              <a:gd name="connsiteX89" fmla="*/ 5364192 w 12192000"/>
              <a:gd name="connsiteY89" fmla="*/ 1826074 h 2237474"/>
              <a:gd name="connsiteX90" fmla="*/ 5350380 w 12192000"/>
              <a:gd name="connsiteY90" fmla="*/ 1830891 h 2237474"/>
              <a:gd name="connsiteX91" fmla="*/ 5259633 w 12192000"/>
              <a:gd name="connsiteY91" fmla="*/ 1837160 h 2237474"/>
              <a:gd name="connsiteX92" fmla="*/ 5197513 w 12192000"/>
              <a:gd name="connsiteY92" fmla="*/ 1844718 h 2237474"/>
              <a:gd name="connsiteX93" fmla="*/ 5168852 w 12192000"/>
              <a:gd name="connsiteY93" fmla="*/ 1844846 h 2237474"/>
              <a:gd name="connsiteX94" fmla="*/ 5114927 w 12192000"/>
              <a:gd name="connsiteY94" fmla="*/ 1847827 h 2237474"/>
              <a:gd name="connsiteX95" fmla="*/ 5108970 w 12192000"/>
              <a:gd name="connsiteY95" fmla="*/ 1847935 h 2237474"/>
              <a:gd name="connsiteX96" fmla="*/ 5067961 w 12192000"/>
              <a:gd name="connsiteY96" fmla="*/ 1845917 h 2237474"/>
              <a:gd name="connsiteX97" fmla="*/ 5007075 w 12192000"/>
              <a:gd name="connsiteY97" fmla="*/ 1838626 h 2237474"/>
              <a:gd name="connsiteX98" fmla="*/ 4944087 w 12192000"/>
              <a:gd name="connsiteY98" fmla="*/ 1823332 h 2237474"/>
              <a:gd name="connsiteX99" fmla="*/ 4907662 w 12192000"/>
              <a:gd name="connsiteY99" fmla="*/ 1816900 h 2237474"/>
              <a:gd name="connsiteX100" fmla="*/ 4882386 w 12192000"/>
              <a:gd name="connsiteY100" fmla="*/ 1809844 h 2237474"/>
              <a:gd name="connsiteX101" fmla="*/ 4811440 w 12192000"/>
              <a:gd name="connsiteY101" fmla="*/ 1804655 h 2237474"/>
              <a:gd name="connsiteX102" fmla="*/ 4691075 w 12192000"/>
              <a:gd name="connsiteY102" fmla="*/ 1801389 h 2237474"/>
              <a:gd name="connsiteX103" fmla="*/ 4611738 w 12192000"/>
              <a:gd name="connsiteY103" fmla="*/ 1776964 h 2237474"/>
              <a:gd name="connsiteX104" fmla="*/ 4560070 w 12192000"/>
              <a:gd name="connsiteY104" fmla="*/ 1785640 h 2237474"/>
              <a:gd name="connsiteX105" fmla="*/ 4536503 w 12192000"/>
              <a:gd name="connsiteY105" fmla="*/ 1785334 h 2237474"/>
              <a:gd name="connsiteX106" fmla="*/ 4513724 w 12192000"/>
              <a:gd name="connsiteY106" fmla="*/ 1791996 h 2237474"/>
              <a:gd name="connsiteX107" fmla="*/ 4459810 w 12192000"/>
              <a:gd name="connsiteY107" fmla="*/ 1797886 h 2237474"/>
              <a:gd name="connsiteX108" fmla="*/ 4379064 w 12192000"/>
              <a:gd name="connsiteY108" fmla="*/ 1817177 h 2237474"/>
              <a:gd name="connsiteX109" fmla="*/ 4319209 w 12192000"/>
              <a:gd name="connsiteY109" fmla="*/ 1834833 h 2237474"/>
              <a:gd name="connsiteX110" fmla="*/ 4290981 w 12192000"/>
              <a:gd name="connsiteY110" fmla="*/ 1839677 h 2237474"/>
              <a:gd name="connsiteX111" fmla="*/ 4285792 w 12192000"/>
              <a:gd name="connsiteY111" fmla="*/ 1836231 h 2237474"/>
              <a:gd name="connsiteX112" fmla="*/ 4238372 w 12192000"/>
              <a:gd name="connsiteY112" fmla="*/ 1851480 h 2237474"/>
              <a:gd name="connsiteX113" fmla="*/ 4232517 w 12192000"/>
              <a:gd name="connsiteY113" fmla="*/ 1852567 h 2237474"/>
              <a:gd name="connsiteX114" fmla="*/ 4191732 w 12192000"/>
              <a:gd name="connsiteY114" fmla="*/ 1857328 h 2237474"/>
              <a:gd name="connsiteX115" fmla="*/ 4065532 w 12192000"/>
              <a:gd name="connsiteY115" fmla="*/ 1855477 h 2237474"/>
              <a:gd name="connsiteX116" fmla="*/ 4028460 w 12192000"/>
              <a:gd name="connsiteY116" fmla="*/ 1855137 h 2237474"/>
              <a:gd name="connsiteX117" fmla="*/ 4002267 w 12192000"/>
              <a:gd name="connsiteY117" fmla="*/ 1852352 h 2237474"/>
              <a:gd name="connsiteX118" fmla="*/ 3931396 w 12192000"/>
              <a:gd name="connsiteY118" fmla="*/ 1858915 h 2237474"/>
              <a:gd name="connsiteX119" fmla="*/ 3812162 w 12192000"/>
              <a:gd name="connsiteY119" fmla="*/ 1875501 h 2237474"/>
              <a:gd name="connsiteX120" fmla="*/ 3729530 w 12192000"/>
              <a:gd name="connsiteY120" fmla="*/ 1864513 h 2237474"/>
              <a:gd name="connsiteX121" fmla="*/ 3680177 w 12192000"/>
              <a:gd name="connsiteY121" fmla="*/ 1881552 h 2237474"/>
              <a:gd name="connsiteX122" fmla="*/ 3567259 w 12192000"/>
              <a:gd name="connsiteY122" fmla="*/ 1893482 h 2237474"/>
              <a:gd name="connsiteX123" fmla="*/ 3405770 w 12192000"/>
              <a:gd name="connsiteY123" fmla="*/ 1904591 h 2237474"/>
              <a:gd name="connsiteX124" fmla="*/ 3280097 w 12192000"/>
              <a:gd name="connsiteY124" fmla="*/ 1919610 h 2237474"/>
              <a:gd name="connsiteX125" fmla="*/ 3123424 w 12192000"/>
              <a:gd name="connsiteY125" fmla="*/ 1952930 h 2237474"/>
              <a:gd name="connsiteX126" fmla="*/ 3009910 w 12192000"/>
              <a:gd name="connsiteY126" fmla="*/ 1957866 h 2237474"/>
              <a:gd name="connsiteX127" fmla="*/ 2995934 w 12192000"/>
              <a:gd name="connsiteY127" fmla="*/ 1967085 h 2237474"/>
              <a:gd name="connsiteX128" fmla="*/ 2980071 w 12192000"/>
              <a:gd name="connsiteY128" fmla="*/ 1972988 h 2237474"/>
              <a:gd name="connsiteX129" fmla="*/ 2978094 w 12192000"/>
              <a:gd name="connsiteY129" fmla="*/ 1972369 h 2237474"/>
              <a:gd name="connsiteX130" fmla="*/ 2942858 w 12192000"/>
              <a:gd name="connsiteY130" fmla="*/ 1981367 h 2237474"/>
              <a:gd name="connsiteX131" fmla="*/ 2875436 w 12192000"/>
              <a:gd name="connsiteY131" fmla="*/ 1996977 h 2237474"/>
              <a:gd name="connsiteX132" fmla="*/ 2874892 w 12192000"/>
              <a:gd name="connsiteY132" fmla="*/ 1996085 h 2237474"/>
              <a:gd name="connsiteX133" fmla="*/ 2864145 w 12192000"/>
              <a:gd name="connsiteY133" fmla="*/ 1994061 h 2237474"/>
              <a:gd name="connsiteX134" fmla="*/ 2843662 w 12192000"/>
              <a:gd name="connsiteY134" fmla="*/ 1992498 h 2237474"/>
              <a:gd name="connsiteX135" fmla="*/ 2796128 w 12192000"/>
              <a:gd name="connsiteY135" fmla="*/ 1976403 h 2237474"/>
              <a:gd name="connsiteX136" fmla="*/ 2756784 w 12192000"/>
              <a:gd name="connsiteY136" fmla="*/ 1985116 h 2237474"/>
              <a:gd name="connsiteX137" fmla="*/ 2748833 w 12192000"/>
              <a:gd name="connsiteY137" fmla="*/ 1986323 h 2237474"/>
              <a:gd name="connsiteX138" fmla="*/ 2748661 w 12192000"/>
              <a:gd name="connsiteY138" fmla="*/ 1986122 h 2237474"/>
              <a:gd name="connsiteX139" fmla="*/ 2740251 w 12192000"/>
              <a:gd name="connsiteY139" fmla="*/ 1986946 h 2237474"/>
              <a:gd name="connsiteX140" fmla="*/ 2718916 w 12192000"/>
              <a:gd name="connsiteY140" fmla="*/ 1990867 h 2237474"/>
              <a:gd name="connsiteX141" fmla="*/ 2713522 w 12192000"/>
              <a:gd name="connsiteY141" fmla="*/ 1990173 h 2237474"/>
              <a:gd name="connsiteX142" fmla="*/ 2680597 w 12192000"/>
              <a:gd name="connsiteY142" fmla="*/ 1984996 h 2237474"/>
              <a:gd name="connsiteX143" fmla="*/ 2578178 w 12192000"/>
              <a:gd name="connsiteY143" fmla="*/ 1990531 h 2237474"/>
              <a:gd name="connsiteX144" fmla="*/ 2476147 w 12192000"/>
              <a:gd name="connsiteY144" fmla="*/ 1998305 h 2237474"/>
              <a:gd name="connsiteX145" fmla="*/ 2373568 w 12192000"/>
              <a:gd name="connsiteY145" fmla="*/ 2003219 h 2237474"/>
              <a:gd name="connsiteX146" fmla="*/ 2321399 w 12192000"/>
              <a:gd name="connsiteY146" fmla="*/ 1989467 h 2237474"/>
              <a:gd name="connsiteX147" fmla="*/ 2315525 w 12192000"/>
              <a:gd name="connsiteY147" fmla="*/ 1989708 h 2237474"/>
              <a:gd name="connsiteX148" fmla="*/ 2300792 w 12192000"/>
              <a:gd name="connsiteY148" fmla="*/ 1994290 h 2237474"/>
              <a:gd name="connsiteX149" fmla="*/ 2295469 w 12192000"/>
              <a:gd name="connsiteY149" fmla="*/ 1996659 h 2237474"/>
              <a:gd name="connsiteX150" fmla="*/ 2287219 w 12192000"/>
              <a:gd name="connsiteY150" fmla="*/ 1998750 h 2237474"/>
              <a:gd name="connsiteX151" fmla="*/ 2286948 w 12192000"/>
              <a:gd name="connsiteY151" fmla="*/ 1998596 h 2237474"/>
              <a:gd name="connsiteX152" fmla="*/ 2243069 w 12192000"/>
              <a:gd name="connsiteY152" fmla="*/ 2015111 h 2237474"/>
              <a:gd name="connsiteX153" fmla="*/ 2186609 w 12192000"/>
              <a:gd name="connsiteY153" fmla="*/ 2008263 h 2237474"/>
              <a:gd name="connsiteX154" fmla="*/ 2164831 w 12192000"/>
              <a:gd name="connsiteY154" fmla="*/ 2010143 h 2237474"/>
              <a:gd name="connsiteX155" fmla="*/ 2152836 w 12192000"/>
              <a:gd name="connsiteY155" fmla="*/ 2010048 h 2237474"/>
              <a:gd name="connsiteX156" fmla="*/ 2117102 w 12192000"/>
              <a:gd name="connsiteY156" fmla="*/ 2023004 h 2237474"/>
              <a:gd name="connsiteX157" fmla="*/ 2111935 w 12192000"/>
              <a:gd name="connsiteY157" fmla="*/ 2023163 h 2237474"/>
              <a:gd name="connsiteX158" fmla="*/ 2089991 w 12192000"/>
              <a:gd name="connsiteY158" fmla="*/ 2034193 h 2237474"/>
              <a:gd name="connsiteX159" fmla="*/ 2058061 w 12192000"/>
              <a:gd name="connsiteY159" fmla="*/ 2047942 h 2237474"/>
              <a:gd name="connsiteX160" fmla="*/ 2055737 w 12192000"/>
              <a:gd name="connsiteY160" fmla="*/ 2047704 h 2237474"/>
              <a:gd name="connsiteX161" fmla="*/ 2042244 w 12192000"/>
              <a:gd name="connsiteY161" fmla="*/ 2055560 h 2237474"/>
              <a:gd name="connsiteX162" fmla="*/ 1976224 w 12192000"/>
              <a:gd name="connsiteY162" fmla="*/ 2074257 h 2237474"/>
              <a:gd name="connsiteX163" fmla="*/ 1877728 w 12192000"/>
              <a:gd name="connsiteY163" fmla="*/ 2101004 h 2237474"/>
              <a:gd name="connsiteX164" fmla="*/ 1759056 w 12192000"/>
              <a:gd name="connsiteY164" fmla="*/ 2125608 h 2237474"/>
              <a:gd name="connsiteX165" fmla="*/ 1637948 w 12192000"/>
              <a:gd name="connsiteY165" fmla="*/ 2172597 h 2237474"/>
              <a:gd name="connsiteX166" fmla="*/ 1434549 w 12192000"/>
              <a:gd name="connsiteY166" fmla="*/ 2234522 h 2237474"/>
              <a:gd name="connsiteX167" fmla="*/ 1398481 w 12192000"/>
              <a:gd name="connsiteY167" fmla="*/ 2237074 h 2237474"/>
              <a:gd name="connsiteX168" fmla="*/ 1398407 w 12192000"/>
              <a:gd name="connsiteY168" fmla="*/ 2237095 h 2237474"/>
              <a:gd name="connsiteX169" fmla="*/ 1370962 w 12192000"/>
              <a:gd name="connsiteY169" fmla="*/ 2237474 h 2237474"/>
              <a:gd name="connsiteX170" fmla="*/ 1356367 w 12192000"/>
              <a:gd name="connsiteY170" fmla="*/ 2235089 h 2237474"/>
              <a:gd name="connsiteX171" fmla="*/ 1324828 w 12192000"/>
              <a:gd name="connsiteY171" fmla="*/ 2231968 h 2237474"/>
              <a:gd name="connsiteX172" fmla="*/ 1297744 w 12192000"/>
              <a:gd name="connsiteY172" fmla="*/ 2235849 h 2237474"/>
              <a:gd name="connsiteX173" fmla="*/ 1286236 w 12192000"/>
              <a:gd name="connsiteY173" fmla="*/ 2233135 h 2237474"/>
              <a:gd name="connsiteX174" fmla="*/ 1283504 w 12192000"/>
              <a:gd name="connsiteY174" fmla="*/ 2233797 h 2237474"/>
              <a:gd name="connsiteX175" fmla="*/ 1279765 w 12192000"/>
              <a:gd name="connsiteY175" fmla="*/ 2229639 h 2237474"/>
              <a:gd name="connsiteX176" fmla="*/ 1195347 w 12192000"/>
              <a:gd name="connsiteY176" fmla="*/ 2212354 h 2237474"/>
              <a:gd name="connsiteX177" fmla="*/ 970251 w 12192000"/>
              <a:gd name="connsiteY177" fmla="*/ 2221029 h 2237474"/>
              <a:gd name="connsiteX178" fmla="*/ 812914 w 12192000"/>
              <a:gd name="connsiteY178" fmla="*/ 2202752 h 2237474"/>
              <a:gd name="connsiteX179" fmla="*/ 800195 w 12192000"/>
              <a:gd name="connsiteY179" fmla="*/ 2209407 h 2237474"/>
              <a:gd name="connsiteX180" fmla="*/ 784978 w 12192000"/>
              <a:gd name="connsiteY180" fmla="*/ 2212360 h 2237474"/>
              <a:gd name="connsiteX181" fmla="*/ 681987 w 12192000"/>
              <a:gd name="connsiteY181" fmla="*/ 2216757 h 2237474"/>
              <a:gd name="connsiteX182" fmla="*/ 669923 w 12192000"/>
              <a:gd name="connsiteY182" fmla="*/ 2211682 h 2237474"/>
              <a:gd name="connsiteX183" fmla="*/ 648680 w 12192000"/>
              <a:gd name="connsiteY183" fmla="*/ 2206229 h 2237474"/>
              <a:gd name="connsiteX184" fmla="*/ 597225 w 12192000"/>
              <a:gd name="connsiteY184" fmla="*/ 2180999 h 2237474"/>
              <a:gd name="connsiteX185" fmla="*/ 558449 w 12192000"/>
              <a:gd name="connsiteY185" fmla="*/ 2182346 h 2237474"/>
              <a:gd name="connsiteX186" fmla="*/ 550517 w 12192000"/>
              <a:gd name="connsiteY186" fmla="*/ 2182060 h 2237474"/>
              <a:gd name="connsiteX187" fmla="*/ 550309 w 12192000"/>
              <a:gd name="connsiteY187" fmla="*/ 2181825 h 2237474"/>
              <a:gd name="connsiteX188" fmla="*/ 541836 w 12192000"/>
              <a:gd name="connsiteY188" fmla="*/ 2181063 h 2237474"/>
              <a:gd name="connsiteX189" fmla="*/ 536057 w 12192000"/>
              <a:gd name="connsiteY189" fmla="*/ 2181537 h 2237474"/>
              <a:gd name="connsiteX190" fmla="*/ 520671 w 12192000"/>
              <a:gd name="connsiteY190" fmla="*/ 2180980 h 2237474"/>
              <a:gd name="connsiteX191" fmla="*/ 515024 w 12192000"/>
              <a:gd name="connsiteY191" fmla="*/ 2179258 h 2237474"/>
              <a:gd name="connsiteX192" fmla="*/ 512278 w 12192000"/>
              <a:gd name="connsiteY192" fmla="*/ 2176369 h 2237474"/>
              <a:gd name="connsiteX193" fmla="*/ 480419 w 12192000"/>
              <a:gd name="connsiteY193" fmla="*/ 2167807 h 2237474"/>
              <a:gd name="connsiteX194" fmla="*/ 413835 w 12192000"/>
              <a:gd name="connsiteY194" fmla="*/ 2156783 h 2237474"/>
              <a:gd name="connsiteX195" fmla="*/ 376513 w 12192000"/>
              <a:gd name="connsiteY195" fmla="*/ 2154014 h 2237474"/>
              <a:gd name="connsiteX196" fmla="*/ 273386 w 12192000"/>
              <a:gd name="connsiteY196" fmla="*/ 2142551 h 2237474"/>
              <a:gd name="connsiteX197" fmla="*/ 169207 w 12192000"/>
              <a:gd name="connsiteY197" fmla="*/ 2128100 h 2237474"/>
              <a:gd name="connsiteX198" fmla="*/ 93149 w 12192000"/>
              <a:gd name="connsiteY198" fmla="*/ 2105324 h 2237474"/>
              <a:gd name="connsiteX199" fmla="*/ 88109 w 12192000"/>
              <a:gd name="connsiteY199" fmla="*/ 2106704 h 2237474"/>
              <a:gd name="connsiteX200" fmla="*/ 80022 w 12192000"/>
              <a:gd name="connsiteY200" fmla="*/ 2107254 h 2237474"/>
              <a:gd name="connsiteX201" fmla="*/ 79717 w 12192000"/>
              <a:gd name="connsiteY201" fmla="*/ 2107046 h 2237474"/>
              <a:gd name="connsiteX202" fmla="*/ 72352 w 12192000"/>
              <a:gd name="connsiteY202" fmla="*/ 2107991 h 2237474"/>
              <a:gd name="connsiteX203" fmla="*/ 37645 w 12192000"/>
              <a:gd name="connsiteY203" fmla="*/ 2115401 h 2237474"/>
              <a:gd name="connsiteX204" fmla="*/ 4572 w 12192000"/>
              <a:gd name="connsiteY204" fmla="*/ 2111091 h 2237474"/>
              <a:gd name="connsiteX205" fmla="*/ 0 w 12192000"/>
              <a:gd name="connsiteY205" fmla="*/ 2110468 h 2237474"/>
              <a:gd name="connsiteX206" fmla="*/ 0 w 12192000"/>
              <a:gd name="connsiteY206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11200 w 12192000"/>
              <a:gd name="connsiteY18" fmla="*/ 767513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767091 w 12192000"/>
              <a:gd name="connsiteY23" fmla="*/ 870550 h 2237474"/>
              <a:gd name="connsiteX24" fmla="*/ 9683005 w 12192000"/>
              <a:gd name="connsiteY24" fmla="*/ 894128 h 2237474"/>
              <a:gd name="connsiteX25" fmla="*/ 9594438 w 12192000"/>
              <a:gd name="connsiteY25" fmla="*/ 919051 h 2237474"/>
              <a:gd name="connsiteX26" fmla="*/ 9577033 w 12192000"/>
              <a:gd name="connsiteY26" fmla="*/ 922857 h 2237474"/>
              <a:gd name="connsiteX27" fmla="*/ 9544189 w 12192000"/>
              <a:gd name="connsiteY27" fmla="*/ 938966 h 2237474"/>
              <a:gd name="connsiteX28" fmla="*/ 9500499 w 12192000"/>
              <a:gd name="connsiteY28" fmla="*/ 954680 h 2237474"/>
              <a:gd name="connsiteX29" fmla="*/ 9428195 w 12192000"/>
              <a:gd name="connsiteY29" fmla="*/ 986225 h 2237474"/>
              <a:gd name="connsiteX30" fmla="*/ 9410017 w 12192000"/>
              <a:gd name="connsiteY30" fmla="*/ 993931 h 2237474"/>
              <a:gd name="connsiteX31" fmla="*/ 9392919 w 12192000"/>
              <a:gd name="connsiteY31" fmla="*/ 994656 h 2237474"/>
              <a:gd name="connsiteX32" fmla="*/ 9278619 w 12192000"/>
              <a:gd name="connsiteY32" fmla="*/ 1011878 h 2237474"/>
              <a:gd name="connsiteX33" fmla="*/ 9268019 w 12192000"/>
              <a:gd name="connsiteY33" fmla="*/ 1007442 h 2237474"/>
              <a:gd name="connsiteX34" fmla="*/ 9234662 w 12192000"/>
              <a:gd name="connsiteY34" fmla="*/ 1023056 h 2237474"/>
              <a:gd name="connsiteX35" fmla="*/ 9181033 w 12192000"/>
              <a:gd name="connsiteY35" fmla="*/ 1037921 h 2237474"/>
              <a:gd name="connsiteX36" fmla="*/ 9155969 w 12192000"/>
              <a:gd name="connsiteY36" fmla="*/ 1046804 h 2237474"/>
              <a:gd name="connsiteX37" fmla="*/ 9133985 w 12192000"/>
              <a:gd name="connsiteY37" fmla="*/ 1046450 h 2237474"/>
              <a:gd name="connsiteX38" fmla="*/ 9012987 w 12192000"/>
              <a:gd name="connsiteY38" fmla="*/ 1061986 h 2237474"/>
              <a:gd name="connsiteX39" fmla="*/ 8968445 w 12192000"/>
              <a:gd name="connsiteY39" fmla="*/ 1052169 h 2237474"/>
              <a:gd name="connsiteX40" fmla="*/ 8958984 w 12192000"/>
              <a:gd name="connsiteY40" fmla="*/ 1057212 h 2237474"/>
              <a:gd name="connsiteX41" fmla="*/ 8886001 w 12192000"/>
              <a:gd name="connsiteY41" fmla="*/ 1067468 h 2237474"/>
              <a:gd name="connsiteX42" fmla="*/ 8838610 w 12192000"/>
              <a:gd name="connsiteY42" fmla="*/ 1075091 h 2237474"/>
              <a:gd name="connsiteX43" fmla="*/ 8750383 w 12192000"/>
              <a:gd name="connsiteY43" fmla="*/ 1097387 h 2237474"/>
              <a:gd name="connsiteX44" fmla="*/ 8665605 w 12192000"/>
              <a:gd name="connsiteY44" fmla="*/ 1110791 h 2237474"/>
              <a:gd name="connsiteX45" fmla="*/ 8584946 w 12192000"/>
              <a:gd name="connsiteY45" fmla="*/ 1135226 h 2237474"/>
              <a:gd name="connsiteX46" fmla="*/ 8460755 w 12192000"/>
              <a:gd name="connsiteY46" fmla="*/ 1203427 h 2237474"/>
              <a:gd name="connsiteX47" fmla="*/ 8419755 w 12192000"/>
              <a:gd name="connsiteY47" fmla="*/ 1216260 h 2237474"/>
              <a:gd name="connsiteX48" fmla="*/ 8411626 w 12192000"/>
              <a:gd name="connsiteY48" fmla="*/ 1214397 h 2237474"/>
              <a:gd name="connsiteX49" fmla="*/ 8363469 w 12192000"/>
              <a:gd name="connsiteY49" fmla="*/ 1246658 h 2237474"/>
              <a:gd name="connsiteX50" fmla="*/ 8275497 w 12192000"/>
              <a:gd name="connsiteY50" fmla="*/ 1264396 h 2237474"/>
              <a:gd name="connsiteX51" fmla="*/ 8206287 w 12192000"/>
              <a:gd name="connsiteY51" fmla="*/ 1273060 h 2237474"/>
              <a:gd name="connsiteX52" fmla="*/ 8168705 w 12192000"/>
              <a:gd name="connsiteY52" fmla="*/ 1279956 h 2237474"/>
              <a:gd name="connsiteX53" fmla="*/ 8139997 w 12192000"/>
              <a:gd name="connsiteY53" fmla="*/ 1282713 h 2237474"/>
              <a:gd name="connsiteX54" fmla="*/ 8074238 w 12192000"/>
              <a:gd name="connsiteY54" fmla="*/ 1301895 h 2237474"/>
              <a:gd name="connsiteX55" fmla="*/ 7968292 w 12192000"/>
              <a:gd name="connsiteY55" fmla="*/ 1338779 h 2237474"/>
              <a:gd name="connsiteX56" fmla="*/ 7902328 w 12192000"/>
              <a:gd name="connsiteY56" fmla="*/ 1345865 h 2237474"/>
              <a:gd name="connsiteX57" fmla="*/ 7875879 w 12192000"/>
              <a:gd name="connsiteY57" fmla="*/ 1345646 h 2237474"/>
              <a:gd name="connsiteX58" fmla="*/ 7840612 w 12192000"/>
              <a:gd name="connsiteY58" fmla="*/ 1369373 h 2237474"/>
              <a:gd name="connsiteX59" fmla="*/ 7786819 w 12192000"/>
              <a:gd name="connsiteY59" fmla="*/ 1378970 h 2237474"/>
              <a:gd name="connsiteX60" fmla="*/ 7548172 w 12192000"/>
              <a:gd name="connsiteY60" fmla="*/ 1417460 h 2237474"/>
              <a:gd name="connsiteX61" fmla="*/ 7483437 w 12192000"/>
              <a:gd name="connsiteY61" fmla="*/ 1478152 h 2237474"/>
              <a:gd name="connsiteX62" fmla="*/ 7377870 w 12192000"/>
              <a:gd name="connsiteY62" fmla="*/ 1523319 h 2237474"/>
              <a:gd name="connsiteX63" fmla="*/ 7230737 w 12192000"/>
              <a:gd name="connsiteY63" fmla="*/ 1562633 h 2237474"/>
              <a:gd name="connsiteX64" fmla="*/ 7224458 w 12192000"/>
              <a:gd name="connsiteY64" fmla="*/ 1573008 h 2237474"/>
              <a:gd name="connsiteX65" fmla="*/ 7183121 w 12192000"/>
              <a:gd name="connsiteY65" fmla="*/ 1595162 h 2237474"/>
              <a:gd name="connsiteX66" fmla="*/ 7164601 w 12192000"/>
              <a:gd name="connsiteY66" fmla="*/ 1606490 h 2237474"/>
              <a:gd name="connsiteX67" fmla="*/ 7092727 w 12192000"/>
              <a:gd name="connsiteY67" fmla="*/ 1623628 h 2237474"/>
              <a:gd name="connsiteX68" fmla="*/ 7031309 w 12192000"/>
              <a:gd name="connsiteY68" fmla="*/ 1619451 h 2237474"/>
              <a:gd name="connsiteX69" fmla="*/ 6999084 w 12192000"/>
              <a:gd name="connsiteY69" fmla="*/ 1634317 h 2237474"/>
              <a:gd name="connsiteX70" fmla="*/ 6992107 w 12192000"/>
              <a:gd name="connsiteY70" fmla="*/ 1636860 h 2237474"/>
              <a:gd name="connsiteX71" fmla="*/ 6900177 w 12192000"/>
              <a:gd name="connsiteY71" fmla="*/ 1636016 h 2237474"/>
              <a:gd name="connsiteX72" fmla="*/ 6795372 w 12192000"/>
              <a:gd name="connsiteY72" fmla="*/ 1644845 h 2237474"/>
              <a:gd name="connsiteX73" fmla="*/ 6692251 w 12192000"/>
              <a:gd name="connsiteY73" fmla="*/ 1656357 h 2237474"/>
              <a:gd name="connsiteX74" fmla="*/ 6655235 w 12192000"/>
              <a:gd name="connsiteY74" fmla="*/ 1661869 h 2237474"/>
              <a:gd name="connsiteX75" fmla="*/ 6554894 w 12192000"/>
              <a:gd name="connsiteY75" fmla="*/ 1664428 h 2237474"/>
              <a:gd name="connsiteX76" fmla="*/ 6516595 w 12192000"/>
              <a:gd name="connsiteY76" fmla="*/ 1667475 h 2237474"/>
              <a:gd name="connsiteX77" fmla="*/ 6508541 w 12192000"/>
              <a:gd name="connsiteY77" fmla="*/ 1668757 h 2237474"/>
              <a:gd name="connsiteX78" fmla="*/ 6471012 w 12192000"/>
              <a:gd name="connsiteY78" fmla="*/ 1678604 h 2237474"/>
              <a:gd name="connsiteX79" fmla="*/ 6364035 w 12192000"/>
              <a:gd name="connsiteY79" fmla="*/ 1667683 h 2237474"/>
              <a:gd name="connsiteX80" fmla="*/ 6280959 w 12192000"/>
              <a:gd name="connsiteY80" fmla="*/ 1689329 h 2237474"/>
              <a:gd name="connsiteX81" fmla="*/ 6243319 w 12192000"/>
              <a:gd name="connsiteY81" fmla="*/ 1695560 h 2237474"/>
              <a:gd name="connsiteX82" fmla="*/ 6098321 w 12192000"/>
              <a:gd name="connsiteY82" fmla="*/ 1721646 h 2237474"/>
              <a:gd name="connsiteX83" fmla="*/ 5880652 w 12192000"/>
              <a:gd name="connsiteY83" fmla="*/ 1779643 h 2237474"/>
              <a:gd name="connsiteX84" fmla="*/ 5785959 w 12192000"/>
              <a:gd name="connsiteY84" fmla="*/ 1775307 h 2237474"/>
              <a:gd name="connsiteX85" fmla="*/ 5643534 w 12192000"/>
              <a:gd name="connsiteY85" fmla="*/ 1802919 h 2237474"/>
              <a:gd name="connsiteX86" fmla="*/ 5518799 w 12192000"/>
              <a:gd name="connsiteY86" fmla="*/ 1818312 h 2237474"/>
              <a:gd name="connsiteX87" fmla="*/ 5505014 w 12192000"/>
              <a:gd name="connsiteY87" fmla="*/ 1819259 h 2237474"/>
              <a:gd name="connsiteX88" fmla="*/ 5453307 w 12192000"/>
              <a:gd name="connsiteY88" fmla="*/ 1815450 h 2237474"/>
              <a:gd name="connsiteX89" fmla="*/ 5364192 w 12192000"/>
              <a:gd name="connsiteY89" fmla="*/ 1826074 h 2237474"/>
              <a:gd name="connsiteX90" fmla="*/ 5350380 w 12192000"/>
              <a:gd name="connsiteY90" fmla="*/ 1830891 h 2237474"/>
              <a:gd name="connsiteX91" fmla="*/ 5259633 w 12192000"/>
              <a:gd name="connsiteY91" fmla="*/ 1837160 h 2237474"/>
              <a:gd name="connsiteX92" fmla="*/ 5197513 w 12192000"/>
              <a:gd name="connsiteY92" fmla="*/ 1844718 h 2237474"/>
              <a:gd name="connsiteX93" fmla="*/ 5168852 w 12192000"/>
              <a:gd name="connsiteY93" fmla="*/ 1844846 h 2237474"/>
              <a:gd name="connsiteX94" fmla="*/ 5114927 w 12192000"/>
              <a:gd name="connsiteY94" fmla="*/ 1847827 h 2237474"/>
              <a:gd name="connsiteX95" fmla="*/ 5108970 w 12192000"/>
              <a:gd name="connsiteY95" fmla="*/ 1847935 h 2237474"/>
              <a:gd name="connsiteX96" fmla="*/ 5067961 w 12192000"/>
              <a:gd name="connsiteY96" fmla="*/ 1845917 h 2237474"/>
              <a:gd name="connsiteX97" fmla="*/ 5007075 w 12192000"/>
              <a:gd name="connsiteY97" fmla="*/ 1838626 h 2237474"/>
              <a:gd name="connsiteX98" fmla="*/ 4944087 w 12192000"/>
              <a:gd name="connsiteY98" fmla="*/ 1823332 h 2237474"/>
              <a:gd name="connsiteX99" fmla="*/ 4907662 w 12192000"/>
              <a:gd name="connsiteY99" fmla="*/ 1816900 h 2237474"/>
              <a:gd name="connsiteX100" fmla="*/ 4882386 w 12192000"/>
              <a:gd name="connsiteY100" fmla="*/ 1809844 h 2237474"/>
              <a:gd name="connsiteX101" fmla="*/ 4811440 w 12192000"/>
              <a:gd name="connsiteY101" fmla="*/ 1804655 h 2237474"/>
              <a:gd name="connsiteX102" fmla="*/ 4691075 w 12192000"/>
              <a:gd name="connsiteY102" fmla="*/ 1801389 h 2237474"/>
              <a:gd name="connsiteX103" fmla="*/ 4611738 w 12192000"/>
              <a:gd name="connsiteY103" fmla="*/ 1776964 h 2237474"/>
              <a:gd name="connsiteX104" fmla="*/ 4560070 w 12192000"/>
              <a:gd name="connsiteY104" fmla="*/ 1785640 h 2237474"/>
              <a:gd name="connsiteX105" fmla="*/ 4536503 w 12192000"/>
              <a:gd name="connsiteY105" fmla="*/ 1785334 h 2237474"/>
              <a:gd name="connsiteX106" fmla="*/ 4513724 w 12192000"/>
              <a:gd name="connsiteY106" fmla="*/ 1791996 h 2237474"/>
              <a:gd name="connsiteX107" fmla="*/ 4459810 w 12192000"/>
              <a:gd name="connsiteY107" fmla="*/ 1797886 h 2237474"/>
              <a:gd name="connsiteX108" fmla="*/ 4379064 w 12192000"/>
              <a:gd name="connsiteY108" fmla="*/ 1817177 h 2237474"/>
              <a:gd name="connsiteX109" fmla="*/ 4319209 w 12192000"/>
              <a:gd name="connsiteY109" fmla="*/ 1834833 h 2237474"/>
              <a:gd name="connsiteX110" fmla="*/ 4290981 w 12192000"/>
              <a:gd name="connsiteY110" fmla="*/ 1839677 h 2237474"/>
              <a:gd name="connsiteX111" fmla="*/ 4285792 w 12192000"/>
              <a:gd name="connsiteY111" fmla="*/ 1836231 h 2237474"/>
              <a:gd name="connsiteX112" fmla="*/ 4238372 w 12192000"/>
              <a:gd name="connsiteY112" fmla="*/ 1851480 h 2237474"/>
              <a:gd name="connsiteX113" fmla="*/ 4232517 w 12192000"/>
              <a:gd name="connsiteY113" fmla="*/ 1852567 h 2237474"/>
              <a:gd name="connsiteX114" fmla="*/ 4191732 w 12192000"/>
              <a:gd name="connsiteY114" fmla="*/ 1857328 h 2237474"/>
              <a:gd name="connsiteX115" fmla="*/ 4065532 w 12192000"/>
              <a:gd name="connsiteY115" fmla="*/ 1855477 h 2237474"/>
              <a:gd name="connsiteX116" fmla="*/ 4028460 w 12192000"/>
              <a:gd name="connsiteY116" fmla="*/ 1855137 h 2237474"/>
              <a:gd name="connsiteX117" fmla="*/ 4002267 w 12192000"/>
              <a:gd name="connsiteY117" fmla="*/ 1852352 h 2237474"/>
              <a:gd name="connsiteX118" fmla="*/ 3931396 w 12192000"/>
              <a:gd name="connsiteY118" fmla="*/ 1858915 h 2237474"/>
              <a:gd name="connsiteX119" fmla="*/ 3812162 w 12192000"/>
              <a:gd name="connsiteY119" fmla="*/ 1875501 h 2237474"/>
              <a:gd name="connsiteX120" fmla="*/ 3729530 w 12192000"/>
              <a:gd name="connsiteY120" fmla="*/ 1864513 h 2237474"/>
              <a:gd name="connsiteX121" fmla="*/ 3680177 w 12192000"/>
              <a:gd name="connsiteY121" fmla="*/ 1881552 h 2237474"/>
              <a:gd name="connsiteX122" fmla="*/ 3567259 w 12192000"/>
              <a:gd name="connsiteY122" fmla="*/ 1893482 h 2237474"/>
              <a:gd name="connsiteX123" fmla="*/ 3405770 w 12192000"/>
              <a:gd name="connsiteY123" fmla="*/ 1904591 h 2237474"/>
              <a:gd name="connsiteX124" fmla="*/ 3280097 w 12192000"/>
              <a:gd name="connsiteY124" fmla="*/ 1919610 h 2237474"/>
              <a:gd name="connsiteX125" fmla="*/ 3123424 w 12192000"/>
              <a:gd name="connsiteY125" fmla="*/ 1952930 h 2237474"/>
              <a:gd name="connsiteX126" fmla="*/ 3009910 w 12192000"/>
              <a:gd name="connsiteY126" fmla="*/ 1957866 h 2237474"/>
              <a:gd name="connsiteX127" fmla="*/ 2995934 w 12192000"/>
              <a:gd name="connsiteY127" fmla="*/ 1967085 h 2237474"/>
              <a:gd name="connsiteX128" fmla="*/ 2980071 w 12192000"/>
              <a:gd name="connsiteY128" fmla="*/ 1972988 h 2237474"/>
              <a:gd name="connsiteX129" fmla="*/ 2978094 w 12192000"/>
              <a:gd name="connsiteY129" fmla="*/ 1972369 h 2237474"/>
              <a:gd name="connsiteX130" fmla="*/ 2942858 w 12192000"/>
              <a:gd name="connsiteY130" fmla="*/ 1981367 h 2237474"/>
              <a:gd name="connsiteX131" fmla="*/ 2875436 w 12192000"/>
              <a:gd name="connsiteY131" fmla="*/ 1996977 h 2237474"/>
              <a:gd name="connsiteX132" fmla="*/ 2874892 w 12192000"/>
              <a:gd name="connsiteY132" fmla="*/ 1996085 h 2237474"/>
              <a:gd name="connsiteX133" fmla="*/ 2864145 w 12192000"/>
              <a:gd name="connsiteY133" fmla="*/ 1994061 h 2237474"/>
              <a:gd name="connsiteX134" fmla="*/ 2843662 w 12192000"/>
              <a:gd name="connsiteY134" fmla="*/ 1992498 h 2237474"/>
              <a:gd name="connsiteX135" fmla="*/ 2796128 w 12192000"/>
              <a:gd name="connsiteY135" fmla="*/ 1976403 h 2237474"/>
              <a:gd name="connsiteX136" fmla="*/ 2756784 w 12192000"/>
              <a:gd name="connsiteY136" fmla="*/ 1985116 h 2237474"/>
              <a:gd name="connsiteX137" fmla="*/ 2748833 w 12192000"/>
              <a:gd name="connsiteY137" fmla="*/ 1986323 h 2237474"/>
              <a:gd name="connsiteX138" fmla="*/ 2748661 w 12192000"/>
              <a:gd name="connsiteY138" fmla="*/ 1986122 h 2237474"/>
              <a:gd name="connsiteX139" fmla="*/ 2740251 w 12192000"/>
              <a:gd name="connsiteY139" fmla="*/ 1986946 h 2237474"/>
              <a:gd name="connsiteX140" fmla="*/ 2718916 w 12192000"/>
              <a:gd name="connsiteY140" fmla="*/ 1990867 h 2237474"/>
              <a:gd name="connsiteX141" fmla="*/ 2713522 w 12192000"/>
              <a:gd name="connsiteY141" fmla="*/ 1990173 h 2237474"/>
              <a:gd name="connsiteX142" fmla="*/ 2680597 w 12192000"/>
              <a:gd name="connsiteY142" fmla="*/ 1984996 h 2237474"/>
              <a:gd name="connsiteX143" fmla="*/ 2578178 w 12192000"/>
              <a:gd name="connsiteY143" fmla="*/ 1990531 h 2237474"/>
              <a:gd name="connsiteX144" fmla="*/ 2476147 w 12192000"/>
              <a:gd name="connsiteY144" fmla="*/ 1998305 h 2237474"/>
              <a:gd name="connsiteX145" fmla="*/ 2373568 w 12192000"/>
              <a:gd name="connsiteY145" fmla="*/ 2003219 h 2237474"/>
              <a:gd name="connsiteX146" fmla="*/ 2321399 w 12192000"/>
              <a:gd name="connsiteY146" fmla="*/ 1989467 h 2237474"/>
              <a:gd name="connsiteX147" fmla="*/ 2315525 w 12192000"/>
              <a:gd name="connsiteY147" fmla="*/ 1989708 h 2237474"/>
              <a:gd name="connsiteX148" fmla="*/ 2300792 w 12192000"/>
              <a:gd name="connsiteY148" fmla="*/ 1994290 h 2237474"/>
              <a:gd name="connsiteX149" fmla="*/ 2295469 w 12192000"/>
              <a:gd name="connsiteY149" fmla="*/ 1996659 h 2237474"/>
              <a:gd name="connsiteX150" fmla="*/ 2287219 w 12192000"/>
              <a:gd name="connsiteY150" fmla="*/ 1998750 h 2237474"/>
              <a:gd name="connsiteX151" fmla="*/ 2286948 w 12192000"/>
              <a:gd name="connsiteY151" fmla="*/ 1998596 h 2237474"/>
              <a:gd name="connsiteX152" fmla="*/ 2243069 w 12192000"/>
              <a:gd name="connsiteY152" fmla="*/ 2015111 h 2237474"/>
              <a:gd name="connsiteX153" fmla="*/ 2186609 w 12192000"/>
              <a:gd name="connsiteY153" fmla="*/ 2008263 h 2237474"/>
              <a:gd name="connsiteX154" fmla="*/ 2164831 w 12192000"/>
              <a:gd name="connsiteY154" fmla="*/ 2010143 h 2237474"/>
              <a:gd name="connsiteX155" fmla="*/ 2152836 w 12192000"/>
              <a:gd name="connsiteY155" fmla="*/ 2010048 h 2237474"/>
              <a:gd name="connsiteX156" fmla="*/ 2117102 w 12192000"/>
              <a:gd name="connsiteY156" fmla="*/ 2023004 h 2237474"/>
              <a:gd name="connsiteX157" fmla="*/ 2111935 w 12192000"/>
              <a:gd name="connsiteY157" fmla="*/ 2023163 h 2237474"/>
              <a:gd name="connsiteX158" fmla="*/ 2089991 w 12192000"/>
              <a:gd name="connsiteY158" fmla="*/ 2034193 h 2237474"/>
              <a:gd name="connsiteX159" fmla="*/ 2058061 w 12192000"/>
              <a:gd name="connsiteY159" fmla="*/ 2047942 h 2237474"/>
              <a:gd name="connsiteX160" fmla="*/ 2055737 w 12192000"/>
              <a:gd name="connsiteY160" fmla="*/ 2047704 h 2237474"/>
              <a:gd name="connsiteX161" fmla="*/ 2042244 w 12192000"/>
              <a:gd name="connsiteY161" fmla="*/ 2055560 h 2237474"/>
              <a:gd name="connsiteX162" fmla="*/ 1976224 w 12192000"/>
              <a:gd name="connsiteY162" fmla="*/ 2074257 h 2237474"/>
              <a:gd name="connsiteX163" fmla="*/ 1877728 w 12192000"/>
              <a:gd name="connsiteY163" fmla="*/ 2101004 h 2237474"/>
              <a:gd name="connsiteX164" fmla="*/ 1759056 w 12192000"/>
              <a:gd name="connsiteY164" fmla="*/ 2125608 h 2237474"/>
              <a:gd name="connsiteX165" fmla="*/ 1637948 w 12192000"/>
              <a:gd name="connsiteY165" fmla="*/ 2172597 h 2237474"/>
              <a:gd name="connsiteX166" fmla="*/ 1434549 w 12192000"/>
              <a:gd name="connsiteY166" fmla="*/ 2234522 h 2237474"/>
              <a:gd name="connsiteX167" fmla="*/ 1398481 w 12192000"/>
              <a:gd name="connsiteY167" fmla="*/ 2237074 h 2237474"/>
              <a:gd name="connsiteX168" fmla="*/ 1398407 w 12192000"/>
              <a:gd name="connsiteY168" fmla="*/ 2237095 h 2237474"/>
              <a:gd name="connsiteX169" fmla="*/ 1370962 w 12192000"/>
              <a:gd name="connsiteY169" fmla="*/ 2237474 h 2237474"/>
              <a:gd name="connsiteX170" fmla="*/ 1356367 w 12192000"/>
              <a:gd name="connsiteY170" fmla="*/ 2235089 h 2237474"/>
              <a:gd name="connsiteX171" fmla="*/ 1324828 w 12192000"/>
              <a:gd name="connsiteY171" fmla="*/ 2231968 h 2237474"/>
              <a:gd name="connsiteX172" fmla="*/ 1297744 w 12192000"/>
              <a:gd name="connsiteY172" fmla="*/ 2235849 h 2237474"/>
              <a:gd name="connsiteX173" fmla="*/ 1286236 w 12192000"/>
              <a:gd name="connsiteY173" fmla="*/ 2233135 h 2237474"/>
              <a:gd name="connsiteX174" fmla="*/ 1283504 w 12192000"/>
              <a:gd name="connsiteY174" fmla="*/ 2233797 h 2237474"/>
              <a:gd name="connsiteX175" fmla="*/ 1279765 w 12192000"/>
              <a:gd name="connsiteY175" fmla="*/ 2229639 h 2237474"/>
              <a:gd name="connsiteX176" fmla="*/ 1195347 w 12192000"/>
              <a:gd name="connsiteY176" fmla="*/ 2212354 h 2237474"/>
              <a:gd name="connsiteX177" fmla="*/ 970251 w 12192000"/>
              <a:gd name="connsiteY177" fmla="*/ 2221029 h 2237474"/>
              <a:gd name="connsiteX178" fmla="*/ 812914 w 12192000"/>
              <a:gd name="connsiteY178" fmla="*/ 2202752 h 2237474"/>
              <a:gd name="connsiteX179" fmla="*/ 800195 w 12192000"/>
              <a:gd name="connsiteY179" fmla="*/ 2209407 h 2237474"/>
              <a:gd name="connsiteX180" fmla="*/ 784978 w 12192000"/>
              <a:gd name="connsiteY180" fmla="*/ 2212360 h 2237474"/>
              <a:gd name="connsiteX181" fmla="*/ 681987 w 12192000"/>
              <a:gd name="connsiteY181" fmla="*/ 2216757 h 2237474"/>
              <a:gd name="connsiteX182" fmla="*/ 669923 w 12192000"/>
              <a:gd name="connsiteY182" fmla="*/ 2211682 h 2237474"/>
              <a:gd name="connsiteX183" fmla="*/ 648680 w 12192000"/>
              <a:gd name="connsiteY183" fmla="*/ 2206229 h 2237474"/>
              <a:gd name="connsiteX184" fmla="*/ 597225 w 12192000"/>
              <a:gd name="connsiteY184" fmla="*/ 2180999 h 2237474"/>
              <a:gd name="connsiteX185" fmla="*/ 558449 w 12192000"/>
              <a:gd name="connsiteY185" fmla="*/ 2182346 h 2237474"/>
              <a:gd name="connsiteX186" fmla="*/ 550517 w 12192000"/>
              <a:gd name="connsiteY186" fmla="*/ 2182060 h 2237474"/>
              <a:gd name="connsiteX187" fmla="*/ 550309 w 12192000"/>
              <a:gd name="connsiteY187" fmla="*/ 2181825 h 2237474"/>
              <a:gd name="connsiteX188" fmla="*/ 541836 w 12192000"/>
              <a:gd name="connsiteY188" fmla="*/ 2181063 h 2237474"/>
              <a:gd name="connsiteX189" fmla="*/ 536057 w 12192000"/>
              <a:gd name="connsiteY189" fmla="*/ 2181537 h 2237474"/>
              <a:gd name="connsiteX190" fmla="*/ 520671 w 12192000"/>
              <a:gd name="connsiteY190" fmla="*/ 2180980 h 2237474"/>
              <a:gd name="connsiteX191" fmla="*/ 515024 w 12192000"/>
              <a:gd name="connsiteY191" fmla="*/ 2179258 h 2237474"/>
              <a:gd name="connsiteX192" fmla="*/ 512278 w 12192000"/>
              <a:gd name="connsiteY192" fmla="*/ 2176369 h 2237474"/>
              <a:gd name="connsiteX193" fmla="*/ 480419 w 12192000"/>
              <a:gd name="connsiteY193" fmla="*/ 2167807 h 2237474"/>
              <a:gd name="connsiteX194" fmla="*/ 413835 w 12192000"/>
              <a:gd name="connsiteY194" fmla="*/ 2156783 h 2237474"/>
              <a:gd name="connsiteX195" fmla="*/ 376513 w 12192000"/>
              <a:gd name="connsiteY195" fmla="*/ 2154014 h 2237474"/>
              <a:gd name="connsiteX196" fmla="*/ 273386 w 12192000"/>
              <a:gd name="connsiteY196" fmla="*/ 2142551 h 2237474"/>
              <a:gd name="connsiteX197" fmla="*/ 169207 w 12192000"/>
              <a:gd name="connsiteY197" fmla="*/ 2128100 h 2237474"/>
              <a:gd name="connsiteX198" fmla="*/ 93149 w 12192000"/>
              <a:gd name="connsiteY198" fmla="*/ 2105324 h 2237474"/>
              <a:gd name="connsiteX199" fmla="*/ 88109 w 12192000"/>
              <a:gd name="connsiteY199" fmla="*/ 2106704 h 2237474"/>
              <a:gd name="connsiteX200" fmla="*/ 80022 w 12192000"/>
              <a:gd name="connsiteY200" fmla="*/ 2107254 h 2237474"/>
              <a:gd name="connsiteX201" fmla="*/ 79717 w 12192000"/>
              <a:gd name="connsiteY201" fmla="*/ 2107046 h 2237474"/>
              <a:gd name="connsiteX202" fmla="*/ 72352 w 12192000"/>
              <a:gd name="connsiteY202" fmla="*/ 2107991 h 2237474"/>
              <a:gd name="connsiteX203" fmla="*/ 37645 w 12192000"/>
              <a:gd name="connsiteY203" fmla="*/ 2115401 h 2237474"/>
              <a:gd name="connsiteX204" fmla="*/ 4572 w 12192000"/>
              <a:gd name="connsiteY204" fmla="*/ 2111091 h 2237474"/>
              <a:gd name="connsiteX205" fmla="*/ 0 w 12192000"/>
              <a:gd name="connsiteY205" fmla="*/ 2110468 h 2237474"/>
              <a:gd name="connsiteX206" fmla="*/ 0 w 12192000"/>
              <a:gd name="connsiteY206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34688 w 12192000"/>
              <a:gd name="connsiteY13" fmla="*/ 757726 h 2237474"/>
              <a:gd name="connsiteX14" fmla="*/ 10805004 w 12192000"/>
              <a:gd name="connsiteY14" fmla="*/ 757573 h 2237474"/>
              <a:gd name="connsiteX15" fmla="*/ 10739478 w 12192000"/>
              <a:gd name="connsiteY15" fmla="*/ 776841 h 2237474"/>
              <a:gd name="connsiteX16" fmla="*/ 10458762 w 12192000"/>
              <a:gd name="connsiteY16" fmla="*/ 755400 h 2237474"/>
              <a:gd name="connsiteX17" fmla="*/ 10211200 w 12192000"/>
              <a:gd name="connsiteY17" fmla="*/ 767513 h 2237474"/>
              <a:gd name="connsiteX18" fmla="*/ 10167995 w 12192000"/>
              <a:gd name="connsiteY18" fmla="*/ 760843 h 2237474"/>
              <a:gd name="connsiteX19" fmla="*/ 9997044 w 12192000"/>
              <a:gd name="connsiteY19" fmla="*/ 780129 h 2237474"/>
              <a:gd name="connsiteX20" fmla="*/ 9943887 w 12192000"/>
              <a:gd name="connsiteY20" fmla="*/ 804141 h 2237474"/>
              <a:gd name="connsiteX21" fmla="*/ 9918248 w 12192000"/>
              <a:gd name="connsiteY21" fmla="*/ 816628 h 2237474"/>
              <a:gd name="connsiteX22" fmla="*/ 9767091 w 12192000"/>
              <a:gd name="connsiteY22" fmla="*/ 870550 h 2237474"/>
              <a:gd name="connsiteX23" fmla="*/ 9683005 w 12192000"/>
              <a:gd name="connsiteY23" fmla="*/ 894128 h 2237474"/>
              <a:gd name="connsiteX24" fmla="*/ 9594438 w 12192000"/>
              <a:gd name="connsiteY24" fmla="*/ 919051 h 2237474"/>
              <a:gd name="connsiteX25" fmla="*/ 9577033 w 12192000"/>
              <a:gd name="connsiteY25" fmla="*/ 922857 h 2237474"/>
              <a:gd name="connsiteX26" fmla="*/ 9544189 w 12192000"/>
              <a:gd name="connsiteY26" fmla="*/ 938966 h 2237474"/>
              <a:gd name="connsiteX27" fmla="*/ 9500499 w 12192000"/>
              <a:gd name="connsiteY27" fmla="*/ 954680 h 2237474"/>
              <a:gd name="connsiteX28" fmla="*/ 9428195 w 12192000"/>
              <a:gd name="connsiteY28" fmla="*/ 986225 h 2237474"/>
              <a:gd name="connsiteX29" fmla="*/ 9410017 w 12192000"/>
              <a:gd name="connsiteY29" fmla="*/ 993931 h 2237474"/>
              <a:gd name="connsiteX30" fmla="*/ 9392919 w 12192000"/>
              <a:gd name="connsiteY30" fmla="*/ 994656 h 2237474"/>
              <a:gd name="connsiteX31" fmla="*/ 9278619 w 12192000"/>
              <a:gd name="connsiteY31" fmla="*/ 1011878 h 2237474"/>
              <a:gd name="connsiteX32" fmla="*/ 9268019 w 12192000"/>
              <a:gd name="connsiteY32" fmla="*/ 1007442 h 2237474"/>
              <a:gd name="connsiteX33" fmla="*/ 9234662 w 12192000"/>
              <a:gd name="connsiteY33" fmla="*/ 1023056 h 2237474"/>
              <a:gd name="connsiteX34" fmla="*/ 9181033 w 12192000"/>
              <a:gd name="connsiteY34" fmla="*/ 1037921 h 2237474"/>
              <a:gd name="connsiteX35" fmla="*/ 9155969 w 12192000"/>
              <a:gd name="connsiteY35" fmla="*/ 1046804 h 2237474"/>
              <a:gd name="connsiteX36" fmla="*/ 9133985 w 12192000"/>
              <a:gd name="connsiteY36" fmla="*/ 1046450 h 2237474"/>
              <a:gd name="connsiteX37" fmla="*/ 9012987 w 12192000"/>
              <a:gd name="connsiteY37" fmla="*/ 1061986 h 2237474"/>
              <a:gd name="connsiteX38" fmla="*/ 8968445 w 12192000"/>
              <a:gd name="connsiteY38" fmla="*/ 1052169 h 2237474"/>
              <a:gd name="connsiteX39" fmla="*/ 8958984 w 12192000"/>
              <a:gd name="connsiteY39" fmla="*/ 1057212 h 2237474"/>
              <a:gd name="connsiteX40" fmla="*/ 8886001 w 12192000"/>
              <a:gd name="connsiteY40" fmla="*/ 1067468 h 2237474"/>
              <a:gd name="connsiteX41" fmla="*/ 8838610 w 12192000"/>
              <a:gd name="connsiteY41" fmla="*/ 1075091 h 2237474"/>
              <a:gd name="connsiteX42" fmla="*/ 8750383 w 12192000"/>
              <a:gd name="connsiteY42" fmla="*/ 1097387 h 2237474"/>
              <a:gd name="connsiteX43" fmla="*/ 8665605 w 12192000"/>
              <a:gd name="connsiteY43" fmla="*/ 1110791 h 2237474"/>
              <a:gd name="connsiteX44" fmla="*/ 8584946 w 12192000"/>
              <a:gd name="connsiteY44" fmla="*/ 1135226 h 2237474"/>
              <a:gd name="connsiteX45" fmla="*/ 8460755 w 12192000"/>
              <a:gd name="connsiteY45" fmla="*/ 1203427 h 2237474"/>
              <a:gd name="connsiteX46" fmla="*/ 8419755 w 12192000"/>
              <a:gd name="connsiteY46" fmla="*/ 1216260 h 2237474"/>
              <a:gd name="connsiteX47" fmla="*/ 8411626 w 12192000"/>
              <a:gd name="connsiteY47" fmla="*/ 1214397 h 2237474"/>
              <a:gd name="connsiteX48" fmla="*/ 8363469 w 12192000"/>
              <a:gd name="connsiteY48" fmla="*/ 1246658 h 2237474"/>
              <a:gd name="connsiteX49" fmla="*/ 8275497 w 12192000"/>
              <a:gd name="connsiteY49" fmla="*/ 1264396 h 2237474"/>
              <a:gd name="connsiteX50" fmla="*/ 8206287 w 12192000"/>
              <a:gd name="connsiteY50" fmla="*/ 1273060 h 2237474"/>
              <a:gd name="connsiteX51" fmla="*/ 8168705 w 12192000"/>
              <a:gd name="connsiteY51" fmla="*/ 1279956 h 2237474"/>
              <a:gd name="connsiteX52" fmla="*/ 8139997 w 12192000"/>
              <a:gd name="connsiteY52" fmla="*/ 1282713 h 2237474"/>
              <a:gd name="connsiteX53" fmla="*/ 8074238 w 12192000"/>
              <a:gd name="connsiteY53" fmla="*/ 1301895 h 2237474"/>
              <a:gd name="connsiteX54" fmla="*/ 7968292 w 12192000"/>
              <a:gd name="connsiteY54" fmla="*/ 1338779 h 2237474"/>
              <a:gd name="connsiteX55" fmla="*/ 7902328 w 12192000"/>
              <a:gd name="connsiteY55" fmla="*/ 1345865 h 2237474"/>
              <a:gd name="connsiteX56" fmla="*/ 7875879 w 12192000"/>
              <a:gd name="connsiteY56" fmla="*/ 1345646 h 2237474"/>
              <a:gd name="connsiteX57" fmla="*/ 7840612 w 12192000"/>
              <a:gd name="connsiteY57" fmla="*/ 1369373 h 2237474"/>
              <a:gd name="connsiteX58" fmla="*/ 7786819 w 12192000"/>
              <a:gd name="connsiteY58" fmla="*/ 1378970 h 2237474"/>
              <a:gd name="connsiteX59" fmla="*/ 7548172 w 12192000"/>
              <a:gd name="connsiteY59" fmla="*/ 1417460 h 2237474"/>
              <a:gd name="connsiteX60" fmla="*/ 7483437 w 12192000"/>
              <a:gd name="connsiteY60" fmla="*/ 1478152 h 2237474"/>
              <a:gd name="connsiteX61" fmla="*/ 7377870 w 12192000"/>
              <a:gd name="connsiteY61" fmla="*/ 1523319 h 2237474"/>
              <a:gd name="connsiteX62" fmla="*/ 7230737 w 12192000"/>
              <a:gd name="connsiteY62" fmla="*/ 1562633 h 2237474"/>
              <a:gd name="connsiteX63" fmla="*/ 7224458 w 12192000"/>
              <a:gd name="connsiteY63" fmla="*/ 1573008 h 2237474"/>
              <a:gd name="connsiteX64" fmla="*/ 7183121 w 12192000"/>
              <a:gd name="connsiteY64" fmla="*/ 1595162 h 2237474"/>
              <a:gd name="connsiteX65" fmla="*/ 7164601 w 12192000"/>
              <a:gd name="connsiteY65" fmla="*/ 1606490 h 2237474"/>
              <a:gd name="connsiteX66" fmla="*/ 7092727 w 12192000"/>
              <a:gd name="connsiteY66" fmla="*/ 1623628 h 2237474"/>
              <a:gd name="connsiteX67" fmla="*/ 7031309 w 12192000"/>
              <a:gd name="connsiteY67" fmla="*/ 1619451 h 2237474"/>
              <a:gd name="connsiteX68" fmla="*/ 6999084 w 12192000"/>
              <a:gd name="connsiteY68" fmla="*/ 1634317 h 2237474"/>
              <a:gd name="connsiteX69" fmla="*/ 6992107 w 12192000"/>
              <a:gd name="connsiteY69" fmla="*/ 1636860 h 2237474"/>
              <a:gd name="connsiteX70" fmla="*/ 6900177 w 12192000"/>
              <a:gd name="connsiteY70" fmla="*/ 1636016 h 2237474"/>
              <a:gd name="connsiteX71" fmla="*/ 6795372 w 12192000"/>
              <a:gd name="connsiteY71" fmla="*/ 1644845 h 2237474"/>
              <a:gd name="connsiteX72" fmla="*/ 6692251 w 12192000"/>
              <a:gd name="connsiteY72" fmla="*/ 1656357 h 2237474"/>
              <a:gd name="connsiteX73" fmla="*/ 6655235 w 12192000"/>
              <a:gd name="connsiteY73" fmla="*/ 1661869 h 2237474"/>
              <a:gd name="connsiteX74" fmla="*/ 6554894 w 12192000"/>
              <a:gd name="connsiteY74" fmla="*/ 1664428 h 2237474"/>
              <a:gd name="connsiteX75" fmla="*/ 6516595 w 12192000"/>
              <a:gd name="connsiteY75" fmla="*/ 1667475 h 2237474"/>
              <a:gd name="connsiteX76" fmla="*/ 6508541 w 12192000"/>
              <a:gd name="connsiteY76" fmla="*/ 1668757 h 2237474"/>
              <a:gd name="connsiteX77" fmla="*/ 6471012 w 12192000"/>
              <a:gd name="connsiteY77" fmla="*/ 1678604 h 2237474"/>
              <a:gd name="connsiteX78" fmla="*/ 6364035 w 12192000"/>
              <a:gd name="connsiteY78" fmla="*/ 1667683 h 2237474"/>
              <a:gd name="connsiteX79" fmla="*/ 6280959 w 12192000"/>
              <a:gd name="connsiteY79" fmla="*/ 1689329 h 2237474"/>
              <a:gd name="connsiteX80" fmla="*/ 6243319 w 12192000"/>
              <a:gd name="connsiteY80" fmla="*/ 1695560 h 2237474"/>
              <a:gd name="connsiteX81" fmla="*/ 6098321 w 12192000"/>
              <a:gd name="connsiteY81" fmla="*/ 1721646 h 2237474"/>
              <a:gd name="connsiteX82" fmla="*/ 5880652 w 12192000"/>
              <a:gd name="connsiteY82" fmla="*/ 1779643 h 2237474"/>
              <a:gd name="connsiteX83" fmla="*/ 5785959 w 12192000"/>
              <a:gd name="connsiteY83" fmla="*/ 1775307 h 2237474"/>
              <a:gd name="connsiteX84" fmla="*/ 5643534 w 12192000"/>
              <a:gd name="connsiteY84" fmla="*/ 1802919 h 2237474"/>
              <a:gd name="connsiteX85" fmla="*/ 5518799 w 12192000"/>
              <a:gd name="connsiteY85" fmla="*/ 1818312 h 2237474"/>
              <a:gd name="connsiteX86" fmla="*/ 5505014 w 12192000"/>
              <a:gd name="connsiteY86" fmla="*/ 1819259 h 2237474"/>
              <a:gd name="connsiteX87" fmla="*/ 5453307 w 12192000"/>
              <a:gd name="connsiteY87" fmla="*/ 1815450 h 2237474"/>
              <a:gd name="connsiteX88" fmla="*/ 5364192 w 12192000"/>
              <a:gd name="connsiteY88" fmla="*/ 1826074 h 2237474"/>
              <a:gd name="connsiteX89" fmla="*/ 5350380 w 12192000"/>
              <a:gd name="connsiteY89" fmla="*/ 1830891 h 2237474"/>
              <a:gd name="connsiteX90" fmla="*/ 5259633 w 12192000"/>
              <a:gd name="connsiteY90" fmla="*/ 1837160 h 2237474"/>
              <a:gd name="connsiteX91" fmla="*/ 5197513 w 12192000"/>
              <a:gd name="connsiteY91" fmla="*/ 1844718 h 2237474"/>
              <a:gd name="connsiteX92" fmla="*/ 5168852 w 12192000"/>
              <a:gd name="connsiteY92" fmla="*/ 1844846 h 2237474"/>
              <a:gd name="connsiteX93" fmla="*/ 5114927 w 12192000"/>
              <a:gd name="connsiteY93" fmla="*/ 1847827 h 2237474"/>
              <a:gd name="connsiteX94" fmla="*/ 5108970 w 12192000"/>
              <a:gd name="connsiteY94" fmla="*/ 1847935 h 2237474"/>
              <a:gd name="connsiteX95" fmla="*/ 5067961 w 12192000"/>
              <a:gd name="connsiteY95" fmla="*/ 1845917 h 2237474"/>
              <a:gd name="connsiteX96" fmla="*/ 5007075 w 12192000"/>
              <a:gd name="connsiteY96" fmla="*/ 1838626 h 2237474"/>
              <a:gd name="connsiteX97" fmla="*/ 4944087 w 12192000"/>
              <a:gd name="connsiteY97" fmla="*/ 1823332 h 2237474"/>
              <a:gd name="connsiteX98" fmla="*/ 4907662 w 12192000"/>
              <a:gd name="connsiteY98" fmla="*/ 1816900 h 2237474"/>
              <a:gd name="connsiteX99" fmla="*/ 4882386 w 12192000"/>
              <a:gd name="connsiteY99" fmla="*/ 1809844 h 2237474"/>
              <a:gd name="connsiteX100" fmla="*/ 4811440 w 12192000"/>
              <a:gd name="connsiteY100" fmla="*/ 1804655 h 2237474"/>
              <a:gd name="connsiteX101" fmla="*/ 4691075 w 12192000"/>
              <a:gd name="connsiteY101" fmla="*/ 1801389 h 2237474"/>
              <a:gd name="connsiteX102" fmla="*/ 4611738 w 12192000"/>
              <a:gd name="connsiteY102" fmla="*/ 1776964 h 2237474"/>
              <a:gd name="connsiteX103" fmla="*/ 4560070 w 12192000"/>
              <a:gd name="connsiteY103" fmla="*/ 1785640 h 2237474"/>
              <a:gd name="connsiteX104" fmla="*/ 4536503 w 12192000"/>
              <a:gd name="connsiteY104" fmla="*/ 1785334 h 2237474"/>
              <a:gd name="connsiteX105" fmla="*/ 4513724 w 12192000"/>
              <a:gd name="connsiteY105" fmla="*/ 1791996 h 2237474"/>
              <a:gd name="connsiteX106" fmla="*/ 4459810 w 12192000"/>
              <a:gd name="connsiteY106" fmla="*/ 1797886 h 2237474"/>
              <a:gd name="connsiteX107" fmla="*/ 4379064 w 12192000"/>
              <a:gd name="connsiteY107" fmla="*/ 1817177 h 2237474"/>
              <a:gd name="connsiteX108" fmla="*/ 4319209 w 12192000"/>
              <a:gd name="connsiteY108" fmla="*/ 1834833 h 2237474"/>
              <a:gd name="connsiteX109" fmla="*/ 4290981 w 12192000"/>
              <a:gd name="connsiteY109" fmla="*/ 1839677 h 2237474"/>
              <a:gd name="connsiteX110" fmla="*/ 4285792 w 12192000"/>
              <a:gd name="connsiteY110" fmla="*/ 1836231 h 2237474"/>
              <a:gd name="connsiteX111" fmla="*/ 4238372 w 12192000"/>
              <a:gd name="connsiteY111" fmla="*/ 1851480 h 2237474"/>
              <a:gd name="connsiteX112" fmla="*/ 4232517 w 12192000"/>
              <a:gd name="connsiteY112" fmla="*/ 1852567 h 2237474"/>
              <a:gd name="connsiteX113" fmla="*/ 4191732 w 12192000"/>
              <a:gd name="connsiteY113" fmla="*/ 1857328 h 2237474"/>
              <a:gd name="connsiteX114" fmla="*/ 4065532 w 12192000"/>
              <a:gd name="connsiteY114" fmla="*/ 1855477 h 2237474"/>
              <a:gd name="connsiteX115" fmla="*/ 4028460 w 12192000"/>
              <a:gd name="connsiteY115" fmla="*/ 1855137 h 2237474"/>
              <a:gd name="connsiteX116" fmla="*/ 4002267 w 12192000"/>
              <a:gd name="connsiteY116" fmla="*/ 1852352 h 2237474"/>
              <a:gd name="connsiteX117" fmla="*/ 3931396 w 12192000"/>
              <a:gd name="connsiteY117" fmla="*/ 1858915 h 2237474"/>
              <a:gd name="connsiteX118" fmla="*/ 3812162 w 12192000"/>
              <a:gd name="connsiteY118" fmla="*/ 1875501 h 2237474"/>
              <a:gd name="connsiteX119" fmla="*/ 3729530 w 12192000"/>
              <a:gd name="connsiteY119" fmla="*/ 1864513 h 2237474"/>
              <a:gd name="connsiteX120" fmla="*/ 3680177 w 12192000"/>
              <a:gd name="connsiteY120" fmla="*/ 1881552 h 2237474"/>
              <a:gd name="connsiteX121" fmla="*/ 3567259 w 12192000"/>
              <a:gd name="connsiteY121" fmla="*/ 1893482 h 2237474"/>
              <a:gd name="connsiteX122" fmla="*/ 3405770 w 12192000"/>
              <a:gd name="connsiteY122" fmla="*/ 1904591 h 2237474"/>
              <a:gd name="connsiteX123" fmla="*/ 3280097 w 12192000"/>
              <a:gd name="connsiteY123" fmla="*/ 1919610 h 2237474"/>
              <a:gd name="connsiteX124" fmla="*/ 3123424 w 12192000"/>
              <a:gd name="connsiteY124" fmla="*/ 1952930 h 2237474"/>
              <a:gd name="connsiteX125" fmla="*/ 3009910 w 12192000"/>
              <a:gd name="connsiteY125" fmla="*/ 1957866 h 2237474"/>
              <a:gd name="connsiteX126" fmla="*/ 2995934 w 12192000"/>
              <a:gd name="connsiteY126" fmla="*/ 1967085 h 2237474"/>
              <a:gd name="connsiteX127" fmla="*/ 2980071 w 12192000"/>
              <a:gd name="connsiteY127" fmla="*/ 1972988 h 2237474"/>
              <a:gd name="connsiteX128" fmla="*/ 2978094 w 12192000"/>
              <a:gd name="connsiteY128" fmla="*/ 1972369 h 2237474"/>
              <a:gd name="connsiteX129" fmla="*/ 2942858 w 12192000"/>
              <a:gd name="connsiteY129" fmla="*/ 1981367 h 2237474"/>
              <a:gd name="connsiteX130" fmla="*/ 2875436 w 12192000"/>
              <a:gd name="connsiteY130" fmla="*/ 1996977 h 2237474"/>
              <a:gd name="connsiteX131" fmla="*/ 2874892 w 12192000"/>
              <a:gd name="connsiteY131" fmla="*/ 1996085 h 2237474"/>
              <a:gd name="connsiteX132" fmla="*/ 2864145 w 12192000"/>
              <a:gd name="connsiteY132" fmla="*/ 1994061 h 2237474"/>
              <a:gd name="connsiteX133" fmla="*/ 2843662 w 12192000"/>
              <a:gd name="connsiteY133" fmla="*/ 1992498 h 2237474"/>
              <a:gd name="connsiteX134" fmla="*/ 2796128 w 12192000"/>
              <a:gd name="connsiteY134" fmla="*/ 1976403 h 2237474"/>
              <a:gd name="connsiteX135" fmla="*/ 2756784 w 12192000"/>
              <a:gd name="connsiteY135" fmla="*/ 1985116 h 2237474"/>
              <a:gd name="connsiteX136" fmla="*/ 2748833 w 12192000"/>
              <a:gd name="connsiteY136" fmla="*/ 1986323 h 2237474"/>
              <a:gd name="connsiteX137" fmla="*/ 2748661 w 12192000"/>
              <a:gd name="connsiteY137" fmla="*/ 1986122 h 2237474"/>
              <a:gd name="connsiteX138" fmla="*/ 2740251 w 12192000"/>
              <a:gd name="connsiteY138" fmla="*/ 1986946 h 2237474"/>
              <a:gd name="connsiteX139" fmla="*/ 2718916 w 12192000"/>
              <a:gd name="connsiteY139" fmla="*/ 1990867 h 2237474"/>
              <a:gd name="connsiteX140" fmla="*/ 2713522 w 12192000"/>
              <a:gd name="connsiteY140" fmla="*/ 1990173 h 2237474"/>
              <a:gd name="connsiteX141" fmla="*/ 2680597 w 12192000"/>
              <a:gd name="connsiteY141" fmla="*/ 1984996 h 2237474"/>
              <a:gd name="connsiteX142" fmla="*/ 2578178 w 12192000"/>
              <a:gd name="connsiteY142" fmla="*/ 1990531 h 2237474"/>
              <a:gd name="connsiteX143" fmla="*/ 2476147 w 12192000"/>
              <a:gd name="connsiteY143" fmla="*/ 1998305 h 2237474"/>
              <a:gd name="connsiteX144" fmla="*/ 2373568 w 12192000"/>
              <a:gd name="connsiteY144" fmla="*/ 2003219 h 2237474"/>
              <a:gd name="connsiteX145" fmla="*/ 2321399 w 12192000"/>
              <a:gd name="connsiteY145" fmla="*/ 1989467 h 2237474"/>
              <a:gd name="connsiteX146" fmla="*/ 2315525 w 12192000"/>
              <a:gd name="connsiteY146" fmla="*/ 1989708 h 2237474"/>
              <a:gd name="connsiteX147" fmla="*/ 2300792 w 12192000"/>
              <a:gd name="connsiteY147" fmla="*/ 1994290 h 2237474"/>
              <a:gd name="connsiteX148" fmla="*/ 2295469 w 12192000"/>
              <a:gd name="connsiteY148" fmla="*/ 1996659 h 2237474"/>
              <a:gd name="connsiteX149" fmla="*/ 2287219 w 12192000"/>
              <a:gd name="connsiteY149" fmla="*/ 1998750 h 2237474"/>
              <a:gd name="connsiteX150" fmla="*/ 2286948 w 12192000"/>
              <a:gd name="connsiteY150" fmla="*/ 1998596 h 2237474"/>
              <a:gd name="connsiteX151" fmla="*/ 2243069 w 12192000"/>
              <a:gd name="connsiteY151" fmla="*/ 2015111 h 2237474"/>
              <a:gd name="connsiteX152" fmla="*/ 2186609 w 12192000"/>
              <a:gd name="connsiteY152" fmla="*/ 2008263 h 2237474"/>
              <a:gd name="connsiteX153" fmla="*/ 2164831 w 12192000"/>
              <a:gd name="connsiteY153" fmla="*/ 2010143 h 2237474"/>
              <a:gd name="connsiteX154" fmla="*/ 2152836 w 12192000"/>
              <a:gd name="connsiteY154" fmla="*/ 2010048 h 2237474"/>
              <a:gd name="connsiteX155" fmla="*/ 2117102 w 12192000"/>
              <a:gd name="connsiteY155" fmla="*/ 2023004 h 2237474"/>
              <a:gd name="connsiteX156" fmla="*/ 2111935 w 12192000"/>
              <a:gd name="connsiteY156" fmla="*/ 2023163 h 2237474"/>
              <a:gd name="connsiteX157" fmla="*/ 2089991 w 12192000"/>
              <a:gd name="connsiteY157" fmla="*/ 2034193 h 2237474"/>
              <a:gd name="connsiteX158" fmla="*/ 2058061 w 12192000"/>
              <a:gd name="connsiteY158" fmla="*/ 2047942 h 2237474"/>
              <a:gd name="connsiteX159" fmla="*/ 2055737 w 12192000"/>
              <a:gd name="connsiteY159" fmla="*/ 2047704 h 2237474"/>
              <a:gd name="connsiteX160" fmla="*/ 2042244 w 12192000"/>
              <a:gd name="connsiteY160" fmla="*/ 2055560 h 2237474"/>
              <a:gd name="connsiteX161" fmla="*/ 1976224 w 12192000"/>
              <a:gd name="connsiteY161" fmla="*/ 2074257 h 2237474"/>
              <a:gd name="connsiteX162" fmla="*/ 1877728 w 12192000"/>
              <a:gd name="connsiteY162" fmla="*/ 2101004 h 2237474"/>
              <a:gd name="connsiteX163" fmla="*/ 1759056 w 12192000"/>
              <a:gd name="connsiteY163" fmla="*/ 2125608 h 2237474"/>
              <a:gd name="connsiteX164" fmla="*/ 1637948 w 12192000"/>
              <a:gd name="connsiteY164" fmla="*/ 2172597 h 2237474"/>
              <a:gd name="connsiteX165" fmla="*/ 1434549 w 12192000"/>
              <a:gd name="connsiteY165" fmla="*/ 2234522 h 2237474"/>
              <a:gd name="connsiteX166" fmla="*/ 1398481 w 12192000"/>
              <a:gd name="connsiteY166" fmla="*/ 2237074 h 2237474"/>
              <a:gd name="connsiteX167" fmla="*/ 1398407 w 12192000"/>
              <a:gd name="connsiteY167" fmla="*/ 2237095 h 2237474"/>
              <a:gd name="connsiteX168" fmla="*/ 1370962 w 12192000"/>
              <a:gd name="connsiteY168" fmla="*/ 2237474 h 2237474"/>
              <a:gd name="connsiteX169" fmla="*/ 1356367 w 12192000"/>
              <a:gd name="connsiteY169" fmla="*/ 2235089 h 2237474"/>
              <a:gd name="connsiteX170" fmla="*/ 1324828 w 12192000"/>
              <a:gd name="connsiteY170" fmla="*/ 2231968 h 2237474"/>
              <a:gd name="connsiteX171" fmla="*/ 1297744 w 12192000"/>
              <a:gd name="connsiteY171" fmla="*/ 2235849 h 2237474"/>
              <a:gd name="connsiteX172" fmla="*/ 1286236 w 12192000"/>
              <a:gd name="connsiteY172" fmla="*/ 2233135 h 2237474"/>
              <a:gd name="connsiteX173" fmla="*/ 1283504 w 12192000"/>
              <a:gd name="connsiteY173" fmla="*/ 2233797 h 2237474"/>
              <a:gd name="connsiteX174" fmla="*/ 1279765 w 12192000"/>
              <a:gd name="connsiteY174" fmla="*/ 2229639 h 2237474"/>
              <a:gd name="connsiteX175" fmla="*/ 1195347 w 12192000"/>
              <a:gd name="connsiteY175" fmla="*/ 2212354 h 2237474"/>
              <a:gd name="connsiteX176" fmla="*/ 970251 w 12192000"/>
              <a:gd name="connsiteY176" fmla="*/ 2221029 h 2237474"/>
              <a:gd name="connsiteX177" fmla="*/ 812914 w 12192000"/>
              <a:gd name="connsiteY177" fmla="*/ 2202752 h 2237474"/>
              <a:gd name="connsiteX178" fmla="*/ 800195 w 12192000"/>
              <a:gd name="connsiteY178" fmla="*/ 2209407 h 2237474"/>
              <a:gd name="connsiteX179" fmla="*/ 784978 w 12192000"/>
              <a:gd name="connsiteY179" fmla="*/ 2212360 h 2237474"/>
              <a:gd name="connsiteX180" fmla="*/ 681987 w 12192000"/>
              <a:gd name="connsiteY180" fmla="*/ 2216757 h 2237474"/>
              <a:gd name="connsiteX181" fmla="*/ 669923 w 12192000"/>
              <a:gd name="connsiteY181" fmla="*/ 2211682 h 2237474"/>
              <a:gd name="connsiteX182" fmla="*/ 648680 w 12192000"/>
              <a:gd name="connsiteY182" fmla="*/ 2206229 h 2237474"/>
              <a:gd name="connsiteX183" fmla="*/ 597225 w 12192000"/>
              <a:gd name="connsiteY183" fmla="*/ 2180999 h 2237474"/>
              <a:gd name="connsiteX184" fmla="*/ 558449 w 12192000"/>
              <a:gd name="connsiteY184" fmla="*/ 2182346 h 2237474"/>
              <a:gd name="connsiteX185" fmla="*/ 550517 w 12192000"/>
              <a:gd name="connsiteY185" fmla="*/ 2182060 h 2237474"/>
              <a:gd name="connsiteX186" fmla="*/ 550309 w 12192000"/>
              <a:gd name="connsiteY186" fmla="*/ 2181825 h 2237474"/>
              <a:gd name="connsiteX187" fmla="*/ 541836 w 12192000"/>
              <a:gd name="connsiteY187" fmla="*/ 2181063 h 2237474"/>
              <a:gd name="connsiteX188" fmla="*/ 536057 w 12192000"/>
              <a:gd name="connsiteY188" fmla="*/ 2181537 h 2237474"/>
              <a:gd name="connsiteX189" fmla="*/ 520671 w 12192000"/>
              <a:gd name="connsiteY189" fmla="*/ 2180980 h 2237474"/>
              <a:gd name="connsiteX190" fmla="*/ 515024 w 12192000"/>
              <a:gd name="connsiteY190" fmla="*/ 2179258 h 2237474"/>
              <a:gd name="connsiteX191" fmla="*/ 512278 w 12192000"/>
              <a:gd name="connsiteY191" fmla="*/ 2176369 h 2237474"/>
              <a:gd name="connsiteX192" fmla="*/ 480419 w 12192000"/>
              <a:gd name="connsiteY192" fmla="*/ 2167807 h 2237474"/>
              <a:gd name="connsiteX193" fmla="*/ 413835 w 12192000"/>
              <a:gd name="connsiteY193" fmla="*/ 2156783 h 2237474"/>
              <a:gd name="connsiteX194" fmla="*/ 376513 w 12192000"/>
              <a:gd name="connsiteY194" fmla="*/ 2154014 h 2237474"/>
              <a:gd name="connsiteX195" fmla="*/ 273386 w 12192000"/>
              <a:gd name="connsiteY195" fmla="*/ 2142551 h 2237474"/>
              <a:gd name="connsiteX196" fmla="*/ 169207 w 12192000"/>
              <a:gd name="connsiteY196" fmla="*/ 2128100 h 2237474"/>
              <a:gd name="connsiteX197" fmla="*/ 93149 w 12192000"/>
              <a:gd name="connsiteY197" fmla="*/ 2105324 h 2237474"/>
              <a:gd name="connsiteX198" fmla="*/ 88109 w 12192000"/>
              <a:gd name="connsiteY198" fmla="*/ 2106704 h 2237474"/>
              <a:gd name="connsiteX199" fmla="*/ 80022 w 12192000"/>
              <a:gd name="connsiteY199" fmla="*/ 2107254 h 2237474"/>
              <a:gd name="connsiteX200" fmla="*/ 79717 w 12192000"/>
              <a:gd name="connsiteY200" fmla="*/ 2107046 h 2237474"/>
              <a:gd name="connsiteX201" fmla="*/ 72352 w 12192000"/>
              <a:gd name="connsiteY201" fmla="*/ 2107991 h 2237474"/>
              <a:gd name="connsiteX202" fmla="*/ 37645 w 12192000"/>
              <a:gd name="connsiteY202" fmla="*/ 2115401 h 2237474"/>
              <a:gd name="connsiteX203" fmla="*/ 4572 w 12192000"/>
              <a:gd name="connsiteY203" fmla="*/ 2111091 h 2237474"/>
              <a:gd name="connsiteX204" fmla="*/ 0 w 12192000"/>
              <a:gd name="connsiteY204" fmla="*/ 2110468 h 2237474"/>
              <a:gd name="connsiteX205" fmla="*/ 0 w 12192000"/>
              <a:gd name="connsiteY20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34688 w 12192000"/>
              <a:gd name="connsiteY13" fmla="*/ 757726 h 2237474"/>
              <a:gd name="connsiteX14" fmla="*/ 10805004 w 12192000"/>
              <a:gd name="connsiteY14" fmla="*/ 757573 h 2237474"/>
              <a:gd name="connsiteX15" fmla="*/ 10739478 w 12192000"/>
              <a:gd name="connsiteY15" fmla="*/ 776841 h 2237474"/>
              <a:gd name="connsiteX16" fmla="*/ 10458762 w 12192000"/>
              <a:gd name="connsiteY16" fmla="*/ 755400 h 2237474"/>
              <a:gd name="connsiteX17" fmla="*/ 10211200 w 12192000"/>
              <a:gd name="connsiteY17" fmla="*/ 767513 h 2237474"/>
              <a:gd name="connsiteX18" fmla="*/ 10167995 w 12192000"/>
              <a:gd name="connsiteY18" fmla="*/ 760843 h 2237474"/>
              <a:gd name="connsiteX19" fmla="*/ 9997044 w 12192000"/>
              <a:gd name="connsiteY19" fmla="*/ 780129 h 2237474"/>
              <a:gd name="connsiteX20" fmla="*/ 9943887 w 12192000"/>
              <a:gd name="connsiteY20" fmla="*/ 804141 h 2237474"/>
              <a:gd name="connsiteX21" fmla="*/ 9918248 w 12192000"/>
              <a:gd name="connsiteY21" fmla="*/ 816628 h 2237474"/>
              <a:gd name="connsiteX22" fmla="*/ 9767091 w 12192000"/>
              <a:gd name="connsiteY22" fmla="*/ 870550 h 2237474"/>
              <a:gd name="connsiteX23" fmla="*/ 9683005 w 12192000"/>
              <a:gd name="connsiteY23" fmla="*/ 894128 h 2237474"/>
              <a:gd name="connsiteX24" fmla="*/ 9594438 w 12192000"/>
              <a:gd name="connsiteY24" fmla="*/ 919051 h 2237474"/>
              <a:gd name="connsiteX25" fmla="*/ 9577033 w 12192000"/>
              <a:gd name="connsiteY25" fmla="*/ 922857 h 2237474"/>
              <a:gd name="connsiteX26" fmla="*/ 9544189 w 12192000"/>
              <a:gd name="connsiteY26" fmla="*/ 938966 h 2237474"/>
              <a:gd name="connsiteX27" fmla="*/ 9500499 w 12192000"/>
              <a:gd name="connsiteY27" fmla="*/ 954680 h 2237474"/>
              <a:gd name="connsiteX28" fmla="*/ 9428195 w 12192000"/>
              <a:gd name="connsiteY28" fmla="*/ 986225 h 2237474"/>
              <a:gd name="connsiteX29" fmla="*/ 9410017 w 12192000"/>
              <a:gd name="connsiteY29" fmla="*/ 993931 h 2237474"/>
              <a:gd name="connsiteX30" fmla="*/ 9392919 w 12192000"/>
              <a:gd name="connsiteY30" fmla="*/ 994656 h 2237474"/>
              <a:gd name="connsiteX31" fmla="*/ 9278619 w 12192000"/>
              <a:gd name="connsiteY31" fmla="*/ 1011878 h 2237474"/>
              <a:gd name="connsiteX32" fmla="*/ 9268019 w 12192000"/>
              <a:gd name="connsiteY32" fmla="*/ 1007442 h 2237474"/>
              <a:gd name="connsiteX33" fmla="*/ 9234662 w 12192000"/>
              <a:gd name="connsiteY33" fmla="*/ 1023056 h 2237474"/>
              <a:gd name="connsiteX34" fmla="*/ 9181033 w 12192000"/>
              <a:gd name="connsiteY34" fmla="*/ 1037921 h 2237474"/>
              <a:gd name="connsiteX35" fmla="*/ 9155969 w 12192000"/>
              <a:gd name="connsiteY35" fmla="*/ 1046804 h 2237474"/>
              <a:gd name="connsiteX36" fmla="*/ 9133985 w 12192000"/>
              <a:gd name="connsiteY36" fmla="*/ 1046450 h 2237474"/>
              <a:gd name="connsiteX37" fmla="*/ 9012987 w 12192000"/>
              <a:gd name="connsiteY37" fmla="*/ 1061986 h 2237474"/>
              <a:gd name="connsiteX38" fmla="*/ 8968445 w 12192000"/>
              <a:gd name="connsiteY38" fmla="*/ 1052169 h 2237474"/>
              <a:gd name="connsiteX39" fmla="*/ 8958984 w 12192000"/>
              <a:gd name="connsiteY39" fmla="*/ 1057212 h 2237474"/>
              <a:gd name="connsiteX40" fmla="*/ 8886001 w 12192000"/>
              <a:gd name="connsiteY40" fmla="*/ 1067468 h 2237474"/>
              <a:gd name="connsiteX41" fmla="*/ 8838610 w 12192000"/>
              <a:gd name="connsiteY41" fmla="*/ 1075091 h 2237474"/>
              <a:gd name="connsiteX42" fmla="*/ 8750383 w 12192000"/>
              <a:gd name="connsiteY42" fmla="*/ 1097387 h 2237474"/>
              <a:gd name="connsiteX43" fmla="*/ 8665605 w 12192000"/>
              <a:gd name="connsiteY43" fmla="*/ 1110791 h 2237474"/>
              <a:gd name="connsiteX44" fmla="*/ 8584946 w 12192000"/>
              <a:gd name="connsiteY44" fmla="*/ 1135226 h 2237474"/>
              <a:gd name="connsiteX45" fmla="*/ 8460755 w 12192000"/>
              <a:gd name="connsiteY45" fmla="*/ 1203427 h 2237474"/>
              <a:gd name="connsiteX46" fmla="*/ 8419755 w 12192000"/>
              <a:gd name="connsiteY46" fmla="*/ 1216260 h 2237474"/>
              <a:gd name="connsiteX47" fmla="*/ 8411626 w 12192000"/>
              <a:gd name="connsiteY47" fmla="*/ 1214397 h 2237474"/>
              <a:gd name="connsiteX48" fmla="*/ 8363469 w 12192000"/>
              <a:gd name="connsiteY48" fmla="*/ 1246658 h 2237474"/>
              <a:gd name="connsiteX49" fmla="*/ 8275497 w 12192000"/>
              <a:gd name="connsiteY49" fmla="*/ 1264396 h 2237474"/>
              <a:gd name="connsiteX50" fmla="*/ 8206287 w 12192000"/>
              <a:gd name="connsiteY50" fmla="*/ 1273060 h 2237474"/>
              <a:gd name="connsiteX51" fmla="*/ 8168705 w 12192000"/>
              <a:gd name="connsiteY51" fmla="*/ 1279956 h 2237474"/>
              <a:gd name="connsiteX52" fmla="*/ 8139997 w 12192000"/>
              <a:gd name="connsiteY52" fmla="*/ 1282713 h 2237474"/>
              <a:gd name="connsiteX53" fmla="*/ 8074238 w 12192000"/>
              <a:gd name="connsiteY53" fmla="*/ 1301895 h 2237474"/>
              <a:gd name="connsiteX54" fmla="*/ 7968292 w 12192000"/>
              <a:gd name="connsiteY54" fmla="*/ 1338779 h 2237474"/>
              <a:gd name="connsiteX55" fmla="*/ 7902328 w 12192000"/>
              <a:gd name="connsiteY55" fmla="*/ 1345865 h 2237474"/>
              <a:gd name="connsiteX56" fmla="*/ 7875879 w 12192000"/>
              <a:gd name="connsiteY56" fmla="*/ 1345646 h 2237474"/>
              <a:gd name="connsiteX57" fmla="*/ 7840612 w 12192000"/>
              <a:gd name="connsiteY57" fmla="*/ 1369373 h 2237474"/>
              <a:gd name="connsiteX58" fmla="*/ 7786819 w 12192000"/>
              <a:gd name="connsiteY58" fmla="*/ 1378970 h 2237474"/>
              <a:gd name="connsiteX59" fmla="*/ 7548172 w 12192000"/>
              <a:gd name="connsiteY59" fmla="*/ 1417460 h 2237474"/>
              <a:gd name="connsiteX60" fmla="*/ 7483437 w 12192000"/>
              <a:gd name="connsiteY60" fmla="*/ 1478152 h 2237474"/>
              <a:gd name="connsiteX61" fmla="*/ 7377870 w 12192000"/>
              <a:gd name="connsiteY61" fmla="*/ 1523319 h 2237474"/>
              <a:gd name="connsiteX62" fmla="*/ 7230737 w 12192000"/>
              <a:gd name="connsiteY62" fmla="*/ 1562633 h 2237474"/>
              <a:gd name="connsiteX63" fmla="*/ 7224458 w 12192000"/>
              <a:gd name="connsiteY63" fmla="*/ 1573008 h 2237474"/>
              <a:gd name="connsiteX64" fmla="*/ 7183121 w 12192000"/>
              <a:gd name="connsiteY64" fmla="*/ 1595162 h 2237474"/>
              <a:gd name="connsiteX65" fmla="*/ 7164601 w 12192000"/>
              <a:gd name="connsiteY65" fmla="*/ 1606490 h 2237474"/>
              <a:gd name="connsiteX66" fmla="*/ 7092727 w 12192000"/>
              <a:gd name="connsiteY66" fmla="*/ 1623628 h 2237474"/>
              <a:gd name="connsiteX67" fmla="*/ 7031309 w 12192000"/>
              <a:gd name="connsiteY67" fmla="*/ 1619451 h 2237474"/>
              <a:gd name="connsiteX68" fmla="*/ 6999084 w 12192000"/>
              <a:gd name="connsiteY68" fmla="*/ 1634317 h 2237474"/>
              <a:gd name="connsiteX69" fmla="*/ 6992107 w 12192000"/>
              <a:gd name="connsiteY69" fmla="*/ 1636860 h 2237474"/>
              <a:gd name="connsiteX70" fmla="*/ 6900177 w 12192000"/>
              <a:gd name="connsiteY70" fmla="*/ 1636016 h 2237474"/>
              <a:gd name="connsiteX71" fmla="*/ 6795372 w 12192000"/>
              <a:gd name="connsiteY71" fmla="*/ 1644845 h 2237474"/>
              <a:gd name="connsiteX72" fmla="*/ 6692251 w 12192000"/>
              <a:gd name="connsiteY72" fmla="*/ 1656357 h 2237474"/>
              <a:gd name="connsiteX73" fmla="*/ 6655235 w 12192000"/>
              <a:gd name="connsiteY73" fmla="*/ 1661869 h 2237474"/>
              <a:gd name="connsiteX74" fmla="*/ 6554894 w 12192000"/>
              <a:gd name="connsiteY74" fmla="*/ 1664428 h 2237474"/>
              <a:gd name="connsiteX75" fmla="*/ 6516595 w 12192000"/>
              <a:gd name="connsiteY75" fmla="*/ 1667475 h 2237474"/>
              <a:gd name="connsiteX76" fmla="*/ 6508541 w 12192000"/>
              <a:gd name="connsiteY76" fmla="*/ 1668757 h 2237474"/>
              <a:gd name="connsiteX77" fmla="*/ 6471012 w 12192000"/>
              <a:gd name="connsiteY77" fmla="*/ 1678604 h 2237474"/>
              <a:gd name="connsiteX78" fmla="*/ 6364035 w 12192000"/>
              <a:gd name="connsiteY78" fmla="*/ 1667683 h 2237474"/>
              <a:gd name="connsiteX79" fmla="*/ 6280959 w 12192000"/>
              <a:gd name="connsiteY79" fmla="*/ 1689329 h 2237474"/>
              <a:gd name="connsiteX80" fmla="*/ 6243319 w 12192000"/>
              <a:gd name="connsiteY80" fmla="*/ 1695560 h 2237474"/>
              <a:gd name="connsiteX81" fmla="*/ 6098321 w 12192000"/>
              <a:gd name="connsiteY81" fmla="*/ 1721646 h 2237474"/>
              <a:gd name="connsiteX82" fmla="*/ 5880652 w 12192000"/>
              <a:gd name="connsiteY82" fmla="*/ 1779643 h 2237474"/>
              <a:gd name="connsiteX83" fmla="*/ 5785959 w 12192000"/>
              <a:gd name="connsiteY83" fmla="*/ 1775307 h 2237474"/>
              <a:gd name="connsiteX84" fmla="*/ 5643534 w 12192000"/>
              <a:gd name="connsiteY84" fmla="*/ 1802919 h 2237474"/>
              <a:gd name="connsiteX85" fmla="*/ 5518799 w 12192000"/>
              <a:gd name="connsiteY85" fmla="*/ 1818312 h 2237474"/>
              <a:gd name="connsiteX86" fmla="*/ 5505014 w 12192000"/>
              <a:gd name="connsiteY86" fmla="*/ 1819259 h 2237474"/>
              <a:gd name="connsiteX87" fmla="*/ 5453307 w 12192000"/>
              <a:gd name="connsiteY87" fmla="*/ 1815450 h 2237474"/>
              <a:gd name="connsiteX88" fmla="*/ 5364192 w 12192000"/>
              <a:gd name="connsiteY88" fmla="*/ 1826074 h 2237474"/>
              <a:gd name="connsiteX89" fmla="*/ 5350380 w 12192000"/>
              <a:gd name="connsiteY89" fmla="*/ 1830891 h 2237474"/>
              <a:gd name="connsiteX90" fmla="*/ 5259633 w 12192000"/>
              <a:gd name="connsiteY90" fmla="*/ 1837160 h 2237474"/>
              <a:gd name="connsiteX91" fmla="*/ 5197513 w 12192000"/>
              <a:gd name="connsiteY91" fmla="*/ 1844718 h 2237474"/>
              <a:gd name="connsiteX92" fmla="*/ 5168852 w 12192000"/>
              <a:gd name="connsiteY92" fmla="*/ 1844846 h 2237474"/>
              <a:gd name="connsiteX93" fmla="*/ 5114927 w 12192000"/>
              <a:gd name="connsiteY93" fmla="*/ 1847827 h 2237474"/>
              <a:gd name="connsiteX94" fmla="*/ 5108970 w 12192000"/>
              <a:gd name="connsiteY94" fmla="*/ 1847935 h 2237474"/>
              <a:gd name="connsiteX95" fmla="*/ 5067961 w 12192000"/>
              <a:gd name="connsiteY95" fmla="*/ 1845917 h 2237474"/>
              <a:gd name="connsiteX96" fmla="*/ 5007075 w 12192000"/>
              <a:gd name="connsiteY96" fmla="*/ 1838626 h 2237474"/>
              <a:gd name="connsiteX97" fmla="*/ 4944087 w 12192000"/>
              <a:gd name="connsiteY97" fmla="*/ 1823332 h 2237474"/>
              <a:gd name="connsiteX98" fmla="*/ 4907662 w 12192000"/>
              <a:gd name="connsiteY98" fmla="*/ 1816900 h 2237474"/>
              <a:gd name="connsiteX99" fmla="*/ 4882386 w 12192000"/>
              <a:gd name="connsiteY99" fmla="*/ 1809844 h 2237474"/>
              <a:gd name="connsiteX100" fmla="*/ 4811440 w 12192000"/>
              <a:gd name="connsiteY100" fmla="*/ 1804655 h 2237474"/>
              <a:gd name="connsiteX101" fmla="*/ 4691075 w 12192000"/>
              <a:gd name="connsiteY101" fmla="*/ 1801389 h 2237474"/>
              <a:gd name="connsiteX102" fmla="*/ 4611738 w 12192000"/>
              <a:gd name="connsiteY102" fmla="*/ 1776964 h 2237474"/>
              <a:gd name="connsiteX103" fmla="*/ 4560070 w 12192000"/>
              <a:gd name="connsiteY103" fmla="*/ 1785640 h 2237474"/>
              <a:gd name="connsiteX104" fmla="*/ 4536503 w 12192000"/>
              <a:gd name="connsiteY104" fmla="*/ 1785334 h 2237474"/>
              <a:gd name="connsiteX105" fmla="*/ 4513724 w 12192000"/>
              <a:gd name="connsiteY105" fmla="*/ 1791996 h 2237474"/>
              <a:gd name="connsiteX106" fmla="*/ 4459810 w 12192000"/>
              <a:gd name="connsiteY106" fmla="*/ 1797886 h 2237474"/>
              <a:gd name="connsiteX107" fmla="*/ 4379064 w 12192000"/>
              <a:gd name="connsiteY107" fmla="*/ 1817177 h 2237474"/>
              <a:gd name="connsiteX108" fmla="*/ 4319209 w 12192000"/>
              <a:gd name="connsiteY108" fmla="*/ 1834833 h 2237474"/>
              <a:gd name="connsiteX109" fmla="*/ 4290981 w 12192000"/>
              <a:gd name="connsiteY109" fmla="*/ 1839677 h 2237474"/>
              <a:gd name="connsiteX110" fmla="*/ 4285792 w 12192000"/>
              <a:gd name="connsiteY110" fmla="*/ 1836231 h 2237474"/>
              <a:gd name="connsiteX111" fmla="*/ 4238372 w 12192000"/>
              <a:gd name="connsiteY111" fmla="*/ 1851480 h 2237474"/>
              <a:gd name="connsiteX112" fmla="*/ 4232517 w 12192000"/>
              <a:gd name="connsiteY112" fmla="*/ 1852567 h 2237474"/>
              <a:gd name="connsiteX113" fmla="*/ 4191732 w 12192000"/>
              <a:gd name="connsiteY113" fmla="*/ 1857328 h 2237474"/>
              <a:gd name="connsiteX114" fmla="*/ 4065532 w 12192000"/>
              <a:gd name="connsiteY114" fmla="*/ 1855477 h 2237474"/>
              <a:gd name="connsiteX115" fmla="*/ 4028460 w 12192000"/>
              <a:gd name="connsiteY115" fmla="*/ 1855137 h 2237474"/>
              <a:gd name="connsiteX116" fmla="*/ 4002267 w 12192000"/>
              <a:gd name="connsiteY116" fmla="*/ 1852352 h 2237474"/>
              <a:gd name="connsiteX117" fmla="*/ 3931396 w 12192000"/>
              <a:gd name="connsiteY117" fmla="*/ 1858915 h 2237474"/>
              <a:gd name="connsiteX118" fmla="*/ 3812162 w 12192000"/>
              <a:gd name="connsiteY118" fmla="*/ 1875501 h 2237474"/>
              <a:gd name="connsiteX119" fmla="*/ 3729530 w 12192000"/>
              <a:gd name="connsiteY119" fmla="*/ 1864513 h 2237474"/>
              <a:gd name="connsiteX120" fmla="*/ 3680177 w 12192000"/>
              <a:gd name="connsiteY120" fmla="*/ 1881552 h 2237474"/>
              <a:gd name="connsiteX121" fmla="*/ 3567259 w 12192000"/>
              <a:gd name="connsiteY121" fmla="*/ 1893482 h 2237474"/>
              <a:gd name="connsiteX122" fmla="*/ 3405770 w 12192000"/>
              <a:gd name="connsiteY122" fmla="*/ 1904591 h 2237474"/>
              <a:gd name="connsiteX123" fmla="*/ 3280097 w 12192000"/>
              <a:gd name="connsiteY123" fmla="*/ 1919610 h 2237474"/>
              <a:gd name="connsiteX124" fmla="*/ 3123424 w 12192000"/>
              <a:gd name="connsiteY124" fmla="*/ 1952930 h 2237474"/>
              <a:gd name="connsiteX125" fmla="*/ 3009910 w 12192000"/>
              <a:gd name="connsiteY125" fmla="*/ 1957866 h 2237474"/>
              <a:gd name="connsiteX126" fmla="*/ 2995934 w 12192000"/>
              <a:gd name="connsiteY126" fmla="*/ 1967085 h 2237474"/>
              <a:gd name="connsiteX127" fmla="*/ 2980071 w 12192000"/>
              <a:gd name="connsiteY127" fmla="*/ 1972988 h 2237474"/>
              <a:gd name="connsiteX128" fmla="*/ 2978094 w 12192000"/>
              <a:gd name="connsiteY128" fmla="*/ 1972369 h 2237474"/>
              <a:gd name="connsiteX129" fmla="*/ 2942858 w 12192000"/>
              <a:gd name="connsiteY129" fmla="*/ 1981367 h 2237474"/>
              <a:gd name="connsiteX130" fmla="*/ 2875436 w 12192000"/>
              <a:gd name="connsiteY130" fmla="*/ 1996977 h 2237474"/>
              <a:gd name="connsiteX131" fmla="*/ 2874892 w 12192000"/>
              <a:gd name="connsiteY131" fmla="*/ 1996085 h 2237474"/>
              <a:gd name="connsiteX132" fmla="*/ 2864145 w 12192000"/>
              <a:gd name="connsiteY132" fmla="*/ 1994061 h 2237474"/>
              <a:gd name="connsiteX133" fmla="*/ 2843662 w 12192000"/>
              <a:gd name="connsiteY133" fmla="*/ 1992498 h 2237474"/>
              <a:gd name="connsiteX134" fmla="*/ 2796128 w 12192000"/>
              <a:gd name="connsiteY134" fmla="*/ 1976403 h 2237474"/>
              <a:gd name="connsiteX135" fmla="*/ 2756784 w 12192000"/>
              <a:gd name="connsiteY135" fmla="*/ 1985116 h 2237474"/>
              <a:gd name="connsiteX136" fmla="*/ 2748833 w 12192000"/>
              <a:gd name="connsiteY136" fmla="*/ 1986323 h 2237474"/>
              <a:gd name="connsiteX137" fmla="*/ 2748661 w 12192000"/>
              <a:gd name="connsiteY137" fmla="*/ 1986122 h 2237474"/>
              <a:gd name="connsiteX138" fmla="*/ 2740251 w 12192000"/>
              <a:gd name="connsiteY138" fmla="*/ 1986946 h 2237474"/>
              <a:gd name="connsiteX139" fmla="*/ 2718916 w 12192000"/>
              <a:gd name="connsiteY139" fmla="*/ 1990867 h 2237474"/>
              <a:gd name="connsiteX140" fmla="*/ 2713522 w 12192000"/>
              <a:gd name="connsiteY140" fmla="*/ 1990173 h 2237474"/>
              <a:gd name="connsiteX141" fmla="*/ 2680597 w 12192000"/>
              <a:gd name="connsiteY141" fmla="*/ 1984996 h 2237474"/>
              <a:gd name="connsiteX142" fmla="*/ 2578178 w 12192000"/>
              <a:gd name="connsiteY142" fmla="*/ 1990531 h 2237474"/>
              <a:gd name="connsiteX143" fmla="*/ 2476147 w 12192000"/>
              <a:gd name="connsiteY143" fmla="*/ 1998305 h 2237474"/>
              <a:gd name="connsiteX144" fmla="*/ 2373568 w 12192000"/>
              <a:gd name="connsiteY144" fmla="*/ 2003219 h 2237474"/>
              <a:gd name="connsiteX145" fmla="*/ 2321399 w 12192000"/>
              <a:gd name="connsiteY145" fmla="*/ 1989467 h 2237474"/>
              <a:gd name="connsiteX146" fmla="*/ 2315525 w 12192000"/>
              <a:gd name="connsiteY146" fmla="*/ 1989708 h 2237474"/>
              <a:gd name="connsiteX147" fmla="*/ 2300792 w 12192000"/>
              <a:gd name="connsiteY147" fmla="*/ 1994290 h 2237474"/>
              <a:gd name="connsiteX148" fmla="*/ 2295469 w 12192000"/>
              <a:gd name="connsiteY148" fmla="*/ 1996659 h 2237474"/>
              <a:gd name="connsiteX149" fmla="*/ 2287219 w 12192000"/>
              <a:gd name="connsiteY149" fmla="*/ 1998750 h 2237474"/>
              <a:gd name="connsiteX150" fmla="*/ 2286948 w 12192000"/>
              <a:gd name="connsiteY150" fmla="*/ 1998596 h 2237474"/>
              <a:gd name="connsiteX151" fmla="*/ 2243069 w 12192000"/>
              <a:gd name="connsiteY151" fmla="*/ 2015111 h 2237474"/>
              <a:gd name="connsiteX152" fmla="*/ 2186609 w 12192000"/>
              <a:gd name="connsiteY152" fmla="*/ 2008263 h 2237474"/>
              <a:gd name="connsiteX153" fmla="*/ 2164831 w 12192000"/>
              <a:gd name="connsiteY153" fmla="*/ 2010143 h 2237474"/>
              <a:gd name="connsiteX154" fmla="*/ 2152836 w 12192000"/>
              <a:gd name="connsiteY154" fmla="*/ 2010048 h 2237474"/>
              <a:gd name="connsiteX155" fmla="*/ 2117102 w 12192000"/>
              <a:gd name="connsiteY155" fmla="*/ 2023004 h 2237474"/>
              <a:gd name="connsiteX156" fmla="*/ 2111935 w 12192000"/>
              <a:gd name="connsiteY156" fmla="*/ 2023163 h 2237474"/>
              <a:gd name="connsiteX157" fmla="*/ 2089991 w 12192000"/>
              <a:gd name="connsiteY157" fmla="*/ 2034193 h 2237474"/>
              <a:gd name="connsiteX158" fmla="*/ 2058061 w 12192000"/>
              <a:gd name="connsiteY158" fmla="*/ 2047942 h 2237474"/>
              <a:gd name="connsiteX159" fmla="*/ 2055737 w 12192000"/>
              <a:gd name="connsiteY159" fmla="*/ 2047704 h 2237474"/>
              <a:gd name="connsiteX160" fmla="*/ 2042244 w 12192000"/>
              <a:gd name="connsiteY160" fmla="*/ 2055560 h 2237474"/>
              <a:gd name="connsiteX161" fmla="*/ 1976224 w 12192000"/>
              <a:gd name="connsiteY161" fmla="*/ 2074257 h 2237474"/>
              <a:gd name="connsiteX162" fmla="*/ 1877728 w 12192000"/>
              <a:gd name="connsiteY162" fmla="*/ 2101004 h 2237474"/>
              <a:gd name="connsiteX163" fmla="*/ 1759056 w 12192000"/>
              <a:gd name="connsiteY163" fmla="*/ 2125608 h 2237474"/>
              <a:gd name="connsiteX164" fmla="*/ 1637948 w 12192000"/>
              <a:gd name="connsiteY164" fmla="*/ 2172597 h 2237474"/>
              <a:gd name="connsiteX165" fmla="*/ 1434549 w 12192000"/>
              <a:gd name="connsiteY165" fmla="*/ 2234522 h 2237474"/>
              <a:gd name="connsiteX166" fmla="*/ 1398481 w 12192000"/>
              <a:gd name="connsiteY166" fmla="*/ 2237074 h 2237474"/>
              <a:gd name="connsiteX167" fmla="*/ 1398407 w 12192000"/>
              <a:gd name="connsiteY167" fmla="*/ 2237095 h 2237474"/>
              <a:gd name="connsiteX168" fmla="*/ 1370962 w 12192000"/>
              <a:gd name="connsiteY168" fmla="*/ 2237474 h 2237474"/>
              <a:gd name="connsiteX169" fmla="*/ 1356367 w 12192000"/>
              <a:gd name="connsiteY169" fmla="*/ 2235089 h 2237474"/>
              <a:gd name="connsiteX170" fmla="*/ 1324828 w 12192000"/>
              <a:gd name="connsiteY170" fmla="*/ 2231968 h 2237474"/>
              <a:gd name="connsiteX171" fmla="*/ 1297744 w 12192000"/>
              <a:gd name="connsiteY171" fmla="*/ 2235849 h 2237474"/>
              <a:gd name="connsiteX172" fmla="*/ 1286236 w 12192000"/>
              <a:gd name="connsiteY172" fmla="*/ 2233135 h 2237474"/>
              <a:gd name="connsiteX173" fmla="*/ 1283504 w 12192000"/>
              <a:gd name="connsiteY173" fmla="*/ 2233797 h 2237474"/>
              <a:gd name="connsiteX174" fmla="*/ 1279765 w 12192000"/>
              <a:gd name="connsiteY174" fmla="*/ 2229639 h 2237474"/>
              <a:gd name="connsiteX175" fmla="*/ 1195347 w 12192000"/>
              <a:gd name="connsiteY175" fmla="*/ 2212354 h 2237474"/>
              <a:gd name="connsiteX176" fmla="*/ 970251 w 12192000"/>
              <a:gd name="connsiteY176" fmla="*/ 2221029 h 2237474"/>
              <a:gd name="connsiteX177" fmla="*/ 812914 w 12192000"/>
              <a:gd name="connsiteY177" fmla="*/ 2202752 h 2237474"/>
              <a:gd name="connsiteX178" fmla="*/ 800195 w 12192000"/>
              <a:gd name="connsiteY178" fmla="*/ 2209407 h 2237474"/>
              <a:gd name="connsiteX179" fmla="*/ 784978 w 12192000"/>
              <a:gd name="connsiteY179" fmla="*/ 2212360 h 2237474"/>
              <a:gd name="connsiteX180" fmla="*/ 681987 w 12192000"/>
              <a:gd name="connsiteY180" fmla="*/ 2216757 h 2237474"/>
              <a:gd name="connsiteX181" fmla="*/ 669923 w 12192000"/>
              <a:gd name="connsiteY181" fmla="*/ 2211682 h 2237474"/>
              <a:gd name="connsiteX182" fmla="*/ 648680 w 12192000"/>
              <a:gd name="connsiteY182" fmla="*/ 2206229 h 2237474"/>
              <a:gd name="connsiteX183" fmla="*/ 597225 w 12192000"/>
              <a:gd name="connsiteY183" fmla="*/ 2180999 h 2237474"/>
              <a:gd name="connsiteX184" fmla="*/ 558449 w 12192000"/>
              <a:gd name="connsiteY184" fmla="*/ 2182346 h 2237474"/>
              <a:gd name="connsiteX185" fmla="*/ 550517 w 12192000"/>
              <a:gd name="connsiteY185" fmla="*/ 2182060 h 2237474"/>
              <a:gd name="connsiteX186" fmla="*/ 550309 w 12192000"/>
              <a:gd name="connsiteY186" fmla="*/ 2181825 h 2237474"/>
              <a:gd name="connsiteX187" fmla="*/ 541836 w 12192000"/>
              <a:gd name="connsiteY187" fmla="*/ 2181063 h 2237474"/>
              <a:gd name="connsiteX188" fmla="*/ 536057 w 12192000"/>
              <a:gd name="connsiteY188" fmla="*/ 2181537 h 2237474"/>
              <a:gd name="connsiteX189" fmla="*/ 520671 w 12192000"/>
              <a:gd name="connsiteY189" fmla="*/ 2180980 h 2237474"/>
              <a:gd name="connsiteX190" fmla="*/ 515024 w 12192000"/>
              <a:gd name="connsiteY190" fmla="*/ 2179258 h 2237474"/>
              <a:gd name="connsiteX191" fmla="*/ 512278 w 12192000"/>
              <a:gd name="connsiteY191" fmla="*/ 2176369 h 2237474"/>
              <a:gd name="connsiteX192" fmla="*/ 480419 w 12192000"/>
              <a:gd name="connsiteY192" fmla="*/ 2167807 h 2237474"/>
              <a:gd name="connsiteX193" fmla="*/ 413835 w 12192000"/>
              <a:gd name="connsiteY193" fmla="*/ 2156783 h 2237474"/>
              <a:gd name="connsiteX194" fmla="*/ 376513 w 12192000"/>
              <a:gd name="connsiteY194" fmla="*/ 2154014 h 2237474"/>
              <a:gd name="connsiteX195" fmla="*/ 273386 w 12192000"/>
              <a:gd name="connsiteY195" fmla="*/ 2142551 h 2237474"/>
              <a:gd name="connsiteX196" fmla="*/ 169207 w 12192000"/>
              <a:gd name="connsiteY196" fmla="*/ 2128100 h 2237474"/>
              <a:gd name="connsiteX197" fmla="*/ 93149 w 12192000"/>
              <a:gd name="connsiteY197" fmla="*/ 2105324 h 2237474"/>
              <a:gd name="connsiteX198" fmla="*/ 88109 w 12192000"/>
              <a:gd name="connsiteY198" fmla="*/ 2106704 h 2237474"/>
              <a:gd name="connsiteX199" fmla="*/ 80022 w 12192000"/>
              <a:gd name="connsiteY199" fmla="*/ 2107254 h 2237474"/>
              <a:gd name="connsiteX200" fmla="*/ 79717 w 12192000"/>
              <a:gd name="connsiteY200" fmla="*/ 2107046 h 2237474"/>
              <a:gd name="connsiteX201" fmla="*/ 72352 w 12192000"/>
              <a:gd name="connsiteY201" fmla="*/ 2107991 h 2237474"/>
              <a:gd name="connsiteX202" fmla="*/ 37645 w 12192000"/>
              <a:gd name="connsiteY202" fmla="*/ 2115401 h 2237474"/>
              <a:gd name="connsiteX203" fmla="*/ 4572 w 12192000"/>
              <a:gd name="connsiteY203" fmla="*/ 2111091 h 2237474"/>
              <a:gd name="connsiteX204" fmla="*/ 0 w 12192000"/>
              <a:gd name="connsiteY204" fmla="*/ 2110468 h 2237474"/>
              <a:gd name="connsiteX205" fmla="*/ 0 w 12192000"/>
              <a:gd name="connsiteY20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834800 w 12192000"/>
              <a:gd name="connsiteY7" fmla="*/ 747840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34688 w 12192000"/>
              <a:gd name="connsiteY13" fmla="*/ 757726 h 2237474"/>
              <a:gd name="connsiteX14" fmla="*/ 10805004 w 12192000"/>
              <a:gd name="connsiteY14" fmla="*/ 757573 h 2237474"/>
              <a:gd name="connsiteX15" fmla="*/ 10739478 w 12192000"/>
              <a:gd name="connsiteY15" fmla="*/ 776841 h 2237474"/>
              <a:gd name="connsiteX16" fmla="*/ 10458762 w 12192000"/>
              <a:gd name="connsiteY16" fmla="*/ 755400 h 2237474"/>
              <a:gd name="connsiteX17" fmla="*/ 10211200 w 12192000"/>
              <a:gd name="connsiteY17" fmla="*/ 767513 h 2237474"/>
              <a:gd name="connsiteX18" fmla="*/ 10167995 w 12192000"/>
              <a:gd name="connsiteY18" fmla="*/ 760843 h 2237474"/>
              <a:gd name="connsiteX19" fmla="*/ 9997044 w 12192000"/>
              <a:gd name="connsiteY19" fmla="*/ 780129 h 2237474"/>
              <a:gd name="connsiteX20" fmla="*/ 9943887 w 12192000"/>
              <a:gd name="connsiteY20" fmla="*/ 804141 h 2237474"/>
              <a:gd name="connsiteX21" fmla="*/ 9918248 w 12192000"/>
              <a:gd name="connsiteY21" fmla="*/ 816628 h 2237474"/>
              <a:gd name="connsiteX22" fmla="*/ 9767091 w 12192000"/>
              <a:gd name="connsiteY22" fmla="*/ 870550 h 2237474"/>
              <a:gd name="connsiteX23" fmla="*/ 9683005 w 12192000"/>
              <a:gd name="connsiteY23" fmla="*/ 894128 h 2237474"/>
              <a:gd name="connsiteX24" fmla="*/ 9594438 w 12192000"/>
              <a:gd name="connsiteY24" fmla="*/ 919051 h 2237474"/>
              <a:gd name="connsiteX25" fmla="*/ 9577033 w 12192000"/>
              <a:gd name="connsiteY25" fmla="*/ 922857 h 2237474"/>
              <a:gd name="connsiteX26" fmla="*/ 9544189 w 12192000"/>
              <a:gd name="connsiteY26" fmla="*/ 938966 h 2237474"/>
              <a:gd name="connsiteX27" fmla="*/ 9500499 w 12192000"/>
              <a:gd name="connsiteY27" fmla="*/ 954680 h 2237474"/>
              <a:gd name="connsiteX28" fmla="*/ 9428195 w 12192000"/>
              <a:gd name="connsiteY28" fmla="*/ 986225 h 2237474"/>
              <a:gd name="connsiteX29" fmla="*/ 9410017 w 12192000"/>
              <a:gd name="connsiteY29" fmla="*/ 993931 h 2237474"/>
              <a:gd name="connsiteX30" fmla="*/ 9392919 w 12192000"/>
              <a:gd name="connsiteY30" fmla="*/ 994656 h 2237474"/>
              <a:gd name="connsiteX31" fmla="*/ 9278619 w 12192000"/>
              <a:gd name="connsiteY31" fmla="*/ 1011878 h 2237474"/>
              <a:gd name="connsiteX32" fmla="*/ 9268019 w 12192000"/>
              <a:gd name="connsiteY32" fmla="*/ 1007442 h 2237474"/>
              <a:gd name="connsiteX33" fmla="*/ 9234662 w 12192000"/>
              <a:gd name="connsiteY33" fmla="*/ 1023056 h 2237474"/>
              <a:gd name="connsiteX34" fmla="*/ 9181033 w 12192000"/>
              <a:gd name="connsiteY34" fmla="*/ 1037921 h 2237474"/>
              <a:gd name="connsiteX35" fmla="*/ 9155969 w 12192000"/>
              <a:gd name="connsiteY35" fmla="*/ 1046804 h 2237474"/>
              <a:gd name="connsiteX36" fmla="*/ 9133985 w 12192000"/>
              <a:gd name="connsiteY36" fmla="*/ 1046450 h 2237474"/>
              <a:gd name="connsiteX37" fmla="*/ 9012987 w 12192000"/>
              <a:gd name="connsiteY37" fmla="*/ 1061986 h 2237474"/>
              <a:gd name="connsiteX38" fmla="*/ 8968445 w 12192000"/>
              <a:gd name="connsiteY38" fmla="*/ 1052169 h 2237474"/>
              <a:gd name="connsiteX39" fmla="*/ 8958984 w 12192000"/>
              <a:gd name="connsiteY39" fmla="*/ 1057212 h 2237474"/>
              <a:gd name="connsiteX40" fmla="*/ 8886001 w 12192000"/>
              <a:gd name="connsiteY40" fmla="*/ 1067468 h 2237474"/>
              <a:gd name="connsiteX41" fmla="*/ 8838610 w 12192000"/>
              <a:gd name="connsiteY41" fmla="*/ 1075091 h 2237474"/>
              <a:gd name="connsiteX42" fmla="*/ 8750383 w 12192000"/>
              <a:gd name="connsiteY42" fmla="*/ 1097387 h 2237474"/>
              <a:gd name="connsiteX43" fmla="*/ 8665605 w 12192000"/>
              <a:gd name="connsiteY43" fmla="*/ 1110791 h 2237474"/>
              <a:gd name="connsiteX44" fmla="*/ 8584946 w 12192000"/>
              <a:gd name="connsiteY44" fmla="*/ 1135226 h 2237474"/>
              <a:gd name="connsiteX45" fmla="*/ 8460755 w 12192000"/>
              <a:gd name="connsiteY45" fmla="*/ 1203427 h 2237474"/>
              <a:gd name="connsiteX46" fmla="*/ 8419755 w 12192000"/>
              <a:gd name="connsiteY46" fmla="*/ 1216260 h 2237474"/>
              <a:gd name="connsiteX47" fmla="*/ 8411626 w 12192000"/>
              <a:gd name="connsiteY47" fmla="*/ 1214397 h 2237474"/>
              <a:gd name="connsiteX48" fmla="*/ 8363469 w 12192000"/>
              <a:gd name="connsiteY48" fmla="*/ 1246658 h 2237474"/>
              <a:gd name="connsiteX49" fmla="*/ 8275497 w 12192000"/>
              <a:gd name="connsiteY49" fmla="*/ 1264396 h 2237474"/>
              <a:gd name="connsiteX50" fmla="*/ 8206287 w 12192000"/>
              <a:gd name="connsiteY50" fmla="*/ 1273060 h 2237474"/>
              <a:gd name="connsiteX51" fmla="*/ 8168705 w 12192000"/>
              <a:gd name="connsiteY51" fmla="*/ 1279956 h 2237474"/>
              <a:gd name="connsiteX52" fmla="*/ 8139997 w 12192000"/>
              <a:gd name="connsiteY52" fmla="*/ 1282713 h 2237474"/>
              <a:gd name="connsiteX53" fmla="*/ 8074238 w 12192000"/>
              <a:gd name="connsiteY53" fmla="*/ 1301895 h 2237474"/>
              <a:gd name="connsiteX54" fmla="*/ 7968292 w 12192000"/>
              <a:gd name="connsiteY54" fmla="*/ 1338779 h 2237474"/>
              <a:gd name="connsiteX55" fmla="*/ 7902328 w 12192000"/>
              <a:gd name="connsiteY55" fmla="*/ 1345865 h 2237474"/>
              <a:gd name="connsiteX56" fmla="*/ 7875879 w 12192000"/>
              <a:gd name="connsiteY56" fmla="*/ 1345646 h 2237474"/>
              <a:gd name="connsiteX57" fmla="*/ 7840612 w 12192000"/>
              <a:gd name="connsiteY57" fmla="*/ 1369373 h 2237474"/>
              <a:gd name="connsiteX58" fmla="*/ 7786819 w 12192000"/>
              <a:gd name="connsiteY58" fmla="*/ 1378970 h 2237474"/>
              <a:gd name="connsiteX59" fmla="*/ 7548172 w 12192000"/>
              <a:gd name="connsiteY59" fmla="*/ 1417460 h 2237474"/>
              <a:gd name="connsiteX60" fmla="*/ 7483437 w 12192000"/>
              <a:gd name="connsiteY60" fmla="*/ 1478152 h 2237474"/>
              <a:gd name="connsiteX61" fmla="*/ 7377870 w 12192000"/>
              <a:gd name="connsiteY61" fmla="*/ 1523319 h 2237474"/>
              <a:gd name="connsiteX62" fmla="*/ 7230737 w 12192000"/>
              <a:gd name="connsiteY62" fmla="*/ 1562633 h 2237474"/>
              <a:gd name="connsiteX63" fmla="*/ 7224458 w 12192000"/>
              <a:gd name="connsiteY63" fmla="*/ 1573008 h 2237474"/>
              <a:gd name="connsiteX64" fmla="*/ 7183121 w 12192000"/>
              <a:gd name="connsiteY64" fmla="*/ 1595162 h 2237474"/>
              <a:gd name="connsiteX65" fmla="*/ 7164601 w 12192000"/>
              <a:gd name="connsiteY65" fmla="*/ 1606490 h 2237474"/>
              <a:gd name="connsiteX66" fmla="*/ 7092727 w 12192000"/>
              <a:gd name="connsiteY66" fmla="*/ 1623628 h 2237474"/>
              <a:gd name="connsiteX67" fmla="*/ 7031309 w 12192000"/>
              <a:gd name="connsiteY67" fmla="*/ 1619451 h 2237474"/>
              <a:gd name="connsiteX68" fmla="*/ 6999084 w 12192000"/>
              <a:gd name="connsiteY68" fmla="*/ 1634317 h 2237474"/>
              <a:gd name="connsiteX69" fmla="*/ 6992107 w 12192000"/>
              <a:gd name="connsiteY69" fmla="*/ 1636860 h 2237474"/>
              <a:gd name="connsiteX70" fmla="*/ 6900177 w 12192000"/>
              <a:gd name="connsiteY70" fmla="*/ 1636016 h 2237474"/>
              <a:gd name="connsiteX71" fmla="*/ 6795372 w 12192000"/>
              <a:gd name="connsiteY71" fmla="*/ 1644845 h 2237474"/>
              <a:gd name="connsiteX72" fmla="*/ 6692251 w 12192000"/>
              <a:gd name="connsiteY72" fmla="*/ 1656357 h 2237474"/>
              <a:gd name="connsiteX73" fmla="*/ 6655235 w 12192000"/>
              <a:gd name="connsiteY73" fmla="*/ 1661869 h 2237474"/>
              <a:gd name="connsiteX74" fmla="*/ 6554894 w 12192000"/>
              <a:gd name="connsiteY74" fmla="*/ 1664428 h 2237474"/>
              <a:gd name="connsiteX75" fmla="*/ 6516595 w 12192000"/>
              <a:gd name="connsiteY75" fmla="*/ 1667475 h 2237474"/>
              <a:gd name="connsiteX76" fmla="*/ 6508541 w 12192000"/>
              <a:gd name="connsiteY76" fmla="*/ 1668757 h 2237474"/>
              <a:gd name="connsiteX77" fmla="*/ 6471012 w 12192000"/>
              <a:gd name="connsiteY77" fmla="*/ 1678604 h 2237474"/>
              <a:gd name="connsiteX78" fmla="*/ 6364035 w 12192000"/>
              <a:gd name="connsiteY78" fmla="*/ 1667683 h 2237474"/>
              <a:gd name="connsiteX79" fmla="*/ 6280959 w 12192000"/>
              <a:gd name="connsiteY79" fmla="*/ 1689329 h 2237474"/>
              <a:gd name="connsiteX80" fmla="*/ 6243319 w 12192000"/>
              <a:gd name="connsiteY80" fmla="*/ 1695560 h 2237474"/>
              <a:gd name="connsiteX81" fmla="*/ 6098321 w 12192000"/>
              <a:gd name="connsiteY81" fmla="*/ 1721646 h 2237474"/>
              <a:gd name="connsiteX82" fmla="*/ 5880652 w 12192000"/>
              <a:gd name="connsiteY82" fmla="*/ 1779643 h 2237474"/>
              <a:gd name="connsiteX83" fmla="*/ 5785959 w 12192000"/>
              <a:gd name="connsiteY83" fmla="*/ 1775307 h 2237474"/>
              <a:gd name="connsiteX84" fmla="*/ 5643534 w 12192000"/>
              <a:gd name="connsiteY84" fmla="*/ 1802919 h 2237474"/>
              <a:gd name="connsiteX85" fmla="*/ 5518799 w 12192000"/>
              <a:gd name="connsiteY85" fmla="*/ 1818312 h 2237474"/>
              <a:gd name="connsiteX86" fmla="*/ 5505014 w 12192000"/>
              <a:gd name="connsiteY86" fmla="*/ 1819259 h 2237474"/>
              <a:gd name="connsiteX87" fmla="*/ 5453307 w 12192000"/>
              <a:gd name="connsiteY87" fmla="*/ 1815450 h 2237474"/>
              <a:gd name="connsiteX88" fmla="*/ 5364192 w 12192000"/>
              <a:gd name="connsiteY88" fmla="*/ 1826074 h 2237474"/>
              <a:gd name="connsiteX89" fmla="*/ 5350380 w 12192000"/>
              <a:gd name="connsiteY89" fmla="*/ 1830891 h 2237474"/>
              <a:gd name="connsiteX90" fmla="*/ 5259633 w 12192000"/>
              <a:gd name="connsiteY90" fmla="*/ 1837160 h 2237474"/>
              <a:gd name="connsiteX91" fmla="*/ 5197513 w 12192000"/>
              <a:gd name="connsiteY91" fmla="*/ 1844718 h 2237474"/>
              <a:gd name="connsiteX92" fmla="*/ 5168852 w 12192000"/>
              <a:gd name="connsiteY92" fmla="*/ 1844846 h 2237474"/>
              <a:gd name="connsiteX93" fmla="*/ 5114927 w 12192000"/>
              <a:gd name="connsiteY93" fmla="*/ 1847827 h 2237474"/>
              <a:gd name="connsiteX94" fmla="*/ 5108970 w 12192000"/>
              <a:gd name="connsiteY94" fmla="*/ 1847935 h 2237474"/>
              <a:gd name="connsiteX95" fmla="*/ 5067961 w 12192000"/>
              <a:gd name="connsiteY95" fmla="*/ 1845917 h 2237474"/>
              <a:gd name="connsiteX96" fmla="*/ 5007075 w 12192000"/>
              <a:gd name="connsiteY96" fmla="*/ 1838626 h 2237474"/>
              <a:gd name="connsiteX97" fmla="*/ 4944087 w 12192000"/>
              <a:gd name="connsiteY97" fmla="*/ 1823332 h 2237474"/>
              <a:gd name="connsiteX98" fmla="*/ 4907662 w 12192000"/>
              <a:gd name="connsiteY98" fmla="*/ 1816900 h 2237474"/>
              <a:gd name="connsiteX99" fmla="*/ 4882386 w 12192000"/>
              <a:gd name="connsiteY99" fmla="*/ 1809844 h 2237474"/>
              <a:gd name="connsiteX100" fmla="*/ 4811440 w 12192000"/>
              <a:gd name="connsiteY100" fmla="*/ 1804655 h 2237474"/>
              <a:gd name="connsiteX101" fmla="*/ 4691075 w 12192000"/>
              <a:gd name="connsiteY101" fmla="*/ 1801389 h 2237474"/>
              <a:gd name="connsiteX102" fmla="*/ 4611738 w 12192000"/>
              <a:gd name="connsiteY102" fmla="*/ 1776964 h 2237474"/>
              <a:gd name="connsiteX103" fmla="*/ 4560070 w 12192000"/>
              <a:gd name="connsiteY103" fmla="*/ 1785640 h 2237474"/>
              <a:gd name="connsiteX104" fmla="*/ 4536503 w 12192000"/>
              <a:gd name="connsiteY104" fmla="*/ 1785334 h 2237474"/>
              <a:gd name="connsiteX105" fmla="*/ 4513724 w 12192000"/>
              <a:gd name="connsiteY105" fmla="*/ 1791996 h 2237474"/>
              <a:gd name="connsiteX106" fmla="*/ 4459810 w 12192000"/>
              <a:gd name="connsiteY106" fmla="*/ 1797886 h 2237474"/>
              <a:gd name="connsiteX107" fmla="*/ 4379064 w 12192000"/>
              <a:gd name="connsiteY107" fmla="*/ 1817177 h 2237474"/>
              <a:gd name="connsiteX108" fmla="*/ 4319209 w 12192000"/>
              <a:gd name="connsiteY108" fmla="*/ 1834833 h 2237474"/>
              <a:gd name="connsiteX109" fmla="*/ 4290981 w 12192000"/>
              <a:gd name="connsiteY109" fmla="*/ 1839677 h 2237474"/>
              <a:gd name="connsiteX110" fmla="*/ 4285792 w 12192000"/>
              <a:gd name="connsiteY110" fmla="*/ 1836231 h 2237474"/>
              <a:gd name="connsiteX111" fmla="*/ 4238372 w 12192000"/>
              <a:gd name="connsiteY111" fmla="*/ 1851480 h 2237474"/>
              <a:gd name="connsiteX112" fmla="*/ 4232517 w 12192000"/>
              <a:gd name="connsiteY112" fmla="*/ 1852567 h 2237474"/>
              <a:gd name="connsiteX113" fmla="*/ 4191732 w 12192000"/>
              <a:gd name="connsiteY113" fmla="*/ 1857328 h 2237474"/>
              <a:gd name="connsiteX114" fmla="*/ 4065532 w 12192000"/>
              <a:gd name="connsiteY114" fmla="*/ 1855477 h 2237474"/>
              <a:gd name="connsiteX115" fmla="*/ 4028460 w 12192000"/>
              <a:gd name="connsiteY115" fmla="*/ 1855137 h 2237474"/>
              <a:gd name="connsiteX116" fmla="*/ 4002267 w 12192000"/>
              <a:gd name="connsiteY116" fmla="*/ 1852352 h 2237474"/>
              <a:gd name="connsiteX117" fmla="*/ 3931396 w 12192000"/>
              <a:gd name="connsiteY117" fmla="*/ 1858915 h 2237474"/>
              <a:gd name="connsiteX118" fmla="*/ 3812162 w 12192000"/>
              <a:gd name="connsiteY118" fmla="*/ 1875501 h 2237474"/>
              <a:gd name="connsiteX119" fmla="*/ 3729530 w 12192000"/>
              <a:gd name="connsiteY119" fmla="*/ 1864513 h 2237474"/>
              <a:gd name="connsiteX120" fmla="*/ 3680177 w 12192000"/>
              <a:gd name="connsiteY120" fmla="*/ 1881552 h 2237474"/>
              <a:gd name="connsiteX121" fmla="*/ 3567259 w 12192000"/>
              <a:gd name="connsiteY121" fmla="*/ 1893482 h 2237474"/>
              <a:gd name="connsiteX122" fmla="*/ 3405770 w 12192000"/>
              <a:gd name="connsiteY122" fmla="*/ 1904591 h 2237474"/>
              <a:gd name="connsiteX123" fmla="*/ 3280097 w 12192000"/>
              <a:gd name="connsiteY123" fmla="*/ 1919610 h 2237474"/>
              <a:gd name="connsiteX124" fmla="*/ 3123424 w 12192000"/>
              <a:gd name="connsiteY124" fmla="*/ 1952930 h 2237474"/>
              <a:gd name="connsiteX125" fmla="*/ 3009910 w 12192000"/>
              <a:gd name="connsiteY125" fmla="*/ 1957866 h 2237474"/>
              <a:gd name="connsiteX126" fmla="*/ 2995934 w 12192000"/>
              <a:gd name="connsiteY126" fmla="*/ 1967085 h 2237474"/>
              <a:gd name="connsiteX127" fmla="*/ 2980071 w 12192000"/>
              <a:gd name="connsiteY127" fmla="*/ 1972988 h 2237474"/>
              <a:gd name="connsiteX128" fmla="*/ 2978094 w 12192000"/>
              <a:gd name="connsiteY128" fmla="*/ 1972369 h 2237474"/>
              <a:gd name="connsiteX129" fmla="*/ 2942858 w 12192000"/>
              <a:gd name="connsiteY129" fmla="*/ 1981367 h 2237474"/>
              <a:gd name="connsiteX130" fmla="*/ 2875436 w 12192000"/>
              <a:gd name="connsiteY130" fmla="*/ 1996977 h 2237474"/>
              <a:gd name="connsiteX131" fmla="*/ 2874892 w 12192000"/>
              <a:gd name="connsiteY131" fmla="*/ 1996085 h 2237474"/>
              <a:gd name="connsiteX132" fmla="*/ 2864145 w 12192000"/>
              <a:gd name="connsiteY132" fmla="*/ 1994061 h 2237474"/>
              <a:gd name="connsiteX133" fmla="*/ 2843662 w 12192000"/>
              <a:gd name="connsiteY133" fmla="*/ 1992498 h 2237474"/>
              <a:gd name="connsiteX134" fmla="*/ 2796128 w 12192000"/>
              <a:gd name="connsiteY134" fmla="*/ 1976403 h 2237474"/>
              <a:gd name="connsiteX135" fmla="*/ 2756784 w 12192000"/>
              <a:gd name="connsiteY135" fmla="*/ 1985116 h 2237474"/>
              <a:gd name="connsiteX136" fmla="*/ 2748833 w 12192000"/>
              <a:gd name="connsiteY136" fmla="*/ 1986323 h 2237474"/>
              <a:gd name="connsiteX137" fmla="*/ 2748661 w 12192000"/>
              <a:gd name="connsiteY137" fmla="*/ 1986122 h 2237474"/>
              <a:gd name="connsiteX138" fmla="*/ 2740251 w 12192000"/>
              <a:gd name="connsiteY138" fmla="*/ 1986946 h 2237474"/>
              <a:gd name="connsiteX139" fmla="*/ 2718916 w 12192000"/>
              <a:gd name="connsiteY139" fmla="*/ 1990867 h 2237474"/>
              <a:gd name="connsiteX140" fmla="*/ 2713522 w 12192000"/>
              <a:gd name="connsiteY140" fmla="*/ 1990173 h 2237474"/>
              <a:gd name="connsiteX141" fmla="*/ 2680597 w 12192000"/>
              <a:gd name="connsiteY141" fmla="*/ 1984996 h 2237474"/>
              <a:gd name="connsiteX142" fmla="*/ 2578178 w 12192000"/>
              <a:gd name="connsiteY142" fmla="*/ 1990531 h 2237474"/>
              <a:gd name="connsiteX143" fmla="*/ 2476147 w 12192000"/>
              <a:gd name="connsiteY143" fmla="*/ 1998305 h 2237474"/>
              <a:gd name="connsiteX144" fmla="*/ 2373568 w 12192000"/>
              <a:gd name="connsiteY144" fmla="*/ 2003219 h 2237474"/>
              <a:gd name="connsiteX145" fmla="*/ 2321399 w 12192000"/>
              <a:gd name="connsiteY145" fmla="*/ 1989467 h 2237474"/>
              <a:gd name="connsiteX146" fmla="*/ 2315525 w 12192000"/>
              <a:gd name="connsiteY146" fmla="*/ 1989708 h 2237474"/>
              <a:gd name="connsiteX147" fmla="*/ 2300792 w 12192000"/>
              <a:gd name="connsiteY147" fmla="*/ 1994290 h 2237474"/>
              <a:gd name="connsiteX148" fmla="*/ 2295469 w 12192000"/>
              <a:gd name="connsiteY148" fmla="*/ 1996659 h 2237474"/>
              <a:gd name="connsiteX149" fmla="*/ 2287219 w 12192000"/>
              <a:gd name="connsiteY149" fmla="*/ 1998750 h 2237474"/>
              <a:gd name="connsiteX150" fmla="*/ 2286948 w 12192000"/>
              <a:gd name="connsiteY150" fmla="*/ 1998596 h 2237474"/>
              <a:gd name="connsiteX151" fmla="*/ 2243069 w 12192000"/>
              <a:gd name="connsiteY151" fmla="*/ 2015111 h 2237474"/>
              <a:gd name="connsiteX152" fmla="*/ 2186609 w 12192000"/>
              <a:gd name="connsiteY152" fmla="*/ 2008263 h 2237474"/>
              <a:gd name="connsiteX153" fmla="*/ 2164831 w 12192000"/>
              <a:gd name="connsiteY153" fmla="*/ 2010143 h 2237474"/>
              <a:gd name="connsiteX154" fmla="*/ 2152836 w 12192000"/>
              <a:gd name="connsiteY154" fmla="*/ 2010048 h 2237474"/>
              <a:gd name="connsiteX155" fmla="*/ 2117102 w 12192000"/>
              <a:gd name="connsiteY155" fmla="*/ 2023004 h 2237474"/>
              <a:gd name="connsiteX156" fmla="*/ 2111935 w 12192000"/>
              <a:gd name="connsiteY156" fmla="*/ 2023163 h 2237474"/>
              <a:gd name="connsiteX157" fmla="*/ 2089991 w 12192000"/>
              <a:gd name="connsiteY157" fmla="*/ 2034193 h 2237474"/>
              <a:gd name="connsiteX158" fmla="*/ 2058061 w 12192000"/>
              <a:gd name="connsiteY158" fmla="*/ 2047942 h 2237474"/>
              <a:gd name="connsiteX159" fmla="*/ 2055737 w 12192000"/>
              <a:gd name="connsiteY159" fmla="*/ 2047704 h 2237474"/>
              <a:gd name="connsiteX160" fmla="*/ 2042244 w 12192000"/>
              <a:gd name="connsiteY160" fmla="*/ 2055560 h 2237474"/>
              <a:gd name="connsiteX161" fmla="*/ 1976224 w 12192000"/>
              <a:gd name="connsiteY161" fmla="*/ 2074257 h 2237474"/>
              <a:gd name="connsiteX162" fmla="*/ 1877728 w 12192000"/>
              <a:gd name="connsiteY162" fmla="*/ 2101004 h 2237474"/>
              <a:gd name="connsiteX163" fmla="*/ 1759056 w 12192000"/>
              <a:gd name="connsiteY163" fmla="*/ 2125608 h 2237474"/>
              <a:gd name="connsiteX164" fmla="*/ 1637948 w 12192000"/>
              <a:gd name="connsiteY164" fmla="*/ 2172597 h 2237474"/>
              <a:gd name="connsiteX165" fmla="*/ 1434549 w 12192000"/>
              <a:gd name="connsiteY165" fmla="*/ 2234522 h 2237474"/>
              <a:gd name="connsiteX166" fmla="*/ 1398481 w 12192000"/>
              <a:gd name="connsiteY166" fmla="*/ 2237074 h 2237474"/>
              <a:gd name="connsiteX167" fmla="*/ 1398407 w 12192000"/>
              <a:gd name="connsiteY167" fmla="*/ 2237095 h 2237474"/>
              <a:gd name="connsiteX168" fmla="*/ 1370962 w 12192000"/>
              <a:gd name="connsiteY168" fmla="*/ 2237474 h 2237474"/>
              <a:gd name="connsiteX169" fmla="*/ 1356367 w 12192000"/>
              <a:gd name="connsiteY169" fmla="*/ 2235089 h 2237474"/>
              <a:gd name="connsiteX170" fmla="*/ 1324828 w 12192000"/>
              <a:gd name="connsiteY170" fmla="*/ 2231968 h 2237474"/>
              <a:gd name="connsiteX171" fmla="*/ 1297744 w 12192000"/>
              <a:gd name="connsiteY171" fmla="*/ 2235849 h 2237474"/>
              <a:gd name="connsiteX172" fmla="*/ 1286236 w 12192000"/>
              <a:gd name="connsiteY172" fmla="*/ 2233135 h 2237474"/>
              <a:gd name="connsiteX173" fmla="*/ 1283504 w 12192000"/>
              <a:gd name="connsiteY173" fmla="*/ 2233797 h 2237474"/>
              <a:gd name="connsiteX174" fmla="*/ 1279765 w 12192000"/>
              <a:gd name="connsiteY174" fmla="*/ 2229639 h 2237474"/>
              <a:gd name="connsiteX175" fmla="*/ 1195347 w 12192000"/>
              <a:gd name="connsiteY175" fmla="*/ 2212354 h 2237474"/>
              <a:gd name="connsiteX176" fmla="*/ 970251 w 12192000"/>
              <a:gd name="connsiteY176" fmla="*/ 2221029 h 2237474"/>
              <a:gd name="connsiteX177" fmla="*/ 812914 w 12192000"/>
              <a:gd name="connsiteY177" fmla="*/ 2202752 h 2237474"/>
              <a:gd name="connsiteX178" fmla="*/ 800195 w 12192000"/>
              <a:gd name="connsiteY178" fmla="*/ 2209407 h 2237474"/>
              <a:gd name="connsiteX179" fmla="*/ 784978 w 12192000"/>
              <a:gd name="connsiteY179" fmla="*/ 2212360 h 2237474"/>
              <a:gd name="connsiteX180" fmla="*/ 681987 w 12192000"/>
              <a:gd name="connsiteY180" fmla="*/ 2216757 h 2237474"/>
              <a:gd name="connsiteX181" fmla="*/ 669923 w 12192000"/>
              <a:gd name="connsiteY181" fmla="*/ 2211682 h 2237474"/>
              <a:gd name="connsiteX182" fmla="*/ 648680 w 12192000"/>
              <a:gd name="connsiteY182" fmla="*/ 2206229 h 2237474"/>
              <a:gd name="connsiteX183" fmla="*/ 597225 w 12192000"/>
              <a:gd name="connsiteY183" fmla="*/ 2180999 h 2237474"/>
              <a:gd name="connsiteX184" fmla="*/ 558449 w 12192000"/>
              <a:gd name="connsiteY184" fmla="*/ 2182346 h 2237474"/>
              <a:gd name="connsiteX185" fmla="*/ 550517 w 12192000"/>
              <a:gd name="connsiteY185" fmla="*/ 2182060 h 2237474"/>
              <a:gd name="connsiteX186" fmla="*/ 550309 w 12192000"/>
              <a:gd name="connsiteY186" fmla="*/ 2181825 h 2237474"/>
              <a:gd name="connsiteX187" fmla="*/ 541836 w 12192000"/>
              <a:gd name="connsiteY187" fmla="*/ 2181063 h 2237474"/>
              <a:gd name="connsiteX188" fmla="*/ 536057 w 12192000"/>
              <a:gd name="connsiteY188" fmla="*/ 2181537 h 2237474"/>
              <a:gd name="connsiteX189" fmla="*/ 520671 w 12192000"/>
              <a:gd name="connsiteY189" fmla="*/ 2180980 h 2237474"/>
              <a:gd name="connsiteX190" fmla="*/ 515024 w 12192000"/>
              <a:gd name="connsiteY190" fmla="*/ 2179258 h 2237474"/>
              <a:gd name="connsiteX191" fmla="*/ 512278 w 12192000"/>
              <a:gd name="connsiteY191" fmla="*/ 2176369 h 2237474"/>
              <a:gd name="connsiteX192" fmla="*/ 480419 w 12192000"/>
              <a:gd name="connsiteY192" fmla="*/ 2167807 h 2237474"/>
              <a:gd name="connsiteX193" fmla="*/ 413835 w 12192000"/>
              <a:gd name="connsiteY193" fmla="*/ 2156783 h 2237474"/>
              <a:gd name="connsiteX194" fmla="*/ 376513 w 12192000"/>
              <a:gd name="connsiteY194" fmla="*/ 2154014 h 2237474"/>
              <a:gd name="connsiteX195" fmla="*/ 273386 w 12192000"/>
              <a:gd name="connsiteY195" fmla="*/ 2142551 h 2237474"/>
              <a:gd name="connsiteX196" fmla="*/ 169207 w 12192000"/>
              <a:gd name="connsiteY196" fmla="*/ 2128100 h 2237474"/>
              <a:gd name="connsiteX197" fmla="*/ 93149 w 12192000"/>
              <a:gd name="connsiteY197" fmla="*/ 2105324 h 2237474"/>
              <a:gd name="connsiteX198" fmla="*/ 88109 w 12192000"/>
              <a:gd name="connsiteY198" fmla="*/ 2106704 h 2237474"/>
              <a:gd name="connsiteX199" fmla="*/ 80022 w 12192000"/>
              <a:gd name="connsiteY199" fmla="*/ 2107254 h 2237474"/>
              <a:gd name="connsiteX200" fmla="*/ 79717 w 12192000"/>
              <a:gd name="connsiteY200" fmla="*/ 2107046 h 2237474"/>
              <a:gd name="connsiteX201" fmla="*/ 72352 w 12192000"/>
              <a:gd name="connsiteY201" fmla="*/ 2107991 h 2237474"/>
              <a:gd name="connsiteX202" fmla="*/ 37645 w 12192000"/>
              <a:gd name="connsiteY202" fmla="*/ 2115401 h 2237474"/>
              <a:gd name="connsiteX203" fmla="*/ 4572 w 12192000"/>
              <a:gd name="connsiteY203" fmla="*/ 2111091 h 2237474"/>
              <a:gd name="connsiteX204" fmla="*/ 0 w 12192000"/>
              <a:gd name="connsiteY204" fmla="*/ 2110468 h 2237474"/>
              <a:gd name="connsiteX205" fmla="*/ 0 w 12192000"/>
              <a:gd name="connsiteY20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958984 w 12192000"/>
              <a:gd name="connsiteY38" fmla="*/ 1057212 h 2237474"/>
              <a:gd name="connsiteX39" fmla="*/ 8886001 w 12192000"/>
              <a:gd name="connsiteY39" fmla="*/ 1067468 h 2237474"/>
              <a:gd name="connsiteX40" fmla="*/ 8838610 w 12192000"/>
              <a:gd name="connsiteY40" fmla="*/ 1075091 h 2237474"/>
              <a:gd name="connsiteX41" fmla="*/ 8750383 w 12192000"/>
              <a:gd name="connsiteY41" fmla="*/ 1097387 h 2237474"/>
              <a:gd name="connsiteX42" fmla="*/ 8665605 w 12192000"/>
              <a:gd name="connsiteY42" fmla="*/ 1110791 h 2237474"/>
              <a:gd name="connsiteX43" fmla="*/ 8584946 w 12192000"/>
              <a:gd name="connsiteY43" fmla="*/ 1135226 h 2237474"/>
              <a:gd name="connsiteX44" fmla="*/ 8460755 w 12192000"/>
              <a:gd name="connsiteY44" fmla="*/ 1203427 h 2237474"/>
              <a:gd name="connsiteX45" fmla="*/ 8419755 w 12192000"/>
              <a:gd name="connsiteY45" fmla="*/ 1216260 h 2237474"/>
              <a:gd name="connsiteX46" fmla="*/ 8411626 w 12192000"/>
              <a:gd name="connsiteY46" fmla="*/ 1214397 h 2237474"/>
              <a:gd name="connsiteX47" fmla="*/ 8363469 w 12192000"/>
              <a:gd name="connsiteY47" fmla="*/ 1246658 h 2237474"/>
              <a:gd name="connsiteX48" fmla="*/ 8275497 w 12192000"/>
              <a:gd name="connsiteY48" fmla="*/ 1264396 h 2237474"/>
              <a:gd name="connsiteX49" fmla="*/ 8206287 w 12192000"/>
              <a:gd name="connsiteY49" fmla="*/ 1273060 h 2237474"/>
              <a:gd name="connsiteX50" fmla="*/ 8168705 w 12192000"/>
              <a:gd name="connsiteY50" fmla="*/ 1279956 h 2237474"/>
              <a:gd name="connsiteX51" fmla="*/ 8139997 w 12192000"/>
              <a:gd name="connsiteY51" fmla="*/ 1282713 h 2237474"/>
              <a:gd name="connsiteX52" fmla="*/ 8074238 w 12192000"/>
              <a:gd name="connsiteY52" fmla="*/ 1301895 h 2237474"/>
              <a:gd name="connsiteX53" fmla="*/ 7968292 w 12192000"/>
              <a:gd name="connsiteY53" fmla="*/ 1338779 h 2237474"/>
              <a:gd name="connsiteX54" fmla="*/ 7902328 w 12192000"/>
              <a:gd name="connsiteY54" fmla="*/ 1345865 h 2237474"/>
              <a:gd name="connsiteX55" fmla="*/ 7875879 w 12192000"/>
              <a:gd name="connsiteY55" fmla="*/ 1345646 h 2237474"/>
              <a:gd name="connsiteX56" fmla="*/ 7840612 w 12192000"/>
              <a:gd name="connsiteY56" fmla="*/ 1369373 h 2237474"/>
              <a:gd name="connsiteX57" fmla="*/ 7786819 w 12192000"/>
              <a:gd name="connsiteY57" fmla="*/ 1378970 h 2237474"/>
              <a:gd name="connsiteX58" fmla="*/ 7548172 w 12192000"/>
              <a:gd name="connsiteY58" fmla="*/ 1417460 h 2237474"/>
              <a:gd name="connsiteX59" fmla="*/ 7483437 w 12192000"/>
              <a:gd name="connsiteY59" fmla="*/ 1478152 h 2237474"/>
              <a:gd name="connsiteX60" fmla="*/ 7377870 w 12192000"/>
              <a:gd name="connsiteY60" fmla="*/ 1523319 h 2237474"/>
              <a:gd name="connsiteX61" fmla="*/ 7230737 w 12192000"/>
              <a:gd name="connsiteY61" fmla="*/ 1562633 h 2237474"/>
              <a:gd name="connsiteX62" fmla="*/ 7224458 w 12192000"/>
              <a:gd name="connsiteY62" fmla="*/ 1573008 h 2237474"/>
              <a:gd name="connsiteX63" fmla="*/ 7183121 w 12192000"/>
              <a:gd name="connsiteY63" fmla="*/ 1595162 h 2237474"/>
              <a:gd name="connsiteX64" fmla="*/ 7164601 w 12192000"/>
              <a:gd name="connsiteY64" fmla="*/ 1606490 h 2237474"/>
              <a:gd name="connsiteX65" fmla="*/ 7092727 w 12192000"/>
              <a:gd name="connsiteY65" fmla="*/ 1623628 h 2237474"/>
              <a:gd name="connsiteX66" fmla="*/ 7031309 w 12192000"/>
              <a:gd name="connsiteY66" fmla="*/ 1619451 h 2237474"/>
              <a:gd name="connsiteX67" fmla="*/ 6999084 w 12192000"/>
              <a:gd name="connsiteY67" fmla="*/ 1634317 h 2237474"/>
              <a:gd name="connsiteX68" fmla="*/ 6992107 w 12192000"/>
              <a:gd name="connsiteY68" fmla="*/ 1636860 h 2237474"/>
              <a:gd name="connsiteX69" fmla="*/ 6900177 w 12192000"/>
              <a:gd name="connsiteY69" fmla="*/ 1636016 h 2237474"/>
              <a:gd name="connsiteX70" fmla="*/ 6795372 w 12192000"/>
              <a:gd name="connsiteY70" fmla="*/ 1644845 h 2237474"/>
              <a:gd name="connsiteX71" fmla="*/ 6692251 w 12192000"/>
              <a:gd name="connsiteY71" fmla="*/ 1656357 h 2237474"/>
              <a:gd name="connsiteX72" fmla="*/ 6655235 w 12192000"/>
              <a:gd name="connsiteY72" fmla="*/ 1661869 h 2237474"/>
              <a:gd name="connsiteX73" fmla="*/ 6554894 w 12192000"/>
              <a:gd name="connsiteY73" fmla="*/ 1664428 h 2237474"/>
              <a:gd name="connsiteX74" fmla="*/ 6516595 w 12192000"/>
              <a:gd name="connsiteY74" fmla="*/ 1667475 h 2237474"/>
              <a:gd name="connsiteX75" fmla="*/ 6508541 w 12192000"/>
              <a:gd name="connsiteY75" fmla="*/ 1668757 h 2237474"/>
              <a:gd name="connsiteX76" fmla="*/ 6471012 w 12192000"/>
              <a:gd name="connsiteY76" fmla="*/ 1678604 h 2237474"/>
              <a:gd name="connsiteX77" fmla="*/ 6364035 w 12192000"/>
              <a:gd name="connsiteY77" fmla="*/ 1667683 h 2237474"/>
              <a:gd name="connsiteX78" fmla="*/ 6280959 w 12192000"/>
              <a:gd name="connsiteY78" fmla="*/ 1689329 h 2237474"/>
              <a:gd name="connsiteX79" fmla="*/ 6243319 w 12192000"/>
              <a:gd name="connsiteY79" fmla="*/ 1695560 h 2237474"/>
              <a:gd name="connsiteX80" fmla="*/ 6098321 w 12192000"/>
              <a:gd name="connsiteY80" fmla="*/ 1721646 h 2237474"/>
              <a:gd name="connsiteX81" fmla="*/ 5880652 w 12192000"/>
              <a:gd name="connsiteY81" fmla="*/ 1779643 h 2237474"/>
              <a:gd name="connsiteX82" fmla="*/ 5785959 w 12192000"/>
              <a:gd name="connsiteY82" fmla="*/ 1775307 h 2237474"/>
              <a:gd name="connsiteX83" fmla="*/ 5643534 w 12192000"/>
              <a:gd name="connsiteY83" fmla="*/ 1802919 h 2237474"/>
              <a:gd name="connsiteX84" fmla="*/ 5518799 w 12192000"/>
              <a:gd name="connsiteY84" fmla="*/ 1818312 h 2237474"/>
              <a:gd name="connsiteX85" fmla="*/ 5505014 w 12192000"/>
              <a:gd name="connsiteY85" fmla="*/ 1819259 h 2237474"/>
              <a:gd name="connsiteX86" fmla="*/ 5453307 w 12192000"/>
              <a:gd name="connsiteY86" fmla="*/ 1815450 h 2237474"/>
              <a:gd name="connsiteX87" fmla="*/ 5364192 w 12192000"/>
              <a:gd name="connsiteY87" fmla="*/ 1826074 h 2237474"/>
              <a:gd name="connsiteX88" fmla="*/ 5350380 w 12192000"/>
              <a:gd name="connsiteY88" fmla="*/ 1830891 h 2237474"/>
              <a:gd name="connsiteX89" fmla="*/ 5259633 w 12192000"/>
              <a:gd name="connsiteY89" fmla="*/ 1837160 h 2237474"/>
              <a:gd name="connsiteX90" fmla="*/ 5197513 w 12192000"/>
              <a:gd name="connsiteY90" fmla="*/ 1844718 h 2237474"/>
              <a:gd name="connsiteX91" fmla="*/ 5168852 w 12192000"/>
              <a:gd name="connsiteY91" fmla="*/ 1844846 h 2237474"/>
              <a:gd name="connsiteX92" fmla="*/ 5114927 w 12192000"/>
              <a:gd name="connsiteY92" fmla="*/ 1847827 h 2237474"/>
              <a:gd name="connsiteX93" fmla="*/ 5108970 w 12192000"/>
              <a:gd name="connsiteY93" fmla="*/ 1847935 h 2237474"/>
              <a:gd name="connsiteX94" fmla="*/ 5067961 w 12192000"/>
              <a:gd name="connsiteY94" fmla="*/ 1845917 h 2237474"/>
              <a:gd name="connsiteX95" fmla="*/ 5007075 w 12192000"/>
              <a:gd name="connsiteY95" fmla="*/ 1838626 h 2237474"/>
              <a:gd name="connsiteX96" fmla="*/ 4944087 w 12192000"/>
              <a:gd name="connsiteY96" fmla="*/ 1823332 h 2237474"/>
              <a:gd name="connsiteX97" fmla="*/ 4907662 w 12192000"/>
              <a:gd name="connsiteY97" fmla="*/ 1816900 h 2237474"/>
              <a:gd name="connsiteX98" fmla="*/ 4882386 w 12192000"/>
              <a:gd name="connsiteY98" fmla="*/ 1809844 h 2237474"/>
              <a:gd name="connsiteX99" fmla="*/ 4811440 w 12192000"/>
              <a:gd name="connsiteY99" fmla="*/ 1804655 h 2237474"/>
              <a:gd name="connsiteX100" fmla="*/ 4691075 w 12192000"/>
              <a:gd name="connsiteY100" fmla="*/ 1801389 h 2237474"/>
              <a:gd name="connsiteX101" fmla="*/ 4611738 w 12192000"/>
              <a:gd name="connsiteY101" fmla="*/ 1776964 h 2237474"/>
              <a:gd name="connsiteX102" fmla="*/ 4560070 w 12192000"/>
              <a:gd name="connsiteY102" fmla="*/ 1785640 h 2237474"/>
              <a:gd name="connsiteX103" fmla="*/ 4536503 w 12192000"/>
              <a:gd name="connsiteY103" fmla="*/ 1785334 h 2237474"/>
              <a:gd name="connsiteX104" fmla="*/ 4513724 w 12192000"/>
              <a:gd name="connsiteY104" fmla="*/ 1791996 h 2237474"/>
              <a:gd name="connsiteX105" fmla="*/ 4459810 w 12192000"/>
              <a:gd name="connsiteY105" fmla="*/ 1797886 h 2237474"/>
              <a:gd name="connsiteX106" fmla="*/ 4379064 w 12192000"/>
              <a:gd name="connsiteY106" fmla="*/ 1817177 h 2237474"/>
              <a:gd name="connsiteX107" fmla="*/ 4319209 w 12192000"/>
              <a:gd name="connsiteY107" fmla="*/ 1834833 h 2237474"/>
              <a:gd name="connsiteX108" fmla="*/ 4290981 w 12192000"/>
              <a:gd name="connsiteY108" fmla="*/ 1839677 h 2237474"/>
              <a:gd name="connsiteX109" fmla="*/ 4285792 w 12192000"/>
              <a:gd name="connsiteY109" fmla="*/ 1836231 h 2237474"/>
              <a:gd name="connsiteX110" fmla="*/ 4238372 w 12192000"/>
              <a:gd name="connsiteY110" fmla="*/ 1851480 h 2237474"/>
              <a:gd name="connsiteX111" fmla="*/ 4232517 w 12192000"/>
              <a:gd name="connsiteY111" fmla="*/ 1852567 h 2237474"/>
              <a:gd name="connsiteX112" fmla="*/ 4191732 w 12192000"/>
              <a:gd name="connsiteY112" fmla="*/ 1857328 h 2237474"/>
              <a:gd name="connsiteX113" fmla="*/ 4065532 w 12192000"/>
              <a:gd name="connsiteY113" fmla="*/ 1855477 h 2237474"/>
              <a:gd name="connsiteX114" fmla="*/ 4028460 w 12192000"/>
              <a:gd name="connsiteY114" fmla="*/ 1855137 h 2237474"/>
              <a:gd name="connsiteX115" fmla="*/ 4002267 w 12192000"/>
              <a:gd name="connsiteY115" fmla="*/ 1852352 h 2237474"/>
              <a:gd name="connsiteX116" fmla="*/ 3931396 w 12192000"/>
              <a:gd name="connsiteY116" fmla="*/ 1858915 h 2237474"/>
              <a:gd name="connsiteX117" fmla="*/ 3812162 w 12192000"/>
              <a:gd name="connsiteY117" fmla="*/ 1875501 h 2237474"/>
              <a:gd name="connsiteX118" fmla="*/ 3729530 w 12192000"/>
              <a:gd name="connsiteY118" fmla="*/ 1864513 h 2237474"/>
              <a:gd name="connsiteX119" fmla="*/ 3680177 w 12192000"/>
              <a:gd name="connsiteY119" fmla="*/ 1881552 h 2237474"/>
              <a:gd name="connsiteX120" fmla="*/ 3567259 w 12192000"/>
              <a:gd name="connsiteY120" fmla="*/ 1893482 h 2237474"/>
              <a:gd name="connsiteX121" fmla="*/ 3405770 w 12192000"/>
              <a:gd name="connsiteY121" fmla="*/ 1904591 h 2237474"/>
              <a:gd name="connsiteX122" fmla="*/ 3280097 w 12192000"/>
              <a:gd name="connsiteY122" fmla="*/ 1919610 h 2237474"/>
              <a:gd name="connsiteX123" fmla="*/ 3123424 w 12192000"/>
              <a:gd name="connsiteY123" fmla="*/ 1952930 h 2237474"/>
              <a:gd name="connsiteX124" fmla="*/ 3009910 w 12192000"/>
              <a:gd name="connsiteY124" fmla="*/ 1957866 h 2237474"/>
              <a:gd name="connsiteX125" fmla="*/ 2995934 w 12192000"/>
              <a:gd name="connsiteY125" fmla="*/ 1967085 h 2237474"/>
              <a:gd name="connsiteX126" fmla="*/ 2980071 w 12192000"/>
              <a:gd name="connsiteY126" fmla="*/ 1972988 h 2237474"/>
              <a:gd name="connsiteX127" fmla="*/ 2978094 w 12192000"/>
              <a:gd name="connsiteY127" fmla="*/ 1972369 h 2237474"/>
              <a:gd name="connsiteX128" fmla="*/ 2942858 w 12192000"/>
              <a:gd name="connsiteY128" fmla="*/ 1981367 h 2237474"/>
              <a:gd name="connsiteX129" fmla="*/ 2875436 w 12192000"/>
              <a:gd name="connsiteY129" fmla="*/ 1996977 h 2237474"/>
              <a:gd name="connsiteX130" fmla="*/ 2874892 w 12192000"/>
              <a:gd name="connsiteY130" fmla="*/ 1996085 h 2237474"/>
              <a:gd name="connsiteX131" fmla="*/ 2864145 w 12192000"/>
              <a:gd name="connsiteY131" fmla="*/ 1994061 h 2237474"/>
              <a:gd name="connsiteX132" fmla="*/ 2843662 w 12192000"/>
              <a:gd name="connsiteY132" fmla="*/ 1992498 h 2237474"/>
              <a:gd name="connsiteX133" fmla="*/ 2796128 w 12192000"/>
              <a:gd name="connsiteY133" fmla="*/ 1976403 h 2237474"/>
              <a:gd name="connsiteX134" fmla="*/ 2756784 w 12192000"/>
              <a:gd name="connsiteY134" fmla="*/ 1985116 h 2237474"/>
              <a:gd name="connsiteX135" fmla="*/ 2748833 w 12192000"/>
              <a:gd name="connsiteY135" fmla="*/ 1986323 h 2237474"/>
              <a:gd name="connsiteX136" fmla="*/ 2748661 w 12192000"/>
              <a:gd name="connsiteY136" fmla="*/ 1986122 h 2237474"/>
              <a:gd name="connsiteX137" fmla="*/ 2740251 w 12192000"/>
              <a:gd name="connsiteY137" fmla="*/ 1986946 h 2237474"/>
              <a:gd name="connsiteX138" fmla="*/ 2718916 w 12192000"/>
              <a:gd name="connsiteY138" fmla="*/ 1990867 h 2237474"/>
              <a:gd name="connsiteX139" fmla="*/ 2713522 w 12192000"/>
              <a:gd name="connsiteY139" fmla="*/ 1990173 h 2237474"/>
              <a:gd name="connsiteX140" fmla="*/ 2680597 w 12192000"/>
              <a:gd name="connsiteY140" fmla="*/ 1984996 h 2237474"/>
              <a:gd name="connsiteX141" fmla="*/ 2578178 w 12192000"/>
              <a:gd name="connsiteY141" fmla="*/ 1990531 h 2237474"/>
              <a:gd name="connsiteX142" fmla="*/ 2476147 w 12192000"/>
              <a:gd name="connsiteY142" fmla="*/ 1998305 h 2237474"/>
              <a:gd name="connsiteX143" fmla="*/ 2373568 w 12192000"/>
              <a:gd name="connsiteY143" fmla="*/ 2003219 h 2237474"/>
              <a:gd name="connsiteX144" fmla="*/ 2321399 w 12192000"/>
              <a:gd name="connsiteY144" fmla="*/ 1989467 h 2237474"/>
              <a:gd name="connsiteX145" fmla="*/ 2315525 w 12192000"/>
              <a:gd name="connsiteY145" fmla="*/ 1989708 h 2237474"/>
              <a:gd name="connsiteX146" fmla="*/ 2300792 w 12192000"/>
              <a:gd name="connsiteY146" fmla="*/ 1994290 h 2237474"/>
              <a:gd name="connsiteX147" fmla="*/ 2295469 w 12192000"/>
              <a:gd name="connsiteY147" fmla="*/ 1996659 h 2237474"/>
              <a:gd name="connsiteX148" fmla="*/ 2287219 w 12192000"/>
              <a:gd name="connsiteY148" fmla="*/ 1998750 h 2237474"/>
              <a:gd name="connsiteX149" fmla="*/ 2286948 w 12192000"/>
              <a:gd name="connsiteY149" fmla="*/ 1998596 h 2237474"/>
              <a:gd name="connsiteX150" fmla="*/ 2243069 w 12192000"/>
              <a:gd name="connsiteY150" fmla="*/ 2015111 h 2237474"/>
              <a:gd name="connsiteX151" fmla="*/ 2186609 w 12192000"/>
              <a:gd name="connsiteY151" fmla="*/ 2008263 h 2237474"/>
              <a:gd name="connsiteX152" fmla="*/ 2164831 w 12192000"/>
              <a:gd name="connsiteY152" fmla="*/ 2010143 h 2237474"/>
              <a:gd name="connsiteX153" fmla="*/ 2152836 w 12192000"/>
              <a:gd name="connsiteY153" fmla="*/ 2010048 h 2237474"/>
              <a:gd name="connsiteX154" fmla="*/ 2117102 w 12192000"/>
              <a:gd name="connsiteY154" fmla="*/ 2023004 h 2237474"/>
              <a:gd name="connsiteX155" fmla="*/ 2111935 w 12192000"/>
              <a:gd name="connsiteY155" fmla="*/ 2023163 h 2237474"/>
              <a:gd name="connsiteX156" fmla="*/ 2089991 w 12192000"/>
              <a:gd name="connsiteY156" fmla="*/ 2034193 h 2237474"/>
              <a:gd name="connsiteX157" fmla="*/ 2058061 w 12192000"/>
              <a:gd name="connsiteY157" fmla="*/ 2047942 h 2237474"/>
              <a:gd name="connsiteX158" fmla="*/ 2055737 w 12192000"/>
              <a:gd name="connsiteY158" fmla="*/ 2047704 h 2237474"/>
              <a:gd name="connsiteX159" fmla="*/ 2042244 w 12192000"/>
              <a:gd name="connsiteY159" fmla="*/ 2055560 h 2237474"/>
              <a:gd name="connsiteX160" fmla="*/ 1976224 w 12192000"/>
              <a:gd name="connsiteY160" fmla="*/ 2074257 h 2237474"/>
              <a:gd name="connsiteX161" fmla="*/ 1877728 w 12192000"/>
              <a:gd name="connsiteY161" fmla="*/ 2101004 h 2237474"/>
              <a:gd name="connsiteX162" fmla="*/ 1759056 w 12192000"/>
              <a:gd name="connsiteY162" fmla="*/ 2125608 h 2237474"/>
              <a:gd name="connsiteX163" fmla="*/ 1637948 w 12192000"/>
              <a:gd name="connsiteY163" fmla="*/ 2172597 h 2237474"/>
              <a:gd name="connsiteX164" fmla="*/ 1434549 w 12192000"/>
              <a:gd name="connsiteY164" fmla="*/ 2234522 h 2237474"/>
              <a:gd name="connsiteX165" fmla="*/ 1398481 w 12192000"/>
              <a:gd name="connsiteY165" fmla="*/ 2237074 h 2237474"/>
              <a:gd name="connsiteX166" fmla="*/ 1398407 w 12192000"/>
              <a:gd name="connsiteY166" fmla="*/ 2237095 h 2237474"/>
              <a:gd name="connsiteX167" fmla="*/ 1370962 w 12192000"/>
              <a:gd name="connsiteY167" fmla="*/ 2237474 h 2237474"/>
              <a:gd name="connsiteX168" fmla="*/ 1356367 w 12192000"/>
              <a:gd name="connsiteY168" fmla="*/ 2235089 h 2237474"/>
              <a:gd name="connsiteX169" fmla="*/ 1324828 w 12192000"/>
              <a:gd name="connsiteY169" fmla="*/ 2231968 h 2237474"/>
              <a:gd name="connsiteX170" fmla="*/ 1297744 w 12192000"/>
              <a:gd name="connsiteY170" fmla="*/ 2235849 h 2237474"/>
              <a:gd name="connsiteX171" fmla="*/ 1286236 w 12192000"/>
              <a:gd name="connsiteY171" fmla="*/ 2233135 h 2237474"/>
              <a:gd name="connsiteX172" fmla="*/ 1283504 w 12192000"/>
              <a:gd name="connsiteY172" fmla="*/ 2233797 h 2237474"/>
              <a:gd name="connsiteX173" fmla="*/ 1279765 w 12192000"/>
              <a:gd name="connsiteY173" fmla="*/ 2229639 h 2237474"/>
              <a:gd name="connsiteX174" fmla="*/ 1195347 w 12192000"/>
              <a:gd name="connsiteY174" fmla="*/ 2212354 h 2237474"/>
              <a:gd name="connsiteX175" fmla="*/ 970251 w 12192000"/>
              <a:gd name="connsiteY175" fmla="*/ 2221029 h 2237474"/>
              <a:gd name="connsiteX176" fmla="*/ 812914 w 12192000"/>
              <a:gd name="connsiteY176" fmla="*/ 2202752 h 2237474"/>
              <a:gd name="connsiteX177" fmla="*/ 800195 w 12192000"/>
              <a:gd name="connsiteY177" fmla="*/ 2209407 h 2237474"/>
              <a:gd name="connsiteX178" fmla="*/ 784978 w 12192000"/>
              <a:gd name="connsiteY178" fmla="*/ 2212360 h 2237474"/>
              <a:gd name="connsiteX179" fmla="*/ 681987 w 12192000"/>
              <a:gd name="connsiteY179" fmla="*/ 2216757 h 2237474"/>
              <a:gd name="connsiteX180" fmla="*/ 669923 w 12192000"/>
              <a:gd name="connsiteY180" fmla="*/ 2211682 h 2237474"/>
              <a:gd name="connsiteX181" fmla="*/ 648680 w 12192000"/>
              <a:gd name="connsiteY181" fmla="*/ 2206229 h 2237474"/>
              <a:gd name="connsiteX182" fmla="*/ 597225 w 12192000"/>
              <a:gd name="connsiteY182" fmla="*/ 2180999 h 2237474"/>
              <a:gd name="connsiteX183" fmla="*/ 558449 w 12192000"/>
              <a:gd name="connsiteY183" fmla="*/ 2182346 h 2237474"/>
              <a:gd name="connsiteX184" fmla="*/ 550517 w 12192000"/>
              <a:gd name="connsiteY184" fmla="*/ 2182060 h 2237474"/>
              <a:gd name="connsiteX185" fmla="*/ 550309 w 12192000"/>
              <a:gd name="connsiteY185" fmla="*/ 2181825 h 2237474"/>
              <a:gd name="connsiteX186" fmla="*/ 541836 w 12192000"/>
              <a:gd name="connsiteY186" fmla="*/ 2181063 h 2237474"/>
              <a:gd name="connsiteX187" fmla="*/ 536057 w 12192000"/>
              <a:gd name="connsiteY187" fmla="*/ 2181537 h 2237474"/>
              <a:gd name="connsiteX188" fmla="*/ 520671 w 12192000"/>
              <a:gd name="connsiteY188" fmla="*/ 2180980 h 2237474"/>
              <a:gd name="connsiteX189" fmla="*/ 515024 w 12192000"/>
              <a:gd name="connsiteY189" fmla="*/ 2179258 h 2237474"/>
              <a:gd name="connsiteX190" fmla="*/ 512278 w 12192000"/>
              <a:gd name="connsiteY190" fmla="*/ 2176369 h 2237474"/>
              <a:gd name="connsiteX191" fmla="*/ 480419 w 12192000"/>
              <a:gd name="connsiteY191" fmla="*/ 2167807 h 2237474"/>
              <a:gd name="connsiteX192" fmla="*/ 413835 w 12192000"/>
              <a:gd name="connsiteY192" fmla="*/ 2156783 h 2237474"/>
              <a:gd name="connsiteX193" fmla="*/ 376513 w 12192000"/>
              <a:gd name="connsiteY193" fmla="*/ 2154014 h 2237474"/>
              <a:gd name="connsiteX194" fmla="*/ 273386 w 12192000"/>
              <a:gd name="connsiteY194" fmla="*/ 2142551 h 2237474"/>
              <a:gd name="connsiteX195" fmla="*/ 169207 w 12192000"/>
              <a:gd name="connsiteY195" fmla="*/ 2128100 h 2237474"/>
              <a:gd name="connsiteX196" fmla="*/ 93149 w 12192000"/>
              <a:gd name="connsiteY196" fmla="*/ 2105324 h 2237474"/>
              <a:gd name="connsiteX197" fmla="*/ 88109 w 12192000"/>
              <a:gd name="connsiteY197" fmla="*/ 2106704 h 2237474"/>
              <a:gd name="connsiteX198" fmla="*/ 80022 w 12192000"/>
              <a:gd name="connsiteY198" fmla="*/ 2107254 h 2237474"/>
              <a:gd name="connsiteX199" fmla="*/ 79717 w 12192000"/>
              <a:gd name="connsiteY199" fmla="*/ 2107046 h 2237474"/>
              <a:gd name="connsiteX200" fmla="*/ 72352 w 12192000"/>
              <a:gd name="connsiteY200" fmla="*/ 2107991 h 2237474"/>
              <a:gd name="connsiteX201" fmla="*/ 37645 w 12192000"/>
              <a:gd name="connsiteY201" fmla="*/ 2115401 h 2237474"/>
              <a:gd name="connsiteX202" fmla="*/ 4572 w 12192000"/>
              <a:gd name="connsiteY202" fmla="*/ 2111091 h 2237474"/>
              <a:gd name="connsiteX203" fmla="*/ 0 w 12192000"/>
              <a:gd name="connsiteY203" fmla="*/ 2110468 h 2237474"/>
              <a:gd name="connsiteX204" fmla="*/ 0 w 12192000"/>
              <a:gd name="connsiteY204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958984 w 12192000"/>
              <a:gd name="connsiteY38" fmla="*/ 1057212 h 2237474"/>
              <a:gd name="connsiteX39" fmla="*/ 8886001 w 12192000"/>
              <a:gd name="connsiteY39" fmla="*/ 1067468 h 2237474"/>
              <a:gd name="connsiteX40" fmla="*/ 8838610 w 12192000"/>
              <a:gd name="connsiteY40" fmla="*/ 1075091 h 2237474"/>
              <a:gd name="connsiteX41" fmla="*/ 8750383 w 12192000"/>
              <a:gd name="connsiteY41" fmla="*/ 1097387 h 2237474"/>
              <a:gd name="connsiteX42" fmla="*/ 8665605 w 12192000"/>
              <a:gd name="connsiteY42" fmla="*/ 1110791 h 2237474"/>
              <a:gd name="connsiteX43" fmla="*/ 8584946 w 12192000"/>
              <a:gd name="connsiteY43" fmla="*/ 1135226 h 2237474"/>
              <a:gd name="connsiteX44" fmla="*/ 8460755 w 12192000"/>
              <a:gd name="connsiteY44" fmla="*/ 1203427 h 2237474"/>
              <a:gd name="connsiteX45" fmla="*/ 8419755 w 12192000"/>
              <a:gd name="connsiteY45" fmla="*/ 1216260 h 2237474"/>
              <a:gd name="connsiteX46" fmla="*/ 8411626 w 12192000"/>
              <a:gd name="connsiteY46" fmla="*/ 1214397 h 2237474"/>
              <a:gd name="connsiteX47" fmla="*/ 8363469 w 12192000"/>
              <a:gd name="connsiteY47" fmla="*/ 1246658 h 2237474"/>
              <a:gd name="connsiteX48" fmla="*/ 8275497 w 12192000"/>
              <a:gd name="connsiteY48" fmla="*/ 1264396 h 2237474"/>
              <a:gd name="connsiteX49" fmla="*/ 8206287 w 12192000"/>
              <a:gd name="connsiteY49" fmla="*/ 1273060 h 2237474"/>
              <a:gd name="connsiteX50" fmla="*/ 8168705 w 12192000"/>
              <a:gd name="connsiteY50" fmla="*/ 1279956 h 2237474"/>
              <a:gd name="connsiteX51" fmla="*/ 8139997 w 12192000"/>
              <a:gd name="connsiteY51" fmla="*/ 1282713 h 2237474"/>
              <a:gd name="connsiteX52" fmla="*/ 8074238 w 12192000"/>
              <a:gd name="connsiteY52" fmla="*/ 1301895 h 2237474"/>
              <a:gd name="connsiteX53" fmla="*/ 7968292 w 12192000"/>
              <a:gd name="connsiteY53" fmla="*/ 1338779 h 2237474"/>
              <a:gd name="connsiteX54" fmla="*/ 7902328 w 12192000"/>
              <a:gd name="connsiteY54" fmla="*/ 1345865 h 2237474"/>
              <a:gd name="connsiteX55" fmla="*/ 7875879 w 12192000"/>
              <a:gd name="connsiteY55" fmla="*/ 1345646 h 2237474"/>
              <a:gd name="connsiteX56" fmla="*/ 7840612 w 12192000"/>
              <a:gd name="connsiteY56" fmla="*/ 1369373 h 2237474"/>
              <a:gd name="connsiteX57" fmla="*/ 7786819 w 12192000"/>
              <a:gd name="connsiteY57" fmla="*/ 1378970 h 2237474"/>
              <a:gd name="connsiteX58" fmla="*/ 7548172 w 12192000"/>
              <a:gd name="connsiteY58" fmla="*/ 1417460 h 2237474"/>
              <a:gd name="connsiteX59" fmla="*/ 7483437 w 12192000"/>
              <a:gd name="connsiteY59" fmla="*/ 1478152 h 2237474"/>
              <a:gd name="connsiteX60" fmla="*/ 7377870 w 12192000"/>
              <a:gd name="connsiteY60" fmla="*/ 1523319 h 2237474"/>
              <a:gd name="connsiteX61" fmla="*/ 7230737 w 12192000"/>
              <a:gd name="connsiteY61" fmla="*/ 1562633 h 2237474"/>
              <a:gd name="connsiteX62" fmla="*/ 7224458 w 12192000"/>
              <a:gd name="connsiteY62" fmla="*/ 1573008 h 2237474"/>
              <a:gd name="connsiteX63" fmla="*/ 7183121 w 12192000"/>
              <a:gd name="connsiteY63" fmla="*/ 1595162 h 2237474"/>
              <a:gd name="connsiteX64" fmla="*/ 7164601 w 12192000"/>
              <a:gd name="connsiteY64" fmla="*/ 1606490 h 2237474"/>
              <a:gd name="connsiteX65" fmla="*/ 7092727 w 12192000"/>
              <a:gd name="connsiteY65" fmla="*/ 1623628 h 2237474"/>
              <a:gd name="connsiteX66" fmla="*/ 7031309 w 12192000"/>
              <a:gd name="connsiteY66" fmla="*/ 1619451 h 2237474"/>
              <a:gd name="connsiteX67" fmla="*/ 6999084 w 12192000"/>
              <a:gd name="connsiteY67" fmla="*/ 1634317 h 2237474"/>
              <a:gd name="connsiteX68" fmla="*/ 6900177 w 12192000"/>
              <a:gd name="connsiteY68" fmla="*/ 1636016 h 2237474"/>
              <a:gd name="connsiteX69" fmla="*/ 6795372 w 12192000"/>
              <a:gd name="connsiteY69" fmla="*/ 1644845 h 2237474"/>
              <a:gd name="connsiteX70" fmla="*/ 6692251 w 12192000"/>
              <a:gd name="connsiteY70" fmla="*/ 1656357 h 2237474"/>
              <a:gd name="connsiteX71" fmla="*/ 6655235 w 12192000"/>
              <a:gd name="connsiteY71" fmla="*/ 1661869 h 2237474"/>
              <a:gd name="connsiteX72" fmla="*/ 6554894 w 12192000"/>
              <a:gd name="connsiteY72" fmla="*/ 1664428 h 2237474"/>
              <a:gd name="connsiteX73" fmla="*/ 6516595 w 12192000"/>
              <a:gd name="connsiteY73" fmla="*/ 1667475 h 2237474"/>
              <a:gd name="connsiteX74" fmla="*/ 6508541 w 12192000"/>
              <a:gd name="connsiteY74" fmla="*/ 1668757 h 2237474"/>
              <a:gd name="connsiteX75" fmla="*/ 6471012 w 12192000"/>
              <a:gd name="connsiteY75" fmla="*/ 1678604 h 2237474"/>
              <a:gd name="connsiteX76" fmla="*/ 6364035 w 12192000"/>
              <a:gd name="connsiteY76" fmla="*/ 1667683 h 2237474"/>
              <a:gd name="connsiteX77" fmla="*/ 6280959 w 12192000"/>
              <a:gd name="connsiteY77" fmla="*/ 1689329 h 2237474"/>
              <a:gd name="connsiteX78" fmla="*/ 6243319 w 12192000"/>
              <a:gd name="connsiteY78" fmla="*/ 1695560 h 2237474"/>
              <a:gd name="connsiteX79" fmla="*/ 6098321 w 12192000"/>
              <a:gd name="connsiteY79" fmla="*/ 1721646 h 2237474"/>
              <a:gd name="connsiteX80" fmla="*/ 5880652 w 12192000"/>
              <a:gd name="connsiteY80" fmla="*/ 1779643 h 2237474"/>
              <a:gd name="connsiteX81" fmla="*/ 5785959 w 12192000"/>
              <a:gd name="connsiteY81" fmla="*/ 1775307 h 2237474"/>
              <a:gd name="connsiteX82" fmla="*/ 5643534 w 12192000"/>
              <a:gd name="connsiteY82" fmla="*/ 1802919 h 2237474"/>
              <a:gd name="connsiteX83" fmla="*/ 5518799 w 12192000"/>
              <a:gd name="connsiteY83" fmla="*/ 1818312 h 2237474"/>
              <a:gd name="connsiteX84" fmla="*/ 5505014 w 12192000"/>
              <a:gd name="connsiteY84" fmla="*/ 1819259 h 2237474"/>
              <a:gd name="connsiteX85" fmla="*/ 5453307 w 12192000"/>
              <a:gd name="connsiteY85" fmla="*/ 1815450 h 2237474"/>
              <a:gd name="connsiteX86" fmla="*/ 5364192 w 12192000"/>
              <a:gd name="connsiteY86" fmla="*/ 1826074 h 2237474"/>
              <a:gd name="connsiteX87" fmla="*/ 5350380 w 12192000"/>
              <a:gd name="connsiteY87" fmla="*/ 1830891 h 2237474"/>
              <a:gd name="connsiteX88" fmla="*/ 5259633 w 12192000"/>
              <a:gd name="connsiteY88" fmla="*/ 1837160 h 2237474"/>
              <a:gd name="connsiteX89" fmla="*/ 5197513 w 12192000"/>
              <a:gd name="connsiteY89" fmla="*/ 1844718 h 2237474"/>
              <a:gd name="connsiteX90" fmla="*/ 5168852 w 12192000"/>
              <a:gd name="connsiteY90" fmla="*/ 1844846 h 2237474"/>
              <a:gd name="connsiteX91" fmla="*/ 5114927 w 12192000"/>
              <a:gd name="connsiteY91" fmla="*/ 1847827 h 2237474"/>
              <a:gd name="connsiteX92" fmla="*/ 5108970 w 12192000"/>
              <a:gd name="connsiteY92" fmla="*/ 1847935 h 2237474"/>
              <a:gd name="connsiteX93" fmla="*/ 5067961 w 12192000"/>
              <a:gd name="connsiteY93" fmla="*/ 1845917 h 2237474"/>
              <a:gd name="connsiteX94" fmla="*/ 5007075 w 12192000"/>
              <a:gd name="connsiteY94" fmla="*/ 1838626 h 2237474"/>
              <a:gd name="connsiteX95" fmla="*/ 4944087 w 12192000"/>
              <a:gd name="connsiteY95" fmla="*/ 1823332 h 2237474"/>
              <a:gd name="connsiteX96" fmla="*/ 4907662 w 12192000"/>
              <a:gd name="connsiteY96" fmla="*/ 1816900 h 2237474"/>
              <a:gd name="connsiteX97" fmla="*/ 4882386 w 12192000"/>
              <a:gd name="connsiteY97" fmla="*/ 1809844 h 2237474"/>
              <a:gd name="connsiteX98" fmla="*/ 4811440 w 12192000"/>
              <a:gd name="connsiteY98" fmla="*/ 1804655 h 2237474"/>
              <a:gd name="connsiteX99" fmla="*/ 4691075 w 12192000"/>
              <a:gd name="connsiteY99" fmla="*/ 1801389 h 2237474"/>
              <a:gd name="connsiteX100" fmla="*/ 4611738 w 12192000"/>
              <a:gd name="connsiteY100" fmla="*/ 1776964 h 2237474"/>
              <a:gd name="connsiteX101" fmla="*/ 4560070 w 12192000"/>
              <a:gd name="connsiteY101" fmla="*/ 1785640 h 2237474"/>
              <a:gd name="connsiteX102" fmla="*/ 4536503 w 12192000"/>
              <a:gd name="connsiteY102" fmla="*/ 1785334 h 2237474"/>
              <a:gd name="connsiteX103" fmla="*/ 4513724 w 12192000"/>
              <a:gd name="connsiteY103" fmla="*/ 1791996 h 2237474"/>
              <a:gd name="connsiteX104" fmla="*/ 4459810 w 12192000"/>
              <a:gd name="connsiteY104" fmla="*/ 1797886 h 2237474"/>
              <a:gd name="connsiteX105" fmla="*/ 4379064 w 12192000"/>
              <a:gd name="connsiteY105" fmla="*/ 1817177 h 2237474"/>
              <a:gd name="connsiteX106" fmla="*/ 4319209 w 12192000"/>
              <a:gd name="connsiteY106" fmla="*/ 1834833 h 2237474"/>
              <a:gd name="connsiteX107" fmla="*/ 4290981 w 12192000"/>
              <a:gd name="connsiteY107" fmla="*/ 1839677 h 2237474"/>
              <a:gd name="connsiteX108" fmla="*/ 4285792 w 12192000"/>
              <a:gd name="connsiteY108" fmla="*/ 1836231 h 2237474"/>
              <a:gd name="connsiteX109" fmla="*/ 4238372 w 12192000"/>
              <a:gd name="connsiteY109" fmla="*/ 1851480 h 2237474"/>
              <a:gd name="connsiteX110" fmla="*/ 4232517 w 12192000"/>
              <a:gd name="connsiteY110" fmla="*/ 1852567 h 2237474"/>
              <a:gd name="connsiteX111" fmla="*/ 4191732 w 12192000"/>
              <a:gd name="connsiteY111" fmla="*/ 1857328 h 2237474"/>
              <a:gd name="connsiteX112" fmla="*/ 4065532 w 12192000"/>
              <a:gd name="connsiteY112" fmla="*/ 1855477 h 2237474"/>
              <a:gd name="connsiteX113" fmla="*/ 4028460 w 12192000"/>
              <a:gd name="connsiteY113" fmla="*/ 1855137 h 2237474"/>
              <a:gd name="connsiteX114" fmla="*/ 4002267 w 12192000"/>
              <a:gd name="connsiteY114" fmla="*/ 1852352 h 2237474"/>
              <a:gd name="connsiteX115" fmla="*/ 3931396 w 12192000"/>
              <a:gd name="connsiteY115" fmla="*/ 1858915 h 2237474"/>
              <a:gd name="connsiteX116" fmla="*/ 3812162 w 12192000"/>
              <a:gd name="connsiteY116" fmla="*/ 1875501 h 2237474"/>
              <a:gd name="connsiteX117" fmla="*/ 3729530 w 12192000"/>
              <a:gd name="connsiteY117" fmla="*/ 1864513 h 2237474"/>
              <a:gd name="connsiteX118" fmla="*/ 3680177 w 12192000"/>
              <a:gd name="connsiteY118" fmla="*/ 1881552 h 2237474"/>
              <a:gd name="connsiteX119" fmla="*/ 3567259 w 12192000"/>
              <a:gd name="connsiteY119" fmla="*/ 1893482 h 2237474"/>
              <a:gd name="connsiteX120" fmla="*/ 3405770 w 12192000"/>
              <a:gd name="connsiteY120" fmla="*/ 1904591 h 2237474"/>
              <a:gd name="connsiteX121" fmla="*/ 3280097 w 12192000"/>
              <a:gd name="connsiteY121" fmla="*/ 1919610 h 2237474"/>
              <a:gd name="connsiteX122" fmla="*/ 3123424 w 12192000"/>
              <a:gd name="connsiteY122" fmla="*/ 1952930 h 2237474"/>
              <a:gd name="connsiteX123" fmla="*/ 3009910 w 12192000"/>
              <a:gd name="connsiteY123" fmla="*/ 1957866 h 2237474"/>
              <a:gd name="connsiteX124" fmla="*/ 2995934 w 12192000"/>
              <a:gd name="connsiteY124" fmla="*/ 1967085 h 2237474"/>
              <a:gd name="connsiteX125" fmla="*/ 2980071 w 12192000"/>
              <a:gd name="connsiteY125" fmla="*/ 1972988 h 2237474"/>
              <a:gd name="connsiteX126" fmla="*/ 2978094 w 12192000"/>
              <a:gd name="connsiteY126" fmla="*/ 1972369 h 2237474"/>
              <a:gd name="connsiteX127" fmla="*/ 2942858 w 12192000"/>
              <a:gd name="connsiteY127" fmla="*/ 1981367 h 2237474"/>
              <a:gd name="connsiteX128" fmla="*/ 2875436 w 12192000"/>
              <a:gd name="connsiteY128" fmla="*/ 1996977 h 2237474"/>
              <a:gd name="connsiteX129" fmla="*/ 2874892 w 12192000"/>
              <a:gd name="connsiteY129" fmla="*/ 1996085 h 2237474"/>
              <a:gd name="connsiteX130" fmla="*/ 2864145 w 12192000"/>
              <a:gd name="connsiteY130" fmla="*/ 1994061 h 2237474"/>
              <a:gd name="connsiteX131" fmla="*/ 2843662 w 12192000"/>
              <a:gd name="connsiteY131" fmla="*/ 1992498 h 2237474"/>
              <a:gd name="connsiteX132" fmla="*/ 2796128 w 12192000"/>
              <a:gd name="connsiteY132" fmla="*/ 1976403 h 2237474"/>
              <a:gd name="connsiteX133" fmla="*/ 2756784 w 12192000"/>
              <a:gd name="connsiteY133" fmla="*/ 1985116 h 2237474"/>
              <a:gd name="connsiteX134" fmla="*/ 2748833 w 12192000"/>
              <a:gd name="connsiteY134" fmla="*/ 1986323 h 2237474"/>
              <a:gd name="connsiteX135" fmla="*/ 2748661 w 12192000"/>
              <a:gd name="connsiteY135" fmla="*/ 1986122 h 2237474"/>
              <a:gd name="connsiteX136" fmla="*/ 2740251 w 12192000"/>
              <a:gd name="connsiteY136" fmla="*/ 1986946 h 2237474"/>
              <a:gd name="connsiteX137" fmla="*/ 2718916 w 12192000"/>
              <a:gd name="connsiteY137" fmla="*/ 1990867 h 2237474"/>
              <a:gd name="connsiteX138" fmla="*/ 2713522 w 12192000"/>
              <a:gd name="connsiteY138" fmla="*/ 1990173 h 2237474"/>
              <a:gd name="connsiteX139" fmla="*/ 2680597 w 12192000"/>
              <a:gd name="connsiteY139" fmla="*/ 1984996 h 2237474"/>
              <a:gd name="connsiteX140" fmla="*/ 2578178 w 12192000"/>
              <a:gd name="connsiteY140" fmla="*/ 1990531 h 2237474"/>
              <a:gd name="connsiteX141" fmla="*/ 2476147 w 12192000"/>
              <a:gd name="connsiteY141" fmla="*/ 1998305 h 2237474"/>
              <a:gd name="connsiteX142" fmla="*/ 2373568 w 12192000"/>
              <a:gd name="connsiteY142" fmla="*/ 2003219 h 2237474"/>
              <a:gd name="connsiteX143" fmla="*/ 2321399 w 12192000"/>
              <a:gd name="connsiteY143" fmla="*/ 1989467 h 2237474"/>
              <a:gd name="connsiteX144" fmla="*/ 2315525 w 12192000"/>
              <a:gd name="connsiteY144" fmla="*/ 1989708 h 2237474"/>
              <a:gd name="connsiteX145" fmla="*/ 2300792 w 12192000"/>
              <a:gd name="connsiteY145" fmla="*/ 1994290 h 2237474"/>
              <a:gd name="connsiteX146" fmla="*/ 2295469 w 12192000"/>
              <a:gd name="connsiteY146" fmla="*/ 1996659 h 2237474"/>
              <a:gd name="connsiteX147" fmla="*/ 2287219 w 12192000"/>
              <a:gd name="connsiteY147" fmla="*/ 1998750 h 2237474"/>
              <a:gd name="connsiteX148" fmla="*/ 2286948 w 12192000"/>
              <a:gd name="connsiteY148" fmla="*/ 1998596 h 2237474"/>
              <a:gd name="connsiteX149" fmla="*/ 2243069 w 12192000"/>
              <a:gd name="connsiteY149" fmla="*/ 2015111 h 2237474"/>
              <a:gd name="connsiteX150" fmla="*/ 2186609 w 12192000"/>
              <a:gd name="connsiteY150" fmla="*/ 2008263 h 2237474"/>
              <a:gd name="connsiteX151" fmla="*/ 2164831 w 12192000"/>
              <a:gd name="connsiteY151" fmla="*/ 2010143 h 2237474"/>
              <a:gd name="connsiteX152" fmla="*/ 2152836 w 12192000"/>
              <a:gd name="connsiteY152" fmla="*/ 2010048 h 2237474"/>
              <a:gd name="connsiteX153" fmla="*/ 2117102 w 12192000"/>
              <a:gd name="connsiteY153" fmla="*/ 2023004 h 2237474"/>
              <a:gd name="connsiteX154" fmla="*/ 2111935 w 12192000"/>
              <a:gd name="connsiteY154" fmla="*/ 2023163 h 2237474"/>
              <a:gd name="connsiteX155" fmla="*/ 2089991 w 12192000"/>
              <a:gd name="connsiteY155" fmla="*/ 2034193 h 2237474"/>
              <a:gd name="connsiteX156" fmla="*/ 2058061 w 12192000"/>
              <a:gd name="connsiteY156" fmla="*/ 2047942 h 2237474"/>
              <a:gd name="connsiteX157" fmla="*/ 2055737 w 12192000"/>
              <a:gd name="connsiteY157" fmla="*/ 2047704 h 2237474"/>
              <a:gd name="connsiteX158" fmla="*/ 2042244 w 12192000"/>
              <a:gd name="connsiteY158" fmla="*/ 2055560 h 2237474"/>
              <a:gd name="connsiteX159" fmla="*/ 1976224 w 12192000"/>
              <a:gd name="connsiteY159" fmla="*/ 2074257 h 2237474"/>
              <a:gd name="connsiteX160" fmla="*/ 1877728 w 12192000"/>
              <a:gd name="connsiteY160" fmla="*/ 2101004 h 2237474"/>
              <a:gd name="connsiteX161" fmla="*/ 1759056 w 12192000"/>
              <a:gd name="connsiteY161" fmla="*/ 2125608 h 2237474"/>
              <a:gd name="connsiteX162" fmla="*/ 1637948 w 12192000"/>
              <a:gd name="connsiteY162" fmla="*/ 2172597 h 2237474"/>
              <a:gd name="connsiteX163" fmla="*/ 1434549 w 12192000"/>
              <a:gd name="connsiteY163" fmla="*/ 2234522 h 2237474"/>
              <a:gd name="connsiteX164" fmla="*/ 1398481 w 12192000"/>
              <a:gd name="connsiteY164" fmla="*/ 2237074 h 2237474"/>
              <a:gd name="connsiteX165" fmla="*/ 1398407 w 12192000"/>
              <a:gd name="connsiteY165" fmla="*/ 2237095 h 2237474"/>
              <a:gd name="connsiteX166" fmla="*/ 1370962 w 12192000"/>
              <a:gd name="connsiteY166" fmla="*/ 2237474 h 2237474"/>
              <a:gd name="connsiteX167" fmla="*/ 1356367 w 12192000"/>
              <a:gd name="connsiteY167" fmla="*/ 2235089 h 2237474"/>
              <a:gd name="connsiteX168" fmla="*/ 1324828 w 12192000"/>
              <a:gd name="connsiteY168" fmla="*/ 2231968 h 2237474"/>
              <a:gd name="connsiteX169" fmla="*/ 1297744 w 12192000"/>
              <a:gd name="connsiteY169" fmla="*/ 2235849 h 2237474"/>
              <a:gd name="connsiteX170" fmla="*/ 1286236 w 12192000"/>
              <a:gd name="connsiteY170" fmla="*/ 2233135 h 2237474"/>
              <a:gd name="connsiteX171" fmla="*/ 1283504 w 12192000"/>
              <a:gd name="connsiteY171" fmla="*/ 2233797 h 2237474"/>
              <a:gd name="connsiteX172" fmla="*/ 1279765 w 12192000"/>
              <a:gd name="connsiteY172" fmla="*/ 2229639 h 2237474"/>
              <a:gd name="connsiteX173" fmla="*/ 1195347 w 12192000"/>
              <a:gd name="connsiteY173" fmla="*/ 2212354 h 2237474"/>
              <a:gd name="connsiteX174" fmla="*/ 970251 w 12192000"/>
              <a:gd name="connsiteY174" fmla="*/ 2221029 h 2237474"/>
              <a:gd name="connsiteX175" fmla="*/ 812914 w 12192000"/>
              <a:gd name="connsiteY175" fmla="*/ 2202752 h 2237474"/>
              <a:gd name="connsiteX176" fmla="*/ 800195 w 12192000"/>
              <a:gd name="connsiteY176" fmla="*/ 2209407 h 2237474"/>
              <a:gd name="connsiteX177" fmla="*/ 784978 w 12192000"/>
              <a:gd name="connsiteY177" fmla="*/ 2212360 h 2237474"/>
              <a:gd name="connsiteX178" fmla="*/ 681987 w 12192000"/>
              <a:gd name="connsiteY178" fmla="*/ 2216757 h 2237474"/>
              <a:gd name="connsiteX179" fmla="*/ 669923 w 12192000"/>
              <a:gd name="connsiteY179" fmla="*/ 2211682 h 2237474"/>
              <a:gd name="connsiteX180" fmla="*/ 648680 w 12192000"/>
              <a:gd name="connsiteY180" fmla="*/ 2206229 h 2237474"/>
              <a:gd name="connsiteX181" fmla="*/ 597225 w 12192000"/>
              <a:gd name="connsiteY181" fmla="*/ 2180999 h 2237474"/>
              <a:gd name="connsiteX182" fmla="*/ 558449 w 12192000"/>
              <a:gd name="connsiteY182" fmla="*/ 2182346 h 2237474"/>
              <a:gd name="connsiteX183" fmla="*/ 550517 w 12192000"/>
              <a:gd name="connsiteY183" fmla="*/ 2182060 h 2237474"/>
              <a:gd name="connsiteX184" fmla="*/ 550309 w 12192000"/>
              <a:gd name="connsiteY184" fmla="*/ 2181825 h 2237474"/>
              <a:gd name="connsiteX185" fmla="*/ 541836 w 12192000"/>
              <a:gd name="connsiteY185" fmla="*/ 2181063 h 2237474"/>
              <a:gd name="connsiteX186" fmla="*/ 536057 w 12192000"/>
              <a:gd name="connsiteY186" fmla="*/ 2181537 h 2237474"/>
              <a:gd name="connsiteX187" fmla="*/ 520671 w 12192000"/>
              <a:gd name="connsiteY187" fmla="*/ 2180980 h 2237474"/>
              <a:gd name="connsiteX188" fmla="*/ 515024 w 12192000"/>
              <a:gd name="connsiteY188" fmla="*/ 2179258 h 2237474"/>
              <a:gd name="connsiteX189" fmla="*/ 512278 w 12192000"/>
              <a:gd name="connsiteY189" fmla="*/ 2176369 h 2237474"/>
              <a:gd name="connsiteX190" fmla="*/ 480419 w 12192000"/>
              <a:gd name="connsiteY190" fmla="*/ 2167807 h 2237474"/>
              <a:gd name="connsiteX191" fmla="*/ 413835 w 12192000"/>
              <a:gd name="connsiteY191" fmla="*/ 2156783 h 2237474"/>
              <a:gd name="connsiteX192" fmla="*/ 376513 w 12192000"/>
              <a:gd name="connsiteY192" fmla="*/ 2154014 h 2237474"/>
              <a:gd name="connsiteX193" fmla="*/ 273386 w 12192000"/>
              <a:gd name="connsiteY193" fmla="*/ 2142551 h 2237474"/>
              <a:gd name="connsiteX194" fmla="*/ 169207 w 12192000"/>
              <a:gd name="connsiteY194" fmla="*/ 2128100 h 2237474"/>
              <a:gd name="connsiteX195" fmla="*/ 93149 w 12192000"/>
              <a:gd name="connsiteY195" fmla="*/ 2105324 h 2237474"/>
              <a:gd name="connsiteX196" fmla="*/ 88109 w 12192000"/>
              <a:gd name="connsiteY196" fmla="*/ 2106704 h 2237474"/>
              <a:gd name="connsiteX197" fmla="*/ 80022 w 12192000"/>
              <a:gd name="connsiteY197" fmla="*/ 2107254 h 2237474"/>
              <a:gd name="connsiteX198" fmla="*/ 79717 w 12192000"/>
              <a:gd name="connsiteY198" fmla="*/ 2107046 h 2237474"/>
              <a:gd name="connsiteX199" fmla="*/ 72352 w 12192000"/>
              <a:gd name="connsiteY199" fmla="*/ 2107991 h 2237474"/>
              <a:gd name="connsiteX200" fmla="*/ 37645 w 12192000"/>
              <a:gd name="connsiteY200" fmla="*/ 2115401 h 2237474"/>
              <a:gd name="connsiteX201" fmla="*/ 4572 w 12192000"/>
              <a:gd name="connsiteY201" fmla="*/ 2111091 h 2237474"/>
              <a:gd name="connsiteX202" fmla="*/ 0 w 12192000"/>
              <a:gd name="connsiteY202" fmla="*/ 2110468 h 2237474"/>
              <a:gd name="connsiteX203" fmla="*/ 0 w 12192000"/>
              <a:gd name="connsiteY203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958984 w 12192000"/>
              <a:gd name="connsiteY38" fmla="*/ 1057212 h 2237474"/>
              <a:gd name="connsiteX39" fmla="*/ 8886001 w 12192000"/>
              <a:gd name="connsiteY39" fmla="*/ 1067468 h 2237474"/>
              <a:gd name="connsiteX40" fmla="*/ 8838610 w 12192000"/>
              <a:gd name="connsiteY40" fmla="*/ 1075091 h 2237474"/>
              <a:gd name="connsiteX41" fmla="*/ 8750383 w 12192000"/>
              <a:gd name="connsiteY41" fmla="*/ 1097387 h 2237474"/>
              <a:gd name="connsiteX42" fmla="*/ 8665605 w 12192000"/>
              <a:gd name="connsiteY42" fmla="*/ 1110791 h 2237474"/>
              <a:gd name="connsiteX43" fmla="*/ 8584946 w 12192000"/>
              <a:gd name="connsiteY43" fmla="*/ 1135226 h 2237474"/>
              <a:gd name="connsiteX44" fmla="*/ 8460755 w 12192000"/>
              <a:gd name="connsiteY44" fmla="*/ 1203427 h 2237474"/>
              <a:gd name="connsiteX45" fmla="*/ 8419755 w 12192000"/>
              <a:gd name="connsiteY45" fmla="*/ 1216260 h 2237474"/>
              <a:gd name="connsiteX46" fmla="*/ 8411626 w 12192000"/>
              <a:gd name="connsiteY46" fmla="*/ 1214397 h 2237474"/>
              <a:gd name="connsiteX47" fmla="*/ 8363469 w 12192000"/>
              <a:gd name="connsiteY47" fmla="*/ 1246658 h 2237474"/>
              <a:gd name="connsiteX48" fmla="*/ 8275497 w 12192000"/>
              <a:gd name="connsiteY48" fmla="*/ 1264396 h 2237474"/>
              <a:gd name="connsiteX49" fmla="*/ 8206287 w 12192000"/>
              <a:gd name="connsiteY49" fmla="*/ 1273060 h 2237474"/>
              <a:gd name="connsiteX50" fmla="*/ 8168705 w 12192000"/>
              <a:gd name="connsiteY50" fmla="*/ 1279956 h 2237474"/>
              <a:gd name="connsiteX51" fmla="*/ 8139997 w 12192000"/>
              <a:gd name="connsiteY51" fmla="*/ 1282713 h 2237474"/>
              <a:gd name="connsiteX52" fmla="*/ 8074238 w 12192000"/>
              <a:gd name="connsiteY52" fmla="*/ 1301895 h 2237474"/>
              <a:gd name="connsiteX53" fmla="*/ 7968292 w 12192000"/>
              <a:gd name="connsiteY53" fmla="*/ 1338779 h 2237474"/>
              <a:gd name="connsiteX54" fmla="*/ 7902328 w 12192000"/>
              <a:gd name="connsiteY54" fmla="*/ 1345865 h 2237474"/>
              <a:gd name="connsiteX55" fmla="*/ 7875879 w 12192000"/>
              <a:gd name="connsiteY55" fmla="*/ 1345646 h 2237474"/>
              <a:gd name="connsiteX56" fmla="*/ 7840612 w 12192000"/>
              <a:gd name="connsiteY56" fmla="*/ 1369373 h 2237474"/>
              <a:gd name="connsiteX57" fmla="*/ 7786819 w 12192000"/>
              <a:gd name="connsiteY57" fmla="*/ 1378970 h 2237474"/>
              <a:gd name="connsiteX58" fmla="*/ 7548172 w 12192000"/>
              <a:gd name="connsiteY58" fmla="*/ 1417460 h 2237474"/>
              <a:gd name="connsiteX59" fmla="*/ 7483437 w 12192000"/>
              <a:gd name="connsiteY59" fmla="*/ 1478152 h 2237474"/>
              <a:gd name="connsiteX60" fmla="*/ 7377870 w 12192000"/>
              <a:gd name="connsiteY60" fmla="*/ 1523319 h 2237474"/>
              <a:gd name="connsiteX61" fmla="*/ 7230737 w 12192000"/>
              <a:gd name="connsiteY61" fmla="*/ 1562633 h 2237474"/>
              <a:gd name="connsiteX62" fmla="*/ 7224458 w 12192000"/>
              <a:gd name="connsiteY62" fmla="*/ 1573008 h 2237474"/>
              <a:gd name="connsiteX63" fmla="*/ 7183121 w 12192000"/>
              <a:gd name="connsiteY63" fmla="*/ 1595162 h 2237474"/>
              <a:gd name="connsiteX64" fmla="*/ 7164601 w 12192000"/>
              <a:gd name="connsiteY64" fmla="*/ 1606490 h 2237474"/>
              <a:gd name="connsiteX65" fmla="*/ 7092727 w 12192000"/>
              <a:gd name="connsiteY65" fmla="*/ 1623628 h 2237474"/>
              <a:gd name="connsiteX66" fmla="*/ 7031309 w 12192000"/>
              <a:gd name="connsiteY66" fmla="*/ 1619451 h 2237474"/>
              <a:gd name="connsiteX67" fmla="*/ 6900177 w 12192000"/>
              <a:gd name="connsiteY67" fmla="*/ 1636016 h 2237474"/>
              <a:gd name="connsiteX68" fmla="*/ 6795372 w 12192000"/>
              <a:gd name="connsiteY68" fmla="*/ 1644845 h 2237474"/>
              <a:gd name="connsiteX69" fmla="*/ 6692251 w 12192000"/>
              <a:gd name="connsiteY69" fmla="*/ 1656357 h 2237474"/>
              <a:gd name="connsiteX70" fmla="*/ 6655235 w 12192000"/>
              <a:gd name="connsiteY70" fmla="*/ 1661869 h 2237474"/>
              <a:gd name="connsiteX71" fmla="*/ 6554894 w 12192000"/>
              <a:gd name="connsiteY71" fmla="*/ 1664428 h 2237474"/>
              <a:gd name="connsiteX72" fmla="*/ 6516595 w 12192000"/>
              <a:gd name="connsiteY72" fmla="*/ 1667475 h 2237474"/>
              <a:gd name="connsiteX73" fmla="*/ 6508541 w 12192000"/>
              <a:gd name="connsiteY73" fmla="*/ 1668757 h 2237474"/>
              <a:gd name="connsiteX74" fmla="*/ 6471012 w 12192000"/>
              <a:gd name="connsiteY74" fmla="*/ 1678604 h 2237474"/>
              <a:gd name="connsiteX75" fmla="*/ 6364035 w 12192000"/>
              <a:gd name="connsiteY75" fmla="*/ 1667683 h 2237474"/>
              <a:gd name="connsiteX76" fmla="*/ 6280959 w 12192000"/>
              <a:gd name="connsiteY76" fmla="*/ 1689329 h 2237474"/>
              <a:gd name="connsiteX77" fmla="*/ 6243319 w 12192000"/>
              <a:gd name="connsiteY77" fmla="*/ 1695560 h 2237474"/>
              <a:gd name="connsiteX78" fmla="*/ 6098321 w 12192000"/>
              <a:gd name="connsiteY78" fmla="*/ 1721646 h 2237474"/>
              <a:gd name="connsiteX79" fmla="*/ 5880652 w 12192000"/>
              <a:gd name="connsiteY79" fmla="*/ 1779643 h 2237474"/>
              <a:gd name="connsiteX80" fmla="*/ 5785959 w 12192000"/>
              <a:gd name="connsiteY80" fmla="*/ 1775307 h 2237474"/>
              <a:gd name="connsiteX81" fmla="*/ 5643534 w 12192000"/>
              <a:gd name="connsiteY81" fmla="*/ 1802919 h 2237474"/>
              <a:gd name="connsiteX82" fmla="*/ 5518799 w 12192000"/>
              <a:gd name="connsiteY82" fmla="*/ 1818312 h 2237474"/>
              <a:gd name="connsiteX83" fmla="*/ 5505014 w 12192000"/>
              <a:gd name="connsiteY83" fmla="*/ 1819259 h 2237474"/>
              <a:gd name="connsiteX84" fmla="*/ 5453307 w 12192000"/>
              <a:gd name="connsiteY84" fmla="*/ 1815450 h 2237474"/>
              <a:gd name="connsiteX85" fmla="*/ 5364192 w 12192000"/>
              <a:gd name="connsiteY85" fmla="*/ 1826074 h 2237474"/>
              <a:gd name="connsiteX86" fmla="*/ 5350380 w 12192000"/>
              <a:gd name="connsiteY86" fmla="*/ 1830891 h 2237474"/>
              <a:gd name="connsiteX87" fmla="*/ 5259633 w 12192000"/>
              <a:gd name="connsiteY87" fmla="*/ 1837160 h 2237474"/>
              <a:gd name="connsiteX88" fmla="*/ 5197513 w 12192000"/>
              <a:gd name="connsiteY88" fmla="*/ 1844718 h 2237474"/>
              <a:gd name="connsiteX89" fmla="*/ 5168852 w 12192000"/>
              <a:gd name="connsiteY89" fmla="*/ 1844846 h 2237474"/>
              <a:gd name="connsiteX90" fmla="*/ 5114927 w 12192000"/>
              <a:gd name="connsiteY90" fmla="*/ 1847827 h 2237474"/>
              <a:gd name="connsiteX91" fmla="*/ 5108970 w 12192000"/>
              <a:gd name="connsiteY91" fmla="*/ 1847935 h 2237474"/>
              <a:gd name="connsiteX92" fmla="*/ 5067961 w 12192000"/>
              <a:gd name="connsiteY92" fmla="*/ 1845917 h 2237474"/>
              <a:gd name="connsiteX93" fmla="*/ 5007075 w 12192000"/>
              <a:gd name="connsiteY93" fmla="*/ 1838626 h 2237474"/>
              <a:gd name="connsiteX94" fmla="*/ 4944087 w 12192000"/>
              <a:gd name="connsiteY94" fmla="*/ 1823332 h 2237474"/>
              <a:gd name="connsiteX95" fmla="*/ 4907662 w 12192000"/>
              <a:gd name="connsiteY95" fmla="*/ 1816900 h 2237474"/>
              <a:gd name="connsiteX96" fmla="*/ 4882386 w 12192000"/>
              <a:gd name="connsiteY96" fmla="*/ 1809844 h 2237474"/>
              <a:gd name="connsiteX97" fmla="*/ 4811440 w 12192000"/>
              <a:gd name="connsiteY97" fmla="*/ 1804655 h 2237474"/>
              <a:gd name="connsiteX98" fmla="*/ 4691075 w 12192000"/>
              <a:gd name="connsiteY98" fmla="*/ 1801389 h 2237474"/>
              <a:gd name="connsiteX99" fmla="*/ 4611738 w 12192000"/>
              <a:gd name="connsiteY99" fmla="*/ 1776964 h 2237474"/>
              <a:gd name="connsiteX100" fmla="*/ 4560070 w 12192000"/>
              <a:gd name="connsiteY100" fmla="*/ 1785640 h 2237474"/>
              <a:gd name="connsiteX101" fmla="*/ 4536503 w 12192000"/>
              <a:gd name="connsiteY101" fmla="*/ 1785334 h 2237474"/>
              <a:gd name="connsiteX102" fmla="*/ 4513724 w 12192000"/>
              <a:gd name="connsiteY102" fmla="*/ 1791996 h 2237474"/>
              <a:gd name="connsiteX103" fmla="*/ 4459810 w 12192000"/>
              <a:gd name="connsiteY103" fmla="*/ 1797886 h 2237474"/>
              <a:gd name="connsiteX104" fmla="*/ 4379064 w 12192000"/>
              <a:gd name="connsiteY104" fmla="*/ 1817177 h 2237474"/>
              <a:gd name="connsiteX105" fmla="*/ 4319209 w 12192000"/>
              <a:gd name="connsiteY105" fmla="*/ 1834833 h 2237474"/>
              <a:gd name="connsiteX106" fmla="*/ 4290981 w 12192000"/>
              <a:gd name="connsiteY106" fmla="*/ 1839677 h 2237474"/>
              <a:gd name="connsiteX107" fmla="*/ 4285792 w 12192000"/>
              <a:gd name="connsiteY107" fmla="*/ 1836231 h 2237474"/>
              <a:gd name="connsiteX108" fmla="*/ 4238372 w 12192000"/>
              <a:gd name="connsiteY108" fmla="*/ 1851480 h 2237474"/>
              <a:gd name="connsiteX109" fmla="*/ 4232517 w 12192000"/>
              <a:gd name="connsiteY109" fmla="*/ 1852567 h 2237474"/>
              <a:gd name="connsiteX110" fmla="*/ 4191732 w 12192000"/>
              <a:gd name="connsiteY110" fmla="*/ 1857328 h 2237474"/>
              <a:gd name="connsiteX111" fmla="*/ 4065532 w 12192000"/>
              <a:gd name="connsiteY111" fmla="*/ 1855477 h 2237474"/>
              <a:gd name="connsiteX112" fmla="*/ 4028460 w 12192000"/>
              <a:gd name="connsiteY112" fmla="*/ 1855137 h 2237474"/>
              <a:gd name="connsiteX113" fmla="*/ 4002267 w 12192000"/>
              <a:gd name="connsiteY113" fmla="*/ 1852352 h 2237474"/>
              <a:gd name="connsiteX114" fmla="*/ 3931396 w 12192000"/>
              <a:gd name="connsiteY114" fmla="*/ 1858915 h 2237474"/>
              <a:gd name="connsiteX115" fmla="*/ 3812162 w 12192000"/>
              <a:gd name="connsiteY115" fmla="*/ 1875501 h 2237474"/>
              <a:gd name="connsiteX116" fmla="*/ 3729530 w 12192000"/>
              <a:gd name="connsiteY116" fmla="*/ 1864513 h 2237474"/>
              <a:gd name="connsiteX117" fmla="*/ 3680177 w 12192000"/>
              <a:gd name="connsiteY117" fmla="*/ 1881552 h 2237474"/>
              <a:gd name="connsiteX118" fmla="*/ 3567259 w 12192000"/>
              <a:gd name="connsiteY118" fmla="*/ 1893482 h 2237474"/>
              <a:gd name="connsiteX119" fmla="*/ 3405770 w 12192000"/>
              <a:gd name="connsiteY119" fmla="*/ 1904591 h 2237474"/>
              <a:gd name="connsiteX120" fmla="*/ 3280097 w 12192000"/>
              <a:gd name="connsiteY120" fmla="*/ 1919610 h 2237474"/>
              <a:gd name="connsiteX121" fmla="*/ 3123424 w 12192000"/>
              <a:gd name="connsiteY121" fmla="*/ 1952930 h 2237474"/>
              <a:gd name="connsiteX122" fmla="*/ 3009910 w 12192000"/>
              <a:gd name="connsiteY122" fmla="*/ 1957866 h 2237474"/>
              <a:gd name="connsiteX123" fmla="*/ 2995934 w 12192000"/>
              <a:gd name="connsiteY123" fmla="*/ 1967085 h 2237474"/>
              <a:gd name="connsiteX124" fmla="*/ 2980071 w 12192000"/>
              <a:gd name="connsiteY124" fmla="*/ 1972988 h 2237474"/>
              <a:gd name="connsiteX125" fmla="*/ 2978094 w 12192000"/>
              <a:gd name="connsiteY125" fmla="*/ 1972369 h 2237474"/>
              <a:gd name="connsiteX126" fmla="*/ 2942858 w 12192000"/>
              <a:gd name="connsiteY126" fmla="*/ 1981367 h 2237474"/>
              <a:gd name="connsiteX127" fmla="*/ 2875436 w 12192000"/>
              <a:gd name="connsiteY127" fmla="*/ 1996977 h 2237474"/>
              <a:gd name="connsiteX128" fmla="*/ 2874892 w 12192000"/>
              <a:gd name="connsiteY128" fmla="*/ 1996085 h 2237474"/>
              <a:gd name="connsiteX129" fmla="*/ 2864145 w 12192000"/>
              <a:gd name="connsiteY129" fmla="*/ 1994061 h 2237474"/>
              <a:gd name="connsiteX130" fmla="*/ 2843662 w 12192000"/>
              <a:gd name="connsiteY130" fmla="*/ 1992498 h 2237474"/>
              <a:gd name="connsiteX131" fmla="*/ 2796128 w 12192000"/>
              <a:gd name="connsiteY131" fmla="*/ 1976403 h 2237474"/>
              <a:gd name="connsiteX132" fmla="*/ 2756784 w 12192000"/>
              <a:gd name="connsiteY132" fmla="*/ 1985116 h 2237474"/>
              <a:gd name="connsiteX133" fmla="*/ 2748833 w 12192000"/>
              <a:gd name="connsiteY133" fmla="*/ 1986323 h 2237474"/>
              <a:gd name="connsiteX134" fmla="*/ 2748661 w 12192000"/>
              <a:gd name="connsiteY134" fmla="*/ 1986122 h 2237474"/>
              <a:gd name="connsiteX135" fmla="*/ 2740251 w 12192000"/>
              <a:gd name="connsiteY135" fmla="*/ 1986946 h 2237474"/>
              <a:gd name="connsiteX136" fmla="*/ 2718916 w 12192000"/>
              <a:gd name="connsiteY136" fmla="*/ 1990867 h 2237474"/>
              <a:gd name="connsiteX137" fmla="*/ 2713522 w 12192000"/>
              <a:gd name="connsiteY137" fmla="*/ 1990173 h 2237474"/>
              <a:gd name="connsiteX138" fmla="*/ 2680597 w 12192000"/>
              <a:gd name="connsiteY138" fmla="*/ 1984996 h 2237474"/>
              <a:gd name="connsiteX139" fmla="*/ 2578178 w 12192000"/>
              <a:gd name="connsiteY139" fmla="*/ 1990531 h 2237474"/>
              <a:gd name="connsiteX140" fmla="*/ 2476147 w 12192000"/>
              <a:gd name="connsiteY140" fmla="*/ 1998305 h 2237474"/>
              <a:gd name="connsiteX141" fmla="*/ 2373568 w 12192000"/>
              <a:gd name="connsiteY141" fmla="*/ 2003219 h 2237474"/>
              <a:gd name="connsiteX142" fmla="*/ 2321399 w 12192000"/>
              <a:gd name="connsiteY142" fmla="*/ 1989467 h 2237474"/>
              <a:gd name="connsiteX143" fmla="*/ 2315525 w 12192000"/>
              <a:gd name="connsiteY143" fmla="*/ 1989708 h 2237474"/>
              <a:gd name="connsiteX144" fmla="*/ 2300792 w 12192000"/>
              <a:gd name="connsiteY144" fmla="*/ 1994290 h 2237474"/>
              <a:gd name="connsiteX145" fmla="*/ 2295469 w 12192000"/>
              <a:gd name="connsiteY145" fmla="*/ 1996659 h 2237474"/>
              <a:gd name="connsiteX146" fmla="*/ 2287219 w 12192000"/>
              <a:gd name="connsiteY146" fmla="*/ 1998750 h 2237474"/>
              <a:gd name="connsiteX147" fmla="*/ 2286948 w 12192000"/>
              <a:gd name="connsiteY147" fmla="*/ 1998596 h 2237474"/>
              <a:gd name="connsiteX148" fmla="*/ 2243069 w 12192000"/>
              <a:gd name="connsiteY148" fmla="*/ 2015111 h 2237474"/>
              <a:gd name="connsiteX149" fmla="*/ 2186609 w 12192000"/>
              <a:gd name="connsiteY149" fmla="*/ 2008263 h 2237474"/>
              <a:gd name="connsiteX150" fmla="*/ 2164831 w 12192000"/>
              <a:gd name="connsiteY150" fmla="*/ 2010143 h 2237474"/>
              <a:gd name="connsiteX151" fmla="*/ 2152836 w 12192000"/>
              <a:gd name="connsiteY151" fmla="*/ 2010048 h 2237474"/>
              <a:gd name="connsiteX152" fmla="*/ 2117102 w 12192000"/>
              <a:gd name="connsiteY152" fmla="*/ 2023004 h 2237474"/>
              <a:gd name="connsiteX153" fmla="*/ 2111935 w 12192000"/>
              <a:gd name="connsiteY153" fmla="*/ 2023163 h 2237474"/>
              <a:gd name="connsiteX154" fmla="*/ 2089991 w 12192000"/>
              <a:gd name="connsiteY154" fmla="*/ 2034193 h 2237474"/>
              <a:gd name="connsiteX155" fmla="*/ 2058061 w 12192000"/>
              <a:gd name="connsiteY155" fmla="*/ 2047942 h 2237474"/>
              <a:gd name="connsiteX156" fmla="*/ 2055737 w 12192000"/>
              <a:gd name="connsiteY156" fmla="*/ 2047704 h 2237474"/>
              <a:gd name="connsiteX157" fmla="*/ 2042244 w 12192000"/>
              <a:gd name="connsiteY157" fmla="*/ 2055560 h 2237474"/>
              <a:gd name="connsiteX158" fmla="*/ 1976224 w 12192000"/>
              <a:gd name="connsiteY158" fmla="*/ 2074257 h 2237474"/>
              <a:gd name="connsiteX159" fmla="*/ 1877728 w 12192000"/>
              <a:gd name="connsiteY159" fmla="*/ 2101004 h 2237474"/>
              <a:gd name="connsiteX160" fmla="*/ 1759056 w 12192000"/>
              <a:gd name="connsiteY160" fmla="*/ 2125608 h 2237474"/>
              <a:gd name="connsiteX161" fmla="*/ 1637948 w 12192000"/>
              <a:gd name="connsiteY161" fmla="*/ 2172597 h 2237474"/>
              <a:gd name="connsiteX162" fmla="*/ 1434549 w 12192000"/>
              <a:gd name="connsiteY162" fmla="*/ 2234522 h 2237474"/>
              <a:gd name="connsiteX163" fmla="*/ 1398481 w 12192000"/>
              <a:gd name="connsiteY163" fmla="*/ 2237074 h 2237474"/>
              <a:gd name="connsiteX164" fmla="*/ 1398407 w 12192000"/>
              <a:gd name="connsiteY164" fmla="*/ 2237095 h 2237474"/>
              <a:gd name="connsiteX165" fmla="*/ 1370962 w 12192000"/>
              <a:gd name="connsiteY165" fmla="*/ 2237474 h 2237474"/>
              <a:gd name="connsiteX166" fmla="*/ 1356367 w 12192000"/>
              <a:gd name="connsiteY166" fmla="*/ 2235089 h 2237474"/>
              <a:gd name="connsiteX167" fmla="*/ 1324828 w 12192000"/>
              <a:gd name="connsiteY167" fmla="*/ 2231968 h 2237474"/>
              <a:gd name="connsiteX168" fmla="*/ 1297744 w 12192000"/>
              <a:gd name="connsiteY168" fmla="*/ 2235849 h 2237474"/>
              <a:gd name="connsiteX169" fmla="*/ 1286236 w 12192000"/>
              <a:gd name="connsiteY169" fmla="*/ 2233135 h 2237474"/>
              <a:gd name="connsiteX170" fmla="*/ 1283504 w 12192000"/>
              <a:gd name="connsiteY170" fmla="*/ 2233797 h 2237474"/>
              <a:gd name="connsiteX171" fmla="*/ 1279765 w 12192000"/>
              <a:gd name="connsiteY171" fmla="*/ 2229639 h 2237474"/>
              <a:gd name="connsiteX172" fmla="*/ 1195347 w 12192000"/>
              <a:gd name="connsiteY172" fmla="*/ 2212354 h 2237474"/>
              <a:gd name="connsiteX173" fmla="*/ 970251 w 12192000"/>
              <a:gd name="connsiteY173" fmla="*/ 2221029 h 2237474"/>
              <a:gd name="connsiteX174" fmla="*/ 812914 w 12192000"/>
              <a:gd name="connsiteY174" fmla="*/ 2202752 h 2237474"/>
              <a:gd name="connsiteX175" fmla="*/ 800195 w 12192000"/>
              <a:gd name="connsiteY175" fmla="*/ 2209407 h 2237474"/>
              <a:gd name="connsiteX176" fmla="*/ 784978 w 12192000"/>
              <a:gd name="connsiteY176" fmla="*/ 2212360 h 2237474"/>
              <a:gd name="connsiteX177" fmla="*/ 681987 w 12192000"/>
              <a:gd name="connsiteY177" fmla="*/ 2216757 h 2237474"/>
              <a:gd name="connsiteX178" fmla="*/ 669923 w 12192000"/>
              <a:gd name="connsiteY178" fmla="*/ 2211682 h 2237474"/>
              <a:gd name="connsiteX179" fmla="*/ 648680 w 12192000"/>
              <a:gd name="connsiteY179" fmla="*/ 2206229 h 2237474"/>
              <a:gd name="connsiteX180" fmla="*/ 597225 w 12192000"/>
              <a:gd name="connsiteY180" fmla="*/ 2180999 h 2237474"/>
              <a:gd name="connsiteX181" fmla="*/ 558449 w 12192000"/>
              <a:gd name="connsiteY181" fmla="*/ 2182346 h 2237474"/>
              <a:gd name="connsiteX182" fmla="*/ 550517 w 12192000"/>
              <a:gd name="connsiteY182" fmla="*/ 2182060 h 2237474"/>
              <a:gd name="connsiteX183" fmla="*/ 550309 w 12192000"/>
              <a:gd name="connsiteY183" fmla="*/ 2181825 h 2237474"/>
              <a:gd name="connsiteX184" fmla="*/ 541836 w 12192000"/>
              <a:gd name="connsiteY184" fmla="*/ 2181063 h 2237474"/>
              <a:gd name="connsiteX185" fmla="*/ 536057 w 12192000"/>
              <a:gd name="connsiteY185" fmla="*/ 2181537 h 2237474"/>
              <a:gd name="connsiteX186" fmla="*/ 520671 w 12192000"/>
              <a:gd name="connsiteY186" fmla="*/ 2180980 h 2237474"/>
              <a:gd name="connsiteX187" fmla="*/ 515024 w 12192000"/>
              <a:gd name="connsiteY187" fmla="*/ 2179258 h 2237474"/>
              <a:gd name="connsiteX188" fmla="*/ 512278 w 12192000"/>
              <a:gd name="connsiteY188" fmla="*/ 2176369 h 2237474"/>
              <a:gd name="connsiteX189" fmla="*/ 480419 w 12192000"/>
              <a:gd name="connsiteY189" fmla="*/ 2167807 h 2237474"/>
              <a:gd name="connsiteX190" fmla="*/ 413835 w 12192000"/>
              <a:gd name="connsiteY190" fmla="*/ 2156783 h 2237474"/>
              <a:gd name="connsiteX191" fmla="*/ 376513 w 12192000"/>
              <a:gd name="connsiteY191" fmla="*/ 2154014 h 2237474"/>
              <a:gd name="connsiteX192" fmla="*/ 273386 w 12192000"/>
              <a:gd name="connsiteY192" fmla="*/ 2142551 h 2237474"/>
              <a:gd name="connsiteX193" fmla="*/ 169207 w 12192000"/>
              <a:gd name="connsiteY193" fmla="*/ 2128100 h 2237474"/>
              <a:gd name="connsiteX194" fmla="*/ 93149 w 12192000"/>
              <a:gd name="connsiteY194" fmla="*/ 2105324 h 2237474"/>
              <a:gd name="connsiteX195" fmla="*/ 88109 w 12192000"/>
              <a:gd name="connsiteY195" fmla="*/ 2106704 h 2237474"/>
              <a:gd name="connsiteX196" fmla="*/ 80022 w 12192000"/>
              <a:gd name="connsiteY196" fmla="*/ 2107254 h 2237474"/>
              <a:gd name="connsiteX197" fmla="*/ 79717 w 12192000"/>
              <a:gd name="connsiteY197" fmla="*/ 2107046 h 2237474"/>
              <a:gd name="connsiteX198" fmla="*/ 72352 w 12192000"/>
              <a:gd name="connsiteY198" fmla="*/ 2107991 h 2237474"/>
              <a:gd name="connsiteX199" fmla="*/ 37645 w 12192000"/>
              <a:gd name="connsiteY199" fmla="*/ 2115401 h 2237474"/>
              <a:gd name="connsiteX200" fmla="*/ 4572 w 12192000"/>
              <a:gd name="connsiteY200" fmla="*/ 2111091 h 2237474"/>
              <a:gd name="connsiteX201" fmla="*/ 0 w 12192000"/>
              <a:gd name="connsiteY201" fmla="*/ 2110468 h 2237474"/>
              <a:gd name="connsiteX202" fmla="*/ 0 w 12192000"/>
              <a:gd name="connsiteY20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958984 w 12192000"/>
              <a:gd name="connsiteY38" fmla="*/ 1057212 h 2237474"/>
              <a:gd name="connsiteX39" fmla="*/ 8886001 w 12192000"/>
              <a:gd name="connsiteY39" fmla="*/ 1067468 h 2237474"/>
              <a:gd name="connsiteX40" fmla="*/ 8838610 w 12192000"/>
              <a:gd name="connsiteY40" fmla="*/ 1075091 h 2237474"/>
              <a:gd name="connsiteX41" fmla="*/ 8750383 w 12192000"/>
              <a:gd name="connsiteY41" fmla="*/ 1097387 h 2237474"/>
              <a:gd name="connsiteX42" fmla="*/ 8665605 w 12192000"/>
              <a:gd name="connsiteY42" fmla="*/ 1110791 h 2237474"/>
              <a:gd name="connsiteX43" fmla="*/ 8584946 w 12192000"/>
              <a:gd name="connsiteY43" fmla="*/ 1135226 h 2237474"/>
              <a:gd name="connsiteX44" fmla="*/ 8460755 w 12192000"/>
              <a:gd name="connsiteY44" fmla="*/ 1203427 h 2237474"/>
              <a:gd name="connsiteX45" fmla="*/ 8419755 w 12192000"/>
              <a:gd name="connsiteY45" fmla="*/ 1216260 h 2237474"/>
              <a:gd name="connsiteX46" fmla="*/ 8411626 w 12192000"/>
              <a:gd name="connsiteY46" fmla="*/ 1214397 h 2237474"/>
              <a:gd name="connsiteX47" fmla="*/ 8363469 w 12192000"/>
              <a:gd name="connsiteY47" fmla="*/ 1246658 h 2237474"/>
              <a:gd name="connsiteX48" fmla="*/ 8275497 w 12192000"/>
              <a:gd name="connsiteY48" fmla="*/ 1264396 h 2237474"/>
              <a:gd name="connsiteX49" fmla="*/ 8206287 w 12192000"/>
              <a:gd name="connsiteY49" fmla="*/ 1273060 h 2237474"/>
              <a:gd name="connsiteX50" fmla="*/ 8168705 w 12192000"/>
              <a:gd name="connsiteY50" fmla="*/ 1279956 h 2237474"/>
              <a:gd name="connsiteX51" fmla="*/ 8139997 w 12192000"/>
              <a:gd name="connsiteY51" fmla="*/ 1282713 h 2237474"/>
              <a:gd name="connsiteX52" fmla="*/ 8074238 w 12192000"/>
              <a:gd name="connsiteY52" fmla="*/ 1301895 h 2237474"/>
              <a:gd name="connsiteX53" fmla="*/ 7968292 w 12192000"/>
              <a:gd name="connsiteY53" fmla="*/ 1338779 h 2237474"/>
              <a:gd name="connsiteX54" fmla="*/ 7902328 w 12192000"/>
              <a:gd name="connsiteY54" fmla="*/ 1345865 h 2237474"/>
              <a:gd name="connsiteX55" fmla="*/ 7875879 w 12192000"/>
              <a:gd name="connsiteY55" fmla="*/ 1345646 h 2237474"/>
              <a:gd name="connsiteX56" fmla="*/ 7840612 w 12192000"/>
              <a:gd name="connsiteY56" fmla="*/ 1369373 h 2237474"/>
              <a:gd name="connsiteX57" fmla="*/ 7786819 w 12192000"/>
              <a:gd name="connsiteY57" fmla="*/ 1378970 h 2237474"/>
              <a:gd name="connsiteX58" fmla="*/ 7548172 w 12192000"/>
              <a:gd name="connsiteY58" fmla="*/ 1417460 h 2237474"/>
              <a:gd name="connsiteX59" fmla="*/ 7483437 w 12192000"/>
              <a:gd name="connsiteY59" fmla="*/ 1478152 h 2237474"/>
              <a:gd name="connsiteX60" fmla="*/ 7377870 w 12192000"/>
              <a:gd name="connsiteY60" fmla="*/ 1523319 h 2237474"/>
              <a:gd name="connsiteX61" fmla="*/ 7230737 w 12192000"/>
              <a:gd name="connsiteY61" fmla="*/ 1562633 h 2237474"/>
              <a:gd name="connsiteX62" fmla="*/ 7224458 w 12192000"/>
              <a:gd name="connsiteY62" fmla="*/ 1573008 h 2237474"/>
              <a:gd name="connsiteX63" fmla="*/ 7183121 w 12192000"/>
              <a:gd name="connsiteY63" fmla="*/ 1595162 h 2237474"/>
              <a:gd name="connsiteX64" fmla="*/ 7164601 w 12192000"/>
              <a:gd name="connsiteY64" fmla="*/ 1606490 h 2237474"/>
              <a:gd name="connsiteX65" fmla="*/ 7092727 w 12192000"/>
              <a:gd name="connsiteY65" fmla="*/ 1623628 h 2237474"/>
              <a:gd name="connsiteX66" fmla="*/ 7031309 w 12192000"/>
              <a:gd name="connsiteY66" fmla="*/ 1619451 h 2237474"/>
              <a:gd name="connsiteX67" fmla="*/ 6900177 w 12192000"/>
              <a:gd name="connsiteY67" fmla="*/ 1636016 h 2237474"/>
              <a:gd name="connsiteX68" fmla="*/ 6795372 w 12192000"/>
              <a:gd name="connsiteY68" fmla="*/ 1644845 h 2237474"/>
              <a:gd name="connsiteX69" fmla="*/ 6692251 w 12192000"/>
              <a:gd name="connsiteY69" fmla="*/ 1656357 h 2237474"/>
              <a:gd name="connsiteX70" fmla="*/ 6655235 w 12192000"/>
              <a:gd name="connsiteY70" fmla="*/ 1661869 h 2237474"/>
              <a:gd name="connsiteX71" fmla="*/ 6554894 w 12192000"/>
              <a:gd name="connsiteY71" fmla="*/ 1664428 h 2237474"/>
              <a:gd name="connsiteX72" fmla="*/ 6516595 w 12192000"/>
              <a:gd name="connsiteY72" fmla="*/ 1667475 h 2237474"/>
              <a:gd name="connsiteX73" fmla="*/ 6508541 w 12192000"/>
              <a:gd name="connsiteY73" fmla="*/ 1668757 h 2237474"/>
              <a:gd name="connsiteX74" fmla="*/ 6471012 w 12192000"/>
              <a:gd name="connsiteY74" fmla="*/ 1678604 h 2237474"/>
              <a:gd name="connsiteX75" fmla="*/ 6364035 w 12192000"/>
              <a:gd name="connsiteY75" fmla="*/ 1667683 h 2237474"/>
              <a:gd name="connsiteX76" fmla="*/ 6280959 w 12192000"/>
              <a:gd name="connsiteY76" fmla="*/ 1689329 h 2237474"/>
              <a:gd name="connsiteX77" fmla="*/ 6243319 w 12192000"/>
              <a:gd name="connsiteY77" fmla="*/ 1695560 h 2237474"/>
              <a:gd name="connsiteX78" fmla="*/ 6098321 w 12192000"/>
              <a:gd name="connsiteY78" fmla="*/ 1721646 h 2237474"/>
              <a:gd name="connsiteX79" fmla="*/ 5880652 w 12192000"/>
              <a:gd name="connsiteY79" fmla="*/ 1779643 h 2237474"/>
              <a:gd name="connsiteX80" fmla="*/ 5785959 w 12192000"/>
              <a:gd name="connsiteY80" fmla="*/ 1775307 h 2237474"/>
              <a:gd name="connsiteX81" fmla="*/ 5643534 w 12192000"/>
              <a:gd name="connsiteY81" fmla="*/ 1802919 h 2237474"/>
              <a:gd name="connsiteX82" fmla="*/ 5518799 w 12192000"/>
              <a:gd name="connsiteY82" fmla="*/ 1818312 h 2237474"/>
              <a:gd name="connsiteX83" fmla="*/ 5505014 w 12192000"/>
              <a:gd name="connsiteY83" fmla="*/ 1819259 h 2237474"/>
              <a:gd name="connsiteX84" fmla="*/ 5453307 w 12192000"/>
              <a:gd name="connsiteY84" fmla="*/ 1815450 h 2237474"/>
              <a:gd name="connsiteX85" fmla="*/ 5364192 w 12192000"/>
              <a:gd name="connsiteY85" fmla="*/ 1826074 h 2237474"/>
              <a:gd name="connsiteX86" fmla="*/ 5350380 w 12192000"/>
              <a:gd name="connsiteY86" fmla="*/ 1830891 h 2237474"/>
              <a:gd name="connsiteX87" fmla="*/ 5259633 w 12192000"/>
              <a:gd name="connsiteY87" fmla="*/ 1837160 h 2237474"/>
              <a:gd name="connsiteX88" fmla="*/ 5197513 w 12192000"/>
              <a:gd name="connsiteY88" fmla="*/ 1844718 h 2237474"/>
              <a:gd name="connsiteX89" fmla="*/ 5168852 w 12192000"/>
              <a:gd name="connsiteY89" fmla="*/ 1844846 h 2237474"/>
              <a:gd name="connsiteX90" fmla="*/ 5114927 w 12192000"/>
              <a:gd name="connsiteY90" fmla="*/ 1847827 h 2237474"/>
              <a:gd name="connsiteX91" fmla="*/ 5108970 w 12192000"/>
              <a:gd name="connsiteY91" fmla="*/ 1847935 h 2237474"/>
              <a:gd name="connsiteX92" fmla="*/ 5067961 w 12192000"/>
              <a:gd name="connsiteY92" fmla="*/ 1845917 h 2237474"/>
              <a:gd name="connsiteX93" fmla="*/ 5007075 w 12192000"/>
              <a:gd name="connsiteY93" fmla="*/ 1838626 h 2237474"/>
              <a:gd name="connsiteX94" fmla="*/ 4944087 w 12192000"/>
              <a:gd name="connsiteY94" fmla="*/ 1823332 h 2237474"/>
              <a:gd name="connsiteX95" fmla="*/ 4907662 w 12192000"/>
              <a:gd name="connsiteY95" fmla="*/ 1816900 h 2237474"/>
              <a:gd name="connsiteX96" fmla="*/ 4882386 w 12192000"/>
              <a:gd name="connsiteY96" fmla="*/ 1809844 h 2237474"/>
              <a:gd name="connsiteX97" fmla="*/ 4811440 w 12192000"/>
              <a:gd name="connsiteY97" fmla="*/ 1804655 h 2237474"/>
              <a:gd name="connsiteX98" fmla="*/ 4691075 w 12192000"/>
              <a:gd name="connsiteY98" fmla="*/ 1801389 h 2237474"/>
              <a:gd name="connsiteX99" fmla="*/ 4611738 w 12192000"/>
              <a:gd name="connsiteY99" fmla="*/ 1776964 h 2237474"/>
              <a:gd name="connsiteX100" fmla="*/ 4560070 w 12192000"/>
              <a:gd name="connsiteY100" fmla="*/ 1785640 h 2237474"/>
              <a:gd name="connsiteX101" fmla="*/ 4536503 w 12192000"/>
              <a:gd name="connsiteY101" fmla="*/ 1785334 h 2237474"/>
              <a:gd name="connsiteX102" fmla="*/ 4513724 w 12192000"/>
              <a:gd name="connsiteY102" fmla="*/ 1791996 h 2237474"/>
              <a:gd name="connsiteX103" fmla="*/ 4459810 w 12192000"/>
              <a:gd name="connsiteY103" fmla="*/ 1797886 h 2237474"/>
              <a:gd name="connsiteX104" fmla="*/ 4379064 w 12192000"/>
              <a:gd name="connsiteY104" fmla="*/ 1817177 h 2237474"/>
              <a:gd name="connsiteX105" fmla="*/ 4319209 w 12192000"/>
              <a:gd name="connsiteY105" fmla="*/ 1834833 h 2237474"/>
              <a:gd name="connsiteX106" fmla="*/ 4290981 w 12192000"/>
              <a:gd name="connsiteY106" fmla="*/ 1839677 h 2237474"/>
              <a:gd name="connsiteX107" fmla="*/ 4285792 w 12192000"/>
              <a:gd name="connsiteY107" fmla="*/ 1836231 h 2237474"/>
              <a:gd name="connsiteX108" fmla="*/ 4238372 w 12192000"/>
              <a:gd name="connsiteY108" fmla="*/ 1851480 h 2237474"/>
              <a:gd name="connsiteX109" fmla="*/ 4232517 w 12192000"/>
              <a:gd name="connsiteY109" fmla="*/ 1852567 h 2237474"/>
              <a:gd name="connsiteX110" fmla="*/ 4191732 w 12192000"/>
              <a:gd name="connsiteY110" fmla="*/ 1857328 h 2237474"/>
              <a:gd name="connsiteX111" fmla="*/ 4065532 w 12192000"/>
              <a:gd name="connsiteY111" fmla="*/ 1855477 h 2237474"/>
              <a:gd name="connsiteX112" fmla="*/ 4028460 w 12192000"/>
              <a:gd name="connsiteY112" fmla="*/ 1855137 h 2237474"/>
              <a:gd name="connsiteX113" fmla="*/ 4002267 w 12192000"/>
              <a:gd name="connsiteY113" fmla="*/ 1852352 h 2237474"/>
              <a:gd name="connsiteX114" fmla="*/ 3931396 w 12192000"/>
              <a:gd name="connsiteY114" fmla="*/ 1858915 h 2237474"/>
              <a:gd name="connsiteX115" fmla="*/ 3812162 w 12192000"/>
              <a:gd name="connsiteY115" fmla="*/ 1875501 h 2237474"/>
              <a:gd name="connsiteX116" fmla="*/ 3729530 w 12192000"/>
              <a:gd name="connsiteY116" fmla="*/ 1864513 h 2237474"/>
              <a:gd name="connsiteX117" fmla="*/ 3680177 w 12192000"/>
              <a:gd name="connsiteY117" fmla="*/ 1881552 h 2237474"/>
              <a:gd name="connsiteX118" fmla="*/ 3567259 w 12192000"/>
              <a:gd name="connsiteY118" fmla="*/ 1893482 h 2237474"/>
              <a:gd name="connsiteX119" fmla="*/ 3405770 w 12192000"/>
              <a:gd name="connsiteY119" fmla="*/ 1904591 h 2237474"/>
              <a:gd name="connsiteX120" fmla="*/ 3280097 w 12192000"/>
              <a:gd name="connsiteY120" fmla="*/ 1919610 h 2237474"/>
              <a:gd name="connsiteX121" fmla="*/ 3123424 w 12192000"/>
              <a:gd name="connsiteY121" fmla="*/ 1952930 h 2237474"/>
              <a:gd name="connsiteX122" fmla="*/ 3009910 w 12192000"/>
              <a:gd name="connsiteY122" fmla="*/ 1957866 h 2237474"/>
              <a:gd name="connsiteX123" fmla="*/ 2995934 w 12192000"/>
              <a:gd name="connsiteY123" fmla="*/ 1967085 h 2237474"/>
              <a:gd name="connsiteX124" fmla="*/ 2980071 w 12192000"/>
              <a:gd name="connsiteY124" fmla="*/ 1972988 h 2237474"/>
              <a:gd name="connsiteX125" fmla="*/ 2978094 w 12192000"/>
              <a:gd name="connsiteY125" fmla="*/ 1972369 h 2237474"/>
              <a:gd name="connsiteX126" fmla="*/ 2942858 w 12192000"/>
              <a:gd name="connsiteY126" fmla="*/ 1981367 h 2237474"/>
              <a:gd name="connsiteX127" fmla="*/ 2875436 w 12192000"/>
              <a:gd name="connsiteY127" fmla="*/ 1996977 h 2237474"/>
              <a:gd name="connsiteX128" fmla="*/ 2874892 w 12192000"/>
              <a:gd name="connsiteY128" fmla="*/ 1996085 h 2237474"/>
              <a:gd name="connsiteX129" fmla="*/ 2864145 w 12192000"/>
              <a:gd name="connsiteY129" fmla="*/ 1994061 h 2237474"/>
              <a:gd name="connsiteX130" fmla="*/ 2843662 w 12192000"/>
              <a:gd name="connsiteY130" fmla="*/ 1992498 h 2237474"/>
              <a:gd name="connsiteX131" fmla="*/ 2796128 w 12192000"/>
              <a:gd name="connsiteY131" fmla="*/ 1976403 h 2237474"/>
              <a:gd name="connsiteX132" fmla="*/ 2756784 w 12192000"/>
              <a:gd name="connsiteY132" fmla="*/ 1985116 h 2237474"/>
              <a:gd name="connsiteX133" fmla="*/ 2748833 w 12192000"/>
              <a:gd name="connsiteY133" fmla="*/ 1986323 h 2237474"/>
              <a:gd name="connsiteX134" fmla="*/ 2748661 w 12192000"/>
              <a:gd name="connsiteY134" fmla="*/ 1986122 h 2237474"/>
              <a:gd name="connsiteX135" fmla="*/ 2740251 w 12192000"/>
              <a:gd name="connsiteY135" fmla="*/ 1986946 h 2237474"/>
              <a:gd name="connsiteX136" fmla="*/ 2718916 w 12192000"/>
              <a:gd name="connsiteY136" fmla="*/ 1990867 h 2237474"/>
              <a:gd name="connsiteX137" fmla="*/ 2713522 w 12192000"/>
              <a:gd name="connsiteY137" fmla="*/ 1990173 h 2237474"/>
              <a:gd name="connsiteX138" fmla="*/ 2680597 w 12192000"/>
              <a:gd name="connsiteY138" fmla="*/ 1984996 h 2237474"/>
              <a:gd name="connsiteX139" fmla="*/ 2578178 w 12192000"/>
              <a:gd name="connsiteY139" fmla="*/ 1990531 h 2237474"/>
              <a:gd name="connsiteX140" fmla="*/ 2476147 w 12192000"/>
              <a:gd name="connsiteY140" fmla="*/ 1998305 h 2237474"/>
              <a:gd name="connsiteX141" fmla="*/ 2373568 w 12192000"/>
              <a:gd name="connsiteY141" fmla="*/ 2003219 h 2237474"/>
              <a:gd name="connsiteX142" fmla="*/ 2321399 w 12192000"/>
              <a:gd name="connsiteY142" fmla="*/ 1989467 h 2237474"/>
              <a:gd name="connsiteX143" fmla="*/ 2315525 w 12192000"/>
              <a:gd name="connsiteY143" fmla="*/ 1989708 h 2237474"/>
              <a:gd name="connsiteX144" fmla="*/ 2300792 w 12192000"/>
              <a:gd name="connsiteY144" fmla="*/ 1994290 h 2237474"/>
              <a:gd name="connsiteX145" fmla="*/ 2295469 w 12192000"/>
              <a:gd name="connsiteY145" fmla="*/ 1996659 h 2237474"/>
              <a:gd name="connsiteX146" fmla="*/ 2287219 w 12192000"/>
              <a:gd name="connsiteY146" fmla="*/ 1998750 h 2237474"/>
              <a:gd name="connsiteX147" fmla="*/ 2286948 w 12192000"/>
              <a:gd name="connsiteY147" fmla="*/ 1998596 h 2237474"/>
              <a:gd name="connsiteX148" fmla="*/ 2243069 w 12192000"/>
              <a:gd name="connsiteY148" fmla="*/ 2015111 h 2237474"/>
              <a:gd name="connsiteX149" fmla="*/ 2186609 w 12192000"/>
              <a:gd name="connsiteY149" fmla="*/ 2008263 h 2237474"/>
              <a:gd name="connsiteX150" fmla="*/ 2164831 w 12192000"/>
              <a:gd name="connsiteY150" fmla="*/ 2010143 h 2237474"/>
              <a:gd name="connsiteX151" fmla="*/ 2152836 w 12192000"/>
              <a:gd name="connsiteY151" fmla="*/ 2010048 h 2237474"/>
              <a:gd name="connsiteX152" fmla="*/ 2117102 w 12192000"/>
              <a:gd name="connsiteY152" fmla="*/ 2023004 h 2237474"/>
              <a:gd name="connsiteX153" fmla="*/ 2111935 w 12192000"/>
              <a:gd name="connsiteY153" fmla="*/ 2023163 h 2237474"/>
              <a:gd name="connsiteX154" fmla="*/ 2089991 w 12192000"/>
              <a:gd name="connsiteY154" fmla="*/ 2034193 h 2237474"/>
              <a:gd name="connsiteX155" fmla="*/ 2058061 w 12192000"/>
              <a:gd name="connsiteY155" fmla="*/ 2047942 h 2237474"/>
              <a:gd name="connsiteX156" fmla="*/ 2055737 w 12192000"/>
              <a:gd name="connsiteY156" fmla="*/ 2047704 h 2237474"/>
              <a:gd name="connsiteX157" fmla="*/ 2042244 w 12192000"/>
              <a:gd name="connsiteY157" fmla="*/ 2055560 h 2237474"/>
              <a:gd name="connsiteX158" fmla="*/ 1976224 w 12192000"/>
              <a:gd name="connsiteY158" fmla="*/ 2074257 h 2237474"/>
              <a:gd name="connsiteX159" fmla="*/ 1877728 w 12192000"/>
              <a:gd name="connsiteY159" fmla="*/ 2101004 h 2237474"/>
              <a:gd name="connsiteX160" fmla="*/ 1759056 w 12192000"/>
              <a:gd name="connsiteY160" fmla="*/ 2125608 h 2237474"/>
              <a:gd name="connsiteX161" fmla="*/ 1637948 w 12192000"/>
              <a:gd name="connsiteY161" fmla="*/ 2172597 h 2237474"/>
              <a:gd name="connsiteX162" fmla="*/ 1434549 w 12192000"/>
              <a:gd name="connsiteY162" fmla="*/ 2234522 h 2237474"/>
              <a:gd name="connsiteX163" fmla="*/ 1398481 w 12192000"/>
              <a:gd name="connsiteY163" fmla="*/ 2237074 h 2237474"/>
              <a:gd name="connsiteX164" fmla="*/ 1398407 w 12192000"/>
              <a:gd name="connsiteY164" fmla="*/ 2237095 h 2237474"/>
              <a:gd name="connsiteX165" fmla="*/ 1370962 w 12192000"/>
              <a:gd name="connsiteY165" fmla="*/ 2237474 h 2237474"/>
              <a:gd name="connsiteX166" fmla="*/ 1356367 w 12192000"/>
              <a:gd name="connsiteY166" fmla="*/ 2235089 h 2237474"/>
              <a:gd name="connsiteX167" fmla="*/ 1324828 w 12192000"/>
              <a:gd name="connsiteY167" fmla="*/ 2231968 h 2237474"/>
              <a:gd name="connsiteX168" fmla="*/ 1297744 w 12192000"/>
              <a:gd name="connsiteY168" fmla="*/ 2235849 h 2237474"/>
              <a:gd name="connsiteX169" fmla="*/ 1286236 w 12192000"/>
              <a:gd name="connsiteY169" fmla="*/ 2233135 h 2237474"/>
              <a:gd name="connsiteX170" fmla="*/ 1283504 w 12192000"/>
              <a:gd name="connsiteY170" fmla="*/ 2233797 h 2237474"/>
              <a:gd name="connsiteX171" fmla="*/ 1279765 w 12192000"/>
              <a:gd name="connsiteY171" fmla="*/ 2229639 h 2237474"/>
              <a:gd name="connsiteX172" fmla="*/ 1195347 w 12192000"/>
              <a:gd name="connsiteY172" fmla="*/ 2212354 h 2237474"/>
              <a:gd name="connsiteX173" fmla="*/ 970251 w 12192000"/>
              <a:gd name="connsiteY173" fmla="*/ 2221029 h 2237474"/>
              <a:gd name="connsiteX174" fmla="*/ 812914 w 12192000"/>
              <a:gd name="connsiteY174" fmla="*/ 2202752 h 2237474"/>
              <a:gd name="connsiteX175" fmla="*/ 800195 w 12192000"/>
              <a:gd name="connsiteY175" fmla="*/ 2209407 h 2237474"/>
              <a:gd name="connsiteX176" fmla="*/ 784978 w 12192000"/>
              <a:gd name="connsiteY176" fmla="*/ 2212360 h 2237474"/>
              <a:gd name="connsiteX177" fmla="*/ 681987 w 12192000"/>
              <a:gd name="connsiteY177" fmla="*/ 2216757 h 2237474"/>
              <a:gd name="connsiteX178" fmla="*/ 669923 w 12192000"/>
              <a:gd name="connsiteY178" fmla="*/ 2211682 h 2237474"/>
              <a:gd name="connsiteX179" fmla="*/ 648680 w 12192000"/>
              <a:gd name="connsiteY179" fmla="*/ 2206229 h 2237474"/>
              <a:gd name="connsiteX180" fmla="*/ 597225 w 12192000"/>
              <a:gd name="connsiteY180" fmla="*/ 2180999 h 2237474"/>
              <a:gd name="connsiteX181" fmla="*/ 558449 w 12192000"/>
              <a:gd name="connsiteY181" fmla="*/ 2182346 h 2237474"/>
              <a:gd name="connsiteX182" fmla="*/ 550517 w 12192000"/>
              <a:gd name="connsiteY182" fmla="*/ 2182060 h 2237474"/>
              <a:gd name="connsiteX183" fmla="*/ 550309 w 12192000"/>
              <a:gd name="connsiteY183" fmla="*/ 2181825 h 2237474"/>
              <a:gd name="connsiteX184" fmla="*/ 541836 w 12192000"/>
              <a:gd name="connsiteY184" fmla="*/ 2181063 h 2237474"/>
              <a:gd name="connsiteX185" fmla="*/ 536057 w 12192000"/>
              <a:gd name="connsiteY185" fmla="*/ 2181537 h 2237474"/>
              <a:gd name="connsiteX186" fmla="*/ 520671 w 12192000"/>
              <a:gd name="connsiteY186" fmla="*/ 2180980 h 2237474"/>
              <a:gd name="connsiteX187" fmla="*/ 515024 w 12192000"/>
              <a:gd name="connsiteY187" fmla="*/ 2179258 h 2237474"/>
              <a:gd name="connsiteX188" fmla="*/ 512278 w 12192000"/>
              <a:gd name="connsiteY188" fmla="*/ 2176369 h 2237474"/>
              <a:gd name="connsiteX189" fmla="*/ 480419 w 12192000"/>
              <a:gd name="connsiteY189" fmla="*/ 2167807 h 2237474"/>
              <a:gd name="connsiteX190" fmla="*/ 413835 w 12192000"/>
              <a:gd name="connsiteY190" fmla="*/ 2156783 h 2237474"/>
              <a:gd name="connsiteX191" fmla="*/ 376513 w 12192000"/>
              <a:gd name="connsiteY191" fmla="*/ 2154014 h 2237474"/>
              <a:gd name="connsiteX192" fmla="*/ 273386 w 12192000"/>
              <a:gd name="connsiteY192" fmla="*/ 2142551 h 2237474"/>
              <a:gd name="connsiteX193" fmla="*/ 169207 w 12192000"/>
              <a:gd name="connsiteY193" fmla="*/ 2128100 h 2237474"/>
              <a:gd name="connsiteX194" fmla="*/ 93149 w 12192000"/>
              <a:gd name="connsiteY194" fmla="*/ 2105324 h 2237474"/>
              <a:gd name="connsiteX195" fmla="*/ 88109 w 12192000"/>
              <a:gd name="connsiteY195" fmla="*/ 2106704 h 2237474"/>
              <a:gd name="connsiteX196" fmla="*/ 80022 w 12192000"/>
              <a:gd name="connsiteY196" fmla="*/ 2107254 h 2237474"/>
              <a:gd name="connsiteX197" fmla="*/ 79717 w 12192000"/>
              <a:gd name="connsiteY197" fmla="*/ 2107046 h 2237474"/>
              <a:gd name="connsiteX198" fmla="*/ 72352 w 12192000"/>
              <a:gd name="connsiteY198" fmla="*/ 2107991 h 2237474"/>
              <a:gd name="connsiteX199" fmla="*/ 37645 w 12192000"/>
              <a:gd name="connsiteY199" fmla="*/ 2115401 h 2237474"/>
              <a:gd name="connsiteX200" fmla="*/ 4572 w 12192000"/>
              <a:gd name="connsiteY200" fmla="*/ 2111091 h 2237474"/>
              <a:gd name="connsiteX201" fmla="*/ 0 w 12192000"/>
              <a:gd name="connsiteY201" fmla="*/ 2110468 h 2237474"/>
              <a:gd name="connsiteX202" fmla="*/ 0 w 12192000"/>
              <a:gd name="connsiteY20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958984 w 12192000"/>
              <a:gd name="connsiteY38" fmla="*/ 1057212 h 2237474"/>
              <a:gd name="connsiteX39" fmla="*/ 8886001 w 12192000"/>
              <a:gd name="connsiteY39" fmla="*/ 1067468 h 2237474"/>
              <a:gd name="connsiteX40" fmla="*/ 8838610 w 12192000"/>
              <a:gd name="connsiteY40" fmla="*/ 1075091 h 2237474"/>
              <a:gd name="connsiteX41" fmla="*/ 8750383 w 12192000"/>
              <a:gd name="connsiteY41" fmla="*/ 1097387 h 2237474"/>
              <a:gd name="connsiteX42" fmla="*/ 8665605 w 12192000"/>
              <a:gd name="connsiteY42" fmla="*/ 1110791 h 2237474"/>
              <a:gd name="connsiteX43" fmla="*/ 8584946 w 12192000"/>
              <a:gd name="connsiteY43" fmla="*/ 1135226 h 2237474"/>
              <a:gd name="connsiteX44" fmla="*/ 8460755 w 12192000"/>
              <a:gd name="connsiteY44" fmla="*/ 1203427 h 2237474"/>
              <a:gd name="connsiteX45" fmla="*/ 8419755 w 12192000"/>
              <a:gd name="connsiteY45" fmla="*/ 1216260 h 2237474"/>
              <a:gd name="connsiteX46" fmla="*/ 8411626 w 12192000"/>
              <a:gd name="connsiteY46" fmla="*/ 1214397 h 2237474"/>
              <a:gd name="connsiteX47" fmla="*/ 8363469 w 12192000"/>
              <a:gd name="connsiteY47" fmla="*/ 1246658 h 2237474"/>
              <a:gd name="connsiteX48" fmla="*/ 8275497 w 12192000"/>
              <a:gd name="connsiteY48" fmla="*/ 1264396 h 2237474"/>
              <a:gd name="connsiteX49" fmla="*/ 8206287 w 12192000"/>
              <a:gd name="connsiteY49" fmla="*/ 1273060 h 2237474"/>
              <a:gd name="connsiteX50" fmla="*/ 8168705 w 12192000"/>
              <a:gd name="connsiteY50" fmla="*/ 1279956 h 2237474"/>
              <a:gd name="connsiteX51" fmla="*/ 8139997 w 12192000"/>
              <a:gd name="connsiteY51" fmla="*/ 1282713 h 2237474"/>
              <a:gd name="connsiteX52" fmla="*/ 8074238 w 12192000"/>
              <a:gd name="connsiteY52" fmla="*/ 1301895 h 2237474"/>
              <a:gd name="connsiteX53" fmla="*/ 7968292 w 12192000"/>
              <a:gd name="connsiteY53" fmla="*/ 1338779 h 2237474"/>
              <a:gd name="connsiteX54" fmla="*/ 7902328 w 12192000"/>
              <a:gd name="connsiteY54" fmla="*/ 1345865 h 2237474"/>
              <a:gd name="connsiteX55" fmla="*/ 7875879 w 12192000"/>
              <a:gd name="connsiteY55" fmla="*/ 1345646 h 2237474"/>
              <a:gd name="connsiteX56" fmla="*/ 7840612 w 12192000"/>
              <a:gd name="connsiteY56" fmla="*/ 1369373 h 2237474"/>
              <a:gd name="connsiteX57" fmla="*/ 7786819 w 12192000"/>
              <a:gd name="connsiteY57" fmla="*/ 1378970 h 2237474"/>
              <a:gd name="connsiteX58" fmla="*/ 7548172 w 12192000"/>
              <a:gd name="connsiteY58" fmla="*/ 1417460 h 2237474"/>
              <a:gd name="connsiteX59" fmla="*/ 7483437 w 12192000"/>
              <a:gd name="connsiteY59" fmla="*/ 1478152 h 2237474"/>
              <a:gd name="connsiteX60" fmla="*/ 7377870 w 12192000"/>
              <a:gd name="connsiteY60" fmla="*/ 1523319 h 2237474"/>
              <a:gd name="connsiteX61" fmla="*/ 7230737 w 12192000"/>
              <a:gd name="connsiteY61" fmla="*/ 1562633 h 2237474"/>
              <a:gd name="connsiteX62" fmla="*/ 7224458 w 12192000"/>
              <a:gd name="connsiteY62" fmla="*/ 1573008 h 2237474"/>
              <a:gd name="connsiteX63" fmla="*/ 7183121 w 12192000"/>
              <a:gd name="connsiteY63" fmla="*/ 1595162 h 2237474"/>
              <a:gd name="connsiteX64" fmla="*/ 7164601 w 12192000"/>
              <a:gd name="connsiteY64" fmla="*/ 1606490 h 2237474"/>
              <a:gd name="connsiteX65" fmla="*/ 7092727 w 12192000"/>
              <a:gd name="connsiteY65" fmla="*/ 1623628 h 2237474"/>
              <a:gd name="connsiteX66" fmla="*/ 7031309 w 12192000"/>
              <a:gd name="connsiteY66" fmla="*/ 1619451 h 2237474"/>
              <a:gd name="connsiteX67" fmla="*/ 6900177 w 12192000"/>
              <a:gd name="connsiteY67" fmla="*/ 1636016 h 2237474"/>
              <a:gd name="connsiteX68" fmla="*/ 6795372 w 12192000"/>
              <a:gd name="connsiteY68" fmla="*/ 1644845 h 2237474"/>
              <a:gd name="connsiteX69" fmla="*/ 6692251 w 12192000"/>
              <a:gd name="connsiteY69" fmla="*/ 1656357 h 2237474"/>
              <a:gd name="connsiteX70" fmla="*/ 6655235 w 12192000"/>
              <a:gd name="connsiteY70" fmla="*/ 1661869 h 2237474"/>
              <a:gd name="connsiteX71" fmla="*/ 6554894 w 12192000"/>
              <a:gd name="connsiteY71" fmla="*/ 1664428 h 2237474"/>
              <a:gd name="connsiteX72" fmla="*/ 6516595 w 12192000"/>
              <a:gd name="connsiteY72" fmla="*/ 1667475 h 2237474"/>
              <a:gd name="connsiteX73" fmla="*/ 6508541 w 12192000"/>
              <a:gd name="connsiteY73" fmla="*/ 1668757 h 2237474"/>
              <a:gd name="connsiteX74" fmla="*/ 6471012 w 12192000"/>
              <a:gd name="connsiteY74" fmla="*/ 1678604 h 2237474"/>
              <a:gd name="connsiteX75" fmla="*/ 6364035 w 12192000"/>
              <a:gd name="connsiteY75" fmla="*/ 1667683 h 2237474"/>
              <a:gd name="connsiteX76" fmla="*/ 6280959 w 12192000"/>
              <a:gd name="connsiteY76" fmla="*/ 1689329 h 2237474"/>
              <a:gd name="connsiteX77" fmla="*/ 6243319 w 12192000"/>
              <a:gd name="connsiteY77" fmla="*/ 1695560 h 2237474"/>
              <a:gd name="connsiteX78" fmla="*/ 6098321 w 12192000"/>
              <a:gd name="connsiteY78" fmla="*/ 1721646 h 2237474"/>
              <a:gd name="connsiteX79" fmla="*/ 5880652 w 12192000"/>
              <a:gd name="connsiteY79" fmla="*/ 1779643 h 2237474"/>
              <a:gd name="connsiteX80" fmla="*/ 5785959 w 12192000"/>
              <a:gd name="connsiteY80" fmla="*/ 1775307 h 2237474"/>
              <a:gd name="connsiteX81" fmla="*/ 5643534 w 12192000"/>
              <a:gd name="connsiteY81" fmla="*/ 1802919 h 2237474"/>
              <a:gd name="connsiteX82" fmla="*/ 5518799 w 12192000"/>
              <a:gd name="connsiteY82" fmla="*/ 1818312 h 2237474"/>
              <a:gd name="connsiteX83" fmla="*/ 5505014 w 12192000"/>
              <a:gd name="connsiteY83" fmla="*/ 1819259 h 2237474"/>
              <a:gd name="connsiteX84" fmla="*/ 5453307 w 12192000"/>
              <a:gd name="connsiteY84" fmla="*/ 1815450 h 2237474"/>
              <a:gd name="connsiteX85" fmla="*/ 5364192 w 12192000"/>
              <a:gd name="connsiteY85" fmla="*/ 1826074 h 2237474"/>
              <a:gd name="connsiteX86" fmla="*/ 5259633 w 12192000"/>
              <a:gd name="connsiteY86" fmla="*/ 1837160 h 2237474"/>
              <a:gd name="connsiteX87" fmla="*/ 5197513 w 12192000"/>
              <a:gd name="connsiteY87" fmla="*/ 1844718 h 2237474"/>
              <a:gd name="connsiteX88" fmla="*/ 5168852 w 12192000"/>
              <a:gd name="connsiteY88" fmla="*/ 1844846 h 2237474"/>
              <a:gd name="connsiteX89" fmla="*/ 5114927 w 12192000"/>
              <a:gd name="connsiteY89" fmla="*/ 1847827 h 2237474"/>
              <a:gd name="connsiteX90" fmla="*/ 5108970 w 12192000"/>
              <a:gd name="connsiteY90" fmla="*/ 1847935 h 2237474"/>
              <a:gd name="connsiteX91" fmla="*/ 5067961 w 12192000"/>
              <a:gd name="connsiteY91" fmla="*/ 1845917 h 2237474"/>
              <a:gd name="connsiteX92" fmla="*/ 5007075 w 12192000"/>
              <a:gd name="connsiteY92" fmla="*/ 1838626 h 2237474"/>
              <a:gd name="connsiteX93" fmla="*/ 4944087 w 12192000"/>
              <a:gd name="connsiteY93" fmla="*/ 1823332 h 2237474"/>
              <a:gd name="connsiteX94" fmla="*/ 4907662 w 12192000"/>
              <a:gd name="connsiteY94" fmla="*/ 1816900 h 2237474"/>
              <a:gd name="connsiteX95" fmla="*/ 4882386 w 12192000"/>
              <a:gd name="connsiteY95" fmla="*/ 1809844 h 2237474"/>
              <a:gd name="connsiteX96" fmla="*/ 4811440 w 12192000"/>
              <a:gd name="connsiteY96" fmla="*/ 1804655 h 2237474"/>
              <a:gd name="connsiteX97" fmla="*/ 4691075 w 12192000"/>
              <a:gd name="connsiteY97" fmla="*/ 1801389 h 2237474"/>
              <a:gd name="connsiteX98" fmla="*/ 4611738 w 12192000"/>
              <a:gd name="connsiteY98" fmla="*/ 1776964 h 2237474"/>
              <a:gd name="connsiteX99" fmla="*/ 4560070 w 12192000"/>
              <a:gd name="connsiteY99" fmla="*/ 1785640 h 2237474"/>
              <a:gd name="connsiteX100" fmla="*/ 4536503 w 12192000"/>
              <a:gd name="connsiteY100" fmla="*/ 1785334 h 2237474"/>
              <a:gd name="connsiteX101" fmla="*/ 4513724 w 12192000"/>
              <a:gd name="connsiteY101" fmla="*/ 1791996 h 2237474"/>
              <a:gd name="connsiteX102" fmla="*/ 4459810 w 12192000"/>
              <a:gd name="connsiteY102" fmla="*/ 1797886 h 2237474"/>
              <a:gd name="connsiteX103" fmla="*/ 4379064 w 12192000"/>
              <a:gd name="connsiteY103" fmla="*/ 1817177 h 2237474"/>
              <a:gd name="connsiteX104" fmla="*/ 4319209 w 12192000"/>
              <a:gd name="connsiteY104" fmla="*/ 1834833 h 2237474"/>
              <a:gd name="connsiteX105" fmla="*/ 4290981 w 12192000"/>
              <a:gd name="connsiteY105" fmla="*/ 1839677 h 2237474"/>
              <a:gd name="connsiteX106" fmla="*/ 4285792 w 12192000"/>
              <a:gd name="connsiteY106" fmla="*/ 1836231 h 2237474"/>
              <a:gd name="connsiteX107" fmla="*/ 4238372 w 12192000"/>
              <a:gd name="connsiteY107" fmla="*/ 1851480 h 2237474"/>
              <a:gd name="connsiteX108" fmla="*/ 4232517 w 12192000"/>
              <a:gd name="connsiteY108" fmla="*/ 1852567 h 2237474"/>
              <a:gd name="connsiteX109" fmla="*/ 4191732 w 12192000"/>
              <a:gd name="connsiteY109" fmla="*/ 1857328 h 2237474"/>
              <a:gd name="connsiteX110" fmla="*/ 4065532 w 12192000"/>
              <a:gd name="connsiteY110" fmla="*/ 1855477 h 2237474"/>
              <a:gd name="connsiteX111" fmla="*/ 4028460 w 12192000"/>
              <a:gd name="connsiteY111" fmla="*/ 1855137 h 2237474"/>
              <a:gd name="connsiteX112" fmla="*/ 4002267 w 12192000"/>
              <a:gd name="connsiteY112" fmla="*/ 1852352 h 2237474"/>
              <a:gd name="connsiteX113" fmla="*/ 3931396 w 12192000"/>
              <a:gd name="connsiteY113" fmla="*/ 1858915 h 2237474"/>
              <a:gd name="connsiteX114" fmla="*/ 3812162 w 12192000"/>
              <a:gd name="connsiteY114" fmla="*/ 1875501 h 2237474"/>
              <a:gd name="connsiteX115" fmla="*/ 3729530 w 12192000"/>
              <a:gd name="connsiteY115" fmla="*/ 1864513 h 2237474"/>
              <a:gd name="connsiteX116" fmla="*/ 3680177 w 12192000"/>
              <a:gd name="connsiteY116" fmla="*/ 1881552 h 2237474"/>
              <a:gd name="connsiteX117" fmla="*/ 3567259 w 12192000"/>
              <a:gd name="connsiteY117" fmla="*/ 1893482 h 2237474"/>
              <a:gd name="connsiteX118" fmla="*/ 3405770 w 12192000"/>
              <a:gd name="connsiteY118" fmla="*/ 1904591 h 2237474"/>
              <a:gd name="connsiteX119" fmla="*/ 3280097 w 12192000"/>
              <a:gd name="connsiteY119" fmla="*/ 1919610 h 2237474"/>
              <a:gd name="connsiteX120" fmla="*/ 3123424 w 12192000"/>
              <a:gd name="connsiteY120" fmla="*/ 1952930 h 2237474"/>
              <a:gd name="connsiteX121" fmla="*/ 3009910 w 12192000"/>
              <a:gd name="connsiteY121" fmla="*/ 1957866 h 2237474"/>
              <a:gd name="connsiteX122" fmla="*/ 2995934 w 12192000"/>
              <a:gd name="connsiteY122" fmla="*/ 1967085 h 2237474"/>
              <a:gd name="connsiteX123" fmla="*/ 2980071 w 12192000"/>
              <a:gd name="connsiteY123" fmla="*/ 1972988 h 2237474"/>
              <a:gd name="connsiteX124" fmla="*/ 2978094 w 12192000"/>
              <a:gd name="connsiteY124" fmla="*/ 1972369 h 2237474"/>
              <a:gd name="connsiteX125" fmla="*/ 2942858 w 12192000"/>
              <a:gd name="connsiteY125" fmla="*/ 1981367 h 2237474"/>
              <a:gd name="connsiteX126" fmla="*/ 2875436 w 12192000"/>
              <a:gd name="connsiteY126" fmla="*/ 1996977 h 2237474"/>
              <a:gd name="connsiteX127" fmla="*/ 2874892 w 12192000"/>
              <a:gd name="connsiteY127" fmla="*/ 1996085 h 2237474"/>
              <a:gd name="connsiteX128" fmla="*/ 2864145 w 12192000"/>
              <a:gd name="connsiteY128" fmla="*/ 1994061 h 2237474"/>
              <a:gd name="connsiteX129" fmla="*/ 2843662 w 12192000"/>
              <a:gd name="connsiteY129" fmla="*/ 1992498 h 2237474"/>
              <a:gd name="connsiteX130" fmla="*/ 2796128 w 12192000"/>
              <a:gd name="connsiteY130" fmla="*/ 1976403 h 2237474"/>
              <a:gd name="connsiteX131" fmla="*/ 2756784 w 12192000"/>
              <a:gd name="connsiteY131" fmla="*/ 1985116 h 2237474"/>
              <a:gd name="connsiteX132" fmla="*/ 2748833 w 12192000"/>
              <a:gd name="connsiteY132" fmla="*/ 1986323 h 2237474"/>
              <a:gd name="connsiteX133" fmla="*/ 2748661 w 12192000"/>
              <a:gd name="connsiteY133" fmla="*/ 1986122 h 2237474"/>
              <a:gd name="connsiteX134" fmla="*/ 2740251 w 12192000"/>
              <a:gd name="connsiteY134" fmla="*/ 1986946 h 2237474"/>
              <a:gd name="connsiteX135" fmla="*/ 2718916 w 12192000"/>
              <a:gd name="connsiteY135" fmla="*/ 1990867 h 2237474"/>
              <a:gd name="connsiteX136" fmla="*/ 2713522 w 12192000"/>
              <a:gd name="connsiteY136" fmla="*/ 1990173 h 2237474"/>
              <a:gd name="connsiteX137" fmla="*/ 2680597 w 12192000"/>
              <a:gd name="connsiteY137" fmla="*/ 1984996 h 2237474"/>
              <a:gd name="connsiteX138" fmla="*/ 2578178 w 12192000"/>
              <a:gd name="connsiteY138" fmla="*/ 1990531 h 2237474"/>
              <a:gd name="connsiteX139" fmla="*/ 2476147 w 12192000"/>
              <a:gd name="connsiteY139" fmla="*/ 1998305 h 2237474"/>
              <a:gd name="connsiteX140" fmla="*/ 2373568 w 12192000"/>
              <a:gd name="connsiteY140" fmla="*/ 2003219 h 2237474"/>
              <a:gd name="connsiteX141" fmla="*/ 2321399 w 12192000"/>
              <a:gd name="connsiteY141" fmla="*/ 1989467 h 2237474"/>
              <a:gd name="connsiteX142" fmla="*/ 2315525 w 12192000"/>
              <a:gd name="connsiteY142" fmla="*/ 1989708 h 2237474"/>
              <a:gd name="connsiteX143" fmla="*/ 2300792 w 12192000"/>
              <a:gd name="connsiteY143" fmla="*/ 1994290 h 2237474"/>
              <a:gd name="connsiteX144" fmla="*/ 2295469 w 12192000"/>
              <a:gd name="connsiteY144" fmla="*/ 1996659 h 2237474"/>
              <a:gd name="connsiteX145" fmla="*/ 2287219 w 12192000"/>
              <a:gd name="connsiteY145" fmla="*/ 1998750 h 2237474"/>
              <a:gd name="connsiteX146" fmla="*/ 2286948 w 12192000"/>
              <a:gd name="connsiteY146" fmla="*/ 1998596 h 2237474"/>
              <a:gd name="connsiteX147" fmla="*/ 2243069 w 12192000"/>
              <a:gd name="connsiteY147" fmla="*/ 2015111 h 2237474"/>
              <a:gd name="connsiteX148" fmla="*/ 2186609 w 12192000"/>
              <a:gd name="connsiteY148" fmla="*/ 2008263 h 2237474"/>
              <a:gd name="connsiteX149" fmla="*/ 2164831 w 12192000"/>
              <a:gd name="connsiteY149" fmla="*/ 2010143 h 2237474"/>
              <a:gd name="connsiteX150" fmla="*/ 2152836 w 12192000"/>
              <a:gd name="connsiteY150" fmla="*/ 2010048 h 2237474"/>
              <a:gd name="connsiteX151" fmla="*/ 2117102 w 12192000"/>
              <a:gd name="connsiteY151" fmla="*/ 2023004 h 2237474"/>
              <a:gd name="connsiteX152" fmla="*/ 2111935 w 12192000"/>
              <a:gd name="connsiteY152" fmla="*/ 2023163 h 2237474"/>
              <a:gd name="connsiteX153" fmla="*/ 2089991 w 12192000"/>
              <a:gd name="connsiteY153" fmla="*/ 2034193 h 2237474"/>
              <a:gd name="connsiteX154" fmla="*/ 2058061 w 12192000"/>
              <a:gd name="connsiteY154" fmla="*/ 2047942 h 2237474"/>
              <a:gd name="connsiteX155" fmla="*/ 2055737 w 12192000"/>
              <a:gd name="connsiteY155" fmla="*/ 2047704 h 2237474"/>
              <a:gd name="connsiteX156" fmla="*/ 2042244 w 12192000"/>
              <a:gd name="connsiteY156" fmla="*/ 2055560 h 2237474"/>
              <a:gd name="connsiteX157" fmla="*/ 1976224 w 12192000"/>
              <a:gd name="connsiteY157" fmla="*/ 2074257 h 2237474"/>
              <a:gd name="connsiteX158" fmla="*/ 1877728 w 12192000"/>
              <a:gd name="connsiteY158" fmla="*/ 2101004 h 2237474"/>
              <a:gd name="connsiteX159" fmla="*/ 1759056 w 12192000"/>
              <a:gd name="connsiteY159" fmla="*/ 2125608 h 2237474"/>
              <a:gd name="connsiteX160" fmla="*/ 1637948 w 12192000"/>
              <a:gd name="connsiteY160" fmla="*/ 2172597 h 2237474"/>
              <a:gd name="connsiteX161" fmla="*/ 1434549 w 12192000"/>
              <a:gd name="connsiteY161" fmla="*/ 2234522 h 2237474"/>
              <a:gd name="connsiteX162" fmla="*/ 1398481 w 12192000"/>
              <a:gd name="connsiteY162" fmla="*/ 2237074 h 2237474"/>
              <a:gd name="connsiteX163" fmla="*/ 1398407 w 12192000"/>
              <a:gd name="connsiteY163" fmla="*/ 2237095 h 2237474"/>
              <a:gd name="connsiteX164" fmla="*/ 1370962 w 12192000"/>
              <a:gd name="connsiteY164" fmla="*/ 2237474 h 2237474"/>
              <a:gd name="connsiteX165" fmla="*/ 1356367 w 12192000"/>
              <a:gd name="connsiteY165" fmla="*/ 2235089 h 2237474"/>
              <a:gd name="connsiteX166" fmla="*/ 1324828 w 12192000"/>
              <a:gd name="connsiteY166" fmla="*/ 2231968 h 2237474"/>
              <a:gd name="connsiteX167" fmla="*/ 1297744 w 12192000"/>
              <a:gd name="connsiteY167" fmla="*/ 2235849 h 2237474"/>
              <a:gd name="connsiteX168" fmla="*/ 1286236 w 12192000"/>
              <a:gd name="connsiteY168" fmla="*/ 2233135 h 2237474"/>
              <a:gd name="connsiteX169" fmla="*/ 1283504 w 12192000"/>
              <a:gd name="connsiteY169" fmla="*/ 2233797 h 2237474"/>
              <a:gd name="connsiteX170" fmla="*/ 1279765 w 12192000"/>
              <a:gd name="connsiteY170" fmla="*/ 2229639 h 2237474"/>
              <a:gd name="connsiteX171" fmla="*/ 1195347 w 12192000"/>
              <a:gd name="connsiteY171" fmla="*/ 2212354 h 2237474"/>
              <a:gd name="connsiteX172" fmla="*/ 970251 w 12192000"/>
              <a:gd name="connsiteY172" fmla="*/ 2221029 h 2237474"/>
              <a:gd name="connsiteX173" fmla="*/ 812914 w 12192000"/>
              <a:gd name="connsiteY173" fmla="*/ 2202752 h 2237474"/>
              <a:gd name="connsiteX174" fmla="*/ 800195 w 12192000"/>
              <a:gd name="connsiteY174" fmla="*/ 2209407 h 2237474"/>
              <a:gd name="connsiteX175" fmla="*/ 784978 w 12192000"/>
              <a:gd name="connsiteY175" fmla="*/ 2212360 h 2237474"/>
              <a:gd name="connsiteX176" fmla="*/ 681987 w 12192000"/>
              <a:gd name="connsiteY176" fmla="*/ 2216757 h 2237474"/>
              <a:gd name="connsiteX177" fmla="*/ 669923 w 12192000"/>
              <a:gd name="connsiteY177" fmla="*/ 2211682 h 2237474"/>
              <a:gd name="connsiteX178" fmla="*/ 648680 w 12192000"/>
              <a:gd name="connsiteY178" fmla="*/ 2206229 h 2237474"/>
              <a:gd name="connsiteX179" fmla="*/ 597225 w 12192000"/>
              <a:gd name="connsiteY179" fmla="*/ 2180999 h 2237474"/>
              <a:gd name="connsiteX180" fmla="*/ 558449 w 12192000"/>
              <a:gd name="connsiteY180" fmla="*/ 2182346 h 2237474"/>
              <a:gd name="connsiteX181" fmla="*/ 550517 w 12192000"/>
              <a:gd name="connsiteY181" fmla="*/ 2182060 h 2237474"/>
              <a:gd name="connsiteX182" fmla="*/ 550309 w 12192000"/>
              <a:gd name="connsiteY182" fmla="*/ 2181825 h 2237474"/>
              <a:gd name="connsiteX183" fmla="*/ 541836 w 12192000"/>
              <a:gd name="connsiteY183" fmla="*/ 2181063 h 2237474"/>
              <a:gd name="connsiteX184" fmla="*/ 536057 w 12192000"/>
              <a:gd name="connsiteY184" fmla="*/ 2181537 h 2237474"/>
              <a:gd name="connsiteX185" fmla="*/ 520671 w 12192000"/>
              <a:gd name="connsiteY185" fmla="*/ 2180980 h 2237474"/>
              <a:gd name="connsiteX186" fmla="*/ 515024 w 12192000"/>
              <a:gd name="connsiteY186" fmla="*/ 2179258 h 2237474"/>
              <a:gd name="connsiteX187" fmla="*/ 512278 w 12192000"/>
              <a:gd name="connsiteY187" fmla="*/ 2176369 h 2237474"/>
              <a:gd name="connsiteX188" fmla="*/ 480419 w 12192000"/>
              <a:gd name="connsiteY188" fmla="*/ 2167807 h 2237474"/>
              <a:gd name="connsiteX189" fmla="*/ 413835 w 12192000"/>
              <a:gd name="connsiteY189" fmla="*/ 2156783 h 2237474"/>
              <a:gd name="connsiteX190" fmla="*/ 376513 w 12192000"/>
              <a:gd name="connsiteY190" fmla="*/ 2154014 h 2237474"/>
              <a:gd name="connsiteX191" fmla="*/ 273386 w 12192000"/>
              <a:gd name="connsiteY191" fmla="*/ 2142551 h 2237474"/>
              <a:gd name="connsiteX192" fmla="*/ 169207 w 12192000"/>
              <a:gd name="connsiteY192" fmla="*/ 2128100 h 2237474"/>
              <a:gd name="connsiteX193" fmla="*/ 93149 w 12192000"/>
              <a:gd name="connsiteY193" fmla="*/ 2105324 h 2237474"/>
              <a:gd name="connsiteX194" fmla="*/ 88109 w 12192000"/>
              <a:gd name="connsiteY194" fmla="*/ 2106704 h 2237474"/>
              <a:gd name="connsiteX195" fmla="*/ 80022 w 12192000"/>
              <a:gd name="connsiteY195" fmla="*/ 2107254 h 2237474"/>
              <a:gd name="connsiteX196" fmla="*/ 79717 w 12192000"/>
              <a:gd name="connsiteY196" fmla="*/ 2107046 h 2237474"/>
              <a:gd name="connsiteX197" fmla="*/ 72352 w 12192000"/>
              <a:gd name="connsiteY197" fmla="*/ 2107991 h 2237474"/>
              <a:gd name="connsiteX198" fmla="*/ 37645 w 12192000"/>
              <a:gd name="connsiteY198" fmla="*/ 2115401 h 2237474"/>
              <a:gd name="connsiteX199" fmla="*/ 4572 w 12192000"/>
              <a:gd name="connsiteY199" fmla="*/ 2111091 h 2237474"/>
              <a:gd name="connsiteX200" fmla="*/ 0 w 12192000"/>
              <a:gd name="connsiteY200" fmla="*/ 2110468 h 2237474"/>
              <a:gd name="connsiteX201" fmla="*/ 0 w 12192000"/>
              <a:gd name="connsiteY201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958984 w 12192000"/>
              <a:gd name="connsiteY38" fmla="*/ 1057212 h 2237474"/>
              <a:gd name="connsiteX39" fmla="*/ 8886001 w 12192000"/>
              <a:gd name="connsiteY39" fmla="*/ 1067468 h 2237474"/>
              <a:gd name="connsiteX40" fmla="*/ 8838610 w 12192000"/>
              <a:gd name="connsiteY40" fmla="*/ 1075091 h 2237474"/>
              <a:gd name="connsiteX41" fmla="*/ 8750383 w 12192000"/>
              <a:gd name="connsiteY41" fmla="*/ 1097387 h 2237474"/>
              <a:gd name="connsiteX42" fmla="*/ 8665605 w 12192000"/>
              <a:gd name="connsiteY42" fmla="*/ 1110791 h 2237474"/>
              <a:gd name="connsiteX43" fmla="*/ 8584946 w 12192000"/>
              <a:gd name="connsiteY43" fmla="*/ 1135226 h 2237474"/>
              <a:gd name="connsiteX44" fmla="*/ 8460755 w 12192000"/>
              <a:gd name="connsiteY44" fmla="*/ 1203427 h 2237474"/>
              <a:gd name="connsiteX45" fmla="*/ 8419755 w 12192000"/>
              <a:gd name="connsiteY45" fmla="*/ 1216260 h 2237474"/>
              <a:gd name="connsiteX46" fmla="*/ 8411626 w 12192000"/>
              <a:gd name="connsiteY46" fmla="*/ 1214397 h 2237474"/>
              <a:gd name="connsiteX47" fmla="*/ 8363469 w 12192000"/>
              <a:gd name="connsiteY47" fmla="*/ 1246658 h 2237474"/>
              <a:gd name="connsiteX48" fmla="*/ 8275497 w 12192000"/>
              <a:gd name="connsiteY48" fmla="*/ 1264396 h 2237474"/>
              <a:gd name="connsiteX49" fmla="*/ 8206287 w 12192000"/>
              <a:gd name="connsiteY49" fmla="*/ 1273060 h 2237474"/>
              <a:gd name="connsiteX50" fmla="*/ 8168705 w 12192000"/>
              <a:gd name="connsiteY50" fmla="*/ 1279956 h 2237474"/>
              <a:gd name="connsiteX51" fmla="*/ 8139997 w 12192000"/>
              <a:gd name="connsiteY51" fmla="*/ 1282713 h 2237474"/>
              <a:gd name="connsiteX52" fmla="*/ 8074238 w 12192000"/>
              <a:gd name="connsiteY52" fmla="*/ 1301895 h 2237474"/>
              <a:gd name="connsiteX53" fmla="*/ 7968292 w 12192000"/>
              <a:gd name="connsiteY53" fmla="*/ 1338779 h 2237474"/>
              <a:gd name="connsiteX54" fmla="*/ 7902328 w 12192000"/>
              <a:gd name="connsiteY54" fmla="*/ 1345865 h 2237474"/>
              <a:gd name="connsiteX55" fmla="*/ 7875879 w 12192000"/>
              <a:gd name="connsiteY55" fmla="*/ 1345646 h 2237474"/>
              <a:gd name="connsiteX56" fmla="*/ 7840612 w 12192000"/>
              <a:gd name="connsiteY56" fmla="*/ 1369373 h 2237474"/>
              <a:gd name="connsiteX57" fmla="*/ 7786819 w 12192000"/>
              <a:gd name="connsiteY57" fmla="*/ 1378970 h 2237474"/>
              <a:gd name="connsiteX58" fmla="*/ 7548172 w 12192000"/>
              <a:gd name="connsiteY58" fmla="*/ 1417460 h 2237474"/>
              <a:gd name="connsiteX59" fmla="*/ 7483437 w 12192000"/>
              <a:gd name="connsiteY59" fmla="*/ 1478152 h 2237474"/>
              <a:gd name="connsiteX60" fmla="*/ 7377870 w 12192000"/>
              <a:gd name="connsiteY60" fmla="*/ 1523319 h 2237474"/>
              <a:gd name="connsiteX61" fmla="*/ 7230737 w 12192000"/>
              <a:gd name="connsiteY61" fmla="*/ 1562633 h 2237474"/>
              <a:gd name="connsiteX62" fmla="*/ 7224458 w 12192000"/>
              <a:gd name="connsiteY62" fmla="*/ 1573008 h 2237474"/>
              <a:gd name="connsiteX63" fmla="*/ 7183121 w 12192000"/>
              <a:gd name="connsiteY63" fmla="*/ 1595162 h 2237474"/>
              <a:gd name="connsiteX64" fmla="*/ 7164601 w 12192000"/>
              <a:gd name="connsiteY64" fmla="*/ 1606490 h 2237474"/>
              <a:gd name="connsiteX65" fmla="*/ 7092727 w 12192000"/>
              <a:gd name="connsiteY65" fmla="*/ 1623628 h 2237474"/>
              <a:gd name="connsiteX66" fmla="*/ 7031309 w 12192000"/>
              <a:gd name="connsiteY66" fmla="*/ 1619451 h 2237474"/>
              <a:gd name="connsiteX67" fmla="*/ 6900177 w 12192000"/>
              <a:gd name="connsiteY67" fmla="*/ 1636016 h 2237474"/>
              <a:gd name="connsiteX68" fmla="*/ 6795372 w 12192000"/>
              <a:gd name="connsiteY68" fmla="*/ 1644845 h 2237474"/>
              <a:gd name="connsiteX69" fmla="*/ 6692251 w 12192000"/>
              <a:gd name="connsiteY69" fmla="*/ 1656357 h 2237474"/>
              <a:gd name="connsiteX70" fmla="*/ 6655235 w 12192000"/>
              <a:gd name="connsiteY70" fmla="*/ 1661869 h 2237474"/>
              <a:gd name="connsiteX71" fmla="*/ 6554894 w 12192000"/>
              <a:gd name="connsiteY71" fmla="*/ 1664428 h 2237474"/>
              <a:gd name="connsiteX72" fmla="*/ 6516595 w 12192000"/>
              <a:gd name="connsiteY72" fmla="*/ 1667475 h 2237474"/>
              <a:gd name="connsiteX73" fmla="*/ 6508541 w 12192000"/>
              <a:gd name="connsiteY73" fmla="*/ 1668757 h 2237474"/>
              <a:gd name="connsiteX74" fmla="*/ 6471012 w 12192000"/>
              <a:gd name="connsiteY74" fmla="*/ 1678604 h 2237474"/>
              <a:gd name="connsiteX75" fmla="*/ 6364035 w 12192000"/>
              <a:gd name="connsiteY75" fmla="*/ 1667683 h 2237474"/>
              <a:gd name="connsiteX76" fmla="*/ 6280959 w 12192000"/>
              <a:gd name="connsiteY76" fmla="*/ 1689329 h 2237474"/>
              <a:gd name="connsiteX77" fmla="*/ 6243319 w 12192000"/>
              <a:gd name="connsiteY77" fmla="*/ 1695560 h 2237474"/>
              <a:gd name="connsiteX78" fmla="*/ 6098321 w 12192000"/>
              <a:gd name="connsiteY78" fmla="*/ 1721646 h 2237474"/>
              <a:gd name="connsiteX79" fmla="*/ 5880652 w 12192000"/>
              <a:gd name="connsiteY79" fmla="*/ 1779643 h 2237474"/>
              <a:gd name="connsiteX80" fmla="*/ 5785959 w 12192000"/>
              <a:gd name="connsiteY80" fmla="*/ 1775307 h 2237474"/>
              <a:gd name="connsiteX81" fmla="*/ 5643534 w 12192000"/>
              <a:gd name="connsiteY81" fmla="*/ 1802919 h 2237474"/>
              <a:gd name="connsiteX82" fmla="*/ 5518799 w 12192000"/>
              <a:gd name="connsiteY82" fmla="*/ 1818312 h 2237474"/>
              <a:gd name="connsiteX83" fmla="*/ 5505014 w 12192000"/>
              <a:gd name="connsiteY83" fmla="*/ 1819259 h 2237474"/>
              <a:gd name="connsiteX84" fmla="*/ 5453307 w 12192000"/>
              <a:gd name="connsiteY84" fmla="*/ 1815450 h 2237474"/>
              <a:gd name="connsiteX85" fmla="*/ 5364192 w 12192000"/>
              <a:gd name="connsiteY85" fmla="*/ 1826074 h 2237474"/>
              <a:gd name="connsiteX86" fmla="*/ 5259633 w 12192000"/>
              <a:gd name="connsiteY86" fmla="*/ 1837160 h 2237474"/>
              <a:gd name="connsiteX87" fmla="*/ 5168852 w 12192000"/>
              <a:gd name="connsiteY87" fmla="*/ 1844846 h 2237474"/>
              <a:gd name="connsiteX88" fmla="*/ 5114927 w 12192000"/>
              <a:gd name="connsiteY88" fmla="*/ 1847827 h 2237474"/>
              <a:gd name="connsiteX89" fmla="*/ 5108970 w 12192000"/>
              <a:gd name="connsiteY89" fmla="*/ 1847935 h 2237474"/>
              <a:gd name="connsiteX90" fmla="*/ 5067961 w 12192000"/>
              <a:gd name="connsiteY90" fmla="*/ 1845917 h 2237474"/>
              <a:gd name="connsiteX91" fmla="*/ 5007075 w 12192000"/>
              <a:gd name="connsiteY91" fmla="*/ 1838626 h 2237474"/>
              <a:gd name="connsiteX92" fmla="*/ 4944087 w 12192000"/>
              <a:gd name="connsiteY92" fmla="*/ 1823332 h 2237474"/>
              <a:gd name="connsiteX93" fmla="*/ 4907662 w 12192000"/>
              <a:gd name="connsiteY93" fmla="*/ 1816900 h 2237474"/>
              <a:gd name="connsiteX94" fmla="*/ 4882386 w 12192000"/>
              <a:gd name="connsiteY94" fmla="*/ 1809844 h 2237474"/>
              <a:gd name="connsiteX95" fmla="*/ 4811440 w 12192000"/>
              <a:gd name="connsiteY95" fmla="*/ 1804655 h 2237474"/>
              <a:gd name="connsiteX96" fmla="*/ 4691075 w 12192000"/>
              <a:gd name="connsiteY96" fmla="*/ 1801389 h 2237474"/>
              <a:gd name="connsiteX97" fmla="*/ 4611738 w 12192000"/>
              <a:gd name="connsiteY97" fmla="*/ 1776964 h 2237474"/>
              <a:gd name="connsiteX98" fmla="*/ 4560070 w 12192000"/>
              <a:gd name="connsiteY98" fmla="*/ 1785640 h 2237474"/>
              <a:gd name="connsiteX99" fmla="*/ 4536503 w 12192000"/>
              <a:gd name="connsiteY99" fmla="*/ 1785334 h 2237474"/>
              <a:gd name="connsiteX100" fmla="*/ 4513724 w 12192000"/>
              <a:gd name="connsiteY100" fmla="*/ 1791996 h 2237474"/>
              <a:gd name="connsiteX101" fmla="*/ 4459810 w 12192000"/>
              <a:gd name="connsiteY101" fmla="*/ 1797886 h 2237474"/>
              <a:gd name="connsiteX102" fmla="*/ 4379064 w 12192000"/>
              <a:gd name="connsiteY102" fmla="*/ 1817177 h 2237474"/>
              <a:gd name="connsiteX103" fmla="*/ 4319209 w 12192000"/>
              <a:gd name="connsiteY103" fmla="*/ 1834833 h 2237474"/>
              <a:gd name="connsiteX104" fmla="*/ 4290981 w 12192000"/>
              <a:gd name="connsiteY104" fmla="*/ 1839677 h 2237474"/>
              <a:gd name="connsiteX105" fmla="*/ 4285792 w 12192000"/>
              <a:gd name="connsiteY105" fmla="*/ 1836231 h 2237474"/>
              <a:gd name="connsiteX106" fmla="*/ 4238372 w 12192000"/>
              <a:gd name="connsiteY106" fmla="*/ 1851480 h 2237474"/>
              <a:gd name="connsiteX107" fmla="*/ 4232517 w 12192000"/>
              <a:gd name="connsiteY107" fmla="*/ 1852567 h 2237474"/>
              <a:gd name="connsiteX108" fmla="*/ 4191732 w 12192000"/>
              <a:gd name="connsiteY108" fmla="*/ 1857328 h 2237474"/>
              <a:gd name="connsiteX109" fmla="*/ 4065532 w 12192000"/>
              <a:gd name="connsiteY109" fmla="*/ 1855477 h 2237474"/>
              <a:gd name="connsiteX110" fmla="*/ 4028460 w 12192000"/>
              <a:gd name="connsiteY110" fmla="*/ 1855137 h 2237474"/>
              <a:gd name="connsiteX111" fmla="*/ 4002267 w 12192000"/>
              <a:gd name="connsiteY111" fmla="*/ 1852352 h 2237474"/>
              <a:gd name="connsiteX112" fmla="*/ 3931396 w 12192000"/>
              <a:gd name="connsiteY112" fmla="*/ 1858915 h 2237474"/>
              <a:gd name="connsiteX113" fmla="*/ 3812162 w 12192000"/>
              <a:gd name="connsiteY113" fmla="*/ 1875501 h 2237474"/>
              <a:gd name="connsiteX114" fmla="*/ 3729530 w 12192000"/>
              <a:gd name="connsiteY114" fmla="*/ 1864513 h 2237474"/>
              <a:gd name="connsiteX115" fmla="*/ 3680177 w 12192000"/>
              <a:gd name="connsiteY115" fmla="*/ 1881552 h 2237474"/>
              <a:gd name="connsiteX116" fmla="*/ 3567259 w 12192000"/>
              <a:gd name="connsiteY116" fmla="*/ 1893482 h 2237474"/>
              <a:gd name="connsiteX117" fmla="*/ 3405770 w 12192000"/>
              <a:gd name="connsiteY117" fmla="*/ 1904591 h 2237474"/>
              <a:gd name="connsiteX118" fmla="*/ 3280097 w 12192000"/>
              <a:gd name="connsiteY118" fmla="*/ 1919610 h 2237474"/>
              <a:gd name="connsiteX119" fmla="*/ 3123424 w 12192000"/>
              <a:gd name="connsiteY119" fmla="*/ 1952930 h 2237474"/>
              <a:gd name="connsiteX120" fmla="*/ 3009910 w 12192000"/>
              <a:gd name="connsiteY120" fmla="*/ 1957866 h 2237474"/>
              <a:gd name="connsiteX121" fmla="*/ 2995934 w 12192000"/>
              <a:gd name="connsiteY121" fmla="*/ 1967085 h 2237474"/>
              <a:gd name="connsiteX122" fmla="*/ 2980071 w 12192000"/>
              <a:gd name="connsiteY122" fmla="*/ 1972988 h 2237474"/>
              <a:gd name="connsiteX123" fmla="*/ 2978094 w 12192000"/>
              <a:gd name="connsiteY123" fmla="*/ 1972369 h 2237474"/>
              <a:gd name="connsiteX124" fmla="*/ 2942858 w 12192000"/>
              <a:gd name="connsiteY124" fmla="*/ 1981367 h 2237474"/>
              <a:gd name="connsiteX125" fmla="*/ 2875436 w 12192000"/>
              <a:gd name="connsiteY125" fmla="*/ 1996977 h 2237474"/>
              <a:gd name="connsiteX126" fmla="*/ 2874892 w 12192000"/>
              <a:gd name="connsiteY126" fmla="*/ 1996085 h 2237474"/>
              <a:gd name="connsiteX127" fmla="*/ 2864145 w 12192000"/>
              <a:gd name="connsiteY127" fmla="*/ 1994061 h 2237474"/>
              <a:gd name="connsiteX128" fmla="*/ 2843662 w 12192000"/>
              <a:gd name="connsiteY128" fmla="*/ 1992498 h 2237474"/>
              <a:gd name="connsiteX129" fmla="*/ 2796128 w 12192000"/>
              <a:gd name="connsiteY129" fmla="*/ 1976403 h 2237474"/>
              <a:gd name="connsiteX130" fmla="*/ 2756784 w 12192000"/>
              <a:gd name="connsiteY130" fmla="*/ 1985116 h 2237474"/>
              <a:gd name="connsiteX131" fmla="*/ 2748833 w 12192000"/>
              <a:gd name="connsiteY131" fmla="*/ 1986323 h 2237474"/>
              <a:gd name="connsiteX132" fmla="*/ 2748661 w 12192000"/>
              <a:gd name="connsiteY132" fmla="*/ 1986122 h 2237474"/>
              <a:gd name="connsiteX133" fmla="*/ 2740251 w 12192000"/>
              <a:gd name="connsiteY133" fmla="*/ 1986946 h 2237474"/>
              <a:gd name="connsiteX134" fmla="*/ 2718916 w 12192000"/>
              <a:gd name="connsiteY134" fmla="*/ 1990867 h 2237474"/>
              <a:gd name="connsiteX135" fmla="*/ 2713522 w 12192000"/>
              <a:gd name="connsiteY135" fmla="*/ 1990173 h 2237474"/>
              <a:gd name="connsiteX136" fmla="*/ 2680597 w 12192000"/>
              <a:gd name="connsiteY136" fmla="*/ 1984996 h 2237474"/>
              <a:gd name="connsiteX137" fmla="*/ 2578178 w 12192000"/>
              <a:gd name="connsiteY137" fmla="*/ 1990531 h 2237474"/>
              <a:gd name="connsiteX138" fmla="*/ 2476147 w 12192000"/>
              <a:gd name="connsiteY138" fmla="*/ 1998305 h 2237474"/>
              <a:gd name="connsiteX139" fmla="*/ 2373568 w 12192000"/>
              <a:gd name="connsiteY139" fmla="*/ 2003219 h 2237474"/>
              <a:gd name="connsiteX140" fmla="*/ 2321399 w 12192000"/>
              <a:gd name="connsiteY140" fmla="*/ 1989467 h 2237474"/>
              <a:gd name="connsiteX141" fmla="*/ 2315525 w 12192000"/>
              <a:gd name="connsiteY141" fmla="*/ 1989708 h 2237474"/>
              <a:gd name="connsiteX142" fmla="*/ 2300792 w 12192000"/>
              <a:gd name="connsiteY142" fmla="*/ 1994290 h 2237474"/>
              <a:gd name="connsiteX143" fmla="*/ 2295469 w 12192000"/>
              <a:gd name="connsiteY143" fmla="*/ 1996659 h 2237474"/>
              <a:gd name="connsiteX144" fmla="*/ 2287219 w 12192000"/>
              <a:gd name="connsiteY144" fmla="*/ 1998750 h 2237474"/>
              <a:gd name="connsiteX145" fmla="*/ 2286948 w 12192000"/>
              <a:gd name="connsiteY145" fmla="*/ 1998596 h 2237474"/>
              <a:gd name="connsiteX146" fmla="*/ 2243069 w 12192000"/>
              <a:gd name="connsiteY146" fmla="*/ 2015111 h 2237474"/>
              <a:gd name="connsiteX147" fmla="*/ 2186609 w 12192000"/>
              <a:gd name="connsiteY147" fmla="*/ 2008263 h 2237474"/>
              <a:gd name="connsiteX148" fmla="*/ 2164831 w 12192000"/>
              <a:gd name="connsiteY148" fmla="*/ 2010143 h 2237474"/>
              <a:gd name="connsiteX149" fmla="*/ 2152836 w 12192000"/>
              <a:gd name="connsiteY149" fmla="*/ 2010048 h 2237474"/>
              <a:gd name="connsiteX150" fmla="*/ 2117102 w 12192000"/>
              <a:gd name="connsiteY150" fmla="*/ 2023004 h 2237474"/>
              <a:gd name="connsiteX151" fmla="*/ 2111935 w 12192000"/>
              <a:gd name="connsiteY151" fmla="*/ 2023163 h 2237474"/>
              <a:gd name="connsiteX152" fmla="*/ 2089991 w 12192000"/>
              <a:gd name="connsiteY152" fmla="*/ 2034193 h 2237474"/>
              <a:gd name="connsiteX153" fmla="*/ 2058061 w 12192000"/>
              <a:gd name="connsiteY153" fmla="*/ 2047942 h 2237474"/>
              <a:gd name="connsiteX154" fmla="*/ 2055737 w 12192000"/>
              <a:gd name="connsiteY154" fmla="*/ 2047704 h 2237474"/>
              <a:gd name="connsiteX155" fmla="*/ 2042244 w 12192000"/>
              <a:gd name="connsiteY155" fmla="*/ 2055560 h 2237474"/>
              <a:gd name="connsiteX156" fmla="*/ 1976224 w 12192000"/>
              <a:gd name="connsiteY156" fmla="*/ 2074257 h 2237474"/>
              <a:gd name="connsiteX157" fmla="*/ 1877728 w 12192000"/>
              <a:gd name="connsiteY157" fmla="*/ 2101004 h 2237474"/>
              <a:gd name="connsiteX158" fmla="*/ 1759056 w 12192000"/>
              <a:gd name="connsiteY158" fmla="*/ 2125608 h 2237474"/>
              <a:gd name="connsiteX159" fmla="*/ 1637948 w 12192000"/>
              <a:gd name="connsiteY159" fmla="*/ 2172597 h 2237474"/>
              <a:gd name="connsiteX160" fmla="*/ 1434549 w 12192000"/>
              <a:gd name="connsiteY160" fmla="*/ 2234522 h 2237474"/>
              <a:gd name="connsiteX161" fmla="*/ 1398481 w 12192000"/>
              <a:gd name="connsiteY161" fmla="*/ 2237074 h 2237474"/>
              <a:gd name="connsiteX162" fmla="*/ 1398407 w 12192000"/>
              <a:gd name="connsiteY162" fmla="*/ 2237095 h 2237474"/>
              <a:gd name="connsiteX163" fmla="*/ 1370962 w 12192000"/>
              <a:gd name="connsiteY163" fmla="*/ 2237474 h 2237474"/>
              <a:gd name="connsiteX164" fmla="*/ 1356367 w 12192000"/>
              <a:gd name="connsiteY164" fmla="*/ 2235089 h 2237474"/>
              <a:gd name="connsiteX165" fmla="*/ 1324828 w 12192000"/>
              <a:gd name="connsiteY165" fmla="*/ 2231968 h 2237474"/>
              <a:gd name="connsiteX166" fmla="*/ 1297744 w 12192000"/>
              <a:gd name="connsiteY166" fmla="*/ 2235849 h 2237474"/>
              <a:gd name="connsiteX167" fmla="*/ 1286236 w 12192000"/>
              <a:gd name="connsiteY167" fmla="*/ 2233135 h 2237474"/>
              <a:gd name="connsiteX168" fmla="*/ 1283504 w 12192000"/>
              <a:gd name="connsiteY168" fmla="*/ 2233797 h 2237474"/>
              <a:gd name="connsiteX169" fmla="*/ 1279765 w 12192000"/>
              <a:gd name="connsiteY169" fmla="*/ 2229639 h 2237474"/>
              <a:gd name="connsiteX170" fmla="*/ 1195347 w 12192000"/>
              <a:gd name="connsiteY170" fmla="*/ 2212354 h 2237474"/>
              <a:gd name="connsiteX171" fmla="*/ 970251 w 12192000"/>
              <a:gd name="connsiteY171" fmla="*/ 2221029 h 2237474"/>
              <a:gd name="connsiteX172" fmla="*/ 812914 w 12192000"/>
              <a:gd name="connsiteY172" fmla="*/ 2202752 h 2237474"/>
              <a:gd name="connsiteX173" fmla="*/ 800195 w 12192000"/>
              <a:gd name="connsiteY173" fmla="*/ 2209407 h 2237474"/>
              <a:gd name="connsiteX174" fmla="*/ 784978 w 12192000"/>
              <a:gd name="connsiteY174" fmla="*/ 2212360 h 2237474"/>
              <a:gd name="connsiteX175" fmla="*/ 681987 w 12192000"/>
              <a:gd name="connsiteY175" fmla="*/ 2216757 h 2237474"/>
              <a:gd name="connsiteX176" fmla="*/ 669923 w 12192000"/>
              <a:gd name="connsiteY176" fmla="*/ 2211682 h 2237474"/>
              <a:gd name="connsiteX177" fmla="*/ 648680 w 12192000"/>
              <a:gd name="connsiteY177" fmla="*/ 2206229 h 2237474"/>
              <a:gd name="connsiteX178" fmla="*/ 597225 w 12192000"/>
              <a:gd name="connsiteY178" fmla="*/ 2180999 h 2237474"/>
              <a:gd name="connsiteX179" fmla="*/ 558449 w 12192000"/>
              <a:gd name="connsiteY179" fmla="*/ 2182346 h 2237474"/>
              <a:gd name="connsiteX180" fmla="*/ 550517 w 12192000"/>
              <a:gd name="connsiteY180" fmla="*/ 2182060 h 2237474"/>
              <a:gd name="connsiteX181" fmla="*/ 550309 w 12192000"/>
              <a:gd name="connsiteY181" fmla="*/ 2181825 h 2237474"/>
              <a:gd name="connsiteX182" fmla="*/ 541836 w 12192000"/>
              <a:gd name="connsiteY182" fmla="*/ 2181063 h 2237474"/>
              <a:gd name="connsiteX183" fmla="*/ 536057 w 12192000"/>
              <a:gd name="connsiteY183" fmla="*/ 2181537 h 2237474"/>
              <a:gd name="connsiteX184" fmla="*/ 520671 w 12192000"/>
              <a:gd name="connsiteY184" fmla="*/ 2180980 h 2237474"/>
              <a:gd name="connsiteX185" fmla="*/ 515024 w 12192000"/>
              <a:gd name="connsiteY185" fmla="*/ 2179258 h 2237474"/>
              <a:gd name="connsiteX186" fmla="*/ 512278 w 12192000"/>
              <a:gd name="connsiteY186" fmla="*/ 2176369 h 2237474"/>
              <a:gd name="connsiteX187" fmla="*/ 480419 w 12192000"/>
              <a:gd name="connsiteY187" fmla="*/ 2167807 h 2237474"/>
              <a:gd name="connsiteX188" fmla="*/ 413835 w 12192000"/>
              <a:gd name="connsiteY188" fmla="*/ 2156783 h 2237474"/>
              <a:gd name="connsiteX189" fmla="*/ 376513 w 12192000"/>
              <a:gd name="connsiteY189" fmla="*/ 2154014 h 2237474"/>
              <a:gd name="connsiteX190" fmla="*/ 273386 w 12192000"/>
              <a:gd name="connsiteY190" fmla="*/ 2142551 h 2237474"/>
              <a:gd name="connsiteX191" fmla="*/ 169207 w 12192000"/>
              <a:gd name="connsiteY191" fmla="*/ 2128100 h 2237474"/>
              <a:gd name="connsiteX192" fmla="*/ 93149 w 12192000"/>
              <a:gd name="connsiteY192" fmla="*/ 2105324 h 2237474"/>
              <a:gd name="connsiteX193" fmla="*/ 88109 w 12192000"/>
              <a:gd name="connsiteY193" fmla="*/ 2106704 h 2237474"/>
              <a:gd name="connsiteX194" fmla="*/ 80022 w 12192000"/>
              <a:gd name="connsiteY194" fmla="*/ 2107254 h 2237474"/>
              <a:gd name="connsiteX195" fmla="*/ 79717 w 12192000"/>
              <a:gd name="connsiteY195" fmla="*/ 2107046 h 2237474"/>
              <a:gd name="connsiteX196" fmla="*/ 72352 w 12192000"/>
              <a:gd name="connsiteY196" fmla="*/ 2107991 h 2237474"/>
              <a:gd name="connsiteX197" fmla="*/ 37645 w 12192000"/>
              <a:gd name="connsiteY197" fmla="*/ 2115401 h 2237474"/>
              <a:gd name="connsiteX198" fmla="*/ 4572 w 12192000"/>
              <a:gd name="connsiteY198" fmla="*/ 2111091 h 2237474"/>
              <a:gd name="connsiteX199" fmla="*/ 0 w 12192000"/>
              <a:gd name="connsiteY199" fmla="*/ 2110468 h 2237474"/>
              <a:gd name="connsiteX200" fmla="*/ 0 w 12192000"/>
              <a:gd name="connsiteY200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958984 w 12192000"/>
              <a:gd name="connsiteY38" fmla="*/ 1057212 h 2237474"/>
              <a:gd name="connsiteX39" fmla="*/ 8886001 w 12192000"/>
              <a:gd name="connsiteY39" fmla="*/ 1067468 h 2237474"/>
              <a:gd name="connsiteX40" fmla="*/ 8838610 w 12192000"/>
              <a:gd name="connsiteY40" fmla="*/ 1075091 h 2237474"/>
              <a:gd name="connsiteX41" fmla="*/ 8750383 w 12192000"/>
              <a:gd name="connsiteY41" fmla="*/ 1097387 h 2237474"/>
              <a:gd name="connsiteX42" fmla="*/ 8665605 w 12192000"/>
              <a:gd name="connsiteY42" fmla="*/ 1110791 h 2237474"/>
              <a:gd name="connsiteX43" fmla="*/ 8584946 w 12192000"/>
              <a:gd name="connsiteY43" fmla="*/ 1135226 h 2237474"/>
              <a:gd name="connsiteX44" fmla="*/ 8460755 w 12192000"/>
              <a:gd name="connsiteY44" fmla="*/ 1203427 h 2237474"/>
              <a:gd name="connsiteX45" fmla="*/ 8419755 w 12192000"/>
              <a:gd name="connsiteY45" fmla="*/ 1216260 h 2237474"/>
              <a:gd name="connsiteX46" fmla="*/ 8411626 w 12192000"/>
              <a:gd name="connsiteY46" fmla="*/ 1214397 h 2237474"/>
              <a:gd name="connsiteX47" fmla="*/ 8363469 w 12192000"/>
              <a:gd name="connsiteY47" fmla="*/ 1246658 h 2237474"/>
              <a:gd name="connsiteX48" fmla="*/ 8275497 w 12192000"/>
              <a:gd name="connsiteY48" fmla="*/ 1264396 h 2237474"/>
              <a:gd name="connsiteX49" fmla="*/ 8206287 w 12192000"/>
              <a:gd name="connsiteY49" fmla="*/ 1273060 h 2237474"/>
              <a:gd name="connsiteX50" fmla="*/ 8168705 w 12192000"/>
              <a:gd name="connsiteY50" fmla="*/ 1279956 h 2237474"/>
              <a:gd name="connsiteX51" fmla="*/ 8139997 w 12192000"/>
              <a:gd name="connsiteY51" fmla="*/ 1282713 h 2237474"/>
              <a:gd name="connsiteX52" fmla="*/ 8074238 w 12192000"/>
              <a:gd name="connsiteY52" fmla="*/ 1301895 h 2237474"/>
              <a:gd name="connsiteX53" fmla="*/ 7968292 w 12192000"/>
              <a:gd name="connsiteY53" fmla="*/ 1338779 h 2237474"/>
              <a:gd name="connsiteX54" fmla="*/ 7902328 w 12192000"/>
              <a:gd name="connsiteY54" fmla="*/ 1345865 h 2237474"/>
              <a:gd name="connsiteX55" fmla="*/ 7875879 w 12192000"/>
              <a:gd name="connsiteY55" fmla="*/ 1345646 h 2237474"/>
              <a:gd name="connsiteX56" fmla="*/ 7840612 w 12192000"/>
              <a:gd name="connsiteY56" fmla="*/ 1369373 h 2237474"/>
              <a:gd name="connsiteX57" fmla="*/ 7786819 w 12192000"/>
              <a:gd name="connsiteY57" fmla="*/ 1378970 h 2237474"/>
              <a:gd name="connsiteX58" fmla="*/ 7548172 w 12192000"/>
              <a:gd name="connsiteY58" fmla="*/ 1417460 h 2237474"/>
              <a:gd name="connsiteX59" fmla="*/ 7483437 w 12192000"/>
              <a:gd name="connsiteY59" fmla="*/ 1478152 h 2237474"/>
              <a:gd name="connsiteX60" fmla="*/ 7377870 w 12192000"/>
              <a:gd name="connsiteY60" fmla="*/ 1523319 h 2237474"/>
              <a:gd name="connsiteX61" fmla="*/ 7230737 w 12192000"/>
              <a:gd name="connsiteY61" fmla="*/ 1562633 h 2237474"/>
              <a:gd name="connsiteX62" fmla="*/ 7224458 w 12192000"/>
              <a:gd name="connsiteY62" fmla="*/ 1573008 h 2237474"/>
              <a:gd name="connsiteX63" fmla="*/ 7183121 w 12192000"/>
              <a:gd name="connsiteY63" fmla="*/ 1595162 h 2237474"/>
              <a:gd name="connsiteX64" fmla="*/ 7164601 w 12192000"/>
              <a:gd name="connsiteY64" fmla="*/ 1606490 h 2237474"/>
              <a:gd name="connsiteX65" fmla="*/ 7092727 w 12192000"/>
              <a:gd name="connsiteY65" fmla="*/ 1623628 h 2237474"/>
              <a:gd name="connsiteX66" fmla="*/ 7031309 w 12192000"/>
              <a:gd name="connsiteY66" fmla="*/ 1619451 h 2237474"/>
              <a:gd name="connsiteX67" fmla="*/ 6900177 w 12192000"/>
              <a:gd name="connsiteY67" fmla="*/ 1636016 h 2237474"/>
              <a:gd name="connsiteX68" fmla="*/ 6795372 w 12192000"/>
              <a:gd name="connsiteY68" fmla="*/ 1644845 h 2237474"/>
              <a:gd name="connsiteX69" fmla="*/ 6692251 w 12192000"/>
              <a:gd name="connsiteY69" fmla="*/ 1656357 h 2237474"/>
              <a:gd name="connsiteX70" fmla="*/ 6655235 w 12192000"/>
              <a:gd name="connsiteY70" fmla="*/ 1661869 h 2237474"/>
              <a:gd name="connsiteX71" fmla="*/ 6554894 w 12192000"/>
              <a:gd name="connsiteY71" fmla="*/ 1664428 h 2237474"/>
              <a:gd name="connsiteX72" fmla="*/ 6516595 w 12192000"/>
              <a:gd name="connsiteY72" fmla="*/ 1667475 h 2237474"/>
              <a:gd name="connsiteX73" fmla="*/ 6508541 w 12192000"/>
              <a:gd name="connsiteY73" fmla="*/ 1668757 h 2237474"/>
              <a:gd name="connsiteX74" fmla="*/ 6471012 w 12192000"/>
              <a:gd name="connsiteY74" fmla="*/ 1678604 h 2237474"/>
              <a:gd name="connsiteX75" fmla="*/ 6364035 w 12192000"/>
              <a:gd name="connsiteY75" fmla="*/ 1667683 h 2237474"/>
              <a:gd name="connsiteX76" fmla="*/ 6280959 w 12192000"/>
              <a:gd name="connsiteY76" fmla="*/ 1689329 h 2237474"/>
              <a:gd name="connsiteX77" fmla="*/ 6243319 w 12192000"/>
              <a:gd name="connsiteY77" fmla="*/ 1695560 h 2237474"/>
              <a:gd name="connsiteX78" fmla="*/ 6098321 w 12192000"/>
              <a:gd name="connsiteY78" fmla="*/ 1721646 h 2237474"/>
              <a:gd name="connsiteX79" fmla="*/ 5880652 w 12192000"/>
              <a:gd name="connsiteY79" fmla="*/ 1779643 h 2237474"/>
              <a:gd name="connsiteX80" fmla="*/ 5785959 w 12192000"/>
              <a:gd name="connsiteY80" fmla="*/ 1775307 h 2237474"/>
              <a:gd name="connsiteX81" fmla="*/ 5643534 w 12192000"/>
              <a:gd name="connsiteY81" fmla="*/ 1802919 h 2237474"/>
              <a:gd name="connsiteX82" fmla="*/ 5518799 w 12192000"/>
              <a:gd name="connsiteY82" fmla="*/ 1818312 h 2237474"/>
              <a:gd name="connsiteX83" fmla="*/ 5505014 w 12192000"/>
              <a:gd name="connsiteY83" fmla="*/ 1819259 h 2237474"/>
              <a:gd name="connsiteX84" fmla="*/ 5453307 w 12192000"/>
              <a:gd name="connsiteY84" fmla="*/ 1815450 h 2237474"/>
              <a:gd name="connsiteX85" fmla="*/ 5364192 w 12192000"/>
              <a:gd name="connsiteY85" fmla="*/ 1826074 h 2237474"/>
              <a:gd name="connsiteX86" fmla="*/ 5259633 w 12192000"/>
              <a:gd name="connsiteY86" fmla="*/ 1837160 h 2237474"/>
              <a:gd name="connsiteX87" fmla="*/ 5149802 w 12192000"/>
              <a:gd name="connsiteY87" fmla="*/ 1844846 h 2237474"/>
              <a:gd name="connsiteX88" fmla="*/ 5114927 w 12192000"/>
              <a:gd name="connsiteY88" fmla="*/ 1847827 h 2237474"/>
              <a:gd name="connsiteX89" fmla="*/ 5108970 w 12192000"/>
              <a:gd name="connsiteY89" fmla="*/ 1847935 h 2237474"/>
              <a:gd name="connsiteX90" fmla="*/ 5067961 w 12192000"/>
              <a:gd name="connsiteY90" fmla="*/ 1845917 h 2237474"/>
              <a:gd name="connsiteX91" fmla="*/ 5007075 w 12192000"/>
              <a:gd name="connsiteY91" fmla="*/ 1838626 h 2237474"/>
              <a:gd name="connsiteX92" fmla="*/ 4944087 w 12192000"/>
              <a:gd name="connsiteY92" fmla="*/ 1823332 h 2237474"/>
              <a:gd name="connsiteX93" fmla="*/ 4907662 w 12192000"/>
              <a:gd name="connsiteY93" fmla="*/ 1816900 h 2237474"/>
              <a:gd name="connsiteX94" fmla="*/ 4882386 w 12192000"/>
              <a:gd name="connsiteY94" fmla="*/ 1809844 h 2237474"/>
              <a:gd name="connsiteX95" fmla="*/ 4811440 w 12192000"/>
              <a:gd name="connsiteY95" fmla="*/ 1804655 h 2237474"/>
              <a:gd name="connsiteX96" fmla="*/ 4691075 w 12192000"/>
              <a:gd name="connsiteY96" fmla="*/ 1801389 h 2237474"/>
              <a:gd name="connsiteX97" fmla="*/ 4611738 w 12192000"/>
              <a:gd name="connsiteY97" fmla="*/ 1776964 h 2237474"/>
              <a:gd name="connsiteX98" fmla="*/ 4560070 w 12192000"/>
              <a:gd name="connsiteY98" fmla="*/ 1785640 h 2237474"/>
              <a:gd name="connsiteX99" fmla="*/ 4536503 w 12192000"/>
              <a:gd name="connsiteY99" fmla="*/ 1785334 h 2237474"/>
              <a:gd name="connsiteX100" fmla="*/ 4513724 w 12192000"/>
              <a:gd name="connsiteY100" fmla="*/ 1791996 h 2237474"/>
              <a:gd name="connsiteX101" fmla="*/ 4459810 w 12192000"/>
              <a:gd name="connsiteY101" fmla="*/ 1797886 h 2237474"/>
              <a:gd name="connsiteX102" fmla="*/ 4379064 w 12192000"/>
              <a:gd name="connsiteY102" fmla="*/ 1817177 h 2237474"/>
              <a:gd name="connsiteX103" fmla="*/ 4319209 w 12192000"/>
              <a:gd name="connsiteY103" fmla="*/ 1834833 h 2237474"/>
              <a:gd name="connsiteX104" fmla="*/ 4290981 w 12192000"/>
              <a:gd name="connsiteY104" fmla="*/ 1839677 h 2237474"/>
              <a:gd name="connsiteX105" fmla="*/ 4285792 w 12192000"/>
              <a:gd name="connsiteY105" fmla="*/ 1836231 h 2237474"/>
              <a:gd name="connsiteX106" fmla="*/ 4238372 w 12192000"/>
              <a:gd name="connsiteY106" fmla="*/ 1851480 h 2237474"/>
              <a:gd name="connsiteX107" fmla="*/ 4232517 w 12192000"/>
              <a:gd name="connsiteY107" fmla="*/ 1852567 h 2237474"/>
              <a:gd name="connsiteX108" fmla="*/ 4191732 w 12192000"/>
              <a:gd name="connsiteY108" fmla="*/ 1857328 h 2237474"/>
              <a:gd name="connsiteX109" fmla="*/ 4065532 w 12192000"/>
              <a:gd name="connsiteY109" fmla="*/ 1855477 h 2237474"/>
              <a:gd name="connsiteX110" fmla="*/ 4028460 w 12192000"/>
              <a:gd name="connsiteY110" fmla="*/ 1855137 h 2237474"/>
              <a:gd name="connsiteX111" fmla="*/ 4002267 w 12192000"/>
              <a:gd name="connsiteY111" fmla="*/ 1852352 h 2237474"/>
              <a:gd name="connsiteX112" fmla="*/ 3931396 w 12192000"/>
              <a:gd name="connsiteY112" fmla="*/ 1858915 h 2237474"/>
              <a:gd name="connsiteX113" fmla="*/ 3812162 w 12192000"/>
              <a:gd name="connsiteY113" fmla="*/ 1875501 h 2237474"/>
              <a:gd name="connsiteX114" fmla="*/ 3729530 w 12192000"/>
              <a:gd name="connsiteY114" fmla="*/ 1864513 h 2237474"/>
              <a:gd name="connsiteX115" fmla="*/ 3680177 w 12192000"/>
              <a:gd name="connsiteY115" fmla="*/ 1881552 h 2237474"/>
              <a:gd name="connsiteX116" fmla="*/ 3567259 w 12192000"/>
              <a:gd name="connsiteY116" fmla="*/ 1893482 h 2237474"/>
              <a:gd name="connsiteX117" fmla="*/ 3405770 w 12192000"/>
              <a:gd name="connsiteY117" fmla="*/ 1904591 h 2237474"/>
              <a:gd name="connsiteX118" fmla="*/ 3280097 w 12192000"/>
              <a:gd name="connsiteY118" fmla="*/ 1919610 h 2237474"/>
              <a:gd name="connsiteX119" fmla="*/ 3123424 w 12192000"/>
              <a:gd name="connsiteY119" fmla="*/ 1952930 h 2237474"/>
              <a:gd name="connsiteX120" fmla="*/ 3009910 w 12192000"/>
              <a:gd name="connsiteY120" fmla="*/ 1957866 h 2237474"/>
              <a:gd name="connsiteX121" fmla="*/ 2995934 w 12192000"/>
              <a:gd name="connsiteY121" fmla="*/ 1967085 h 2237474"/>
              <a:gd name="connsiteX122" fmla="*/ 2980071 w 12192000"/>
              <a:gd name="connsiteY122" fmla="*/ 1972988 h 2237474"/>
              <a:gd name="connsiteX123" fmla="*/ 2978094 w 12192000"/>
              <a:gd name="connsiteY123" fmla="*/ 1972369 h 2237474"/>
              <a:gd name="connsiteX124" fmla="*/ 2942858 w 12192000"/>
              <a:gd name="connsiteY124" fmla="*/ 1981367 h 2237474"/>
              <a:gd name="connsiteX125" fmla="*/ 2875436 w 12192000"/>
              <a:gd name="connsiteY125" fmla="*/ 1996977 h 2237474"/>
              <a:gd name="connsiteX126" fmla="*/ 2874892 w 12192000"/>
              <a:gd name="connsiteY126" fmla="*/ 1996085 h 2237474"/>
              <a:gd name="connsiteX127" fmla="*/ 2864145 w 12192000"/>
              <a:gd name="connsiteY127" fmla="*/ 1994061 h 2237474"/>
              <a:gd name="connsiteX128" fmla="*/ 2843662 w 12192000"/>
              <a:gd name="connsiteY128" fmla="*/ 1992498 h 2237474"/>
              <a:gd name="connsiteX129" fmla="*/ 2796128 w 12192000"/>
              <a:gd name="connsiteY129" fmla="*/ 1976403 h 2237474"/>
              <a:gd name="connsiteX130" fmla="*/ 2756784 w 12192000"/>
              <a:gd name="connsiteY130" fmla="*/ 1985116 h 2237474"/>
              <a:gd name="connsiteX131" fmla="*/ 2748833 w 12192000"/>
              <a:gd name="connsiteY131" fmla="*/ 1986323 h 2237474"/>
              <a:gd name="connsiteX132" fmla="*/ 2748661 w 12192000"/>
              <a:gd name="connsiteY132" fmla="*/ 1986122 h 2237474"/>
              <a:gd name="connsiteX133" fmla="*/ 2740251 w 12192000"/>
              <a:gd name="connsiteY133" fmla="*/ 1986946 h 2237474"/>
              <a:gd name="connsiteX134" fmla="*/ 2718916 w 12192000"/>
              <a:gd name="connsiteY134" fmla="*/ 1990867 h 2237474"/>
              <a:gd name="connsiteX135" fmla="*/ 2713522 w 12192000"/>
              <a:gd name="connsiteY135" fmla="*/ 1990173 h 2237474"/>
              <a:gd name="connsiteX136" fmla="*/ 2680597 w 12192000"/>
              <a:gd name="connsiteY136" fmla="*/ 1984996 h 2237474"/>
              <a:gd name="connsiteX137" fmla="*/ 2578178 w 12192000"/>
              <a:gd name="connsiteY137" fmla="*/ 1990531 h 2237474"/>
              <a:gd name="connsiteX138" fmla="*/ 2476147 w 12192000"/>
              <a:gd name="connsiteY138" fmla="*/ 1998305 h 2237474"/>
              <a:gd name="connsiteX139" fmla="*/ 2373568 w 12192000"/>
              <a:gd name="connsiteY139" fmla="*/ 2003219 h 2237474"/>
              <a:gd name="connsiteX140" fmla="*/ 2321399 w 12192000"/>
              <a:gd name="connsiteY140" fmla="*/ 1989467 h 2237474"/>
              <a:gd name="connsiteX141" fmla="*/ 2315525 w 12192000"/>
              <a:gd name="connsiteY141" fmla="*/ 1989708 h 2237474"/>
              <a:gd name="connsiteX142" fmla="*/ 2300792 w 12192000"/>
              <a:gd name="connsiteY142" fmla="*/ 1994290 h 2237474"/>
              <a:gd name="connsiteX143" fmla="*/ 2295469 w 12192000"/>
              <a:gd name="connsiteY143" fmla="*/ 1996659 h 2237474"/>
              <a:gd name="connsiteX144" fmla="*/ 2287219 w 12192000"/>
              <a:gd name="connsiteY144" fmla="*/ 1998750 h 2237474"/>
              <a:gd name="connsiteX145" fmla="*/ 2286948 w 12192000"/>
              <a:gd name="connsiteY145" fmla="*/ 1998596 h 2237474"/>
              <a:gd name="connsiteX146" fmla="*/ 2243069 w 12192000"/>
              <a:gd name="connsiteY146" fmla="*/ 2015111 h 2237474"/>
              <a:gd name="connsiteX147" fmla="*/ 2186609 w 12192000"/>
              <a:gd name="connsiteY147" fmla="*/ 2008263 h 2237474"/>
              <a:gd name="connsiteX148" fmla="*/ 2164831 w 12192000"/>
              <a:gd name="connsiteY148" fmla="*/ 2010143 h 2237474"/>
              <a:gd name="connsiteX149" fmla="*/ 2152836 w 12192000"/>
              <a:gd name="connsiteY149" fmla="*/ 2010048 h 2237474"/>
              <a:gd name="connsiteX150" fmla="*/ 2117102 w 12192000"/>
              <a:gd name="connsiteY150" fmla="*/ 2023004 h 2237474"/>
              <a:gd name="connsiteX151" fmla="*/ 2111935 w 12192000"/>
              <a:gd name="connsiteY151" fmla="*/ 2023163 h 2237474"/>
              <a:gd name="connsiteX152" fmla="*/ 2089991 w 12192000"/>
              <a:gd name="connsiteY152" fmla="*/ 2034193 h 2237474"/>
              <a:gd name="connsiteX153" fmla="*/ 2058061 w 12192000"/>
              <a:gd name="connsiteY153" fmla="*/ 2047942 h 2237474"/>
              <a:gd name="connsiteX154" fmla="*/ 2055737 w 12192000"/>
              <a:gd name="connsiteY154" fmla="*/ 2047704 h 2237474"/>
              <a:gd name="connsiteX155" fmla="*/ 2042244 w 12192000"/>
              <a:gd name="connsiteY155" fmla="*/ 2055560 h 2237474"/>
              <a:gd name="connsiteX156" fmla="*/ 1976224 w 12192000"/>
              <a:gd name="connsiteY156" fmla="*/ 2074257 h 2237474"/>
              <a:gd name="connsiteX157" fmla="*/ 1877728 w 12192000"/>
              <a:gd name="connsiteY157" fmla="*/ 2101004 h 2237474"/>
              <a:gd name="connsiteX158" fmla="*/ 1759056 w 12192000"/>
              <a:gd name="connsiteY158" fmla="*/ 2125608 h 2237474"/>
              <a:gd name="connsiteX159" fmla="*/ 1637948 w 12192000"/>
              <a:gd name="connsiteY159" fmla="*/ 2172597 h 2237474"/>
              <a:gd name="connsiteX160" fmla="*/ 1434549 w 12192000"/>
              <a:gd name="connsiteY160" fmla="*/ 2234522 h 2237474"/>
              <a:gd name="connsiteX161" fmla="*/ 1398481 w 12192000"/>
              <a:gd name="connsiteY161" fmla="*/ 2237074 h 2237474"/>
              <a:gd name="connsiteX162" fmla="*/ 1398407 w 12192000"/>
              <a:gd name="connsiteY162" fmla="*/ 2237095 h 2237474"/>
              <a:gd name="connsiteX163" fmla="*/ 1370962 w 12192000"/>
              <a:gd name="connsiteY163" fmla="*/ 2237474 h 2237474"/>
              <a:gd name="connsiteX164" fmla="*/ 1356367 w 12192000"/>
              <a:gd name="connsiteY164" fmla="*/ 2235089 h 2237474"/>
              <a:gd name="connsiteX165" fmla="*/ 1324828 w 12192000"/>
              <a:gd name="connsiteY165" fmla="*/ 2231968 h 2237474"/>
              <a:gd name="connsiteX166" fmla="*/ 1297744 w 12192000"/>
              <a:gd name="connsiteY166" fmla="*/ 2235849 h 2237474"/>
              <a:gd name="connsiteX167" fmla="*/ 1286236 w 12192000"/>
              <a:gd name="connsiteY167" fmla="*/ 2233135 h 2237474"/>
              <a:gd name="connsiteX168" fmla="*/ 1283504 w 12192000"/>
              <a:gd name="connsiteY168" fmla="*/ 2233797 h 2237474"/>
              <a:gd name="connsiteX169" fmla="*/ 1279765 w 12192000"/>
              <a:gd name="connsiteY169" fmla="*/ 2229639 h 2237474"/>
              <a:gd name="connsiteX170" fmla="*/ 1195347 w 12192000"/>
              <a:gd name="connsiteY170" fmla="*/ 2212354 h 2237474"/>
              <a:gd name="connsiteX171" fmla="*/ 970251 w 12192000"/>
              <a:gd name="connsiteY171" fmla="*/ 2221029 h 2237474"/>
              <a:gd name="connsiteX172" fmla="*/ 812914 w 12192000"/>
              <a:gd name="connsiteY172" fmla="*/ 2202752 h 2237474"/>
              <a:gd name="connsiteX173" fmla="*/ 800195 w 12192000"/>
              <a:gd name="connsiteY173" fmla="*/ 2209407 h 2237474"/>
              <a:gd name="connsiteX174" fmla="*/ 784978 w 12192000"/>
              <a:gd name="connsiteY174" fmla="*/ 2212360 h 2237474"/>
              <a:gd name="connsiteX175" fmla="*/ 681987 w 12192000"/>
              <a:gd name="connsiteY175" fmla="*/ 2216757 h 2237474"/>
              <a:gd name="connsiteX176" fmla="*/ 669923 w 12192000"/>
              <a:gd name="connsiteY176" fmla="*/ 2211682 h 2237474"/>
              <a:gd name="connsiteX177" fmla="*/ 648680 w 12192000"/>
              <a:gd name="connsiteY177" fmla="*/ 2206229 h 2237474"/>
              <a:gd name="connsiteX178" fmla="*/ 597225 w 12192000"/>
              <a:gd name="connsiteY178" fmla="*/ 2180999 h 2237474"/>
              <a:gd name="connsiteX179" fmla="*/ 558449 w 12192000"/>
              <a:gd name="connsiteY179" fmla="*/ 2182346 h 2237474"/>
              <a:gd name="connsiteX180" fmla="*/ 550517 w 12192000"/>
              <a:gd name="connsiteY180" fmla="*/ 2182060 h 2237474"/>
              <a:gd name="connsiteX181" fmla="*/ 550309 w 12192000"/>
              <a:gd name="connsiteY181" fmla="*/ 2181825 h 2237474"/>
              <a:gd name="connsiteX182" fmla="*/ 541836 w 12192000"/>
              <a:gd name="connsiteY182" fmla="*/ 2181063 h 2237474"/>
              <a:gd name="connsiteX183" fmla="*/ 536057 w 12192000"/>
              <a:gd name="connsiteY183" fmla="*/ 2181537 h 2237474"/>
              <a:gd name="connsiteX184" fmla="*/ 520671 w 12192000"/>
              <a:gd name="connsiteY184" fmla="*/ 2180980 h 2237474"/>
              <a:gd name="connsiteX185" fmla="*/ 515024 w 12192000"/>
              <a:gd name="connsiteY185" fmla="*/ 2179258 h 2237474"/>
              <a:gd name="connsiteX186" fmla="*/ 512278 w 12192000"/>
              <a:gd name="connsiteY186" fmla="*/ 2176369 h 2237474"/>
              <a:gd name="connsiteX187" fmla="*/ 480419 w 12192000"/>
              <a:gd name="connsiteY187" fmla="*/ 2167807 h 2237474"/>
              <a:gd name="connsiteX188" fmla="*/ 413835 w 12192000"/>
              <a:gd name="connsiteY188" fmla="*/ 2156783 h 2237474"/>
              <a:gd name="connsiteX189" fmla="*/ 376513 w 12192000"/>
              <a:gd name="connsiteY189" fmla="*/ 2154014 h 2237474"/>
              <a:gd name="connsiteX190" fmla="*/ 273386 w 12192000"/>
              <a:gd name="connsiteY190" fmla="*/ 2142551 h 2237474"/>
              <a:gd name="connsiteX191" fmla="*/ 169207 w 12192000"/>
              <a:gd name="connsiteY191" fmla="*/ 2128100 h 2237474"/>
              <a:gd name="connsiteX192" fmla="*/ 93149 w 12192000"/>
              <a:gd name="connsiteY192" fmla="*/ 2105324 h 2237474"/>
              <a:gd name="connsiteX193" fmla="*/ 88109 w 12192000"/>
              <a:gd name="connsiteY193" fmla="*/ 2106704 h 2237474"/>
              <a:gd name="connsiteX194" fmla="*/ 80022 w 12192000"/>
              <a:gd name="connsiteY194" fmla="*/ 2107254 h 2237474"/>
              <a:gd name="connsiteX195" fmla="*/ 79717 w 12192000"/>
              <a:gd name="connsiteY195" fmla="*/ 2107046 h 2237474"/>
              <a:gd name="connsiteX196" fmla="*/ 72352 w 12192000"/>
              <a:gd name="connsiteY196" fmla="*/ 2107991 h 2237474"/>
              <a:gd name="connsiteX197" fmla="*/ 37645 w 12192000"/>
              <a:gd name="connsiteY197" fmla="*/ 2115401 h 2237474"/>
              <a:gd name="connsiteX198" fmla="*/ 4572 w 12192000"/>
              <a:gd name="connsiteY198" fmla="*/ 2111091 h 2237474"/>
              <a:gd name="connsiteX199" fmla="*/ 0 w 12192000"/>
              <a:gd name="connsiteY199" fmla="*/ 2110468 h 2237474"/>
              <a:gd name="connsiteX200" fmla="*/ 0 w 12192000"/>
              <a:gd name="connsiteY200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958984 w 12192000"/>
              <a:gd name="connsiteY38" fmla="*/ 1057212 h 2237474"/>
              <a:gd name="connsiteX39" fmla="*/ 8886001 w 12192000"/>
              <a:gd name="connsiteY39" fmla="*/ 1067468 h 2237474"/>
              <a:gd name="connsiteX40" fmla="*/ 8838610 w 12192000"/>
              <a:gd name="connsiteY40" fmla="*/ 1075091 h 2237474"/>
              <a:gd name="connsiteX41" fmla="*/ 8750383 w 12192000"/>
              <a:gd name="connsiteY41" fmla="*/ 1097387 h 2237474"/>
              <a:gd name="connsiteX42" fmla="*/ 8665605 w 12192000"/>
              <a:gd name="connsiteY42" fmla="*/ 1110791 h 2237474"/>
              <a:gd name="connsiteX43" fmla="*/ 8584946 w 12192000"/>
              <a:gd name="connsiteY43" fmla="*/ 1135226 h 2237474"/>
              <a:gd name="connsiteX44" fmla="*/ 8460755 w 12192000"/>
              <a:gd name="connsiteY44" fmla="*/ 1203427 h 2237474"/>
              <a:gd name="connsiteX45" fmla="*/ 8419755 w 12192000"/>
              <a:gd name="connsiteY45" fmla="*/ 1216260 h 2237474"/>
              <a:gd name="connsiteX46" fmla="*/ 8411626 w 12192000"/>
              <a:gd name="connsiteY46" fmla="*/ 1214397 h 2237474"/>
              <a:gd name="connsiteX47" fmla="*/ 8363469 w 12192000"/>
              <a:gd name="connsiteY47" fmla="*/ 1246658 h 2237474"/>
              <a:gd name="connsiteX48" fmla="*/ 8275497 w 12192000"/>
              <a:gd name="connsiteY48" fmla="*/ 1264396 h 2237474"/>
              <a:gd name="connsiteX49" fmla="*/ 8206287 w 12192000"/>
              <a:gd name="connsiteY49" fmla="*/ 1273060 h 2237474"/>
              <a:gd name="connsiteX50" fmla="*/ 8168705 w 12192000"/>
              <a:gd name="connsiteY50" fmla="*/ 1279956 h 2237474"/>
              <a:gd name="connsiteX51" fmla="*/ 8139997 w 12192000"/>
              <a:gd name="connsiteY51" fmla="*/ 1282713 h 2237474"/>
              <a:gd name="connsiteX52" fmla="*/ 8074238 w 12192000"/>
              <a:gd name="connsiteY52" fmla="*/ 1301895 h 2237474"/>
              <a:gd name="connsiteX53" fmla="*/ 7968292 w 12192000"/>
              <a:gd name="connsiteY53" fmla="*/ 1338779 h 2237474"/>
              <a:gd name="connsiteX54" fmla="*/ 7902328 w 12192000"/>
              <a:gd name="connsiteY54" fmla="*/ 1345865 h 2237474"/>
              <a:gd name="connsiteX55" fmla="*/ 7875879 w 12192000"/>
              <a:gd name="connsiteY55" fmla="*/ 1345646 h 2237474"/>
              <a:gd name="connsiteX56" fmla="*/ 7840612 w 12192000"/>
              <a:gd name="connsiteY56" fmla="*/ 1369373 h 2237474"/>
              <a:gd name="connsiteX57" fmla="*/ 7786819 w 12192000"/>
              <a:gd name="connsiteY57" fmla="*/ 1378970 h 2237474"/>
              <a:gd name="connsiteX58" fmla="*/ 7548172 w 12192000"/>
              <a:gd name="connsiteY58" fmla="*/ 1417460 h 2237474"/>
              <a:gd name="connsiteX59" fmla="*/ 7483437 w 12192000"/>
              <a:gd name="connsiteY59" fmla="*/ 1478152 h 2237474"/>
              <a:gd name="connsiteX60" fmla="*/ 7377870 w 12192000"/>
              <a:gd name="connsiteY60" fmla="*/ 1523319 h 2237474"/>
              <a:gd name="connsiteX61" fmla="*/ 7230737 w 12192000"/>
              <a:gd name="connsiteY61" fmla="*/ 1562633 h 2237474"/>
              <a:gd name="connsiteX62" fmla="*/ 7224458 w 12192000"/>
              <a:gd name="connsiteY62" fmla="*/ 1573008 h 2237474"/>
              <a:gd name="connsiteX63" fmla="*/ 7183121 w 12192000"/>
              <a:gd name="connsiteY63" fmla="*/ 1595162 h 2237474"/>
              <a:gd name="connsiteX64" fmla="*/ 7164601 w 12192000"/>
              <a:gd name="connsiteY64" fmla="*/ 1606490 h 2237474"/>
              <a:gd name="connsiteX65" fmla="*/ 7092727 w 12192000"/>
              <a:gd name="connsiteY65" fmla="*/ 1623628 h 2237474"/>
              <a:gd name="connsiteX66" fmla="*/ 7031309 w 12192000"/>
              <a:gd name="connsiteY66" fmla="*/ 1619451 h 2237474"/>
              <a:gd name="connsiteX67" fmla="*/ 6900177 w 12192000"/>
              <a:gd name="connsiteY67" fmla="*/ 1636016 h 2237474"/>
              <a:gd name="connsiteX68" fmla="*/ 6795372 w 12192000"/>
              <a:gd name="connsiteY68" fmla="*/ 1644845 h 2237474"/>
              <a:gd name="connsiteX69" fmla="*/ 6692251 w 12192000"/>
              <a:gd name="connsiteY69" fmla="*/ 1656357 h 2237474"/>
              <a:gd name="connsiteX70" fmla="*/ 6655235 w 12192000"/>
              <a:gd name="connsiteY70" fmla="*/ 1661869 h 2237474"/>
              <a:gd name="connsiteX71" fmla="*/ 6554894 w 12192000"/>
              <a:gd name="connsiteY71" fmla="*/ 1664428 h 2237474"/>
              <a:gd name="connsiteX72" fmla="*/ 6516595 w 12192000"/>
              <a:gd name="connsiteY72" fmla="*/ 1667475 h 2237474"/>
              <a:gd name="connsiteX73" fmla="*/ 6508541 w 12192000"/>
              <a:gd name="connsiteY73" fmla="*/ 1668757 h 2237474"/>
              <a:gd name="connsiteX74" fmla="*/ 6471012 w 12192000"/>
              <a:gd name="connsiteY74" fmla="*/ 1678604 h 2237474"/>
              <a:gd name="connsiteX75" fmla="*/ 6364035 w 12192000"/>
              <a:gd name="connsiteY75" fmla="*/ 1667683 h 2237474"/>
              <a:gd name="connsiteX76" fmla="*/ 6280959 w 12192000"/>
              <a:gd name="connsiteY76" fmla="*/ 1689329 h 2237474"/>
              <a:gd name="connsiteX77" fmla="*/ 6243319 w 12192000"/>
              <a:gd name="connsiteY77" fmla="*/ 1695560 h 2237474"/>
              <a:gd name="connsiteX78" fmla="*/ 6098321 w 12192000"/>
              <a:gd name="connsiteY78" fmla="*/ 1721646 h 2237474"/>
              <a:gd name="connsiteX79" fmla="*/ 5880652 w 12192000"/>
              <a:gd name="connsiteY79" fmla="*/ 1779643 h 2237474"/>
              <a:gd name="connsiteX80" fmla="*/ 5785959 w 12192000"/>
              <a:gd name="connsiteY80" fmla="*/ 1775307 h 2237474"/>
              <a:gd name="connsiteX81" fmla="*/ 5643534 w 12192000"/>
              <a:gd name="connsiteY81" fmla="*/ 1802919 h 2237474"/>
              <a:gd name="connsiteX82" fmla="*/ 5518799 w 12192000"/>
              <a:gd name="connsiteY82" fmla="*/ 1818312 h 2237474"/>
              <a:gd name="connsiteX83" fmla="*/ 5505014 w 12192000"/>
              <a:gd name="connsiteY83" fmla="*/ 1819259 h 2237474"/>
              <a:gd name="connsiteX84" fmla="*/ 5453307 w 12192000"/>
              <a:gd name="connsiteY84" fmla="*/ 1815450 h 2237474"/>
              <a:gd name="connsiteX85" fmla="*/ 5259633 w 12192000"/>
              <a:gd name="connsiteY85" fmla="*/ 1837160 h 2237474"/>
              <a:gd name="connsiteX86" fmla="*/ 5149802 w 12192000"/>
              <a:gd name="connsiteY86" fmla="*/ 1844846 h 2237474"/>
              <a:gd name="connsiteX87" fmla="*/ 5114927 w 12192000"/>
              <a:gd name="connsiteY87" fmla="*/ 1847827 h 2237474"/>
              <a:gd name="connsiteX88" fmla="*/ 5108970 w 12192000"/>
              <a:gd name="connsiteY88" fmla="*/ 1847935 h 2237474"/>
              <a:gd name="connsiteX89" fmla="*/ 5067961 w 12192000"/>
              <a:gd name="connsiteY89" fmla="*/ 1845917 h 2237474"/>
              <a:gd name="connsiteX90" fmla="*/ 5007075 w 12192000"/>
              <a:gd name="connsiteY90" fmla="*/ 1838626 h 2237474"/>
              <a:gd name="connsiteX91" fmla="*/ 4944087 w 12192000"/>
              <a:gd name="connsiteY91" fmla="*/ 1823332 h 2237474"/>
              <a:gd name="connsiteX92" fmla="*/ 4907662 w 12192000"/>
              <a:gd name="connsiteY92" fmla="*/ 1816900 h 2237474"/>
              <a:gd name="connsiteX93" fmla="*/ 4882386 w 12192000"/>
              <a:gd name="connsiteY93" fmla="*/ 1809844 h 2237474"/>
              <a:gd name="connsiteX94" fmla="*/ 4811440 w 12192000"/>
              <a:gd name="connsiteY94" fmla="*/ 1804655 h 2237474"/>
              <a:gd name="connsiteX95" fmla="*/ 4691075 w 12192000"/>
              <a:gd name="connsiteY95" fmla="*/ 1801389 h 2237474"/>
              <a:gd name="connsiteX96" fmla="*/ 4611738 w 12192000"/>
              <a:gd name="connsiteY96" fmla="*/ 1776964 h 2237474"/>
              <a:gd name="connsiteX97" fmla="*/ 4560070 w 12192000"/>
              <a:gd name="connsiteY97" fmla="*/ 1785640 h 2237474"/>
              <a:gd name="connsiteX98" fmla="*/ 4536503 w 12192000"/>
              <a:gd name="connsiteY98" fmla="*/ 1785334 h 2237474"/>
              <a:gd name="connsiteX99" fmla="*/ 4513724 w 12192000"/>
              <a:gd name="connsiteY99" fmla="*/ 1791996 h 2237474"/>
              <a:gd name="connsiteX100" fmla="*/ 4459810 w 12192000"/>
              <a:gd name="connsiteY100" fmla="*/ 1797886 h 2237474"/>
              <a:gd name="connsiteX101" fmla="*/ 4379064 w 12192000"/>
              <a:gd name="connsiteY101" fmla="*/ 1817177 h 2237474"/>
              <a:gd name="connsiteX102" fmla="*/ 4319209 w 12192000"/>
              <a:gd name="connsiteY102" fmla="*/ 1834833 h 2237474"/>
              <a:gd name="connsiteX103" fmla="*/ 4290981 w 12192000"/>
              <a:gd name="connsiteY103" fmla="*/ 1839677 h 2237474"/>
              <a:gd name="connsiteX104" fmla="*/ 4285792 w 12192000"/>
              <a:gd name="connsiteY104" fmla="*/ 1836231 h 2237474"/>
              <a:gd name="connsiteX105" fmla="*/ 4238372 w 12192000"/>
              <a:gd name="connsiteY105" fmla="*/ 1851480 h 2237474"/>
              <a:gd name="connsiteX106" fmla="*/ 4232517 w 12192000"/>
              <a:gd name="connsiteY106" fmla="*/ 1852567 h 2237474"/>
              <a:gd name="connsiteX107" fmla="*/ 4191732 w 12192000"/>
              <a:gd name="connsiteY107" fmla="*/ 1857328 h 2237474"/>
              <a:gd name="connsiteX108" fmla="*/ 4065532 w 12192000"/>
              <a:gd name="connsiteY108" fmla="*/ 1855477 h 2237474"/>
              <a:gd name="connsiteX109" fmla="*/ 4028460 w 12192000"/>
              <a:gd name="connsiteY109" fmla="*/ 1855137 h 2237474"/>
              <a:gd name="connsiteX110" fmla="*/ 4002267 w 12192000"/>
              <a:gd name="connsiteY110" fmla="*/ 1852352 h 2237474"/>
              <a:gd name="connsiteX111" fmla="*/ 3931396 w 12192000"/>
              <a:gd name="connsiteY111" fmla="*/ 1858915 h 2237474"/>
              <a:gd name="connsiteX112" fmla="*/ 3812162 w 12192000"/>
              <a:gd name="connsiteY112" fmla="*/ 1875501 h 2237474"/>
              <a:gd name="connsiteX113" fmla="*/ 3729530 w 12192000"/>
              <a:gd name="connsiteY113" fmla="*/ 1864513 h 2237474"/>
              <a:gd name="connsiteX114" fmla="*/ 3680177 w 12192000"/>
              <a:gd name="connsiteY114" fmla="*/ 1881552 h 2237474"/>
              <a:gd name="connsiteX115" fmla="*/ 3567259 w 12192000"/>
              <a:gd name="connsiteY115" fmla="*/ 1893482 h 2237474"/>
              <a:gd name="connsiteX116" fmla="*/ 3405770 w 12192000"/>
              <a:gd name="connsiteY116" fmla="*/ 1904591 h 2237474"/>
              <a:gd name="connsiteX117" fmla="*/ 3280097 w 12192000"/>
              <a:gd name="connsiteY117" fmla="*/ 1919610 h 2237474"/>
              <a:gd name="connsiteX118" fmla="*/ 3123424 w 12192000"/>
              <a:gd name="connsiteY118" fmla="*/ 1952930 h 2237474"/>
              <a:gd name="connsiteX119" fmla="*/ 3009910 w 12192000"/>
              <a:gd name="connsiteY119" fmla="*/ 1957866 h 2237474"/>
              <a:gd name="connsiteX120" fmla="*/ 2995934 w 12192000"/>
              <a:gd name="connsiteY120" fmla="*/ 1967085 h 2237474"/>
              <a:gd name="connsiteX121" fmla="*/ 2980071 w 12192000"/>
              <a:gd name="connsiteY121" fmla="*/ 1972988 h 2237474"/>
              <a:gd name="connsiteX122" fmla="*/ 2978094 w 12192000"/>
              <a:gd name="connsiteY122" fmla="*/ 1972369 h 2237474"/>
              <a:gd name="connsiteX123" fmla="*/ 2942858 w 12192000"/>
              <a:gd name="connsiteY123" fmla="*/ 1981367 h 2237474"/>
              <a:gd name="connsiteX124" fmla="*/ 2875436 w 12192000"/>
              <a:gd name="connsiteY124" fmla="*/ 1996977 h 2237474"/>
              <a:gd name="connsiteX125" fmla="*/ 2874892 w 12192000"/>
              <a:gd name="connsiteY125" fmla="*/ 1996085 h 2237474"/>
              <a:gd name="connsiteX126" fmla="*/ 2864145 w 12192000"/>
              <a:gd name="connsiteY126" fmla="*/ 1994061 h 2237474"/>
              <a:gd name="connsiteX127" fmla="*/ 2843662 w 12192000"/>
              <a:gd name="connsiteY127" fmla="*/ 1992498 h 2237474"/>
              <a:gd name="connsiteX128" fmla="*/ 2796128 w 12192000"/>
              <a:gd name="connsiteY128" fmla="*/ 1976403 h 2237474"/>
              <a:gd name="connsiteX129" fmla="*/ 2756784 w 12192000"/>
              <a:gd name="connsiteY129" fmla="*/ 1985116 h 2237474"/>
              <a:gd name="connsiteX130" fmla="*/ 2748833 w 12192000"/>
              <a:gd name="connsiteY130" fmla="*/ 1986323 h 2237474"/>
              <a:gd name="connsiteX131" fmla="*/ 2748661 w 12192000"/>
              <a:gd name="connsiteY131" fmla="*/ 1986122 h 2237474"/>
              <a:gd name="connsiteX132" fmla="*/ 2740251 w 12192000"/>
              <a:gd name="connsiteY132" fmla="*/ 1986946 h 2237474"/>
              <a:gd name="connsiteX133" fmla="*/ 2718916 w 12192000"/>
              <a:gd name="connsiteY133" fmla="*/ 1990867 h 2237474"/>
              <a:gd name="connsiteX134" fmla="*/ 2713522 w 12192000"/>
              <a:gd name="connsiteY134" fmla="*/ 1990173 h 2237474"/>
              <a:gd name="connsiteX135" fmla="*/ 2680597 w 12192000"/>
              <a:gd name="connsiteY135" fmla="*/ 1984996 h 2237474"/>
              <a:gd name="connsiteX136" fmla="*/ 2578178 w 12192000"/>
              <a:gd name="connsiteY136" fmla="*/ 1990531 h 2237474"/>
              <a:gd name="connsiteX137" fmla="*/ 2476147 w 12192000"/>
              <a:gd name="connsiteY137" fmla="*/ 1998305 h 2237474"/>
              <a:gd name="connsiteX138" fmla="*/ 2373568 w 12192000"/>
              <a:gd name="connsiteY138" fmla="*/ 2003219 h 2237474"/>
              <a:gd name="connsiteX139" fmla="*/ 2321399 w 12192000"/>
              <a:gd name="connsiteY139" fmla="*/ 1989467 h 2237474"/>
              <a:gd name="connsiteX140" fmla="*/ 2315525 w 12192000"/>
              <a:gd name="connsiteY140" fmla="*/ 1989708 h 2237474"/>
              <a:gd name="connsiteX141" fmla="*/ 2300792 w 12192000"/>
              <a:gd name="connsiteY141" fmla="*/ 1994290 h 2237474"/>
              <a:gd name="connsiteX142" fmla="*/ 2295469 w 12192000"/>
              <a:gd name="connsiteY142" fmla="*/ 1996659 h 2237474"/>
              <a:gd name="connsiteX143" fmla="*/ 2287219 w 12192000"/>
              <a:gd name="connsiteY143" fmla="*/ 1998750 h 2237474"/>
              <a:gd name="connsiteX144" fmla="*/ 2286948 w 12192000"/>
              <a:gd name="connsiteY144" fmla="*/ 1998596 h 2237474"/>
              <a:gd name="connsiteX145" fmla="*/ 2243069 w 12192000"/>
              <a:gd name="connsiteY145" fmla="*/ 2015111 h 2237474"/>
              <a:gd name="connsiteX146" fmla="*/ 2186609 w 12192000"/>
              <a:gd name="connsiteY146" fmla="*/ 2008263 h 2237474"/>
              <a:gd name="connsiteX147" fmla="*/ 2164831 w 12192000"/>
              <a:gd name="connsiteY147" fmla="*/ 2010143 h 2237474"/>
              <a:gd name="connsiteX148" fmla="*/ 2152836 w 12192000"/>
              <a:gd name="connsiteY148" fmla="*/ 2010048 h 2237474"/>
              <a:gd name="connsiteX149" fmla="*/ 2117102 w 12192000"/>
              <a:gd name="connsiteY149" fmla="*/ 2023004 h 2237474"/>
              <a:gd name="connsiteX150" fmla="*/ 2111935 w 12192000"/>
              <a:gd name="connsiteY150" fmla="*/ 2023163 h 2237474"/>
              <a:gd name="connsiteX151" fmla="*/ 2089991 w 12192000"/>
              <a:gd name="connsiteY151" fmla="*/ 2034193 h 2237474"/>
              <a:gd name="connsiteX152" fmla="*/ 2058061 w 12192000"/>
              <a:gd name="connsiteY152" fmla="*/ 2047942 h 2237474"/>
              <a:gd name="connsiteX153" fmla="*/ 2055737 w 12192000"/>
              <a:gd name="connsiteY153" fmla="*/ 2047704 h 2237474"/>
              <a:gd name="connsiteX154" fmla="*/ 2042244 w 12192000"/>
              <a:gd name="connsiteY154" fmla="*/ 2055560 h 2237474"/>
              <a:gd name="connsiteX155" fmla="*/ 1976224 w 12192000"/>
              <a:gd name="connsiteY155" fmla="*/ 2074257 h 2237474"/>
              <a:gd name="connsiteX156" fmla="*/ 1877728 w 12192000"/>
              <a:gd name="connsiteY156" fmla="*/ 2101004 h 2237474"/>
              <a:gd name="connsiteX157" fmla="*/ 1759056 w 12192000"/>
              <a:gd name="connsiteY157" fmla="*/ 2125608 h 2237474"/>
              <a:gd name="connsiteX158" fmla="*/ 1637948 w 12192000"/>
              <a:gd name="connsiteY158" fmla="*/ 2172597 h 2237474"/>
              <a:gd name="connsiteX159" fmla="*/ 1434549 w 12192000"/>
              <a:gd name="connsiteY159" fmla="*/ 2234522 h 2237474"/>
              <a:gd name="connsiteX160" fmla="*/ 1398481 w 12192000"/>
              <a:gd name="connsiteY160" fmla="*/ 2237074 h 2237474"/>
              <a:gd name="connsiteX161" fmla="*/ 1398407 w 12192000"/>
              <a:gd name="connsiteY161" fmla="*/ 2237095 h 2237474"/>
              <a:gd name="connsiteX162" fmla="*/ 1370962 w 12192000"/>
              <a:gd name="connsiteY162" fmla="*/ 2237474 h 2237474"/>
              <a:gd name="connsiteX163" fmla="*/ 1356367 w 12192000"/>
              <a:gd name="connsiteY163" fmla="*/ 2235089 h 2237474"/>
              <a:gd name="connsiteX164" fmla="*/ 1324828 w 12192000"/>
              <a:gd name="connsiteY164" fmla="*/ 2231968 h 2237474"/>
              <a:gd name="connsiteX165" fmla="*/ 1297744 w 12192000"/>
              <a:gd name="connsiteY165" fmla="*/ 2235849 h 2237474"/>
              <a:gd name="connsiteX166" fmla="*/ 1286236 w 12192000"/>
              <a:gd name="connsiteY166" fmla="*/ 2233135 h 2237474"/>
              <a:gd name="connsiteX167" fmla="*/ 1283504 w 12192000"/>
              <a:gd name="connsiteY167" fmla="*/ 2233797 h 2237474"/>
              <a:gd name="connsiteX168" fmla="*/ 1279765 w 12192000"/>
              <a:gd name="connsiteY168" fmla="*/ 2229639 h 2237474"/>
              <a:gd name="connsiteX169" fmla="*/ 1195347 w 12192000"/>
              <a:gd name="connsiteY169" fmla="*/ 2212354 h 2237474"/>
              <a:gd name="connsiteX170" fmla="*/ 970251 w 12192000"/>
              <a:gd name="connsiteY170" fmla="*/ 2221029 h 2237474"/>
              <a:gd name="connsiteX171" fmla="*/ 812914 w 12192000"/>
              <a:gd name="connsiteY171" fmla="*/ 2202752 h 2237474"/>
              <a:gd name="connsiteX172" fmla="*/ 800195 w 12192000"/>
              <a:gd name="connsiteY172" fmla="*/ 2209407 h 2237474"/>
              <a:gd name="connsiteX173" fmla="*/ 784978 w 12192000"/>
              <a:gd name="connsiteY173" fmla="*/ 2212360 h 2237474"/>
              <a:gd name="connsiteX174" fmla="*/ 681987 w 12192000"/>
              <a:gd name="connsiteY174" fmla="*/ 2216757 h 2237474"/>
              <a:gd name="connsiteX175" fmla="*/ 669923 w 12192000"/>
              <a:gd name="connsiteY175" fmla="*/ 2211682 h 2237474"/>
              <a:gd name="connsiteX176" fmla="*/ 648680 w 12192000"/>
              <a:gd name="connsiteY176" fmla="*/ 2206229 h 2237474"/>
              <a:gd name="connsiteX177" fmla="*/ 597225 w 12192000"/>
              <a:gd name="connsiteY177" fmla="*/ 2180999 h 2237474"/>
              <a:gd name="connsiteX178" fmla="*/ 558449 w 12192000"/>
              <a:gd name="connsiteY178" fmla="*/ 2182346 h 2237474"/>
              <a:gd name="connsiteX179" fmla="*/ 550517 w 12192000"/>
              <a:gd name="connsiteY179" fmla="*/ 2182060 h 2237474"/>
              <a:gd name="connsiteX180" fmla="*/ 550309 w 12192000"/>
              <a:gd name="connsiteY180" fmla="*/ 2181825 h 2237474"/>
              <a:gd name="connsiteX181" fmla="*/ 541836 w 12192000"/>
              <a:gd name="connsiteY181" fmla="*/ 2181063 h 2237474"/>
              <a:gd name="connsiteX182" fmla="*/ 536057 w 12192000"/>
              <a:gd name="connsiteY182" fmla="*/ 2181537 h 2237474"/>
              <a:gd name="connsiteX183" fmla="*/ 520671 w 12192000"/>
              <a:gd name="connsiteY183" fmla="*/ 2180980 h 2237474"/>
              <a:gd name="connsiteX184" fmla="*/ 515024 w 12192000"/>
              <a:gd name="connsiteY184" fmla="*/ 2179258 h 2237474"/>
              <a:gd name="connsiteX185" fmla="*/ 512278 w 12192000"/>
              <a:gd name="connsiteY185" fmla="*/ 2176369 h 2237474"/>
              <a:gd name="connsiteX186" fmla="*/ 480419 w 12192000"/>
              <a:gd name="connsiteY186" fmla="*/ 2167807 h 2237474"/>
              <a:gd name="connsiteX187" fmla="*/ 413835 w 12192000"/>
              <a:gd name="connsiteY187" fmla="*/ 2156783 h 2237474"/>
              <a:gd name="connsiteX188" fmla="*/ 376513 w 12192000"/>
              <a:gd name="connsiteY188" fmla="*/ 2154014 h 2237474"/>
              <a:gd name="connsiteX189" fmla="*/ 273386 w 12192000"/>
              <a:gd name="connsiteY189" fmla="*/ 2142551 h 2237474"/>
              <a:gd name="connsiteX190" fmla="*/ 169207 w 12192000"/>
              <a:gd name="connsiteY190" fmla="*/ 2128100 h 2237474"/>
              <a:gd name="connsiteX191" fmla="*/ 93149 w 12192000"/>
              <a:gd name="connsiteY191" fmla="*/ 2105324 h 2237474"/>
              <a:gd name="connsiteX192" fmla="*/ 88109 w 12192000"/>
              <a:gd name="connsiteY192" fmla="*/ 2106704 h 2237474"/>
              <a:gd name="connsiteX193" fmla="*/ 80022 w 12192000"/>
              <a:gd name="connsiteY193" fmla="*/ 2107254 h 2237474"/>
              <a:gd name="connsiteX194" fmla="*/ 79717 w 12192000"/>
              <a:gd name="connsiteY194" fmla="*/ 2107046 h 2237474"/>
              <a:gd name="connsiteX195" fmla="*/ 72352 w 12192000"/>
              <a:gd name="connsiteY195" fmla="*/ 2107991 h 2237474"/>
              <a:gd name="connsiteX196" fmla="*/ 37645 w 12192000"/>
              <a:gd name="connsiteY196" fmla="*/ 2115401 h 2237474"/>
              <a:gd name="connsiteX197" fmla="*/ 4572 w 12192000"/>
              <a:gd name="connsiteY197" fmla="*/ 2111091 h 2237474"/>
              <a:gd name="connsiteX198" fmla="*/ 0 w 12192000"/>
              <a:gd name="connsiteY198" fmla="*/ 2110468 h 2237474"/>
              <a:gd name="connsiteX199" fmla="*/ 0 w 12192000"/>
              <a:gd name="connsiteY199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958984 w 12192000"/>
              <a:gd name="connsiteY38" fmla="*/ 1057212 h 2237474"/>
              <a:gd name="connsiteX39" fmla="*/ 8886001 w 12192000"/>
              <a:gd name="connsiteY39" fmla="*/ 1067468 h 2237474"/>
              <a:gd name="connsiteX40" fmla="*/ 8838610 w 12192000"/>
              <a:gd name="connsiteY40" fmla="*/ 1075091 h 2237474"/>
              <a:gd name="connsiteX41" fmla="*/ 8750383 w 12192000"/>
              <a:gd name="connsiteY41" fmla="*/ 1097387 h 2237474"/>
              <a:gd name="connsiteX42" fmla="*/ 8665605 w 12192000"/>
              <a:gd name="connsiteY42" fmla="*/ 1110791 h 2237474"/>
              <a:gd name="connsiteX43" fmla="*/ 8584946 w 12192000"/>
              <a:gd name="connsiteY43" fmla="*/ 1135226 h 2237474"/>
              <a:gd name="connsiteX44" fmla="*/ 8460755 w 12192000"/>
              <a:gd name="connsiteY44" fmla="*/ 1203427 h 2237474"/>
              <a:gd name="connsiteX45" fmla="*/ 8419755 w 12192000"/>
              <a:gd name="connsiteY45" fmla="*/ 1216260 h 2237474"/>
              <a:gd name="connsiteX46" fmla="*/ 8411626 w 12192000"/>
              <a:gd name="connsiteY46" fmla="*/ 1214397 h 2237474"/>
              <a:gd name="connsiteX47" fmla="*/ 8363469 w 12192000"/>
              <a:gd name="connsiteY47" fmla="*/ 1246658 h 2237474"/>
              <a:gd name="connsiteX48" fmla="*/ 8275497 w 12192000"/>
              <a:gd name="connsiteY48" fmla="*/ 1264396 h 2237474"/>
              <a:gd name="connsiteX49" fmla="*/ 8206287 w 12192000"/>
              <a:gd name="connsiteY49" fmla="*/ 1273060 h 2237474"/>
              <a:gd name="connsiteX50" fmla="*/ 8168705 w 12192000"/>
              <a:gd name="connsiteY50" fmla="*/ 1279956 h 2237474"/>
              <a:gd name="connsiteX51" fmla="*/ 8139997 w 12192000"/>
              <a:gd name="connsiteY51" fmla="*/ 1282713 h 2237474"/>
              <a:gd name="connsiteX52" fmla="*/ 8074238 w 12192000"/>
              <a:gd name="connsiteY52" fmla="*/ 1301895 h 2237474"/>
              <a:gd name="connsiteX53" fmla="*/ 7968292 w 12192000"/>
              <a:gd name="connsiteY53" fmla="*/ 1338779 h 2237474"/>
              <a:gd name="connsiteX54" fmla="*/ 7902328 w 12192000"/>
              <a:gd name="connsiteY54" fmla="*/ 1345865 h 2237474"/>
              <a:gd name="connsiteX55" fmla="*/ 7875879 w 12192000"/>
              <a:gd name="connsiteY55" fmla="*/ 1345646 h 2237474"/>
              <a:gd name="connsiteX56" fmla="*/ 7840612 w 12192000"/>
              <a:gd name="connsiteY56" fmla="*/ 1369373 h 2237474"/>
              <a:gd name="connsiteX57" fmla="*/ 7786819 w 12192000"/>
              <a:gd name="connsiteY57" fmla="*/ 1378970 h 2237474"/>
              <a:gd name="connsiteX58" fmla="*/ 7548172 w 12192000"/>
              <a:gd name="connsiteY58" fmla="*/ 1417460 h 2237474"/>
              <a:gd name="connsiteX59" fmla="*/ 7483437 w 12192000"/>
              <a:gd name="connsiteY59" fmla="*/ 1478152 h 2237474"/>
              <a:gd name="connsiteX60" fmla="*/ 7377870 w 12192000"/>
              <a:gd name="connsiteY60" fmla="*/ 1523319 h 2237474"/>
              <a:gd name="connsiteX61" fmla="*/ 7230737 w 12192000"/>
              <a:gd name="connsiteY61" fmla="*/ 1562633 h 2237474"/>
              <a:gd name="connsiteX62" fmla="*/ 7224458 w 12192000"/>
              <a:gd name="connsiteY62" fmla="*/ 1573008 h 2237474"/>
              <a:gd name="connsiteX63" fmla="*/ 7183121 w 12192000"/>
              <a:gd name="connsiteY63" fmla="*/ 1595162 h 2237474"/>
              <a:gd name="connsiteX64" fmla="*/ 7164601 w 12192000"/>
              <a:gd name="connsiteY64" fmla="*/ 1606490 h 2237474"/>
              <a:gd name="connsiteX65" fmla="*/ 7092727 w 12192000"/>
              <a:gd name="connsiteY65" fmla="*/ 1623628 h 2237474"/>
              <a:gd name="connsiteX66" fmla="*/ 7031309 w 12192000"/>
              <a:gd name="connsiteY66" fmla="*/ 1619451 h 2237474"/>
              <a:gd name="connsiteX67" fmla="*/ 6900177 w 12192000"/>
              <a:gd name="connsiteY67" fmla="*/ 1636016 h 2237474"/>
              <a:gd name="connsiteX68" fmla="*/ 6795372 w 12192000"/>
              <a:gd name="connsiteY68" fmla="*/ 1644845 h 2237474"/>
              <a:gd name="connsiteX69" fmla="*/ 6692251 w 12192000"/>
              <a:gd name="connsiteY69" fmla="*/ 1656357 h 2237474"/>
              <a:gd name="connsiteX70" fmla="*/ 6655235 w 12192000"/>
              <a:gd name="connsiteY70" fmla="*/ 1661869 h 2237474"/>
              <a:gd name="connsiteX71" fmla="*/ 6554894 w 12192000"/>
              <a:gd name="connsiteY71" fmla="*/ 1664428 h 2237474"/>
              <a:gd name="connsiteX72" fmla="*/ 6516595 w 12192000"/>
              <a:gd name="connsiteY72" fmla="*/ 1667475 h 2237474"/>
              <a:gd name="connsiteX73" fmla="*/ 6508541 w 12192000"/>
              <a:gd name="connsiteY73" fmla="*/ 1668757 h 2237474"/>
              <a:gd name="connsiteX74" fmla="*/ 6471012 w 12192000"/>
              <a:gd name="connsiteY74" fmla="*/ 1678604 h 2237474"/>
              <a:gd name="connsiteX75" fmla="*/ 6364035 w 12192000"/>
              <a:gd name="connsiteY75" fmla="*/ 1667683 h 2237474"/>
              <a:gd name="connsiteX76" fmla="*/ 6280959 w 12192000"/>
              <a:gd name="connsiteY76" fmla="*/ 1689329 h 2237474"/>
              <a:gd name="connsiteX77" fmla="*/ 6243319 w 12192000"/>
              <a:gd name="connsiteY77" fmla="*/ 1695560 h 2237474"/>
              <a:gd name="connsiteX78" fmla="*/ 6098321 w 12192000"/>
              <a:gd name="connsiteY78" fmla="*/ 1721646 h 2237474"/>
              <a:gd name="connsiteX79" fmla="*/ 5880652 w 12192000"/>
              <a:gd name="connsiteY79" fmla="*/ 1779643 h 2237474"/>
              <a:gd name="connsiteX80" fmla="*/ 5785959 w 12192000"/>
              <a:gd name="connsiteY80" fmla="*/ 1775307 h 2237474"/>
              <a:gd name="connsiteX81" fmla="*/ 5643534 w 12192000"/>
              <a:gd name="connsiteY81" fmla="*/ 1802919 h 2237474"/>
              <a:gd name="connsiteX82" fmla="*/ 5518799 w 12192000"/>
              <a:gd name="connsiteY82" fmla="*/ 1818312 h 2237474"/>
              <a:gd name="connsiteX83" fmla="*/ 5505014 w 12192000"/>
              <a:gd name="connsiteY83" fmla="*/ 1819259 h 2237474"/>
              <a:gd name="connsiteX84" fmla="*/ 5453307 w 12192000"/>
              <a:gd name="connsiteY84" fmla="*/ 1815450 h 2237474"/>
              <a:gd name="connsiteX85" fmla="*/ 5259633 w 12192000"/>
              <a:gd name="connsiteY85" fmla="*/ 1837160 h 2237474"/>
              <a:gd name="connsiteX86" fmla="*/ 5149802 w 12192000"/>
              <a:gd name="connsiteY86" fmla="*/ 1844846 h 2237474"/>
              <a:gd name="connsiteX87" fmla="*/ 5114927 w 12192000"/>
              <a:gd name="connsiteY87" fmla="*/ 1847827 h 2237474"/>
              <a:gd name="connsiteX88" fmla="*/ 5108970 w 12192000"/>
              <a:gd name="connsiteY88" fmla="*/ 1847935 h 2237474"/>
              <a:gd name="connsiteX89" fmla="*/ 5067961 w 12192000"/>
              <a:gd name="connsiteY89" fmla="*/ 1845917 h 2237474"/>
              <a:gd name="connsiteX90" fmla="*/ 5007075 w 12192000"/>
              <a:gd name="connsiteY90" fmla="*/ 1838626 h 2237474"/>
              <a:gd name="connsiteX91" fmla="*/ 4944087 w 12192000"/>
              <a:gd name="connsiteY91" fmla="*/ 1823332 h 2237474"/>
              <a:gd name="connsiteX92" fmla="*/ 4907662 w 12192000"/>
              <a:gd name="connsiteY92" fmla="*/ 1816900 h 2237474"/>
              <a:gd name="connsiteX93" fmla="*/ 4882386 w 12192000"/>
              <a:gd name="connsiteY93" fmla="*/ 1809844 h 2237474"/>
              <a:gd name="connsiteX94" fmla="*/ 4811440 w 12192000"/>
              <a:gd name="connsiteY94" fmla="*/ 1804655 h 2237474"/>
              <a:gd name="connsiteX95" fmla="*/ 4691075 w 12192000"/>
              <a:gd name="connsiteY95" fmla="*/ 1801389 h 2237474"/>
              <a:gd name="connsiteX96" fmla="*/ 4611738 w 12192000"/>
              <a:gd name="connsiteY96" fmla="*/ 1776964 h 2237474"/>
              <a:gd name="connsiteX97" fmla="*/ 4560070 w 12192000"/>
              <a:gd name="connsiteY97" fmla="*/ 1785640 h 2237474"/>
              <a:gd name="connsiteX98" fmla="*/ 4536503 w 12192000"/>
              <a:gd name="connsiteY98" fmla="*/ 1785334 h 2237474"/>
              <a:gd name="connsiteX99" fmla="*/ 4513724 w 12192000"/>
              <a:gd name="connsiteY99" fmla="*/ 1791996 h 2237474"/>
              <a:gd name="connsiteX100" fmla="*/ 4459810 w 12192000"/>
              <a:gd name="connsiteY100" fmla="*/ 1797886 h 2237474"/>
              <a:gd name="connsiteX101" fmla="*/ 4379064 w 12192000"/>
              <a:gd name="connsiteY101" fmla="*/ 1817177 h 2237474"/>
              <a:gd name="connsiteX102" fmla="*/ 4319209 w 12192000"/>
              <a:gd name="connsiteY102" fmla="*/ 1834833 h 2237474"/>
              <a:gd name="connsiteX103" fmla="*/ 4290981 w 12192000"/>
              <a:gd name="connsiteY103" fmla="*/ 1839677 h 2237474"/>
              <a:gd name="connsiteX104" fmla="*/ 4285792 w 12192000"/>
              <a:gd name="connsiteY104" fmla="*/ 1836231 h 2237474"/>
              <a:gd name="connsiteX105" fmla="*/ 4238372 w 12192000"/>
              <a:gd name="connsiteY105" fmla="*/ 1851480 h 2237474"/>
              <a:gd name="connsiteX106" fmla="*/ 4232517 w 12192000"/>
              <a:gd name="connsiteY106" fmla="*/ 1852567 h 2237474"/>
              <a:gd name="connsiteX107" fmla="*/ 4191732 w 12192000"/>
              <a:gd name="connsiteY107" fmla="*/ 1857328 h 2237474"/>
              <a:gd name="connsiteX108" fmla="*/ 4065532 w 12192000"/>
              <a:gd name="connsiteY108" fmla="*/ 1855477 h 2237474"/>
              <a:gd name="connsiteX109" fmla="*/ 4028460 w 12192000"/>
              <a:gd name="connsiteY109" fmla="*/ 1855137 h 2237474"/>
              <a:gd name="connsiteX110" fmla="*/ 4002267 w 12192000"/>
              <a:gd name="connsiteY110" fmla="*/ 1852352 h 2237474"/>
              <a:gd name="connsiteX111" fmla="*/ 3931396 w 12192000"/>
              <a:gd name="connsiteY111" fmla="*/ 1858915 h 2237474"/>
              <a:gd name="connsiteX112" fmla="*/ 3812162 w 12192000"/>
              <a:gd name="connsiteY112" fmla="*/ 1875501 h 2237474"/>
              <a:gd name="connsiteX113" fmla="*/ 3729530 w 12192000"/>
              <a:gd name="connsiteY113" fmla="*/ 1864513 h 2237474"/>
              <a:gd name="connsiteX114" fmla="*/ 3680177 w 12192000"/>
              <a:gd name="connsiteY114" fmla="*/ 1881552 h 2237474"/>
              <a:gd name="connsiteX115" fmla="*/ 3567259 w 12192000"/>
              <a:gd name="connsiteY115" fmla="*/ 1893482 h 2237474"/>
              <a:gd name="connsiteX116" fmla="*/ 3405770 w 12192000"/>
              <a:gd name="connsiteY116" fmla="*/ 1904591 h 2237474"/>
              <a:gd name="connsiteX117" fmla="*/ 3280097 w 12192000"/>
              <a:gd name="connsiteY117" fmla="*/ 1919610 h 2237474"/>
              <a:gd name="connsiteX118" fmla="*/ 3123424 w 12192000"/>
              <a:gd name="connsiteY118" fmla="*/ 1952930 h 2237474"/>
              <a:gd name="connsiteX119" fmla="*/ 3009910 w 12192000"/>
              <a:gd name="connsiteY119" fmla="*/ 1957866 h 2237474"/>
              <a:gd name="connsiteX120" fmla="*/ 2995934 w 12192000"/>
              <a:gd name="connsiteY120" fmla="*/ 1967085 h 2237474"/>
              <a:gd name="connsiteX121" fmla="*/ 2980071 w 12192000"/>
              <a:gd name="connsiteY121" fmla="*/ 1972988 h 2237474"/>
              <a:gd name="connsiteX122" fmla="*/ 2978094 w 12192000"/>
              <a:gd name="connsiteY122" fmla="*/ 1972369 h 2237474"/>
              <a:gd name="connsiteX123" fmla="*/ 2942858 w 12192000"/>
              <a:gd name="connsiteY123" fmla="*/ 1981367 h 2237474"/>
              <a:gd name="connsiteX124" fmla="*/ 2875436 w 12192000"/>
              <a:gd name="connsiteY124" fmla="*/ 1996977 h 2237474"/>
              <a:gd name="connsiteX125" fmla="*/ 2874892 w 12192000"/>
              <a:gd name="connsiteY125" fmla="*/ 1996085 h 2237474"/>
              <a:gd name="connsiteX126" fmla="*/ 2864145 w 12192000"/>
              <a:gd name="connsiteY126" fmla="*/ 1994061 h 2237474"/>
              <a:gd name="connsiteX127" fmla="*/ 2843662 w 12192000"/>
              <a:gd name="connsiteY127" fmla="*/ 1992498 h 2237474"/>
              <a:gd name="connsiteX128" fmla="*/ 2796128 w 12192000"/>
              <a:gd name="connsiteY128" fmla="*/ 1976403 h 2237474"/>
              <a:gd name="connsiteX129" fmla="*/ 2756784 w 12192000"/>
              <a:gd name="connsiteY129" fmla="*/ 1985116 h 2237474"/>
              <a:gd name="connsiteX130" fmla="*/ 2748833 w 12192000"/>
              <a:gd name="connsiteY130" fmla="*/ 1986323 h 2237474"/>
              <a:gd name="connsiteX131" fmla="*/ 2748661 w 12192000"/>
              <a:gd name="connsiteY131" fmla="*/ 1986122 h 2237474"/>
              <a:gd name="connsiteX132" fmla="*/ 2740251 w 12192000"/>
              <a:gd name="connsiteY132" fmla="*/ 1986946 h 2237474"/>
              <a:gd name="connsiteX133" fmla="*/ 2718916 w 12192000"/>
              <a:gd name="connsiteY133" fmla="*/ 1990867 h 2237474"/>
              <a:gd name="connsiteX134" fmla="*/ 2713522 w 12192000"/>
              <a:gd name="connsiteY134" fmla="*/ 1990173 h 2237474"/>
              <a:gd name="connsiteX135" fmla="*/ 2680597 w 12192000"/>
              <a:gd name="connsiteY135" fmla="*/ 1984996 h 2237474"/>
              <a:gd name="connsiteX136" fmla="*/ 2578178 w 12192000"/>
              <a:gd name="connsiteY136" fmla="*/ 1990531 h 2237474"/>
              <a:gd name="connsiteX137" fmla="*/ 2476147 w 12192000"/>
              <a:gd name="connsiteY137" fmla="*/ 1998305 h 2237474"/>
              <a:gd name="connsiteX138" fmla="*/ 2373568 w 12192000"/>
              <a:gd name="connsiteY138" fmla="*/ 2003219 h 2237474"/>
              <a:gd name="connsiteX139" fmla="*/ 2321399 w 12192000"/>
              <a:gd name="connsiteY139" fmla="*/ 1989467 h 2237474"/>
              <a:gd name="connsiteX140" fmla="*/ 2315525 w 12192000"/>
              <a:gd name="connsiteY140" fmla="*/ 1989708 h 2237474"/>
              <a:gd name="connsiteX141" fmla="*/ 2300792 w 12192000"/>
              <a:gd name="connsiteY141" fmla="*/ 1994290 h 2237474"/>
              <a:gd name="connsiteX142" fmla="*/ 2295469 w 12192000"/>
              <a:gd name="connsiteY142" fmla="*/ 1996659 h 2237474"/>
              <a:gd name="connsiteX143" fmla="*/ 2287219 w 12192000"/>
              <a:gd name="connsiteY143" fmla="*/ 1998750 h 2237474"/>
              <a:gd name="connsiteX144" fmla="*/ 2286948 w 12192000"/>
              <a:gd name="connsiteY144" fmla="*/ 1998596 h 2237474"/>
              <a:gd name="connsiteX145" fmla="*/ 2243069 w 12192000"/>
              <a:gd name="connsiteY145" fmla="*/ 2015111 h 2237474"/>
              <a:gd name="connsiteX146" fmla="*/ 2186609 w 12192000"/>
              <a:gd name="connsiteY146" fmla="*/ 2008263 h 2237474"/>
              <a:gd name="connsiteX147" fmla="*/ 2164831 w 12192000"/>
              <a:gd name="connsiteY147" fmla="*/ 2010143 h 2237474"/>
              <a:gd name="connsiteX148" fmla="*/ 2152836 w 12192000"/>
              <a:gd name="connsiteY148" fmla="*/ 2010048 h 2237474"/>
              <a:gd name="connsiteX149" fmla="*/ 2117102 w 12192000"/>
              <a:gd name="connsiteY149" fmla="*/ 2023004 h 2237474"/>
              <a:gd name="connsiteX150" fmla="*/ 2111935 w 12192000"/>
              <a:gd name="connsiteY150" fmla="*/ 2023163 h 2237474"/>
              <a:gd name="connsiteX151" fmla="*/ 2089991 w 12192000"/>
              <a:gd name="connsiteY151" fmla="*/ 2034193 h 2237474"/>
              <a:gd name="connsiteX152" fmla="*/ 2058061 w 12192000"/>
              <a:gd name="connsiteY152" fmla="*/ 2047942 h 2237474"/>
              <a:gd name="connsiteX153" fmla="*/ 2055737 w 12192000"/>
              <a:gd name="connsiteY153" fmla="*/ 2047704 h 2237474"/>
              <a:gd name="connsiteX154" fmla="*/ 2042244 w 12192000"/>
              <a:gd name="connsiteY154" fmla="*/ 2055560 h 2237474"/>
              <a:gd name="connsiteX155" fmla="*/ 1976224 w 12192000"/>
              <a:gd name="connsiteY155" fmla="*/ 2074257 h 2237474"/>
              <a:gd name="connsiteX156" fmla="*/ 1877728 w 12192000"/>
              <a:gd name="connsiteY156" fmla="*/ 2101004 h 2237474"/>
              <a:gd name="connsiteX157" fmla="*/ 1759056 w 12192000"/>
              <a:gd name="connsiteY157" fmla="*/ 2125608 h 2237474"/>
              <a:gd name="connsiteX158" fmla="*/ 1637948 w 12192000"/>
              <a:gd name="connsiteY158" fmla="*/ 2172597 h 2237474"/>
              <a:gd name="connsiteX159" fmla="*/ 1434549 w 12192000"/>
              <a:gd name="connsiteY159" fmla="*/ 2234522 h 2237474"/>
              <a:gd name="connsiteX160" fmla="*/ 1398481 w 12192000"/>
              <a:gd name="connsiteY160" fmla="*/ 2237074 h 2237474"/>
              <a:gd name="connsiteX161" fmla="*/ 1398407 w 12192000"/>
              <a:gd name="connsiteY161" fmla="*/ 2237095 h 2237474"/>
              <a:gd name="connsiteX162" fmla="*/ 1370962 w 12192000"/>
              <a:gd name="connsiteY162" fmla="*/ 2237474 h 2237474"/>
              <a:gd name="connsiteX163" fmla="*/ 1356367 w 12192000"/>
              <a:gd name="connsiteY163" fmla="*/ 2235089 h 2237474"/>
              <a:gd name="connsiteX164" fmla="*/ 1324828 w 12192000"/>
              <a:gd name="connsiteY164" fmla="*/ 2231968 h 2237474"/>
              <a:gd name="connsiteX165" fmla="*/ 1297744 w 12192000"/>
              <a:gd name="connsiteY165" fmla="*/ 2235849 h 2237474"/>
              <a:gd name="connsiteX166" fmla="*/ 1286236 w 12192000"/>
              <a:gd name="connsiteY166" fmla="*/ 2233135 h 2237474"/>
              <a:gd name="connsiteX167" fmla="*/ 1283504 w 12192000"/>
              <a:gd name="connsiteY167" fmla="*/ 2233797 h 2237474"/>
              <a:gd name="connsiteX168" fmla="*/ 1279765 w 12192000"/>
              <a:gd name="connsiteY168" fmla="*/ 2229639 h 2237474"/>
              <a:gd name="connsiteX169" fmla="*/ 1195347 w 12192000"/>
              <a:gd name="connsiteY169" fmla="*/ 2212354 h 2237474"/>
              <a:gd name="connsiteX170" fmla="*/ 970251 w 12192000"/>
              <a:gd name="connsiteY170" fmla="*/ 2221029 h 2237474"/>
              <a:gd name="connsiteX171" fmla="*/ 812914 w 12192000"/>
              <a:gd name="connsiteY171" fmla="*/ 2202752 h 2237474"/>
              <a:gd name="connsiteX172" fmla="*/ 800195 w 12192000"/>
              <a:gd name="connsiteY172" fmla="*/ 2209407 h 2237474"/>
              <a:gd name="connsiteX173" fmla="*/ 784978 w 12192000"/>
              <a:gd name="connsiteY173" fmla="*/ 2212360 h 2237474"/>
              <a:gd name="connsiteX174" fmla="*/ 681987 w 12192000"/>
              <a:gd name="connsiteY174" fmla="*/ 2216757 h 2237474"/>
              <a:gd name="connsiteX175" fmla="*/ 669923 w 12192000"/>
              <a:gd name="connsiteY175" fmla="*/ 2211682 h 2237474"/>
              <a:gd name="connsiteX176" fmla="*/ 648680 w 12192000"/>
              <a:gd name="connsiteY176" fmla="*/ 2206229 h 2237474"/>
              <a:gd name="connsiteX177" fmla="*/ 597225 w 12192000"/>
              <a:gd name="connsiteY177" fmla="*/ 2180999 h 2237474"/>
              <a:gd name="connsiteX178" fmla="*/ 558449 w 12192000"/>
              <a:gd name="connsiteY178" fmla="*/ 2182346 h 2237474"/>
              <a:gd name="connsiteX179" fmla="*/ 550517 w 12192000"/>
              <a:gd name="connsiteY179" fmla="*/ 2182060 h 2237474"/>
              <a:gd name="connsiteX180" fmla="*/ 550309 w 12192000"/>
              <a:gd name="connsiteY180" fmla="*/ 2181825 h 2237474"/>
              <a:gd name="connsiteX181" fmla="*/ 541836 w 12192000"/>
              <a:gd name="connsiteY181" fmla="*/ 2181063 h 2237474"/>
              <a:gd name="connsiteX182" fmla="*/ 536057 w 12192000"/>
              <a:gd name="connsiteY182" fmla="*/ 2181537 h 2237474"/>
              <a:gd name="connsiteX183" fmla="*/ 520671 w 12192000"/>
              <a:gd name="connsiteY183" fmla="*/ 2180980 h 2237474"/>
              <a:gd name="connsiteX184" fmla="*/ 515024 w 12192000"/>
              <a:gd name="connsiteY184" fmla="*/ 2179258 h 2237474"/>
              <a:gd name="connsiteX185" fmla="*/ 512278 w 12192000"/>
              <a:gd name="connsiteY185" fmla="*/ 2176369 h 2237474"/>
              <a:gd name="connsiteX186" fmla="*/ 480419 w 12192000"/>
              <a:gd name="connsiteY186" fmla="*/ 2167807 h 2237474"/>
              <a:gd name="connsiteX187" fmla="*/ 413835 w 12192000"/>
              <a:gd name="connsiteY187" fmla="*/ 2156783 h 2237474"/>
              <a:gd name="connsiteX188" fmla="*/ 376513 w 12192000"/>
              <a:gd name="connsiteY188" fmla="*/ 2154014 h 2237474"/>
              <a:gd name="connsiteX189" fmla="*/ 273386 w 12192000"/>
              <a:gd name="connsiteY189" fmla="*/ 2142551 h 2237474"/>
              <a:gd name="connsiteX190" fmla="*/ 169207 w 12192000"/>
              <a:gd name="connsiteY190" fmla="*/ 2128100 h 2237474"/>
              <a:gd name="connsiteX191" fmla="*/ 93149 w 12192000"/>
              <a:gd name="connsiteY191" fmla="*/ 2105324 h 2237474"/>
              <a:gd name="connsiteX192" fmla="*/ 88109 w 12192000"/>
              <a:gd name="connsiteY192" fmla="*/ 2106704 h 2237474"/>
              <a:gd name="connsiteX193" fmla="*/ 80022 w 12192000"/>
              <a:gd name="connsiteY193" fmla="*/ 2107254 h 2237474"/>
              <a:gd name="connsiteX194" fmla="*/ 79717 w 12192000"/>
              <a:gd name="connsiteY194" fmla="*/ 2107046 h 2237474"/>
              <a:gd name="connsiteX195" fmla="*/ 72352 w 12192000"/>
              <a:gd name="connsiteY195" fmla="*/ 2107991 h 2237474"/>
              <a:gd name="connsiteX196" fmla="*/ 37645 w 12192000"/>
              <a:gd name="connsiteY196" fmla="*/ 2115401 h 2237474"/>
              <a:gd name="connsiteX197" fmla="*/ 4572 w 12192000"/>
              <a:gd name="connsiteY197" fmla="*/ 2111091 h 2237474"/>
              <a:gd name="connsiteX198" fmla="*/ 0 w 12192000"/>
              <a:gd name="connsiteY198" fmla="*/ 2110468 h 2237474"/>
              <a:gd name="connsiteX199" fmla="*/ 0 w 12192000"/>
              <a:gd name="connsiteY199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958984 w 12192000"/>
              <a:gd name="connsiteY38" fmla="*/ 1057212 h 2237474"/>
              <a:gd name="connsiteX39" fmla="*/ 8886001 w 12192000"/>
              <a:gd name="connsiteY39" fmla="*/ 1067468 h 2237474"/>
              <a:gd name="connsiteX40" fmla="*/ 8838610 w 12192000"/>
              <a:gd name="connsiteY40" fmla="*/ 1075091 h 2237474"/>
              <a:gd name="connsiteX41" fmla="*/ 8750383 w 12192000"/>
              <a:gd name="connsiteY41" fmla="*/ 1097387 h 2237474"/>
              <a:gd name="connsiteX42" fmla="*/ 8665605 w 12192000"/>
              <a:gd name="connsiteY42" fmla="*/ 1110791 h 2237474"/>
              <a:gd name="connsiteX43" fmla="*/ 8584946 w 12192000"/>
              <a:gd name="connsiteY43" fmla="*/ 1135226 h 2237474"/>
              <a:gd name="connsiteX44" fmla="*/ 8460755 w 12192000"/>
              <a:gd name="connsiteY44" fmla="*/ 1203427 h 2237474"/>
              <a:gd name="connsiteX45" fmla="*/ 8419755 w 12192000"/>
              <a:gd name="connsiteY45" fmla="*/ 1216260 h 2237474"/>
              <a:gd name="connsiteX46" fmla="*/ 8411626 w 12192000"/>
              <a:gd name="connsiteY46" fmla="*/ 1214397 h 2237474"/>
              <a:gd name="connsiteX47" fmla="*/ 8363469 w 12192000"/>
              <a:gd name="connsiteY47" fmla="*/ 1246658 h 2237474"/>
              <a:gd name="connsiteX48" fmla="*/ 8275497 w 12192000"/>
              <a:gd name="connsiteY48" fmla="*/ 1264396 h 2237474"/>
              <a:gd name="connsiteX49" fmla="*/ 8206287 w 12192000"/>
              <a:gd name="connsiteY49" fmla="*/ 1273060 h 2237474"/>
              <a:gd name="connsiteX50" fmla="*/ 8168705 w 12192000"/>
              <a:gd name="connsiteY50" fmla="*/ 1279956 h 2237474"/>
              <a:gd name="connsiteX51" fmla="*/ 8139997 w 12192000"/>
              <a:gd name="connsiteY51" fmla="*/ 1282713 h 2237474"/>
              <a:gd name="connsiteX52" fmla="*/ 8074238 w 12192000"/>
              <a:gd name="connsiteY52" fmla="*/ 1301895 h 2237474"/>
              <a:gd name="connsiteX53" fmla="*/ 7968292 w 12192000"/>
              <a:gd name="connsiteY53" fmla="*/ 1338779 h 2237474"/>
              <a:gd name="connsiteX54" fmla="*/ 7902328 w 12192000"/>
              <a:gd name="connsiteY54" fmla="*/ 1345865 h 2237474"/>
              <a:gd name="connsiteX55" fmla="*/ 7875879 w 12192000"/>
              <a:gd name="connsiteY55" fmla="*/ 1345646 h 2237474"/>
              <a:gd name="connsiteX56" fmla="*/ 7840612 w 12192000"/>
              <a:gd name="connsiteY56" fmla="*/ 1369373 h 2237474"/>
              <a:gd name="connsiteX57" fmla="*/ 7786819 w 12192000"/>
              <a:gd name="connsiteY57" fmla="*/ 1378970 h 2237474"/>
              <a:gd name="connsiteX58" fmla="*/ 7548172 w 12192000"/>
              <a:gd name="connsiteY58" fmla="*/ 1417460 h 2237474"/>
              <a:gd name="connsiteX59" fmla="*/ 7483437 w 12192000"/>
              <a:gd name="connsiteY59" fmla="*/ 1478152 h 2237474"/>
              <a:gd name="connsiteX60" fmla="*/ 7377870 w 12192000"/>
              <a:gd name="connsiteY60" fmla="*/ 1523319 h 2237474"/>
              <a:gd name="connsiteX61" fmla="*/ 7230737 w 12192000"/>
              <a:gd name="connsiteY61" fmla="*/ 1562633 h 2237474"/>
              <a:gd name="connsiteX62" fmla="*/ 7224458 w 12192000"/>
              <a:gd name="connsiteY62" fmla="*/ 1573008 h 2237474"/>
              <a:gd name="connsiteX63" fmla="*/ 7183121 w 12192000"/>
              <a:gd name="connsiteY63" fmla="*/ 1595162 h 2237474"/>
              <a:gd name="connsiteX64" fmla="*/ 7164601 w 12192000"/>
              <a:gd name="connsiteY64" fmla="*/ 1606490 h 2237474"/>
              <a:gd name="connsiteX65" fmla="*/ 7092727 w 12192000"/>
              <a:gd name="connsiteY65" fmla="*/ 1623628 h 2237474"/>
              <a:gd name="connsiteX66" fmla="*/ 7031309 w 12192000"/>
              <a:gd name="connsiteY66" fmla="*/ 1619451 h 2237474"/>
              <a:gd name="connsiteX67" fmla="*/ 6900177 w 12192000"/>
              <a:gd name="connsiteY67" fmla="*/ 1636016 h 2237474"/>
              <a:gd name="connsiteX68" fmla="*/ 6795372 w 12192000"/>
              <a:gd name="connsiteY68" fmla="*/ 1644845 h 2237474"/>
              <a:gd name="connsiteX69" fmla="*/ 6692251 w 12192000"/>
              <a:gd name="connsiteY69" fmla="*/ 1656357 h 2237474"/>
              <a:gd name="connsiteX70" fmla="*/ 6655235 w 12192000"/>
              <a:gd name="connsiteY70" fmla="*/ 1661869 h 2237474"/>
              <a:gd name="connsiteX71" fmla="*/ 6554894 w 12192000"/>
              <a:gd name="connsiteY71" fmla="*/ 1664428 h 2237474"/>
              <a:gd name="connsiteX72" fmla="*/ 6516595 w 12192000"/>
              <a:gd name="connsiteY72" fmla="*/ 1667475 h 2237474"/>
              <a:gd name="connsiteX73" fmla="*/ 6508541 w 12192000"/>
              <a:gd name="connsiteY73" fmla="*/ 1668757 h 2237474"/>
              <a:gd name="connsiteX74" fmla="*/ 6471012 w 12192000"/>
              <a:gd name="connsiteY74" fmla="*/ 1678604 h 2237474"/>
              <a:gd name="connsiteX75" fmla="*/ 6364035 w 12192000"/>
              <a:gd name="connsiteY75" fmla="*/ 1667683 h 2237474"/>
              <a:gd name="connsiteX76" fmla="*/ 6280959 w 12192000"/>
              <a:gd name="connsiteY76" fmla="*/ 1689329 h 2237474"/>
              <a:gd name="connsiteX77" fmla="*/ 6243319 w 12192000"/>
              <a:gd name="connsiteY77" fmla="*/ 1695560 h 2237474"/>
              <a:gd name="connsiteX78" fmla="*/ 6098321 w 12192000"/>
              <a:gd name="connsiteY78" fmla="*/ 1721646 h 2237474"/>
              <a:gd name="connsiteX79" fmla="*/ 5880652 w 12192000"/>
              <a:gd name="connsiteY79" fmla="*/ 1779643 h 2237474"/>
              <a:gd name="connsiteX80" fmla="*/ 5785959 w 12192000"/>
              <a:gd name="connsiteY80" fmla="*/ 1775307 h 2237474"/>
              <a:gd name="connsiteX81" fmla="*/ 5643534 w 12192000"/>
              <a:gd name="connsiteY81" fmla="*/ 1802919 h 2237474"/>
              <a:gd name="connsiteX82" fmla="*/ 5518799 w 12192000"/>
              <a:gd name="connsiteY82" fmla="*/ 1818312 h 2237474"/>
              <a:gd name="connsiteX83" fmla="*/ 5505014 w 12192000"/>
              <a:gd name="connsiteY83" fmla="*/ 1819259 h 2237474"/>
              <a:gd name="connsiteX84" fmla="*/ 5453307 w 12192000"/>
              <a:gd name="connsiteY84" fmla="*/ 1815450 h 2237474"/>
              <a:gd name="connsiteX85" fmla="*/ 5221533 w 12192000"/>
              <a:gd name="connsiteY85" fmla="*/ 1846950 h 2237474"/>
              <a:gd name="connsiteX86" fmla="*/ 5149802 w 12192000"/>
              <a:gd name="connsiteY86" fmla="*/ 1844846 h 2237474"/>
              <a:gd name="connsiteX87" fmla="*/ 5114927 w 12192000"/>
              <a:gd name="connsiteY87" fmla="*/ 1847827 h 2237474"/>
              <a:gd name="connsiteX88" fmla="*/ 5108970 w 12192000"/>
              <a:gd name="connsiteY88" fmla="*/ 1847935 h 2237474"/>
              <a:gd name="connsiteX89" fmla="*/ 5067961 w 12192000"/>
              <a:gd name="connsiteY89" fmla="*/ 1845917 h 2237474"/>
              <a:gd name="connsiteX90" fmla="*/ 5007075 w 12192000"/>
              <a:gd name="connsiteY90" fmla="*/ 1838626 h 2237474"/>
              <a:gd name="connsiteX91" fmla="*/ 4944087 w 12192000"/>
              <a:gd name="connsiteY91" fmla="*/ 1823332 h 2237474"/>
              <a:gd name="connsiteX92" fmla="*/ 4907662 w 12192000"/>
              <a:gd name="connsiteY92" fmla="*/ 1816900 h 2237474"/>
              <a:gd name="connsiteX93" fmla="*/ 4882386 w 12192000"/>
              <a:gd name="connsiteY93" fmla="*/ 1809844 h 2237474"/>
              <a:gd name="connsiteX94" fmla="*/ 4811440 w 12192000"/>
              <a:gd name="connsiteY94" fmla="*/ 1804655 h 2237474"/>
              <a:gd name="connsiteX95" fmla="*/ 4691075 w 12192000"/>
              <a:gd name="connsiteY95" fmla="*/ 1801389 h 2237474"/>
              <a:gd name="connsiteX96" fmla="*/ 4611738 w 12192000"/>
              <a:gd name="connsiteY96" fmla="*/ 1776964 h 2237474"/>
              <a:gd name="connsiteX97" fmla="*/ 4560070 w 12192000"/>
              <a:gd name="connsiteY97" fmla="*/ 1785640 h 2237474"/>
              <a:gd name="connsiteX98" fmla="*/ 4536503 w 12192000"/>
              <a:gd name="connsiteY98" fmla="*/ 1785334 h 2237474"/>
              <a:gd name="connsiteX99" fmla="*/ 4513724 w 12192000"/>
              <a:gd name="connsiteY99" fmla="*/ 1791996 h 2237474"/>
              <a:gd name="connsiteX100" fmla="*/ 4459810 w 12192000"/>
              <a:gd name="connsiteY100" fmla="*/ 1797886 h 2237474"/>
              <a:gd name="connsiteX101" fmla="*/ 4379064 w 12192000"/>
              <a:gd name="connsiteY101" fmla="*/ 1817177 h 2237474"/>
              <a:gd name="connsiteX102" fmla="*/ 4319209 w 12192000"/>
              <a:gd name="connsiteY102" fmla="*/ 1834833 h 2237474"/>
              <a:gd name="connsiteX103" fmla="*/ 4290981 w 12192000"/>
              <a:gd name="connsiteY103" fmla="*/ 1839677 h 2237474"/>
              <a:gd name="connsiteX104" fmla="*/ 4285792 w 12192000"/>
              <a:gd name="connsiteY104" fmla="*/ 1836231 h 2237474"/>
              <a:gd name="connsiteX105" fmla="*/ 4238372 w 12192000"/>
              <a:gd name="connsiteY105" fmla="*/ 1851480 h 2237474"/>
              <a:gd name="connsiteX106" fmla="*/ 4232517 w 12192000"/>
              <a:gd name="connsiteY106" fmla="*/ 1852567 h 2237474"/>
              <a:gd name="connsiteX107" fmla="*/ 4191732 w 12192000"/>
              <a:gd name="connsiteY107" fmla="*/ 1857328 h 2237474"/>
              <a:gd name="connsiteX108" fmla="*/ 4065532 w 12192000"/>
              <a:gd name="connsiteY108" fmla="*/ 1855477 h 2237474"/>
              <a:gd name="connsiteX109" fmla="*/ 4028460 w 12192000"/>
              <a:gd name="connsiteY109" fmla="*/ 1855137 h 2237474"/>
              <a:gd name="connsiteX110" fmla="*/ 4002267 w 12192000"/>
              <a:gd name="connsiteY110" fmla="*/ 1852352 h 2237474"/>
              <a:gd name="connsiteX111" fmla="*/ 3931396 w 12192000"/>
              <a:gd name="connsiteY111" fmla="*/ 1858915 h 2237474"/>
              <a:gd name="connsiteX112" fmla="*/ 3812162 w 12192000"/>
              <a:gd name="connsiteY112" fmla="*/ 1875501 h 2237474"/>
              <a:gd name="connsiteX113" fmla="*/ 3729530 w 12192000"/>
              <a:gd name="connsiteY113" fmla="*/ 1864513 h 2237474"/>
              <a:gd name="connsiteX114" fmla="*/ 3680177 w 12192000"/>
              <a:gd name="connsiteY114" fmla="*/ 1881552 h 2237474"/>
              <a:gd name="connsiteX115" fmla="*/ 3567259 w 12192000"/>
              <a:gd name="connsiteY115" fmla="*/ 1893482 h 2237474"/>
              <a:gd name="connsiteX116" fmla="*/ 3405770 w 12192000"/>
              <a:gd name="connsiteY116" fmla="*/ 1904591 h 2237474"/>
              <a:gd name="connsiteX117" fmla="*/ 3280097 w 12192000"/>
              <a:gd name="connsiteY117" fmla="*/ 1919610 h 2237474"/>
              <a:gd name="connsiteX118" fmla="*/ 3123424 w 12192000"/>
              <a:gd name="connsiteY118" fmla="*/ 1952930 h 2237474"/>
              <a:gd name="connsiteX119" fmla="*/ 3009910 w 12192000"/>
              <a:gd name="connsiteY119" fmla="*/ 1957866 h 2237474"/>
              <a:gd name="connsiteX120" fmla="*/ 2995934 w 12192000"/>
              <a:gd name="connsiteY120" fmla="*/ 1967085 h 2237474"/>
              <a:gd name="connsiteX121" fmla="*/ 2980071 w 12192000"/>
              <a:gd name="connsiteY121" fmla="*/ 1972988 h 2237474"/>
              <a:gd name="connsiteX122" fmla="*/ 2978094 w 12192000"/>
              <a:gd name="connsiteY122" fmla="*/ 1972369 h 2237474"/>
              <a:gd name="connsiteX123" fmla="*/ 2942858 w 12192000"/>
              <a:gd name="connsiteY123" fmla="*/ 1981367 h 2237474"/>
              <a:gd name="connsiteX124" fmla="*/ 2875436 w 12192000"/>
              <a:gd name="connsiteY124" fmla="*/ 1996977 h 2237474"/>
              <a:gd name="connsiteX125" fmla="*/ 2874892 w 12192000"/>
              <a:gd name="connsiteY125" fmla="*/ 1996085 h 2237474"/>
              <a:gd name="connsiteX126" fmla="*/ 2864145 w 12192000"/>
              <a:gd name="connsiteY126" fmla="*/ 1994061 h 2237474"/>
              <a:gd name="connsiteX127" fmla="*/ 2843662 w 12192000"/>
              <a:gd name="connsiteY127" fmla="*/ 1992498 h 2237474"/>
              <a:gd name="connsiteX128" fmla="*/ 2796128 w 12192000"/>
              <a:gd name="connsiteY128" fmla="*/ 1976403 h 2237474"/>
              <a:gd name="connsiteX129" fmla="*/ 2756784 w 12192000"/>
              <a:gd name="connsiteY129" fmla="*/ 1985116 h 2237474"/>
              <a:gd name="connsiteX130" fmla="*/ 2748833 w 12192000"/>
              <a:gd name="connsiteY130" fmla="*/ 1986323 h 2237474"/>
              <a:gd name="connsiteX131" fmla="*/ 2748661 w 12192000"/>
              <a:gd name="connsiteY131" fmla="*/ 1986122 h 2237474"/>
              <a:gd name="connsiteX132" fmla="*/ 2740251 w 12192000"/>
              <a:gd name="connsiteY132" fmla="*/ 1986946 h 2237474"/>
              <a:gd name="connsiteX133" fmla="*/ 2718916 w 12192000"/>
              <a:gd name="connsiteY133" fmla="*/ 1990867 h 2237474"/>
              <a:gd name="connsiteX134" fmla="*/ 2713522 w 12192000"/>
              <a:gd name="connsiteY134" fmla="*/ 1990173 h 2237474"/>
              <a:gd name="connsiteX135" fmla="*/ 2680597 w 12192000"/>
              <a:gd name="connsiteY135" fmla="*/ 1984996 h 2237474"/>
              <a:gd name="connsiteX136" fmla="*/ 2578178 w 12192000"/>
              <a:gd name="connsiteY136" fmla="*/ 1990531 h 2237474"/>
              <a:gd name="connsiteX137" fmla="*/ 2476147 w 12192000"/>
              <a:gd name="connsiteY137" fmla="*/ 1998305 h 2237474"/>
              <a:gd name="connsiteX138" fmla="*/ 2373568 w 12192000"/>
              <a:gd name="connsiteY138" fmla="*/ 2003219 h 2237474"/>
              <a:gd name="connsiteX139" fmla="*/ 2321399 w 12192000"/>
              <a:gd name="connsiteY139" fmla="*/ 1989467 h 2237474"/>
              <a:gd name="connsiteX140" fmla="*/ 2315525 w 12192000"/>
              <a:gd name="connsiteY140" fmla="*/ 1989708 h 2237474"/>
              <a:gd name="connsiteX141" fmla="*/ 2300792 w 12192000"/>
              <a:gd name="connsiteY141" fmla="*/ 1994290 h 2237474"/>
              <a:gd name="connsiteX142" fmla="*/ 2295469 w 12192000"/>
              <a:gd name="connsiteY142" fmla="*/ 1996659 h 2237474"/>
              <a:gd name="connsiteX143" fmla="*/ 2287219 w 12192000"/>
              <a:gd name="connsiteY143" fmla="*/ 1998750 h 2237474"/>
              <a:gd name="connsiteX144" fmla="*/ 2286948 w 12192000"/>
              <a:gd name="connsiteY144" fmla="*/ 1998596 h 2237474"/>
              <a:gd name="connsiteX145" fmla="*/ 2243069 w 12192000"/>
              <a:gd name="connsiteY145" fmla="*/ 2015111 h 2237474"/>
              <a:gd name="connsiteX146" fmla="*/ 2186609 w 12192000"/>
              <a:gd name="connsiteY146" fmla="*/ 2008263 h 2237474"/>
              <a:gd name="connsiteX147" fmla="*/ 2164831 w 12192000"/>
              <a:gd name="connsiteY147" fmla="*/ 2010143 h 2237474"/>
              <a:gd name="connsiteX148" fmla="*/ 2152836 w 12192000"/>
              <a:gd name="connsiteY148" fmla="*/ 2010048 h 2237474"/>
              <a:gd name="connsiteX149" fmla="*/ 2117102 w 12192000"/>
              <a:gd name="connsiteY149" fmla="*/ 2023004 h 2237474"/>
              <a:gd name="connsiteX150" fmla="*/ 2111935 w 12192000"/>
              <a:gd name="connsiteY150" fmla="*/ 2023163 h 2237474"/>
              <a:gd name="connsiteX151" fmla="*/ 2089991 w 12192000"/>
              <a:gd name="connsiteY151" fmla="*/ 2034193 h 2237474"/>
              <a:gd name="connsiteX152" fmla="*/ 2058061 w 12192000"/>
              <a:gd name="connsiteY152" fmla="*/ 2047942 h 2237474"/>
              <a:gd name="connsiteX153" fmla="*/ 2055737 w 12192000"/>
              <a:gd name="connsiteY153" fmla="*/ 2047704 h 2237474"/>
              <a:gd name="connsiteX154" fmla="*/ 2042244 w 12192000"/>
              <a:gd name="connsiteY154" fmla="*/ 2055560 h 2237474"/>
              <a:gd name="connsiteX155" fmla="*/ 1976224 w 12192000"/>
              <a:gd name="connsiteY155" fmla="*/ 2074257 h 2237474"/>
              <a:gd name="connsiteX156" fmla="*/ 1877728 w 12192000"/>
              <a:gd name="connsiteY156" fmla="*/ 2101004 h 2237474"/>
              <a:gd name="connsiteX157" fmla="*/ 1759056 w 12192000"/>
              <a:gd name="connsiteY157" fmla="*/ 2125608 h 2237474"/>
              <a:gd name="connsiteX158" fmla="*/ 1637948 w 12192000"/>
              <a:gd name="connsiteY158" fmla="*/ 2172597 h 2237474"/>
              <a:gd name="connsiteX159" fmla="*/ 1434549 w 12192000"/>
              <a:gd name="connsiteY159" fmla="*/ 2234522 h 2237474"/>
              <a:gd name="connsiteX160" fmla="*/ 1398481 w 12192000"/>
              <a:gd name="connsiteY160" fmla="*/ 2237074 h 2237474"/>
              <a:gd name="connsiteX161" fmla="*/ 1398407 w 12192000"/>
              <a:gd name="connsiteY161" fmla="*/ 2237095 h 2237474"/>
              <a:gd name="connsiteX162" fmla="*/ 1370962 w 12192000"/>
              <a:gd name="connsiteY162" fmla="*/ 2237474 h 2237474"/>
              <a:gd name="connsiteX163" fmla="*/ 1356367 w 12192000"/>
              <a:gd name="connsiteY163" fmla="*/ 2235089 h 2237474"/>
              <a:gd name="connsiteX164" fmla="*/ 1324828 w 12192000"/>
              <a:gd name="connsiteY164" fmla="*/ 2231968 h 2237474"/>
              <a:gd name="connsiteX165" fmla="*/ 1297744 w 12192000"/>
              <a:gd name="connsiteY165" fmla="*/ 2235849 h 2237474"/>
              <a:gd name="connsiteX166" fmla="*/ 1286236 w 12192000"/>
              <a:gd name="connsiteY166" fmla="*/ 2233135 h 2237474"/>
              <a:gd name="connsiteX167" fmla="*/ 1283504 w 12192000"/>
              <a:gd name="connsiteY167" fmla="*/ 2233797 h 2237474"/>
              <a:gd name="connsiteX168" fmla="*/ 1279765 w 12192000"/>
              <a:gd name="connsiteY168" fmla="*/ 2229639 h 2237474"/>
              <a:gd name="connsiteX169" fmla="*/ 1195347 w 12192000"/>
              <a:gd name="connsiteY169" fmla="*/ 2212354 h 2237474"/>
              <a:gd name="connsiteX170" fmla="*/ 970251 w 12192000"/>
              <a:gd name="connsiteY170" fmla="*/ 2221029 h 2237474"/>
              <a:gd name="connsiteX171" fmla="*/ 812914 w 12192000"/>
              <a:gd name="connsiteY171" fmla="*/ 2202752 h 2237474"/>
              <a:gd name="connsiteX172" fmla="*/ 800195 w 12192000"/>
              <a:gd name="connsiteY172" fmla="*/ 2209407 h 2237474"/>
              <a:gd name="connsiteX173" fmla="*/ 784978 w 12192000"/>
              <a:gd name="connsiteY173" fmla="*/ 2212360 h 2237474"/>
              <a:gd name="connsiteX174" fmla="*/ 681987 w 12192000"/>
              <a:gd name="connsiteY174" fmla="*/ 2216757 h 2237474"/>
              <a:gd name="connsiteX175" fmla="*/ 669923 w 12192000"/>
              <a:gd name="connsiteY175" fmla="*/ 2211682 h 2237474"/>
              <a:gd name="connsiteX176" fmla="*/ 648680 w 12192000"/>
              <a:gd name="connsiteY176" fmla="*/ 2206229 h 2237474"/>
              <a:gd name="connsiteX177" fmla="*/ 597225 w 12192000"/>
              <a:gd name="connsiteY177" fmla="*/ 2180999 h 2237474"/>
              <a:gd name="connsiteX178" fmla="*/ 558449 w 12192000"/>
              <a:gd name="connsiteY178" fmla="*/ 2182346 h 2237474"/>
              <a:gd name="connsiteX179" fmla="*/ 550517 w 12192000"/>
              <a:gd name="connsiteY179" fmla="*/ 2182060 h 2237474"/>
              <a:gd name="connsiteX180" fmla="*/ 550309 w 12192000"/>
              <a:gd name="connsiteY180" fmla="*/ 2181825 h 2237474"/>
              <a:gd name="connsiteX181" fmla="*/ 541836 w 12192000"/>
              <a:gd name="connsiteY181" fmla="*/ 2181063 h 2237474"/>
              <a:gd name="connsiteX182" fmla="*/ 536057 w 12192000"/>
              <a:gd name="connsiteY182" fmla="*/ 2181537 h 2237474"/>
              <a:gd name="connsiteX183" fmla="*/ 520671 w 12192000"/>
              <a:gd name="connsiteY183" fmla="*/ 2180980 h 2237474"/>
              <a:gd name="connsiteX184" fmla="*/ 515024 w 12192000"/>
              <a:gd name="connsiteY184" fmla="*/ 2179258 h 2237474"/>
              <a:gd name="connsiteX185" fmla="*/ 512278 w 12192000"/>
              <a:gd name="connsiteY185" fmla="*/ 2176369 h 2237474"/>
              <a:gd name="connsiteX186" fmla="*/ 480419 w 12192000"/>
              <a:gd name="connsiteY186" fmla="*/ 2167807 h 2237474"/>
              <a:gd name="connsiteX187" fmla="*/ 413835 w 12192000"/>
              <a:gd name="connsiteY187" fmla="*/ 2156783 h 2237474"/>
              <a:gd name="connsiteX188" fmla="*/ 376513 w 12192000"/>
              <a:gd name="connsiteY188" fmla="*/ 2154014 h 2237474"/>
              <a:gd name="connsiteX189" fmla="*/ 273386 w 12192000"/>
              <a:gd name="connsiteY189" fmla="*/ 2142551 h 2237474"/>
              <a:gd name="connsiteX190" fmla="*/ 169207 w 12192000"/>
              <a:gd name="connsiteY190" fmla="*/ 2128100 h 2237474"/>
              <a:gd name="connsiteX191" fmla="*/ 93149 w 12192000"/>
              <a:gd name="connsiteY191" fmla="*/ 2105324 h 2237474"/>
              <a:gd name="connsiteX192" fmla="*/ 88109 w 12192000"/>
              <a:gd name="connsiteY192" fmla="*/ 2106704 h 2237474"/>
              <a:gd name="connsiteX193" fmla="*/ 80022 w 12192000"/>
              <a:gd name="connsiteY193" fmla="*/ 2107254 h 2237474"/>
              <a:gd name="connsiteX194" fmla="*/ 79717 w 12192000"/>
              <a:gd name="connsiteY194" fmla="*/ 2107046 h 2237474"/>
              <a:gd name="connsiteX195" fmla="*/ 72352 w 12192000"/>
              <a:gd name="connsiteY195" fmla="*/ 2107991 h 2237474"/>
              <a:gd name="connsiteX196" fmla="*/ 37645 w 12192000"/>
              <a:gd name="connsiteY196" fmla="*/ 2115401 h 2237474"/>
              <a:gd name="connsiteX197" fmla="*/ 4572 w 12192000"/>
              <a:gd name="connsiteY197" fmla="*/ 2111091 h 2237474"/>
              <a:gd name="connsiteX198" fmla="*/ 0 w 12192000"/>
              <a:gd name="connsiteY198" fmla="*/ 2110468 h 2237474"/>
              <a:gd name="connsiteX199" fmla="*/ 0 w 12192000"/>
              <a:gd name="connsiteY199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958984 w 12192000"/>
              <a:gd name="connsiteY38" fmla="*/ 1057212 h 2237474"/>
              <a:gd name="connsiteX39" fmla="*/ 8886001 w 12192000"/>
              <a:gd name="connsiteY39" fmla="*/ 1067468 h 2237474"/>
              <a:gd name="connsiteX40" fmla="*/ 8838610 w 12192000"/>
              <a:gd name="connsiteY40" fmla="*/ 1075091 h 2237474"/>
              <a:gd name="connsiteX41" fmla="*/ 8750383 w 12192000"/>
              <a:gd name="connsiteY41" fmla="*/ 1097387 h 2237474"/>
              <a:gd name="connsiteX42" fmla="*/ 8665605 w 12192000"/>
              <a:gd name="connsiteY42" fmla="*/ 1110791 h 2237474"/>
              <a:gd name="connsiteX43" fmla="*/ 8584946 w 12192000"/>
              <a:gd name="connsiteY43" fmla="*/ 1135226 h 2237474"/>
              <a:gd name="connsiteX44" fmla="*/ 8460755 w 12192000"/>
              <a:gd name="connsiteY44" fmla="*/ 1203427 h 2237474"/>
              <a:gd name="connsiteX45" fmla="*/ 8419755 w 12192000"/>
              <a:gd name="connsiteY45" fmla="*/ 1216260 h 2237474"/>
              <a:gd name="connsiteX46" fmla="*/ 8411626 w 12192000"/>
              <a:gd name="connsiteY46" fmla="*/ 1214397 h 2237474"/>
              <a:gd name="connsiteX47" fmla="*/ 8363469 w 12192000"/>
              <a:gd name="connsiteY47" fmla="*/ 1246658 h 2237474"/>
              <a:gd name="connsiteX48" fmla="*/ 8275497 w 12192000"/>
              <a:gd name="connsiteY48" fmla="*/ 1264396 h 2237474"/>
              <a:gd name="connsiteX49" fmla="*/ 8206287 w 12192000"/>
              <a:gd name="connsiteY49" fmla="*/ 1273060 h 2237474"/>
              <a:gd name="connsiteX50" fmla="*/ 8168705 w 12192000"/>
              <a:gd name="connsiteY50" fmla="*/ 1279956 h 2237474"/>
              <a:gd name="connsiteX51" fmla="*/ 8139997 w 12192000"/>
              <a:gd name="connsiteY51" fmla="*/ 1282713 h 2237474"/>
              <a:gd name="connsiteX52" fmla="*/ 8074238 w 12192000"/>
              <a:gd name="connsiteY52" fmla="*/ 1301895 h 2237474"/>
              <a:gd name="connsiteX53" fmla="*/ 7968292 w 12192000"/>
              <a:gd name="connsiteY53" fmla="*/ 1338779 h 2237474"/>
              <a:gd name="connsiteX54" fmla="*/ 7902328 w 12192000"/>
              <a:gd name="connsiteY54" fmla="*/ 1345865 h 2237474"/>
              <a:gd name="connsiteX55" fmla="*/ 7875879 w 12192000"/>
              <a:gd name="connsiteY55" fmla="*/ 1345646 h 2237474"/>
              <a:gd name="connsiteX56" fmla="*/ 7840612 w 12192000"/>
              <a:gd name="connsiteY56" fmla="*/ 1369373 h 2237474"/>
              <a:gd name="connsiteX57" fmla="*/ 7786819 w 12192000"/>
              <a:gd name="connsiteY57" fmla="*/ 1378970 h 2237474"/>
              <a:gd name="connsiteX58" fmla="*/ 7548172 w 12192000"/>
              <a:gd name="connsiteY58" fmla="*/ 1417460 h 2237474"/>
              <a:gd name="connsiteX59" fmla="*/ 7483437 w 12192000"/>
              <a:gd name="connsiteY59" fmla="*/ 1478152 h 2237474"/>
              <a:gd name="connsiteX60" fmla="*/ 7377870 w 12192000"/>
              <a:gd name="connsiteY60" fmla="*/ 1523319 h 2237474"/>
              <a:gd name="connsiteX61" fmla="*/ 7230737 w 12192000"/>
              <a:gd name="connsiteY61" fmla="*/ 1562633 h 2237474"/>
              <a:gd name="connsiteX62" fmla="*/ 7224458 w 12192000"/>
              <a:gd name="connsiteY62" fmla="*/ 1573008 h 2237474"/>
              <a:gd name="connsiteX63" fmla="*/ 7183121 w 12192000"/>
              <a:gd name="connsiteY63" fmla="*/ 1595162 h 2237474"/>
              <a:gd name="connsiteX64" fmla="*/ 7164601 w 12192000"/>
              <a:gd name="connsiteY64" fmla="*/ 1606490 h 2237474"/>
              <a:gd name="connsiteX65" fmla="*/ 7092727 w 12192000"/>
              <a:gd name="connsiteY65" fmla="*/ 1623628 h 2237474"/>
              <a:gd name="connsiteX66" fmla="*/ 7031309 w 12192000"/>
              <a:gd name="connsiteY66" fmla="*/ 1619451 h 2237474"/>
              <a:gd name="connsiteX67" fmla="*/ 6900177 w 12192000"/>
              <a:gd name="connsiteY67" fmla="*/ 1636016 h 2237474"/>
              <a:gd name="connsiteX68" fmla="*/ 6795372 w 12192000"/>
              <a:gd name="connsiteY68" fmla="*/ 1644845 h 2237474"/>
              <a:gd name="connsiteX69" fmla="*/ 6692251 w 12192000"/>
              <a:gd name="connsiteY69" fmla="*/ 1656357 h 2237474"/>
              <a:gd name="connsiteX70" fmla="*/ 6655235 w 12192000"/>
              <a:gd name="connsiteY70" fmla="*/ 1661869 h 2237474"/>
              <a:gd name="connsiteX71" fmla="*/ 6554894 w 12192000"/>
              <a:gd name="connsiteY71" fmla="*/ 1664428 h 2237474"/>
              <a:gd name="connsiteX72" fmla="*/ 6516595 w 12192000"/>
              <a:gd name="connsiteY72" fmla="*/ 1667475 h 2237474"/>
              <a:gd name="connsiteX73" fmla="*/ 6508541 w 12192000"/>
              <a:gd name="connsiteY73" fmla="*/ 1668757 h 2237474"/>
              <a:gd name="connsiteX74" fmla="*/ 6471012 w 12192000"/>
              <a:gd name="connsiteY74" fmla="*/ 1678604 h 2237474"/>
              <a:gd name="connsiteX75" fmla="*/ 6364035 w 12192000"/>
              <a:gd name="connsiteY75" fmla="*/ 1667683 h 2237474"/>
              <a:gd name="connsiteX76" fmla="*/ 6280959 w 12192000"/>
              <a:gd name="connsiteY76" fmla="*/ 1689329 h 2237474"/>
              <a:gd name="connsiteX77" fmla="*/ 6243319 w 12192000"/>
              <a:gd name="connsiteY77" fmla="*/ 1695560 h 2237474"/>
              <a:gd name="connsiteX78" fmla="*/ 6098321 w 12192000"/>
              <a:gd name="connsiteY78" fmla="*/ 1721646 h 2237474"/>
              <a:gd name="connsiteX79" fmla="*/ 5880652 w 12192000"/>
              <a:gd name="connsiteY79" fmla="*/ 1779643 h 2237474"/>
              <a:gd name="connsiteX80" fmla="*/ 5785959 w 12192000"/>
              <a:gd name="connsiteY80" fmla="*/ 1775307 h 2237474"/>
              <a:gd name="connsiteX81" fmla="*/ 5643534 w 12192000"/>
              <a:gd name="connsiteY81" fmla="*/ 1802919 h 2237474"/>
              <a:gd name="connsiteX82" fmla="*/ 5518799 w 12192000"/>
              <a:gd name="connsiteY82" fmla="*/ 1818312 h 2237474"/>
              <a:gd name="connsiteX83" fmla="*/ 5505014 w 12192000"/>
              <a:gd name="connsiteY83" fmla="*/ 1819259 h 2237474"/>
              <a:gd name="connsiteX84" fmla="*/ 5453307 w 12192000"/>
              <a:gd name="connsiteY84" fmla="*/ 1815450 h 2237474"/>
              <a:gd name="connsiteX85" fmla="*/ 5221533 w 12192000"/>
              <a:gd name="connsiteY85" fmla="*/ 1846950 h 2237474"/>
              <a:gd name="connsiteX86" fmla="*/ 5149802 w 12192000"/>
              <a:gd name="connsiteY86" fmla="*/ 1844846 h 2237474"/>
              <a:gd name="connsiteX87" fmla="*/ 5114927 w 12192000"/>
              <a:gd name="connsiteY87" fmla="*/ 1847827 h 2237474"/>
              <a:gd name="connsiteX88" fmla="*/ 5108970 w 12192000"/>
              <a:gd name="connsiteY88" fmla="*/ 1847935 h 2237474"/>
              <a:gd name="connsiteX89" fmla="*/ 5067961 w 12192000"/>
              <a:gd name="connsiteY89" fmla="*/ 1845917 h 2237474"/>
              <a:gd name="connsiteX90" fmla="*/ 5007075 w 12192000"/>
              <a:gd name="connsiteY90" fmla="*/ 1838626 h 2237474"/>
              <a:gd name="connsiteX91" fmla="*/ 4944087 w 12192000"/>
              <a:gd name="connsiteY91" fmla="*/ 1823332 h 2237474"/>
              <a:gd name="connsiteX92" fmla="*/ 4907662 w 12192000"/>
              <a:gd name="connsiteY92" fmla="*/ 1816900 h 2237474"/>
              <a:gd name="connsiteX93" fmla="*/ 4882386 w 12192000"/>
              <a:gd name="connsiteY93" fmla="*/ 1809844 h 2237474"/>
              <a:gd name="connsiteX94" fmla="*/ 4811440 w 12192000"/>
              <a:gd name="connsiteY94" fmla="*/ 1804655 h 2237474"/>
              <a:gd name="connsiteX95" fmla="*/ 4691075 w 12192000"/>
              <a:gd name="connsiteY95" fmla="*/ 1801389 h 2237474"/>
              <a:gd name="connsiteX96" fmla="*/ 4611738 w 12192000"/>
              <a:gd name="connsiteY96" fmla="*/ 1776964 h 2237474"/>
              <a:gd name="connsiteX97" fmla="*/ 4560070 w 12192000"/>
              <a:gd name="connsiteY97" fmla="*/ 1785640 h 2237474"/>
              <a:gd name="connsiteX98" fmla="*/ 4536503 w 12192000"/>
              <a:gd name="connsiteY98" fmla="*/ 1785334 h 2237474"/>
              <a:gd name="connsiteX99" fmla="*/ 4513724 w 12192000"/>
              <a:gd name="connsiteY99" fmla="*/ 1791996 h 2237474"/>
              <a:gd name="connsiteX100" fmla="*/ 4459810 w 12192000"/>
              <a:gd name="connsiteY100" fmla="*/ 1797886 h 2237474"/>
              <a:gd name="connsiteX101" fmla="*/ 4379064 w 12192000"/>
              <a:gd name="connsiteY101" fmla="*/ 1817177 h 2237474"/>
              <a:gd name="connsiteX102" fmla="*/ 4319209 w 12192000"/>
              <a:gd name="connsiteY102" fmla="*/ 1834833 h 2237474"/>
              <a:gd name="connsiteX103" fmla="*/ 4290981 w 12192000"/>
              <a:gd name="connsiteY103" fmla="*/ 1839677 h 2237474"/>
              <a:gd name="connsiteX104" fmla="*/ 4238372 w 12192000"/>
              <a:gd name="connsiteY104" fmla="*/ 1851480 h 2237474"/>
              <a:gd name="connsiteX105" fmla="*/ 4232517 w 12192000"/>
              <a:gd name="connsiteY105" fmla="*/ 1852567 h 2237474"/>
              <a:gd name="connsiteX106" fmla="*/ 4191732 w 12192000"/>
              <a:gd name="connsiteY106" fmla="*/ 1857328 h 2237474"/>
              <a:gd name="connsiteX107" fmla="*/ 4065532 w 12192000"/>
              <a:gd name="connsiteY107" fmla="*/ 1855477 h 2237474"/>
              <a:gd name="connsiteX108" fmla="*/ 4028460 w 12192000"/>
              <a:gd name="connsiteY108" fmla="*/ 1855137 h 2237474"/>
              <a:gd name="connsiteX109" fmla="*/ 4002267 w 12192000"/>
              <a:gd name="connsiteY109" fmla="*/ 1852352 h 2237474"/>
              <a:gd name="connsiteX110" fmla="*/ 3931396 w 12192000"/>
              <a:gd name="connsiteY110" fmla="*/ 1858915 h 2237474"/>
              <a:gd name="connsiteX111" fmla="*/ 3812162 w 12192000"/>
              <a:gd name="connsiteY111" fmla="*/ 1875501 h 2237474"/>
              <a:gd name="connsiteX112" fmla="*/ 3729530 w 12192000"/>
              <a:gd name="connsiteY112" fmla="*/ 1864513 h 2237474"/>
              <a:gd name="connsiteX113" fmla="*/ 3680177 w 12192000"/>
              <a:gd name="connsiteY113" fmla="*/ 1881552 h 2237474"/>
              <a:gd name="connsiteX114" fmla="*/ 3567259 w 12192000"/>
              <a:gd name="connsiteY114" fmla="*/ 1893482 h 2237474"/>
              <a:gd name="connsiteX115" fmla="*/ 3405770 w 12192000"/>
              <a:gd name="connsiteY115" fmla="*/ 1904591 h 2237474"/>
              <a:gd name="connsiteX116" fmla="*/ 3280097 w 12192000"/>
              <a:gd name="connsiteY116" fmla="*/ 1919610 h 2237474"/>
              <a:gd name="connsiteX117" fmla="*/ 3123424 w 12192000"/>
              <a:gd name="connsiteY117" fmla="*/ 1952930 h 2237474"/>
              <a:gd name="connsiteX118" fmla="*/ 3009910 w 12192000"/>
              <a:gd name="connsiteY118" fmla="*/ 1957866 h 2237474"/>
              <a:gd name="connsiteX119" fmla="*/ 2995934 w 12192000"/>
              <a:gd name="connsiteY119" fmla="*/ 1967085 h 2237474"/>
              <a:gd name="connsiteX120" fmla="*/ 2980071 w 12192000"/>
              <a:gd name="connsiteY120" fmla="*/ 1972988 h 2237474"/>
              <a:gd name="connsiteX121" fmla="*/ 2978094 w 12192000"/>
              <a:gd name="connsiteY121" fmla="*/ 1972369 h 2237474"/>
              <a:gd name="connsiteX122" fmla="*/ 2942858 w 12192000"/>
              <a:gd name="connsiteY122" fmla="*/ 1981367 h 2237474"/>
              <a:gd name="connsiteX123" fmla="*/ 2875436 w 12192000"/>
              <a:gd name="connsiteY123" fmla="*/ 1996977 h 2237474"/>
              <a:gd name="connsiteX124" fmla="*/ 2874892 w 12192000"/>
              <a:gd name="connsiteY124" fmla="*/ 1996085 h 2237474"/>
              <a:gd name="connsiteX125" fmla="*/ 2864145 w 12192000"/>
              <a:gd name="connsiteY125" fmla="*/ 1994061 h 2237474"/>
              <a:gd name="connsiteX126" fmla="*/ 2843662 w 12192000"/>
              <a:gd name="connsiteY126" fmla="*/ 1992498 h 2237474"/>
              <a:gd name="connsiteX127" fmla="*/ 2796128 w 12192000"/>
              <a:gd name="connsiteY127" fmla="*/ 1976403 h 2237474"/>
              <a:gd name="connsiteX128" fmla="*/ 2756784 w 12192000"/>
              <a:gd name="connsiteY128" fmla="*/ 1985116 h 2237474"/>
              <a:gd name="connsiteX129" fmla="*/ 2748833 w 12192000"/>
              <a:gd name="connsiteY129" fmla="*/ 1986323 h 2237474"/>
              <a:gd name="connsiteX130" fmla="*/ 2748661 w 12192000"/>
              <a:gd name="connsiteY130" fmla="*/ 1986122 h 2237474"/>
              <a:gd name="connsiteX131" fmla="*/ 2740251 w 12192000"/>
              <a:gd name="connsiteY131" fmla="*/ 1986946 h 2237474"/>
              <a:gd name="connsiteX132" fmla="*/ 2718916 w 12192000"/>
              <a:gd name="connsiteY132" fmla="*/ 1990867 h 2237474"/>
              <a:gd name="connsiteX133" fmla="*/ 2713522 w 12192000"/>
              <a:gd name="connsiteY133" fmla="*/ 1990173 h 2237474"/>
              <a:gd name="connsiteX134" fmla="*/ 2680597 w 12192000"/>
              <a:gd name="connsiteY134" fmla="*/ 1984996 h 2237474"/>
              <a:gd name="connsiteX135" fmla="*/ 2578178 w 12192000"/>
              <a:gd name="connsiteY135" fmla="*/ 1990531 h 2237474"/>
              <a:gd name="connsiteX136" fmla="*/ 2476147 w 12192000"/>
              <a:gd name="connsiteY136" fmla="*/ 1998305 h 2237474"/>
              <a:gd name="connsiteX137" fmla="*/ 2373568 w 12192000"/>
              <a:gd name="connsiteY137" fmla="*/ 2003219 h 2237474"/>
              <a:gd name="connsiteX138" fmla="*/ 2321399 w 12192000"/>
              <a:gd name="connsiteY138" fmla="*/ 1989467 h 2237474"/>
              <a:gd name="connsiteX139" fmla="*/ 2315525 w 12192000"/>
              <a:gd name="connsiteY139" fmla="*/ 1989708 h 2237474"/>
              <a:gd name="connsiteX140" fmla="*/ 2300792 w 12192000"/>
              <a:gd name="connsiteY140" fmla="*/ 1994290 h 2237474"/>
              <a:gd name="connsiteX141" fmla="*/ 2295469 w 12192000"/>
              <a:gd name="connsiteY141" fmla="*/ 1996659 h 2237474"/>
              <a:gd name="connsiteX142" fmla="*/ 2287219 w 12192000"/>
              <a:gd name="connsiteY142" fmla="*/ 1998750 h 2237474"/>
              <a:gd name="connsiteX143" fmla="*/ 2286948 w 12192000"/>
              <a:gd name="connsiteY143" fmla="*/ 1998596 h 2237474"/>
              <a:gd name="connsiteX144" fmla="*/ 2243069 w 12192000"/>
              <a:gd name="connsiteY144" fmla="*/ 2015111 h 2237474"/>
              <a:gd name="connsiteX145" fmla="*/ 2186609 w 12192000"/>
              <a:gd name="connsiteY145" fmla="*/ 2008263 h 2237474"/>
              <a:gd name="connsiteX146" fmla="*/ 2164831 w 12192000"/>
              <a:gd name="connsiteY146" fmla="*/ 2010143 h 2237474"/>
              <a:gd name="connsiteX147" fmla="*/ 2152836 w 12192000"/>
              <a:gd name="connsiteY147" fmla="*/ 2010048 h 2237474"/>
              <a:gd name="connsiteX148" fmla="*/ 2117102 w 12192000"/>
              <a:gd name="connsiteY148" fmla="*/ 2023004 h 2237474"/>
              <a:gd name="connsiteX149" fmla="*/ 2111935 w 12192000"/>
              <a:gd name="connsiteY149" fmla="*/ 2023163 h 2237474"/>
              <a:gd name="connsiteX150" fmla="*/ 2089991 w 12192000"/>
              <a:gd name="connsiteY150" fmla="*/ 2034193 h 2237474"/>
              <a:gd name="connsiteX151" fmla="*/ 2058061 w 12192000"/>
              <a:gd name="connsiteY151" fmla="*/ 2047942 h 2237474"/>
              <a:gd name="connsiteX152" fmla="*/ 2055737 w 12192000"/>
              <a:gd name="connsiteY152" fmla="*/ 2047704 h 2237474"/>
              <a:gd name="connsiteX153" fmla="*/ 2042244 w 12192000"/>
              <a:gd name="connsiteY153" fmla="*/ 2055560 h 2237474"/>
              <a:gd name="connsiteX154" fmla="*/ 1976224 w 12192000"/>
              <a:gd name="connsiteY154" fmla="*/ 2074257 h 2237474"/>
              <a:gd name="connsiteX155" fmla="*/ 1877728 w 12192000"/>
              <a:gd name="connsiteY155" fmla="*/ 2101004 h 2237474"/>
              <a:gd name="connsiteX156" fmla="*/ 1759056 w 12192000"/>
              <a:gd name="connsiteY156" fmla="*/ 2125608 h 2237474"/>
              <a:gd name="connsiteX157" fmla="*/ 1637948 w 12192000"/>
              <a:gd name="connsiteY157" fmla="*/ 2172597 h 2237474"/>
              <a:gd name="connsiteX158" fmla="*/ 1434549 w 12192000"/>
              <a:gd name="connsiteY158" fmla="*/ 2234522 h 2237474"/>
              <a:gd name="connsiteX159" fmla="*/ 1398481 w 12192000"/>
              <a:gd name="connsiteY159" fmla="*/ 2237074 h 2237474"/>
              <a:gd name="connsiteX160" fmla="*/ 1398407 w 12192000"/>
              <a:gd name="connsiteY160" fmla="*/ 2237095 h 2237474"/>
              <a:gd name="connsiteX161" fmla="*/ 1370962 w 12192000"/>
              <a:gd name="connsiteY161" fmla="*/ 2237474 h 2237474"/>
              <a:gd name="connsiteX162" fmla="*/ 1356367 w 12192000"/>
              <a:gd name="connsiteY162" fmla="*/ 2235089 h 2237474"/>
              <a:gd name="connsiteX163" fmla="*/ 1324828 w 12192000"/>
              <a:gd name="connsiteY163" fmla="*/ 2231968 h 2237474"/>
              <a:gd name="connsiteX164" fmla="*/ 1297744 w 12192000"/>
              <a:gd name="connsiteY164" fmla="*/ 2235849 h 2237474"/>
              <a:gd name="connsiteX165" fmla="*/ 1286236 w 12192000"/>
              <a:gd name="connsiteY165" fmla="*/ 2233135 h 2237474"/>
              <a:gd name="connsiteX166" fmla="*/ 1283504 w 12192000"/>
              <a:gd name="connsiteY166" fmla="*/ 2233797 h 2237474"/>
              <a:gd name="connsiteX167" fmla="*/ 1279765 w 12192000"/>
              <a:gd name="connsiteY167" fmla="*/ 2229639 h 2237474"/>
              <a:gd name="connsiteX168" fmla="*/ 1195347 w 12192000"/>
              <a:gd name="connsiteY168" fmla="*/ 2212354 h 2237474"/>
              <a:gd name="connsiteX169" fmla="*/ 970251 w 12192000"/>
              <a:gd name="connsiteY169" fmla="*/ 2221029 h 2237474"/>
              <a:gd name="connsiteX170" fmla="*/ 812914 w 12192000"/>
              <a:gd name="connsiteY170" fmla="*/ 2202752 h 2237474"/>
              <a:gd name="connsiteX171" fmla="*/ 800195 w 12192000"/>
              <a:gd name="connsiteY171" fmla="*/ 2209407 h 2237474"/>
              <a:gd name="connsiteX172" fmla="*/ 784978 w 12192000"/>
              <a:gd name="connsiteY172" fmla="*/ 2212360 h 2237474"/>
              <a:gd name="connsiteX173" fmla="*/ 681987 w 12192000"/>
              <a:gd name="connsiteY173" fmla="*/ 2216757 h 2237474"/>
              <a:gd name="connsiteX174" fmla="*/ 669923 w 12192000"/>
              <a:gd name="connsiteY174" fmla="*/ 2211682 h 2237474"/>
              <a:gd name="connsiteX175" fmla="*/ 648680 w 12192000"/>
              <a:gd name="connsiteY175" fmla="*/ 2206229 h 2237474"/>
              <a:gd name="connsiteX176" fmla="*/ 597225 w 12192000"/>
              <a:gd name="connsiteY176" fmla="*/ 2180999 h 2237474"/>
              <a:gd name="connsiteX177" fmla="*/ 558449 w 12192000"/>
              <a:gd name="connsiteY177" fmla="*/ 2182346 h 2237474"/>
              <a:gd name="connsiteX178" fmla="*/ 550517 w 12192000"/>
              <a:gd name="connsiteY178" fmla="*/ 2182060 h 2237474"/>
              <a:gd name="connsiteX179" fmla="*/ 550309 w 12192000"/>
              <a:gd name="connsiteY179" fmla="*/ 2181825 h 2237474"/>
              <a:gd name="connsiteX180" fmla="*/ 541836 w 12192000"/>
              <a:gd name="connsiteY180" fmla="*/ 2181063 h 2237474"/>
              <a:gd name="connsiteX181" fmla="*/ 536057 w 12192000"/>
              <a:gd name="connsiteY181" fmla="*/ 2181537 h 2237474"/>
              <a:gd name="connsiteX182" fmla="*/ 520671 w 12192000"/>
              <a:gd name="connsiteY182" fmla="*/ 2180980 h 2237474"/>
              <a:gd name="connsiteX183" fmla="*/ 515024 w 12192000"/>
              <a:gd name="connsiteY183" fmla="*/ 2179258 h 2237474"/>
              <a:gd name="connsiteX184" fmla="*/ 512278 w 12192000"/>
              <a:gd name="connsiteY184" fmla="*/ 2176369 h 2237474"/>
              <a:gd name="connsiteX185" fmla="*/ 480419 w 12192000"/>
              <a:gd name="connsiteY185" fmla="*/ 2167807 h 2237474"/>
              <a:gd name="connsiteX186" fmla="*/ 413835 w 12192000"/>
              <a:gd name="connsiteY186" fmla="*/ 2156783 h 2237474"/>
              <a:gd name="connsiteX187" fmla="*/ 376513 w 12192000"/>
              <a:gd name="connsiteY187" fmla="*/ 2154014 h 2237474"/>
              <a:gd name="connsiteX188" fmla="*/ 273386 w 12192000"/>
              <a:gd name="connsiteY188" fmla="*/ 2142551 h 2237474"/>
              <a:gd name="connsiteX189" fmla="*/ 169207 w 12192000"/>
              <a:gd name="connsiteY189" fmla="*/ 2128100 h 2237474"/>
              <a:gd name="connsiteX190" fmla="*/ 93149 w 12192000"/>
              <a:gd name="connsiteY190" fmla="*/ 2105324 h 2237474"/>
              <a:gd name="connsiteX191" fmla="*/ 88109 w 12192000"/>
              <a:gd name="connsiteY191" fmla="*/ 2106704 h 2237474"/>
              <a:gd name="connsiteX192" fmla="*/ 80022 w 12192000"/>
              <a:gd name="connsiteY192" fmla="*/ 2107254 h 2237474"/>
              <a:gd name="connsiteX193" fmla="*/ 79717 w 12192000"/>
              <a:gd name="connsiteY193" fmla="*/ 2107046 h 2237474"/>
              <a:gd name="connsiteX194" fmla="*/ 72352 w 12192000"/>
              <a:gd name="connsiteY194" fmla="*/ 2107991 h 2237474"/>
              <a:gd name="connsiteX195" fmla="*/ 37645 w 12192000"/>
              <a:gd name="connsiteY195" fmla="*/ 2115401 h 2237474"/>
              <a:gd name="connsiteX196" fmla="*/ 4572 w 12192000"/>
              <a:gd name="connsiteY196" fmla="*/ 2111091 h 2237474"/>
              <a:gd name="connsiteX197" fmla="*/ 0 w 12192000"/>
              <a:gd name="connsiteY197" fmla="*/ 2110468 h 2237474"/>
              <a:gd name="connsiteX198" fmla="*/ 0 w 12192000"/>
              <a:gd name="connsiteY198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958984 w 12192000"/>
              <a:gd name="connsiteY38" fmla="*/ 1057212 h 2237474"/>
              <a:gd name="connsiteX39" fmla="*/ 8886001 w 12192000"/>
              <a:gd name="connsiteY39" fmla="*/ 1067468 h 2237474"/>
              <a:gd name="connsiteX40" fmla="*/ 8838610 w 12192000"/>
              <a:gd name="connsiteY40" fmla="*/ 1075091 h 2237474"/>
              <a:gd name="connsiteX41" fmla="*/ 8750383 w 12192000"/>
              <a:gd name="connsiteY41" fmla="*/ 1097387 h 2237474"/>
              <a:gd name="connsiteX42" fmla="*/ 8665605 w 12192000"/>
              <a:gd name="connsiteY42" fmla="*/ 1110791 h 2237474"/>
              <a:gd name="connsiteX43" fmla="*/ 8584946 w 12192000"/>
              <a:gd name="connsiteY43" fmla="*/ 1135226 h 2237474"/>
              <a:gd name="connsiteX44" fmla="*/ 8460755 w 12192000"/>
              <a:gd name="connsiteY44" fmla="*/ 1203427 h 2237474"/>
              <a:gd name="connsiteX45" fmla="*/ 8419755 w 12192000"/>
              <a:gd name="connsiteY45" fmla="*/ 1216260 h 2237474"/>
              <a:gd name="connsiteX46" fmla="*/ 8411626 w 12192000"/>
              <a:gd name="connsiteY46" fmla="*/ 1214397 h 2237474"/>
              <a:gd name="connsiteX47" fmla="*/ 8363469 w 12192000"/>
              <a:gd name="connsiteY47" fmla="*/ 1246658 h 2237474"/>
              <a:gd name="connsiteX48" fmla="*/ 8275497 w 12192000"/>
              <a:gd name="connsiteY48" fmla="*/ 1264396 h 2237474"/>
              <a:gd name="connsiteX49" fmla="*/ 8206287 w 12192000"/>
              <a:gd name="connsiteY49" fmla="*/ 1273060 h 2237474"/>
              <a:gd name="connsiteX50" fmla="*/ 8168705 w 12192000"/>
              <a:gd name="connsiteY50" fmla="*/ 1279956 h 2237474"/>
              <a:gd name="connsiteX51" fmla="*/ 8139997 w 12192000"/>
              <a:gd name="connsiteY51" fmla="*/ 1282713 h 2237474"/>
              <a:gd name="connsiteX52" fmla="*/ 8074238 w 12192000"/>
              <a:gd name="connsiteY52" fmla="*/ 1301895 h 2237474"/>
              <a:gd name="connsiteX53" fmla="*/ 7968292 w 12192000"/>
              <a:gd name="connsiteY53" fmla="*/ 1338779 h 2237474"/>
              <a:gd name="connsiteX54" fmla="*/ 7902328 w 12192000"/>
              <a:gd name="connsiteY54" fmla="*/ 1345865 h 2237474"/>
              <a:gd name="connsiteX55" fmla="*/ 7875879 w 12192000"/>
              <a:gd name="connsiteY55" fmla="*/ 1345646 h 2237474"/>
              <a:gd name="connsiteX56" fmla="*/ 7840612 w 12192000"/>
              <a:gd name="connsiteY56" fmla="*/ 1369373 h 2237474"/>
              <a:gd name="connsiteX57" fmla="*/ 7786819 w 12192000"/>
              <a:gd name="connsiteY57" fmla="*/ 1378970 h 2237474"/>
              <a:gd name="connsiteX58" fmla="*/ 7548172 w 12192000"/>
              <a:gd name="connsiteY58" fmla="*/ 1417460 h 2237474"/>
              <a:gd name="connsiteX59" fmla="*/ 7483437 w 12192000"/>
              <a:gd name="connsiteY59" fmla="*/ 1478152 h 2237474"/>
              <a:gd name="connsiteX60" fmla="*/ 7377870 w 12192000"/>
              <a:gd name="connsiteY60" fmla="*/ 1523319 h 2237474"/>
              <a:gd name="connsiteX61" fmla="*/ 7230737 w 12192000"/>
              <a:gd name="connsiteY61" fmla="*/ 1562633 h 2237474"/>
              <a:gd name="connsiteX62" fmla="*/ 7224458 w 12192000"/>
              <a:gd name="connsiteY62" fmla="*/ 1573008 h 2237474"/>
              <a:gd name="connsiteX63" fmla="*/ 7183121 w 12192000"/>
              <a:gd name="connsiteY63" fmla="*/ 1595162 h 2237474"/>
              <a:gd name="connsiteX64" fmla="*/ 7164601 w 12192000"/>
              <a:gd name="connsiteY64" fmla="*/ 1606490 h 2237474"/>
              <a:gd name="connsiteX65" fmla="*/ 7092727 w 12192000"/>
              <a:gd name="connsiteY65" fmla="*/ 1623628 h 2237474"/>
              <a:gd name="connsiteX66" fmla="*/ 7031309 w 12192000"/>
              <a:gd name="connsiteY66" fmla="*/ 1619451 h 2237474"/>
              <a:gd name="connsiteX67" fmla="*/ 6900177 w 12192000"/>
              <a:gd name="connsiteY67" fmla="*/ 1636016 h 2237474"/>
              <a:gd name="connsiteX68" fmla="*/ 6795372 w 12192000"/>
              <a:gd name="connsiteY68" fmla="*/ 1644845 h 2237474"/>
              <a:gd name="connsiteX69" fmla="*/ 6692251 w 12192000"/>
              <a:gd name="connsiteY69" fmla="*/ 1656357 h 2237474"/>
              <a:gd name="connsiteX70" fmla="*/ 6655235 w 12192000"/>
              <a:gd name="connsiteY70" fmla="*/ 1661869 h 2237474"/>
              <a:gd name="connsiteX71" fmla="*/ 6554894 w 12192000"/>
              <a:gd name="connsiteY71" fmla="*/ 1664428 h 2237474"/>
              <a:gd name="connsiteX72" fmla="*/ 6516595 w 12192000"/>
              <a:gd name="connsiteY72" fmla="*/ 1667475 h 2237474"/>
              <a:gd name="connsiteX73" fmla="*/ 6508541 w 12192000"/>
              <a:gd name="connsiteY73" fmla="*/ 1668757 h 2237474"/>
              <a:gd name="connsiteX74" fmla="*/ 6471012 w 12192000"/>
              <a:gd name="connsiteY74" fmla="*/ 1678604 h 2237474"/>
              <a:gd name="connsiteX75" fmla="*/ 6364035 w 12192000"/>
              <a:gd name="connsiteY75" fmla="*/ 1667683 h 2237474"/>
              <a:gd name="connsiteX76" fmla="*/ 6280959 w 12192000"/>
              <a:gd name="connsiteY76" fmla="*/ 1689329 h 2237474"/>
              <a:gd name="connsiteX77" fmla="*/ 6243319 w 12192000"/>
              <a:gd name="connsiteY77" fmla="*/ 1695560 h 2237474"/>
              <a:gd name="connsiteX78" fmla="*/ 6098321 w 12192000"/>
              <a:gd name="connsiteY78" fmla="*/ 1721646 h 2237474"/>
              <a:gd name="connsiteX79" fmla="*/ 5880652 w 12192000"/>
              <a:gd name="connsiteY79" fmla="*/ 1779643 h 2237474"/>
              <a:gd name="connsiteX80" fmla="*/ 5785959 w 12192000"/>
              <a:gd name="connsiteY80" fmla="*/ 1775307 h 2237474"/>
              <a:gd name="connsiteX81" fmla="*/ 5643534 w 12192000"/>
              <a:gd name="connsiteY81" fmla="*/ 1802919 h 2237474"/>
              <a:gd name="connsiteX82" fmla="*/ 5518799 w 12192000"/>
              <a:gd name="connsiteY82" fmla="*/ 1818312 h 2237474"/>
              <a:gd name="connsiteX83" fmla="*/ 5505014 w 12192000"/>
              <a:gd name="connsiteY83" fmla="*/ 1819259 h 2237474"/>
              <a:gd name="connsiteX84" fmla="*/ 5453307 w 12192000"/>
              <a:gd name="connsiteY84" fmla="*/ 1815450 h 2237474"/>
              <a:gd name="connsiteX85" fmla="*/ 5221533 w 12192000"/>
              <a:gd name="connsiteY85" fmla="*/ 1846950 h 2237474"/>
              <a:gd name="connsiteX86" fmla="*/ 5149802 w 12192000"/>
              <a:gd name="connsiteY86" fmla="*/ 1844846 h 2237474"/>
              <a:gd name="connsiteX87" fmla="*/ 5114927 w 12192000"/>
              <a:gd name="connsiteY87" fmla="*/ 1847827 h 2237474"/>
              <a:gd name="connsiteX88" fmla="*/ 5108970 w 12192000"/>
              <a:gd name="connsiteY88" fmla="*/ 1847935 h 2237474"/>
              <a:gd name="connsiteX89" fmla="*/ 5067961 w 12192000"/>
              <a:gd name="connsiteY89" fmla="*/ 1845917 h 2237474"/>
              <a:gd name="connsiteX90" fmla="*/ 5007075 w 12192000"/>
              <a:gd name="connsiteY90" fmla="*/ 1838626 h 2237474"/>
              <a:gd name="connsiteX91" fmla="*/ 4944087 w 12192000"/>
              <a:gd name="connsiteY91" fmla="*/ 1823332 h 2237474"/>
              <a:gd name="connsiteX92" fmla="*/ 4907662 w 12192000"/>
              <a:gd name="connsiteY92" fmla="*/ 1816900 h 2237474"/>
              <a:gd name="connsiteX93" fmla="*/ 4882386 w 12192000"/>
              <a:gd name="connsiteY93" fmla="*/ 1809844 h 2237474"/>
              <a:gd name="connsiteX94" fmla="*/ 4811440 w 12192000"/>
              <a:gd name="connsiteY94" fmla="*/ 1804655 h 2237474"/>
              <a:gd name="connsiteX95" fmla="*/ 4691075 w 12192000"/>
              <a:gd name="connsiteY95" fmla="*/ 1801389 h 2237474"/>
              <a:gd name="connsiteX96" fmla="*/ 4611738 w 12192000"/>
              <a:gd name="connsiteY96" fmla="*/ 1776964 h 2237474"/>
              <a:gd name="connsiteX97" fmla="*/ 4560070 w 12192000"/>
              <a:gd name="connsiteY97" fmla="*/ 1785640 h 2237474"/>
              <a:gd name="connsiteX98" fmla="*/ 4536503 w 12192000"/>
              <a:gd name="connsiteY98" fmla="*/ 1785334 h 2237474"/>
              <a:gd name="connsiteX99" fmla="*/ 4513724 w 12192000"/>
              <a:gd name="connsiteY99" fmla="*/ 1791996 h 2237474"/>
              <a:gd name="connsiteX100" fmla="*/ 4459810 w 12192000"/>
              <a:gd name="connsiteY100" fmla="*/ 1797886 h 2237474"/>
              <a:gd name="connsiteX101" fmla="*/ 4379064 w 12192000"/>
              <a:gd name="connsiteY101" fmla="*/ 1817177 h 2237474"/>
              <a:gd name="connsiteX102" fmla="*/ 4290981 w 12192000"/>
              <a:gd name="connsiteY102" fmla="*/ 1839677 h 2237474"/>
              <a:gd name="connsiteX103" fmla="*/ 4238372 w 12192000"/>
              <a:gd name="connsiteY103" fmla="*/ 1851480 h 2237474"/>
              <a:gd name="connsiteX104" fmla="*/ 4232517 w 12192000"/>
              <a:gd name="connsiteY104" fmla="*/ 1852567 h 2237474"/>
              <a:gd name="connsiteX105" fmla="*/ 4191732 w 12192000"/>
              <a:gd name="connsiteY105" fmla="*/ 1857328 h 2237474"/>
              <a:gd name="connsiteX106" fmla="*/ 4065532 w 12192000"/>
              <a:gd name="connsiteY106" fmla="*/ 1855477 h 2237474"/>
              <a:gd name="connsiteX107" fmla="*/ 4028460 w 12192000"/>
              <a:gd name="connsiteY107" fmla="*/ 1855137 h 2237474"/>
              <a:gd name="connsiteX108" fmla="*/ 4002267 w 12192000"/>
              <a:gd name="connsiteY108" fmla="*/ 1852352 h 2237474"/>
              <a:gd name="connsiteX109" fmla="*/ 3931396 w 12192000"/>
              <a:gd name="connsiteY109" fmla="*/ 1858915 h 2237474"/>
              <a:gd name="connsiteX110" fmla="*/ 3812162 w 12192000"/>
              <a:gd name="connsiteY110" fmla="*/ 1875501 h 2237474"/>
              <a:gd name="connsiteX111" fmla="*/ 3729530 w 12192000"/>
              <a:gd name="connsiteY111" fmla="*/ 1864513 h 2237474"/>
              <a:gd name="connsiteX112" fmla="*/ 3680177 w 12192000"/>
              <a:gd name="connsiteY112" fmla="*/ 1881552 h 2237474"/>
              <a:gd name="connsiteX113" fmla="*/ 3567259 w 12192000"/>
              <a:gd name="connsiteY113" fmla="*/ 1893482 h 2237474"/>
              <a:gd name="connsiteX114" fmla="*/ 3405770 w 12192000"/>
              <a:gd name="connsiteY114" fmla="*/ 1904591 h 2237474"/>
              <a:gd name="connsiteX115" fmla="*/ 3280097 w 12192000"/>
              <a:gd name="connsiteY115" fmla="*/ 1919610 h 2237474"/>
              <a:gd name="connsiteX116" fmla="*/ 3123424 w 12192000"/>
              <a:gd name="connsiteY116" fmla="*/ 1952930 h 2237474"/>
              <a:gd name="connsiteX117" fmla="*/ 3009910 w 12192000"/>
              <a:gd name="connsiteY117" fmla="*/ 1957866 h 2237474"/>
              <a:gd name="connsiteX118" fmla="*/ 2995934 w 12192000"/>
              <a:gd name="connsiteY118" fmla="*/ 1967085 h 2237474"/>
              <a:gd name="connsiteX119" fmla="*/ 2980071 w 12192000"/>
              <a:gd name="connsiteY119" fmla="*/ 1972988 h 2237474"/>
              <a:gd name="connsiteX120" fmla="*/ 2978094 w 12192000"/>
              <a:gd name="connsiteY120" fmla="*/ 1972369 h 2237474"/>
              <a:gd name="connsiteX121" fmla="*/ 2942858 w 12192000"/>
              <a:gd name="connsiteY121" fmla="*/ 1981367 h 2237474"/>
              <a:gd name="connsiteX122" fmla="*/ 2875436 w 12192000"/>
              <a:gd name="connsiteY122" fmla="*/ 1996977 h 2237474"/>
              <a:gd name="connsiteX123" fmla="*/ 2874892 w 12192000"/>
              <a:gd name="connsiteY123" fmla="*/ 1996085 h 2237474"/>
              <a:gd name="connsiteX124" fmla="*/ 2864145 w 12192000"/>
              <a:gd name="connsiteY124" fmla="*/ 1994061 h 2237474"/>
              <a:gd name="connsiteX125" fmla="*/ 2843662 w 12192000"/>
              <a:gd name="connsiteY125" fmla="*/ 1992498 h 2237474"/>
              <a:gd name="connsiteX126" fmla="*/ 2796128 w 12192000"/>
              <a:gd name="connsiteY126" fmla="*/ 1976403 h 2237474"/>
              <a:gd name="connsiteX127" fmla="*/ 2756784 w 12192000"/>
              <a:gd name="connsiteY127" fmla="*/ 1985116 h 2237474"/>
              <a:gd name="connsiteX128" fmla="*/ 2748833 w 12192000"/>
              <a:gd name="connsiteY128" fmla="*/ 1986323 h 2237474"/>
              <a:gd name="connsiteX129" fmla="*/ 2748661 w 12192000"/>
              <a:gd name="connsiteY129" fmla="*/ 1986122 h 2237474"/>
              <a:gd name="connsiteX130" fmla="*/ 2740251 w 12192000"/>
              <a:gd name="connsiteY130" fmla="*/ 1986946 h 2237474"/>
              <a:gd name="connsiteX131" fmla="*/ 2718916 w 12192000"/>
              <a:gd name="connsiteY131" fmla="*/ 1990867 h 2237474"/>
              <a:gd name="connsiteX132" fmla="*/ 2713522 w 12192000"/>
              <a:gd name="connsiteY132" fmla="*/ 1990173 h 2237474"/>
              <a:gd name="connsiteX133" fmla="*/ 2680597 w 12192000"/>
              <a:gd name="connsiteY133" fmla="*/ 1984996 h 2237474"/>
              <a:gd name="connsiteX134" fmla="*/ 2578178 w 12192000"/>
              <a:gd name="connsiteY134" fmla="*/ 1990531 h 2237474"/>
              <a:gd name="connsiteX135" fmla="*/ 2476147 w 12192000"/>
              <a:gd name="connsiteY135" fmla="*/ 1998305 h 2237474"/>
              <a:gd name="connsiteX136" fmla="*/ 2373568 w 12192000"/>
              <a:gd name="connsiteY136" fmla="*/ 2003219 h 2237474"/>
              <a:gd name="connsiteX137" fmla="*/ 2321399 w 12192000"/>
              <a:gd name="connsiteY137" fmla="*/ 1989467 h 2237474"/>
              <a:gd name="connsiteX138" fmla="*/ 2315525 w 12192000"/>
              <a:gd name="connsiteY138" fmla="*/ 1989708 h 2237474"/>
              <a:gd name="connsiteX139" fmla="*/ 2300792 w 12192000"/>
              <a:gd name="connsiteY139" fmla="*/ 1994290 h 2237474"/>
              <a:gd name="connsiteX140" fmla="*/ 2295469 w 12192000"/>
              <a:gd name="connsiteY140" fmla="*/ 1996659 h 2237474"/>
              <a:gd name="connsiteX141" fmla="*/ 2287219 w 12192000"/>
              <a:gd name="connsiteY141" fmla="*/ 1998750 h 2237474"/>
              <a:gd name="connsiteX142" fmla="*/ 2286948 w 12192000"/>
              <a:gd name="connsiteY142" fmla="*/ 1998596 h 2237474"/>
              <a:gd name="connsiteX143" fmla="*/ 2243069 w 12192000"/>
              <a:gd name="connsiteY143" fmla="*/ 2015111 h 2237474"/>
              <a:gd name="connsiteX144" fmla="*/ 2186609 w 12192000"/>
              <a:gd name="connsiteY144" fmla="*/ 2008263 h 2237474"/>
              <a:gd name="connsiteX145" fmla="*/ 2164831 w 12192000"/>
              <a:gd name="connsiteY145" fmla="*/ 2010143 h 2237474"/>
              <a:gd name="connsiteX146" fmla="*/ 2152836 w 12192000"/>
              <a:gd name="connsiteY146" fmla="*/ 2010048 h 2237474"/>
              <a:gd name="connsiteX147" fmla="*/ 2117102 w 12192000"/>
              <a:gd name="connsiteY147" fmla="*/ 2023004 h 2237474"/>
              <a:gd name="connsiteX148" fmla="*/ 2111935 w 12192000"/>
              <a:gd name="connsiteY148" fmla="*/ 2023163 h 2237474"/>
              <a:gd name="connsiteX149" fmla="*/ 2089991 w 12192000"/>
              <a:gd name="connsiteY149" fmla="*/ 2034193 h 2237474"/>
              <a:gd name="connsiteX150" fmla="*/ 2058061 w 12192000"/>
              <a:gd name="connsiteY150" fmla="*/ 2047942 h 2237474"/>
              <a:gd name="connsiteX151" fmla="*/ 2055737 w 12192000"/>
              <a:gd name="connsiteY151" fmla="*/ 2047704 h 2237474"/>
              <a:gd name="connsiteX152" fmla="*/ 2042244 w 12192000"/>
              <a:gd name="connsiteY152" fmla="*/ 2055560 h 2237474"/>
              <a:gd name="connsiteX153" fmla="*/ 1976224 w 12192000"/>
              <a:gd name="connsiteY153" fmla="*/ 2074257 h 2237474"/>
              <a:gd name="connsiteX154" fmla="*/ 1877728 w 12192000"/>
              <a:gd name="connsiteY154" fmla="*/ 2101004 h 2237474"/>
              <a:gd name="connsiteX155" fmla="*/ 1759056 w 12192000"/>
              <a:gd name="connsiteY155" fmla="*/ 2125608 h 2237474"/>
              <a:gd name="connsiteX156" fmla="*/ 1637948 w 12192000"/>
              <a:gd name="connsiteY156" fmla="*/ 2172597 h 2237474"/>
              <a:gd name="connsiteX157" fmla="*/ 1434549 w 12192000"/>
              <a:gd name="connsiteY157" fmla="*/ 2234522 h 2237474"/>
              <a:gd name="connsiteX158" fmla="*/ 1398481 w 12192000"/>
              <a:gd name="connsiteY158" fmla="*/ 2237074 h 2237474"/>
              <a:gd name="connsiteX159" fmla="*/ 1398407 w 12192000"/>
              <a:gd name="connsiteY159" fmla="*/ 2237095 h 2237474"/>
              <a:gd name="connsiteX160" fmla="*/ 1370962 w 12192000"/>
              <a:gd name="connsiteY160" fmla="*/ 2237474 h 2237474"/>
              <a:gd name="connsiteX161" fmla="*/ 1356367 w 12192000"/>
              <a:gd name="connsiteY161" fmla="*/ 2235089 h 2237474"/>
              <a:gd name="connsiteX162" fmla="*/ 1324828 w 12192000"/>
              <a:gd name="connsiteY162" fmla="*/ 2231968 h 2237474"/>
              <a:gd name="connsiteX163" fmla="*/ 1297744 w 12192000"/>
              <a:gd name="connsiteY163" fmla="*/ 2235849 h 2237474"/>
              <a:gd name="connsiteX164" fmla="*/ 1286236 w 12192000"/>
              <a:gd name="connsiteY164" fmla="*/ 2233135 h 2237474"/>
              <a:gd name="connsiteX165" fmla="*/ 1283504 w 12192000"/>
              <a:gd name="connsiteY165" fmla="*/ 2233797 h 2237474"/>
              <a:gd name="connsiteX166" fmla="*/ 1279765 w 12192000"/>
              <a:gd name="connsiteY166" fmla="*/ 2229639 h 2237474"/>
              <a:gd name="connsiteX167" fmla="*/ 1195347 w 12192000"/>
              <a:gd name="connsiteY167" fmla="*/ 2212354 h 2237474"/>
              <a:gd name="connsiteX168" fmla="*/ 970251 w 12192000"/>
              <a:gd name="connsiteY168" fmla="*/ 2221029 h 2237474"/>
              <a:gd name="connsiteX169" fmla="*/ 812914 w 12192000"/>
              <a:gd name="connsiteY169" fmla="*/ 2202752 h 2237474"/>
              <a:gd name="connsiteX170" fmla="*/ 800195 w 12192000"/>
              <a:gd name="connsiteY170" fmla="*/ 2209407 h 2237474"/>
              <a:gd name="connsiteX171" fmla="*/ 784978 w 12192000"/>
              <a:gd name="connsiteY171" fmla="*/ 2212360 h 2237474"/>
              <a:gd name="connsiteX172" fmla="*/ 681987 w 12192000"/>
              <a:gd name="connsiteY172" fmla="*/ 2216757 h 2237474"/>
              <a:gd name="connsiteX173" fmla="*/ 669923 w 12192000"/>
              <a:gd name="connsiteY173" fmla="*/ 2211682 h 2237474"/>
              <a:gd name="connsiteX174" fmla="*/ 648680 w 12192000"/>
              <a:gd name="connsiteY174" fmla="*/ 2206229 h 2237474"/>
              <a:gd name="connsiteX175" fmla="*/ 597225 w 12192000"/>
              <a:gd name="connsiteY175" fmla="*/ 2180999 h 2237474"/>
              <a:gd name="connsiteX176" fmla="*/ 558449 w 12192000"/>
              <a:gd name="connsiteY176" fmla="*/ 2182346 h 2237474"/>
              <a:gd name="connsiteX177" fmla="*/ 550517 w 12192000"/>
              <a:gd name="connsiteY177" fmla="*/ 2182060 h 2237474"/>
              <a:gd name="connsiteX178" fmla="*/ 550309 w 12192000"/>
              <a:gd name="connsiteY178" fmla="*/ 2181825 h 2237474"/>
              <a:gd name="connsiteX179" fmla="*/ 541836 w 12192000"/>
              <a:gd name="connsiteY179" fmla="*/ 2181063 h 2237474"/>
              <a:gd name="connsiteX180" fmla="*/ 536057 w 12192000"/>
              <a:gd name="connsiteY180" fmla="*/ 2181537 h 2237474"/>
              <a:gd name="connsiteX181" fmla="*/ 520671 w 12192000"/>
              <a:gd name="connsiteY181" fmla="*/ 2180980 h 2237474"/>
              <a:gd name="connsiteX182" fmla="*/ 515024 w 12192000"/>
              <a:gd name="connsiteY182" fmla="*/ 2179258 h 2237474"/>
              <a:gd name="connsiteX183" fmla="*/ 512278 w 12192000"/>
              <a:gd name="connsiteY183" fmla="*/ 2176369 h 2237474"/>
              <a:gd name="connsiteX184" fmla="*/ 480419 w 12192000"/>
              <a:gd name="connsiteY184" fmla="*/ 2167807 h 2237474"/>
              <a:gd name="connsiteX185" fmla="*/ 413835 w 12192000"/>
              <a:gd name="connsiteY185" fmla="*/ 2156783 h 2237474"/>
              <a:gd name="connsiteX186" fmla="*/ 376513 w 12192000"/>
              <a:gd name="connsiteY186" fmla="*/ 2154014 h 2237474"/>
              <a:gd name="connsiteX187" fmla="*/ 273386 w 12192000"/>
              <a:gd name="connsiteY187" fmla="*/ 2142551 h 2237474"/>
              <a:gd name="connsiteX188" fmla="*/ 169207 w 12192000"/>
              <a:gd name="connsiteY188" fmla="*/ 2128100 h 2237474"/>
              <a:gd name="connsiteX189" fmla="*/ 93149 w 12192000"/>
              <a:gd name="connsiteY189" fmla="*/ 2105324 h 2237474"/>
              <a:gd name="connsiteX190" fmla="*/ 88109 w 12192000"/>
              <a:gd name="connsiteY190" fmla="*/ 2106704 h 2237474"/>
              <a:gd name="connsiteX191" fmla="*/ 80022 w 12192000"/>
              <a:gd name="connsiteY191" fmla="*/ 2107254 h 2237474"/>
              <a:gd name="connsiteX192" fmla="*/ 79717 w 12192000"/>
              <a:gd name="connsiteY192" fmla="*/ 2107046 h 2237474"/>
              <a:gd name="connsiteX193" fmla="*/ 72352 w 12192000"/>
              <a:gd name="connsiteY193" fmla="*/ 2107991 h 2237474"/>
              <a:gd name="connsiteX194" fmla="*/ 37645 w 12192000"/>
              <a:gd name="connsiteY194" fmla="*/ 2115401 h 2237474"/>
              <a:gd name="connsiteX195" fmla="*/ 4572 w 12192000"/>
              <a:gd name="connsiteY195" fmla="*/ 2111091 h 2237474"/>
              <a:gd name="connsiteX196" fmla="*/ 0 w 12192000"/>
              <a:gd name="connsiteY196" fmla="*/ 2110468 h 2237474"/>
              <a:gd name="connsiteX197" fmla="*/ 0 w 12192000"/>
              <a:gd name="connsiteY197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958984 w 12192000"/>
              <a:gd name="connsiteY38" fmla="*/ 1057212 h 2237474"/>
              <a:gd name="connsiteX39" fmla="*/ 8886001 w 12192000"/>
              <a:gd name="connsiteY39" fmla="*/ 1067468 h 2237474"/>
              <a:gd name="connsiteX40" fmla="*/ 8838610 w 12192000"/>
              <a:gd name="connsiteY40" fmla="*/ 1075091 h 2237474"/>
              <a:gd name="connsiteX41" fmla="*/ 8750383 w 12192000"/>
              <a:gd name="connsiteY41" fmla="*/ 1097387 h 2237474"/>
              <a:gd name="connsiteX42" fmla="*/ 8665605 w 12192000"/>
              <a:gd name="connsiteY42" fmla="*/ 1110791 h 2237474"/>
              <a:gd name="connsiteX43" fmla="*/ 8584946 w 12192000"/>
              <a:gd name="connsiteY43" fmla="*/ 1135226 h 2237474"/>
              <a:gd name="connsiteX44" fmla="*/ 8460755 w 12192000"/>
              <a:gd name="connsiteY44" fmla="*/ 1203427 h 2237474"/>
              <a:gd name="connsiteX45" fmla="*/ 8419755 w 12192000"/>
              <a:gd name="connsiteY45" fmla="*/ 1216260 h 2237474"/>
              <a:gd name="connsiteX46" fmla="*/ 8411626 w 12192000"/>
              <a:gd name="connsiteY46" fmla="*/ 1214397 h 2237474"/>
              <a:gd name="connsiteX47" fmla="*/ 8363469 w 12192000"/>
              <a:gd name="connsiteY47" fmla="*/ 1246658 h 2237474"/>
              <a:gd name="connsiteX48" fmla="*/ 8275497 w 12192000"/>
              <a:gd name="connsiteY48" fmla="*/ 1264396 h 2237474"/>
              <a:gd name="connsiteX49" fmla="*/ 8206287 w 12192000"/>
              <a:gd name="connsiteY49" fmla="*/ 1273060 h 2237474"/>
              <a:gd name="connsiteX50" fmla="*/ 8168705 w 12192000"/>
              <a:gd name="connsiteY50" fmla="*/ 1279956 h 2237474"/>
              <a:gd name="connsiteX51" fmla="*/ 8139997 w 12192000"/>
              <a:gd name="connsiteY51" fmla="*/ 1282713 h 2237474"/>
              <a:gd name="connsiteX52" fmla="*/ 8074238 w 12192000"/>
              <a:gd name="connsiteY52" fmla="*/ 1301895 h 2237474"/>
              <a:gd name="connsiteX53" fmla="*/ 7968292 w 12192000"/>
              <a:gd name="connsiteY53" fmla="*/ 1338779 h 2237474"/>
              <a:gd name="connsiteX54" fmla="*/ 7902328 w 12192000"/>
              <a:gd name="connsiteY54" fmla="*/ 1345865 h 2237474"/>
              <a:gd name="connsiteX55" fmla="*/ 7875879 w 12192000"/>
              <a:gd name="connsiteY55" fmla="*/ 1345646 h 2237474"/>
              <a:gd name="connsiteX56" fmla="*/ 7840612 w 12192000"/>
              <a:gd name="connsiteY56" fmla="*/ 1369373 h 2237474"/>
              <a:gd name="connsiteX57" fmla="*/ 7786819 w 12192000"/>
              <a:gd name="connsiteY57" fmla="*/ 1378970 h 2237474"/>
              <a:gd name="connsiteX58" fmla="*/ 7548172 w 12192000"/>
              <a:gd name="connsiteY58" fmla="*/ 1417460 h 2237474"/>
              <a:gd name="connsiteX59" fmla="*/ 7483437 w 12192000"/>
              <a:gd name="connsiteY59" fmla="*/ 1478152 h 2237474"/>
              <a:gd name="connsiteX60" fmla="*/ 7377870 w 12192000"/>
              <a:gd name="connsiteY60" fmla="*/ 1523319 h 2237474"/>
              <a:gd name="connsiteX61" fmla="*/ 7230737 w 12192000"/>
              <a:gd name="connsiteY61" fmla="*/ 1562633 h 2237474"/>
              <a:gd name="connsiteX62" fmla="*/ 7224458 w 12192000"/>
              <a:gd name="connsiteY62" fmla="*/ 1573008 h 2237474"/>
              <a:gd name="connsiteX63" fmla="*/ 7183121 w 12192000"/>
              <a:gd name="connsiteY63" fmla="*/ 1595162 h 2237474"/>
              <a:gd name="connsiteX64" fmla="*/ 7164601 w 12192000"/>
              <a:gd name="connsiteY64" fmla="*/ 1606490 h 2237474"/>
              <a:gd name="connsiteX65" fmla="*/ 7092727 w 12192000"/>
              <a:gd name="connsiteY65" fmla="*/ 1623628 h 2237474"/>
              <a:gd name="connsiteX66" fmla="*/ 7031309 w 12192000"/>
              <a:gd name="connsiteY66" fmla="*/ 1619451 h 2237474"/>
              <a:gd name="connsiteX67" fmla="*/ 6900177 w 12192000"/>
              <a:gd name="connsiteY67" fmla="*/ 1636016 h 2237474"/>
              <a:gd name="connsiteX68" fmla="*/ 6795372 w 12192000"/>
              <a:gd name="connsiteY68" fmla="*/ 1644845 h 2237474"/>
              <a:gd name="connsiteX69" fmla="*/ 6692251 w 12192000"/>
              <a:gd name="connsiteY69" fmla="*/ 1656357 h 2237474"/>
              <a:gd name="connsiteX70" fmla="*/ 6655235 w 12192000"/>
              <a:gd name="connsiteY70" fmla="*/ 1661869 h 2237474"/>
              <a:gd name="connsiteX71" fmla="*/ 6554894 w 12192000"/>
              <a:gd name="connsiteY71" fmla="*/ 1664428 h 2237474"/>
              <a:gd name="connsiteX72" fmla="*/ 6516595 w 12192000"/>
              <a:gd name="connsiteY72" fmla="*/ 1667475 h 2237474"/>
              <a:gd name="connsiteX73" fmla="*/ 6508541 w 12192000"/>
              <a:gd name="connsiteY73" fmla="*/ 1668757 h 2237474"/>
              <a:gd name="connsiteX74" fmla="*/ 6471012 w 12192000"/>
              <a:gd name="connsiteY74" fmla="*/ 1678604 h 2237474"/>
              <a:gd name="connsiteX75" fmla="*/ 6364035 w 12192000"/>
              <a:gd name="connsiteY75" fmla="*/ 1667683 h 2237474"/>
              <a:gd name="connsiteX76" fmla="*/ 6280959 w 12192000"/>
              <a:gd name="connsiteY76" fmla="*/ 1689329 h 2237474"/>
              <a:gd name="connsiteX77" fmla="*/ 6243319 w 12192000"/>
              <a:gd name="connsiteY77" fmla="*/ 1695560 h 2237474"/>
              <a:gd name="connsiteX78" fmla="*/ 6098321 w 12192000"/>
              <a:gd name="connsiteY78" fmla="*/ 1721646 h 2237474"/>
              <a:gd name="connsiteX79" fmla="*/ 5880652 w 12192000"/>
              <a:gd name="connsiteY79" fmla="*/ 1779643 h 2237474"/>
              <a:gd name="connsiteX80" fmla="*/ 5785959 w 12192000"/>
              <a:gd name="connsiteY80" fmla="*/ 1775307 h 2237474"/>
              <a:gd name="connsiteX81" fmla="*/ 5643534 w 12192000"/>
              <a:gd name="connsiteY81" fmla="*/ 1802919 h 2237474"/>
              <a:gd name="connsiteX82" fmla="*/ 5518799 w 12192000"/>
              <a:gd name="connsiteY82" fmla="*/ 1818312 h 2237474"/>
              <a:gd name="connsiteX83" fmla="*/ 5505014 w 12192000"/>
              <a:gd name="connsiteY83" fmla="*/ 1819259 h 2237474"/>
              <a:gd name="connsiteX84" fmla="*/ 5453307 w 12192000"/>
              <a:gd name="connsiteY84" fmla="*/ 1815450 h 2237474"/>
              <a:gd name="connsiteX85" fmla="*/ 5221533 w 12192000"/>
              <a:gd name="connsiteY85" fmla="*/ 1846950 h 2237474"/>
              <a:gd name="connsiteX86" fmla="*/ 5149802 w 12192000"/>
              <a:gd name="connsiteY86" fmla="*/ 1844846 h 2237474"/>
              <a:gd name="connsiteX87" fmla="*/ 5114927 w 12192000"/>
              <a:gd name="connsiteY87" fmla="*/ 1847827 h 2237474"/>
              <a:gd name="connsiteX88" fmla="*/ 5108970 w 12192000"/>
              <a:gd name="connsiteY88" fmla="*/ 1847935 h 2237474"/>
              <a:gd name="connsiteX89" fmla="*/ 5067961 w 12192000"/>
              <a:gd name="connsiteY89" fmla="*/ 1845917 h 2237474"/>
              <a:gd name="connsiteX90" fmla="*/ 5007075 w 12192000"/>
              <a:gd name="connsiteY90" fmla="*/ 1838626 h 2237474"/>
              <a:gd name="connsiteX91" fmla="*/ 4944087 w 12192000"/>
              <a:gd name="connsiteY91" fmla="*/ 1823332 h 2237474"/>
              <a:gd name="connsiteX92" fmla="*/ 4907662 w 12192000"/>
              <a:gd name="connsiteY92" fmla="*/ 1816900 h 2237474"/>
              <a:gd name="connsiteX93" fmla="*/ 4882386 w 12192000"/>
              <a:gd name="connsiteY93" fmla="*/ 1809844 h 2237474"/>
              <a:gd name="connsiteX94" fmla="*/ 4811440 w 12192000"/>
              <a:gd name="connsiteY94" fmla="*/ 1804655 h 2237474"/>
              <a:gd name="connsiteX95" fmla="*/ 4691075 w 12192000"/>
              <a:gd name="connsiteY95" fmla="*/ 1801389 h 2237474"/>
              <a:gd name="connsiteX96" fmla="*/ 4611738 w 12192000"/>
              <a:gd name="connsiteY96" fmla="*/ 1776964 h 2237474"/>
              <a:gd name="connsiteX97" fmla="*/ 4560070 w 12192000"/>
              <a:gd name="connsiteY97" fmla="*/ 1785640 h 2237474"/>
              <a:gd name="connsiteX98" fmla="*/ 4536503 w 12192000"/>
              <a:gd name="connsiteY98" fmla="*/ 1785334 h 2237474"/>
              <a:gd name="connsiteX99" fmla="*/ 4513724 w 12192000"/>
              <a:gd name="connsiteY99" fmla="*/ 1791996 h 2237474"/>
              <a:gd name="connsiteX100" fmla="*/ 4459810 w 12192000"/>
              <a:gd name="connsiteY100" fmla="*/ 1797886 h 2237474"/>
              <a:gd name="connsiteX101" fmla="*/ 4379064 w 12192000"/>
              <a:gd name="connsiteY101" fmla="*/ 1817177 h 2237474"/>
              <a:gd name="connsiteX102" fmla="*/ 4290981 w 12192000"/>
              <a:gd name="connsiteY102" fmla="*/ 1839677 h 2237474"/>
              <a:gd name="connsiteX103" fmla="*/ 4238372 w 12192000"/>
              <a:gd name="connsiteY103" fmla="*/ 1851480 h 2237474"/>
              <a:gd name="connsiteX104" fmla="*/ 4232517 w 12192000"/>
              <a:gd name="connsiteY104" fmla="*/ 1852567 h 2237474"/>
              <a:gd name="connsiteX105" fmla="*/ 4191732 w 12192000"/>
              <a:gd name="connsiteY105" fmla="*/ 1857328 h 2237474"/>
              <a:gd name="connsiteX106" fmla="*/ 4065532 w 12192000"/>
              <a:gd name="connsiteY106" fmla="*/ 1855477 h 2237474"/>
              <a:gd name="connsiteX107" fmla="*/ 4028460 w 12192000"/>
              <a:gd name="connsiteY107" fmla="*/ 1855137 h 2237474"/>
              <a:gd name="connsiteX108" fmla="*/ 4002267 w 12192000"/>
              <a:gd name="connsiteY108" fmla="*/ 1852352 h 2237474"/>
              <a:gd name="connsiteX109" fmla="*/ 3931396 w 12192000"/>
              <a:gd name="connsiteY109" fmla="*/ 1858915 h 2237474"/>
              <a:gd name="connsiteX110" fmla="*/ 3812162 w 12192000"/>
              <a:gd name="connsiteY110" fmla="*/ 1875501 h 2237474"/>
              <a:gd name="connsiteX111" fmla="*/ 3729530 w 12192000"/>
              <a:gd name="connsiteY111" fmla="*/ 1864513 h 2237474"/>
              <a:gd name="connsiteX112" fmla="*/ 3680177 w 12192000"/>
              <a:gd name="connsiteY112" fmla="*/ 1881552 h 2237474"/>
              <a:gd name="connsiteX113" fmla="*/ 3567259 w 12192000"/>
              <a:gd name="connsiteY113" fmla="*/ 1893482 h 2237474"/>
              <a:gd name="connsiteX114" fmla="*/ 3405770 w 12192000"/>
              <a:gd name="connsiteY114" fmla="*/ 1904591 h 2237474"/>
              <a:gd name="connsiteX115" fmla="*/ 3280097 w 12192000"/>
              <a:gd name="connsiteY115" fmla="*/ 1919610 h 2237474"/>
              <a:gd name="connsiteX116" fmla="*/ 3123424 w 12192000"/>
              <a:gd name="connsiteY116" fmla="*/ 1952930 h 2237474"/>
              <a:gd name="connsiteX117" fmla="*/ 3009910 w 12192000"/>
              <a:gd name="connsiteY117" fmla="*/ 1957866 h 2237474"/>
              <a:gd name="connsiteX118" fmla="*/ 2995934 w 12192000"/>
              <a:gd name="connsiteY118" fmla="*/ 1967085 h 2237474"/>
              <a:gd name="connsiteX119" fmla="*/ 2980071 w 12192000"/>
              <a:gd name="connsiteY119" fmla="*/ 1972988 h 2237474"/>
              <a:gd name="connsiteX120" fmla="*/ 2978094 w 12192000"/>
              <a:gd name="connsiteY120" fmla="*/ 1972369 h 2237474"/>
              <a:gd name="connsiteX121" fmla="*/ 2942858 w 12192000"/>
              <a:gd name="connsiteY121" fmla="*/ 1981367 h 2237474"/>
              <a:gd name="connsiteX122" fmla="*/ 2875436 w 12192000"/>
              <a:gd name="connsiteY122" fmla="*/ 1996977 h 2237474"/>
              <a:gd name="connsiteX123" fmla="*/ 2874892 w 12192000"/>
              <a:gd name="connsiteY123" fmla="*/ 1996085 h 2237474"/>
              <a:gd name="connsiteX124" fmla="*/ 2864145 w 12192000"/>
              <a:gd name="connsiteY124" fmla="*/ 1994061 h 2237474"/>
              <a:gd name="connsiteX125" fmla="*/ 2843662 w 12192000"/>
              <a:gd name="connsiteY125" fmla="*/ 1992498 h 2237474"/>
              <a:gd name="connsiteX126" fmla="*/ 2796128 w 12192000"/>
              <a:gd name="connsiteY126" fmla="*/ 1976403 h 2237474"/>
              <a:gd name="connsiteX127" fmla="*/ 2756784 w 12192000"/>
              <a:gd name="connsiteY127" fmla="*/ 1985116 h 2237474"/>
              <a:gd name="connsiteX128" fmla="*/ 2748833 w 12192000"/>
              <a:gd name="connsiteY128" fmla="*/ 1986323 h 2237474"/>
              <a:gd name="connsiteX129" fmla="*/ 2748661 w 12192000"/>
              <a:gd name="connsiteY129" fmla="*/ 1986122 h 2237474"/>
              <a:gd name="connsiteX130" fmla="*/ 2740251 w 12192000"/>
              <a:gd name="connsiteY130" fmla="*/ 1986946 h 2237474"/>
              <a:gd name="connsiteX131" fmla="*/ 2718916 w 12192000"/>
              <a:gd name="connsiteY131" fmla="*/ 1990867 h 2237474"/>
              <a:gd name="connsiteX132" fmla="*/ 2713522 w 12192000"/>
              <a:gd name="connsiteY132" fmla="*/ 1990173 h 2237474"/>
              <a:gd name="connsiteX133" fmla="*/ 2680597 w 12192000"/>
              <a:gd name="connsiteY133" fmla="*/ 1984996 h 2237474"/>
              <a:gd name="connsiteX134" fmla="*/ 2578178 w 12192000"/>
              <a:gd name="connsiteY134" fmla="*/ 1990531 h 2237474"/>
              <a:gd name="connsiteX135" fmla="*/ 2476147 w 12192000"/>
              <a:gd name="connsiteY135" fmla="*/ 1998305 h 2237474"/>
              <a:gd name="connsiteX136" fmla="*/ 2373568 w 12192000"/>
              <a:gd name="connsiteY136" fmla="*/ 2003219 h 2237474"/>
              <a:gd name="connsiteX137" fmla="*/ 2321399 w 12192000"/>
              <a:gd name="connsiteY137" fmla="*/ 1989467 h 2237474"/>
              <a:gd name="connsiteX138" fmla="*/ 2315525 w 12192000"/>
              <a:gd name="connsiteY138" fmla="*/ 1989708 h 2237474"/>
              <a:gd name="connsiteX139" fmla="*/ 2300792 w 12192000"/>
              <a:gd name="connsiteY139" fmla="*/ 1994290 h 2237474"/>
              <a:gd name="connsiteX140" fmla="*/ 2295469 w 12192000"/>
              <a:gd name="connsiteY140" fmla="*/ 1996659 h 2237474"/>
              <a:gd name="connsiteX141" fmla="*/ 2287219 w 12192000"/>
              <a:gd name="connsiteY141" fmla="*/ 1998750 h 2237474"/>
              <a:gd name="connsiteX142" fmla="*/ 2286948 w 12192000"/>
              <a:gd name="connsiteY142" fmla="*/ 1998596 h 2237474"/>
              <a:gd name="connsiteX143" fmla="*/ 2243069 w 12192000"/>
              <a:gd name="connsiteY143" fmla="*/ 2015111 h 2237474"/>
              <a:gd name="connsiteX144" fmla="*/ 2186609 w 12192000"/>
              <a:gd name="connsiteY144" fmla="*/ 2008263 h 2237474"/>
              <a:gd name="connsiteX145" fmla="*/ 2164831 w 12192000"/>
              <a:gd name="connsiteY145" fmla="*/ 2010143 h 2237474"/>
              <a:gd name="connsiteX146" fmla="*/ 2152836 w 12192000"/>
              <a:gd name="connsiteY146" fmla="*/ 2010048 h 2237474"/>
              <a:gd name="connsiteX147" fmla="*/ 2117102 w 12192000"/>
              <a:gd name="connsiteY147" fmla="*/ 2023004 h 2237474"/>
              <a:gd name="connsiteX148" fmla="*/ 2111935 w 12192000"/>
              <a:gd name="connsiteY148" fmla="*/ 2023163 h 2237474"/>
              <a:gd name="connsiteX149" fmla="*/ 2089991 w 12192000"/>
              <a:gd name="connsiteY149" fmla="*/ 2034193 h 2237474"/>
              <a:gd name="connsiteX150" fmla="*/ 2058061 w 12192000"/>
              <a:gd name="connsiteY150" fmla="*/ 2047942 h 2237474"/>
              <a:gd name="connsiteX151" fmla="*/ 2055737 w 12192000"/>
              <a:gd name="connsiteY151" fmla="*/ 2047704 h 2237474"/>
              <a:gd name="connsiteX152" fmla="*/ 2042244 w 12192000"/>
              <a:gd name="connsiteY152" fmla="*/ 2055560 h 2237474"/>
              <a:gd name="connsiteX153" fmla="*/ 1976224 w 12192000"/>
              <a:gd name="connsiteY153" fmla="*/ 2074257 h 2237474"/>
              <a:gd name="connsiteX154" fmla="*/ 1877728 w 12192000"/>
              <a:gd name="connsiteY154" fmla="*/ 2101004 h 2237474"/>
              <a:gd name="connsiteX155" fmla="*/ 1759056 w 12192000"/>
              <a:gd name="connsiteY155" fmla="*/ 2125608 h 2237474"/>
              <a:gd name="connsiteX156" fmla="*/ 1637948 w 12192000"/>
              <a:gd name="connsiteY156" fmla="*/ 2172597 h 2237474"/>
              <a:gd name="connsiteX157" fmla="*/ 1434549 w 12192000"/>
              <a:gd name="connsiteY157" fmla="*/ 2234522 h 2237474"/>
              <a:gd name="connsiteX158" fmla="*/ 1398481 w 12192000"/>
              <a:gd name="connsiteY158" fmla="*/ 2237074 h 2237474"/>
              <a:gd name="connsiteX159" fmla="*/ 1398407 w 12192000"/>
              <a:gd name="connsiteY159" fmla="*/ 2237095 h 2237474"/>
              <a:gd name="connsiteX160" fmla="*/ 1370962 w 12192000"/>
              <a:gd name="connsiteY160" fmla="*/ 2237474 h 2237474"/>
              <a:gd name="connsiteX161" fmla="*/ 1356367 w 12192000"/>
              <a:gd name="connsiteY161" fmla="*/ 2235089 h 2237474"/>
              <a:gd name="connsiteX162" fmla="*/ 1324828 w 12192000"/>
              <a:gd name="connsiteY162" fmla="*/ 2231968 h 2237474"/>
              <a:gd name="connsiteX163" fmla="*/ 1297744 w 12192000"/>
              <a:gd name="connsiteY163" fmla="*/ 2235849 h 2237474"/>
              <a:gd name="connsiteX164" fmla="*/ 1286236 w 12192000"/>
              <a:gd name="connsiteY164" fmla="*/ 2233135 h 2237474"/>
              <a:gd name="connsiteX165" fmla="*/ 1283504 w 12192000"/>
              <a:gd name="connsiteY165" fmla="*/ 2233797 h 2237474"/>
              <a:gd name="connsiteX166" fmla="*/ 1279765 w 12192000"/>
              <a:gd name="connsiteY166" fmla="*/ 2229639 h 2237474"/>
              <a:gd name="connsiteX167" fmla="*/ 1195347 w 12192000"/>
              <a:gd name="connsiteY167" fmla="*/ 2212354 h 2237474"/>
              <a:gd name="connsiteX168" fmla="*/ 970251 w 12192000"/>
              <a:gd name="connsiteY168" fmla="*/ 2221029 h 2237474"/>
              <a:gd name="connsiteX169" fmla="*/ 812914 w 12192000"/>
              <a:gd name="connsiteY169" fmla="*/ 2202752 h 2237474"/>
              <a:gd name="connsiteX170" fmla="*/ 800195 w 12192000"/>
              <a:gd name="connsiteY170" fmla="*/ 2209407 h 2237474"/>
              <a:gd name="connsiteX171" fmla="*/ 784978 w 12192000"/>
              <a:gd name="connsiteY171" fmla="*/ 2212360 h 2237474"/>
              <a:gd name="connsiteX172" fmla="*/ 681987 w 12192000"/>
              <a:gd name="connsiteY172" fmla="*/ 2216757 h 2237474"/>
              <a:gd name="connsiteX173" fmla="*/ 669923 w 12192000"/>
              <a:gd name="connsiteY173" fmla="*/ 2211682 h 2237474"/>
              <a:gd name="connsiteX174" fmla="*/ 648680 w 12192000"/>
              <a:gd name="connsiteY174" fmla="*/ 2206229 h 2237474"/>
              <a:gd name="connsiteX175" fmla="*/ 597225 w 12192000"/>
              <a:gd name="connsiteY175" fmla="*/ 2180999 h 2237474"/>
              <a:gd name="connsiteX176" fmla="*/ 558449 w 12192000"/>
              <a:gd name="connsiteY176" fmla="*/ 2182346 h 2237474"/>
              <a:gd name="connsiteX177" fmla="*/ 550517 w 12192000"/>
              <a:gd name="connsiteY177" fmla="*/ 2182060 h 2237474"/>
              <a:gd name="connsiteX178" fmla="*/ 550309 w 12192000"/>
              <a:gd name="connsiteY178" fmla="*/ 2181825 h 2237474"/>
              <a:gd name="connsiteX179" fmla="*/ 541836 w 12192000"/>
              <a:gd name="connsiteY179" fmla="*/ 2181063 h 2237474"/>
              <a:gd name="connsiteX180" fmla="*/ 536057 w 12192000"/>
              <a:gd name="connsiteY180" fmla="*/ 2181537 h 2237474"/>
              <a:gd name="connsiteX181" fmla="*/ 520671 w 12192000"/>
              <a:gd name="connsiteY181" fmla="*/ 2180980 h 2237474"/>
              <a:gd name="connsiteX182" fmla="*/ 515024 w 12192000"/>
              <a:gd name="connsiteY182" fmla="*/ 2179258 h 2237474"/>
              <a:gd name="connsiteX183" fmla="*/ 512278 w 12192000"/>
              <a:gd name="connsiteY183" fmla="*/ 2176369 h 2237474"/>
              <a:gd name="connsiteX184" fmla="*/ 480419 w 12192000"/>
              <a:gd name="connsiteY184" fmla="*/ 2167807 h 2237474"/>
              <a:gd name="connsiteX185" fmla="*/ 413835 w 12192000"/>
              <a:gd name="connsiteY185" fmla="*/ 2156783 h 2237474"/>
              <a:gd name="connsiteX186" fmla="*/ 376513 w 12192000"/>
              <a:gd name="connsiteY186" fmla="*/ 2154014 h 2237474"/>
              <a:gd name="connsiteX187" fmla="*/ 273386 w 12192000"/>
              <a:gd name="connsiteY187" fmla="*/ 2142551 h 2237474"/>
              <a:gd name="connsiteX188" fmla="*/ 169207 w 12192000"/>
              <a:gd name="connsiteY188" fmla="*/ 2128100 h 2237474"/>
              <a:gd name="connsiteX189" fmla="*/ 93149 w 12192000"/>
              <a:gd name="connsiteY189" fmla="*/ 2105324 h 2237474"/>
              <a:gd name="connsiteX190" fmla="*/ 88109 w 12192000"/>
              <a:gd name="connsiteY190" fmla="*/ 2106704 h 2237474"/>
              <a:gd name="connsiteX191" fmla="*/ 80022 w 12192000"/>
              <a:gd name="connsiteY191" fmla="*/ 2107254 h 2237474"/>
              <a:gd name="connsiteX192" fmla="*/ 79717 w 12192000"/>
              <a:gd name="connsiteY192" fmla="*/ 2107046 h 2237474"/>
              <a:gd name="connsiteX193" fmla="*/ 72352 w 12192000"/>
              <a:gd name="connsiteY193" fmla="*/ 2107991 h 2237474"/>
              <a:gd name="connsiteX194" fmla="*/ 37645 w 12192000"/>
              <a:gd name="connsiteY194" fmla="*/ 2115401 h 2237474"/>
              <a:gd name="connsiteX195" fmla="*/ 4572 w 12192000"/>
              <a:gd name="connsiteY195" fmla="*/ 2111091 h 2237474"/>
              <a:gd name="connsiteX196" fmla="*/ 0 w 12192000"/>
              <a:gd name="connsiteY196" fmla="*/ 2110468 h 2237474"/>
              <a:gd name="connsiteX197" fmla="*/ 0 w 12192000"/>
              <a:gd name="connsiteY197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958984 w 12192000"/>
              <a:gd name="connsiteY38" fmla="*/ 1057212 h 2237474"/>
              <a:gd name="connsiteX39" fmla="*/ 8886001 w 12192000"/>
              <a:gd name="connsiteY39" fmla="*/ 1067468 h 2237474"/>
              <a:gd name="connsiteX40" fmla="*/ 8838610 w 12192000"/>
              <a:gd name="connsiteY40" fmla="*/ 1075091 h 2237474"/>
              <a:gd name="connsiteX41" fmla="*/ 8750383 w 12192000"/>
              <a:gd name="connsiteY41" fmla="*/ 1097387 h 2237474"/>
              <a:gd name="connsiteX42" fmla="*/ 8665605 w 12192000"/>
              <a:gd name="connsiteY42" fmla="*/ 1110791 h 2237474"/>
              <a:gd name="connsiteX43" fmla="*/ 8584946 w 12192000"/>
              <a:gd name="connsiteY43" fmla="*/ 1135226 h 2237474"/>
              <a:gd name="connsiteX44" fmla="*/ 8460755 w 12192000"/>
              <a:gd name="connsiteY44" fmla="*/ 1203427 h 2237474"/>
              <a:gd name="connsiteX45" fmla="*/ 8419755 w 12192000"/>
              <a:gd name="connsiteY45" fmla="*/ 1216260 h 2237474"/>
              <a:gd name="connsiteX46" fmla="*/ 8411626 w 12192000"/>
              <a:gd name="connsiteY46" fmla="*/ 1214397 h 2237474"/>
              <a:gd name="connsiteX47" fmla="*/ 8363469 w 12192000"/>
              <a:gd name="connsiteY47" fmla="*/ 1246658 h 2237474"/>
              <a:gd name="connsiteX48" fmla="*/ 8275497 w 12192000"/>
              <a:gd name="connsiteY48" fmla="*/ 1264396 h 2237474"/>
              <a:gd name="connsiteX49" fmla="*/ 8206287 w 12192000"/>
              <a:gd name="connsiteY49" fmla="*/ 1273060 h 2237474"/>
              <a:gd name="connsiteX50" fmla="*/ 8168705 w 12192000"/>
              <a:gd name="connsiteY50" fmla="*/ 1279956 h 2237474"/>
              <a:gd name="connsiteX51" fmla="*/ 8139997 w 12192000"/>
              <a:gd name="connsiteY51" fmla="*/ 1282713 h 2237474"/>
              <a:gd name="connsiteX52" fmla="*/ 8074238 w 12192000"/>
              <a:gd name="connsiteY52" fmla="*/ 1301895 h 2237474"/>
              <a:gd name="connsiteX53" fmla="*/ 7968292 w 12192000"/>
              <a:gd name="connsiteY53" fmla="*/ 1338779 h 2237474"/>
              <a:gd name="connsiteX54" fmla="*/ 7902328 w 12192000"/>
              <a:gd name="connsiteY54" fmla="*/ 1345865 h 2237474"/>
              <a:gd name="connsiteX55" fmla="*/ 7875879 w 12192000"/>
              <a:gd name="connsiteY55" fmla="*/ 1345646 h 2237474"/>
              <a:gd name="connsiteX56" fmla="*/ 7840612 w 12192000"/>
              <a:gd name="connsiteY56" fmla="*/ 1369373 h 2237474"/>
              <a:gd name="connsiteX57" fmla="*/ 7786819 w 12192000"/>
              <a:gd name="connsiteY57" fmla="*/ 1378970 h 2237474"/>
              <a:gd name="connsiteX58" fmla="*/ 7548172 w 12192000"/>
              <a:gd name="connsiteY58" fmla="*/ 1417460 h 2237474"/>
              <a:gd name="connsiteX59" fmla="*/ 7483437 w 12192000"/>
              <a:gd name="connsiteY59" fmla="*/ 1478152 h 2237474"/>
              <a:gd name="connsiteX60" fmla="*/ 7377870 w 12192000"/>
              <a:gd name="connsiteY60" fmla="*/ 1523319 h 2237474"/>
              <a:gd name="connsiteX61" fmla="*/ 7230737 w 12192000"/>
              <a:gd name="connsiteY61" fmla="*/ 1562633 h 2237474"/>
              <a:gd name="connsiteX62" fmla="*/ 7224458 w 12192000"/>
              <a:gd name="connsiteY62" fmla="*/ 1573008 h 2237474"/>
              <a:gd name="connsiteX63" fmla="*/ 7183121 w 12192000"/>
              <a:gd name="connsiteY63" fmla="*/ 1595162 h 2237474"/>
              <a:gd name="connsiteX64" fmla="*/ 7164601 w 12192000"/>
              <a:gd name="connsiteY64" fmla="*/ 1606490 h 2237474"/>
              <a:gd name="connsiteX65" fmla="*/ 7031309 w 12192000"/>
              <a:gd name="connsiteY65" fmla="*/ 1619451 h 2237474"/>
              <a:gd name="connsiteX66" fmla="*/ 6900177 w 12192000"/>
              <a:gd name="connsiteY66" fmla="*/ 1636016 h 2237474"/>
              <a:gd name="connsiteX67" fmla="*/ 6795372 w 12192000"/>
              <a:gd name="connsiteY67" fmla="*/ 1644845 h 2237474"/>
              <a:gd name="connsiteX68" fmla="*/ 6692251 w 12192000"/>
              <a:gd name="connsiteY68" fmla="*/ 1656357 h 2237474"/>
              <a:gd name="connsiteX69" fmla="*/ 6655235 w 12192000"/>
              <a:gd name="connsiteY69" fmla="*/ 1661869 h 2237474"/>
              <a:gd name="connsiteX70" fmla="*/ 6554894 w 12192000"/>
              <a:gd name="connsiteY70" fmla="*/ 1664428 h 2237474"/>
              <a:gd name="connsiteX71" fmla="*/ 6516595 w 12192000"/>
              <a:gd name="connsiteY71" fmla="*/ 1667475 h 2237474"/>
              <a:gd name="connsiteX72" fmla="*/ 6508541 w 12192000"/>
              <a:gd name="connsiteY72" fmla="*/ 1668757 h 2237474"/>
              <a:gd name="connsiteX73" fmla="*/ 6471012 w 12192000"/>
              <a:gd name="connsiteY73" fmla="*/ 1678604 h 2237474"/>
              <a:gd name="connsiteX74" fmla="*/ 6364035 w 12192000"/>
              <a:gd name="connsiteY74" fmla="*/ 1667683 h 2237474"/>
              <a:gd name="connsiteX75" fmla="*/ 6280959 w 12192000"/>
              <a:gd name="connsiteY75" fmla="*/ 1689329 h 2237474"/>
              <a:gd name="connsiteX76" fmla="*/ 6243319 w 12192000"/>
              <a:gd name="connsiteY76" fmla="*/ 1695560 h 2237474"/>
              <a:gd name="connsiteX77" fmla="*/ 6098321 w 12192000"/>
              <a:gd name="connsiteY77" fmla="*/ 1721646 h 2237474"/>
              <a:gd name="connsiteX78" fmla="*/ 5880652 w 12192000"/>
              <a:gd name="connsiteY78" fmla="*/ 1779643 h 2237474"/>
              <a:gd name="connsiteX79" fmla="*/ 5785959 w 12192000"/>
              <a:gd name="connsiteY79" fmla="*/ 1775307 h 2237474"/>
              <a:gd name="connsiteX80" fmla="*/ 5643534 w 12192000"/>
              <a:gd name="connsiteY80" fmla="*/ 1802919 h 2237474"/>
              <a:gd name="connsiteX81" fmla="*/ 5518799 w 12192000"/>
              <a:gd name="connsiteY81" fmla="*/ 1818312 h 2237474"/>
              <a:gd name="connsiteX82" fmla="*/ 5505014 w 12192000"/>
              <a:gd name="connsiteY82" fmla="*/ 1819259 h 2237474"/>
              <a:gd name="connsiteX83" fmla="*/ 5453307 w 12192000"/>
              <a:gd name="connsiteY83" fmla="*/ 1815450 h 2237474"/>
              <a:gd name="connsiteX84" fmla="*/ 5221533 w 12192000"/>
              <a:gd name="connsiteY84" fmla="*/ 1846950 h 2237474"/>
              <a:gd name="connsiteX85" fmla="*/ 5149802 w 12192000"/>
              <a:gd name="connsiteY85" fmla="*/ 1844846 h 2237474"/>
              <a:gd name="connsiteX86" fmla="*/ 5114927 w 12192000"/>
              <a:gd name="connsiteY86" fmla="*/ 1847827 h 2237474"/>
              <a:gd name="connsiteX87" fmla="*/ 5108970 w 12192000"/>
              <a:gd name="connsiteY87" fmla="*/ 1847935 h 2237474"/>
              <a:gd name="connsiteX88" fmla="*/ 5067961 w 12192000"/>
              <a:gd name="connsiteY88" fmla="*/ 1845917 h 2237474"/>
              <a:gd name="connsiteX89" fmla="*/ 5007075 w 12192000"/>
              <a:gd name="connsiteY89" fmla="*/ 1838626 h 2237474"/>
              <a:gd name="connsiteX90" fmla="*/ 4944087 w 12192000"/>
              <a:gd name="connsiteY90" fmla="*/ 1823332 h 2237474"/>
              <a:gd name="connsiteX91" fmla="*/ 4907662 w 12192000"/>
              <a:gd name="connsiteY91" fmla="*/ 1816900 h 2237474"/>
              <a:gd name="connsiteX92" fmla="*/ 4882386 w 12192000"/>
              <a:gd name="connsiteY92" fmla="*/ 1809844 h 2237474"/>
              <a:gd name="connsiteX93" fmla="*/ 4811440 w 12192000"/>
              <a:gd name="connsiteY93" fmla="*/ 1804655 h 2237474"/>
              <a:gd name="connsiteX94" fmla="*/ 4691075 w 12192000"/>
              <a:gd name="connsiteY94" fmla="*/ 1801389 h 2237474"/>
              <a:gd name="connsiteX95" fmla="*/ 4611738 w 12192000"/>
              <a:gd name="connsiteY95" fmla="*/ 1776964 h 2237474"/>
              <a:gd name="connsiteX96" fmla="*/ 4560070 w 12192000"/>
              <a:gd name="connsiteY96" fmla="*/ 1785640 h 2237474"/>
              <a:gd name="connsiteX97" fmla="*/ 4536503 w 12192000"/>
              <a:gd name="connsiteY97" fmla="*/ 1785334 h 2237474"/>
              <a:gd name="connsiteX98" fmla="*/ 4513724 w 12192000"/>
              <a:gd name="connsiteY98" fmla="*/ 1791996 h 2237474"/>
              <a:gd name="connsiteX99" fmla="*/ 4459810 w 12192000"/>
              <a:gd name="connsiteY99" fmla="*/ 1797886 h 2237474"/>
              <a:gd name="connsiteX100" fmla="*/ 4379064 w 12192000"/>
              <a:gd name="connsiteY100" fmla="*/ 1817177 h 2237474"/>
              <a:gd name="connsiteX101" fmla="*/ 4290981 w 12192000"/>
              <a:gd name="connsiteY101" fmla="*/ 1839677 h 2237474"/>
              <a:gd name="connsiteX102" fmla="*/ 4238372 w 12192000"/>
              <a:gd name="connsiteY102" fmla="*/ 1851480 h 2237474"/>
              <a:gd name="connsiteX103" fmla="*/ 4232517 w 12192000"/>
              <a:gd name="connsiteY103" fmla="*/ 1852567 h 2237474"/>
              <a:gd name="connsiteX104" fmla="*/ 4191732 w 12192000"/>
              <a:gd name="connsiteY104" fmla="*/ 1857328 h 2237474"/>
              <a:gd name="connsiteX105" fmla="*/ 4065532 w 12192000"/>
              <a:gd name="connsiteY105" fmla="*/ 1855477 h 2237474"/>
              <a:gd name="connsiteX106" fmla="*/ 4028460 w 12192000"/>
              <a:gd name="connsiteY106" fmla="*/ 1855137 h 2237474"/>
              <a:gd name="connsiteX107" fmla="*/ 4002267 w 12192000"/>
              <a:gd name="connsiteY107" fmla="*/ 1852352 h 2237474"/>
              <a:gd name="connsiteX108" fmla="*/ 3931396 w 12192000"/>
              <a:gd name="connsiteY108" fmla="*/ 1858915 h 2237474"/>
              <a:gd name="connsiteX109" fmla="*/ 3812162 w 12192000"/>
              <a:gd name="connsiteY109" fmla="*/ 1875501 h 2237474"/>
              <a:gd name="connsiteX110" fmla="*/ 3729530 w 12192000"/>
              <a:gd name="connsiteY110" fmla="*/ 1864513 h 2237474"/>
              <a:gd name="connsiteX111" fmla="*/ 3680177 w 12192000"/>
              <a:gd name="connsiteY111" fmla="*/ 1881552 h 2237474"/>
              <a:gd name="connsiteX112" fmla="*/ 3567259 w 12192000"/>
              <a:gd name="connsiteY112" fmla="*/ 1893482 h 2237474"/>
              <a:gd name="connsiteX113" fmla="*/ 3405770 w 12192000"/>
              <a:gd name="connsiteY113" fmla="*/ 1904591 h 2237474"/>
              <a:gd name="connsiteX114" fmla="*/ 3280097 w 12192000"/>
              <a:gd name="connsiteY114" fmla="*/ 1919610 h 2237474"/>
              <a:gd name="connsiteX115" fmla="*/ 3123424 w 12192000"/>
              <a:gd name="connsiteY115" fmla="*/ 1952930 h 2237474"/>
              <a:gd name="connsiteX116" fmla="*/ 3009910 w 12192000"/>
              <a:gd name="connsiteY116" fmla="*/ 1957866 h 2237474"/>
              <a:gd name="connsiteX117" fmla="*/ 2995934 w 12192000"/>
              <a:gd name="connsiteY117" fmla="*/ 1967085 h 2237474"/>
              <a:gd name="connsiteX118" fmla="*/ 2980071 w 12192000"/>
              <a:gd name="connsiteY118" fmla="*/ 1972988 h 2237474"/>
              <a:gd name="connsiteX119" fmla="*/ 2978094 w 12192000"/>
              <a:gd name="connsiteY119" fmla="*/ 1972369 h 2237474"/>
              <a:gd name="connsiteX120" fmla="*/ 2942858 w 12192000"/>
              <a:gd name="connsiteY120" fmla="*/ 1981367 h 2237474"/>
              <a:gd name="connsiteX121" fmla="*/ 2875436 w 12192000"/>
              <a:gd name="connsiteY121" fmla="*/ 1996977 h 2237474"/>
              <a:gd name="connsiteX122" fmla="*/ 2874892 w 12192000"/>
              <a:gd name="connsiteY122" fmla="*/ 1996085 h 2237474"/>
              <a:gd name="connsiteX123" fmla="*/ 2864145 w 12192000"/>
              <a:gd name="connsiteY123" fmla="*/ 1994061 h 2237474"/>
              <a:gd name="connsiteX124" fmla="*/ 2843662 w 12192000"/>
              <a:gd name="connsiteY124" fmla="*/ 1992498 h 2237474"/>
              <a:gd name="connsiteX125" fmla="*/ 2796128 w 12192000"/>
              <a:gd name="connsiteY125" fmla="*/ 1976403 h 2237474"/>
              <a:gd name="connsiteX126" fmla="*/ 2756784 w 12192000"/>
              <a:gd name="connsiteY126" fmla="*/ 1985116 h 2237474"/>
              <a:gd name="connsiteX127" fmla="*/ 2748833 w 12192000"/>
              <a:gd name="connsiteY127" fmla="*/ 1986323 h 2237474"/>
              <a:gd name="connsiteX128" fmla="*/ 2748661 w 12192000"/>
              <a:gd name="connsiteY128" fmla="*/ 1986122 h 2237474"/>
              <a:gd name="connsiteX129" fmla="*/ 2740251 w 12192000"/>
              <a:gd name="connsiteY129" fmla="*/ 1986946 h 2237474"/>
              <a:gd name="connsiteX130" fmla="*/ 2718916 w 12192000"/>
              <a:gd name="connsiteY130" fmla="*/ 1990867 h 2237474"/>
              <a:gd name="connsiteX131" fmla="*/ 2713522 w 12192000"/>
              <a:gd name="connsiteY131" fmla="*/ 1990173 h 2237474"/>
              <a:gd name="connsiteX132" fmla="*/ 2680597 w 12192000"/>
              <a:gd name="connsiteY132" fmla="*/ 1984996 h 2237474"/>
              <a:gd name="connsiteX133" fmla="*/ 2578178 w 12192000"/>
              <a:gd name="connsiteY133" fmla="*/ 1990531 h 2237474"/>
              <a:gd name="connsiteX134" fmla="*/ 2476147 w 12192000"/>
              <a:gd name="connsiteY134" fmla="*/ 1998305 h 2237474"/>
              <a:gd name="connsiteX135" fmla="*/ 2373568 w 12192000"/>
              <a:gd name="connsiteY135" fmla="*/ 2003219 h 2237474"/>
              <a:gd name="connsiteX136" fmla="*/ 2321399 w 12192000"/>
              <a:gd name="connsiteY136" fmla="*/ 1989467 h 2237474"/>
              <a:gd name="connsiteX137" fmla="*/ 2315525 w 12192000"/>
              <a:gd name="connsiteY137" fmla="*/ 1989708 h 2237474"/>
              <a:gd name="connsiteX138" fmla="*/ 2300792 w 12192000"/>
              <a:gd name="connsiteY138" fmla="*/ 1994290 h 2237474"/>
              <a:gd name="connsiteX139" fmla="*/ 2295469 w 12192000"/>
              <a:gd name="connsiteY139" fmla="*/ 1996659 h 2237474"/>
              <a:gd name="connsiteX140" fmla="*/ 2287219 w 12192000"/>
              <a:gd name="connsiteY140" fmla="*/ 1998750 h 2237474"/>
              <a:gd name="connsiteX141" fmla="*/ 2286948 w 12192000"/>
              <a:gd name="connsiteY141" fmla="*/ 1998596 h 2237474"/>
              <a:gd name="connsiteX142" fmla="*/ 2243069 w 12192000"/>
              <a:gd name="connsiteY142" fmla="*/ 2015111 h 2237474"/>
              <a:gd name="connsiteX143" fmla="*/ 2186609 w 12192000"/>
              <a:gd name="connsiteY143" fmla="*/ 2008263 h 2237474"/>
              <a:gd name="connsiteX144" fmla="*/ 2164831 w 12192000"/>
              <a:gd name="connsiteY144" fmla="*/ 2010143 h 2237474"/>
              <a:gd name="connsiteX145" fmla="*/ 2152836 w 12192000"/>
              <a:gd name="connsiteY145" fmla="*/ 2010048 h 2237474"/>
              <a:gd name="connsiteX146" fmla="*/ 2117102 w 12192000"/>
              <a:gd name="connsiteY146" fmla="*/ 2023004 h 2237474"/>
              <a:gd name="connsiteX147" fmla="*/ 2111935 w 12192000"/>
              <a:gd name="connsiteY147" fmla="*/ 2023163 h 2237474"/>
              <a:gd name="connsiteX148" fmla="*/ 2089991 w 12192000"/>
              <a:gd name="connsiteY148" fmla="*/ 2034193 h 2237474"/>
              <a:gd name="connsiteX149" fmla="*/ 2058061 w 12192000"/>
              <a:gd name="connsiteY149" fmla="*/ 2047942 h 2237474"/>
              <a:gd name="connsiteX150" fmla="*/ 2055737 w 12192000"/>
              <a:gd name="connsiteY150" fmla="*/ 2047704 h 2237474"/>
              <a:gd name="connsiteX151" fmla="*/ 2042244 w 12192000"/>
              <a:gd name="connsiteY151" fmla="*/ 2055560 h 2237474"/>
              <a:gd name="connsiteX152" fmla="*/ 1976224 w 12192000"/>
              <a:gd name="connsiteY152" fmla="*/ 2074257 h 2237474"/>
              <a:gd name="connsiteX153" fmla="*/ 1877728 w 12192000"/>
              <a:gd name="connsiteY153" fmla="*/ 2101004 h 2237474"/>
              <a:gd name="connsiteX154" fmla="*/ 1759056 w 12192000"/>
              <a:gd name="connsiteY154" fmla="*/ 2125608 h 2237474"/>
              <a:gd name="connsiteX155" fmla="*/ 1637948 w 12192000"/>
              <a:gd name="connsiteY155" fmla="*/ 2172597 h 2237474"/>
              <a:gd name="connsiteX156" fmla="*/ 1434549 w 12192000"/>
              <a:gd name="connsiteY156" fmla="*/ 2234522 h 2237474"/>
              <a:gd name="connsiteX157" fmla="*/ 1398481 w 12192000"/>
              <a:gd name="connsiteY157" fmla="*/ 2237074 h 2237474"/>
              <a:gd name="connsiteX158" fmla="*/ 1398407 w 12192000"/>
              <a:gd name="connsiteY158" fmla="*/ 2237095 h 2237474"/>
              <a:gd name="connsiteX159" fmla="*/ 1370962 w 12192000"/>
              <a:gd name="connsiteY159" fmla="*/ 2237474 h 2237474"/>
              <a:gd name="connsiteX160" fmla="*/ 1356367 w 12192000"/>
              <a:gd name="connsiteY160" fmla="*/ 2235089 h 2237474"/>
              <a:gd name="connsiteX161" fmla="*/ 1324828 w 12192000"/>
              <a:gd name="connsiteY161" fmla="*/ 2231968 h 2237474"/>
              <a:gd name="connsiteX162" fmla="*/ 1297744 w 12192000"/>
              <a:gd name="connsiteY162" fmla="*/ 2235849 h 2237474"/>
              <a:gd name="connsiteX163" fmla="*/ 1286236 w 12192000"/>
              <a:gd name="connsiteY163" fmla="*/ 2233135 h 2237474"/>
              <a:gd name="connsiteX164" fmla="*/ 1283504 w 12192000"/>
              <a:gd name="connsiteY164" fmla="*/ 2233797 h 2237474"/>
              <a:gd name="connsiteX165" fmla="*/ 1279765 w 12192000"/>
              <a:gd name="connsiteY165" fmla="*/ 2229639 h 2237474"/>
              <a:gd name="connsiteX166" fmla="*/ 1195347 w 12192000"/>
              <a:gd name="connsiteY166" fmla="*/ 2212354 h 2237474"/>
              <a:gd name="connsiteX167" fmla="*/ 970251 w 12192000"/>
              <a:gd name="connsiteY167" fmla="*/ 2221029 h 2237474"/>
              <a:gd name="connsiteX168" fmla="*/ 812914 w 12192000"/>
              <a:gd name="connsiteY168" fmla="*/ 2202752 h 2237474"/>
              <a:gd name="connsiteX169" fmla="*/ 800195 w 12192000"/>
              <a:gd name="connsiteY169" fmla="*/ 2209407 h 2237474"/>
              <a:gd name="connsiteX170" fmla="*/ 784978 w 12192000"/>
              <a:gd name="connsiteY170" fmla="*/ 2212360 h 2237474"/>
              <a:gd name="connsiteX171" fmla="*/ 681987 w 12192000"/>
              <a:gd name="connsiteY171" fmla="*/ 2216757 h 2237474"/>
              <a:gd name="connsiteX172" fmla="*/ 669923 w 12192000"/>
              <a:gd name="connsiteY172" fmla="*/ 2211682 h 2237474"/>
              <a:gd name="connsiteX173" fmla="*/ 648680 w 12192000"/>
              <a:gd name="connsiteY173" fmla="*/ 2206229 h 2237474"/>
              <a:gd name="connsiteX174" fmla="*/ 597225 w 12192000"/>
              <a:gd name="connsiteY174" fmla="*/ 2180999 h 2237474"/>
              <a:gd name="connsiteX175" fmla="*/ 558449 w 12192000"/>
              <a:gd name="connsiteY175" fmla="*/ 2182346 h 2237474"/>
              <a:gd name="connsiteX176" fmla="*/ 550517 w 12192000"/>
              <a:gd name="connsiteY176" fmla="*/ 2182060 h 2237474"/>
              <a:gd name="connsiteX177" fmla="*/ 550309 w 12192000"/>
              <a:gd name="connsiteY177" fmla="*/ 2181825 h 2237474"/>
              <a:gd name="connsiteX178" fmla="*/ 541836 w 12192000"/>
              <a:gd name="connsiteY178" fmla="*/ 2181063 h 2237474"/>
              <a:gd name="connsiteX179" fmla="*/ 536057 w 12192000"/>
              <a:gd name="connsiteY179" fmla="*/ 2181537 h 2237474"/>
              <a:gd name="connsiteX180" fmla="*/ 520671 w 12192000"/>
              <a:gd name="connsiteY180" fmla="*/ 2180980 h 2237474"/>
              <a:gd name="connsiteX181" fmla="*/ 515024 w 12192000"/>
              <a:gd name="connsiteY181" fmla="*/ 2179258 h 2237474"/>
              <a:gd name="connsiteX182" fmla="*/ 512278 w 12192000"/>
              <a:gd name="connsiteY182" fmla="*/ 2176369 h 2237474"/>
              <a:gd name="connsiteX183" fmla="*/ 480419 w 12192000"/>
              <a:gd name="connsiteY183" fmla="*/ 2167807 h 2237474"/>
              <a:gd name="connsiteX184" fmla="*/ 413835 w 12192000"/>
              <a:gd name="connsiteY184" fmla="*/ 2156783 h 2237474"/>
              <a:gd name="connsiteX185" fmla="*/ 376513 w 12192000"/>
              <a:gd name="connsiteY185" fmla="*/ 2154014 h 2237474"/>
              <a:gd name="connsiteX186" fmla="*/ 273386 w 12192000"/>
              <a:gd name="connsiteY186" fmla="*/ 2142551 h 2237474"/>
              <a:gd name="connsiteX187" fmla="*/ 169207 w 12192000"/>
              <a:gd name="connsiteY187" fmla="*/ 2128100 h 2237474"/>
              <a:gd name="connsiteX188" fmla="*/ 93149 w 12192000"/>
              <a:gd name="connsiteY188" fmla="*/ 2105324 h 2237474"/>
              <a:gd name="connsiteX189" fmla="*/ 88109 w 12192000"/>
              <a:gd name="connsiteY189" fmla="*/ 2106704 h 2237474"/>
              <a:gd name="connsiteX190" fmla="*/ 80022 w 12192000"/>
              <a:gd name="connsiteY190" fmla="*/ 2107254 h 2237474"/>
              <a:gd name="connsiteX191" fmla="*/ 79717 w 12192000"/>
              <a:gd name="connsiteY191" fmla="*/ 2107046 h 2237474"/>
              <a:gd name="connsiteX192" fmla="*/ 72352 w 12192000"/>
              <a:gd name="connsiteY192" fmla="*/ 2107991 h 2237474"/>
              <a:gd name="connsiteX193" fmla="*/ 37645 w 12192000"/>
              <a:gd name="connsiteY193" fmla="*/ 2115401 h 2237474"/>
              <a:gd name="connsiteX194" fmla="*/ 4572 w 12192000"/>
              <a:gd name="connsiteY194" fmla="*/ 2111091 h 2237474"/>
              <a:gd name="connsiteX195" fmla="*/ 0 w 12192000"/>
              <a:gd name="connsiteY195" fmla="*/ 2110468 h 2237474"/>
              <a:gd name="connsiteX196" fmla="*/ 0 w 12192000"/>
              <a:gd name="connsiteY196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958984 w 12192000"/>
              <a:gd name="connsiteY38" fmla="*/ 1057212 h 2237474"/>
              <a:gd name="connsiteX39" fmla="*/ 8886001 w 12192000"/>
              <a:gd name="connsiteY39" fmla="*/ 1067468 h 2237474"/>
              <a:gd name="connsiteX40" fmla="*/ 8838610 w 12192000"/>
              <a:gd name="connsiteY40" fmla="*/ 1075091 h 2237474"/>
              <a:gd name="connsiteX41" fmla="*/ 8750383 w 12192000"/>
              <a:gd name="connsiteY41" fmla="*/ 1097387 h 2237474"/>
              <a:gd name="connsiteX42" fmla="*/ 8665605 w 12192000"/>
              <a:gd name="connsiteY42" fmla="*/ 1110791 h 2237474"/>
              <a:gd name="connsiteX43" fmla="*/ 8584946 w 12192000"/>
              <a:gd name="connsiteY43" fmla="*/ 1135226 h 2237474"/>
              <a:gd name="connsiteX44" fmla="*/ 8460755 w 12192000"/>
              <a:gd name="connsiteY44" fmla="*/ 1203427 h 2237474"/>
              <a:gd name="connsiteX45" fmla="*/ 8419755 w 12192000"/>
              <a:gd name="connsiteY45" fmla="*/ 1216260 h 2237474"/>
              <a:gd name="connsiteX46" fmla="*/ 8411626 w 12192000"/>
              <a:gd name="connsiteY46" fmla="*/ 1214397 h 2237474"/>
              <a:gd name="connsiteX47" fmla="*/ 8363469 w 12192000"/>
              <a:gd name="connsiteY47" fmla="*/ 1246658 h 2237474"/>
              <a:gd name="connsiteX48" fmla="*/ 8275497 w 12192000"/>
              <a:gd name="connsiteY48" fmla="*/ 1264396 h 2237474"/>
              <a:gd name="connsiteX49" fmla="*/ 8206287 w 12192000"/>
              <a:gd name="connsiteY49" fmla="*/ 1273060 h 2237474"/>
              <a:gd name="connsiteX50" fmla="*/ 8168705 w 12192000"/>
              <a:gd name="connsiteY50" fmla="*/ 1279956 h 2237474"/>
              <a:gd name="connsiteX51" fmla="*/ 8139997 w 12192000"/>
              <a:gd name="connsiteY51" fmla="*/ 1282713 h 2237474"/>
              <a:gd name="connsiteX52" fmla="*/ 8074238 w 12192000"/>
              <a:gd name="connsiteY52" fmla="*/ 1301895 h 2237474"/>
              <a:gd name="connsiteX53" fmla="*/ 7968292 w 12192000"/>
              <a:gd name="connsiteY53" fmla="*/ 1338779 h 2237474"/>
              <a:gd name="connsiteX54" fmla="*/ 7902328 w 12192000"/>
              <a:gd name="connsiteY54" fmla="*/ 1345865 h 2237474"/>
              <a:gd name="connsiteX55" fmla="*/ 7875879 w 12192000"/>
              <a:gd name="connsiteY55" fmla="*/ 1345646 h 2237474"/>
              <a:gd name="connsiteX56" fmla="*/ 7840612 w 12192000"/>
              <a:gd name="connsiteY56" fmla="*/ 1369373 h 2237474"/>
              <a:gd name="connsiteX57" fmla="*/ 7786819 w 12192000"/>
              <a:gd name="connsiteY57" fmla="*/ 1378970 h 2237474"/>
              <a:gd name="connsiteX58" fmla="*/ 7548172 w 12192000"/>
              <a:gd name="connsiteY58" fmla="*/ 1417460 h 2237474"/>
              <a:gd name="connsiteX59" fmla="*/ 7483437 w 12192000"/>
              <a:gd name="connsiteY59" fmla="*/ 1478152 h 2237474"/>
              <a:gd name="connsiteX60" fmla="*/ 7377870 w 12192000"/>
              <a:gd name="connsiteY60" fmla="*/ 1523319 h 2237474"/>
              <a:gd name="connsiteX61" fmla="*/ 7230737 w 12192000"/>
              <a:gd name="connsiteY61" fmla="*/ 1562633 h 2237474"/>
              <a:gd name="connsiteX62" fmla="*/ 7224458 w 12192000"/>
              <a:gd name="connsiteY62" fmla="*/ 1573008 h 2237474"/>
              <a:gd name="connsiteX63" fmla="*/ 7183121 w 12192000"/>
              <a:gd name="connsiteY63" fmla="*/ 1595162 h 2237474"/>
              <a:gd name="connsiteX64" fmla="*/ 7164601 w 12192000"/>
              <a:gd name="connsiteY64" fmla="*/ 1606490 h 2237474"/>
              <a:gd name="connsiteX65" fmla="*/ 7031309 w 12192000"/>
              <a:gd name="connsiteY65" fmla="*/ 1619451 h 2237474"/>
              <a:gd name="connsiteX66" fmla="*/ 6900177 w 12192000"/>
              <a:gd name="connsiteY66" fmla="*/ 1636016 h 2237474"/>
              <a:gd name="connsiteX67" fmla="*/ 6795372 w 12192000"/>
              <a:gd name="connsiteY67" fmla="*/ 1644845 h 2237474"/>
              <a:gd name="connsiteX68" fmla="*/ 6692251 w 12192000"/>
              <a:gd name="connsiteY68" fmla="*/ 1656357 h 2237474"/>
              <a:gd name="connsiteX69" fmla="*/ 6655235 w 12192000"/>
              <a:gd name="connsiteY69" fmla="*/ 1661869 h 2237474"/>
              <a:gd name="connsiteX70" fmla="*/ 6554894 w 12192000"/>
              <a:gd name="connsiteY70" fmla="*/ 1664428 h 2237474"/>
              <a:gd name="connsiteX71" fmla="*/ 6516595 w 12192000"/>
              <a:gd name="connsiteY71" fmla="*/ 1667475 h 2237474"/>
              <a:gd name="connsiteX72" fmla="*/ 6508541 w 12192000"/>
              <a:gd name="connsiteY72" fmla="*/ 1668757 h 2237474"/>
              <a:gd name="connsiteX73" fmla="*/ 6471012 w 12192000"/>
              <a:gd name="connsiteY73" fmla="*/ 1678604 h 2237474"/>
              <a:gd name="connsiteX74" fmla="*/ 6364035 w 12192000"/>
              <a:gd name="connsiteY74" fmla="*/ 1667683 h 2237474"/>
              <a:gd name="connsiteX75" fmla="*/ 6280959 w 12192000"/>
              <a:gd name="connsiteY75" fmla="*/ 1689329 h 2237474"/>
              <a:gd name="connsiteX76" fmla="*/ 6243319 w 12192000"/>
              <a:gd name="connsiteY76" fmla="*/ 1695560 h 2237474"/>
              <a:gd name="connsiteX77" fmla="*/ 6098321 w 12192000"/>
              <a:gd name="connsiteY77" fmla="*/ 1721646 h 2237474"/>
              <a:gd name="connsiteX78" fmla="*/ 5880652 w 12192000"/>
              <a:gd name="connsiteY78" fmla="*/ 1779643 h 2237474"/>
              <a:gd name="connsiteX79" fmla="*/ 5785959 w 12192000"/>
              <a:gd name="connsiteY79" fmla="*/ 1775307 h 2237474"/>
              <a:gd name="connsiteX80" fmla="*/ 5643534 w 12192000"/>
              <a:gd name="connsiteY80" fmla="*/ 1802919 h 2237474"/>
              <a:gd name="connsiteX81" fmla="*/ 5518799 w 12192000"/>
              <a:gd name="connsiteY81" fmla="*/ 1818312 h 2237474"/>
              <a:gd name="connsiteX82" fmla="*/ 5505014 w 12192000"/>
              <a:gd name="connsiteY82" fmla="*/ 1819259 h 2237474"/>
              <a:gd name="connsiteX83" fmla="*/ 5453307 w 12192000"/>
              <a:gd name="connsiteY83" fmla="*/ 1815450 h 2237474"/>
              <a:gd name="connsiteX84" fmla="*/ 5221533 w 12192000"/>
              <a:gd name="connsiteY84" fmla="*/ 1846950 h 2237474"/>
              <a:gd name="connsiteX85" fmla="*/ 5149802 w 12192000"/>
              <a:gd name="connsiteY85" fmla="*/ 1844846 h 2237474"/>
              <a:gd name="connsiteX86" fmla="*/ 5114927 w 12192000"/>
              <a:gd name="connsiteY86" fmla="*/ 1847827 h 2237474"/>
              <a:gd name="connsiteX87" fmla="*/ 5108970 w 12192000"/>
              <a:gd name="connsiteY87" fmla="*/ 1847935 h 2237474"/>
              <a:gd name="connsiteX88" fmla="*/ 5067961 w 12192000"/>
              <a:gd name="connsiteY88" fmla="*/ 1845917 h 2237474"/>
              <a:gd name="connsiteX89" fmla="*/ 5007075 w 12192000"/>
              <a:gd name="connsiteY89" fmla="*/ 1838626 h 2237474"/>
              <a:gd name="connsiteX90" fmla="*/ 4944087 w 12192000"/>
              <a:gd name="connsiteY90" fmla="*/ 1823332 h 2237474"/>
              <a:gd name="connsiteX91" fmla="*/ 4907662 w 12192000"/>
              <a:gd name="connsiteY91" fmla="*/ 1816900 h 2237474"/>
              <a:gd name="connsiteX92" fmla="*/ 4882386 w 12192000"/>
              <a:gd name="connsiteY92" fmla="*/ 1809844 h 2237474"/>
              <a:gd name="connsiteX93" fmla="*/ 4811440 w 12192000"/>
              <a:gd name="connsiteY93" fmla="*/ 1804655 h 2237474"/>
              <a:gd name="connsiteX94" fmla="*/ 4691075 w 12192000"/>
              <a:gd name="connsiteY94" fmla="*/ 1801389 h 2237474"/>
              <a:gd name="connsiteX95" fmla="*/ 4611738 w 12192000"/>
              <a:gd name="connsiteY95" fmla="*/ 1776964 h 2237474"/>
              <a:gd name="connsiteX96" fmla="*/ 4560070 w 12192000"/>
              <a:gd name="connsiteY96" fmla="*/ 1785640 h 2237474"/>
              <a:gd name="connsiteX97" fmla="*/ 4536503 w 12192000"/>
              <a:gd name="connsiteY97" fmla="*/ 1785334 h 2237474"/>
              <a:gd name="connsiteX98" fmla="*/ 4513724 w 12192000"/>
              <a:gd name="connsiteY98" fmla="*/ 1791996 h 2237474"/>
              <a:gd name="connsiteX99" fmla="*/ 4459810 w 12192000"/>
              <a:gd name="connsiteY99" fmla="*/ 1797886 h 2237474"/>
              <a:gd name="connsiteX100" fmla="*/ 4379064 w 12192000"/>
              <a:gd name="connsiteY100" fmla="*/ 1817177 h 2237474"/>
              <a:gd name="connsiteX101" fmla="*/ 4290981 w 12192000"/>
              <a:gd name="connsiteY101" fmla="*/ 1839677 h 2237474"/>
              <a:gd name="connsiteX102" fmla="*/ 4238372 w 12192000"/>
              <a:gd name="connsiteY102" fmla="*/ 1851480 h 2237474"/>
              <a:gd name="connsiteX103" fmla="*/ 4232517 w 12192000"/>
              <a:gd name="connsiteY103" fmla="*/ 1852567 h 2237474"/>
              <a:gd name="connsiteX104" fmla="*/ 4191732 w 12192000"/>
              <a:gd name="connsiteY104" fmla="*/ 1857328 h 2237474"/>
              <a:gd name="connsiteX105" fmla="*/ 4065532 w 12192000"/>
              <a:gd name="connsiteY105" fmla="*/ 1855477 h 2237474"/>
              <a:gd name="connsiteX106" fmla="*/ 4028460 w 12192000"/>
              <a:gd name="connsiteY106" fmla="*/ 1855137 h 2237474"/>
              <a:gd name="connsiteX107" fmla="*/ 4002267 w 12192000"/>
              <a:gd name="connsiteY107" fmla="*/ 1852352 h 2237474"/>
              <a:gd name="connsiteX108" fmla="*/ 3931396 w 12192000"/>
              <a:gd name="connsiteY108" fmla="*/ 1858915 h 2237474"/>
              <a:gd name="connsiteX109" fmla="*/ 3812162 w 12192000"/>
              <a:gd name="connsiteY109" fmla="*/ 1875501 h 2237474"/>
              <a:gd name="connsiteX110" fmla="*/ 3729530 w 12192000"/>
              <a:gd name="connsiteY110" fmla="*/ 1864513 h 2237474"/>
              <a:gd name="connsiteX111" fmla="*/ 3680177 w 12192000"/>
              <a:gd name="connsiteY111" fmla="*/ 1881552 h 2237474"/>
              <a:gd name="connsiteX112" fmla="*/ 3567259 w 12192000"/>
              <a:gd name="connsiteY112" fmla="*/ 1893482 h 2237474"/>
              <a:gd name="connsiteX113" fmla="*/ 3405770 w 12192000"/>
              <a:gd name="connsiteY113" fmla="*/ 1904591 h 2237474"/>
              <a:gd name="connsiteX114" fmla="*/ 3280097 w 12192000"/>
              <a:gd name="connsiteY114" fmla="*/ 1919610 h 2237474"/>
              <a:gd name="connsiteX115" fmla="*/ 3123424 w 12192000"/>
              <a:gd name="connsiteY115" fmla="*/ 1952930 h 2237474"/>
              <a:gd name="connsiteX116" fmla="*/ 3009910 w 12192000"/>
              <a:gd name="connsiteY116" fmla="*/ 1957866 h 2237474"/>
              <a:gd name="connsiteX117" fmla="*/ 2995934 w 12192000"/>
              <a:gd name="connsiteY117" fmla="*/ 1967085 h 2237474"/>
              <a:gd name="connsiteX118" fmla="*/ 2980071 w 12192000"/>
              <a:gd name="connsiteY118" fmla="*/ 1972988 h 2237474"/>
              <a:gd name="connsiteX119" fmla="*/ 2978094 w 12192000"/>
              <a:gd name="connsiteY119" fmla="*/ 1972369 h 2237474"/>
              <a:gd name="connsiteX120" fmla="*/ 2942858 w 12192000"/>
              <a:gd name="connsiteY120" fmla="*/ 1981367 h 2237474"/>
              <a:gd name="connsiteX121" fmla="*/ 2875436 w 12192000"/>
              <a:gd name="connsiteY121" fmla="*/ 1996977 h 2237474"/>
              <a:gd name="connsiteX122" fmla="*/ 2874892 w 12192000"/>
              <a:gd name="connsiteY122" fmla="*/ 1996085 h 2237474"/>
              <a:gd name="connsiteX123" fmla="*/ 2864145 w 12192000"/>
              <a:gd name="connsiteY123" fmla="*/ 1994061 h 2237474"/>
              <a:gd name="connsiteX124" fmla="*/ 2843662 w 12192000"/>
              <a:gd name="connsiteY124" fmla="*/ 1992498 h 2237474"/>
              <a:gd name="connsiteX125" fmla="*/ 2796128 w 12192000"/>
              <a:gd name="connsiteY125" fmla="*/ 1976403 h 2237474"/>
              <a:gd name="connsiteX126" fmla="*/ 2756784 w 12192000"/>
              <a:gd name="connsiteY126" fmla="*/ 1985116 h 2237474"/>
              <a:gd name="connsiteX127" fmla="*/ 2748833 w 12192000"/>
              <a:gd name="connsiteY127" fmla="*/ 1986323 h 2237474"/>
              <a:gd name="connsiteX128" fmla="*/ 2748661 w 12192000"/>
              <a:gd name="connsiteY128" fmla="*/ 1986122 h 2237474"/>
              <a:gd name="connsiteX129" fmla="*/ 2740251 w 12192000"/>
              <a:gd name="connsiteY129" fmla="*/ 1986946 h 2237474"/>
              <a:gd name="connsiteX130" fmla="*/ 2718916 w 12192000"/>
              <a:gd name="connsiteY130" fmla="*/ 1990867 h 2237474"/>
              <a:gd name="connsiteX131" fmla="*/ 2713522 w 12192000"/>
              <a:gd name="connsiteY131" fmla="*/ 1990173 h 2237474"/>
              <a:gd name="connsiteX132" fmla="*/ 2680597 w 12192000"/>
              <a:gd name="connsiteY132" fmla="*/ 1984996 h 2237474"/>
              <a:gd name="connsiteX133" fmla="*/ 2578178 w 12192000"/>
              <a:gd name="connsiteY133" fmla="*/ 1990531 h 2237474"/>
              <a:gd name="connsiteX134" fmla="*/ 2476147 w 12192000"/>
              <a:gd name="connsiteY134" fmla="*/ 1998305 h 2237474"/>
              <a:gd name="connsiteX135" fmla="*/ 2373568 w 12192000"/>
              <a:gd name="connsiteY135" fmla="*/ 2003219 h 2237474"/>
              <a:gd name="connsiteX136" fmla="*/ 2321399 w 12192000"/>
              <a:gd name="connsiteY136" fmla="*/ 1989467 h 2237474"/>
              <a:gd name="connsiteX137" fmla="*/ 2315525 w 12192000"/>
              <a:gd name="connsiteY137" fmla="*/ 1989708 h 2237474"/>
              <a:gd name="connsiteX138" fmla="*/ 2300792 w 12192000"/>
              <a:gd name="connsiteY138" fmla="*/ 1994290 h 2237474"/>
              <a:gd name="connsiteX139" fmla="*/ 2295469 w 12192000"/>
              <a:gd name="connsiteY139" fmla="*/ 1996659 h 2237474"/>
              <a:gd name="connsiteX140" fmla="*/ 2287219 w 12192000"/>
              <a:gd name="connsiteY140" fmla="*/ 1998750 h 2237474"/>
              <a:gd name="connsiteX141" fmla="*/ 2286948 w 12192000"/>
              <a:gd name="connsiteY141" fmla="*/ 1998596 h 2237474"/>
              <a:gd name="connsiteX142" fmla="*/ 2243069 w 12192000"/>
              <a:gd name="connsiteY142" fmla="*/ 2015111 h 2237474"/>
              <a:gd name="connsiteX143" fmla="*/ 2186609 w 12192000"/>
              <a:gd name="connsiteY143" fmla="*/ 2008263 h 2237474"/>
              <a:gd name="connsiteX144" fmla="*/ 2164831 w 12192000"/>
              <a:gd name="connsiteY144" fmla="*/ 2010143 h 2237474"/>
              <a:gd name="connsiteX145" fmla="*/ 2152836 w 12192000"/>
              <a:gd name="connsiteY145" fmla="*/ 2010048 h 2237474"/>
              <a:gd name="connsiteX146" fmla="*/ 2117102 w 12192000"/>
              <a:gd name="connsiteY146" fmla="*/ 2023004 h 2237474"/>
              <a:gd name="connsiteX147" fmla="*/ 2111935 w 12192000"/>
              <a:gd name="connsiteY147" fmla="*/ 2023163 h 2237474"/>
              <a:gd name="connsiteX148" fmla="*/ 2089991 w 12192000"/>
              <a:gd name="connsiteY148" fmla="*/ 2034193 h 2237474"/>
              <a:gd name="connsiteX149" fmla="*/ 2058061 w 12192000"/>
              <a:gd name="connsiteY149" fmla="*/ 2047942 h 2237474"/>
              <a:gd name="connsiteX150" fmla="*/ 2055737 w 12192000"/>
              <a:gd name="connsiteY150" fmla="*/ 2047704 h 2237474"/>
              <a:gd name="connsiteX151" fmla="*/ 2042244 w 12192000"/>
              <a:gd name="connsiteY151" fmla="*/ 2055560 h 2237474"/>
              <a:gd name="connsiteX152" fmla="*/ 1976224 w 12192000"/>
              <a:gd name="connsiteY152" fmla="*/ 2074257 h 2237474"/>
              <a:gd name="connsiteX153" fmla="*/ 1877728 w 12192000"/>
              <a:gd name="connsiteY153" fmla="*/ 2101004 h 2237474"/>
              <a:gd name="connsiteX154" fmla="*/ 1759056 w 12192000"/>
              <a:gd name="connsiteY154" fmla="*/ 2125608 h 2237474"/>
              <a:gd name="connsiteX155" fmla="*/ 1637948 w 12192000"/>
              <a:gd name="connsiteY155" fmla="*/ 2172597 h 2237474"/>
              <a:gd name="connsiteX156" fmla="*/ 1434549 w 12192000"/>
              <a:gd name="connsiteY156" fmla="*/ 2234522 h 2237474"/>
              <a:gd name="connsiteX157" fmla="*/ 1398481 w 12192000"/>
              <a:gd name="connsiteY157" fmla="*/ 2237074 h 2237474"/>
              <a:gd name="connsiteX158" fmla="*/ 1398407 w 12192000"/>
              <a:gd name="connsiteY158" fmla="*/ 2237095 h 2237474"/>
              <a:gd name="connsiteX159" fmla="*/ 1370962 w 12192000"/>
              <a:gd name="connsiteY159" fmla="*/ 2237474 h 2237474"/>
              <a:gd name="connsiteX160" fmla="*/ 1356367 w 12192000"/>
              <a:gd name="connsiteY160" fmla="*/ 2235089 h 2237474"/>
              <a:gd name="connsiteX161" fmla="*/ 1324828 w 12192000"/>
              <a:gd name="connsiteY161" fmla="*/ 2231968 h 2237474"/>
              <a:gd name="connsiteX162" fmla="*/ 1297744 w 12192000"/>
              <a:gd name="connsiteY162" fmla="*/ 2235849 h 2237474"/>
              <a:gd name="connsiteX163" fmla="*/ 1286236 w 12192000"/>
              <a:gd name="connsiteY163" fmla="*/ 2233135 h 2237474"/>
              <a:gd name="connsiteX164" fmla="*/ 1283504 w 12192000"/>
              <a:gd name="connsiteY164" fmla="*/ 2233797 h 2237474"/>
              <a:gd name="connsiteX165" fmla="*/ 1279765 w 12192000"/>
              <a:gd name="connsiteY165" fmla="*/ 2229639 h 2237474"/>
              <a:gd name="connsiteX166" fmla="*/ 1195347 w 12192000"/>
              <a:gd name="connsiteY166" fmla="*/ 2212354 h 2237474"/>
              <a:gd name="connsiteX167" fmla="*/ 970251 w 12192000"/>
              <a:gd name="connsiteY167" fmla="*/ 2221029 h 2237474"/>
              <a:gd name="connsiteX168" fmla="*/ 812914 w 12192000"/>
              <a:gd name="connsiteY168" fmla="*/ 2202752 h 2237474"/>
              <a:gd name="connsiteX169" fmla="*/ 800195 w 12192000"/>
              <a:gd name="connsiteY169" fmla="*/ 2209407 h 2237474"/>
              <a:gd name="connsiteX170" fmla="*/ 784978 w 12192000"/>
              <a:gd name="connsiteY170" fmla="*/ 2212360 h 2237474"/>
              <a:gd name="connsiteX171" fmla="*/ 681987 w 12192000"/>
              <a:gd name="connsiteY171" fmla="*/ 2216757 h 2237474"/>
              <a:gd name="connsiteX172" fmla="*/ 669923 w 12192000"/>
              <a:gd name="connsiteY172" fmla="*/ 2211682 h 2237474"/>
              <a:gd name="connsiteX173" fmla="*/ 648680 w 12192000"/>
              <a:gd name="connsiteY173" fmla="*/ 2206229 h 2237474"/>
              <a:gd name="connsiteX174" fmla="*/ 597225 w 12192000"/>
              <a:gd name="connsiteY174" fmla="*/ 2180999 h 2237474"/>
              <a:gd name="connsiteX175" fmla="*/ 558449 w 12192000"/>
              <a:gd name="connsiteY175" fmla="*/ 2182346 h 2237474"/>
              <a:gd name="connsiteX176" fmla="*/ 550517 w 12192000"/>
              <a:gd name="connsiteY176" fmla="*/ 2182060 h 2237474"/>
              <a:gd name="connsiteX177" fmla="*/ 550309 w 12192000"/>
              <a:gd name="connsiteY177" fmla="*/ 2181825 h 2237474"/>
              <a:gd name="connsiteX178" fmla="*/ 541836 w 12192000"/>
              <a:gd name="connsiteY178" fmla="*/ 2181063 h 2237474"/>
              <a:gd name="connsiteX179" fmla="*/ 536057 w 12192000"/>
              <a:gd name="connsiteY179" fmla="*/ 2181537 h 2237474"/>
              <a:gd name="connsiteX180" fmla="*/ 520671 w 12192000"/>
              <a:gd name="connsiteY180" fmla="*/ 2180980 h 2237474"/>
              <a:gd name="connsiteX181" fmla="*/ 515024 w 12192000"/>
              <a:gd name="connsiteY181" fmla="*/ 2179258 h 2237474"/>
              <a:gd name="connsiteX182" fmla="*/ 512278 w 12192000"/>
              <a:gd name="connsiteY182" fmla="*/ 2176369 h 2237474"/>
              <a:gd name="connsiteX183" fmla="*/ 480419 w 12192000"/>
              <a:gd name="connsiteY183" fmla="*/ 2167807 h 2237474"/>
              <a:gd name="connsiteX184" fmla="*/ 413835 w 12192000"/>
              <a:gd name="connsiteY184" fmla="*/ 2156783 h 2237474"/>
              <a:gd name="connsiteX185" fmla="*/ 376513 w 12192000"/>
              <a:gd name="connsiteY185" fmla="*/ 2154014 h 2237474"/>
              <a:gd name="connsiteX186" fmla="*/ 273386 w 12192000"/>
              <a:gd name="connsiteY186" fmla="*/ 2142551 h 2237474"/>
              <a:gd name="connsiteX187" fmla="*/ 169207 w 12192000"/>
              <a:gd name="connsiteY187" fmla="*/ 2128100 h 2237474"/>
              <a:gd name="connsiteX188" fmla="*/ 93149 w 12192000"/>
              <a:gd name="connsiteY188" fmla="*/ 2105324 h 2237474"/>
              <a:gd name="connsiteX189" fmla="*/ 88109 w 12192000"/>
              <a:gd name="connsiteY189" fmla="*/ 2106704 h 2237474"/>
              <a:gd name="connsiteX190" fmla="*/ 80022 w 12192000"/>
              <a:gd name="connsiteY190" fmla="*/ 2107254 h 2237474"/>
              <a:gd name="connsiteX191" fmla="*/ 79717 w 12192000"/>
              <a:gd name="connsiteY191" fmla="*/ 2107046 h 2237474"/>
              <a:gd name="connsiteX192" fmla="*/ 72352 w 12192000"/>
              <a:gd name="connsiteY192" fmla="*/ 2107991 h 2237474"/>
              <a:gd name="connsiteX193" fmla="*/ 37645 w 12192000"/>
              <a:gd name="connsiteY193" fmla="*/ 2115401 h 2237474"/>
              <a:gd name="connsiteX194" fmla="*/ 4572 w 12192000"/>
              <a:gd name="connsiteY194" fmla="*/ 2111091 h 2237474"/>
              <a:gd name="connsiteX195" fmla="*/ 0 w 12192000"/>
              <a:gd name="connsiteY195" fmla="*/ 2110468 h 2237474"/>
              <a:gd name="connsiteX196" fmla="*/ 0 w 12192000"/>
              <a:gd name="connsiteY196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958984 w 12192000"/>
              <a:gd name="connsiteY38" fmla="*/ 1057212 h 2237474"/>
              <a:gd name="connsiteX39" fmla="*/ 8886001 w 12192000"/>
              <a:gd name="connsiteY39" fmla="*/ 1067468 h 2237474"/>
              <a:gd name="connsiteX40" fmla="*/ 8838610 w 12192000"/>
              <a:gd name="connsiteY40" fmla="*/ 1075091 h 2237474"/>
              <a:gd name="connsiteX41" fmla="*/ 8750383 w 12192000"/>
              <a:gd name="connsiteY41" fmla="*/ 1097387 h 2237474"/>
              <a:gd name="connsiteX42" fmla="*/ 8665605 w 12192000"/>
              <a:gd name="connsiteY42" fmla="*/ 1110791 h 2237474"/>
              <a:gd name="connsiteX43" fmla="*/ 8584946 w 12192000"/>
              <a:gd name="connsiteY43" fmla="*/ 1135226 h 2237474"/>
              <a:gd name="connsiteX44" fmla="*/ 8460755 w 12192000"/>
              <a:gd name="connsiteY44" fmla="*/ 1203427 h 2237474"/>
              <a:gd name="connsiteX45" fmla="*/ 8419755 w 12192000"/>
              <a:gd name="connsiteY45" fmla="*/ 1216260 h 2237474"/>
              <a:gd name="connsiteX46" fmla="*/ 8411626 w 12192000"/>
              <a:gd name="connsiteY46" fmla="*/ 1214397 h 2237474"/>
              <a:gd name="connsiteX47" fmla="*/ 8363469 w 12192000"/>
              <a:gd name="connsiteY47" fmla="*/ 1246658 h 2237474"/>
              <a:gd name="connsiteX48" fmla="*/ 8275497 w 12192000"/>
              <a:gd name="connsiteY48" fmla="*/ 1264396 h 2237474"/>
              <a:gd name="connsiteX49" fmla="*/ 8206287 w 12192000"/>
              <a:gd name="connsiteY49" fmla="*/ 1273060 h 2237474"/>
              <a:gd name="connsiteX50" fmla="*/ 8168705 w 12192000"/>
              <a:gd name="connsiteY50" fmla="*/ 1279956 h 2237474"/>
              <a:gd name="connsiteX51" fmla="*/ 8139997 w 12192000"/>
              <a:gd name="connsiteY51" fmla="*/ 1282713 h 2237474"/>
              <a:gd name="connsiteX52" fmla="*/ 8074238 w 12192000"/>
              <a:gd name="connsiteY52" fmla="*/ 1301895 h 2237474"/>
              <a:gd name="connsiteX53" fmla="*/ 7968292 w 12192000"/>
              <a:gd name="connsiteY53" fmla="*/ 1338779 h 2237474"/>
              <a:gd name="connsiteX54" fmla="*/ 7902328 w 12192000"/>
              <a:gd name="connsiteY54" fmla="*/ 1345865 h 2237474"/>
              <a:gd name="connsiteX55" fmla="*/ 7875879 w 12192000"/>
              <a:gd name="connsiteY55" fmla="*/ 1345646 h 2237474"/>
              <a:gd name="connsiteX56" fmla="*/ 7840612 w 12192000"/>
              <a:gd name="connsiteY56" fmla="*/ 1369373 h 2237474"/>
              <a:gd name="connsiteX57" fmla="*/ 7786819 w 12192000"/>
              <a:gd name="connsiteY57" fmla="*/ 1378970 h 2237474"/>
              <a:gd name="connsiteX58" fmla="*/ 7548172 w 12192000"/>
              <a:gd name="connsiteY58" fmla="*/ 1417460 h 2237474"/>
              <a:gd name="connsiteX59" fmla="*/ 7483437 w 12192000"/>
              <a:gd name="connsiteY59" fmla="*/ 1478152 h 2237474"/>
              <a:gd name="connsiteX60" fmla="*/ 7377870 w 12192000"/>
              <a:gd name="connsiteY60" fmla="*/ 1523319 h 2237474"/>
              <a:gd name="connsiteX61" fmla="*/ 7230737 w 12192000"/>
              <a:gd name="connsiteY61" fmla="*/ 1562633 h 2237474"/>
              <a:gd name="connsiteX62" fmla="*/ 7224458 w 12192000"/>
              <a:gd name="connsiteY62" fmla="*/ 1573008 h 2237474"/>
              <a:gd name="connsiteX63" fmla="*/ 7183121 w 12192000"/>
              <a:gd name="connsiteY63" fmla="*/ 1595162 h 2237474"/>
              <a:gd name="connsiteX64" fmla="*/ 7164601 w 12192000"/>
              <a:gd name="connsiteY64" fmla="*/ 1606490 h 2237474"/>
              <a:gd name="connsiteX65" fmla="*/ 7031309 w 12192000"/>
              <a:gd name="connsiteY65" fmla="*/ 1619451 h 2237474"/>
              <a:gd name="connsiteX66" fmla="*/ 6900177 w 12192000"/>
              <a:gd name="connsiteY66" fmla="*/ 1636016 h 2237474"/>
              <a:gd name="connsiteX67" fmla="*/ 6795372 w 12192000"/>
              <a:gd name="connsiteY67" fmla="*/ 1644845 h 2237474"/>
              <a:gd name="connsiteX68" fmla="*/ 6692251 w 12192000"/>
              <a:gd name="connsiteY68" fmla="*/ 1656357 h 2237474"/>
              <a:gd name="connsiteX69" fmla="*/ 6655235 w 12192000"/>
              <a:gd name="connsiteY69" fmla="*/ 1661869 h 2237474"/>
              <a:gd name="connsiteX70" fmla="*/ 6554894 w 12192000"/>
              <a:gd name="connsiteY70" fmla="*/ 1664428 h 2237474"/>
              <a:gd name="connsiteX71" fmla="*/ 6516595 w 12192000"/>
              <a:gd name="connsiteY71" fmla="*/ 1667475 h 2237474"/>
              <a:gd name="connsiteX72" fmla="*/ 6508541 w 12192000"/>
              <a:gd name="connsiteY72" fmla="*/ 1668757 h 2237474"/>
              <a:gd name="connsiteX73" fmla="*/ 6471012 w 12192000"/>
              <a:gd name="connsiteY73" fmla="*/ 1678604 h 2237474"/>
              <a:gd name="connsiteX74" fmla="*/ 6364035 w 12192000"/>
              <a:gd name="connsiteY74" fmla="*/ 1667683 h 2237474"/>
              <a:gd name="connsiteX75" fmla="*/ 6280959 w 12192000"/>
              <a:gd name="connsiteY75" fmla="*/ 1689329 h 2237474"/>
              <a:gd name="connsiteX76" fmla="*/ 6243319 w 12192000"/>
              <a:gd name="connsiteY76" fmla="*/ 1695560 h 2237474"/>
              <a:gd name="connsiteX77" fmla="*/ 6098321 w 12192000"/>
              <a:gd name="connsiteY77" fmla="*/ 1721646 h 2237474"/>
              <a:gd name="connsiteX78" fmla="*/ 5880652 w 12192000"/>
              <a:gd name="connsiteY78" fmla="*/ 1779643 h 2237474"/>
              <a:gd name="connsiteX79" fmla="*/ 5785959 w 12192000"/>
              <a:gd name="connsiteY79" fmla="*/ 1775307 h 2237474"/>
              <a:gd name="connsiteX80" fmla="*/ 5643534 w 12192000"/>
              <a:gd name="connsiteY80" fmla="*/ 1802919 h 2237474"/>
              <a:gd name="connsiteX81" fmla="*/ 5518799 w 12192000"/>
              <a:gd name="connsiteY81" fmla="*/ 1818312 h 2237474"/>
              <a:gd name="connsiteX82" fmla="*/ 5505014 w 12192000"/>
              <a:gd name="connsiteY82" fmla="*/ 1819259 h 2237474"/>
              <a:gd name="connsiteX83" fmla="*/ 5453307 w 12192000"/>
              <a:gd name="connsiteY83" fmla="*/ 1815450 h 2237474"/>
              <a:gd name="connsiteX84" fmla="*/ 5221533 w 12192000"/>
              <a:gd name="connsiteY84" fmla="*/ 1846950 h 2237474"/>
              <a:gd name="connsiteX85" fmla="*/ 5149802 w 12192000"/>
              <a:gd name="connsiteY85" fmla="*/ 1844846 h 2237474"/>
              <a:gd name="connsiteX86" fmla="*/ 5114927 w 12192000"/>
              <a:gd name="connsiteY86" fmla="*/ 1847827 h 2237474"/>
              <a:gd name="connsiteX87" fmla="*/ 5108970 w 12192000"/>
              <a:gd name="connsiteY87" fmla="*/ 1847935 h 2237474"/>
              <a:gd name="connsiteX88" fmla="*/ 5067961 w 12192000"/>
              <a:gd name="connsiteY88" fmla="*/ 1845917 h 2237474"/>
              <a:gd name="connsiteX89" fmla="*/ 5007075 w 12192000"/>
              <a:gd name="connsiteY89" fmla="*/ 1838626 h 2237474"/>
              <a:gd name="connsiteX90" fmla="*/ 4944087 w 12192000"/>
              <a:gd name="connsiteY90" fmla="*/ 1823332 h 2237474"/>
              <a:gd name="connsiteX91" fmla="*/ 4907662 w 12192000"/>
              <a:gd name="connsiteY91" fmla="*/ 1816900 h 2237474"/>
              <a:gd name="connsiteX92" fmla="*/ 4882386 w 12192000"/>
              <a:gd name="connsiteY92" fmla="*/ 1809844 h 2237474"/>
              <a:gd name="connsiteX93" fmla="*/ 4811440 w 12192000"/>
              <a:gd name="connsiteY93" fmla="*/ 1804655 h 2237474"/>
              <a:gd name="connsiteX94" fmla="*/ 4691075 w 12192000"/>
              <a:gd name="connsiteY94" fmla="*/ 1801389 h 2237474"/>
              <a:gd name="connsiteX95" fmla="*/ 4611738 w 12192000"/>
              <a:gd name="connsiteY95" fmla="*/ 1776964 h 2237474"/>
              <a:gd name="connsiteX96" fmla="*/ 4560070 w 12192000"/>
              <a:gd name="connsiteY96" fmla="*/ 1785640 h 2237474"/>
              <a:gd name="connsiteX97" fmla="*/ 4536503 w 12192000"/>
              <a:gd name="connsiteY97" fmla="*/ 1785334 h 2237474"/>
              <a:gd name="connsiteX98" fmla="*/ 4513724 w 12192000"/>
              <a:gd name="connsiteY98" fmla="*/ 1791996 h 2237474"/>
              <a:gd name="connsiteX99" fmla="*/ 4459810 w 12192000"/>
              <a:gd name="connsiteY99" fmla="*/ 1797886 h 2237474"/>
              <a:gd name="connsiteX100" fmla="*/ 4379064 w 12192000"/>
              <a:gd name="connsiteY100" fmla="*/ 1817177 h 2237474"/>
              <a:gd name="connsiteX101" fmla="*/ 4290981 w 12192000"/>
              <a:gd name="connsiteY101" fmla="*/ 1839677 h 2237474"/>
              <a:gd name="connsiteX102" fmla="*/ 4238372 w 12192000"/>
              <a:gd name="connsiteY102" fmla="*/ 1851480 h 2237474"/>
              <a:gd name="connsiteX103" fmla="*/ 4232517 w 12192000"/>
              <a:gd name="connsiteY103" fmla="*/ 1852567 h 2237474"/>
              <a:gd name="connsiteX104" fmla="*/ 4191732 w 12192000"/>
              <a:gd name="connsiteY104" fmla="*/ 1857328 h 2237474"/>
              <a:gd name="connsiteX105" fmla="*/ 4065532 w 12192000"/>
              <a:gd name="connsiteY105" fmla="*/ 1855477 h 2237474"/>
              <a:gd name="connsiteX106" fmla="*/ 4028460 w 12192000"/>
              <a:gd name="connsiteY106" fmla="*/ 1855137 h 2237474"/>
              <a:gd name="connsiteX107" fmla="*/ 4002267 w 12192000"/>
              <a:gd name="connsiteY107" fmla="*/ 1852352 h 2237474"/>
              <a:gd name="connsiteX108" fmla="*/ 3931396 w 12192000"/>
              <a:gd name="connsiteY108" fmla="*/ 1858915 h 2237474"/>
              <a:gd name="connsiteX109" fmla="*/ 3812162 w 12192000"/>
              <a:gd name="connsiteY109" fmla="*/ 1875501 h 2237474"/>
              <a:gd name="connsiteX110" fmla="*/ 3729530 w 12192000"/>
              <a:gd name="connsiteY110" fmla="*/ 1864513 h 2237474"/>
              <a:gd name="connsiteX111" fmla="*/ 3680177 w 12192000"/>
              <a:gd name="connsiteY111" fmla="*/ 1881552 h 2237474"/>
              <a:gd name="connsiteX112" fmla="*/ 3567259 w 12192000"/>
              <a:gd name="connsiteY112" fmla="*/ 1893482 h 2237474"/>
              <a:gd name="connsiteX113" fmla="*/ 3405770 w 12192000"/>
              <a:gd name="connsiteY113" fmla="*/ 1904591 h 2237474"/>
              <a:gd name="connsiteX114" fmla="*/ 3280097 w 12192000"/>
              <a:gd name="connsiteY114" fmla="*/ 1919610 h 2237474"/>
              <a:gd name="connsiteX115" fmla="*/ 3123424 w 12192000"/>
              <a:gd name="connsiteY115" fmla="*/ 1952930 h 2237474"/>
              <a:gd name="connsiteX116" fmla="*/ 3009910 w 12192000"/>
              <a:gd name="connsiteY116" fmla="*/ 1957866 h 2237474"/>
              <a:gd name="connsiteX117" fmla="*/ 2995934 w 12192000"/>
              <a:gd name="connsiteY117" fmla="*/ 1967085 h 2237474"/>
              <a:gd name="connsiteX118" fmla="*/ 2980071 w 12192000"/>
              <a:gd name="connsiteY118" fmla="*/ 1972988 h 2237474"/>
              <a:gd name="connsiteX119" fmla="*/ 2978094 w 12192000"/>
              <a:gd name="connsiteY119" fmla="*/ 1972369 h 2237474"/>
              <a:gd name="connsiteX120" fmla="*/ 2942858 w 12192000"/>
              <a:gd name="connsiteY120" fmla="*/ 1981367 h 2237474"/>
              <a:gd name="connsiteX121" fmla="*/ 2875436 w 12192000"/>
              <a:gd name="connsiteY121" fmla="*/ 1996977 h 2237474"/>
              <a:gd name="connsiteX122" fmla="*/ 2874892 w 12192000"/>
              <a:gd name="connsiteY122" fmla="*/ 1996085 h 2237474"/>
              <a:gd name="connsiteX123" fmla="*/ 2864145 w 12192000"/>
              <a:gd name="connsiteY123" fmla="*/ 1994061 h 2237474"/>
              <a:gd name="connsiteX124" fmla="*/ 2843662 w 12192000"/>
              <a:gd name="connsiteY124" fmla="*/ 1992498 h 2237474"/>
              <a:gd name="connsiteX125" fmla="*/ 2796128 w 12192000"/>
              <a:gd name="connsiteY125" fmla="*/ 1976403 h 2237474"/>
              <a:gd name="connsiteX126" fmla="*/ 2756784 w 12192000"/>
              <a:gd name="connsiteY126" fmla="*/ 1985116 h 2237474"/>
              <a:gd name="connsiteX127" fmla="*/ 2748833 w 12192000"/>
              <a:gd name="connsiteY127" fmla="*/ 1986323 h 2237474"/>
              <a:gd name="connsiteX128" fmla="*/ 2748661 w 12192000"/>
              <a:gd name="connsiteY128" fmla="*/ 1986122 h 2237474"/>
              <a:gd name="connsiteX129" fmla="*/ 2740251 w 12192000"/>
              <a:gd name="connsiteY129" fmla="*/ 1986946 h 2237474"/>
              <a:gd name="connsiteX130" fmla="*/ 2718916 w 12192000"/>
              <a:gd name="connsiteY130" fmla="*/ 1990867 h 2237474"/>
              <a:gd name="connsiteX131" fmla="*/ 2713522 w 12192000"/>
              <a:gd name="connsiteY131" fmla="*/ 1990173 h 2237474"/>
              <a:gd name="connsiteX132" fmla="*/ 2680597 w 12192000"/>
              <a:gd name="connsiteY132" fmla="*/ 1984996 h 2237474"/>
              <a:gd name="connsiteX133" fmla="*/ 2578178 w 12192000"/>
              <a:gd name="connsiteY133" fmla="*/ 1990531 h 2237474"/>
              <a:gd name="connsiteX134" fmla="*/ 2476147 w 12192000"/>
              <a:gd name="connsiteY134" fmla="*/ 1998305 h 2237474"/>
              <a:gd name="connsiteX135" fmla="*/ 2373568 w 12192000"/>
              <a:gd name="connsiteY135" fmla="*/ 2003219 h 2237474"/>
              <a:gd name="connsiteX136" fmla="*/ 2321399 w 12192000"/>
              <a:gd name="connsiteY136" fmla="*/ 1989467 h 2237474"/>
              <a:gd name="connsiteX137" fmla="*/ 2315525 w 12192000"/>
              <a:gd name="connsiteY137" fmla="*/ 1989708 h 2237474"/>
              <a:gd name="connsiteX138" fmla="*/ 2300792 w 12192000"/>
              <a:gd name="connsiteY138" fmla="*/ 1994290 h 2237474"/>
              <a:gd name="connsiteX139" fmla="*/ 2295469 w 12192000"/>
              <a:gd name="connsiteY139" fmla="*/ 1996659 h 2237474"/>
              <a:gd name="connsiteX140" fmla="*/ 2287219 w 12192000"/>
              <a:gd name="connsiteY140" fmla="*/ 1998750 h 2237474"/>
              <a:gd name="connsiteX141" fmla="*/ 2286948 w 12192000"/>
              <a:gd name="connsiteY141" fmla="*/ 1998596 h 2237474"/>
              <a:gd name="connsiteX142" fmla="*/ 2243069 w 12192000"/>
              <a:gd name="connsiteY142" fmla="*/ 2015111 h 2237474"/>
              <a:gd name="connsiteX143" fmla="*/ 2186609 w 12192000"/>
              <a:gd name="connsiteY143" fmla="*/ 2008263 h 2237474"/>
              <a:gd name="connsiteX144" fmla="*/ 2164831 w 12192000"/>
              <a:gd name="connsiteY144" fmla="*/ 2010143 h 2237474"/>
              <a:gd name="connsiteX145" fmla="*/ 2152836 w 12192000"/>
              <a:gd name="connsiteY145" fmla="*/ 2010048 h 2237474"/>
              <a:gd name="connsiteX146" fmla="*/ 2117102 w 12192000"/>
              <a:gd name="connsiteY146" fmla="*/ 2023004 h 2237474"/>
              <a:gd name="connsiteX147" fmla="*/ 2111935 w 12192000"/>
              <a:gd name="connsiteY147" fmla="*/ 2023163 h 2237474"/>
              <a:gd name="connsiteX148" fmla="*/ 2089991 w 12192000"/>
              <a:gd name="connsiteY148" fmla="*/ 2034193 h 2237474"/>
              <a:gd name="connsiteX149" fmla="*/ 2058061 w 12192000"/>
              <a:gd name="connsiteY149" fmla="*/ 2047942 h 2237474"/>
              <a:gd name="connsiteX150" fmla="*/ 2055737 w 12192000"/>
              <a:gd name="connsiteY150" fmla="*/ 2047704 h 2237474"/>
              <a:gd name="connsiteX151" fmla="*/ 2042244 w 12192000"/>
              <a:gd name="connsiteY151" fmla="*/ 2055560 h 2237474"/>
              <a:gd name="connsiteX152" fmla="*/ 1976224 w 12192000"/>
              <a:gd name="connsiteY152" fmla="*/ 2074257 h 2237474"/>
              <a:gd name="connsiteX153" fmla="*/ 1877728 w 12192000"/>
              <a:gd name="connsiteY153" fmla="*/ 2101004 h 2237474"/>
              <a:gd name="connsiteX154" fmla="*/ 1759056 w 12192000"/>
              <a:gd name="connsiteY154" fmla="*/ 2125608 h 2237474"/>
              <a:gd name="connsiteX155" fmla="*/ 1637948 w 12192000"/>
              <a:gd name="connsiteY155" fmla="*/ 2172597 h 2237474"/>
              <a:gd name="connsiteX156" fmla="*/ 1434549 w 12192000"/>
              <a:gd name="connsiteY156" fmla="*/ 2234522 h 2237474"/>
              <a:gd name="connsiteX157" fmla="*/ 1398481 w 12192000"/>
              <a:gd name="connsiteY157" fmla="*/ 2237074 h 2237474"/>
              <a:gd name="connsiteX158" fmla="*/ 1398407 w 12192000"/>
              <a:gd name="connsiteY158" fmla="*/ 2237095 h 2237474"/>
              <a:gd name="connsiteX159" fmla="*/ 1370962 w 12192000"/>
              <a:gd name="connsiteY159" fmla="*/ 2237474 h 2237474"/>
              <a:gd name="connsiteX160" fmla="*/ 1356367 w 12192000"/>
              <a:gd name="connsiteY160" fmla="*/ 2235089 h 2237474"/>
              <a:gd name="connsiteX161" fmla="*/ 1324828 w 12192000"/>
              <a:gd name="connsiteY161" fmla="*/ 2231968 h 2237474"/>
              <a:gd name="connsiteX162" fmla="*/ 1297744 w 12192000"/>
              <a:gd name="connsiteY162" fmla="*/ 2235849 h 2237474"/>
              <a:gd name="connsiteX163" fmla="*/ 1286236 w 12192000"/>
              <a:gd name="connsiteY163" fmla="*/ 2233135 h 2237474"/>
              <a:gd name="connsiteX164" fmla="*/ 1283504 w 12192000"/>
              <a:gd name="connsiteY164" fmla="*/ 2233797 h 2237474"/>
              <a:gd name="connsiteX165" fmla="*/ 1279765 w 12192000"/>
              <a:gd name="connsiteY165" fmla="*/ 2229639 h 2237474"/>
              <a:gd name="connsiteX166" fmla="*/ 1195347 w 12192000"/>
              <a:gd name="connsiteY166" fmla="*/ 2212354 h 2237474"/>
              <a:gd name="connsiteX167" fmla="*/ 970251 w 12192000"/>
              <a:gd name="connsiteY167" fmla="*/ 2221029 h 2237474"/>
              <a:gd name="connsiteX168" fmla="*/ 812914 w 12192000"/>
              <a:gd name="connsiteY168" fmla="*/ 2202752 h 2237474"/>
              <a:gd name="connsiteX169" fmla="*/ 800195 w 12192000"/>
              <a:gd name="connsiteY169" fmla="*/ 2209407 h 2237474"/>
              <a:gd name="connsiteX170" fmla="*/ 784978 w 12192000"/>
              <a:gd name="connsiteY170" fmla="*/ 2212360 h 2237474"/>
              <a:gd name="connsiteX171" fmla="*/ 681987 w 12192000"/>
              <a:gd name="connsiteY171" fmla="*/ 2216757 h 2237474"/>
              <a:gd name="connsiteX172" fmla="*/ 669923 w 12192000"/>
              <a:gd name="connsiteY172" fmla="*/ 2211682 h 2237474"/>
              <a:gd name="connsiteX173" fmla="*/ 648680 w 12192000"/>
              <a:gd name="connsiteY173" fmla="*/ 2206229 h 2237474"/>
              <a:gd name="connsiteX174" fmla="*/ 597225 w 12192000"/>
              <a:gd name="connsiteY174" fmla="*/ 2180999 h 2237474"/>
              <a:gd name="connsiteX175" fmla="*/ 558449 w 12192000"/>
              <a:gd name="connsiteY175" fmla="*/ 2182346 h 2237474"/>
              <a:gd name="connsiteX176" fmla="*/ 550517 w 12192000"/>
              <a:gd name="connsiteY176" fmla="*/ 2182060 h 2237474"/>
              <a:gd name="connsiteX177" fmla="*/ 550309 w 12192000"/>
              <a:gd name="connsiteY177" fmla="*/ 2181825 h 2237474"/>
              <a:gd name="connsiteX178" fmla="*/ 541836 w 12192000"/>
              <a:gd name="connsiteY178" fmla="*/ 2181063 h 2237474"/>
              <a:gd name="connsiteX179" fmla="*/ 536057 w 12192000"/>
              <a:gd name="connsiteY179" fmla="*/ 2181537 h 2237474"/>
              <a:gd name="connsiteX180" fmla="*/ 520671 w 12192000"/>
              <a:gd name="connsiteY180" fmla="*/ 2180980 h 2237474"/>
              <a:gd name="connsiteX181" fmla="*/ 515024 w 12192000"/>
              <a:gd name="connsiteY181" fmla="*/ 2179258 h 2237474"/>
              <a:gd name="connsiteX182" fmla="*/ 512278 w 12192000"/>
              <a:gd name="connsiteY182" fmla="*/ 2176369 h 2237474"/>
              <a:gd name="connsiteX183" fmla="*/ 480419 w 12192000"/>
              <a:gd name="connsiteY183" fmla="*/ 2167807 h 2237474"/>
              <a:gd name="connsiteX184" fmla="*/ 413835 w 12192000"/>
              <a:gd name="connsiteY184" fmla="*/ 2156783 h 2237474"/>
              <a:gd name="connsiteX185" fmla="*/ 376513 w 12192000"/>
              <a:gd name="connsiteY185" fmla="*/ 2154014 h 2237474"/>
              <a:gd name="connsiteX186" fmla="*/ 273386 w 12192000"/>
              <a:gd name="connsiteY186" fmla="*/ 2142551 h 2237474"/>
              <a:gd name="connsiteX187" fmla="*/ 169207 w 12192000"/>
              <a:gd name="connsiteY187" fmla="*/ 2128100 h 2237474"/>
              <a:gd name="connsiteX188" fmla="*/ 93149 w 12192000"/>
              <a:gd name="connsiteY188" fmla="*/ 2105324 h 2237474"/>
              <a:gd name="connsiteX189" fmla="*/ 88109 w 12192000"/>
              <a:gd name="connsiteY189" fmla="*/ 2106704 h 2237474"/>
              <a:gd name="connsiteX190" fmla="*/ 80022 w 12192000"/>
              <a:gd name="connsiteY190" fmla="*/ 2107254 h 2237474"/>
              <a:gd name="connsiteX191" fmla="*/ 79717 w 12192000"/>
              <a:gd name="connsiteY191" fmla="*/ 2107046 h 2237474"/>
              <a:gd name="connsiteX192" fmla="*/ 72352 w 12192000"/>
              <a:gd name="connsiteY192" fmla="*/ 2107991 h 2237474"/>
              <a:gd name="connsiteX193" fmla="*/ 37645 w 12192000"/>
              <a:gd name="connsiteY193" fmla="*/ 2115401 h 2237474"/>
              <a:gd name="connsiteX194" fmla="*/ 4572 w 12192000"/>
              <a:gd name="connsiteY194" fmla="*/ 2111091 h 2237474"/>
              <a:gd name="connsiteX195" fmla="*/ 0 w 12192000"/>
              <a:gd name="connsiteY195" fmla="*/ 2110468 h 2237474"/>
              <a:gd name="connsiteX196" fmla="*/ 0 w 12192000"/>
              <a:gd name="connsiteY196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958984 w 12192000"/>
              <a:gd name="connsiteY38" fmla="*/ 1057212 h 2237474"/>
              <a:gd name="connsiteX39" fmla="*/ 8886001 w 12192000"/>
              <a:gd name="connsiteY39" fmla="*/ 1067468 h 2237474"/>
              <a:gd name="connsiteX40" fmla="*/ 8838610 w 12192000"/>
              <a:gd name="connsiteY40" fmla="*/ 1075091 h 2237474"/>
              <a:gd name="connsiteX41" fmla="*/ 8750383 w 12192000"/>
              <a:gd name="connsiteY41" fmla="*/ 1097387 h 2237474"/>
              <a:gd name="connsiteX42" fmla="*/ 8665605 w 12192000"/>
              <a:gd name="connsiteY42" fmla="*/ 1110791 h 2237474"/>
              <a:gd name="connsiteX43" fmla="*/ 8584946 w 12192000"/>
              <a:gd name="connsiteY43" fmla="*/ 1135226 h 2237474"/>
              <a:gd name="connsiteX44" fmla="*/ 8460755 w 12192000"/>
              <a:gd name="connsiteY44" fmla="*/ 1203427 h 2237474"/>
              <a:gd name="connsiteX45" fmla="*/ 8419755 w 12192000"/>
              <a:gd name="connsiteY45" fmla="*/ 1216260 h 2237474"/>
              <a:gd name="connsiteX46" fmla="*/ 8411626 w 12192000"/>
              <a:gd name="connsiteY46" fmla="*/ 1214397 h 2237474"/>
              <a:gd name="connsiteX47" fmla="*/ 8363469 w 12192000"/>
              <a:gd name="connsiteY47" fmla="*/ 1246658 h 2237474"/>
              <a:gd name="connsiteX48" fmla="*/ 8275497 w 12192000"/>
              <a:gd name="connsiteY48" fmla="*/ 1264396 h 2237474"/>
              <a:gd name="connsiteX49" fmla="*/ 8206287 w 12192000"/>
              <a:gd name="connsiteY49" fmla="*/ 1273060 h 2237474"/>
              <a:gd name="connsiteX50" fmla="*/ 8168705 w 12192000"/>
              <a:gd name="connsiteY50" fmla="*/ 1279956 h 2237474"/>
              <a:gd name="connsiteX51" fmla="*/ 8139997 w 12192000"/>
              <a:gd name="connsiteY51" fmla="*/ 1282713 h 2237474"/>
              <a:gd name="connsiteX52" fmla="*/ 8074238 w 12192000"/>
              <a:gd name="connsiteY52" fmla="*/ 1301895 h 2237474"/>
              <a:gd name="connsiteX53" fmla="*/ 7968292 w 12192000"/>
              <a:gd name="connsiteY53" fmla="*/ 1338779 h 2237474"/>
              <a:gd name="connsiteX54" fmla="*/ 7902328 w 12192000"/>
              <a:gd name="connsiteY54" fmla="*/ 1345865 h 2237474"/>
              <a:gd name="connsiteX55" fmla="*/ 7840612 w 12192000"/>
              <a:gd name="connsiteY55" fmla="*/ 1369373 h 2237474"/>
              <a:gd name="connsiteX56" fmla="*/ 7786819 w 12192000"/>
              <a:gd name="connsiteY56" fmla="*/ 1378970 h 2237474"/>
              <a:gd name="connsiteX57" fmla="*/ 7548172 w 12192000"/>
              <a:gd name="connsiteY57" fmla="*/ 1417460 h 2237474"/>
              <a:gd name="connsiteX58" fmla="*/ 7483437 w 12192000"/>
              <a:gd name="connsiteY58" fmla="*/ 1478152 h 2237474"/>
              <a:gd name="connsiteX59" fmla="*/ 7377870 w 12192000"/>
              <a:gd name="connsiteY59" fmla="*/ 1523319 h 2237474"/>
              <a:gd name="connsiteX60" fmla="*/ 7230737 w 12192000"/>
              <a:gd name="connsiteY60" fmla="*/ 1562633 h 2237474"/>
              <a:gd name="connsiteX61" fmla="*/ 7224458 w 12192000"/>
              <a:gd name="connsiteY61" fmla="*/ 1573008 h 2237474"/>
              <a:gd name="connsiteX62" fmla="*/ 7183121 w 12192000"/>
              <a:gd name="connsiteY62" fmla="*/ 1595162 h 2237474"/>
              <a:gd name="connsiteX63" fmla="*/ 7164601 w 12192000"/>
              <a:gd name="connsiteY63" fmla="*/ 1606490 h 2237474"/>
              <a:gd name="connsiteX64" fmla="*/ 7031309 w 12192000"/>
              <a:gd name="connsiteY64" fmla="*/ 1619451 h 2237474"/>
              <a:gd name="connsiteX65" fmla="*/ 6900177 w 12192000"/>
              <a:gd name="connsiteY65" fmla="*/ 1636016 h 2237474"/>
              <a:gd name="connsiteX66" fmla="*/ 6795372 w 12192000"/>
              <a:gd name="connsiteY66" fmla="*/ 1644845 h 2237474"/>
              <a:gd name="connsiteX67" fmla="*/ 6692251 w 12192000"/>
              <a:gd name="connsiteY67" fmla="*/ 1656357 h 2237474"/>
              <a:gd name="connsiteX68" fmla="*/ 6655235 w 12192000"/>
              <a:gd name="connsiteY68" fmla="*/ 1661869 h 2237474"/>
              <a:gd name="connsiteX69" fmla="*/ 6554894 w 12192000"/>
              <a:gd name="connsiteY69" fmla="*/ 1664428 h 2237474"/>
              <a:gd name="connsiteX70" fmla="*/ 6516595 w 12192000"/>
              <a:gd name="connsiteY70" fmla="*/ 1667475 h 2237474"/>
              <a:gd name="connsiteX71" fmla="*/ 6508541 w 12192000"/>
              <a:gd name="connsiteY71" fmla="*/ 1668757 h 2237474"/>
              <a:gd name="connsiteX72" fmla="*/ 6471012 w 12192000"/>
              <a:gd name="connsiteY72" fmla="*/ 1678604 h 2237474"/>
              <a:gd name="connsiteX73" fmla="*/ 6364035 w 12192000"/>
              <a:gd name="connsiteY73" fmla="*/ 1667683 h 2237474"/>
              <a:gd name="connsiteX74" fmla="*/ 6280959 w 12192000"/>
              <a:gd name="connsiteY74" fmla="*/ 1689329 h 2237474"/>
              <a:gd name="connsiteX75" fmla="*/ 6243319 w 12192000"/>
              <a:gd name="connsiteY75" fmla="*/ 1695560 h 2237474"/>
              <a:gd name="connsiteX76" fmla="*/ 6098321 w 12192000"/>
              <a:gd name="connsiteY76" fmla="*/ 1721646 h 2237474"/>
              <a:gd name="connsiteX77" fmla="*/ 5880652 w 12192000"/>
              <a:gd name="connsiteY77" fmla="*/ 1779643 h 2237474"/>
              <a:gd name="connsiteX78" fmla="*/ 5785959 w 12192000"/>
              <a:gd name="connsiteY78" fmla="*/ 1775307 h 2237474"/>
              <a:gd name="connsiteX79" fmla="*/ 5643534 w 12192000"/>
              <a:gd name="connsiteY79" fmla="*/ 1802919 h 2237474"/>
              <a:gd name="connsiteX80" fmla="*/ 5518799 w 12192000"/>
              <a:gd name="connsiteY80" fmla="*/ 1818312 h 2237474"/>
              <a:gd name="connsiteX81" fmla="*/ 5505014 w 12192000"/>
              <a:gd name="connsiteY81" fmla="*/ 1819259 h 2237474"/>
              <a:gd name="connsiteX82" fmla="*/ 5453307 w 12192000"/>
              <a:gd name="connsiteY82" fmla="*/ 1815450 h 2237474"/>
              <a:gd name="connsiteX83" fmla="*/ 5221533 w 12192000"/>
              <a:gd name="connsiteY83" fmla="*/ 1846950 h 2237474"/>
              <a:gd name="connsiteX84" fmla="*/ 5149802 w 12192000"/>
              <a:gd name="connsiteY84" fmla="*/ 1844846 h 2237474"/>
              <a:gd name="connsiteX85" fmla="*/ 5114927 w 12192000"/>
              <a:gd name="connsiteY85" fmla="*/ 1847827 h 2237474"/>
              <a:gd name="connsiteX86" fmla="*/ 5108970 w 12192000"/>
              <a:gd name="connsiteY86" fmla="*/ 1847935 h 2237474"/>
              <a:gd name="connsiteX87" fmla="*/ 5067961 w 12192000"/>
              <a:gd name="connsiteY87" fmla="*/ 1845917 h 2237474"/>
              <a:gd name="connsiteX88" fmla="*/ 5007075 w 12192000"/>
              <a:gd name="connsiteY88" fmla="*/ 1838626 h 2237474"/>
              <a:gd name="connsiteX89" fmla="*/ 4944087 w 12192000"/>
              <a:gd name="connsiteY89" fmla="*/ 1823332 h 2237474"/>
              <a:gd name="connsiteX90" fmla="*/ 4907662 w 12192000"/>
              <a:gd name="connsiteY90" fmla="*/ 1816900 h 2237474"/>
              <a:gd name="connsiteX91" fmla="*/ 4882386 w 12192000"/>
              <a:gd name="connsiteY91" fmla="*/ 1809844 h 2237474"/>
              <a:gd name="connsiteX92" fmla="*/ 4811440 w 12192000"/>
              <a:gd name="connsiteY92" fmla="*/ 1804655 h 2237474"/>
              <a:gd name="connsiteX93" fmla="*/ 4691075 w 12192000"/>
              <a:gd name="connsiteY93" fmla="*/ 1801389 h 2237474"/>
              <a:gd name="connsiteX94" fmla="*/ 4611738 w 12192000"/>
              <a:gd name="connsiteY94" fmla="*/ 1776964 h 2237474"/>
              <a:gd name="connsiteX95" fmla="*/ 4560070 w 12192000"/>
              <a:gd name="connsiteY95" fmla="*/ 1785640 h 2237474"/>
              <a:gd name="connsiteX96" fmla="*/ 4536503 w 12192000"/>
              <a:gd name="connsiteY96" fmla="*/ 1785334 h 2237474"/>
              <a:gd name="connsiteX97" fmla="*/ 4513724 w 12192000"/>
              <a:gd name="connsiteY97" fmla="*/ 1791996 h 2237474"/>
              <a:gd name="connsiteX98" fmla="*/ 4459810 w 12192000"/>
              <a:gd name="connsiteY98" fmla="*/ 1797886 h 2237474"/>
              <a:gd name="connsiteX99" fmla="*/ 4379064 w 12192000"/>
              <a:gd name="connsiteY99" fmla="*/ 1817177 h 2237474"/>
              <a:gd name="connsiteX100" fmla="*/ 4290981 w 12192000"/>
              <a:gd name="connsiteY100" fmla="*/ 1839677 h 2237474"/>
              <a:gd name="connsiteX101" fmla="*/ 4238372 w 12192000"/>
              <a:gd name="connsiteY101" fmla="*/ 1851480 h 2237474"/>
              <a:gd name="connsiteX102" fmla="*/ 4232517 w 12192000"/>
              <a:gd name="connsiteY102" fmla="*/ 1852567 h 2237474"/>
              <a:gd name="connsiteX103" fmla="*/ 4191732 w 12192000"/>
              <a:gd name="connsiteY103" fmla="*/ 1857328 h 2237474"/>
              <a:gd name="connsiteX104" fmla="*/ 4065532 w 12192000"/>
              <a:gd name="connsiteY104" fmla="*/ 1855477 h 2237474"/>
              <a:gd name="connsiteX105" fmla="*/ 4028460 w 12192000"/>
              <a:gd name="connsiteY105" fmla="*/ 1855137 h 2237474"/>
              <a:gd name="connsiteX106" fmla="*/ 4002267 w 12192000"/>
              <a:gd name="connsiteY106" fmla="*/ 1852352 h 2237474"/>
              <a:gd name="connsiteX107" fmla="*/ 3931396 w 12192000"/>
              <a:gd name="connsiteY107" fmla="*/ 1858915 h 2237474"/>
              <a:gd name="connsiteX108" fmla="*/ 3812162 w 12192000"/>
              <a:gd name="connsiteY108" fmla="*/ 1875501 h 2237474"/>
              <a:gd name="connsiteX109" fmla="*/ 3729530 w 12192000"/>
              <a:gd name="connsiteY109" fmla="*/ 1864513 h 2237474"/>
              <a:gd name="connsiteX110" fmla="*/ 3680177 w 12192000"/>
              <a:gd name="connsiteY110" fmla="*/ 1881552 h 2237474"/>
              <a:gd name="connsiteX111" fmla="*/ 3567259 w 12192000"/>
              <a:gd name="connsiteY111" fmla="*/ 1893482 h 2237474"/>
              <a:gd name="connsiteX112" fmla="*/ 3405770 w 12192000"/>
              <a:gd name="connsiteY112" fmla="*/ 1904591 h 2237474"/>
              <a:gd name="connsiteX113" fmla="*/ 3280097 w 12192000"/>
              <a:gd name="connsiteY113" fmla="*/ 1919610 h 2237474"/>
              <a:gd name="connsiteX114" fmla="*/ 3123424 w 12192000"/>
              <a:gd name="connsiteY114" fmla="*/ 1952930 h 2237474"/>
              <a:gd name="connsiteX115" fmla="*/ 3009910 w 12192000"/>
              <a:gd name="connsiteY115" fmla="*/ 1957866 h 2237474"/>
              <a:gd name="connsiteX116" fmla="*/ 2995934 w 12192000"/>
              <a:gd name="connsiteY116" fmla="*/ 1967085 h 2237474"/>
              <a:gd name="connsiteX117" fmla="*/ 2980071 w 12192000"/>
              <a:gd name="connsiteY117" fmla="*/ 1972988 h 2237474"/>
              <a:gd name="connsiteX118" fmla="*/ 2978094 w 12192000"/>
              <a:gd name="connsiteY118" fmla="*/ 1972369 h 2237474"/>
              <a:gd name="connsiteX119" fmla="*/ 2942858 w 12192000"/>
              <a:gd name="connsiteY119" fmla="*/ 1981367 h 2237474"/>
              <a:gd name="connsiteX120" fmla="*/ 2875436 w 12192000"/>
              <a:gd name="connsiteY120" fmla="*/ 1996977 h 2237474"/>
              <a:gd name="connsiteX121" fmla="*/ 2874892 w 12192000"/>
              <a:gd name="connsiteY121" fmla="*/ 1996085 h 2237474"/>
              <a:gd name="connsiteX122" fmla="*/ 2864145 w 12192000"/>
              <a:gd name="connsiteY122" fmla="*/ 1994061 h 2237474"/>
              <a:gd name="connsiteX123" fmla="*/ 2843662 w 12192000"/>
              <a:gd name="connsiteY123" fmla="*/ 1992498 h 2237474"/>
              <a:gd name="connsiteX124" fmla="*/ 2796128 w 12192000"/>
              <a:gd name="connsiteY124" fmla="*/ 1976403 h 2237474"/>
              <a:gd name="connsiteX125" fmla="*/ 2756784 w 12192000"/>
              <a:gd name="connsiteY125" fmla="*/ 1985116 h 2237474"/>
              <a:gd name="connsiteX126" fmla="*/ 2748833 w 12192000"/>
              <a:gd name="connsiteY126" fmla="*/ 1986323 h 2237474"/>
              <a:gd name="connsiteX127" fmla="*/ 2748661 w 12192000"/>
              <a:gd name="connsiteY127" fmla="*/ 1986122 h 2237474"/>
              <a:gd name="connsiteX128" fmla="*/ 2740251 w 12192000"/>
              <a:gd name="connsiteY128" fmla="*/ 1986946 h 2237474"/>
              <a:gd name="connsiteX129" fmla="*/ 2718916 w 12192000"/>
              <a:gd name="connsiteY129" fmla="*/ 1990867 h 2237474"/>
              <a:gd name="connsiteX130" fmla="*/ 2713522 w 12192000"/>
              <a:gd name="connsiteY130" fmla="*/ 1990173 h 2237474"/>
              <a:gd name="connsiteX131" fmla="*/ 2680597 w 12192000"/>
              <a:gd name="connsiteY131" fmla="*/ 1984996 h 2237474"/>
              <a:gd name="connsiteX132" fmla="*/ 2578178 w 12192000"/>
              <a:gd name="connsiteY132" fmla="*/ 1990531 h 2237474"/>
              <a:gd name="connsiteX133" fmla="*/ 2476147 w 12192000"/>
              <a:gd name="connsiteY133" fmla="*/ 1998305 h 2237474"/>
              <a:gd name="connsiteX134" fmla="*/ 2373568 w 12192000"/>
              <a:gd name="connsiteY134" fmla="*/ 2003219 h 2237474"/>
              <a:gd name="connsiteX135" fmla="*/ 2321399 w 12192000"/>
              <a:gd name="connsiteY135" fmla="*/ 1989467 h 2237474"/>
              <a:gd name="connsiteX136" fmla="*/ 2315525 w 12192000"/>
              <a:gd name="connsiteY136" fmla="*/ 1989708 h 2237474"/>
              <a:gd name="connsiteX137" fmla="*/ 2300792 w 12192000"/>
              <a:gd name="connsiteY137" fmla="*/ 1994290 h 2237474"/>
              <a:gd name="connsiteX138" fmla="*/ 2295469 w 12192000"/>
              <a:gd name="connsiteY138" fmla="*/ 1996659 h 2237474"/>
              <a:gd name="connsiteX139" fmla="*/ 2287219 w 12192000"/>
              <a:gd name="connsiteY139" fmla="*/ 1998750 h 2237474"/>
              <a:gd name="connsiteX140" fmla="*/ 2286948 w 12192000"/>
              <a:gd name="connsiteY140" fmla="*/ 1998596 h 2237474"/>
              <a:gd name="connsiteX141" fmla="*/ 2243069 w 12192000"/>
              <a:gd name="connsiteY141" fmla="*/ 2015111 h 2237474"/>
              <a:gd name="connsiteX142" fmla="*/ 2186609 w 12192000"/>
              <a:gd name="connsiteY142" fmla="*/ 2008263 h 2237474"/>
              <a:gd name="connsiteX143" fmla="*/ 2164831 w 12192000"/>
              <a:gd name="connsiteY143" fmla="*/ 2010143 h 2237474"/>
              <a:gd name="connsiteX144" fmla="*/ 2152836 w 12192000"/>
              <a:gd name="connsiteY144" fmla="*/ 2010048 h 2237474"/>
              <a:gd name="connsiteX145" fmla="*/ 2117102 w 12192000"/>
              <a:gd name="connsiteY145" fmla="*/ 2023004 h 2237474"/>
              <a:gd name="connsiteX146" fmla="*/ 2111935 w 12192000"/>
              <a:gd name="connsiteY146" fmla="*/ 2023163 h 2237474"/>
              <a:gd name="connsiteX147" fmla="*/ 2089991 w 12192000"/>
              <a:gd name="connsiteY147" fmla="*/ 2034193 h 2237474"/>
              <a:gd name="connsiteX148" fmla="*/ 2058061 w 12192000"/>
              <a:gd name="connsiteY148" fmla="*/ 2047942 h 2237474"/>
              <a:gd name="connsiteX149" fmla="*/ 2055737 w 12192000"/>
              <a:gd name="connsiteY149" fmla="*/ 2047704 h 2237474"/>
              <a:gd name="connsiteX150" fmla="*/ 2042244 w 12192000"/>
              <a:gd name="connsiteY150" fmla="*/ 2055560 h 2237474"/>
              <a:gd name="connsiteX151" fmla="*/ 1976224 w 12192000"/>
              <a:gd name="connsiteY151" fmla="*/ 2074257 h 2237474"/>
              <a:gd name="connsiteX152" fmla="*/ 1877728 w 12192000"/>
              <a:gd name="connsiteY152" fmla="*/ 2101004 h 2237474"/>
              <a:gd name="connsiteX153" fmla="*/ 1759056 w 12192000"/>
              <a:gd name="connsiteY153" fmla="*/ 2125608 h 2237474"/>
              <a:gd name="connsiteX154" fmla="*/ 1637948 w 12192000"/>
              <a:gd name="connsiteY154" fmla="*/ 2172597 h 2237474"/>
              <a:gd name="connsiteX155" fmla="*/ 1434549 w 12192000"/>
              <a:gd name="connsiteY155" fmla="*/ 2234522 h 2237474"/>
              <a:gd name="connsiteX156" fmla="*/ 1398481 w 12192000"/>
              <a:gd name="connsiteY156" fmla="*/ 2237074 h 2237474"/>
              <a:gd name="connsiteX157" fmla="*/ 1398407 w 12192000"/>
              <a:gd name="connsiteY157" fmla="*/ 2237095 h 2237474"/>
              <a:gd name="connsiteX158" fmla="*/ 1370962 w 12192000"/>
              <a:gd name="connsiteY158" fmla="*/ 2237474 h 2237474"/>
              <a:gd name="connsiteX159" fmla="*/ 1356367 w 12192000"/>
              <a:gd name="connsiteY159" fmla="*/ 2235089 h 2237474"/>
              <a:gd name="connsiteX160" fmla="*/ 1324828 w 12192000"/>
              <a:gd name="connsiteY160" fmla="*/ 2231968 h 2237474"/>
              <a:gd name="connsiteX161" fmla="*/ 1297744 w 12192000"/>
              <a:gd name="connsiteY161" fmla="*/ 2235849 h 2237474"/>
              <a:gd name="connsiteX162" fmla="*/ 1286236 w 12192000"/>
              <a:gd name="connsiteY162" fmla="*/ 2233135 h 2237474"/>
              <a:gd name="connsiteX163" fmla="*/ 1283504 w 12192000"/>
              <a:gd name="connsiteY163" fmla="*/ 2233797 h 2237474"/>
              <a:gd name="connsiteX164" fmla="*/ 1279765 w 12192000"/>
              <a:gd name="connsiteY164" fmla="*/ 2229639 h 2237474"/>
              <a:gd name="connsiteX165" fmla="*/ 1195347 w 12192000"/>
              <a:gd name="connsiteY165" fmla="*/ 2212354 h 2237474"/>
              <a:gd name="connsiteX166" fmla="*/ 970251 w 12192000"/>
              <a:gd name="connsiteY166" fmla="*/ 2221029 h 2237474"/>
              <a:gd name="connsiteX167" fmla="*/ 812914 w 12192000"/>
              <a:gd name="connsiteY167" fmla="*/ 2202752 h 2237474"/>
              <a:gd name="connsiteX168" fmla="*/ 800195 w 12192000"/>
              <a:gd name="connsiteY168" fmla="*/ 2209407 h 2237474"/>
              <a:gd name="connsiteX169" fmla="*/ 784978 w 12192000"/>
              <a:gd name="connsiteY169" fmla="*/ 2212360 h 2237474"/>
              <a:gd name="connsiteX170" fmla="*/ 681987 w 12192000"/>
              <a:gd name="connsiteY170" fmla="*/ 2216757 h 2237474"/>
              <a:gd name="connsiteX171" fmla="*/ 669923 w 12192000"/>
              <a:gd name="connsiteY171" fmla="*/ 2211682 h 2237474"/>
              <a:gd name="connsiteX172" fmla="*/ 648680 w 12192000"/>
              <a:gd name="connsiteY172" fmla="*/ 2206229 h 2237474"/>
              <a:gd name="connsiteX173" fmla="*/ 597225 w 12192000"/>
              <a:gd name="connsiteY173" fmla="*/ 2180999 h 2237474"/>
              <a:gd name="connsiteX174" fmla="*/ 558449 w 12192000"/>
              <a:gd name="connsiteY174" fmla="*/ 2182346 h 2237474"/>
              <a:gd name="connsiteX175" fmla="*/ 550517 w 12192000"/>
              <a:gd name="connsiteY175" fmla="*/ 2182060 h 2237474"/>
              <a:gd name="connsiteX176" fmla="*/ 550309 w 12192000"/>
              <a:gd name="connsiteY176" fmla="*/ 2181825 h 2237474"/>
              <a:gd name="connsiteX177" fmla="*/ 541836 w 12192000"/>
              <a:gd name="connsiteY177" fmla="*/ 2181063 h 2237474"/>
              <a:gd name="connsiteX178" fmla="*/ 536057 w 12192000"/>
              <a:gd name="connsiteY178" fmla="*/ 2181537 h 2237474"/>
              <a:gd name="connsiteX179" fmla="*/ 520671 w 12192000"/>
              <a:gd name="connsiteY179" fmla="*/ 2180980 h 2237474"/>
              <a:gd name="connsiteX180" fmla="*/ 515024 w 12192000"/>
              <a:gd name="connsiteY180" fmla="*/ 2179258 h 2237474"/>
              <a:gd name="connsiteX181" fmla="*/ 512278 w 12192000"/>
              <a:gd name="connsiteY181" fmla="*/ 2176369 h 2237474"/>
              <a:gd name="connsiteX182" fmla="*/ 480419 w 12192000"/>
              <a:gd name="connsiteY182" fmla="*/ 2167807 h 2237474"/>
              <a:gd name="connsiteX183" fmla="*/ 413835 w 12192000"/>
              <a:gd name="connsiteY183" fmla="*/ 2156783 h 2237474"/>
              <a:gd name="connsiteX184" fmla="*/ 376513 w 12192000"/>
              <a:gd name="connsiteY184" fmla="*/ 2154014 h 2237474"/>
              <a:gd name="connsiteX185" fmla="*/ 273386 w 12192000"/>
              <a:gd name="connsiteY185" fmla="*/ 2142551 h 2237474"/>
              <a:gd name="connsiteX186" fmla="*/ 169207 w 12192000"/>
              <a:gd name="connsiteY186" fmla="*/ 2128100 h 2237474"/>
              <a:gd name="connsiteX187" fmla="*/ 93149 w 12192000"/>
              <a:gd name="connsiteY187" fmla="*/ 2105324 h 2237474"/>
              <a:gd name="connsiteX188" fmla="*/ 88109 w 12192000"/>
              <a:gd name="connsiteY188" fmla="*/ 2106704 h 2237474"/>
              <a:gd name="connsiteX189" fmla="*/ 80022 w 12192000"/>
              <a:gd name="connsiteY189" fmla="*/ 2107254 h 2237474"/>
              <a:gd name="connsiteX190" fmla="*/ 79717 w 12192000"/>
              <a:gd name="connsiteY190" fmla="*/ 2107046 h 2237474"/>
              <a:gd name="connsiteX191" fmla="*/ 72352 w 12192000"/>
              <a:gd name="connsiteY191" fmla="*/ 2107991 h 2237474"/>
              <a:gd name="connsiteX192" fmla="*/ 37645 w 12192000"/>
              <a:gd name="connsiteY192" fmla="*/ 2115401 h 2237474"/>
              <a:gd name="connsiteX193" fmla="*/ 4572 w 12192000"/>
              <a:gd name="connsiteY193" fmla="*/ 2111091 h 2237474"/>
              <a:gd name="connsiteX194" fmla="*/ 0 w 12192000"/>
              <a:gd name="connsiteY194" fmla="*/ 2110468 h 2237474"/>
              <a:gd name="connsiteX195" fmla="*/ 0 w 12192000"/>
              <a:gd name="connsiteY19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958984 w 12192000"/>
              <a:gd name="connsiteY38" fmla="*/ 1057212 h 2237474"/>
              <a:gd name="connsiteX39" fmla="*/ 8886001 w 12192000"/>
              <a:gd name="connsiteY39" fmla="*/ 1067468 h 2237474"/>
              <a:gd name="connsiteX40" fmla="*/ 8838610 w 12192000"/>
              <a:gd name="connsiteY40" fmla="*/ 1075091 h 2237474"/>
              <a:gd name="connsiteX41" fmla="*/ 8750383 w 12192000"/>
              <a:gd name="connsiteY41" fmla="*/ 1097387 h 2237474"/>
              <a:gd name="connsiteX42" fmla="*/ 8665605 w 12192000"/>
              <a:gd name="connsiteY42" fmla="*/ 1110791 h 2237474"/>
              <a:gd name="connsiteX43" fmla="*/ 8584946 w 12192000"/>
              <a:gd name="connsiteY43" fmla="*/ 1135226 h 2237474"/>
              <a:gd name="connsiteX44" fmla="*/ 8460755 w 12192000"/>
              <a:gd name="connsiteY44" fmla="*/ 1203427 h 2237474"/>
              <a:gd name="connsiteX45" fmla="*/ 8419755 w 12192000"/>
              <a:gd name="connsiteY45" fmla="*/ 1216260 h 2237474"/>
              <a:gd name="connsiteX46" fmla="*/ 8411626 w 12192000"/>
              <a:gd name="connsiteY46" fmla="*/ 1214397 h 2237474"/>
              <a:gd name="connsiteX47" fmla="*/ 8363469 w 12192000"/>
              <a:gd name="connsiteY47" fmla="*/ 1246658 h 2237474"/>
              <a:gd name="connsiteX48" fmla="*/ 8275497 w 12192000"/>
              <a:gd name="connsiteY48" fmla="*/ 1264396 h 2237474"/>
              <a:gd name="connsiteX49" fmla="*/ 8206287 w 12192000"/>
              <a:gd name="connsiteY49" fmla="*/ 1273060 h 2237474"/>
              <a:gd name="connsiteX50" fmla="*/ 8168705 w 12192000"/>
              <a:gd name="connsiteY50" fmla="*/ 1279956 h 2237474"/>
              <a:gd name="connsiteX51" fmla="*/ 8139997 w 12192000"/>
              <a:gd name="connsiteY51" fmla="*/ 1282713 h 2237474"/>
              <a:gd name="connsiteX52" fmla="*/ 8074238 w 12192000"/>
              <a:gd name="connsiteY52" fmla="*/ 1301895 h 2237474"/>
              <a:gd name="connsiteX53" fmla="*/ 7968292 w 12192000"/>
              <a:gd name="connsiteY53" fmla="*/ 1338779 h 2237474"/>
              <a:gd name="connsiteX54" fmla="*/ 7902328 w 12192000"/>
              <a:gd name="connsiteY54" fmla="*/ 1345865 h 2237474"/>
              <a:gd name="connsiteX55" fmla="*/ 7840612 w 12192000"/>
              <a:gd name="connsiteY55" fmla="*/ 1369373 h 2237474"/>
              <a:gd name="connsiteX56" fmla="*/ 7786819 w 12192000"/>
              <a:gd name="connsiteY56" fmla="*/ 1378970 h 2237474"/>
              <a:gd name="connsiteX57" fmla="*/ 7548172 w 12192000"/>
              <a:gd name="connsiteY57" fmla="*/ 1417460 h 2237474"/>
              <a:gd name="connsiteX58" fmla="*/ 7483437 w 12192000"/>
              <a:gd name="connsiteY58" fmla="*/ 1478152 h 2237474"/>
              <a:gd name="connsiteX59" fmla="*/ 7377870 w 12192000"/>
              <a:gd name="connsiteY59" fmla="*/ 1523319 h 2237474"/>
              <a:gd name="connsiteX60" fmla="*/ 7230737 w 12192000"/>
              <a:gd name="connsiteY60" fmla="*/ 1562633 h 2237474"/>
              <a:gd name="connsiteX61" fmla="*/ 7224458 w 12192000"/>
              <a:gd name="connsiteY61" fmla="*/ 1573008 h 2237474"/>
              <a:gd name="connsiteX62" fmla="*/ 7183121 w 12192000"/>
              <a:gd name="connsiteY62" fmla="*/ 1595162 h 2237474"/>
              <a:gd name="connsiteX63" fmla="*/ 7164601 w 12192000"/>
              <a:gd name="connsiteY63" fmla="*/ 1606490 h 2237474"/>
              <a:gd name="connsiteX64" fmla="*/ 7031309 w 12192000"/>
              <a:gd name="connsiteY64" fmla="*/ 1619451 h 2237474"/>
              <a:gd name="connsiteX65" fmla="*/ 6900177 w 12192000"/>
              <a:gd name="connsiteY65" fmla="*/ 1636016 h 2237474"/>
              <a:gd name="connsiteX66" fmla="*/ 6795372 w 12192000"/>
              <a:gd name="connsiteY66" fmla="*/ 1644845 h 2237474"/>
              <a:gd name="connsiteX67" fmla="*/ 6692251 w 12192000"/>
              <a:gd name="connsiteY67" fmla="*/ 1656357 h 2237474"/>
              <a:gd name="connsiteX68" fmla="*/ 6655235 w 12192000"/>
              <a:gd name="connsiteY68" fmla="*/ 1661869 h 2237474"/>
              <a:gd name="connsiteX69" fmla="*/ 6554894 w 12192000"/>
              <a:gd name="connsiteY69" fmla="*/ 1664428 h 2237474"/>
              <a:gd name="connsiteX70" fmla="*/ 6516595 w 12192000"/>
              <a:gd name="connsiteY70" fmla="*/ 1667475 h 2237474"/>
              <a:gd name="connsiteX71" fmla="*/ 6508541 w 12192000"/>
              <a:gd name="connsiteY71" fmla="*/ 1668757 h 2237474"/>
              <a:gd name="connsiteX72" fmla="*/ 6471012 w 12192000"/>
              <a:gd name="connsiteY72" fmla="*/ 1678604 h 2237474"/>
              <a:gd name="connsiteX73" fmla="*/ 6364035 w 12192000"/>
              <a:gd name="connsiteY73" fmla="*/ 1667683 h 2237474"/>
              <a:gd name="connsiteX74" fmla="*/ 6280959 w 12192000"/>
              <a:gd name="connsiteY74" fmla="*/ 1689329 h 2237474"/>
              <a:gd name="connsiteX75" fmla="*/ 6243319 w 12192000"/>
              <a:gd name="connsiteY75" fmla="*/ 1695560 h 2237474"/>
              <a:gd name="connsiteX76" fmla="*/ 6098321 w 12192000"/>
              <a:gd name="connsiteY76" fmla="*/ 1721646 h 2237474"/>
              <a:gd name="connsiteX77" fmla="*/ 5880652 w 12192000"/>
              <a:gd name="connsiteY77" fmla="*/ 1779643 h 2237474"/>
              <a:gd name="connsiteX78" fmla="*/ 5785959 w 12192000"/>
              <a:gd name="connsiteY78" fmla="*/ 1775307 h 2237474"/>
              <a:gd name="connsiteX79" fmla="*/ 5643534 w 12192000"/>
              <a:gd name="connsiteY79" fmla="*/ 1802919 h 2237474"/>
              <a:gd name="connsiteX80" fmla="*/ 5518799 w 12192000"/>
              <a:gd name="connsiteY80" fmla="*/ 1818312 h 2237474"/>
              <a:gd name="connsiteX81" fmla="*/ 5505014 w 12192000"/>
              <a:gd name="connsiteY81" fmla="*/ 1819259 h 2237474"/>
              <a:gd name="connsiteX82" fmla="*/ 5453307 w 12192000"/>
              <a:gd name="connsiteY82" fmla="*/ 1815450 h 2237474"/>
              <a:gd name="connsiteX83" fmla="*/ 5221533 w 12192000"/>
              <a:gd name="connsiteY83" fmla="*/ 1846950 h 2237474"/>
              <a:gd name="connsiteX84" fmla="*/ 5149802 w 12192000"/>
              <a:gd name="connsiteY84" fmla="*/ 1844846 h 2237474"/>
              <a:gd name="connsiteX85" fmla="*/ 5114927 w 12192000"/>
              <a:gd name="connsiteY85" fmla="*/ 1847827 h 2237474"/>
              <a:gd name="connsiteX86" fmla="*/ 5108970 w 12192000"/>
              <a:gd name="connsiteY86" fmla="*/ 1847935 h 2237474"/>
              <a:gd name="connsiteX87" fmla="*/ 5067961 w 12192000"/>
              <a:gd name="connsiteY87" fmla="*/ 1845917 h 2237474"/>
              <a:gd name="connsiteX88" fmla="*/ 5007075 w 12192000"/>
              <a:gd name="connsiteY88" fmla="*/ 1838626 h 2237474"/>
              <a:gd name="connsiteX89" fmla="*/ 4944087 w 12192000"/>
              <a:gd name="connsiteY89" fmla="*/ 1823332 h 2237474"/>
              <a:gd name="connsiteX90" fmla="*/ 4907662 w 12192000"/>
              <a:gd name="connsiteY90" fmla="*/ 1816900 h 2237474"/>
              <a:gd name="connsiteX91" fmla="*/ 4882386 w 12192000"/>
              <a:gd name="connsiteY91" fmla="*/ 1809844 h 2237474"/>
              <a:gd name="connsiteX92" fmla="*/ 4811440 w 12192000"/>
              <a:gd name="connsiteY92" fmla="*/ 1804655 h 2237474"/>
              <a:gd name="connsiteX93" fmla="*/ 4691075 w 12192000"/>
              <a:gd name="connsiteY93" fmla="*/ 1801389 h 2237474"/>
              <a:gd name="connsiteX94" fmla="*/ 4611738 w 12192000"/>
              <a:gd name="connsiteY94" fmla="*/ 1776964 h 2237474"/>
              <a:gd name="connsiteX95" fmla="*/ 4560070 w 12192000"/>
              <a:gd name="connsiteY95" fmla="*/ 1785640 h 2237474"/>
              <a:gd name="connsiteX96" fmla="*/ 4536503 w 12192000"/>
              <a:gd name="connsiteY96" fmla="*/ 1785334 h 2237474"/>
              <a:gd name="connsiteX97" fmla="*/ 4513724 w 12192000"/>
              <a:gd name="connsiteY97" fmla="*/ 1791996 h 2237474"/>
              <a:gd name="connsiteX98" fmla="*/ 4459810 w 12192000"/>
              <a:gd name="connsiteY98" fmla="*/ 1797886 h 2237474"/>
              <a:gd name="connsiteX99" fmla="*/ 4379064 w 12192000"/>
              <a:gd name="connsiteY99" fmla="*/ 1817177 h 2237474"/>
              <a:gd name="connsiteX100" fmla="*/ 4290981 w 12192000"/>
              <a:gd name="connsiteY100" fmla="*/ 1839677 h 2237474"/>
              <a:gd name="connsiteX101" fmla="*/ 4238372 w 12192000"/>
              <a:gd name="connsiteY101" fmla="*/ 1851480 h 2237474"/>
              <a:gd name="connsiteX102" fmla="*/ 4232517 w 12192000"/>
              <a:gd name="connsiteY102" fmla="*/ 1852567 h 2237474"/>
              <a:gd name="connsiteX103" fmla="*/ 4191732 w 12192000"/>
              <a:gd name="connsiteY103" fmla="*/ 1857328 h 2237474"/>
              <a:gd name="connsiteX104" fmla="*/ 4065532 w 12192000"/>
              <a:gd name="connsiteY104" fmla="*/ 1855477 h 2237474"/>
              <a:gd name="connsiteX105" fmla="*/ 4028460 w 12192000"/>
              <a:gd name="connsiteY105" fmla="*/ 1855137 h 2237474"/>
              <a:gd name="connsiteX106" fmla="*/ 4002267 w 12192000"/>
              <a:gd name="connsiteY106" fmla="*/ 1852352 h 2237474"/>
              <a:gd name="connsiteX107" fmla="*/ 3931396 w 12192000"/>
              <a:gd name="connsiteY107" fmla="*/ 1858915 h 2237474"/>
              <a:gd name="connsiteX108" fmla="*/ 3812162 w 12192000"/>
              <a:gd name="connsiteY108" fmla="*/ 1875501 h 2237474"/>
              <a:gd name="connsiteX109" fmla="*/ 3729530 w 12192000"/>
              <a:gd name="connsiteY109" fmla="*/ 1864513 h 2237474"/>
              <a:gd name="connsiteX110" fmla="*/ 3680177 w 12192000"/>
              <a:gd name="connsiteY110" fmla="*/ 1881552 h 2237474"/>
              <a:gd name="connsiteX111" fmla="*/ 3567259 w 12192000"/>
              <a:gd name="connsiteY111" fmla="*/ 1893482 h 2237474"/>
              <a:gd name="connsiteX112" fmla="*/ 3405770 w 12192000"/>
              <a:gd name="connsiteY112" fmla="*/ 1904591 h 2237474"/>
              <a:gd name="connsiteX113" fmla="*/ 3280097 w 12192000"/>
              <a:gd name="connsiteY113" fmla="*/ 1919610 h 2237474"/>
              <a:gd name="connsiteX114" fmla="*/ 3123424 w 12192000"/>
              <a:gd name="connsiteY114" fmla="*/ 1952930 h 2237474"/>
              <a:gd name="connsiteX115" fmla="*/ 3009910 w 12192000"/>
              <a:gd name="connsiteY115" fmla="*/ 1957866 h 2237474"/>
              <a:gd name="connsiteX116" fmla="*/ 2995934 w 12192000"/>
              <a:gd name="connsiteY116" fmla="*/ 1967085 h 2237474"/>
              <a:gd name="connsiteX117" fmla="*/ 2980071 w 12192000"/>
              <a:gd name="connsiteY117" fmla="*/ 1972988 h 2237474"/>
              <a:gd name="connsiteX118" fmla="*/ 2978094 w 12192000"/>
              <a:gd name="connsiteY118" fmla="*/ 1972369 h 2237474"/>
              <a:gd name="connsiteX119" fmla="*/ 2942858 w 12192000"/>
              <a:gd name="connsiteY119" fmla="*/ 1981367 h 2237474"/>
              <a:gd name="connsiteX120" fmla="*/ 2875436 w 12192000"/>
              <a:gd name="connsiteY120" fmla="*/ 1996977 h 2237474"/>
              <a:gd name="connsiteX121" fmla="*/ 2874892 w 12192000"/>
              <a:gd name="connsiteY121" fmla="*/ 1996085 h 2237474"/>
              <a:gd name="connsiteX122" fmla="*/ 2864145 w 12192000"/>
              <a:gd name="connsiteY122" fmla="*/ 1994061 h 2237474"/>
              <a:gd name="connsiteX123" fmla="*/ 2843662 w 12192000"/>
              <a:gd name="connsiteY123" fmla="*/ 1992498 h 2237474"/>
              <a:gd name="connsiteX124" fmla="*/ 2796128 w 12192000"/>
              <a:gd name="connsiteY124" fmla="*/ 1976403 h 2237474"/>
              <a:gd name="connsiteX125" fmla="*/ 2756784 w 12192000"/>
              <a:gd name="connsiteY125" fmla="*/ 1985116 h 2237474"/>
              <a:gd name="connsiteX126" fmla="*/ 2748833 w 12192000"/>
              <a:gd name="connsiteY126" fmla="*/ 1986323 h 2237474"/>
              <a:gd name="connsiteX127" fmla="*/ 2748661 w 12192000"/>
              <a:gd name="connsiteY127" fmla="*/ 1986122 h 2237474"/>
              <a:gd name="connsiteX128" fmla="*/ 2740251 w 12192000"/>
              <a:gd name="connsiteY128" fmla="*/ 1986946 h 2237474"/>
              <a:gd name="connsiteX129" fmla="*/ 2718916 w 12192000"/>
              <a:gd name="connsiteY129" fmla="*/ 1990867 h 2237474"/>
              <a:gd name="connsiteX130" fmla="*/ 2713522 w 12192000"/>
              <a:gd name="connsiteY130" fmla="*/ 1990173 h 2237474"/>
              <a:gd name="connsiteX131" fmla="*/ 2680597 w 12192000"/>
              <a:gd name="connsiteY131" fmla="*/ 1984996 h 2237474"/>
              <a:gd name="connsiteX132" fmla="*/ 2578178 w 12192000"/>
              <a:gd name="connsiteY132" fmla="*/ 1990531 h 2237474"/>
              <a:gd name="connsiteX133" fmla="*/ 2476147 w 12192000"/>
              <a:gd name="connsiteY133" fmla="*/ 1998305 h 2237474"/>
              <a:gd name="connsiteX134" fmla="*/ 2373568 w 12192000"/>
              <a:gd name="connsiteY134" fmla="*/ 2003219 h 2237474"/>
              <a:gd name="connsiteX135" fmla="*/ 2321399 w 12192000"/>
              <a:gd name="connsiteY135" fmla="*/ 1989467 h 2237474"/>
              <a:gd name="connsiteX136" fmla="*/ 2315525 w 12192000"/>
              <a:gd name="connsiteY136" fmla="*/ 1989708 h 2237474"/>
              <a:gd name="connsiteX137" fmla="*/ 2300792 w 12192000"/>
              <a:gd name="connsiteY137" fmla="*/ 1994290 h 2237474"/>
              <a:gd name="connsiteX138" fmla="*/ 2295469 w 12192000"/>
              <a:gd name="connsiteY138" fmla="*/ 1996659 h 2237474"/>
              <a:gd name="connsiteX139" fmla="*/ 2287219 w 12192000"/>
              <a:gd name="connsiteY139" fmla="*/ 1998750 h 2237474"/>
              <a:gd name="connsiteX140" fmla="*/ 2286948 w 12192000"/>
              <a:gd name="connsiteY140" fmla="*/ 1998596 h 2237474"/>
              <a:gd name="connsiteX141" fmla="*/ 2243069 w 12192000"/>
              <a:gd name="connsiteY141" fmla="*/ 2015111 h 2237474"/>
              <a:gd name="connsiteX142" fmla="*/ 2186609 w 12192000"/>
              <a:gd name="connsiteY142" fmla="*/ 2008263 h 2237474"/>
              <a:gd name="connsiteX143" fmla="*/ 2164831 w 12192000"/>
              <a:gd name="connsiteY143" fmla="*/ 2010143 h 2237474"/>
              <a:gd name="connsiteX144" fmla="*/ 2152836 w 12192000"/>
              <a:gd name="connsiteY144" fmla="*/ 2010048 h 2237474"/>
              <a:gd name="connsiteX145" fmla="*/ 2117102 w 12192000"/>
              <a:gd name="connsiteY145" fmla="*/ 2023004 h 2237474"/>
              <a:gd name="connsiteX146" fmla="*/ 2111935 w 12192000"/>
              <a:gd name="connsiteY146" fmla="*/ 2023163 h 2237474"/>
              <a:gd name="connsiteX147" fmla="*/ 2089991 w 12192000"/>
              <a:gd name="connsiteY147" fmla="*/ 2034193 h 2237474"/>
              <a:gd name="connsiteX148" fmla="*/ 2058061 w 12192000"/>
              <a:gd name="connsiteY148" fmla="*/ 2047942 h 2237474"/>
              <a:gd name="connsiteX149" fmla="*/ 2055737 w 12192000"/>
              <a:gd name="connsiteY149" fmla="*/ 2047704 h 2237474"/>
              <a:gd name="connsiteX150" fmla="*/ 2042244 w 12192000"/>
              <a:gd name="connsiteY150" fmla="*/ 2055560 h 2237474"/>
              <a:gd name="connsiteX151" fmla="*/ 1976224 w 12192000"/>
              <a:gd name="connsiteY151" fmla="*/ 2074257 h 2237474"/>
              <a:gd name="connsiteX152" fmla="*/ 1877728 w 12192000"/>
              <a:gd name="connsiteY152" fmla="*/ 2101004 h 2237474"/>
              <a:gd name="connsiteX153" fmla="*/ 1759056 w 12192000"/>
              <a:gd name="connsiteY153" fmla="*/ 2125608 h 2237474"/>
              <a:gd name="connsiteX154" fmla="*/ 1637948 w 12192000"/>
              <a:gd name="connsiteY154" fmla="*/ 2172597 h 2237474"/>
              <a:gd name="connsiteX155" fmla="*/ 1434549 w 12192000"/>
              <a:gd name="connsiteY155" fmla="*/ 2234522 h 2237474"/>
              <a:gd name="connsiteX156" fmla="*/ 1398481 w 12192000"/>
              <a:gd name="connsiteY156" fmla="*/ 2237074 h 2237474"/>
              <a:gd name="connsiteX157" fmla="*/ 1398407 w 12192000"/>
              <a:gd name="connsiteY157" fmla="*/ 2237095 h 2237474"/>
              <a:gd name="connsiteX158" fmla="*/ 1370962 w 12192000"/>
              <a:gd name="connsiteY158" fmla="*/ 2237474 h 2237474"/>
              <a:gd name="connsiteX159" fmla="*/ 1356367 w 12192000"/>
              <a:gd name="connsiteY159" fmla="*/ 2235089 h 2237474"/>
              <a:gd name="connsiteX160" fmla="*/ 1324828 w 12192000"/>
              <a:gd name="connsiteY160" fmla="*/ 2231968 h 2237474"/>
              <a:gd name="connsiteX161" fmla="*/ 1297744 w 12192000"/>
              <a:gd name="connsiteY161" fmla="*/ 2235849 h 2237474"/>
              <a:gd name="connsiteX162" fmla="*/ 1286236 w 12192000"/>
              <a:gd name="connsiteY162" fmla="*/ 2233135 h 2237474"/>
              <a:gd name="connsiteX163" fmla="*/ 1283504 w 12192000"/>
              <a:gd name="connsiteY163" fmla="*/ 2233797 h 2237474"/>
              <a:gd name="connsiteX164" fmla="*/ 1279765 w 12192000"/>
              <a:gd name="connsiteY164" fmla="*/ 2229639 h 2237474"/>
              <a:gd name="connsiteX165" fmla="*/ 1195347 w 12192000"/>
              <a:gd name="connsiteY165" fmla="*/ 2212354 h 2237474"/>
              <a:gd name="connsiteX166" fmla="*/ 970251 w 12192000"/>
              <a:gd name="connsiteY166" fmla="*/ 2221029 h 2237474"/>
              <a:gd name="connsiteX167" fmla="*/ 812914 w 12192000"/>
              <a:gd name="connsiteY167" fmla="*/ 2202752 h 2237474"/>
              <a:gd name="connsiteX168" fmla="*/ 800195 w 12192000"/>
              <a:gd name="connsiteY168" fmla="*/ 2209407 h 2237474"/>
              <a:gd name="connsiteX169" fmla="*/ 784978 w 12192000"/>
              <a:gd name="connsiteY169" fmla="*/ 2212360 h 2237474"/>
              <a:gd name="connsiteX170" fmla="*/ 681987 w 12192000"/>
              <a:gd name="connsiteY170" fmla="*/ 2216757 h 2237474"/>
              <a:gd name="connsiteX171" fmla="*/ 669923 w 12192000"/>
              <a:gd name="connsiteY171" fmla="*/ 2211682 h 2237474"/>
              <a:gd name="connsiteX172" fmla="*/ 648680 w 12192000"/>
              <a:gd name="connsiteY172" fmla="*/ 2206229 h 2237474"/>
              <a:gd name="connsiteX173" fmla="*/ 597225 w 12192000"/>
              <a:gd name="connsiteY173" fmla="*/ 2180999 h 2237474"/>
              <a:gd name="connsiteX174" fmla="*/ 558449 w 12192000"/>
              <a:gd name="connsiteY174" fmla="*/ 2182346 h 2237474"/>
              <a:gd name="connsiteX175" fmla="*/ 550517 w 12192000"/>
              <a:gd name="connsiteY175" fmla="*/ 2182060 h 2237474"/>
              <a:gd name="connsiteX176" fmla="*/ 550309 w 12192000"/>
              <a:gd name="connsiteY176" fmla="*/ 2181825 h 2237474"/>
              <a:gd name="connsiteX177" fmla="*/ 541836 w 12192000"/>
              <a:gd name="connsiteY177" fmla="*/ 2181063 h 2237474"/>
              <a:gd name="connsiteX178" fmla="*/ 536057 w 12192000"/>
              <a:gd name="connsiteY178" fmla="*/ 2181537 h 2237474"/>
              <a:gd name="connsiteX179" fmla="*/ 520671 w 12192000"/>
              <a:gd name="connsiteY179" fmla="*/ 2180980 h 2237474"/>
              <a:gd name="connsiteX180" fmla="*/ 515024 w 12192000"/>
              <a:gd name="connsiteY180" fmla="*/ 2179258 h 2237474"/>
              <a:gd name="connsiteX181" fmla="*/ 512278 w 12192000"/>
              <a:gd name="connsiteY181" fmla="*/ 2176369 h 2237474"/>
              <a:gd name="connsiteX182" fmla="*/ 480419 w 12192000"/>
              <a:gd name="connsiteY182" fmla="*/ 2167807 h 2237474"/>
              <a:gd name="connsiteX183" fmla="*/ 413835 w 12192000"/>
              <a:gd name="connsiteY183" fmla="*/ 2156783 h 2237474"/>
              <a:gd name="connsiteX184" fmla="*/ 376513 w 12192000"/>
              <a:gd name="connsiteY184" fmla="*/ 2154014 h 2237474"/>
              <a:gd name="connsiteX185" fmla="*/ 273386 w 12192000"/>
              <a:gd name="connsiteY185" fmla="*/ 2142551 h 2237474"/>
              <a:gd name="connsiteX186" fmla="*/ 169207 w 12192000"/>
              <a:gd name="connsiteY186" fmla="*/ 2128100 h 2237474"/>
              <a:gd name="connsiteX187" fmla="*/ 93149 w 12192000"/>
              <a:gd name="connsiteY187" fmla="*/ 2105324 h 2237474"/>
              <a:gd name="connsiteX188" fmla="*/ 88109 w 12192000"/>
              <a:gd name="connsiteY188" fmla="*/ 2106704 h 2237474"/>
              <a:gd name="connsiteX189" fmla="*/ 80022 w 12192000"/>
              <a:gd name="connsiteY189" fmla="*/ 2107254 h 2237474"/>
              <a:gd name="connsiteX190" fmla="*/ 79717 w 12192000"/>
              <a:gd name="connsiteY190" fmla="*/ 2107046 h 2237474"/>
              <a:gd name="connsiteX191" fmla="*/ 72352 w 12192000"/>
              <a:gd name="connsiteY191" fmla="*/ 2107991 h 2237474"/>
              <a:gd name="connsiteX192" fmla="*/ 37645 w 12192000"/>
              <a:gd name="connsiteY192" fmla="*/ 2115401 h 2237474"/>
              <a:gd name="connsiteX193" fmla="*/ 4572 w 12192000"/>
              <a:gd name="connsiteY193" fmla="*/ 2111091 h 2237474"/>
              <a:gd name="connsiteX194" fmla="*/ 0 w 12192000"/>
              <a:gd name="connsiteY194" fmla="*/ 2110468 h 2237474"/>
              <a:gd name="connsiteX195" fmla="*/ 0 w 12192000"/>
              <a:gd name="connsiteY19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958984 w 12192000"/>
              <a:gd name="connsiteY38" fmla="*/ 1057212 h 2237474"/>
              <a:gd name="connsiteX39" fmla="*/ 8886001 w 12192000"/>
              <a:gd name="connsiteY39" fmla="*/ 1067468 h 2237474"/>
              <a:gd name="connsiteX40" fmla="*/ 8838610 w 12192000"/>
              <a:gd name="connsiteY40" fmla="*/ 1075091 h 2237474"/>
              <a:gd name="connsiteX41" fmla="*/ 8750383 w 12192000"/>
              <a:gd name="connsiteY41" fmla="*/ 1097387 h 2237474"/>
              <a:gd name="connsiteX42" fmla="*/ 8665605 w 12192000"/>
              <a:gd name="connsiteY42" fmla="*/ 1110791 h 2237474"/>
              <a:gd name="connsiteX43" fmla="*/ 8584946 w 12192000"/>
              <a:gd name="connsiteY43" fmla="*/ 1135226 h 2237474"/>
              <a:gd name="connsiteX44" fmla="*/ 8460755 w 12192000"/>
              <a:gd name="connsiteY44" fmla="*/ 1203427 h 2237474"/>
              <a:gd name="connsiteX45" fmla="*/ 8419755 w 12192000"/>
              <a:gd name="connsiteY45" fmla="*/ 1216260 h 2237474"/>
              <a:gd name="connsiteX46" fmla="*/ 8411626 w 12192000"/>
              <a:gd name="connsiteY46" fmla="*/ 1214397 h 2237474"/>
              <a:gd name="connsiteX47" fmla="*/ 8363469 w 12192000"/>
              <a:gd name="connsiteY47" fmla="*/ 1246658 h 2237474"/>
              <a:gd name="connsiteX48" fmla="*/ 8275497 w 12192000"/>
              <a:gd name="connsiteY48" fmla="*/ 1264396 h 2237474"/>
              <a:gd name="connsiteX49" fmla="*/ 8206287 w 12192000"/>
              <a:gd name="connsiteY49" fmla="*/ 1273060 h 2237474"/>
              <a:gd name="connsiteX50" fmla="*/ 8168705 w 12192000"/>
              <a:gd name="connsiteY50" fmla="*/ 1279956 h 2237474"/>
              <a:gd name="connsiteX51" fmla="*/ 8139997 w 12192000"/>
              <a:gd name="connsiteY51" fmla="*/ 1282713 h 2237474"/>
              <a:gd name="connsiteX52" fmla="*/ 8074238 w 12192000"/>
              <a:gd name="connsiteY52" fmla="*/ 1301895 h 2237474"/>
              <a:gd name="connsiteX53" fmla="*/ 7942099 w 12192000"/>
              <a:gd name="connsiteY53" fmla="*/ 1336332 h 2237474"/>
              <a:gd name="connsiteX54" fmla="*/ 7902328 w 12192000"/>
              <a:gd name="connsiteY54" fmla="*/ 1345865 h 2237474"/>
              <a:gd name="connsiteX55" fmla="*/ 7840612 w 12192000"/>
              <a:gd name="connsiteY55" fmla="*/ 1369373 h 2237474"/>
              <a:gd name="connsiteX56" fmla="*/ 7786819 w 12192000"/>
              <a:gd name="connsiteY56" fmla="*/ 1378970 h 2237474"/>
              <a:gd name="connsiteX57" fmla="*/ 7548172 w 12192000"/>
              <a:gd name="connsiteY57" fmla="*/ 1417460 h 2237474"/>
              <a:gd name="connsiteX58" fmla="*/ 7483437 w 12192000"/>
              <a:gd name="connsiteY58" fmla="*/ 1478152 h 2237474"/>
              <a:gd name="connsiteX59" fmla="*/ 7377870 w 12192000"/>
              <a:gd name="connsiteY59" fmla="*/ 1523319 h 2237474"/>
              <a:gd name="connsiteX60" fmla="*/ 7230737 w 12192000"/>
              <a:gd name="connsiteY60" fmla="*/ 1562633 h 2237474"/>
              <a:gd name="connsiteX61" fmla="*/ 7224458 w 12192000"/>
              <a:gd name="connsiteY61" fmla="*/ 1573008 h 2237474"/>
              <a:gd name="connsiteX62" fmla="*/ 7183121 w 12192000"/>
              <a:gd name="connsiteY62" fmla="*/ 1595162 h 2237474"/>
              <a:gd name="connsiteX63" fmla="*/ 7164601 w 12192000"/>
              <a:gd name="connsiteY63" fmla="*/ 1606490 h 2237474"/>
              <a:gd name="connsiteX64" fmla="*/ 7031309 w 12192000"/>
              <a:gd name="connsiteY64" fmla="*/ 1619451 h 2237474"/>
              <a:gd name="connsiteX65" fmla="*/ 6900177 w 12192000"/>
              <a:gd name="connsiteY65" fmla="*/ 1636016 h 2237474"/>
              <a:gd name="connsiteX66" fmla="*/ 6795372 w 12192000"/>
              <a:gd name="connsiteY66" fmla="*/ 1644845 h 2237474"/>
              <a:gd name="connsiteX67" fmla="*/ 6692251 w 12192000"/>
              <a:gd name="connsiteY67" fmla="*/ 1656357 h 2237474"/>
              <a:gd name="connsiteX68" fmla="*/ 6655235 w 12192000"/>
              <a:gd name="connsiteY68" fmla="*/ 1661869 h 2237474"/>
              <a:gd name="connsiteX69" fmla="*/ 6554894 w 12192000"/>
              <a:gd name="connsiteY69" fmla="*/ 1664428 h 2237474"/>
              <a:gd name="connsiteX70" fmla="*/ 6516595 w 12192000"/>
              <a:gd name="connsiteY70" fmla="*/ 1667475 h 2237474"/>
              <a:gd name="connsiteX71" fmla="*/ 6508541 w 12192000"/>
              <a:gd name="connsiteY71" fmla="*/ 1668757 h 2237474"/>
              <a:gd name="connsiteX72" fmla="*/ 6471012 w 12192000"/>
              <a:gd name="connsiteY72" fmla="*/ 1678604 h 2237474"/>
              <a:gd name="connsiteX73" fmla="*/ 6364035 w 12192000"/>
              <a:gd name="connsiteY73" fmla="*/ 1667683 h 2237474"/>
              <a:gd name="connsiteX74" fmla="*/ 6280959 w 12192000"/>
              <a:gd name="connsiteY74" fmla="*/ 1689329 h 2237474"/>
              <a:gd name="connsiteX75" fmla="*/ 6243319 w 12192000"/>
              <a:gd name="connsiteY75" fmla="*/ 1695560 h 2237474"/>
              <a:gd name="connsiteX76" fmla="*/ 6098321 w 12192000"/>
              <a:gd name="connsiteY76" fmla="*/ 1721646 h 2237474"/>
              <a:gd name="connsiteX77" fmla="*/ 5880652 w 12192000"/>
              <a:gd name="connsiteY77" fmla="*/ 1779643 h 2237474"/>
              <a:gd name="connsiteX78" fmla="*/ 5785959 w 12192000"/>
              <a:gd name="connsiteY78" fmla="*/ 1775307 h 2237474"/>
              <a:gd name="connsiteX79" fmla="*/ 5643534 w 12192000"/>
              <a:gd name="connsiteY79" fmla="*/ 1802919 h 2237474"/>
              <a:gd name="connsiteX80" fmla="*/ 5518799 w 12192000"/>
              <a:gd name="connsiteY80" fmla="*/ 1818312 h 2237474"/>
              <a:gd name="connsiteX81" fmla="*/ 5505014 w 12192000"/>
              <a:gd name="connsiteY81" fmla="*/ 1819259 h 2237474"/>
              <a:gd name="connsiteX82" fmla="*/ 5453307 w 12192000"/>
              <a:gd name="connsiteY82" fmla="*/ 1815450 h 2237474"/>
              <a:gd name="connsiteX83" fmla="*/ 5221533 w 12192000"/>
              <a:gd name="connsiteY83" fmla="*/ 1846950 h 2237474"/>
              <a:gd name="connsiteX84" fmla="*/ 5149802 w 12192000"/>
              <a:gd name="connsiteY84" fmla="*/ 1844846 h 2237474"/>
              <a:gd name="connsiteX85" fmla="*/ 5114927 w 12192000"/>
              <a:gd name="connsiteY85" fmla="*/ 1847827 h 2237474"/>
              <a:gd name="connsiteX86" fmla="*/ 5108970 w 12192000"/>
              <a:gd name="connsiteY86" fmla="*/ 1847935 h 2237474"/>
              <a:gd name="connsiteX87" fmla="*/ 5067961 w 12192000"/>
              <a:gd name="connsiteY87" fmla="*/ 1845917 h 2237474"/>
              <a:gd name="connsiteX88" fmla="*/ 5007075 w 12192000"/>
              <a:gd name="connsiteY88" fmla="*/ 1838626 h 2237474"/>
              <a:gd name="connsiteX89" fmla="*/ 4944087 w 12192000"/>
              <a:gd name="connsiteY89" fmla="*/ 1823332 h 2237474"/>
              <a:gd name="connsiteX90" fmla="*/ 4907662 w 12192000"/>
              <a:gd name="connsiteY90" fmla="*/ 1816900 h 2237474"/>
              <a:gd name="connsiteX91" fmla="*/ 4882386 w 12192000"/>
              <a:gd name="connsiteY91" fmla="*/ 1809844 h 2237474"/>
              <a:gd name="connsiteX92" fmla="*/ 4811440 w 12192000"/>
              <a:gd name="connsiteY92" fmla="*/ 1804655 h 2237474"/>
              <a:gd name="connsiteX93" fmla="*/ 4691075 w 12192000"/>
              <a:gd name="connsiteY93" fmla="*/ 1801389 h 2237474"/>
              <a:gd name="connsiteX94" fmla="*/ 4611738 w 12192000"/>
              <a:gd name="connsiteY94" fmla="*/ 1776964 h 2237474"/>
              <a:gd name="connsiteX95" fmla="*/ 4560070 w 12192000"/>
              <a:gd name="connsiteY95" fmla="*/ 1785640 h 2237474"/>
              <a:gd name="connsiteX96" fmla="*/ 4536503 w 12192000"/>
              <a:gd name="connsiteY96" fmla="*/ 1785334 h 2237474"/>
              <a:gd name="connsiteX97" fmla="*/ 4513724 w 12192000"/>
              <a:gd name="connsiteY97" fmla="*/ 1791996 h 2237474"/>
              <a:gd name="connsiteX98" fmla="*/ 4459810 w 12192000"/>
              <a:gd name="connsiteY98" fmla="*/ 1797886 h 2237474"/>
              <a:gd name="connsiteX99" fmla="*/ 4379064 w 12192000"/>
              <a:gd name="connsiteY99" fmla="*/ 1817177 h 2237474"/>
              <a:gd name="connsiteX100" fmla="*/ 4290981 w 12192000"/>
              <a:gd name="connsiteY100" fmla="*/ 1839677 h 2237474"/>
              <a:gd name="connsiteX101" fmla="*/ 4238372 w 12192000"/>
              <a:gd name="connsiteY101" fmla="*/ 1851480 h 2237474"/>
              <a:gd name="connsiteX102" fmla="*/ 4232517 w 12192000"/>
              <a:gd name="connsiteY102" fmla="*/ 1852567 h 2237474"/>
              <a:gd name="connsiteX103" fmla="*/ 4191732 w 12192000"/>
              <a:gd name="connsiteY103" fmla="*/ 1857328 h 2237474"/>
              <a:gd name="connsiteX104" fmla="*/ 4065532 w 12192000"/>
              <a:gd name="connsiteY104" fmla="*/ 1855477 h 2237474"/>
              <a:gd name="connsiteX105" fmla="*/ 4028460 w 12192000"/>
              <a:gd name="connsiteY105" fmla="*/ 1855137 h 2237474"/>
              <a:gd name="connsiteX106" fmla="*/ 4002267 w 12192000"/>
              <a:gd name="connsiteY106" fmla="*/ 1852352 h 2237474"/>
              <a:gd name="connsiteX107" fmla="*/ 3931396 w 12192000"/>
              <a:gd name="connsiteY107" fmla="*/ 1858915 h 2237474"/>
              <a:gd name="connsiteX108" fmla="*/ 3812162 w 12192000"/>
              <a:gd name="connsiteY108" fmla="*/ 1875501 h 2237474"/>
              <a:gd name="connsiteX109" fmla="*/ 3729530 w 12192000"/>
              <a:gd name="connsiteY109" fmla="*/ 1864513 h 2237474"/>
              <a:gd name="connsiteX110" fmla="*/ 3680177 w 12192000"/>
              <a:gd name="connsiteY110" fmla="*/ 1881552 h 2237474"/>
              <a:gd name="connsiteX111" fmla="*/ 3567259 w 12192000"/>
              <a:gd name="connsiteY111" fmla="*/ 1893482 h 2237474"/>
              <a:gd name="connsiteX112" fmla="*/ 3405770 w 12192000"/>
              <a:gd name="connsiteY112" fmla="*/ 1904591 h 2237474"/>
              <a:gd name="connsiteX113" fmla="*/ 3280097 w 12192000"/>
              <a:gd name="connsiteY113" fmla="*/ 1919610 h 2237474"/>
              <a:gd name="connsiteX114" fmla="*/ 3123424 w 12192000"/>
              <a:gd name="connsiteY114" fmla="*/ 1952930 h 2237474"/>
              <a:gd name="connsiteX115" fmla="*/ 3009910 w 12192000"/>
              <a:gd name="connsiteY115" fmla="*/ 1957866 h 2237474"/>
              <a:gd name="connsiteX116" fmla="*/ 2995934 w 12192000"/>
              <a:gd name="connsiteY116" fmla="*/ 1967085 h 2237474"/>
              <a:gd name="connsiteX117" fmla="*/ 2980071 w 12192000"/>
              <a:gd name="connsiteY117" fmla="*/ 1972988 h 2237474"/>
              <a:gd name="connsiteX118" fmla="*/ 2978094 w 12192000"/>
              <a:gd name="connsiteY118" fmla="*/ 1972369 h 2237474"/>
              <a:gd name="connsiteX119" fmla="*/ 2942858 w 12192000"/>
              <a:gd name="connsiteY119" fmla="*/ 1981367 h 2237474"/>
              <a:gd name="connsiteX120" fmla="*/ 2875436 w 12192000"/>
              <a:gd name="connsiteY120" fmla="*/ 1996977 h 2237474"/>
              <a:gd name="connsiteX121" fmla="*/ 2874892 w 12192000"/>
              <a:gd name="connsiteY121" fmla="*/ 1996085 h 2237474"/>
              <a:gd name="connsiteX122" fmla="*/ 2864145 w 12192000"/>
              <a:gd name="connsiteY122" fmla="*/ 1994061 h 2237474"/>
              <a:gd name="connsiteX123" fmla="*/ 2843662 w 12192000"/>
              <a:gd name="connsiteY123" fmla="*/ 1992498 h 2237474"/>
              <a:gd name="connsiteX124" fmla="*/ 2796128 w 12192000"/>
              <a:gd name="connsiteY124" fmla="*/ 1976403 h 2237474"/>
              <a:gd name="connsiteX125" fmla="*/ 2756784 w 12192000"/>
              <a:gd name="connsiteY125" fmla="*/ 1985116 h 2237474"/>
              <a:gd name="connsiteX126" fmla="*/ 2748833 w 12192000"/>
              <a:gd name="connsiteY126" fmla="*/ 1986323 h 2237474"/>
              <a:gd name="connsiteX127" fmla="*/ 2748661 w 12192000"/>
              <a:gd name="connsiteY127" fmla="*/ 1986122 h 2237474"/>
              <a:gd name="connsiteX128" fmla="*/ 2740251 w 12192000"/>
              <a:gd name="connsiteY128" fmla="*/ 1986946 h 2237474"/>
              <a:gd name="connsiteX129" fmla="*/ 2718916 w 12192000"/>
              <a:gd name="connsiteY129" fmla="*/ 1990867 h 2237474"/>
              <a:gd name="connsiteX130" fmla="*/ 2713522 w 12192000"/>
              <a:gd name="connsiteY130" fmla="*/ 1990173 h 2237474"/>
              <a:gd name="connsiteX131" fmla="*/ 2680597 w 12192000"/>
              <a:gd name="connsiteY131" fmla="*/ 1984996 h 2237474"/>
              <a:gd name="connsiteX132" fmla="*/ 2578178 w 12192000"/>
              <a:gd name="connsiteY132" fmla="*/ 1990531 h 2237474"/>
              <a:gd name="connsiteX133" fmla="*/ 2476147 w 12192000"/>
              <a:gd name="connsiteY133" fmla="*/ 1998305 h 2237474"/>
              <a:gd name="connsiteX134" fmla="*/ 2373568 w 12192000"/>
              <a:gd name="connsiteY134" fmla="*/ 2003219 h 2237474"/>
              <a:gd name="connsiteX135" fmla="*/ 2321399 w 12192000"/>
              <a:gd name="connsiteY135" fmla="*/ 1989467 h 2237474"/>
              <a:gd name="connsiteX136" fmla="*/ 2315525 w 12192000"/>
              <a:gd name="connsiteY136" fmla="*/ 1989708 h 2237474"/>
              <a:gd name="connsiteX137" fmla="*/ 2300792 w 12192000"/>
              <a:gd name="connsiteY137" fmla="*/ 1994290 h 2237474"/>
              <a:gd name="connsiteX138" fmla="*/ 2295469 w 12192000"/>
              <a:gd name="connsiteY138" fmla="*/ 1996659 h 2237474"/>
              <a:gd name="connsiteX139" fmla="*/ 2287219 w 12192000"/>
              <a:gd name="connsiteY139" fmla="*/ 1998750 h 2237474"/>
              <a:gd name="connsiteX140" fmla="*/ 2286948 w 12192000"/>
              <a:gd name="connsiteY140" fmla="*/ 1998596 h 2237474"/>
              <a:gd name="connsiteX141" fmla="*/ 2243069 w 12192000"/>
              <a:gd name="connsiteY141" fmla="*/ 2015111 h 2237474"/>
              <a:gd name="connsiteX142" fmla="*/ 2186609 w 12192000"/>
              <a:gd name="connsiteY142" fmla="*/ 2008263 h 2237474"/>
              <a:gd name="connsiteX143" fmla="*/ 2164831 w 12192000"/>
              <a:gd name="connsiteY143" fmla="*/ 2010143 h 2237474"/>
              <a:gd name="connsiteX144" fmla="*/ 2152836 w 12192000"/>
              <a:gd name="connsiteY144" fmla="*/ 2010048 h 2237474"/>
              <a:gd name="connsiteX145" fmla="*/ 2117102 w 12192000"/>
              <a:gd name="connsiteY145" fmla="*/ 2023004 h 2237474"/>
              <a:gd name="connsiteX146" fmla="*/ 2111935 w 12192000"/>
              <a:gd name="connsiteY146" fmla="*/ 2023163 h 2237474"/>
              <a:gd name="connsiteX147" fmla="*/ 2089991 w 12192000"/>
              <a:gd name="connsiteY147" fmla="*/ 2034193 h 2237474"/>
              <a:gd name="connsiteX148" fmla="*/ 2058061 w 12192000"/>
              <a:gd name="connsiteY148" fmla="*/ 2047942 h 2237474"/>
              <a:gd name="connsiteX149" fmla="*/ 2055737 w 12192000"/>
              <a:gd name="connsiteY149" fmla="*/ 2047704 h 2237474"/>
              <a:gd name="connsiteX150" fmla="*/ 2042244 w 12192000"/>
              <a:gd name="connsiteY150" fmla="*/ 2055560 h 2237474"/>
              <a:gd name="connsiteX151" fmla="*/ 1976224 w 12192000"/>
              <a:gd name="connsiteY151" fmla="*/ 2074257 h 2237474"/>
              <a:gd name="connsiteX152" fmla="*/ 1877728 w 12192000"/>
              <a:gd name="connsiteY152" fmla="*/ 2101004 h 2237474"/>
              <a:gd name="connsiteX153" fmla="*/ 1759056 w 12192000"/>
              <a:gd name="connsiteY153" fmla="*/ 2125608 h 2237474"/>
              <a:gd name="connsiteX154" fmla="*/ 1637948 w 12192000"/>
              <a:gd name="connsiteY154" fmla="*/ 2172597 h 2237474"/>
              <a:gd name="connsiteX155" fmla="*/ 1434549 w 12192000"/>
              <a:gd name="connsiteY155" fmla="*/ 2234522 h 2237474"/>
              <a:gd name="connsiteX156" fmla="*/ 1398481 w 12192000"/>
              <a:gd name="connsiteY156" fmla="*/ 2237074 h 2237474"/>
              <a:gd name="connsiteX157" fmla="*/ 1398407 w 12192000"/>
              <a:gd name="connsiteY157" fmla="*/ 2237095 h 2237474"/>
              <a:gd name="connsiteX158" fmla="*/ 1370962 w 12192000"/>
              <a:gd name="connsiteY158" fmla="*/ 2237474 h 2237474"/>
              <a:gd name="connsiteX159" fmla="*/ 1356367 w 12192000"/>
              <a:gd name="connsiteY159" fmla="*/ 2235089 h 2237474"/>
              <a:gd name="connsiteX160" fmla="*/ 1324828 w 12192000"/>
              <a:gd name="connsiteY160" fmla="*/ 2231968 h 2237474"/>
              <a:gd name="connsiteX161" fmla="*/ 1297744 w 12192000"/>
              <a:gd name="connsiteY161" fmla="*/ 2235849 h 2237474"/>
              <a:gd name="connsiteX162" fmla="*/ 1286236 w 12192000"/>
              <a:gd name="connsiteY162" fmla="*/ 2233135 h 2237474"/>
              <a:gd name="connsiteX163" fmla="*/ 1283504 w 12192000"/>
              <a:gd name="connsiteY163" fmla="*/ 2233797 h 2237474"/>
              <a:gd name="connsiteX164" fmla="*/ 1279765 w 12192000"/>
              <a:gd name="connsiteY164" fmla="*/ 2229639 h 2237474"/>
              <a:gd name="connsiteX165" fmla="*/ 1195347 w 12192000"/>
              <a:gd name="connsiteY165" fmla="*/ 2212354 h 2237474"/>
              <a:gd name="connsiteX166" fmla="*/ 970251 w 12192000"/>
              <a:gd name="connsiteY166" fmla="*/ 2221029 h 2237474"/>
              <a:gd name="connsiteX167" fmla="*/ 812914 w 12192000"/>
              <a:gd name="connsiteY167" fmla="*/ 2202752 h 2237474"/>
              <a:gd name="connsiteX168" fmla="*/ 800195 w 12192000"/>
              <a:gd name="connsiteY168" fmla="*/ 2209407 h 2237474"/>
              <a:gd name="connsiteX169" fmla="*/ 784978 w 12192000"/>
              <a:gd name="connsiteY169" fmla="*/ 2212360 h 2237474"/>
              <a:gd name="connsiteX170" fmla="*/ 681987 w 12192000"/>
              <a:gd name="connsiteY170" fmla="*/ 2216757 h 2237474"/>
              <a:gd name="connsiteX171" fmla="*/ 669923 w 12192000"/>
              <a:gd name="connsiteY171" fmla="*/ 2211682 h 2237474"/>
              <a:gd name="connsiteX172" fmla="*/ 648680 w 12192000"/>
              <a:gd name="connsiteY172" fmla="*/ 2206229 h 2237474"/>
              <a:gd name="connsiteX173" fmla="*/ 597225 w 12192000"/>
              <a:gd name="connsiteY173" fmla="*/ 2180999 h 2237474"/>
              <a:gd name="connsiteX174" fmla="*/ 558449 w 12192000"/>
              <a:gd name="connsiteY174" fmla="*/ 2182346 h 2237474"/>
              <a:gd name="connsiteX175" fmla="*/ 550517 w 12192000"/>
              <a:gd name="connsiteY175" fmla="*/ 2182060 h 2237474"/>
              <a:gd name="connsiteX176" fmla="*/ 550309 w 12192000"/>
              <a:gd name="connsiteY176" fmla="*/ 2181825 h 2237474"/>
              <a:gd name="connsiteX177" fmla="*/ 541836 w 12192000"/>
              <a:gd name="connsiteY177" fmla="*/ 2181063 h 2237474"/>
              <a:gd name="connsiteX178" fmla="*/ 536057 w 12192000"/>
              <a:gd name="connsiteY178" fmla="*/ 2181537 h 2237474"/>
              <a:gd name="connsiteX179" fmla="*/ 520671 w 12192000"/>
              <a:gd name="connsiteY179" fmla="*/ 2180980 h 2237474"/>
              <a:gd name="connsiteX180" fmla="*/ 515024 w 12192000"/>
              <a:gd name="connsiteY180" fmla="*/ 2179258 h 2237474"/>
              <a:gd name="connsiteX181" fmla="*/ 512278 w 12192000"/>
              <a:gd name="connsiteY181" fmla="*/ 2176369 h 2237474"/>
              <a:gd name="connsiteX182" fmla="*/ 480419 w 12192000"/>
              <a:gd name="connsiteY182" fmla="*/ 2167807 h 2237474"/>
              <a:gd name="connsiteX183" fmla="*/ 413835 w 12192000"/>
              <a:gd name="connsiteY183" fmla="*/ 2156783 h 2237474"/>
              <a:gd name="connsiteX184" fmla="*/ 376513 w 12192000"/>
              <a:gd name="connsiteY184" fmla="*/ 2154014 h 2237474"/>
              <a:gd name="connsiteX185" fmla="*/ 273386 w 12192000"/>
              <a:gd name="connsiteY185" fmla="*/ 2142551 h 2237474"/>
              <a:gd name="connsiteX186" fmla="*/ 169207 w 12192000"/>
              <a:gd name="connsiteY186" fmla="*/ 2128100 h 2237474"/>
              <a:gd name="connsiteX187" fmla="*/ 93149 w 12192000"/>
              <a:gd name="connsiteY187" fmla="*/ 2105324 h 2237474"/>
              <a:gd name="connsiteX188" fmla="*/ 88109 w 12192000"/>
              <a:gd name="connsiteY188" fmla="*/ 2106704 h 2237474"/>
              <a:gd name="connsiteX189" fmla="*/ 80022 w 12192000"/>
              <a:gd name="connsiteY189" fmla="*/ 2107254 h 2237474"/>
              <a:gd name="connsiteX190" fmla="*/ 79717 w 12192000"/>
              <a:gd name="connsiteY190" fmla="*/ 2107046 h 2237474"/>
              <a:gd name="connsiteX191" fmla="*/ 72352 w 12192000"/>
              <a:gd name="connsiteY191" fmla="*/ 2107991 h 2237474"/>
              <a:gd name="connsiteX192" fmla="*/ 37645 w 12192000"/>
              <a:gd name="connsiteY192" fmla="*/ 2115401 h 2237474"/>
              <a:gd name="connsiteX193" fmla="*/ 4572 w 12192000"/>
              <a:gd name="connsiteY193" fmla="*/ 2111091 h 2237474"/>
              <a:gd name="connsiteX194" fmla="*/ 0 w 12192000"/>
              <a:gd name="connsiteY194" fmla="*/ 2110468 h 2237474"/>
              <a:gd name="connsiteX195" fmla="*/ 0 w 12192000"/>
              <a:gd name="connsiteY19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958984 w 12192000"/>
              <a:gd name="connsiteY38" fmla="*/ 1057212 h 2237474"/>
              <a:gd name="connsiteX39" fmla="*/ 8886001 w 12192000"/>
              <a:gd name="connsiteY39" fmla="*/ 1067468 h 2237474"/>
              <a:gd name="connsiteX40" fmla="*/ 8838610 w 12192000"/>
              <a:gd name="connsiteY40" fmla="*/ 1075091 h 2237474"/>
              <a:gd name="connsiteX41" fmla="*/ 8750383 w 12192000"/>
              <a:gd name="connsiteY41" fmla="*/ 1097387 h 2237474"/>
              <a:gd name="connsiteX42" fmla="*/ 8665605 w 12192000"/>
              <a:gd name="connsiteY42" fmla="*/ 1110791 h 2237474"/>
              <a:gd name="connsiteX43" fmla="*/ 8584946 w 12192000"/>
              <a:gd name="connsiteY43" fmla="*/ 1135226 h 2237474"/>
              <a:gd name="connsiteX44" fmla="*/ 8460755 w 12192000"/>
              <a:gd name="connsiteY44" fmla="*/ 1203427 h 2237474"/>
              <a:gd name="connsiteX45" fmla="*/ 8419755 w 12192000"/>
              <a:gd name="connsiteY45" fmla="*/ 1216260 h 2237474"/>
              <a:gd name="connsiteX46" fmla="*/ 8411626 w 12192000"/>
              <a:gd name="connsiteY46" fmla="*/ 1214397 h 2237474"/>
              <a:gd name="connsiteX47" fmla="*/ 8363469 w 12192000"/>
              <a:gd name="connsiteY47" fmla="*/ 1246658 h 2237474"/>
              <a:gd name="connsiteX48" fmla="*/ 8275497 w 12192000"/>
              <a:gd name="connsiteY48" fmla="*/ 1264396 h 2237474"/>
              <a:gd name="connsiteX49" fmla="*/ 8206287 w 12192000"/>
              <a:gd name="connsiteY49" fmla="*/ 1273060 h 2237474"/>
              <a:gd name="connsiteX50" fmla="*/ 8139997 w 12192000"/>
              <a:gd name="connsiteY50" fmla="*/ 1282713 h 2237474"/>
              <a:gd name="connsiteX51" fmla="*/ 8074238 w 12192000"/>
              <a:gd name="connsiteY51" fmla="*/ 1301895 h 2237474"/>
              <a:gd name="connsiteX52" fmla="*/ 7942099 w 12192000"/>
              <a:gd name="connsiteY52" fmla="*/ 1336332 h 2237474"/>
              <a:gd name="connsiteX53" fmla="*/ 7902328 w 12192000"/>
              <a:gd name="connsiteY53" fmla="*/ 1345865 h 2237474"/>
              <a:gd name="connsiteX54" fmla="*/ 7840612 w 12192000"/>
              <a:gd name="connsiteY54" fmla="*/ 1369373 h 2237474"/>
              <a:gd name="connsiteX55" fmla="*/ 7786819 w 12192000"/>
              <a:gd name="connsiteY55" fmla="*/ 1378970 h 2237474"/>
              <a:gd name="connsiteX56" fmla="*/ 7548172 w 12192000"/>
              <a:gd name="connsiteY56" fmla="*/ 1417460 h 2237474"/>
              <a:gd name="connsiteX57" fmla="*/ 7483437 w 12192000"/>
              <a:gd name="connsiteY57" fmla="*/ 1478152 h 2237474"/>
              <a:gd name="connsiteX58" fmla="*/ 7377870 w 12192000"/>
              <a:gd name="connsiteY58" fmla="*/ 1523319 h 2237474"/>
              <a:gd name="connsiteX59" fmla="*/ 7230737 w 12192000"/>
              <a:gd name="connsiteY59" fmla="*/ 1562633 h 2237474"/>
              <a:gd name="connsiteX60" fmla="*/ 7224458 w 12192000"/>
              <a:gd name="connsiteY60" fmla="*/ 1573008 h 2237474"/>
              <a:gd name="connsiteX61" fmla="*/ 7183121 w 12192000"/>
              <a:gd name="connsiteY61" fmla="*/ 1595162 h 2237474"/>
              <a:gd name="connsiteX62" fmla="*/ 7164601 w 12192000"/>
              <a:gd name="connsiteY62" fmla="*/ 1606490 h 2237474"/>
              <a:gd name="connsiteX63" fmla="*/ 7031309 w 12192000"/>
              <a:gd name="connsiteY63" fmla="*/ 1619451 h 2237474"/>
              <a:gd name="connsiteX64" fmla="*/ 6900177 w 12192000"/>
              <a:gd name="connsiteY64" fmla="*/ 1636016 h 2237474"/>
              <a:gd name="connsiteX65" fmla="*/ 6795372 w 12192000"/>
              <a:gd name="connsiteY65" fmla="*/ 1644845 h 2237474"/>
              <a:gd name="connsiteX66" fmla="*/ 6692251 w 12192000"/>
              <a:gd name="connsiteY66" fmla="*/ 1656357 h 2237474"/>
              <a:gd name="connsiteX67" fmla="*/ 6655235 w 12192000"/>
              <a:gd name="connsiteY67" fmla="*/ 1661869 h 2237474"/>
              <a:gd name="connsiteX68" fmla="*/ 6554894 w 12192000"/>
              <a:gd name="connsiteY68" fmla="*/ 1664428 h 2237474"/>
              <a:gd name="connsiteX69" fmla="*/ 6516595 w 12192000"/>
              <a:gd name="connsiteY69" fmla="*/ 1667475 h 2237474"/>
              <a:gd name="connsiteX70" fmla="*/ 6508541 w 12192000"/>
              <a:gd name="connsiteY70" fmla="*/ 1668757 h 2237474"/>
              <a:gd name="connsiteX71" fmla="*/ 6471012 w 12192000"/>
              <a:gd name="connsiteY71" fmla="*/ 1678604 h 2237474"/>
              <a:gd name="connsiteX72" fmla="*/ 6364035 w 12192000"/>
              <a:gd name="connsiteY72" fmla="*/ 1667683 h 2237474"/>
              <a:gd name="connsiteX73" fmla="*/ 6280959 w 12192000"/>
              <a:gd name="connsiteY73" fmla="*/ 1689329 h 2237474"/>
              <a:gd name="connsiteX74" fmla="*/ 6243319 w 12192000"/>
              <a:gd name="connsiteY74" fmla="*/ 1695560 h 2237474"/>
              <a:gd name="connsiteX75" fmla="*/ 6098321 w 12192000"/>
              <a:gd name="connsiteY75" fmla="*/ 1721646 h 2237474"/>
              <a:gd name="connsiteX76" fmla="*/ 5880652 w 12192000"/>
              <a:gd name="connsiteY76" fmla="*/ 1779643 h 2237474"/>
              <a:gd name="connsiteX77" fmla="*/ 5785959 w 12192000"/>
              <a:gd name="connsiteY77" fmla="*/ 1775307 h 2237474"/>
              <a:gd name="connsiteX78" fmla="*/ 5643534 w 12192000"/>
              <a:gd name="connsiteY78" fmla="*/ 1802919 h 2237474"/>
              <a:gd name="connsiteX79" fmla="*/ 5518799 w 12192000"/>
              <a:gd name="connsiteY79" fmla="*/ 1818312 h 2237474"/>
              <a:gd name="connsiteX80" fmla="*/ 5505014 w 12192000"/>
              <a:gd name="connsiteY80" fmla="*/ 1819259 h 2237474"/>
              <a:gd name="connsiteX81" fmla="*/ 5453307 w 12192000"/>
              <a:gd name="connsiteY81" fmla="*/ 1815450 h 2237474"/>
              <a:gd name="connsiteX82" fmla="*/ 5221533 w 12192000"/>
              <a:gd name="connsiteY82" fmla="*/ 1846950 h 2237474"/>
              <a:gd name="connsiteX83" fmla="*/ 5149802 w 12192000"/>
              <a:gd name="connsiteY83" fmla="*/ 1844846 h 2237474"/>
              <a:gd name="connsiteX84" fmla="*/ 5114927 w 12192000"/>
              <a:gd name="connsiteY84" fmla="*/ 1847827 h 2237474"/>
              <a:gd name="connsiteX85" fmla="*/ 5108970 w 12192000"/>
              <a:gd name="connsiteY85" fmla="*/ 1847935 h 2237474"/>
              <a:gd name="connsiteX86" fmla="*/ 5067961 w 12192000"/>
              <a:gd name="connsiteY86" fmla="*/ 1845917 h 2237474"/>
              <a:gd name="connsiteX87" fmla="*/ 5007075 w 12192000"/>
              <a:gd name="connsiteY87" fmla="*/ 1838626 h 2237474"/>
              <a:gd name="connsiteX88" fmla="*/ 4944087 w 12192000"/>
              <a:gd name="connsiteY88" fmla="*/ 1823332 h 2237474"/>
              <a:gd name="connsiteX89" fmla="*/ 4907662 w 12192000"/>
              <a:gd name="connsiteY89" fmla="*/ 1816900 h 2237474"/>
              <a:gd name="connsiteX90" fmla="*/ 4882386 w 12192000"/>
              <a:gd name="connsiteY90" fmla="*/ 1809844 h 2237474"/>
              <a:gd name="connsiteX91" fmla="*/ 4811440 w 12192000"/>
              <a:gd name="connsiteY91" fmla="*/ 1804655 h 2237474"/>
              <a:gd name="connsiteX92" fmla="*/ 4691075 w 12192000"/>
              <a:gd name="connsiteY92" fmla="*/ 1801389 h 2237474"/>
              <a:gd name="connsiteX93" fmla="*/ 4611738 w 12192000"/>
              <a:gd name="connsiteY93" fmla="*/ 1776964 h 2237474"/>
              <a:gd name="connsiteX94" fmla="*/ 4560070 w 12192000"/>
              <a:gd name="connsiteY94" fmla="*/ 1785640 h 2237474"/>
              <a:gd name="connsiteX95" fmla="*/ 4536503 w 12192000"/>
              <a:gd name="connsiteY95" fmla="*/ 1785334 h 2237474"/>
              <a:gd name="connsiteX96" fmla="*/ 4513724 w 12192000"/>
              <a:gd name="connsiteY96" fmla="*/ 1791996 h 2237474"/>
              <a:gd name="connsiteX97" fmla="*/ 4459810 w 12192000"/>
              <a:gd name="connsiteY97" fmla="*/ 1797886 h 2237474"/>
              <a:gd name="connsiteX98" fmla="*/ 4379064 w 12192000"/>
              <a:gd name="connsiteY98" fmla="*/ 1817177 h 2237474"/>
              <a:gd name="connsiteX99" fmla="*/ 4290981 w 12192000"/>
              <a:gd name="connsiteY99" fmla="*/ 1839677 h 2237474"/>
              <a:gd name="connsiteX100" fmla="*/ 4238372 w 12192000"/>
              <a:gd name="connsiteY100" fmla="*/ 1851480 h 2237474"/>
              <a:gd name="connsiteX101" fmla="*/ 4232517 w 12192000"/>
              <a:gd name="connsiteY101" fmla="*/ 1852567 h 2237474"/>
              <a:gd name="connsiteX102" fmla="*/ 4191732 w 12192000"/>
              <a:gd name="connsiteY102" fmla="*/ 1857328 h 2237474"/>
              <a:gd name="connsiteX103" fmla="*/ 4065532 w 12192000"/>
              <a:gd name="connsiteY103" fmla="*/ 1855477 h 2237474"/>
              <a:gd name="connsiteX104" fmla="*/ 4028460 w 12192000"/>
              <a:gd name="connsiteY104" fmla="*/ 1855137 h 2237474"/>
              <a:gd name="connsiteX105" fmla="*/ 4002267 w 12192000"/>
              <a:gd name="connsiteY105" fmla="*/ 1852352 h 2237474"/>
              <a:gd name="connsiteX106" fmla="*/ 3931396 w 12192000"/>
              <a:gd name="connsiteY106" fmla="*/ 1858915 h 2237474"/>
              <a:gd name="connsiteX107" fmla="*/ 3812162 w 12192000"/>
              <a:gd name="connsiteY107" fmla="*/ 1875501 h 2237474"/>
              <a:gd name="connsiteX108" fmla="*/ 3729530 w 12192000"/>
              <a:gd name="connsiteY108" fmla="*/ 1864513 h 2237474"/>
              <a:gd name="connsiteX109" fmla="*/ 3680177 w 12192000"/>
              <a:gd name="connsiteY109" fmla="*/ 1881552 h 2237474"/>
              <a:gd name="connsiteX110" fmla="*/ 3567259 w 12192000"/>
              <a:gd name="connsiteY110" fmla="*/ 1893482 h 2237474"/>
              <a:gd name="connsiteX111" fmla="*/ 3405770 w 12192000"/>
              <a:gd name="connsiteY111" fmla="*/ 1904591 h 2237474"/>
              <a:gd name="connsiteX112" fmla="*/ 3280097 w 12192000"/>
              <a:gd name="connsiteY112" fmla="*/ 1919610 h 2237474"/>
              <a:gd name="connsiteX113" fmla="*/ 3123424 w 12192000"/>
              <a:gd name="connsiteY113" fmla="*/ 1952930 h 2237474"/>
              <a:gd name="connsiteX114" fmla="*/ 3009910 w 12192000"/>
              <a:gd name="connsiteY114" fmla="*/ 1957866 h 2237474"/>
              <a:gd name="connsiteX115" fmla="*/ 2995934 w 12192000"/>
              <a:gd name="connsiteY115" fmla="*/ 1967085 h 2237474"/>
              <a:gd name="connsiteX116" fmla="*/ 2980071 w 12192000"/>
              <a:gd name="connsiteY116" fmla="*/ 1972988 h 2237474"/>
              <a:gd name="connsiteX117" fmla="*/ 2978094 w 12192000"/>
              <a:gd name="connsiteY117" fmla="*/ 1972369 h 2237474"/>
              <a:gd name="connsiteX118" fmla="*/ 2942858 w 12192000"/>
              <a:gd name="connsiteY118" fmla="*/ 1981367 h 2237474"/>
              <a:gd name="connsiteX119" fmla="*/ 2875436 w 12192000"/>
              <a:gd name="connsiteY119" fmla="*/ 1996977 h 2237474"/>
              <a:gd name="connsiteX120" fmla="*/ 2874892 w 12192000"/>
              <a:gd name="connsiteY120" fmla="*/ 1996085 h 2237474"/>
              <a:gd name="connsiteX121" fmla="*/ 2864145 w 12192000"/>
              <a:gd name="connsiteY121" fmla="*/ 1994061 h 2237474"/>
              <a:gd name="connsiteX122" fmla="*/ 2843662 w 12192000"/>
              <a:gd name="connsiteY122" fmla="*/ 1992498 h 2237474"/>
              <a:gd name="connsiteX123" fmla="*/ 2796128 w 12192000"/>
              <a:gd name="connsiteY123" fmla="*/ 1976403 h 2237474"/>
              <a:gd name="connsiteX124" fmla="*/ 2756784 w 12192000"/>
              <a:gd name="connsiteY124" fmla="*/ 1985116 h 2237474"/>
              <a:gd name="connsiteX125" fmla="*/ 2748833 w 12192000"/>
              <a:gd name="connsiteY125" fmla="*/ 1986323 h 2237474"/>
              <a:gd name="connsiteX126" fmla="*/ 2748661 w 12192000"/>
              <a:gd name="connsiteY126" fmla="*/ 1986122 h 2237474"/>
              <a:gd name="connsiteX127" fmla="*/ 2740251 w 12192000"/>
              <a:gd name="connsiteY127" fmla="*/ 1986946 h 2237474"/>
              <a:gd name="connsiteX128" fmla="*/ 2718916 w 12192000"/>
              <a:gd name="connsiteY128" fmla="*/ 1990867 h 2237474"/>
              <a:gd name="connsiteX129" fmla="*/ 2713522 w 12192000"/>
              <a:gd name="connsiteY129" fmla="*/ 1990173 h 2237474"/>
              <a:gd name="connsiteX130" fmla="*/ 2680597 w 12192000"/>
              <a:gd name="connsiteY130" fmla="*/ 1984996 h 2237474"/>
              <a:gd name="connsiteX131" fmla="*/ 2578178 w 12192000"/>
              <a:gd name="connsiteY131" fmla="*/ 1990531 h 2237474"/>
              <a:gd name="connsiteX132" fmla="*/ 2476147 w 12192000"/>
              <a:gd name="connsiteY132" fmla="*/ 1998305 h 2237474"/>
              <a:gd name="connsiteX133" fmla="*/ 2373568 w 12192000"/>
              <a:gd name="connsiteY133" fmla="*/ 2003219 h 2237474"/>
              <a:gd name="connsiteX134" fmla="*/ 2321399 w 12192000"/>
              <a:gd name="connsiteY134" fmla="*/ 1989467 h 2237474"/>
              <a:gd name="connsiteX135" fmla="*/ 2315525 w 12192000"/>
              <a:gd name="connsiteY135" fmla="*/ 1989708 h 2237474"/>
              <a:gd name="connsiteX136" fmla="*/ 2300792 w 12192000"/>
              <a:gd name="connsiteY136" fmla="*/ 1994290 h 2237474"/>
              <a:gd name="connsiteX137" fmla="*/ 2295469 w 12192000"/>
              <a:gd name="connsiteY137" fmla="*/ 1996659 h 2237474"/>
              <a:gd name="connsiteX138" fmla="*/ 2287219 w 12192000"/>
              <a:gd name="connsiteY138" fmla="*/ 1998750 h 2237474"/>
              <a:gd name="connsiteX139" fmla="*/ 2286948 w 12192000"/>
              <a:gd name="connsiteY139" fmla="*/ 1998596 h 2237474"/>
              <a:gd name="connsiteX140" fmla="*/ 2243069 w 12192000"/>
              <a:gd name="connsiteY140" fmla="*/ 2015111 h 2237474"/>
              <a:gd name="connsiteX141" fmla="*/ 2186609 w 12192000"/>
              <a:gd name="connsiteY141" fmla="*/ 2008263 h 2237474"/>
              <a:gd name="connsiteX142" fmla="*/ 2164831 w 12192000"/>
              <a:gd name="connsiteY142" fmla="*/ 2010143 h 2237474"/>
              <a:gd name="connsiteX143" fmla="*/ 2152836 w 12192000"/>
              <a:gd name="connsiteY143" fmla="*/ 2010048 h 2237474"/>
              <a:gd name="connsiteX144" fmla="*/ 2117102 w 12192000"/>
              <a:gd name="connsiteY144" fmla="*/ 2023004 h 2237474"/>
              <a:gd name="connsiteX145" fmla="*/ 2111935 w 12192000"/>
              <a:gd name="connsiteY145" fmla="*/ 2023163 h 2237474"/>
              <a:gd name="connsiteX146" fmla="*/ 2089991 w 12192000"/>
              <a:gd name="connsiteY146" fmla="*/ 2034193 h 2237474"/>
              <a:gd name="connsiteX147" fmla="*/ 2058061 w 12192000"/>
              <a:gd name="connsiteY147" fmla="*/ 2047942 h 2237474"/>
              <a:gd name="connsiteX148" fmla="*/ 2055737 w 12192000"/>
              <a:gd name="connsiteY148" fmla="*/ 2047704 h 2237474"/>
              <a:gd name="connsiteX149" fmla="*/ 2042244 w 12192000"/>
              <a:gd name="connsiteY149" fmla="*/ 2055560 h 2237474"/>
              <a:gd name="connsiteX150" fmla="*/ 1976224 w 12192000"/>
              <a:gd name="connsiteY150" fmla="*/ 2074257 h 2237474"/>
              <a:gd name="connsiteX151" fmla="*/ 1877728 w 12192000"/>
              <a:gd name="connsiteY151" fmla="*/ 2101004 h 2237474"/>
              <a:gd name="connsiteX152" fmla="*/ 1759056 w 12192000"/>
              <a:gd name="connsiteY152" fmla="*/ 2125608 h 2237474"/>
              <a:gd name="connsiteX153" fmla="*/ 1637948 w 12192000"/>
              <a:gd name="connsiteY153" fmla="*/ 2172597 h 2237474"/>
              <a:gd name="connsiteX154" fmla="*/ 1434549 w 12192000"/>
              <a:gd name="connsiteY154" fmla="*/ 2234522 h 2237474"/>
              <a:gd name="connsiteX155" fmla="*/ 1398481 w 12192000"/>
              <a:gd name="connsiteY155" fmla="*/ 2237074 h 2237474"/>
              <a:gd name="connsiteX156" fmla="*/ 1398407 w 12192000"/>
              <a:gd name="connsiteY156" fmla="*/ 2237095 h 2237474"/>
              <a:gd name="connsiteX157" fmla="*/ 1370962 w 12192000"/>
              <a:gd name="connsiteY157" fmla="*/ 2237474 h 2237474"/>
              <a:gd name="connsiteX158" fmla="*/ 1356367 w 12192000"/>
              <a:gd name="connsiteY158" fmla="*/ 2235089 h 2237474"/>
              <a:gd name="connsiteX159" fmla="*/ 1324828 w 12192000"/>
              <a:gd name="connsiteY159" fmla="*/ 2231968 h 2237474"/>
              <a:gd name="connsiteX160" fmla="*/ 1297744 w 12192000"/>
              <a:gd name="connsiteY160" fmla="*/ 2235849 h 2237474"/>
              <a:gd name="connsiteX161" fmla="*/ 1286236 w 12192000"/>
              <a:gd name="connsiteY161" fmla="*/ 2233135 h 2237474"/>
              <a:gd name="connsiteX162" fmla="*/ 1283504 w 12192000"/>
              <a:gd name="connsiteY162" fmla="*/ 2233797 h 2237474"/>
              <a:gd name="connsiteX163" fmla="*/ 1279765 w 12192000"/>
              <a:gd name="connsiteY163" fmla="*/ 2229639 h 2237474"/>
              <a:gd name="connsiteX164" fmla="*/ 1195347 w 12192000"/>
              <a:gd name="connsiteY164" fmla="*/ 2212354 h 2237474"/>
              <a:gd name="connsiteX165" fmla="*/ 970251 w 12192000"/>
              <a:gd name="connsiteY165" fmla="*/ 2221029 h 2237474"/>
              <a:gd name="connsiteX166" fmla="*/ 812914 w 12192000"/>
              <a:gd name="connsiteY166" fmla="*/ 2202752 h 2237474"/>
              <a:gd name="connsiteX167" fmla="*/ 800195 w 12192000"/>
              <a:gd name="connsiteY167" fmla="*/ 2209407 h 2237474"/>
              <a:gd name="connsiteX168" fmla="*/ 784978 w 12192000"/>
              <a:gd name="connsiteY168" fmla="*/ 2212360 h 2237474"/>
              <a:gd name="connsiteX169" fmla="*/ 681987 w 12192000"/>
              <a:gd name="connsiteY169" fmla="*/ 2216757 h 2237474"/>
              <a:gd name="connsiteX170" fmla="*/ 669923 w 12192000"/>
              <a:gd name="connsiteY170" fmla="*/ 2211682 h 2237474"/>
              <a:gd name="connsiteX171" fmla="*/ 648680 w 12192000"/>
              <a:gd name="connsiteY171" fmla="*/ 2206229 h 2237474"/>
              <a:gd name="connsiteX172" fmla="*/ 597225 w 12192000"/>
              <a:gd name="connsiteY172" fmla="*/ 2180999 h 2237474"/>
              <a:gd name="connsiteX173" fmla="*/ 558449 w 12192000"/>
              <a:gd name="connsiteY173" fmla="*/ 2182346 h 2237474"/>
              <a:gd name="connsiteX174" fmla="*/ 550517 w 12192000"/>
              <a:gd name="connsiteY174" fmla="*/ 2182060 h 2237474"/>
              <a:gd name="connsiteX175" fmla="*/ 550309 w 12192000"/>
              <a:gd name="connsiteY175" fmla="*/ 2181825 h 2237474"/>
              <a:gd name="connsiteX176" fmla="*/ 541836 w 12192000"/>
              <a:gd name="connsiteY176" fmla="*/ 2181063 h 2237474"/>
              <a:gd name="connsiteX177" fmla="*/ 536057 w 12192000"/>
              <a:gd name="connsiteY177" fmla="*/ 2181537 h 2237474"/>
              <a:gd name="connsiteX178" fmla="*/ 520671 w 12192000"/>
              <a:gd name="connsiteY178" fmla="*/ 2180980 h 2237474"/>
              <a:gd name="connsiteX179" fmla="*/ 515024 w 12192000"/>
              <a:gd name="connsiteY179" fmla="*/ 2179258 h 2237474"/>
              <a:gd name="connsiteX180" fmla="*/ 512278 w 12192000"/>
              <a:gd name="connsiteY180" fmla="*/ 2176369 h 2237474"/>
              <a:gd name="connsiteX181" fmla="*/ 480419 w 12192000"/>
              <a:gd name="connsiteY181" fmla="*/ 2167807 h 2237474"/>
              <a:gd name="connsiteX182" fmla="*/ 413835 w 12192000"/>
              <a:gd name="connsiteY182" fmla="*/ 2156783 h 2237474"/>
              <a:gd name="connsiteX183" fmla="*/ 376513 w 12192000"/>
              <a:gd name="connsiteY183" fmla="*/ 2154014 h 2237474"/>
              <a:gd name="connsiteX184" fmla="*/ 273386 w 12192000"/>
              <a:gd name="connsiteY184" fmla="*/ 2142551 h 2237474"/>
              <a:gd name="connsiteX185" fmla="*/ 169207 w 12192000"/>
              <a:gd name="connsiteY185" fmla="*/ 2128100 h 2237474"/>
              <a:gd name="connsiteX186" fmla="*/ 93149 w 12192000"/>
              <a:gd name="connsiteY186" fmla="*/ 2105324 h 2237474"/>
              <a:gd name="connsiteX187" fmla="*/ 88109 w 12192000"/>
              <a:gd name="connsiteY187" fmla="*/ 2106704 h 2237474"/>
              <a:gd name="connsiteX188" fmla="*/ 80022 w 12192000"/>
              <a:gd name="connsiteY188" fmla="*/ 2107254 h 2237474"/>
              <a:gd name="connsiteX189" fmla="*/ 79717 w 12192000"/>
              <a:gd name="connsiteY189" fmla="*/ 2107046 h 2237474"/>
              <a:gd name="connsiteX190" fmla="*/ 72352 w 12192000"/>
              <a:gd name="connsiteY190" fmla="*/ 2107991 h 2237474"/>
              <a:gd name="connsiteX191" fmla="*/ 37645 w 12192000"/>
              <a:gd name="connsiteY191" fmla="*/ 2115401 h 2237474"/>
              <a:gd name="connsiteX192" fmla="*/ 4572 w 12192000"/>
              <a:gd name="connsiteY192" fmla="*/ 2111091 h 2237474"/>
              <a:gd name="connsiteX193" fmla="*/ 0 w 12192000"/>
              <a:gd name="connsiteY193" fmla="*/ 2110468 h 2237474"/>
              <a:gd name="connsiteX194" fmla="*/ 0 w 12192000"/>
              <a:gd name="connsiteY194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12987 w 12192000"/>
              <a:gd name="connsiteY36" fmla="*/ 1061986 h 2237474"/>
              <a:gd name="connsiteX37" fmla="*/ 8968445 w 12192000"/>
              <a:gd name="connsiteY37" fmla="*/ 1052169 h 2237474"/>
              <a:gd name="connsiteX38" fmla="*/ 8886001 w 12192000"/>
              <a:gd name="connsiteY38" fmla="*/ 1067468 h 2237474"/>
              <a:gd name="connsiteX39" fmla="*/ 8838610 w 12192000"/>
              <a:gd name="connsiteY39" fmla="*/ 1075091 h 2237474"/>
              <a:gd name="connsiteX40" fmla="*/ 8750383 w 12192000"/>
              <a:gd name="connsiteY40" fmla="*/ 1097387 h 2237474"/>
              <a:gd name="connsiteX41" fmla="*/ 8665605 w 12192000"/>
              <a:gd name="connsiteY41" fmla="*/ 1110791 h 2237474"/>
              <a:gd name="connsiteX42" fmla="*/ 8584946 w 12192000"/>
              <a:gd name="connsiteY42" fmla="*/ 1135226 h 2237474"/>
              <a:gd name="connsiteX43" fmla="*/ 8460755 w 12192000"/>
              <a:gd name="connsiteY43" fmla="*/ 1203427 h 2237474"/>
              <a:gd name="connsiteX44" fmla="*/ 8419755 w 12192000"/>
              <a:gd name="connsiteY44" fmla="*/ 1216260 h 2237474"/>
              <a:gd name="connsiteX45" fmla="*/ 8411626 w 12192000"/>
              <a:gd name="connsiteY45" fmla="*/ 1214397 h 2237474"/>
              <a:gd name="connsiteX46" fmla="*/ 8363469 w 12192000"/>
              <a:gd name="connsiteY46" fmla="*/ 1246658 h 2237474"/>
              <a:gd name="connsiteX47" fmla="*/ 8275497 w 12192000"/>
              <a:gd name="connsiteY47" fmla="*/ 1264396 h 2237474"/>
              <a:gd name="connsiteX48" fmla="*/ 8206287 w 12192000"/>
              <a:gd name="connsiteY48" fmla="*/ 1273060 h 2237474"/>
              <a:gd name="connsiteX49" fmla="*/ 8139997 w 12192000"/>
              <a:gd name="connsiteY49" fmla="*/ 1282713 h 2237474"/>
              <a:gd name="connsiteX50" fmla="*/ 8074238 w 12192000"/>
              <a:gd name="connsiteY50" fmla="*/ 1301895 h 2237474"/>
              <a:gd name="connsiteX51" fmla="*/ 7942099 w 12192000"/>
              <a:gd name="connsiteY51" fmla="*/ 1336332 h 2237474"/>
              <a:gd name="connsiteX52" fmla="*/ 7902328 w 12192000"/>
              <a:gd name="connsiteY52" fmla="*/ 1345865 h 2237474"/>
              <a:gd name="connsiteX53" fmla="*/ 7840612 w 12192000"/>
              <a:gd name="connsiteY53" fmla="*/ 1369373 h 2237474"/>
              <a:gd name="connsiteX54" fmla="*/ 7786819 w 12192000"/>
              <a:gd name="connsiteY54" fmla="*/ 1378970 h 2237474"/>
              <a:gd name="connsiteX55" fmla="*/ 7548172 w 12192000"/>
              <a:gd name="connsiteY55" fmla="*/ 1417460 h 2237474"/>
              <a:gd name="connsiteX56" fmla="*/ 7483437 w 12192000"/>
              <a:gd name="connsiteY56" fmla="*/ 1478152 h 2237474"/>
              <a:gd name="connsiteX57" fmla="*/ 7377870 w 12192000"/>
              <a:gd name="connsiteY57" fmla="*/ 1523319 h 2237474"/>
              <a:gd name="connsiteX58" fmla="*/ 7230737 w 12192000"/>
              <a:gd name="connsiteY58" fmla="*/ 1562633 h 2237474"/>
              <a:gd name="connsiteX59" fmla="*/ 7224458 w 12192000"/>
              <a:gd name="connsiteY59" fmla="*/ 1573008 h 2237474"/>
              <a:gd name="connsiteX60" fmla="*/ 7183121 w 12192000"/>
              <a:gd name="connsiteY60" fmla="*/ 1595162 h 2237474"/>
              <a:gd name="connsiteX61" fmla="*/ 7164601 w 12192000"/>
              <a:gd name="connsiteY61" fmla="*/ 1606490 h 2237474"/>
              <a:gd name="connsiteX62" fmla="*/ 7031309 w 12192000"/>
              <a:gd name="connsiteY62" fmla="*/ 1619451 h 2237474"/>
              <a:gd name="connsiteX63" fmla="*/ 6900177 w 12192000"/>
              <a:gd name="connsiteY63" fmla="*/ 1636016 h 2237474"/>
              <a:gd name="connsiteX64" fmla="*/ 6795372 w 12192000"/>
              <a:gd name="connsiteY64" fmla="*/ 1644845 h 2237474"/>
              <a:gd name="connsiteX65" fmla="*/ 6692251 w 12192000"/>
              <a:gd name="connsiteY65" fmla="*/ 1656357 h 2237474"/>
              <a:gd name="connsiteX66" fmla="*/ 6655235 w 12192000"/>
              <a:gd name="connsiteY66" fmla="*/ 1661869 h 2237474"/>
              <a:gd name="connsiteX67" fmla="*/ 6554894 w 12192000"/>
              <a:gd name="connsiteY67" fmla="*/ 1664428 h 2237474"/>
              <a:gd name="connsiteX68" fmla="*/ 6516595 w 12192000"/>
              <a:gd name="connsiteY68" fmla="*/ 1667475 h 2237474"/>
              <a:gd name="connsiteX69" fmla="*/ 6508541 w 12192000"/>
              <a:gd name="connsiteY69" fmla="*/ 1668757 h 2237474"/>
              <a:gd name="connsiteX70" fmla="*/ 6471012 w 12192000"/>
              <a:gd name="connsiteY70" fmla="*/ 1678604 h 2237474"/>
              <a:gd name="connsiteX71" fmla="*/ 6364035 w 12192000"/>
              <a:gd name="connsiteY71" fmla="*/ 1667683 h 2237474"/>
              <a:gd name="connsiteX72" fmla="*/ 6280959 w 12192000"/>
              <a:gd name="connsiteY72" fmla="*/ 1689329 h 2237474"/>
              <a:gd name="connsiteX73" fmla="*/ 6243319 w 12192000"/>
              <a:gd name="connsiteY73" fmla="*/ 1695560 h 2237474"/>
              <a:gd name="connsiteX74" fmla="*/ 6098321 w 12192000"/>
              <a:gd name="connsiteY74" fmla="*/ 1721646 h 2237474"/>
              <a:gd name="connsiteX75" fmla="*/ 5880652 w 12192000"/>
              <a:gd name="connsiteY75" fmla="*/ 1779643 h 2237474"/>
              <a:gd name="connsiteX76" fmla="*/ 5785959 w 12192000"/>
              <a:gd name="connsiteY76" fmla="*/ 1775307 h 2237474"/>
              <a:gd name="connsiteX77" fmla="*/ 5643534 w 12192000"/>
              <a:gd name="connsiteY77" fmla="*/ 1802919 h 2237474"/>
              <a:gd name="connsiteX78" fmla="*/ 5518799 w 12192000"/>
              <a:gd name="connsiteY78" fmla="*/ 1818312 h 2237474"/>
              <a:gd name="connsiteX79" fmla="*/ 5505014 w 12192000"/>
              <a:gd name="connsiteY79" fmla="*/ 1819259 h 2237474"/>
              <a:gd name="connsiteX80" fmla="*/ 5453307 w 12192000"/>
              <a:gd name="connsiteY80" fmla="*/ 1815450 h 2237474"/>
              <a:gd name="connsiteX81" fmla="*/ 5221533 w 12192000"/>
              <a:gd name="connsiteY81" fmla="*/ 1846950 h 2237474"/>
              <a:gd name="connsiteX82" fmla="*/ 5149802 w 12192000"/>
              <a:gd name="connsiteY82" fmla="*/ 1844846 h 2237474"/>
              <a:gd name="connsiteX83" fmla="*/ 5114927 w 12192000"/>
              <a:gd name="connsiteY83" fmla="*/ 1847827 h 2237474"/>
              <a:gd name="connsiteX84" fmla="*/ 5108970 w 12192000"/>
              <a:gd name="connsiteY84" fmla="*/ 1847935 h 2237474"/>
              <a:gd name="connsiteX85" fmla="*/ 5067961 w 12192000"/>
              <a:gd name="connsiteY85" fmla="*/ 1845917 h 2237474"/>
              <a:gd name="connsiteX86" fmla="*/ 5007075 w 12192000"/>
              <a:gd name="connsiteY86" fmla="*/ 1838626 h 2237474"/>
              <a:gd name="connsiteX87" fmla="*/ 4944087 w 12192000"/>
              <a:gd name="connsiteY87" fmla="*/ 1823332 h 2237474"/>
              <a:gd name="connsiteX88" fmla="*/ 4907662 w 12192000"/>
              <a:gd name="connsiteY88" fmla="*/ 1816900 h 2237474"/>
              <a:gd name="connsiteX89" fmla="*/ 4882386 w 12192000"/>
              <a:gd name="connsiteY89" fmla="*/ 1809844 h 2237474"/>
              <a:gd name="connsiteX90" fmla="*/ 4811440 w 12192000"/>
              <a:gd name="connsiteY90" fmla="*/ 1804655 h 2237474"/>
              <a:gd name="connsiteX91" fmla="*/ 4691075 w 12192000"/>
              <a:gd name="connsiteY91" fmla="*/ 1801389 h 2237474"/>
              <a:gd name="connsiteX92" fmla="*/ 4611738 w 12192000"/>
              <a:gd name="connsiteY92" fmla="*/ 1776964 h 2237474"/>
              <a:gd name="connsiteX93" fmla="*/ 4560070 w 12192000"/>
              <a:gd name="connsiteY93" fmla="*/ 1785640 h 2237474"/>
              <a:gd name="connsiteX94" fmla="*/ 4536503 w 12192000"/>
              <a:gd name="connsiteY94" fmla="*/ 1785334 h 2237474"/>
              <a:gd name="connsiteX95" fmla="*/ 4513724 w 12192000"/>
              <a:gd name="connsiteY95" fmla="*/ 1791996 h 2237474"/>
              <a:gd name="connsiteX96" fmla="*/ 4459810 w 12192000"/>
              <a:gd name="connsiteY96" fmla="*/ 1797886 h 2237474"/>
              <a:gd name="connsiteX97" fmla="*/ 4379064 w 12192000"/>
              <a:gd name="connsiteY97" fmla="*/ 1817177 h 2237474"/>
              <a:gd name="connsiteX98" fmla="*/ 4290981 w 12192000"/>
              <a:gd name="connsiteY98" fmla="*/ 1839677 h 2237474"/>
              <a:gd name="connsiteX99" fmla="*/ 4238372 w 12192000"/>
              <a:gd name="connsiteY99" fmla="*/ 1851480 h 2237474"/>
              <a:gd name="connsiteX100" fmla="*/ 4232517 w 12192000"/>
              <a:gd name="connsiteY100" fmla="*/ 1852567 h 2237474"/>
              <a:gd name="connsiteX101" fmla="*/ 4191732 w 12192000"/>
              <a:gd name="connsiteY101" fmla="*/ 1857328 h 2237474"/>
              <a:gd name="connsiteX102" fmla="*/ 4065532 w 12192000"/>
              <a:gd name="connsiteY102" fmla="*/ 1855477 h 2237474"/>
              <a:gd name="connsiteX103" fmla="*/ 4028460 w 12192000"/>
              <a:gd name="connsiteY103" fmla="*/ 1855137 h 2237474"/>
              <a:gd name="connsiteX104" fmla="*/ 4002267 w 12192000"/>
              <a:gd name="connsiteY104" fmla="*/ 1852352 h 2237474"/>
              <a:gd name="connsiteX105" fmla="*/ 3931396 w 12192000"/>
              <a:gd name="connsiteY105" fmla="*/ 1858915 h 2237474"/>
              <a:gd name="connsiteX106" fmla="*/ 3812162 w 12192000"/>
              <a:gd name="connsiteY106" fmla="*/ 1875501 h 2237474"/>
              <a:gd name="connsiteX107" fmla="*/ 3729530 w 12192000"/>
              <a:gd name="connsiteY107" fmla="*/ 1864513 h 2237474"/>
              <a:gd name="connsiteX108" fmla="*/ 3680177 w 12192000"/>
              <a:gd name="connsiteY108" fmla="*/ 1881552 h 2237474"/>
              <a:gd name="connsiteX109" fmla="*/ 3567259 w 12192000"/>
              <a:gd name="connsiteY109" fmla="*/ 1893482 h 2237474"/>
              <a:gd name="connsiteX110" fmla="*/ 3405770 w 12192000"/>
              <a:gd name="connsiteY110" fmla="*/ 1904591 h 2237474"/>
              <a:gd name="connsiteX111" fmla="*/ 3280097 w 12192000"/>
              <a:gd name="connsiteY111" fmla="*/ 1919610 h 2237474"/>
              <a:gd name="connsiteX112" fmla="*/ 3123424 w 12192000"/>
              <a:gd name="connsiteY112" fmla="*/ 1952930 h 2237474"/>
              <a:gd name="connsiteX113" fmla="*/ 3009910 w 12192000"/>
              <a:gd name="connsiteY113" fmla="*/ 1957866 h 2237474"/>
              <a:gd name="connsiteX114" fmla="*/ 2995934 w 12192000"/>
              <a:gd name="connsiteY114" fmla="*/ 1967085 h 2237474"/>
              <a:gd name="connsiteX115" fmla="*/ 2980071 w 12192000"/>
              <a:gd name="connsiteY115" fmla="*/ 1972988 h 2237474"/>
              <a:gd name="connsiteX116" fmla="*/ 2978094 w 12192000"/>
              <a:gd name="connsiteY116" fmla="*/ 1972369 h 2237474"/>
              <a:gd name="connsiteX117" fmla="*/ 2942858 w 12192000"/>
              <a:gd name="connsiteY117" fmla="*/ 1981367 h 2237474"/>
              <a:gd name="connsiteX118" fmla="*/ 2875436 w 12192000"/>
              <a:gd name="connsiteY118" fmla="*/ 1996977 h 2237474"/>
              <a:gd name="connsiteX119" fmla="*/ 2874892 w 12192000"/>
              <a:gd name="connsiteY119" fmla="*/ 1996085 h 2237474"/>
              <a:gd name="connsiteX120" fmla="*/ 2864145 w 12192000"/>
              <a:gd name="connsiteY120" fmla="*/ 1994061 h 2237474"/>
              <a:gd name="connsiteX121" fmla="*/ 2843662 w 12192000"/>
              <a:gd name="connsiteY121" fmla="*/ 1992498 h 2237474"/>
              <a:gd name="connsiteX122" fmla="*/ 2796128 w 12192000"/>
              <a:gd name="connsiteY122" fmla="*/ 1976403 h 2237474"/>
              <a:gd name="connsiteX123" fmla="*/ 2756784 w 12192000"/>
              <a:gd name="connsiteY123" fmla="*/ 1985116 h 2237474"/>
              <a:gd name="connsiteX124" fmla="*/ 2748833 w 12192000"/>
              <a:gd name="connsiteY124" fmla="*/ 1986323 h 2237474"/>
              <a:gd name="connsiteX125" fmla="*/ 2748661 w 12192000"/>
              <a:gd name="connsiteY125" fmla="*/ 1986122 h 2237474"/>
              <a:gd name="connsiteX126" fmla="*/ 2740251 w 12192000"/>
              <a:gd name="connsiteY126" fmla="*/ 1986946 h 2237474"/>
              <a:gd name="connsiteX127" fmla="*/ 2718916 w 12192000"/>
              <a:gd name="connsiteY127" fmla="*/ 1990867 h 2237474"/>
              <a:gd name="connsiteX128" fmla="*/ 2713522 w 12192000"/>
              <a:gd name="connsiteY128" fmla="*/ 1990173 h 2237474"/>
              <a:gd name="connsiteX129" fmla="*/ 2680597 w 12192000"/>
              <a:gd name="connsiteY129" fmla="*/ 1984996 h 2237474"/>
              <a:gd name="connsiteX130" fmla="*/ 2578178 w 12192000"/>
              <a:gd name="connsiteY130" fmla="*/ 1990531 h 2237474"/>
              <a:gd name="connsiteX131" fmla="*/ 2476147 w 12192000"/>
              <a:gd name="connsiteY131" fmla="*/ 1998305 h 2237474"/>
              <a:gd name="connsiteX132" fmla="*/ 2373568 w 12192000"/>
              <a:gd name="connsiteY132" fmla="*/ 2003219 h 2237474"/>
              <a:gd name="connsiteX133" fmla="*/ 2321399 w 12192000"/>
              <a:gd name="connsiteY133" fmla="*/ 1989467 h 2237474"/>
              <a:gd name="connsiteX134" fmla="*/ 2315525 w 12192000"/>
              <a:gd name="connsiteY134" fmla="*/ 1989708 h 2237474"/>
              <a:gd name="connsiteX135" fmla="*/ 2300792 w 12192000"/>
              <a:gd name="connsiteY135" fmla="*/ 1994290 h 2237474"/>
              <a:gd name="connsiteX136" fmla="*/ 2295469 w 12192000"/>
              <a:gd name="connsiteY136" fmla="*/ 1996659 h 2237474"/>
              <a:gd name="connsiteX137" fmla="*/ 2287219 w 12192000"/>
              <a:gd name="connsiteY137" fmla="*/ 1998750 h 2237474"/>
              <a:gd name="connsiteX138" fmla="*/ 2286948 w 12192000"/>
              <a:gd name="connsiteY138" fmla="*/ 1998596 h 2237474"/>
              <a:gd name="connsiteX139" fmla="*/ 2243069 w 12192000"/>
              <a:gd name="connsiteY139" fmla="*/ 2015111 h 2237474"/>
              <a:gd name="connsiteX140" fmla="*/ 2186609 w 12192000"/>
              <a:gd name="connsiteY140" fmla="*/ 2008263 h 2237474"/>
              <a:gd name="connsiteX141" fmla="*/ 2164831 w 12192000"/>
              <a:gd name="connsiteY141" fmla="*/ 2010143 h 2237474"/>
              <a:gd name="connsiteX142" fmla="*/ 2152836 w 12192000"/>
              <a:gd name="connsiteY142" fmla="*/ 2010048 h 2237474"/>
              <a:gd name="connsiteX143" fmla="*/ 2117102 w 12192000"/>
              <a:gd name="connsiteY143" fmla="*/ 2023004 h 2237474"/>
              <a:gd name="connsiteX144" fmla="*/ 2111935 w 12192000"/>
              <a:gd name="connsiteY144" fmla="*/ 2023163 h 2237474"/>
              <a:gd name="connsiteX145" fmla="*/ 2089991 w 12192000"/>
              <a:gd name="connsiteY145" fmla="*/ 2034193 h 2237474"/>
              <a:gd name="connsiteX146" fmla="*/ 2058061 w 12192000"/>
              <a:gd name="connsiteY146" fmla="*/ 2047942 h 2237474"/>
              <a:gd name="connsiteX147" fmla="*/ 2055737 w 12192000"/>
              <a:gd name="connsiteY147" fmla="*/ 2047704 h 2237474"/>
              <a:gd name="connsiteX148" fmla="*/ 2042244 w 12192000"/>
              <a:gd name="connsiteY148" fmla="*/ 2055560 h 2237474"/>
              <a:gd name="connsiteX149" fmla="*/ 1976224 w 12192000"/>
              <a:gd name="connsiteY149" fmla="*/ 2074257 h 2237474"/>
              <a:gd name="connsiteX150" fmla="*/ 1877728 w 12192000"/>
              <a:gd name="connsiteY150" fmla="*/ 2101004 h 2237474"/>
              <a:gd name="connsiteX151" fmla="*/ 1759056 w 12192000"/>
              <a:gd name="connsiteY151" fmla="*/ 2125608 h 2237474"/>
              <a:gd name="connsiteX152" fmla="*/ 1637948 w 12192000"/>
              <a:gd name="connsiteY152" fmla="*/ 2172597 h 2237474"/>
              <a:gd name="connsiteX153" fmla="*/ 1434549 w 12192000"/>
              <a:gd name="connsiteY153" fmla="*/ 2234522 h 2237474"/>
              <a:gd name="connsiteX154" fmla="*/ 1398481 w 12192000"/>
              <a:gd name="connsiteY154" fmla="*/ 2237074 h 2237474"/>
              <a:gd name="connsiteX155" fmla="*/ 1398407 w 12192000"/>
              <a:gd name="connsiteY155" fmla="*/ 2237095 h 2237474"/>
              <a:gd name="connsiteX156" fmla="*/ 1370962 w 12192000"/>
              <a:gd name="connsiteY156" fmla="*/ 2237474 h 2237474"/>
              <a:gd name="connsiteX157" fmla="*/ 1356367 w 12192000"/>
              <a:gd name="connsiteY157" fmla="*/ 2235089 h 2237474"/>
              <a:gd name="connsiteX158" fmla="*/ 1324828 w 12192000"/>
              <a:gd name="connsiteY158" fmla="*/ 2231968 h 2237474"/>
              <a:gd name="connsiteX159" fmla="*/ 1297744 w 12192000"/>
              <a:gd name="connsiteY159" fmla="*/ 2235849 h 2237474"/>
              <a:gd name="connsiteX160" fmla="*/ 1286236 w 12192000"/>
              <a:gd name="connsiteY160" fmla="*/ 2233135 h 2237474"/>
              <a:gd name="connsiteX161" fmla="*/ 1283504 w 12192000"/>
              <a:gd name="connsiteY161" fmla="*/ 2233797 h 2237474"/>
              <a:gd name="connsiteX162" fmla="*/ 1279765 w 12192000"/>
              <a:gd name="connsiteY162" fmla="*/ 2229639 h 2237474"/>
              <a:gd name="connsiteX163" fmla="*/ 1195347 w 12192000"/>
              <a:gd name="connsiteY163" fmla="*/ 2212354 h 2237474"/>
              <a:gd name="connsiteX164" fmla="*/ 970251 w 12192000"/>
              <a:gd name="connsiteY164" fmla="*/ 2221029 h 2237474"/>
              <a:gd name="connsiteX165" fmla="*/ 812914 w 12192000"/>
              <a:gd name="connsiteY165" fmla="*/ 2202752 h 2237474"/>
              <a:gd name="connsiteX166" fmla="*/ 800195 w 12192000"/>
              <a:gd name="connsiteY166" fmla="*/ 2209407 h 2237474"/>
              <a:gd name="connsiteX167" fmla="*/ 784978 w 12192000"/>
              <a:gd name="connsiteY167" fmla="*/ 2212360 h 2237474"/>
              <a:gd name="connsiteX168" fmla="*/ 681987 w 12192000"/>
              <a:gd name="connsiteY168" fmla="*/ 2216757 h 2237474"/>
              <a:gd name="connsiteX169" fmla="*/ 669923 w 12192000"/>
              <a:gd name="connsiteY169" fmla="*/ 2211682 h 2237474"/>
              <a:gd name="connsiteX170" fmla="*/ 648680 w 12192000"/>
              <a:gd name="connsiteY170" fmla="*/ 2206229 h 2237474"/>
              <a:gd name="connsiteX171" fmla="*/ 597225 w 12192000"/>
              <a:gd name="connsiteY171" fmla="*/ 2180999 h 2237474"/>
              <a:gd name="connsiteX172" fmla="*/ 558449 w 12192000"/>
              <a:gd name="connsiteY172" fmla="*/ 2182346 h 2237474"/>
              <a:gd name="connsiteX173" fmla="*/ 550517 w 12192000"/>
              <a:gd name="connsiteY173" fmla="*/ 2182060 h 2237474"/>
              <a:gd name="connsiteX174" fmla="*/ 550309 w 12192000"/>
              <a:gd name="connsiteY174" fmla="*/ 2181825 h 2237474"/>
              <a:gd name="connsiteX175" fmla="*/ 541836 w 12192000"/>
              <a:gd name="connsiteY175" fmla="*/ 2181063 h 2237474"/>
              <a:gd name="connsiteX176" fmla="*/ 536057 w 12192000"/>
              <a:gd name="connsiteY176" fmla="*/ 2181537 h 2237474"/>
              <a:gd name="connsiteX177" fmla="*/ 520671 w 12192000"/>
              <a:gd name="connsiteY177" fmla="*/ 2180980 h 2237474"/>
              <a:gd name="connsiteX178" fmla="*/ 515024 w 12192000"/>
              <a:gd name="connsiteY178" fmla="*/ 2179258 h 2237474"/>
              <a:gd name="connsiteX179" fmla="*/ 512278 w 12192000"/>
              <a:gd name="connsiteY179" fmla="*/ 2176369 h 2237474"/>
              <a:gd name="connsiteX180" fmla="*/ 480419 w 12192000"/>
              <a:gd name="connsiteY180" fmla="*/ 2167807 h 2237474"/>
              <a:gd name="connsiteX181" fmla="*/ 413835 w 12192000"/>
              <a:gd name="connsiteY181" fmla="*/ 2156783 h 2237474"/>
              <a:gd name="connsiteX182" fmla="*/ 376513 w 12192000"/>
              <a:gd name="connsiteY182" fmla="*/ 2154014 h 2237474"/>
              <a:gd name="connsiteX183" fmla="*/ 273386 w 12192000"/>
              <a:gd name="connsiteY183" fmla="*/ 2142551 h 2237474"/>
              <a:gd name="connsiteX184" fmla="*/ 169207 w 12192000"/>
              <a:gd name="connsiteY184" fmla="*/ 2128100 h 2237474"/>
              <a:gd name="connsiteX185" fmla="*/ 93149 w 12192000"/>
              <a:gd name="connsiteY185" fmla="*/ 2105324 h 2237474"/>
              <a:gd name="connsiteX186" fmla="*/ 88109 w 12192000"/>
              <a:gd name="connsiteY186" fmla="*/ 2106704 h 2237474"/>
              <a:gd name="connsiteX187" fmla="*/ 80022 w 12192000"/>
              <a:gd name="connsiteY187" fmla="*/ 2107254 h 2237474"/>
              <a:gd name="connsiteX188" fmla="*/ 79717 w 12192000"/>
              <a:gd name="connsiteY188" fmla="*/ 2107046 h 2237474"/>
              <a:gd name="connsiteX189" fmla="*/ 72352 w 12192000"/>
              <a:gd name="connsiteY189" fmla="*/ 2107991 h 2237474"/>
              <a:gd name="connsiteX190" fmla="*/ 37645 w 12192000"/>
              <a:gd name="connsiteY190" fmla="*/ 2115401 h 2237474"/>
              <a:gd name="connsiteX191" fmla="*/ 4572 w 12192000"/>
              <a:gd name="connsiteY191" fmla="*/ 2111091 h 2237474"/>
              <a:gd name="connsiteX192" fmla="*/ 0 w 12192000"/>
              <a:gd name="connsiteY192" fmla="*/ 2110468 h 2237474"/>
              <a:gd name="connsiteX193" fmla="*/ 0 w 12192000"/>
              <a:gd name="connsiteY193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03462 w 12192000"/>
              <a:gd name="connsiteY36" fmla="*/ 1042406 h 2237474"/>
              <a:gd name="connsiteX37" fmla="*/ 8968445 w 12192000"/>
              <a:gd name="connsiteY37" fmla="*/ 1052169 h 2237474"/>
              <a:gd name="connsiteX38" fmla="*/ 8886001 w 12192000"/>
              <a:gd name="connsiteY38" fmla="*/ 1067468 h 2237474"/>
              <a:gd name="connsiteX39" fmla="*/ 8838610 w 12192000"/>
              <a:gd name="connsiteY39" fmla="*/ 1075091 h 2237474"/>
              <a:gd name="connsiteX40" fmla="*/ 8750383 w 12192000"/>
              <a:gd name="connsiteY40" fmla="*/ 1097387 h 2237474"/>
              <a:gd name="connsiteX41" fmla="*/ 8665605 w 12192000"/>
              <a:gd name="connsiteY41" fmla="*/ 1110791 h 2237474"/>
              <a:gd name="connsiteX42" fmla="*/ 8584946 w 12192000"/>
              <a:gd name="connsiteY42" fmla="*/ 1135226 h 2237474"/>
              <a:gd name="connsiteX43" fmla="*/ 8460755 w 12192000"/>
              <a:gd name="connsiteY43" fmla="*/ 1203427 h 2237474"/>
              <a:gd name="connsiteX44" fmla="*/ 8419755 w 12192000"/>
              <a:gd name="connsiteY44" fmla="*/ 1216260 h 2237474"/>
              <a:gd name="connsiteX45" fmla="*/ 8411626 w 12192000"/>
              <a:gd name="connsiteY45" fmla="*/ 1214397 h 2237474"/>
              <a:gd name="connsiteX46" fmla="*/ 8363469 w 12192000"/>
              <a:gd name="connsiteY46" fmla="*/ 1246658 h 2237474"/>
              <a:gd name="connsiteX47" fmla="*/ 8275497 w 12192000"/>
              <a:gd name="connsiteY47" fmla="*/ 1264396 h 2237474"/>
              <a:gd name="connsiteX48" fmla="*/ 8206287 w 12192000"/>
              <a:gd name="connsiteY48" fmla="*/ 1273060 h 2237474"/>
              <a:gd name="connsiteX49" fmla="*/ 8139997 w 12192000"/>
              <a:gd name="connsiteY49" fmla="*/ 1282713 h 2237474"/>
              <a:gd name="connsiteX50" fmla="*/ 8074238 w 12192000"/>
              <a:gd name="connsiteY50" fmla="*/ 1301895 h 2237474"/>
              <a:gd name="connsiteX51" fmla="*/ 7942099 w 12192000"/>
              <a:gd name="connsiteY51" fmla="*/ 1336332 h 2237474"/>
              <a:gd name="connsiteX52" fmla="*/ 7902328 w 12192000"/>
              <a:gd name="connsiteY52" fmla="*/ 1345865 h 2237474"/>
              <a:gd name="connsiteX53" fmla="*/ 7840612 w 12192000"/>
              <a:gd name="connsiteY53" fmla="*/ 1369373 h 2237474"/>
              <a:gd name="connsiteX54" fmla="*/ 7786819 w 12192000"/>
              <a:gd name="connsiteY54" fmla="*/ 1378970 h 2237474"/>
              <a:gd name="connsiteX55" fmla="*/ 7548172 w 12192000"/>
              <a:gd name="connsiteY55" fmla="*/ 1417460 h 2237474"/>
              <a:gd name="connsiteX56" fmla="*/ 7483437 w 12192000"/>
              <a:gd name="connsiteY56" fmla="*/ 1478152 h 2237474"/>
              <a:gd name="connsiteX57" fmla="*/ 7377870 w 12192000"/>
              <a:gd name="connsiteY57" fmla="*/ 1523319 h 2237474"/>
              <a:gd name="connsiteX58" fmla="*/ 7230737 w 12192000"/>
              <a:gd name="connsiteY58" fmla="*/ 1562633 h 2237474"/>
              <a:gd name="connsiteX59" fmla="*/ 7224458 w 12192000"/>
              <a:gd name="connsiteY59" fmla="*/ 1573008 h 2237474"/>
              <a:gd name="connsiteX60" fmla="*/ 7183121 w 12192000"/>
              <a:gd name="connsiteY60" fmla="*/ 1595162 h 2237474"/>
              <a:gd name="connsiteX61" fmla="*/ 7164601 w 12192000"/>
              <a:gd name="connsiteY61" fmla="*/ 1606490 h 2237474"/>
              <a:gd name="connsiteX62" fmla="*/ 7031309 w 12192000"/>
              <a:gd name="connsiteY62" fmla="*/ 1619451 h 2237474"/>
              <a:gd name="connsiteX63" fmla="*/ 6900177 w 12192000"/>
              <a:gd name="connsiteY63" fmla="*/ 1636016 h 2237474"/>
              <a:gd name="connsiteX64" fmla="*/ 6795372 w 12192000"/>
              <a:gd name="connsiteY64" fmla="*/ 1644845 h 2237474"/>
              <a:gd name="connsiteX65" fmla="*/ 6692251 w 12192000"/>
              <a:gd name="connsiteY65" fmla="*/ 1656357 h 2237474"/>
              <a:gd name="connsiteX66" fmla="*/ 6655235 w 12192000"/>
              <a:gd name="connsiteY66" fmla="*/ 1661869 h 2237474"/>
              <a:gd name="connsiteX67" fmla="*/ 6554894 w 12192000"/>
              <a:gd name="connsiteY67" fmla="*/ 1664428 h 2237474"/>
              <a:gd name="connsiteX68" fmla="*/ 6516595 w 12192000"/>
              <a:gd name="connsiteY68" fmla="*/ 1667475 h 2237474"/>
              <a:gd name="connsiteX69" fmla="*/ 6508541 w 12192000"/>
              <a:gd name="connsiteY69" fmla="*/ 1668757 h 2237474"/>
              <a:gd name="connsiteX70" fmla="*/ 6471012 w 12192000"/>
              <a:gd name="connsiteY70" fmla="*/ 1678604 h 2237474"/>
              <a:gd name="connsiteX71" fmla="*/ 6364035 w 12192000"/>
              <a:gd name="connsiteY71" fmla="*/ 1667683 h 2237474"/>
              <a:gd name="connsiteX72" fmla="*/ 6280959 w 12192000"/>
              <a:gd name="connsiteY72" fmla="*/ 1689329 h 2237474"/>
              <a:gd name="connsiteX73" fmla="*/ 6243319 w 12192000"/>
              <a:gd name="connsiteY73" fmla="*/ 1695560 h 2237474"/>
              <a:gd name="connsiteX74" fmla="*/ 6098321 w 12192000"/>
              <a:gd name="connsiteY74" fmla="*/ 1721646 h 2237474"/>
              <a:gd name="connsiteX75" fmla="*/ 5880652 w 12192000"/>
              <a:gd name="connsiteY75" fmla="*/ 1779643 h 2237474"/>
              <a:gd name="connsiteX76" fmla="*/ 5785959 w 12192000"/>
              <a:gd name="connsiteY76" fmla="*/ 1775307 h 2237474"/>
              <a:gd name="connsiteX77" fmla="*/ 5643534 w 12192000"/>
              <a:gd name="connsiteY77" fmla="*/ 1802919 h 2237474"/>
              <a:gd name="connsiteX78" fmla="*/ 5518799 w 12192000"/>
              <a:gd name="connsiteY78" fmla="*/ 1818312 h 2237474"/>
              <a:gd name="connsiteX79" fmla="*/ 5505014 w 12192000"/>
              <a:gd name="connsiteY79" fmla="*/ 1819259 h 2237474"/>
              <a:gd name="connsiteX80" fmla="*/ 5453307 w 12192000"/>
              <a:gd name="connsiteY80" fmla="*/ 1815450 h 2237474"/>
              <a:gd name="connsiteX81" fmla="*/ 5221533 w 12192000"/>
              <a:gd name="connsiteY81" fmla="*/ 1846950 h 2237474"/>
              <a:gd name="connsiteX82" fmla="*/ 5149802 w 12192000"/>
              <a:gd name="connsiteY82" fmla="*/ 1844846 h 2237474"/>
              <a:gd name="connsiteX83" fmla="*/ 5114927 w 12192000"/>
              <a:gd name="connsiteY83" fmla="*/ 1847827 h 2237474"/>
              <a:gd name="connsiteX84" fmla="*/ 5108970 w 12192000"/>
              <a:gd name="connsiteY84" fmla="*/ 1847935 h 2237474"/>
              <a:gd name="connsiteX85" fmla="*/ 5067961 w 12192000"/>
              <a:gd name="connsiteY85" fmla="*/ 1845917 h 2237474"/>
              <a:gd name="connsiteX86" fmla="*/ 5007075 w 12192000"/>
              <a:gd name="connsiteY86" fmla="*/ 1838626 h 2237474"/>
              <a:gd name="connsiteX87" fmla="*/ 4944087 w 12192000"/>
              <a:gd name="connsiteY87" fmla="*/ 1823332 h 2237474"/>
              <a:gd name="connsiteX88" fmla="*/ 4907662 w 12192000"/>
              <a:gd name="connsiteY88" fmla="*/ 1816900 h 2237474"/>
              <a:gd name="connsiteX89" fmla="*/ 4882386 w 12192000"/>
              <a:gd name="connsiteY89" fmla="*/ 1809844 h 2237474"/>
              <a:gd name="connsiteX90" fmla="*/ 4811440 w 12192000"/>
              <a:gd name="connsiteY90" fmla="*/ 1804655 h 2237474"/>
              <a:gd name="connsiteX91" fmla="*/ 4691075 w 12192000"/>
              <a:gd name="connsiteY91" fmla="*/ 1801389 h 2237474"/>
              <a:gd name="connsiteX92" fmla="*/ 4611738 w 12192000"/>
              <a:gd name="connsiteY92" fmla="*/ 1776964 h 2237474"/>
              <a:gd name="connsiteX93" fmla="*/ 4560070 w 12192000"/>
              <a:gd name="connsiteY93" fmla="*/ 1785640 h 2237474"/>
              <a:gd name="connsiteX94" fmla="*/ 4536503 w 12192000"/>
              <a:gd name="connsiteY94" fmla="*/ 1785334 h 2237474"/>
              <a:gd name="connsiteX95" fmla="*/ 4513724 w 12192000"/>
              <a:gd name="connsiteY95" fmla="*/ 1791996 h 2237474"/>
              <a:gd name="connsiteX96" fmla="*/ 4459810 w 12192000"/>
              <a:gd name="connsiteY96" fmla="*/ 1797886 h 2237474"/>
              <a:gd name="connsiteX97" fmla="*/ 4379064 w 12192000"/>
              <a:gd name="connsiteY97" fmla="*/ 1817177 h 2237474"/>
              <a:gd name="connsiteX98" fmla="*/ 4290981 w 12192000"/>
              <a:gd name="connsiteY98" fmla="*/ 1839677 h 2237474"/>
              <a:gd name="connsiteX99" fmla="*/ 4238372 w 12192000"/>
              <a:gd name="connsiteY99" fmla="*/ 1851480 h 2237474"/>
              <a:gd name="connsiteX100" fmla="*/ 4232517 w 12192000"/>
              <a:gd name="connsiteY100" fmla="*/ 1852567 h 2237474"/>
              <a:gd name="connsiteX101" fmla="*/ 4191732 w 12192000"/>
              <a:gd name="connsiteY101" fmla="*/ 1857328 h 2237474"/>
              <a:gd name="connsiteX102" fmla="*/ 4065532 w 12192000"/>
              <a:gd name="connsiteY102" fmla="*/ 1855477 h 2237474"/>
              <a:gd name="connsiteX103" fmla="*/ 4028460 w 12192000"/>
              <a:gd name="connsiteY103" fmla="*/ 1855137 h 2237474"/>
              <a:gd name="connsiteX104" fmla="*/ 4002267 w 12192000"/>
              <a:gd name="connsiteY104" fmla="*/ 1852352 h 2237474"/>
              <a:gd name="connsiteX105" fmla="*/ 3931396 w 12192000"/>
              <a:gd name="connsiteY105" fmla="*/ 1858915 h 2237474"/>
              <a:gd name="connsiteX106" fmla="*/ 3812162 w 12192000"/>
              <a:gd name="connsiteY106" fmla="*/ 1875501 h 2237474"/>
              <a:gd name="connsiteX107" fmla="*/ 3729530 w 12192000"/>
              <a:gd name="connsiteY107" fmla="*/ 1864513 h 2237474"/>
              <a:gd name="connsiteX108" fmla="*/ 3680177 w 12192000"/>
              <a:gd name="connsiteY108" fmla="*/ 1881552 h 2237474"/>
              <a:gd name="connsiteX109" fmla="*/ 3567259 w 12192000"/>
              <a:gd name="connsiteY109" fmla="*/ 1893482 h 2237474"/>
              <a:gd name="connsiteX110" fmla="*/ 3405770 w 12192000"/>
              <a:gd name="connsiteY110" fmla="*/ 1904591 h 2237474"/>
              <a:gd name="connsiteX111" fmla="*/ 3280097 w 12192000"/>
              <a:gd name="connsiteY111" fmla="*/ 1919610 h 2237474"/>
              <a:gd name="connsiteX112" fmla="*/ 3123424 w 12192000"/>
              <a:gd name="connsiteY112" fmla="*/ 1952930 h 2237474"/>
              <a:gd name="connsiteX113" fmla="*/ 3009910 w 12192000"/>
              <a:gd name="connsiteY113" fmla="*/ 1957866 h 2237474"/>
              <a:gd name="connsiteX114" fmla="*/ 2995934 w 12192000"/>
              <a:gd name="connsiteY114" fmla="*/ 1967085 h 2237474"/>
              <a:gd name="connsiteX115" fmla="*/ 2980071 w 12192000"/>
              <a:gd name="connsiteY115" fmla="*/ 1972988 h 2237474"/>
              <a:gd name="connsiteX116" fmla="*/ 2978094 w 12192000"/>
              <a:gd name="connsiteY116" fmla="*/ 1972369 h 2237474"/>
              <a:gd name="connsiteX117" fmla="*/ 2942858 w 12192000"/>
              <a:gd name="connsiteY117" fmla="*/ 1981367 h 2237474"/>
              <a:gd name="connsiteX118" fmla="*/ 2875436 w 12192000"/>
              <a:gd name="connsiteY118" fmla="*/ 1996977 h 2237474"/>
              <a:gd name="connsiteX119" fmla="*/ 2874892 w 12192000"/>
              <a:gd name="connsiteY119" fmla="*/ 1996085 h 2237474"/>
              <a:gd name="connsiteX120" fmla="*/ 2864145 w 12192000"/>
              <a:gd name="connsiteY120" fmla="*/ 1994061 h 2237474"/>
              <a:gd name="connsiteX121" fmla="*/ 2843662 w 12192000"/>
              <a:gd name="connsiteY121" fmla="*/ 1992498 h 2237474"/>
              <a:gd name="connsiteX122" fmla="*/ 2796128 w 12192000"/>
              <a:gd name="connsiteY122" fmla="*/ 1976403 h 2237474"/>
              <a:gd name="connsiteX123" fmla="*/ 2756784 w 12192000"/>
              <a:gd name="connsiteY123" fmla="*/ 1985116 h 2237474"/>
              <a:gd name="connsiteX124" fmla="*/ 2748833 w 12192000"/>
              <a:gd name="connsiteY124" fmla="*/ 1986323 h 2237474"/>
              <a:gd name="connsiteX125" fmla="*/ 2748661 w 12192000"/>
              <a:gd name="connsiteY125" fmla="*/ 1986122 h 2237474"/>
              <a:gd name="connsiteX126" fmla="*/ 2740251 w 12192000"/>
              <a:gd name="connsiteY126" fmla="*/ 1986946 h 2237474"/>
              <a:gd name="connsiteX127" fmla="*/ 2718916 w 12192000"/>
              <a:gd name="connsiteY127" fmla="*/ 1990867 h 2237474"/>
              <a:gd name="connsiteX128" fmla="*/ 2713522 w 12192000"/>
              <a:gd name="connsiteY128" fmla="*/ 1990173 h 2237474"/>
              <a:gd name="connsiteX129" fmla="*/ 2680597 w 12192000"/>
              <a:gd name="connsiteY129" fmla="*/ 1984996 h 2237474"/>
              <a:gd name="connsiteX130" fmla="*/ 2578178 w 12192000"/>
              <a:gd name="connsiteY130" fmla="*/ 1990531 h 2237474"/>
              <a:gd name="connsiteX131" fmla="*/ 2476147 w 12192000"/>
              <a:gd name="connsiteY131" fmla="*/ 1998305 h 2237474"/>
              <a:gd name="connsiteX132" fmla="*/ 2373568 w 12192000"/>
              <a:gd name="connsiteY132" fmla="*/ 2003219 h 2237474"/>
              <a:gd name="connsiteX133" fmla="*/ 2321399 w 12192000"/>
              <a:gd name="connsiteY133" fmla="*/ 1989467 h 2237474"/>
              <a:gd name="connsiteX134" fmla="*/ 2315525 w 12192000"/>
              <a:gd name="connsiteY134" fmla="*/ 1989708 h 2237474"/>
              <a:gd name="connsiteX135" fmla="*/ 2300792 w 12192000"/>
              <a:gd name="connsiteY135" fmla="*/ 1994290 h 2237474"/>
              <a:gd name="connsiteX136" fmla="*/ 2295469 w 12192000"/>
              <a:gd name="connsiteY136" fmla="*/ 1996659 h 2237474"/>
              <a:gd name="connsiteX137" fmla="*/ 2287219 w 12192000"/>
              <a:gd name="connsiteY137" fmla="*/ 1998750 h 2237474"/>
              <a:gd name="connsiteX138" fmla="*/ 2286948 w 12192000"/>
              <a:gd name="connsiteY138" fmla="*/ 1998596 h 2237474"/>
              <a:gd name="connsiteX139" fmla="*/ 2243069 w 12192000"/>
              <a:gd name="connsiteY139" fmla="*/ 2015111 h 2237474"/>
              <a:gd name="connsiteX140" fmla="*/ 2186609 w 12192000"/>
              <a:gd name="connsiteY140" fmla="*/ 2008263 h 2237474"/>
              <a:gd name="connsiteX141" fmla="*/ 2164831 w 12192000"/>
              <a:gd name="connsiteY141" fmla="*/ 2010143 h 2237474"/>
              <a:gd name="connsiteX142" fmla="*/ 2152836 w 12192000"/>
              <a:gd name="connsiteY142" fmla="*/ 2010048 h 2237474"/>
              <a:gd name="connsiteX143" fmla="*/ 2117102 w 12192000"/>
              <a:gd name="connsiteY143" fmla="*/ 2023004 h 2237474"/>
              <a:gd name="connsiteX144" fmla="*/ 2111935 w 12192000"/>
              <a:gd name="connsiteY144" fmla="*/ 2023163 h 2237474"/>
              <a:gd name="connsiteX145" fmla="*/ 2089991 w 12192000"/>
              <a:gd name="connsiteY145" fmla="*/ 2034193 h 2237474"/>
              <a:gd name="connsiteX146" fmla="*/ 2058061 w 12192000"/>
              <a:gd name="connsiteY146" fmla="*/ 2047942 h 2237474"/>
              <a:gd name="connsiteX147" fmla="*/ 2055737 w 12192000"/>
              <a:gd name="connsiteY147" fmla="*/ 2047704 h 2237474"/>
              <a:gd name="connsiteX148" fmla="*/ 2042244 w 12192000"/>
              <a:gd name="connsiteY148" fmla="*/ 2055560 h 2237474"/>
              <a:gd name="connsiteX149" fmla="*/ 1976224 w 12192000"/>
              <a:gd name="connsiteY149" fmla="*/ 2074257 h 2237474"/>
              <a:gd name="connsiteX150" fmla="*/ 1877728 w 12192000"/>
              <a:gd name="connsiteY150" fmla="*/ 2101004 h 2237474"/>
              <a:gd name="connsiteX151" fmla="*/ 1759056 w 12192000"/>
              <a:gd name="connsiteY151" fmla="*/ 2125608 h 2237474"/>
              <a:gd name="connsiteX152" fmla="*/ 1637948 w 12192000"/>
              <a:gd name="connsiteY152" fmla="*/ 2172597 h 2237474"/>
              <a:gd name="connsiteX153" fmla="*/ 1434549 w 12192000"/>
              <a:gd name="connsiteY153" fmla="*/ 2234522 h 2237474"/>
              <a:gd name="connsiteX154" fmla="*/ 1398481 w 12192000"/>
              <a:gd name="connsiteY154" fmla="*/ 2237074 h 2237474"/>
              <a:gd name="connsiteX155" fmla="*/ 1398407 w 12192000"/>
              <a:gd name="connsiteY155" fmla="*/ 2237095 h 2237474"/>
              <a:gd name="connsiteX156" fmla="*/ 1370962 w 12192000"/>
              <a:gd name="connsiteY156" fmla="*/ 2237474 h 2237474"/>
              <a:gd name="connsiteX157" fmla="*/ 1356367 w 12192000"/>
              <a:gd name="connsiteY157" fmla="*/ 2235089 h 2237474"/>
              <a:gd name="connsiteX158" fmla="*/ 1324828 w 12192000"/>
              <a:gd name="connsiteY158" fmla="*/ 2231968 h 2237474"/>
              <a:gd name="connsiteX159" fmla="*/ 1297744 w 12192000"/>
              <a:gd name="connsiteY159" fmla="*/ 2235849 h 2237474"/>
              <a:gd name="connsiteX160" fmla="*/ 1286236 w 12192000"/>
              <a:gd name="connsiteY160" fmla="*/ 2233135 h 2237474"/>
              <a:gd name="connsiteX161" fmla="*/ 1283504 w 12192000"/>
              <a:gd name="connsiteY161" fmla="*/ 2233797 h 2237474"/>
              <a:gd name="connsiteX162" fmla="*/ 1279765 w 12192000"/>
              <a:gd name="connsiteY162" fmla="*/ 2229639 h 2237474"/>
              <a:gd name="connsiteX163" fmla="*/ 1195347 w 12192000"/>
              <a:gd name="connsiteY163" fmla="*/ 2212354 h 2237474"/>
              <a:gd name="connsiteX164" fmla="*/ 970251 w 12192000"/>
              <a:gd name="connsiteY164" fmla="*/ 2221029 h 2237474"/>
              <a:gd name="connsiteX165" fmla="*/ 812914 w 12192000"/>
              <a:gd name="connsiteY165" fmla="*/ 2202752 h 2237474"/>
              <a:gd name="connsiteX166" fmla="*/ 800195 w 12192000"/>
              <a:gd name="connsiteY166" fmla="*/ 2209407 h 2237474"/>
              <a:gd name="connsiteX167" fmla="*/ 784978 w 12192000"/>
              <a:gd name="connsiteY167" fmla="*/ 2212360 h 2237474"/>
              <a:gd name="connsiteX168" fmla="*/ 681987 w 12192000"/>
              <a:gd name="connsiteY168" fmla="*/ 2216757 h 2237474"/>
              <a:gd name="connsiteX169" fmla="*/ 669923 w 12192000"/>
              <a:gd name="connsiteY169" fmla="*/ 2211682 h 2237474"/>
              <a:gd name="connsiteX170" fmla="*/ 648680 w 12192000"/>
              <a:gd name="connsiteY170" fmla="*/ 2206229 h 2237474"/>
              <a:gd name="connsiteX171" fmla="*/ 597225 w 12192000"/>
              <a:gd name="connsiteY171" fmla="*/ 2180999 h 2237474"/>
              <a:gd name="connsiteX172" fmla="*/ 558449 w 12192000"/>
              <a:gd name="connsiteY172" fmla="*/ 2182346 h 2237474"/>
              <a:gd name="connsiteX173" fmla="*/ 550517 w 12192000"/>
              <a:gd name="connsiteY173" fmla="*/ 2182060 h 2237474"/>
              <a:gd name="connsiteX174" fmla="*/ 550309 w 12192000"/>
              <a:gd name="connsiteY174" fmla="*/ 2181825 h 2237474"/>
              <a:gd name="connsiteX175" fmla="*/ 541836 w 12192000"/>
              <a:gd name="connsiteY175" fmla="*/ 2181063 h 2237474"/>
              <a:gd name="connsiteX176" fmla="*/ 536057 w 12192000"/>
              <a:gd name="connsiteY176" fmla="*/ 2181537 h 2237474"/>
              <a:gd name="connsiteX177" fmla="*/ 520671 w 12192000"/>
              <a:gd name="connsiteY177" fmla="*/ 2180980 h 2237474"/>
              <a:gd name="connsiteX178" fmla="*/ 515024 w 12192000"/>
              <a:gd name="connsiteY178" fmla="*/ 2179258 h 2237474"/>
              <a:gd name="connsiteX179" fmla="*/ 512278 w 12192000"/>
              <a:gd name="connsiteY179" fmla="*/ 2176369 h 2237474"/>
              <a:gd name="connsiteX180" fmla="*/ 480419 w 12192000"/>
              <a:gd name="connsiteY180" fmla="*/ 2167807 h 2237474"/>
              <a:gd name="connsiteX181" fmla="*/ 413835 w 12192000"/>
              <a:gd name="connsiteY181" fmla="*/ 2156783 h 2237474"/>
              <a:gd name="connsiteX182" fmla="*/ 376513 w 12192000"/>
              <a:gd name="connsiteY182" fmla="*/ 2154014 h 2237474"/>
              <a:gd name="connsiteX183" fmla="*/ 273386 w 12192000"/>
              <a:gd name="connsiteY183" fmla="*/ 2142551 h 2237474"/>
              <a:gd name="connsiteX184" fmla="*/ 169207 w 12192000"/>
              <a:gd name="connsiteY184" fmla="*/ 2128100 h 2237474"/>
              <a:gd name="connsiteX185" fmla="*/ 93149 w 12192000"/>
              <a:gd name="connsiteY185" fmla="*/ 2105324 h 2237474"/>
              <a:gd name="connsiteX186" fmla="*/ 88109 w 12192000"/>
              <a:gd name="connsiteY186" fmla="*/ 2106704 h 2237474"/>
              <a:gd name="connsiteX187" fmla="*/ 80022 w 12192000"/>
              <a:gd name="connsiteY187" fmla="*/ 2107254 h 2237474"/>
              <a:gd name="connsiteX188" fmla="*/ 79717 w 12192000"/>
              <a:gd name="connsiteY188" fmla="*/ 2107046 h 2237474"/>
              <a:gd name="connsiteX189" fmla="*/ 72352 w 12192000"/>
              <a:gd name="connsiteY189" fmla="*/ 2107991 h 2237474"/>
              <a:gd name="connsiteX190" fmla="*/ 37645 w 12192000"/>
              <a:gd name="connsiteY190" fmla="*/ 2115401 h 2237474"/>
              <a:gd name="connsiteX191" fmla="*/ 4572 w 12192000"/>
              <a:gd name="connsiteY191" fmla="*/ 2111091 h 2237474"/>
              <a:gd name="connsiteX192" fmla="*/ 0 w 12192000"/>
              <a:gd name="connsiteY192" fmla="*/ 2110468 h 2237474"/>
              <a:gd name="connsiteX193" fmla="*/ 0 w 12192000"/>
              <a:gd name="connsiteY193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03462 w 12192000"/>
              <a:gd name="connsiteY36" fmla="*/ 1042406 h 2237474"/>
              <a:gd name="connsiteX37" fmla="*/ 8968445 w 12192000"/>
              <a:gd name="connsiteY37" fmla="*/ 1052169 h 2237474"/>
              <a:gd name="connsiteX38" fmla="*/ 8886001 w 12192000"/>
              <a:gd name="connsiteY38" fmla="*/ 1067468 h 2237474"/>
              <a:gd name="connsiteX39" fmla="*/ 8838610 w 12192000"/>
              <a:gd name="connsiteY39" fmla="*/ 1075091 h 2237474"/>
              <a:gd name="connsiteX40" fmla="*/ 8750383 w 12192000"/>
              <a:gd name="connsiteY40" fmla="*/ 1097387 h 2237474"/>
              <a:gd name="connsiteX41" fmla="*/ 8665605 w 12192000"/>
              <a:gd name="connsiteY41" fmla="*/ 1110791 h 2237474"/>
              <a:gd name="connsiteX42" fmla="*/ 8584946 w 12192000"/>
              <a:gd name="connsiteY42" fmla="*/ 1135226 h 2237474"/>
              <a:gd name="connsiteX43" fmla="*/ 8460755 w 12192000"/>
              <a:gd name="connsiteY43" fmla="*/ 1203427 h 2237474"/>
              <a:gd name="connsiteX44" fmla="*/ 8419755 w 12192000"/>
              <a:gd name="connsiteY44" fmla="*/ 1216260 h 2237474"/>
              <a:gd name="connsiteX45" fmla="*/ 8411626 w 12192000"/>
              <a:gd name="connsiteY45" fmla="*/ 1214397 h 2237474"/>
              <a:gd name="connsiteX46" fmla="*/ 8363469 w 12192000"/>
              <a:gd name="connsiteY46" fmla="*/ 1246658 h 2237474"/>
              <a:gd name="connsiteX47" fmla="*/ 8275497 w 12192000"/>
              <a:gd name="connsiteY47" fmla="*/ 1264396 h 2237474"/>
              <a:gd name="connsiteX48" fmla="*/ 8206287 w 12192000"/>
              <a:gd name="connsiteY48" fmla="*/ 1273060 h 2237474"/>
              <a:gd name="connsiteX49" fmla="*/ 8139997 w 12192000"/>
              <a:gd name="connsiteY49" fmla="*/ 1282713 h 2237474"/>
              <a:gd name="connsiteX50" fmla="*/ 8074238 w 12192000"/>
              <a:gd name="connsiteY50" fmla="*/ 1301895 h 2237474"/>
              <a:gd name="connsiteX51" fmla="*/ 7942099 w 12192000"/>
              <a:gd name="connsiteY51" fmla="*/ 1336332 h 2237474"/>
              <a:gd name="connsiteX52" fmla="*/ 7902328 w 12192000"/>
              <a:gd name="connsiteY52" fmla="*/ 1345865 h 2237474"/>
              <a:gd name="connsiteX53" fmla="*/ 7840612 w 12192000"/>
              <a:gd name="connsiteY53" fmla="*/ 1369373 h 2237474"/>
              <a:gd name="connsiteX54" fmla="*/ 7786819 w 12192000"/>
              <a:gd name="connsiteY54" fmla="*/ 1378970 h 2237474"/>
              <a:gd name="connsiteX55" fmla="*/ 7548172 w 12192000"/>
              <a:gd name="connsiteY55" fmla="*/ 1417460 h 2237474"/>
              <a:gd name="connsiteX56" fmla="*/ 7483437 w 12192000"/>
              <a:gd name="connsiteY56" fmla="*/ 1478152 h 2237474"/>
              <a:gd name="connsiteX57" fmla="*/ 7377870 w 12192000"/>
              <a:gd name="connsiteY57" fmla="*/ 1523319 h 2237474"/>
              <a:gd name="connsiteX58" fmla="*/ 7230737 w 12192000"/>
              <a:gd name="connsiteY58" fmla="*/ 1562633 h 2237474"/>
              <a:gd name="connsiteX59" fmla="*/ 7224458 w 12192000"/>
              <a:gd name="connsiteY59" fmla="*/ 1573008 h 2237474"/>
              <a:gd name="connsiteX60" fmla="*/ 7183121 w 12192000"/>
              <a:gd name="connsiteY60" fmla="*/ 1595162 h 2237474"/>
              <a:gd name="connsiteX61" fmla="*/ 7164601 w 12192000"/>
              <a:gd name="connsiteY61" fmla="*/ 1606490 h 2237474"/>
              <a:gd name="connsiteX62" fmla="*/ 7031309 w 12192000"/>
              <a:gd name="connsiteY62" fmla="*/ 1619451 h 2237474"/>
              <a:gd name="connsiteX63" fmla="*/ 6900177 w 12192000"/>
              <a:gd name="connsiteY63" fmla="*/ 1636016 h 2237474"/>
              <a:gd name="connsiteX64" fmla="*/ 6795372 w 12192000"/>
              <a:gd name="connsiteY64" fmla="*/ 1644845 h 2237474"/>
              <a:gd name="connsiteX65" fmla="*/ 6692251 w 12192000"/>
              <a:gd name="connsiteY65" fmla="*/ 1656357 h 2237474"/>
              <a:gd name="connsiteX66" fmla="*/ 6655235 w 12192000"/>
              <a:gd name="connsiteY66" fmla="*/ 1661869 h 2237474"/>
              <a:gd name="connsiteX67" fmla="*/ 6554894 w 12192000"/>
              <a:gd name="connsiteY67" fmla="*/ 1664428 h 2237474"/>
              <a:gd name="connsiteX68" fmla="*/ 6516595 w 12192000"/>
              <a:gd name="connsiteY68" fmla="*/ 1667475 h 2237474"/>
              <a:gd name="connsiteX69" fmla="*/ 6508541 w 12192000"/>
              <a:gd name="connsiteY69" fmla="*/ 1668757 h 2237474"/>
              <a:gd name="connsiteX70" fmla="*/ 6471012 w 12192000"/>
              <a:gd name="connsiteY70" fmla="*/ 1678604 h 2237474"/>
              <a:gd name="connsiteX71" fmla="*/ 6364035 w 12192000"/>
              <a:gd name="connsiteY71" fmla="*/ 1667683 h 2237474"/>
              <a:gd name="connsiteX72" fmla="*/ 6280959 w 12192000"/>
              <a:gd name="connsiteY72" fmla="*/ 1689329 h 2237474"/>
              <a:gd name="connsiteX73" fmla="*/ 6243319 w 12192000"/>
              <a:gd name="connsiteY73" fmla="*/ 1695560 h 2237474"/>
              <a:gd name="connsiteX74" fmla="*/ 6098321 w 12192000"/>
              <a:gd name="connsiteY74" fmla="*/ 1721646 h 2237474"/>
              <a:gd name="connsiteX75" fmla="*/ 5880652 w 12192000"/>
              <a:gd name="connsiteY75" fmla="*/ 1779643 h 2237474"/>
              <a:gd name="connsiteX76" fmla="*/ 5785959 w 12192000"/>
              <a:gd name="connsiteY76" fmla="*/ 1775307 h 2237474"/>
              <a:gd name="connsiteX77" fmla="*/ 5643534 w 12192000"/>
              <a:gd name="connsiteY77" fmla="*/ 1802919 h 2237474"/>
              <a:gd name="connsiteX78" fmla="*/ 5518799 w 12192000"/>
              <a:gd name="connsiteY78" fmla="*/ 1818312 h 2237474"/>
              <a:gd name="connsiteX79" fmla="*/ 5505014 w 12192000"/>
              <a:gd name="connsiteY79" fmla="*/ 1819259 h 2237474"/>
              <a:gd name="connsiteX80" fmla="*/ 5453307 w 12192000"/>
              <a:gd name="connsiteY80" fmla="*/ 1815450 h 2237474"/>
              <a:gd name="connsiteX81" fmla="*/ 5221533 w 12192000"/>
              <a:gd name="connsiteY81" fmla="*/ 1846950 h 2237474"/>
              <a:gd name="connsiteX82" fmla="*/ 5149802 w 12192000"/>
              <a:gd name="connsiteY82" fmla="*/ 1844846 h 2237474"/>
              <a:gd name="connsiteX83" fmla="*/ 5114927 w 12192000"/>
              <a:gd name="connsiteY83" fmla="*/ 1847827 h 2237474"/>
              <a:gd name="connsiteX84" fmla="*/ 5108970 w 12192000"/>
              <a:gd name="connsiteY84" fmla="*/ 1847935 h 2237474"/>
              <a:gd name="connsiteX85" fmla="*/ 5067961 w 12192000"/>
              <a:gd name="connsiteY85" fmla="*/ 1845917 h 2237474"/>
              <a:gd name="connsiteX86" fmla="*/ 5007075 w 12192000"/>
              <a:gd name="connsiteY86" fmla="*/ 1838626 h 2237474"/>
              <a:gd name="connsiteX87" fmla="*/ 4944087 w 12192000"/>
              <a:gd name="connsiteY87" fmla="*/ 1823332 h 2237474"/>
              <a:gd name="connsiteX88" fmla="*/ 4907662 w 12192000"/>
              <a:gd name="connsiteY88" fmla="*/ 1816900 h 2237474"/>
              <a:gd name="connsiteX89" fmla="*/ 4882386 w 12192000"/>
              <a:gd name="connsiteY89" fmla="*/ 1809844 h 2237474"/>
              <a:gd name="connsiteX90" fmla="*/ 4811440 w 12192000"/>
              <a:gd name="connsiteY90" fmla="*/ 1804655 h 2237474"/>
              <a:gd name="connsiteX91" fmla="*/ 4691075 w 12192000"/>
              <a:gd name="connsiteY91" fmla="*/ 1801389 h 2237474"/>
              <a:gd name="connsiteX92" fmla="*/ 4611738 w 12192000"/>
              <a:gd name="connsiteY92" fmla="*/ 1776964 h 2237474"/>
              <a:gd name="connsiteX93" fmla="*/ 4560070 w 12192000"/>
              <a:gd name="connsiteY93" fmla="*/ 1785640 h 2237474"/>
              <a:gd name="connsiteX94" fmla="*/ 4536503 w 12192000"/>
              <a:gd name="connsiteY94" fmla="*/ 1785334 h 2237474"/>
              <a:gd name="connsiteX95" fmla="*/ 4513724 w 12192000"/>
              <a:gd name="connsiteY95" fmla="*/ 1791996 h 2237474"/>
              <a:gd name="connsiteX96" fmla="*/ 4459810 w 12192000"/>
              <a:gd name="connsiteY96" fmla="*/ 1797886 h 2237474"/>
              <a:gd name="connsiteX97" fmla="*/ 4379064 w 12192000"/>
              <a:gd name="connsiteY97" fmla="*/ 1817177 h 2237474"/>
              <a:gd name="connsiteX98" fmla="*/ 4290981 w 12192000"/>
              <a:gd name="connsiteY98" fmla="*/ 1839677 h 2237474"/>
              <a:gd name="connsiteX99" fmla="*/ 4238372 w 12192000"/>
              <a:gd name="connsiteY99" fmla="*/ 1851480 h 2237474"/>
              <a:gd name="connsiteX100" fmla="*/ 4232517 w 12192000"/>
              <a:gd name="connsiteY100" fmla="*/ 1852567 h 2237474"/>
              <a:gd name="connsiteX101" fmla="*/ 4191732 w 12192000"/>
              <a:gd name="connsiteY101" fmla="*/ 1857328 h 2237474"/>
              <a:gd name="connsiteX102" fmla="*/ 4065532 w 12192000"/>
              <a:gd name="connsiteY102" fmla="*/ 1855477 h 2237474"/>
              <a:gd name="connsiteX103" fmla="*/ 4028460 w 12192000"/>
              <a:gd name="connsiteY103" fmla="*/ 1855137 h 2237474"/>
              <a:gd name="connsiteX104" fmla="*/ 4002267 w 12192000"/>
              <a:gd name="connsiteY104" fmla="*/ 1852352 h 2237474"/>
              <a:gd name="connsiteX105" fmla="*/ 3931396 w 12192000"/>
              <a:gd name="connsiteY105" fmla="*/ 1858915 h 2237474"/>
              <a:gd name="connsiteX106" fmla="*/ 3812162 w 12192000"/>
              <a:gd name="connsiteY106" fmla="*/ 1875501 h 2237474"/>
              <a:gd name="connsiteX107" fmla="*/ 3729530 w 12192000"/>
              <a:gd name="connsiteY107" fmla="*/ 1864513 h 2237474"/>
              <a:gd name="connsiteX108" fmla="*/ 3680177 w 12192000"/>
              <a:gd name="connsiteY108" fmla="*/ 1881552 h 2237474"/>
              <a:gd name="connsiteX109" fmla="*/ 3567259 w 12192000"/>
              <a:gd name="connsiteY109" fmla="*/ 1893482 h 2237474"/>
              <a:gd name="connsiteX110" fmla="*/ 3405770 w 12192000"/>
              <a:gd name="connsiteY110" fmla="*/ 1904591 h 2237474"/>
              <a:gd name="connsiteX111" fmla="*/ 3280097 w 12192000"/>
              <a:gd name="connsiteY111" fmla="*/ 1919610 h 2237474"/>
              <a:gd name="connsiteX112" fmla="*/ 3123424 w 12192000"/>
              <a:gd name="connsiteY112" fmla="*/ 1952930 h 2237474"/>
              <a:gd name="connsiteX113" fmla="*/ 3009910 w 12192000"/>
              <a:gd name="connsiteY113" fmla="*/ 1957866 h 2237474"/>
              <a:gd name="connsiteX114" fmla="*/ 2995934 w 12192000"/>
              <a:gd name="connsiteY114" fmla="*/ 1967085 h 2237474"/>
              <a:gd name="connsiteX115" fmla="*/ 2980071 w 12192000"/>
              <a:gd name="connsiteY115" fmla="*/ 1972988 h 2237474"/>
              <a:gd name="connsiteX116" fmla="*/ 2978094 w 12192000"/>
              <a:gd name="connsiteY116" fmla="*/ 1972369 h 2237474"/>
              <a:gd name="connsiteX117" fmla="*/ 2942858 w 12192000"/>
              <a:gd name="connsiteY117" fmla="*/ 1981367 h 2237474"/>
              <a:gd name="connsiteX118" fmla="*/ 2875436 w 12192000"/>
              <a:gd name="connsiteY118" fmla="*/ 1996977 h 2237474"/>
              <a:gd name="connsiteX119" fmla="*/ 2874892 w 12192000"/>
              <a:gd name="connsiteY119" fmla="*/ 1996085 h 2237474"/>
              <a:gd name="connsiteX120" fmla="*/ 2864145 w 12192000"/>
              <a:gd name="connsiteY120" fmla="*/ 1994061 h 2237474"/>
              <a:gd name="connsiteX121" fmla="*/ 2843662 w 12192000"/>
              <a:gd name="connsiteY121" fmla="*/ 1992498 h 2237474"/>
              <a:gd name="connsiteX122" fmla="*/ 2796128 w 12192000"/>
              <a:gd name="connsiteY122" fmla="*/ 1976403 h 2237474"/>
              <a:gd name="connsiteX123" fmla="*/ 2756784 w 12192000"/>
              <a:gd name="connsiteY123" fmla="*/ 1985116 h 2237474"/>
              <a:gd name="connsiteX124" fmla="*/ 2748833 w 12192000"/>
              <a:gd name="connsiteY124" fmla="*/ 1986323 h 2237474"/>
              <a:gd name="connsiteX125" fmla="*/ 2748661 w 12192000"/>
              <a:gd name="connsiteY125" fmla="*/ 1986122 h 2237474"/>
              <a:gd name="connsiteX126" fmla="*/ 2740251 w 12192000"/>
              <a:gd name="connsiteY126" fmla="*/ 1986946 h 2237474"/>
              <a:gd name="connsiteX127" fmla="*/ 2718916 w 12192000"/>
              <a:gd name="connsiteY127" fmla="*/ 1990867 h 2237474"/>
              <a:gd name="connsiteX128" fmla="*/ 2713522 w 12192000"/>
              <a:gd name="connsiteY128" fmla="*/ 1990173 h 2237474"/>
              <a:gd name="connsiteX129" fmla="*/ 2680597 w 12192000"/>
              <a:gd name="connsiteY129" fmla="*/ 1984996 h 2237474"/>
              <a:gd name="connsiteX130" fmla="*/ 2578178 w 12192000"/>
              <a:gd name="connsiteY130" fmla="*/ 1990531 h 2237474"/>
              <a:gd name="connsiteX131" fmla="*/ 2476147 w 12192000"/>
              <a:gd name="connsiteY131" fmla="*/ 1998305 h 2237474"/>
              <a:gd name="connsiteX132" fmla="*/ 2373568 w 12192000"/>
              <a:gd name="connsiteY132" fmla="*/ 2003219 h 2237474"/>
              <a:gd name="connsiteX133" fmla="*/ 2321399 w 12192000"/>
              <a:gd name="connsiteY133" fmla="*/ 1989467 h 2237474"/>
              <a:gd name="connsiteX134" fmla="*/ 2315525 w 12192000"/>
              <a:gd name="connsiteY134" fmla="*/ 1989708 h 2237474"/>
              <a:gd name="connsiteX135" fmla="*/ 2300792 w 12192000"/>
              <a:gd name="connsiteY135" fmla="*/ 1994290 h 2237474"/>
              <a:gd name="connsiteX136" fmla="*/ 2295469 w 12192000"/>
              <a:gd name="connsiteY136" fmla="*/ 1996659 h 2237474"/>
              <a:gd name="connsiteX137" fmla="*/ 2287219 w 12192000"/>
              <a:gd name="connsiteY137" fmla="*/ 1998750 h 2237474"/>
              <a:gd name="connsiteX138" fmla="*/ 2286948 w 12192000"/>
              <a:gd name="connsiteY138" fmla="*/ 1998596 h 2237474"/>
              <a:gd name="connsiteX139" fmla="*/ 2243069 w 12192000"/>
              <a:gd name="connsiteY139" fmla="*/ 2015111 h 2237474"/>
              <a:gd name="connsiteX140" fmla="*/ 2186609 w 12192000"/>
              <a:gd name="connsiteY140" fmla="*/ 2008263 h 2237474"/>
              <a:gd name="connsiteX141" fmla="*/ 2164831 w 12192000"/>
              <a:gd name="connsiteY141" fmla="*/ 2010143 h 2237474"/>
              <a:gd name="connsiteX142" fmla="*/ 2152836 w 12192000"/>
              <a:gd name="connsiteY142" fmla="*/ 2010048 h 2237474"/>
              <a:gd name="connsiteX143" fmla="*/ 2117102 w 12192000"/>
              <a:gd name="connsiteY143" fmla="*/ 2023004 h 2237474"/>
              <a:gd name="connsiteX144" fmla="*/ 2111935 w 12192000"/>
              <a:gd name="connsiteY144" fmla="*/ 2023163 h 2237474"/>
              <a:gd name="connsiteX145" fmla="*/ 2089991 w 12192000"/>
              <a:gd name="connsiteY145" fmla="*/ 2034193 h 2237474"/>
              <a:gd name="connsiteX146" fmla="*/ 2058061 w 12192000"/>
              <a:gd name="connsiteY146" fmla="*/ 2047942 h 2237474"/>
              <a:gd name="connsiteX147" fmla="*/ 2055737 w 12192000"/>
              <a:gd name="connsiteY147" fmla="*/ 2047704 h 2237474"/>
              <a:gd name="connsiteX148" fmla="*/ 2042244 w 12192000"/>
              <a:gd name="connsiteY148" fmla="*/ 2055560 h 2237474"/>
              <a:gd name="connsiteX149" fmla="*/ 1976224 w 12192000"/>
              <a:gd name="connsiteY149" fmla="*/ 2074257 h 2237474"/>
              <a:gd name="connsiteX150" fmla="*/ 1877728 w 12192000"/>
              <a:gd name="connsiteY150" fmla="*/ 2101004 h 2237474"/>
              <a:gd name="connsiteX151" fmla="*/ 1759056 w 12192000"/>
              <a:gd name="connsiteY151" fmla="*/ 2125608 h 2237474"/>
              <a:gd name="connsiteX152" fmla="*/ 1637948 w 12192000"/>
              <a:gd name="connsiteY152" fmla="*/ 2172597 h 2237474"/>
              <a:gd name="connsiteX153" fmla="*/ 1434549 w 12192000"/>
              <a:gd name="connsiteY153" fmla="*/ 2234522 h 2237474"/>
              <a:gd name="connsiteX154" fmla="*/ 1398481 w 12192000"/>
              <a:gd name="connsiteY154" fmla="*/ 2237074 h 2237474"/>
              <a:gd name="connsiteX155" fmla="*/ 1398407 w 12192000"/>
              <a:gd name="connsiteY155" fmla="*/ 2237095 h 2237474"/>
              <a:gd name="connsiteX156" fmla="*/ 1370962 w 12192000"/>
              <a:gd name="connsiteY156" fmla="*/ 2237474 h 2237474"/>
              <a:gd name="connsiteX157" fmla="*/ 1356367 w 12192000"/>
              <a:gd name="connsiteY157" fmla="*/ 2235089 h 2237474"/>
              <a:gd name="connsiteX158" fmla="*/ 1324828 w 12192000"/>
              <a:gd name="connsiteY158" fmla="*/ 2231968 h 2237474"/>
              <a:gd name="connsiteX159" fmla="*/ 1297744 w 12192000"/>
              <a:gd name="connsiteY159" fmla="*/ 2235849 h 2237474"/>
              <a:gd name="connsiteX160" fmla="*/ 1286236 w 12192000"/>
              <a:gd name="connsiteY160" fmla="*/ 2233135 h 2237474"/>
              <a:gd name="connsiteX161" fmla="*/ 1283504 w 12192000"/>
              <a:gd name="connsiteY161" fmla="*/ 2233797 h 2237474"/>
              <a:gd name="connsiteX162" fmla="*/ 1279765 w 12192000"/>
              <a:gd name="connsiteY162" fmla="*/ 2229639 h 2237474"/>
              <a:gd name="connsiteX163" fmla="*/ 1195347 w 12192000"/>
              <a:gd name="connsiteY163" fmla="*/ 2212354 h 2237474"/>
              <a:gd name="connsiteX164" fmla="*/ 970251 w 12192000"/>
              <a:gd name="connsiteY164" fmla="*/ 2221029 h 2237474"/>
              <a:gd name="connsiteX165" fmla="*/ 812914 w 12192000"/>
              <a:gd name="connsiteY165" fmla="*/ 2202752 h 2237474"/>
              <a:gd name="connsiteX166" fmla="*/ 800195 w 12192000"/>
              <a:gd name="connsiteY166" fmla="*/ 2209407 h 2237474"/>
              <a:gd name="connsiteX167" fmla="*/ 784978 w 12192000"/>
              <a:gd name="connsiteY167" fmla="*/ 2212360 h 2237474"/>
              <a:gd name="connsiteX168" fmla="*/ 681987 w 12192000"/>
              <a:gd name="connsiteY168" fmla="*/ 2216757 h 2237474"/>
              <a:gd name="connsiteX169" fmla="*/ 669923 w 12192000"/>
              <a:gd name="connsiteY169" fmla="*/ 2211682 h 2237474"/>
              <a:gd name="connsiteX170" fmla="*/ 648680 w 12192000"/>
              <a:gd name="connsiteY170" fmla="*/ 2206229 h 2237474"/>
              <a:gd name="connsiteX171" fmla="*/ 597225 w 12192000"/>
              <a:gd name="connsiteY171" fmla="*/ 2180999 h 2237474"/>
              <a:gd name="connsiteX172" fmla="*/ 558449 w 12192000"/>
              <a:gd name="connsiteY172" fmla="*/ 2182346 h 2237474"/>
              <a:gd name="connsiteX173" fmla="*/ 550517 w 12192000"/>
              <a:gd name="connsiteY173" fmla="*/ 2182060 h 2237474"/>
              <a:gd name="connsiteX174" fmla="*/ 550309 w 12192000"/>
              <a:gd name="connsiteY174" fmla="*/ 2181825 h 2237474"/>
              <a:gd name="connsiteX175" fmla="*/ 541836 w 12192000"/>
              <a:gd name="connsiteY175" fmla="*/ 2181063 h 2237474"/>
              <a:gd name="connsiteX176" fmla="*/ 536057 w 12192000"/>
              <a:gd name="connsiteY176" fmla="*/ 2181537 h 2237474"/>
              <a:gd name="connsiteX177" fmla="*/ 520671 w 12192000"/>
              <a:gd name="connsiteY177" fmla="*/ 2180980 h 2237474"/>
              <a:gd name="connsiteX178" fmla="*/ 515024 w 12192000"/>
              <a:gd name="connsiteY178" fmla="*/ 2179258 h 2237474"/>
              <a:gd name="connsiteX179" fmla="*/ 512278 w 12192000"/>
              <a:gd name="connsiteY179" fmla="*/ 2176369 h 2237474"/>
              <a:gd name="connsiteX180" fmla="*/ 480419 w 12192000"/>
              <a:gd name="connsiteY180" fmla="*/ 2167807 h 2237474"/>
              <a:gd name="connsiteX181" fmla="*/ 413835 w 12192000"/>
              <a:gd name="connsiteY181" fmla="*/ 2156783 h 2237474"/>
              <a:gd name="connsiteX182" fmla="*/ 376513 w 12192000"/>
              <a:gd name="connsiteY182" fmla="*/ 2154014 h 2237474"/>
              <a:gd name="connsiteX183" fmla="*/ 273386 w 12192000"/>
              <a:gd name="connsiteY183" fmla="*/ 2142551 h 2237474"/>
              <a:gd name="connsiteX184" fmla="*/ 169207 w 12192000"/>
              <a:gd name="connsiteY184" fmla="*/ 2128100 h 2237474"/>
              <a:gd name="connsiteX185" fmla="*/ 93149 w 12192000"/>
              <a:gd name="connsiteY185" fmla="*/ 2105324 h 2237474"/>
              <a:gd name="connsiteX186" fmla="*/ 88109 w 12192000"/>
              <a:gd name="connsiteY186" fmla="*/ 2106704 h 2237474"/>
              <a:gd name="connsiteX187" fmla="*/ 80022 w 12192000"/>
              <a:gd name="connsiteY187" fmla="*/ 2107254 h 2237474"/>
              <a:gd name="connsiteX188" fmla="*/ 79717 w 12192000"/>
              <a:gd name="connsiteY188" fmla="*/ 2107046 h 2237474"/>
              <a:gd name="connsiteX189" fmla="*/ 72352 w 12192000"/>
              <a:gd name="connsiteY189" fmla="*/ 2107991 h 2237474"/>
              <a:gd name="connsiteX190" fmla="*/ 37645 w 12192000"/>
              <a:gd name="connsiteY190" fmla="*/ 2115401 h 2237474"/>
              <a:gd name="connsiteX191" fmla="*/ 4572 w 12192000"/>
              <a:gd name="connsiteY191" fmla="*/ 2111091 h 2237474"/>
              <a:gd name="connsiteX192" fmla="*/ 0 w 12192000"/>
              <a:gd name="connsiteY192" fmla="*/ 2110468 h 2237474"/>
              <a:gd name="connsiteX193" fmla="*/ 0 w 12192000"/>
              <a:gd name="connsiteY193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77033 w 12192000"/>
              <a:gd name="connsiteY24" fmla="*/ 922857 h 2237474"/>
              <a:gd name="connsiteX25" fmla="*/ 9544189 w 12192000"/>
              <a:gd name="connsiteY25" fmla="*/ 938966 h 2237474"/>
              <a:gd name="connsiteX26" fmla="*/ 9500499 w 12192000"/>
              <a:gd name="connsiteY26" fmla="*/ 954680 h 2237474"/>
              <a:gd name="connsiteX27" fmla="*/ 9428195 w 12192000"/>
              <a:gd name="connsiteY27" fmla="*/ 986225 h 2237474"/>
              <a:gd name="connsiteX28" fmla="*/ 9410017 w 12192000"/>
              <a:gd name="connsiteY28" fmla="*/ 993931 h 2237474"/>
              <a:gd name="connsiteX29" fmla="*/ 9392919 w 12192000"/>
              <a:gd name="connsiteY29" fmla="*/ 994656 h 2237474"/>
              <a:gd name="connsiteX30" fmla="*/ 9278619 w 12192000"/>
              <a:gd name="connsiteY30" fmla="*/ 1011878 h 2237474"/>
              <a:gd name="connsiteX31" fmla="*/ 9268019 w 12192000"/>
              <a:gd name="connsiteY31" fmla="*/ 1007442 h 2237474"/>
              <a:gd name="connsiteX32" fmla="*/ 9234662 w 12192000"/>
              <a:gd name="connsiteY32" fmla="*/ 1023056 h 2237474"/>
              <a:gd name="connsiteX33" fmla="*/ 9181033 w 12192000"/>
              <a:gd name="connsiteY33" fmla="*/ 1037921 h 2237474"/>
              <a:gd name="connsiteX34" fmla="*/ 9155969 w 12192000"/>
              <a:gd name="connsiteY34" fmla="*/ 1046804 h 2237474"/>
              <a:gd name="connsiteX35" fmla="*/ 9133985 w 12192000"/>
              <a:gd name="connsiteY35" fmla="*/ 1046450 h 2237474"/>
              <a:gd name="connsiteX36" fmla="*/ 9003462 w 12192000"/>
              <a:gd name="connsiteY36" fmla="*/ 1042406 h 2237474"/>
              <a:gd name="connsiteX37" fmla="*/ 8968445 w 12192000"/>
              <a:gd name="connsiteY37" fmla="*/ 1052169 h 2237474"/>
              <a:gd name="connsiteX38" fmla="*/ 8886001 w 12192000"/>
              <a:gd name="connsiteY38" fmla="*/ 1067468 h 2237474"/>
              <a:gd name="connsiteX39" fmla="*/ 8838610 w 12192000"/>
              <a:gd name="connsiteY39" fmla="*/ 1075091 h 2237474"/>
              <a:gd name="connsiteX40" fmla="*/ 8750383 w 12192000"/>
              <a:gd name="connsiteY40" fmla="*/ 1097387 h 2237474"/>
              <a:gd name="connsiteX41" fmla="*/ 8665605 w 12192000"/>
              <a:gd name="connsiteY41" fmla="*/ 1110791 h 2237474"/>
              <a:gd name="connsiteX42" fmla="*/ 8584946 w 12192000"/>
              <a:gd name="connsiteY42" fmla="*/ 1135226 h 2237474"/>
              <a:gd name="connsiteX43" fmla="*/ 8460755 w 12192000"/>
              <a:gd name="connsiteY43" fmla="*/ 1203427 h 2237474"/>
              <a:gd name="connsiteX44" fmla="*/ 8419755 w 12192000"/>
              <a:gd name="connsiteY44" fmla="*/ 1216260 h 2237474"/>
              <a:gd name="connsiteX45" fmla="*/ 8411626 w 12192000"/>
              <a:gd name="connsiteY45" fmla="*/ 1214397 h 2237474"/>
              <a:gd name="connsiteX46" fmla="*/ 8363469 w 12192000"/>
              <a:gd name="connsiteY46" fmla="*/ 1246658 h 2237474"/>
              <a:gd name="connsiteX47" fmla="*/ 8275497 w 12192000"/>
              <a:gd name="connsiteY47" fmla="*/ 1264396 h 2237474"/>
              <a:gd name="connsiteX48" fmla="*/ 8206287 w 12192000"/>
              <a:gd name="connsiteY48" fmla="*/ 1273060 h 2237474"/>
              <a:gd name="connsiteX49" fmla="*/ 8139997 w 12192000"/>
              <a:gd name="connsiteY49" fmla="*/ 1282713 h 2237474"/>
              <a:gd name="connsiteX50" fmla="*/ 8074238 w 12192000"/>
              <a:gd name="connsiteY50" fmla="*/ 1301895 h 2237474"/>
              <a:gd name="connsiteX51" fmla="*/ 7942099 w 12192000"/>
              <a:gd name="connsiteY51" fmla="*/ 1336332 h 2237474"/>
              <a:gd name="connsiteX52" fmla="*/ 7902328 w 12192000"/>
              <a:gd name="connsiteY52" fmla="*/ 1345865 h 2237474"/>
              <a:gd name="connsiteX53" fmla="*/ 7840612 w 12192000"/>
              <a:gd name="connsiteY53" fmla="*/ 1369373 h 2237474"/>
              <a:gd name="connsiteX54" fmla="*/ 7786819 w 12192000"/>
              <a:gd name="connsiteY54" fmla="*/ 1378970 h 2237474"/>
              <a:gd name="connsiteX55" fmla="*/ 7548172 w 12192000"/>
              <a:gd name="connsiteY55" fmla="*/ 1417460 h 2237474"/>
              <a:gd name="connsiteX56" fmla="*/ 7483437 w 12192000"/>
              <a:gd name="connsiteY56" fmla="*/ 1478152 h 2237474"/>
              <a:gd name="connsiteX57" fmla="*/ 7377870 w 12192000"/>
              <a:gd name="connsiteY57" fmla="*/ 1523319 h 2237474"/>
              <a:gd name="connsiteX58" fmla="*/ 7230737 w 12192000"/>
              <a:gd name="connsiteY58" fmla="*/ 1562633 h 2237474"/>
              <a:gd name="connsiteX59" fmla="*/ 7224458 w 12192000"/>
              <a:gd name="connsiteY59" fmla="*/ 1573008 h 2237474"/>
              <a:gd name="connsiteX60" fmla="*/ 7183121 w 12192000"/>
              <a:gd name="connsiteY60" fmla="*/ 1595162 h 2237474"/>
              <a:gd name="connsiteX61" fmla="*/ 7164601 w 12192000"/>
              <a:gd name="connsiteY61" fmla="*/ 1606490 h 2237474"/>
              <a:gd name="connsiteX62" fmla="*/ 7031309 w 12192000"/>
              <a:gd name="connsiteY62" fmla="*/ 1619451 h 2237474"/>
              <a:gd name="connsiteX63" fmla="*/ 6900177 w 12192000"/>
              <a:gd name="connsiteY63" fmla="*/ 1636016 h 2237474"/>
              <a:gd name="connsiteX64" fmla="*/ 6795372 w 12192000"/>
              <a:gd name="connsiteY64" fmla="*/ 1644845 h 2237474"/>
              <a:gd name="connsiteX65" fmla="*/ 6692251 w 12192000"/>
              <a:gd name="connsiteY65" fmla="*/ 1656357 h 2237474"/>
              <a:gd name="connsiteX66" fmla="*/ 6655235 w 12192000"/>
              <a:gd name="connsiteY66" fmla="*/ 1661869 h 2237474"/>
              <a:gd name="connsiteX67" fmla="*/ 6554894 w 12192000"/>
              <a:gd name="connsiteY67" fmla="*/ 1664428 h 2237474"/>
              <a:gd name="connsiteX68" fmla="*/ 6516595 w 12192000"/>
              <a:gd name="connsiteY68" fmla="*/ 1667475 h 2237474"/>
              <a:gd name="connsiteX69" fmla="*/ 6508541 w 12192000"/>
              <a:gd name="connsiteY69" fmla="*/ 1668757 h 2237474"/>
              <a:gd name="connsiteX70" fmla="*/ 6471012 w 12192000"/>
              <a:gd name="connsiteY70" fmla="*/ 1678604 h 2237474"/>
              <a:gd name="connsiteX71" fmla="*/ 6364035 w 12192000"/>
              <a:gd name="connsiteY71" fmla="*/ 1667683 h 2237474"/>
              <a:gd name="connsiteX72" fmla="*/ 6280959 w 12192000"/>
              <a:gd name="connsiteY72" fmla="*/ 1689329 h 2237474"/>
              <a:gd name="connsiteX73" fmla="*/ 6243319 w 12192000"/>
              <a:gd name="connsiteY73" fmla="*/ 1695560 h 2237474"/>
              <a:gd name="connsiteX74" fmla="*/ 6098321 w 12192000"/>
              <a:gd name="connsiteY74" fmla="*/ 1721646 h 2237474"/>
              <a:gd name="connsiteX75" fmla="*/ 5880652 w 12192000"/>
              <a:gd name="connsiteY75" fmla="*/ 1779643 h 2237474"/>
              <a:gd name="connsiteX76" fmla="*/ 5785959 w 12192000"/>
              <a:gd name="connsiteY76" fmla="*/ 1775307 h 2237474"/>
              <a:gd name="connsiteX77" fmla="*/ 5643534 w 12192000"/>
              <a:gd name="connsiteY77" fmla="*/ 1802919 h 2237474"/>
              <a:gd name="connsiteX78" fmla="*/ 5518799 w 12192000"/>
              <a:gd name="connsiteY78" fmla="*/ 1818312 h 2237474"/>
              <a:gd name="connsiteX79" fmla="*/ 5505014 w 12192000"/>
              <a:gd name="connsiteY79" fmla="*/ 1819259 h 2237474"/>
              <a:gd name="connsiteX80" fmla="*/ 5453307 w 12192000"/>
              <a:gd name="connsiteY80" fmla="*/ 1815450 h 2237474"/>
              <a:gd name="connsiteX81" fmla="*/ 5221533 w 12192000"/>
              <a:gd name="connsiteY81" fmla="*/ 1846950 h 2237474"/>
              <a:gd name="connsiteX82" fmla="*/ 5149802 w 12192000"/>
              <a:gd name="connsiteY82" fmla="*/ 1844846 h 2237474"/>
              <a:gd name="connsiteX83" fmla="*/ 5114927 w 12192000"/>
              <a:gd name="connsiteY83" fmla="*/ 1847827 h 2237474"/>
              <a:gd name="connsiteX84" fmla="*/ 5108970 w 12192000"/>
              <a:gd name="connsiteY84" fmla="*/ 1847935 h 2237474"/>
              <a:gd name="connsiteX85" fmla="*/ 5067961 w 12192000"/>
              <a:gd name="connsiteY85" fmla="*/ 1845917 h 2237474"/>
              <a:gd name="connsiteX86" fmla="*/ 5007075 w 12192000"/>
              <a:gd name="connsiteY86" fmla="*/ 1838626 h 2237474"/>
              <a:gd name="connsiteX87" fmla="*/ 4944087 w 12192000"/>
              <a:gd name="connsiteY87" fmla="*/ 1823332 h 2237474"/>
              <a:gd name="connsiteX88" fmla="*/ 4907662 w 12192000"/>
              <a:gd name="connsiteY88" fmla="*/ 1816900 h 2237474"/>
              <a:gd name="connsiteX89" fmla="*/ 4882386 w 12192000"/>
              <a:gd name="connsiteY89" fmla="*/ 1809844 h 2237474"/>
              <a:gd name="connsiteX90" fmla="*/ 4811440 w 12192000"/>
              <a:gd name="connsiteY90" fmla="*/ 1804655 h 2237474"/>
              <a:gd name="connsiteX91" fmla="*/ 4691075 w 12192000"/>
              <a:gd name="connsiteY91" fmla="*/ 1801389 h 2237474"/>
              <a:gd name="connsiteX92" fmla="*/ 4611738 w 12192000"/>
              <a:gd name="connsiteY92" fmla="*/ 1776964 h 2237474"/>
              <a:gd name="connsiteX93" fmla="*/ 4560070 w 12192000"/>
              <a:gd name="connsiteY93" fmla="*/ 1785640 h 2237474"/>
              <a:gd name="connsiteX94" fmla="*/ 4536503 w 12192000"/>
              <a:gd name="connsiteY94" fmla="*/ 1785334 h 2237474"/>
              <a:gd name="connsiteX95" fmla="*/ 4513724 w 12192000"/>
              <a:gd name="connsiteY95" fmla="*/ 1791996 h 2237474"/>
              <a:gd name="connsiteX96" fmla="*/ 4459810 w 12192000"/>
              <a:gd name="connsiteY96" fmla="*/ 1797886 h 2237474"/>
              <a:gd name="connsiteX97" fmla="*/ 4379064 w 12192000"/>
              <a:gd name="connsiteY97" fmla="*/ 1817177 h 2237474"/>
              <a:gd name="connsiteX98" fmla="*/ 4290981 w 12192000"/>
              <a:gd name="connsiteY98" fmla="*/ 1839677 h 2237474"/>
              <a:gd name="connsiteX99" fmla="*/ 4238372 w 12192000"/>
              <a:gd name="connsiteY99" fmla="*/ 1851480 h 2237474"/>
              <a:gd name="connsiteX100" fmla="*/ 4232517 w 12192000"/>
              <a:gd name="connsiteY100" fmla="*/ 1852567 h 2237474"/>
              <a:gd name="connsiteX101" fmla="*/ 4191732 w 12192000"/>
              <a:gd name="connsiteY101" fmla="*/ 1857328 h 2237474"/>
              <a:gd name="connsiteX102" fmla="*/ 4065532 w 12192000"/>
              <a:gd name="connsiteY102" fmla="*/ 1855477 h 2237474"/>
              <a:gd name="connsiteX103" fmla="*/ 4028460 w 12192000"/>
              <a:gd name="connsiteY103" fmla="*/ 1855137 h 2237474"/>
              <a:gd name="connsiteX104" fmla="*/ 4002267 w 12192000"/>
              <a:gd name="connsiteY104" fmla="*/ 1852352 h 2237474"/>
              <a:gd name="connsiteX105" fmla="*/ 3931396 w 12192000"/>
              <a:gd name="connsiteY105" fmla="*/ 1858915 h 2237474"/>
              <a:gd name="connsiteX106" fmla="*/ 3812162 w 12192000"/>
              <a:gd name="connsiteY106" fmla="*/ 1875501 h 2237474"/>
              <a:gd name="connsiteX107" fmla="*/ 3729530 w 12192000"/>
              <a:gd name="connsiteY107" fmla="*/ 1864513 h 2237474"/>
              <a:gd name="connsiteX108" fmla="*/ 3680177 w 12192000"/>
              <a:gd name="connsiteY108" fmla="*/ 1881552 h 2237474"/>
              <a:gd name="connsiteX109" fmla="*/ 3567259 w 12192000"/>
              <a:gd name="connsiteY109" fmla="*/ 1893482 h 2237474"/>
              <a:gd name="connsiteX110" fmla="*/ 3405770 w 12192000"/>
              <a:gd name="connsiteY110" fmla="*/ 1904591 h 2237474"/>
              <a:gd name="connsiteX111" fmla="*/ 3280097 w 12192000"/>
              <a:gd name="connsiteY111" fmla="*/ 1919610 h 2237474"/>
              <a:gd name="connsiteX112" fmla="*/ 3123424 w 12192000"/>
              <a:gd name="connsiteY112" fmla="*/ 1952930 h 2237474"/>
              <a:gd name="connsiteX113" fmla="*/ 3009910 w 12192000"/>
              <a:gd name="connsiteY113" fmla="*/ 1957866 h 2237474"/>
              <a:gd name="connsiteX114" fmla="*/ 2995934 w 12192000"/>
              <a:gd name="connsiteY114" fmla="*/ 1967085 h 2237474"/>
              <a:gd name="connsiteX115" fmla="*/ 2980071 w 12192000"/>
              <a:gd name="connsiteY115" fmla="*/ 1972988 h 2237474"/>
              <a:gd name="connsiteX116" fmla="*/ 2978094 w 12192000"/>
              <a:gd name="connsiteY116" fmla="*/ 1972369 h 2237474"/>
              <a:gd name="connsiteX117" fmla="*/ 2942858 w 12192000"/>
              <a:gd name="connsiteY117" fmla="*/ 1981367 h 2237474"/>
              <a:gd name="connsiteX118" fmla="*/ 2875436 w 12192000"/>
              <a:gd name="connsiteY118" fmla="*/ 1996977 h 2237474"/>
              <a:gd name="connsiteX119" fmla="*/ 2874892 w 12192000"/>
              <a:gd name="connsiteY119" fmla="*/ 1996085 h 2237474"/>
              <a:gd name="connsiteX120" fmla="*/ 2864145 w 12192000"/>
              <a:gd name="connsiteY120" fmla="*/ 1994061 h 2237474"/>
              <a:gd name="connsiteX121" fmla="*/ 2843662 w 12192000"/>
              <a:gd name="connsiteY121" fmla="*/ 1992498 h 2237474"/>
              <a:gd name="connsiteX122" fmla="*/ 2796128 w 12192000"/>
              <a:gd name="connsiteY122" fmla="*/ 1976403 h 2237474"/>
              <a:gd name="connsiteX123" fmla="*/ 2756784 w 12192000"/>
              <a:gd name="connsiteY123" fmla="*/ 1985116 h 2237474"/>
              <a:gd name="connsiteX124" fmla="*/ 2748833 w 12192000"/>
              <a:gd name="connsiteY124" fmla="*/ 1986323 h 2237474"/>
              <a:gd name="connsiteX125" fmla="*/ 2748661 w 12192000"/>
              <a:gd name="connsiteY125" fmla="*/ 1986122 h 2237474"/>
              <a:gd name="connsiteX126" fmla="*/ 2740251 w 12192000"/>
              <a:gd name="connsiteY126" fmla="*/ 1986946 h 2237474"/>
              <a:gd name="connsiteX127" fmla="*/ 2718916 w 12192000"/>
              <a:gd name="connsiteY127" fmla="*/ 1990867 h 2237474"/>
              <a:gd name="connsiteX128" fmla="*/ 2713522 w 12192000"/>
              <a:gd name="connsiteY128" fmla="*/ 1990173 h 2237474"/>
              <a:gd name="connsiteX129" fmla="*/ 2680597 w 12192000"/>
              <a:gd name="connsiteY129" fmla="*/ 1984996 h 2237474"/>
              <a:gd name="connsiteX130" fmla="*/ 2578178 w 12192000"/>
              <a:gd name="connsiteY130" fmla="*/ 1990531 h 2237474"/>
              <a:gd name="connsiteX131" fmla="*/ 2476147 w 12192000"/>
              <a:gd name="connsiteY131" fmla="*/ 1998305 h 2237474"/>
              <a:gd name="connsiteX132" fmla="*/ 2373568 w 12192000"/>
              <a:gd name="connsiteY132" fmla="*/ 2003219 h 2237474"/>
              <a:gd name="connsiteX133" fmla="*/ 2321399 w 12192000"/>
              <a:gd name="connsiteY133" fmla="*/ 1989467 h 2237474"/>
              <a:gd name="connsiteX134" fmla="*/ 2315525 w 12192000"/>
              <a:gd name="connsiteY134" fmla="*/ 1989708 h 2237474"/>
              <a:gd name="connsiteX135" fmla="*/ 2300792 w 12192000"/>
              <a:gd name="connsiteY135" fmla="*/ 1994290 h 2237474"/>
              <a:gd name="connsiteX136" fmla="*/ 2295469 w 12192000"/>
              <a:gd name="connsiteY136" fmla="*/ 1996659 h 2237474"/>
              <a:gd name="connsiteX137" fmla="*/ 2287219 w 12192000"/>
              <a:gd name="connsiteY137" fmla="*/ 1998750 h 2237474"/>
              <a:gd name="connsiteX138" fmla="*/ 2286948 w 12192000"/>
              <a:gd name="connsiteY138" fmla="*/ 1998596 h 2237474"/>
              <a:gd name="connsiteX139" fmla="*/ 2243069 w 12192000"/>
              <a:gd name="connsiteY139" fmla="*/ 2015111 h 2237474"/>
              <a:gd name="connsiteX140" fmla="*/ 2186609 w 12192000"/>
              <a:gd name="connsiteY140" fmla="*/ 2008263 h 2237474"/>
              <a:gd name="connsiteX141" fmla="*/ 2164831 w 12192000"/>
              <a:gd name="connsiteY141" fmla="*/ 2010143 h 2237474"/>
              <a:gd name="connsiteX142" fmla="*/ 2152836 w 12192000"/>
              <a:gd name="connsiteY142" fmla="*/ 2010048 h 2237474"/>
              <a:gd name="connsiteX143" fmla="*/ 2117102 w 12192000"/>
              <a:gd name="connsiteY143" fmla="*/ 2023004 h 2237474"/>
              <a:gd name="connsiteX144" fmla="*/ 2111935 w 12192000"/>
              <a:gd name="connsiteY144" fmla="*/ 2023163 h 2237474"/>
              <a:gd name="connsiteX145" fmla="*/ 2089991 w 12192000"/>
              <a:gd name="connsiteY145" fmla="*/ 2034193 h 2237474"/>
              <a:gd name="connsiteX146" fmla="*/ 2058061 w 12192000"/>
              <a:gd name="connsiteY146" fmla="*/ 2047942 h 2237474"/>
              <a:gd name="connsiteX147" fmla="*/ 2055737 w 12192000"/>
              <a:gd name="connsiteY147" fmla="*/ 2047704 h 2237474"/>
              <a:gd name="connsiteX148" fmla="*/ 2042244 w 12192000"/>
              <a:gd name="connsiteY148" fmla="*/ 2055560 h 2237474"/>
              <a:gd name="connsiteX149" fmla="*/ 1976224 w 12192000"/>
              <a:gd name="connsiteY149" fmla="*/ 2074257 h 2237474"/>
              <a:gd name="connsiteX150" fmla="*/ 1877728 w 12192000"/>
              <a:gd name="connsiteY150" fmla="*/ 2101004 h 2237474"/>
              <a:gd name="connsiteX151" fmla="*/ 1759056 w 12192000"/>
              <a:gd name="connsiteY151" fmla="*/ 2125608 h 2237474"/>
              <a:gd name="connsiteX152" fmla="*/ 1637948 w 12192000"/>
              <a:gd name="connsiteY152" fmla="*/ 2172597 h 2237474"/>
              <a:gd name="connsiteX153" fmla="*/ 1434549 w 12192000"/>
              <a:gd name="connsiteY153" fmla="*/ 2234522 h 2237474"/>
              <a:gd name="connsiteX154" fmla="*/ 1398481 w 12192000"/>
              <a:gd name="connsiteY154" fmla="*/ 2237074 h 2237474"/>
              <a:gd name="connsiteX155" fmla="*/ 1398407 w 12192000"/>
              <a:gd name="connsiteY155" fmla="*/ 2237095 h 2237474"/>
              <a:gd name="connsiteX156" fmla="*/ 1370962 w 12192000"/>
              <a:gd name="connsiteY156" fmla="*/ 2237474 h 2237474"/>
              <a:gd name="connsiteX157" fmla="*/ 1356367 w 12192000"/>
              <a:gd name="connsiteY157" fmla="*/ 2235089 h 2237474"/>
              <a:gd name="connsiteX158" fmla="*/ 1324828 w 12192000"/>
              <a:gd name="connsiteY158" fmla="*/ 2231968 h 2237474"/>
              <a:gd name="connsiteX159" fmla="*/ 1297744 w 12192000"/>
              <a:gd name="connsiteY159" fmla="*/ 2235849 h 2237474"/>
              <a:gd name="connsiteX160" fmla="*/ 1286236 w 12192000"/>
              <a:gd name="connsiteY160" fmla="*/ 2233135 h 2237474"/>
              <a:gd name="connsiteX161" fmla="*/ 1283504 w 12192000"/>
              <a:gd name="connsiteY161" fmla="*/ 2233797 h 2237474"/>
              <a:gd name="connsiteX162" fmla="*/ 1279765 w 12192000"/>
              <a:gd name="connsiteY162" fmla="*/ 2229639 h 2237474"/>
              <a:gd name="connsiteX163" fmla="*/ 1195347 w 12192000"/>
              <a:gd name="connsiteY163" fmla="*/ 2212354 h 2237474"/>
              <a:gd name="connsiteX164" fmla="*/ 970251 w 12192000"/>
              <a:gd name="connsiteY164" fmla="*/ 2221029 h 2237474"/>
              <a:gd name="connsiteX165" fmla="*/ 812914 w 12192000"/>
              <a:gd name="connsiteY165" fmla="*/ 2202752 h 2237474"/>
              <a:gd name="connsiteX166" fmla="*/ 800195 w 12192000"/>
              <a:gd name="connsiteY166" fmla="*/ 2209407 h 2237474"/>
              <a:gd name="connsiteX167" fmla="*/ 784978 w 12192000"/>
              <a:gd name="connsiteY167" fmla="*/ 2212360 h 2237474"/>
              <a:gd name="connsiteX168" fmla="*/ 681987 w 12192000"/>
              <a:gd name="connsiteY168" fmla="*/ 2216757 h 2237474"/>
              <a:gd name="connsiteX169" fmla="*/ 669923 w 12192000"/>
              <a:gd name="connsiteY169" fmla="*/ 2211682 h 2237474"/>
              <a:gd name="connsiteX170" fmla="*/ 648680 w 12192000"/>
              <a:gd name="connsiteY170" fmla="*/ 2206229 h 2237474"/>
              <a:gd name="connsiteX171" fmla="*/ 597225 w 12192000"/>
              <a:gd name="connsiteY171" fmla="*/ 2180999 h 2237474"/>
              <a:gd name="connsiteX172" fmla="*/ 558449 w 12192000"/>
              <a:gd name="connsiteY172" fmla="*/ 2182346 h 2237474"/>
              <a:gd name="connsiteX173" fmla="*/ 550517 w 12192000"/>
              <a:gd name="connsiteY173" fmla="*/ 2182060 h 2237474"/>
              <a:gd name="connsiteX174" fmla="*/ 550309 w 12192000"/>
              <a:gd name="connsiteY174" fmla="*/ 2181825 h 2237474"/>
              <a:gd name="connsiteX175" fmla="*/ 541836 w 12192000"/>
              <a:gd name="connsiteY175" fmla="*/ 2181063 h 2237474"/>
              <a:gd name="connsiteX176" fmla="*/ 536057 w 12192000"/>
              <a:gd name="connsiteY176" fmla="*/ 2181537 h 2237474"/>
              <a:gd name="connsiteX177" fmla="*/ 520671 w 12192000"/>
              <a:gd name="connsiteY177" fmla="*/ 2180980 h 2237474"/>
              <a:gd name="connsiteX178" fmla="*/ 515024 w 12192000"/>
              <a:gd name="connsiteY178" fmla="*/ 2179258 h 2237474"/>
              <a:gd name="connsiteX179" fmla="*/ 512278 w 12192000"/>
              <a:gd name="connsiteY179" fmla="*/ 2176369 h 2237474"/>
              <a:gd name="connsiteX180" fmla="*/ 480419 w 12192000"/>
              <a:gd name="connsiteY180" fmla="*/ 2167807 h 2237474"/>
              <a:gd name="connsiteX181" fmla="*/ 413835 w 12192000"/>
              <a:gd name="connsiteY181" fmla="*/ 2156783 h 2237474"/>
              <a:gd name="connsiteX182" fmla="*/ 376513 w 12192000"/>
              <a:gd name="connsiteY182" fmla="*/ 2154014 h 2237474"/>
              <a:gd name="connsiteX183" fmla="*/ 273386 w 12192000"/>
              <a:gd name="connsiteY183" fmla="*/ 2142551 h 2237474"/>
              <a:gd name="connsiteX184" fmla="*/ 169207 w 12192000"/>
              <a:gd name="connsiteY184" fmla="*/ 2128100 h 2237474"/>
              <a:gd name="connsiteX185" fmla="*/ 93149 w 12192000"/>
              <a:gd name="connsiteY185" fmla="*/ 2105324 h 2237474"/>
              <a:gd name="connsiteX186" fmla="*/ 88109 w 12192000"/>
              <a:gd name="connsiteY186" fmla="*/ 2106704 h 2237474"/>
              <a:gd name="connsiteX187" fmla="*/ 80022 w 12192000"/>
              <a:gd name="connsiteY187" fmla="*/ 2107254 h 2237474"/>
              <a:gd name="connsiteX188" fmla="*/ 79717 w 12192000"/>
              <a:gd name="connsiteY188" fmla="*/ 2107046 h 2237474"/>
              <a:gd name="connsiteX189" fmla="*/ 72352 w 12192000"/>
              <a:gd name="connsiteY189" fmla="*/ 2107991 h 2237474"/>
              <a:gd name="connsiteX190" fmla="*/ 37645 w 12192000"/>
              <a:gd name="connsiteY190" fmla="*/ 2115401 h 2237474"/>
              <a:gd name="connsiteX191" fmla="*/ 4572 w 12192000"/>
              <a:gd name="connsiteY191" fmla="*/ 2111091 h 2237474"/>
              <a:gd name="connsiteX192" fmla="*/ 0 w 12192000"/>
              <a:gd name="connsiteY192" fmla="*/ 2110468 h 2237474"/>
              <a:gd name="connsiteX193" fmla="*/ 0 w 12192000"/>
              <a:gd name="connsiteY193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34688 w 12192000"/>
              <a:gd name="connsiteY12" fmla="*/ 757726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44189 w 12192000"/>
              <a:gd name="connsiteY24" fmla="*/ 938966 h 2237474"/>
              <a:gd name="connsiteX25" fmla="*/ 9500499 w 12192000"/>
              <a:gd name="connsiteY25" fmla="*/ 954680 h 2237474"/>
              <a:gd name="connsiteX26" fmla="*/ 9428195 w 12192000"/>
              <a:gd name="connsiteY26" fmla="*/ 986225 h 2237474"/>
              <a:gd name="connsiteX27" fmla="*/ 9410017 w 12192000"/>
              <a:gd name="connsiteY27" fmla="*/ 993931 h 2237474"/>
              <a:gd name="connsiteX28" fmla="*/ 9392919 w 12192000"/>
              <a:gd name="connsiteY28" fmla="*/ 994656 h 2237474"/>
              <a:gd name="connsiteX29" fmla="*/ 9278619 w 12192000"/>
              <a:gd name="connsiteY29" fmla="*/ 1011878 h 2237474"/>
              <a:gd name="connsiteX30" fmla="*/ 9268019 w 12192000"/>
              <a:gd name="connsiteY30" fmla="*/ 1007442 h 2237474"/>
              <a:gd name="connsiteX31" fmla="*/ 9234662 w 12192000"/>
              <a:gd name="connsiteY31" fmla="*/ 1023056 h 2237474"/>
              <a:gd name="connsiteX32" fmla="*/ 9181033 w 12192000"/>
              <a:gd name="connsiteY32" fmla="*/ 1037921 h 2237474"/>
              <a:gd name="connsiteX33" fmla="*/ 9155969 w 12192000"/>
              <a:gd name="connsiteY33" fmla="*/ 1046804 h 2237474"/>
              <a:gd name="connsiteX34" fmla="*/ 9133985 w 12192000"/>
              <a:gd name="connsiteY34" fmla="*/ 1046450 h 2237474"/>
              <a:gd name="connsiteX35" fmla="*/ 9003462 w 12192000"/>
              <a:gd name="connsiteY35" fmla="*/ 1042406 h 2237474"/>
              <a:gd name="connsiteX36" fmla="*/ 8968445 w 12192000"/>
              <a:gd name="connsiteY36" fmla="*/ 1052169 h 2237474"/>
              <a:gd name="connsiteX37" fmla="*/ 8886001 w 12192000"/>
              <a:gd name="connsiteY37" fmla="*/ 1067468 h 2237474"/>
              <a:gd name="connsiteX38" fmla="*/ 8838610 w 12192000"/>
              <a:gd name="connsiteY38" fmla="*/ 1075091 h 2237474"/>
              <a:gd name="connsiteX39" fmla="*/ 8750383 w 12192000"/>
              <a:gd name="connsiteY39" fmla="*/ 1097387 h 2237474"/>
              <a:gd name="connsiteX40" fmla="*/ 8665605 w 12192000"/>
              <a:gd name="connsiteY40" fmla="*/ 1110791 h 2237474"/>
              <a:gd name="connsiteX41" fmla="*/ 8584946 w 12192000"/>
              <a:gd name="connsiteY41" fmla="*/ 1135226 h 2237474"/>
              <a:gd name="connsiteX42" fmla="*/ 8460755 w 12192000"/>
              <a:gd name="connsiteY42" fmla="*/ 1203427 h 2237474"/>
              <a:gd name="connsiteX43" fmla="*/ 8419755 w 12192000"/>
              <a:gd name="connsiteY43" fmla="*/ 1216260 h 2237474"/>
              <a:gd name="connsiteX44" fmla="*/ 8411626 w 12192000"/>
              <a:gd name="connsiteY44" fmla="*/ 1214397 h 2237474"/>
              <a:gd name="connsiteX45" fmla="*/ 8363469 w 12192000"/>
              <a:gd name="connsiteY45" fmla="*/ 1246658 h 2237474"/>
              <a:gd name="connsiteX46" fmla="*/ 8275497 w 12192000"/>
              <a:gd name="connsiteY46" fmla="*/ 1264396 h 2237474"/>
              <a:gd name="connsiteX47" fmla="*/ 8206287 w 12192000"/>
              <a:gd name="connsiteY47" fmla="*/ 1273060 h 2237474"/>
              <a:gd name="connsiteX48" fmla="*/ 8139997 w 12192000"/>
              <a:gd name="connsiteY48" fmla="*/ 1282713 h 2237474"/>
              <a:gd name="connsiteX49" fmla="*/ 8074238 w 12192000"/>
              <a:gd name="connsiteY49" fmla="*/ 1301895 h 2237474"/>
              <a:gd name="connsiteX50" fmla="*/ 7942099 w 12192000"/>
              <a:gd name="connsiteY50" fmla="*/ 1336332 h 2237474"/>
              <a:gd name="connsiteX51" fmla="*/ 7902328 w 12192000"/>
              <a:gd name="connsiteY51" fmla="*/ 1345865 h 2237474"/>
              <a:gd name="connsiteX52" fmla="*/ 7840612 w 12192000"/>
              <a:gd name="connsiteY52" fmla="*/ 1369373 h 2237474"/>
              <a:gd name="connsiteX53" fmla="*/ 7786819 w 12192000"/>
              <a:gd name="connsiteY53" fmla="*/ 1378970 h 2237474"/>
              <a:gd name="connsiteX54" fmla="*/ 7548172 w 12192000"/>
              <a:gd name="connsiteY54" fmla="*/ 1417460 h 2237474"/>
              <a:gd name="connsiteX55" fmla="*/ 7483437 w 12192000"/>
              <a:gd name="connsiteY55" fmla="*/ 1478152 h 2237474"/>
              <a:gd name="connsiteX56" fmla="*/ 7377870 w 12192000"/>
              <a:gd name="connsiteY56" fmla="*/ 1523319 h 2237474"/>
              <a:gd name="connsiteX57" fmla="*/ 7230737 w 12192000"/>
              <a:gd name="connsiteY57" fmla="*/ 1562633 h 2237474"/>
              <a:gd name="connsiteX58" fmla="*/ 7224458 w 12192000"/>
              <a:gd name="connsiteY58" fmla="*/ 1573008 h 2237474"/>
              <a:gd name="connsiteX59" fmla="*/ 7183121 w 12192000"/>
              <a:gd name="connsiteY59" fmla="*/ 1595162 h 2237474"/>
              <a:gd name="connsiteX60" fmla="*/ 7164601 w 12192000"/>
              <a:gd name="connsiteY60" fmla="*/ 1606490 h 2237474"/>
              <a:gd name="connsiteX61" fmla="*/ 7031309 w 12192000"/>
              <a:gd name="connsiteY61" fmla="*/ 1619451 h 2237474"/>
              <a:gd name="connsiteX62" fmla="*/ 6900177 w 12192000"/>
              <a:gd name="connsiteY62" fmla="*/ 1636016 h 2237474"/>
              <a:gd name="connsiteX63" fmla="*/ 6795372 w 12192000"/>
              <a:gd name="connsiteY63" fmla="*/ 1644845 h 2237474"/>
              <a:gd name="connsiteX64" fmla="*/ 6692251 w 12192000"/>
              <a:gd name="connsiteY64" fmla="*/ 1656357 h 2237474"/>
              <a:gd name="connsiteX65" fmla="*/ 6655235 w 12192000"/>
              <a:gd name="connsiteY65" fmla="*/ 1661869 h 2237474"/>
              <a:gd name="connsiteX66" fmla="*/ 6554894 w 12192000"/>
              <a:gd name="connsiteY66" fmla="*/ 1664428 h 2237474"/>
              <a:gd name="connsiteX67" fmla="*/ 6516595 w 12192000"/>
              <a:gd name="connsiteY67" fmla="*/ 1667475 h 2237474"/>
              <a:gd name="connsiteX68" fmla="*/ 6508541 w 12192000"/>
              <a:gd name="connsiteY68" fmla="*/ 1668757 h 2237474"/>
              <a:gd name="connsiteX69" fmla="*/ 6471012 w 12192000"/>
              <a:gd name="connsiteY69" fmla="*/ 1678604 h 2237474"/>
              <a:gd name="connsiteX70" fmla="*/ 6364035 w 12192000"/>
              <a:gd name="connsiteY70" fmla="*/ 1667683 h 2237474"/>
              <a:gd name="connsiteX71" fmla="*/ 6280959 w 12192000"/>
              <a:gd name="connsiteY71" fmla="*/ 1689329 h 2237474"/>
              <a:gd name="connsiteX72" fmla="*/ 6243319 w 12192000"/>
              <a:gd name="connsiteY72" fmla="*/ 1695560 h 2237474"/>
              <a:gd name="connsiteX73" fmla="*/ 6098321 w 12192000"/>
              <a:gd name="connsiteY73" fmla="*/ 1721646 h 2237474"/>
              <a:gd name="connsiteX74" fmla="*/ 5880652 w 12192000"/>
              <a:gd name="connsiteY74" fmla="*/ 1779643 h 2237474"/>
              <a:gd name="connsiteX75" fmla="*/ 5785959 w 12192000"/>
              <a:gd name="connsiteY75" fmla="*/ 1775307 h 2237474"/>
              <a:gd name="connsiteX76" fmla="*/ 5643534 w 12192000"/>
              <a:gd name="connsiteY76" fmla="*/ 1802919 h 2237474"/>
              <a:gd name="connsiteX77" fmla="*/ 5518799 w 12192000"/>
              <a:gd name="connsiteY77" fmla="*/ 1818312 h 2237474"/>
              <a:gd name="connsiteX78" fmla="*/ 5505014 w 12192000"/>
              <a:gd name="connsiteY78" fmla="*/ 1819259 h 2237474"/>
              <a:gd name="connsiteX79" fmla="*/ 5453307 w 12192000"/>
              <a:gd name="connsiteY79" fmla="*/ 1815450 h 2237474"/>
              <a:gd name="connsiteX80" fmla="*/ 5221533 w 12192000"/>
              <a:gd name="connsiteY80" fmla="*/ 1846950 h 2237474"/>
              <a:gd name="connsiteX81" fmla="*/ 5149802 w 12192000"/>
              <a:gd name="connsiteY81" fmla="*/ 1844846 h 2237474"/>
              <a:gd name="connsiteX82" fmla="*/ 5114927 w 12192000"/>
              <a:gd name="connsiteY82" fmla="*/ 1847827 h 2237474"/>
              <a:gd name="connsiteX83" fmla="*/ 5108970 w 12192000"/>
              <a:gd name="connsiteY83" fmla="*/ 1847935 h 2237474"/>
              <a:gd name="connsiteX84" fmla="*/ 5067961 w 12192000"/>
              <a:gd name="connsiteY84" fmla="*/ 1845917 h 2237474"/>
              <a:gd name="connsiteX85" fmla="*/ 5007075 w 12192000"/>
              <a:gd name="connsiteY85" fmla="*/ 1838626 h 2237474"/>
              <a:gd name="connsiteX86" fmla="*/ 4944087 w 12192000"/>
              <a:gd name="connsiteY86" fmla="*/ 1823332 h 2237474"/>
              <a:gd name="connsiteX87" fmla="*/ 4907662 w 12192000"/>
              <a:gd name="connsiteY87" fmla="*/ 1816900 h 2237474"/>
              <a:gd name="connsiteX88" fmla="*/ 4882386 w 12192000"/>
              <a:gd name="connsiteY88" fmla="*/ 1809844 h 2237474"/>
              <a:gd name="connsiteX89" fmla="*/ 4811440 w 12192000"/>
              <a:gd name="connsiteY89" fmla="*/ 1804655 h 2237474"/>
              <a:gd name="connsiteX90" fmla="*/ 4691075 w 12192000"/>
              <a:gd name="connsiteY90" fmla="*/ 1801389 h 2237474"/>
              <a:gd name="connsiteX91" fmla="*/ 4611738 w 12192000"/>
              <a:gd name="connsiteY91" fmla="*/ 1776964 h 2237474"/>
              <a:gd name="connsiteX92" fmla="*/ 4560070 w 12192000"/>
              <a:gd name="connsiteY92" fmla="*/ 1785640 h 2237474"/>
              <a:gd name="connsiteX93" fmla="*/ 4536503 w 12192000"/>
              <a:gd name="connsiteY93" fmla="*/ 1785334 h 2237474"/>
              <a:gd name="connsiteX94" fmla="*/ 4513724 w 12192000"/>
              <a:gd name="connsiteY94" fmla="*/ 1791996 h 2237474"/>
              <a:gd name="connsiteX95" fmla="*/ 4459810 w 12192000"/>
              <a:gd name="connsiteY95" fmla="*/ 1797886 h 2237474"/>
              <a:gd name="connsiteX96" fmla="*/ 4379064 w 12192000"/>
              <a:gd name="connsiteY96" fmla="*/ 1817177 h 2237474"/>
              <a:gd name="connsiteX97" fmla="*/ 4290981 w 12192000"/>
              <a:gd name="connsiteY97" fmla="*/ 1839677 h 2237474"/>
              <a:gd name="connsiteX98" fmla="*/ 4238372 w 12192000"/>
              <a:gd name="connsiteY98" fmla="*/ 1851480 h 2237474"/>
              <a:gd name="connsiteX99" fmla="*/ 4232517 w 12192000"/>
              <a:gd name="connsiteY99" fmla="*/ 1852567 h 2237474"/>
              <a:gd name="connsiteX100" fmla="*/ 4191732 w 12192000"/>
              <a:gd name="connsiteY100" fmla="*/ 1857328 h 2237474"/>
              <a:gd name="connsiteX101" fmla="*/ 4065532 w 12192000"/>
              <a:gd name="connsiteY101" fmla="*/ 1855477 h 2237474"/>
              <a:gd name="connsiteX102" fmla="*/ 4028460 w 12192000"/>
              <a:gd name="connsiteY102" fmla="*/ 1855137 h 2237474"/>
              <a:gd name="connsiteX103" fmla="*/ 4002267 w 12192000"/>
              <a:gd name="connsiteY103" fmla="*/ 1852352 h 2237474"/>
              <a:gd name="connsiteX104" fmla="*/ 3931396 w 12192000"/>
              <a:gd name="connsiteY104" fmla="*/ 1858915 h 2237474"/>
              <a:gd name="connsiteX105" fmla="*/ 3812162 w 12192000"/>
              <a:gd name="connsiteY105" fmla="*/ 1875501 h 2237474"/>
              <a:gd name="connsiteX106" fmla="*/ 3729530 w 12192000"/>
              <a:gd name="connsiteY106" fmla="*/ 1864513 h 2237474"/>
              <a:gd name="connsiteX107" fmla="*/ 3680177 w 12192000"/>
              <a:gd name="connsiteY107" fmla="*/ 1881552 h 2237474"/>
              <a:gd name="connsiteX108" fmla="*/ 3567259 w 12192000"/>
              <a:gd name="connsiteY108" fmla="*/ 1893482 h 2237474"/>
              <a:gd name="connsiteX109" fmla="*/ 3405770 w 12192000"/>
              <a:gd name="connsiteY109" fmla="*/ 1904591 h 2237474"/>
              <a:gd name="connsiteX110" fmla="*/ 3280097 w 12192000"/>
              <a:gd name="connsiteY110" fmla="*/ 1919610 h 2237474"/>
              <a:gd name="connsiteX111" fmla="*/ 3123424 w 12192000"/>
              <a:gd name="connsiteY111" fmla="*/ 1952930 h 2237474"/>
              <a:gd name="connsiteX112" fmla="*/ 3009910 w 12192000"/>
              <a:gd name="connsiteY112" fmla="*/ 1957866 h 2237474"/>
              <a:gd name="connsiteX113" fmla="*/ 2995934 w 12192000"/>
              <a:gd name="connsiteY113" fmla="*/ 1967085 h 2237474"/>
              <a:gd name="connsiteX114" fmla="*/ 2980071 w 12192000"/>
              <a:gd name="connsiteY114" fmla="*/ 1972988 h 2237474"/>
              <a:gd name="connsiteX115" fmla="*/ 2978094 w 12192000"/>
              <a:gd name="connsiteY115" fmla="*/ 1972369 h 2237474"/>
              <a:gd name="connsiteX116" fmla="*/ 2942858 w 12192000"/>
              <a:gd name="connsiteY116" fmla="*/ 1981367 h 2237474"/>
              <a:gd name="connsiteX117" fmla="*/ 2875436 w 12192000"/>
              <a:gd name="connsiteY117" fmla="*/ 1996977 h 2237474"/>
              <a:gd name="connsiteX118" fmla="*/ 2874892 w 12192000"/>
              <a:gd name="connsiteY118" fmla="*/ 1996085 h 2237474"/>
              <a:gd name="connsiteX119" fmla="*/ 2864145 w 12192000"/>
              <a:gd name="connsiteY119" fmla="*/ 1994061 h 2237474"/>
              <a:gd name="connsiteX120" fmla="*/ 2843662 w 12192000"/>
              <a:gd name="connsiteY120" fmla="*/ 1992498 h 2237474"/>
              <a:gd name="connsiteX121" fmla="*/ 2796128 w 12192000"/>
              <a:gd name="connsiteY121" fmla="*/ 1976403 h 2237474"/>
              <a:gd name="connsiteX122" fmla="*/ 2756784 w 12192000"/>
              <a:gd name="connsiteY122" fmla="*/ 1985116 h 2237474"/>
              <a:gd name="connsiteX123" fmla="*/ 2748833 w 12192000"/>
              <a:gd name="connsiteY123" fmla="*/ 1986323 h 2237474"/>
              <a:gd name="connsiteX124" fmla="*/ 2748661 w 12192000"/>
              <a:gd name="connsiteY124" fmla="*/ 1986122 h 2237474"/>
              <a:gd name="connsiteX125" fmla="*/ 2740251 w 12192000"/>
              <a:gd name="connsiteY125" fmla="*/ 1986946 h 2237474"/>
              <a:gd name="connsiteX126" fmla="*/ 2718916 w 12192000"/>
              <a:gd name="connsiteY126" fmla="*/ 1990867 h 2237474"/>
              <a:gd name="connsiteX127" fmla="*/ 2713522 w 12192000"/>
              <a:gd name="connsiteY127" fmla="*/ 1990173 h 2237474"/>
              <a:gd name="connsiteX128" fmla="*/ 2680597 w 12192000"/>
              <a:gd name="connsiteY128" fmla="*/ 1984996 h 2237474"/>
              <a:gd name="connsiteX129" fmla="*/ 2578178 w 12192000"/>
              <a:gd name="connsiteY129" fmla="*/ 1990531 h 2237474"/>
              <a:gd name="connsiteX130" fmla="*/ 2476147 w 12192000"/>
              <a:gd name="connsiteY130" fmla="*/ 1998305 h 2237474"/>
              <a:gd name="connsiteX131" fmla="*/ 2373568 w 12192000"/>
              <a:gd name="connsiteY131" fmla="*/ 2003219 h 2237474"/>
              <a:gd name="connsiteX132" fmla="*/ 2321399 w 12192000"/>
              <a:gd name="connsiteY132" fmla="*/ 1989467 h 2237474"/>
              <a:gd name="connsiteX133" fmla="*/ 2315525 w 12192000"/>
              <a:gd name="connsiteY133" fmla="*/ 1989708 h 2237474"/>
              <a:gd name="connsiteX134" fmla="*/ 2300792 w 12192000"/>
              <a:gd name="connsiteY134" fmla="*/ 1994290 h 2237474"/>
              <a:gd name="connsiteX135" fmla="*/ 2295469 w 12192000"/>
              <a:gd name="connsiteY135" fmla="*/ 1996659 h 2237474"/>
              <a:gd name="connsiteX136" fmla="*/ 2287219 w 12192000"/>
              <a:gd name="connsiteY136" fmla="*/ 1998750 h 2237474"/>
              <a:gd name="connsiteX137" fmla="*/ 2286948 w 12192000"/>
              <a:gd name="connsiteY137" fmla="*/ 1998596 h 2237474"/>
              <a:gd name="connsiteX138" fmla="*/ 2243069 w 12192000"/>
              <a:gd name="connsiteY138" fmla="*/ 2015111 h 2237474"/>
              <a:gd name="connsiteX139" fmla="*/ 2186609 w 12192000"/>
              <a:gd name="connsiteY139" fmla="*/ 2008263 h 2237474"/>
              <a:gd name="connsiteX140" fmla="*/ 2164831 w 12192000"/>
              <a:gd name="connsiteY140" fmla="*/ 2010143 h 2237474"/>
              <a:gd name="connsiteX141" fmla="*/ 2152836 w 12192000"/>
              <a:gd name="connsiteY141" fmla="*/ 2010048 h 2237474"/>
              <a:gd name="connsiteX142" fmla="*/ 2117102 w 12192000"/>
              <a:gd name="connsiteY142" fmla="*/ 2023004 h 2237474"/>
              <a:gd name="connsiteX143" fmla="*/ 2111935 w 12192000"/>
              <a:gd name="connsiteY143" fmla="*/ 2023163 h 2237474"/>
              <a:gd name="connsiteX144" fmla="*/ 2089991 w 12192000"/>
              <a:gd name="connsiteY144" fmla="*/ 2034193 h 2237474"/>
              <a:gd name="connsiteX145" fmla="*/ 2058061 w 12192000"/>
              <a:gd name="connsiteY145" fmla="*/ 2047942 h 2237474"/>
              <a:gd name="connsiteX146" fmla="*/ 2055737 w 12192000"/>
              <a:gd name="connsiteY146" fmla="*/ 2047704 h 2237474"/>
              <a:gd name="connsiteX147" fmla="*/ 2042244 w 12192000"/>
              <a:gd name="connsiteY147" fmla="*/ 2055560 h 2237474"/>
              <a:gd name="connsiteX148" fmla="*/ 1976224 w 12192000"/>
              <a:gd name="connsiteY148" fmla="*/ 2074257 h 2237474"/>
              <a:gd name="connsiteX149" fmla="*/ 1877728 w 12192000"/>
              <a:gd name="connsiteY149" fmla="*/ 2101004 h 2237474"/>
              <a:gd name="connsiteX150" fmla="*/ 1759056 w 12192000"/>
              <a:gd name="connsiteY150" fmla="*/ 2125608 h 2237474"/>
              <a:gd name="connsiteX151" fmla="*/ 1637948 w 12192000"/>
              <a:gd name="connsiteY151" fmla="*/ 2172597 h 2237474"/>
              <a:gd name="connsiteX152" fmla="*/ 1434549 w 12192000"/>
              <a:gd name="connsiteY152" fmla="*/ 2234522 h 2237474"/>
              <a:gd name="connsiteX153" fmla="*/ 1398481 w 12192000"/>
              <a:gd name="connsiteY153" fmla="*/ 2237074 h 2237474"/>
              <a:gd name="connsiteX154" fmla="*/ 1398407 w 12192000"/>
              <a:gd name="connsiteY154" fmla="*/ 2237095 h 2237474"/>
              <a:gd name="connsiteX155" fmla="*/ 1370962 w 12192000"/>
              <a:gd name="connsiteY155" fmla="*/ 2237474 h 2237474"/>
              <a:gd name="connsiteX156" fmla="*/ 1356367 w 12192000"/>
              <a:gd name="connsiteY156" fmla="*/ 2235089 h 2237474"/>
              <a:gd name="connsiteX157" fmla="*/ 1324828 w 12192000"/>
              <a:gd name="connsiteY157" fmla="*/ 2231968 h 2237474"/>
              <a:gd name="connsiteX158" fmla="*/ 1297744 w 12192000"/>
              <a:gd name="connsiteY158" fmla="*/ 2235849 h 2237474"/>
              <a:gd name="connsiteX159" fmla="*/ 1286236 w 12192000"/>
              <a:gd name="connsiteY159" fmla="*/ 2233135 h 2237474"/>
              <a:gd name="connsiteX160" fmla="*/ 1283504 w 12192000"/>
              <a:gd name="connsiteY160" fmla="*/ 2233797 h 2237474"/>
              <a:gd name="connsiteX161" fmla="*/ 1279765 w 12192000"/>
              <a:gd name="connsiteY161" fmla="*/ 2229639 h 2237474"/>
              <a:gd name="connsiteX162" fmla="*/ 1195347 w 12192000"/>
              <a:gd name="connsiteY162" fmla="*/ 2212354 h 2237474"/>
              <a:gd name="connsiteX163" fmla="*/ 970251 w 12192000"/>
              <a:gd name="connsiteY163" fmla="*/ 2221029 h 2237474"/>
              <a:gd name="connsiteX164" fmla="*/ 812914 w 12192000"/>
              <a:gd name="connsiteY164" fmla="*/ 2202752 h 2237474"/>
              <a:gd name="connsiteX165" fmla="*/ 800195 w 12192000"/>
              <a:gd name="connsiteY165" fmla="*/ 2209407 h 2237474"/>
              <a:gd name="connsiteX166" fmla="*/ 784978 w 12192000"/>
              <a:gd name="connsiteY166" fmla="*/ 2212360 h 2237474"/>
              <a:gd name="connsiteX167" fmla="*/ 681987 w 12192000"/>
              <a:gd name="connsiteY167" fmla="*/ 2216757 h 2237474"/>
              <a:gd name="connsiteX168" fmla="*/ 669923 w 12192000"/>
              <a:gd name="connsiteY168" fmla="*/ 2211682 h 2237474"/>
              <a:gd name="connsiteX169" fmla="*/ 648680 w 12192000"/>
              <a:gd name="connsiteY169" fmla="*/ 2206229 h 2237474"/>
              <a:gd name="connsiteX170" fmla="*/ 597225 w 12192000"/>
              <a:gd name="connsiteY170" fmla="*/ 2180999 h 2237474"/>
              <a:gd name="connsiteX171" fmla="*/ 558449 w 12192000"/>
              <a:gd name="connsiteY171" fmla="*/ 2182346 h 2237474"/>
              <a:gd name="connsiteX172" fmla="*/ 550517 w 12192000"/>
              <a:gd name="connsiteY172" fmla="*/ 2182060 h 2237474"/>
              <a:gd name="connsiteX173" fmla="*/ 550309 w 12192000"/>
              <a:gd name="connsiteY173" fmla="*/ 2181825 h 2237474"/>
              <a:gd name="connsiteX174" fmla="*/ 541836 w 12192000"/>
              <a:gd name="connsiteY174" fmla="*/ 2181063 h 2237474"/>
              <a:gd name="connsiteX175" fmla="*/ 536057 w 12192000"/>
              <a:gd name="connsiteY175" fmla="*/ 2181537 h 2237474"/>
              <a:gd name="connsiteX176" fmla="*/ 520671 w 12192000"/>
              <a:gd name="connsiteY176" fmla="*/ 2180980 h 2237474"/>
              <a:gd name="connsiteX177" fmla="*/ 515024 w 12192000"/>
              <a:gd name="connsiteY177" fmla="*/ 2179258 h 2237474"/>
              <a:gd name="connsiteX178" fmla="*/ 512278 w 12192000"/>
              <a:gd name="connsiteY178" fmla="*/ 2176369 h 2237474"/>
              <a:gd name="connsiteX179" fmla="*/ 480419 w 12192000"/>
              <a:gd name="connsiteY179" fmla="*/ 2167807 h 2237474"/>
              <a:gd name="connsiteX180" fmla="*/ 413835 w 12192000"/>
              <a:gd name="connsiteY180" fmla="*/ 2156783 h 2237474"/>
              <a:gd name="connsiteX181" fmla="*/ 376513 w 12192000"/>
              <a:gd name="connsiteY181" fmla="*/ 2154014 h 2237474"/>
              <a:gd name="connsiteX182" fmla="*/ 273386 w 12192000"/>
              <a:gd name="connsiteY182" fmla="*/ 2142551 h 2237474"/>
              <a:gd name="connsiteX183" fmla="*/ 169207 w 12192000"/>
              <a:gd name="connsiteY183" fmla="*/ 2128100 h 2237474"/>
              <a:gd name="connsiteX184" fmla="*/ 93149 w 12192000"/>
              <a:gd name="connsiteY184" fmla="*/ 2105324 h 2237474"/>
              <a:gd name="connsiteX185" fmla="*/ 88109 w 12192000"/>
              <a:gd name="connsiteY185" fmla="*/ 2106704 h 2237474"/>
              <a:gd name="connsiteX186" fmla="*/ 80022 w 12192000"/>
              <a:gd name="connsiteY186" fmla="*/ 2107254 h 2237474"/>
              <a:gd name="connsiteX187" fmla="*/ 79717 w 12192000"/>
              <a:gd name="connsiteY187" fmla="*/ 2107046 h 2237474"/>
              <a:gd name="connsiteX188" fmla="*/ 72352 w 12192000"/>
              <a:gd name="connsiteY188" fmla="*/ 2107991 h 2237474"/>
              <a:gd name="connsiteX189" fmla="*/ 37645 w 12192000"/>
              <a:gd name="connsiteY189" fmla="*/ 2115401 h 2237474"/>
              <a:gd name="connsiteX190" fmla="*/ 4572 w 12192000"/>
              <a:gd name="connsiteY190" fmla="*/ 2111091 h 2237474"/>
              <a:gd name="connsiteX191" fmla="*/ 0 w 12192000"/>
              <a:gd name="connsiteY191" fmla="*/ 2110468 h 2237474"/>
              <a:gd name="connsiteX192" fmla="*/ 0 w 12192000"/>
              <a:gd name="connsiteY19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8975 w 12192000"/>
              <a:gd name="connsiteY12" fmla="*/ 755279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44189 w 12192000"/>
              <a:gd name="connsiteY24" fmla="*/ 938966 h 2237474"/>
              <a:gd name="connsiteX25" fmla="*/ 9500499 w 12192000"/>
              <a:gd name="connsiteY25" fmla="*/ 954680 h 2237474"/>
              <a:gd name="connsiteX26" fmla="*/ 9428195 w 12192000"/>
              <a:gd name="connsiteY26" fmla="*/ 986225 h 2237474"/>
              <a:gd name="connsiteX27" fmla="*/ 9410017 w 12192000"/>
              <a:gd name="connsiteY27" fmla="*/ 993931 h 2237474"/>
              <a:gd name="connsiteX28" fmla="*/ 9392919 w 12192000"/>
              <a:gd name="connsiteY28" fmla="*/ 994656 h 2237474"/>
              <a:gd name="connsiteX29" fmla="*/ 9278619 w 12192000"/>
              <a:gd name="connsiteY29" fmla="*/ 1011878 h 2237474"/>
              <a:gd name="connsiteX30" fmla="*/ 9268019 w 12192000"/>
              <a:gd name="connsiteY30" fmla="*/ 1007442 h 2237474"/>
              <a:gd name="connsiteX31" fmla="*/ 9234662 w 12192000"/>
              <a:gd name="connsiteY31" fmla="*/ 1023056 h 2237474"/>
              <a:gd name="connsiteX32" fmla="*/ 9181033 w 12192000"/>
              <a:gd name="connsiteY32" fmla="*/ 1037921 h 2237474"/>
              <a:gd name="connsiteX33" fmla="*/ 9155969 w 12192000"/>
              <a:gd name="connsiteY33" fmla="*/ 1046804 h 2237474"/>
              <a:gd name="connsiteX34" fmla="*/ 9133985 w 12192000"/>
              <a:gd name="connsiteY34" fmla="*/ 1046450 h 2237474"/>
              <a:gd name="connsiteX35" fmla="*/ 9003462 w 12192000"/>
              <a:gd name="connsiteY35" fmla="*/ 1042406 h 2237474"/>
              <a:gd name="connsiteX36" fmla="*/ 8968445 w 12192000"/>
              <a:gd name="connsiteY36" fmla="*/ 1052169 h 2237474"/>
              <a:gd name="connsiteX37" fmla="*/ 8886001 w 12192000"/>
              <a:gd name="connsiteY37" fmla="*/ 1067468 h 2237474"/>
              <a:gd name="connsiteX38" fmla="*/ 8838610 w 12192000"/>
              <a:gd name="connsiteY38" fmla="*/ 1075091 h 2237474"/>
              <a:gd name="connsiteX39" fmla="*/ 8750383 w 12192000"/>
              <a:gd name="connsiteY39" fmla="*/ 1097387 h 2237474"/>
              <a:gd name="connsiteX40" fmla="*/ 8665605 w 12192000"/>
              <a:gd name="connsiteY40" fmla="*/ 1110791 h 2237474"/>
              <a:gd name="connsiteX41" fmla="*/ 8584946 w 12192000"/>
              <a:gd name="connsiteY41" fmla="*/ 1135226 h 2237474"/>
              <a:gd name="connsiteX42" fmla="*/ 8460755 w 12192000"/>
              <a:gd name="connsiteY42" fmla="*/ 1203427 h 2237474"/>
              <a:gd name="connsiteX43" fmla="*/ 8419755 w 12192000"/>
              <a:gd name="connsiteY43" fmla="*/ 1216260 h 2237474"/>
              <a:gd name="connsiteX44" fmla="*/ 8411626 w 12192000"/>
              <a:gd name="connsiteY44" fmla="*/ 1214397 h 2237474"/>
              <a:gd name="connsiteX45" fmla="*/ 8363469 w 12192000"/>
              <a:gd name="connsiteY45" fmla="*/ 1246658 h 2237474"/>
              <a:gd name="connsiteX46" fmla="*/ 8275497 w 12192000"/>
              <a:gd name="connsiteY46" fmla="*/ 1264396 h 2237474"/>
              <a:gd name="connsiteX47" fmla="*/ 8206287 w 12192000"/>
              <a:gd name="connsiteY47" fmla="*/ 1273060 h 2237474"/>
              <a:gd name="connsiteX48" fmla="*/ 8139997 w 12192000"/>
              <a:gd name="connsiteY48" fmla="*/ 1282713 h 2237474"/>
              <a:gd name="connsiteX49" fmla="*/ 8074238 w 12192000"/>
              <a:gd name="connsiteY49" fmla="*/ 1301895 h 2237474"/>
              <a:gd name="connsiteX50" fmla="*/ 7942099 w 12192000"/>
              <a:gd name="connsiteY50" fmla="*/ 1336332 h 2237474"/>
              <a:gd name="connsiteX51" fmla="*/ 7902328 w 12192000"/>
              <a:gd name="connsiteY51" fmla="*/ 1345865 h 2237474"/>
              <a:gd name="connsiteX52" fmla="*/ 7840612 w 12192000"/>
              <a:gd name="connsiteY52" fmla="*/ 1369373 h 2237474"/>
              <a:gd name="connsiteX53" fmla="*/ 7786819 w 12192000"/>
              <a:gd name="connsiteY53" fmla="*/ 1378970 h 2237474"/>
              <a:gd name="connsiteX54" fmla="*/ 7548172 w 12192000"/>
              <a:gd name="connsiteY54" fmla="*/ 1417460 h 2237474"/>
              <a:gd name="connsiteX55" fmla="*/ 7483437 w 12192000"/>
              <a:gd name="connsiteY55" fmla="*/ 1478152 h 2237474"/>
              <a:gd name="connsiteX56" fmla="*/ 7377870 w 12192000"/>
              <a:gd name="connsiteY56" fmla="*/ 1523319 h 2237474"/>
              <a:gd name="connsiteX57" fmla="*/ 7230737 w 12192000"/>
              <a:gd name="connsiteY57" fmla="*/ 1562633 h 2237474"/>
              <a:gd name="connsiteX58" fmla="*/ 7224458 w 12192000"/>
              <a:gd name="connsiteY58" fmla="*/ 1573008 h 2237474"/>
              <a:gd name="connsiteX59" fmla="*/ 7183121 w 12192000"/>
              <a:gd name="connsiteY59" fmla="*/ 1595162 h 2237474"/>
              <a:gd name="connsiteX60" fmla="*/ 7164601 w 12192000"/>
              <a:gd name="connsiteY60" fmla="*/ 1606490 h 2237474"/>
              <a:gd name="connsiteX61" fmla="*/ 7031309 w 12192000"/>
              <a:gd name="connsiteY61" fmla="*/ 1619451 h 2237474"/>
              <a:gd name="connsiteX62" fmla="*/ 6900177 w 12192000"/>
              <a:gd name="connsiteY62" fmla="*/ 1636016 h 2237474"/>
              <a:gd name="connsiteX63" fmla="*/ 6795372 w 12192000"/>
              <a:gd name="connsiteY63" fmla="*/ 1644845 h 2237474"/>
              <a:gd name="connsiteX64" fmla="*/ 6692251 w 12192000"/>
              <a:gd name="connsiteY64" fmla="*/ 1656357 h 2237474"/>
              <a:gd name="connsiteX65" fmla="*/ 6655235 w 12192000"/>
              <a:gd name="connsiteY65" fmla="*/ 1661869 h 2237474"/>
              <a:gd name="connsiteX66" fmla="*/ 6554894 w 12192000"/>
              <a:gd name="connsiteY66" fmla="*/ 1664428 h 2237474"/>
              <a:gd name="connsiteX67" fmla="*/ 6516595 w 12192000"/>
              <a:gd name="connsiteY67" fmla="*/ 1667475 h 2237474"/>
              <a:gd name="connsiteX68" fmla="*/ 6508541 w 12192000"/>
              <a:gd name="connsiteY68" fmla="*/ 1668757 h 2237474"/>
              <a:gd name="connsiteX69" fmla="*/ 6471012 w 12192000"/>
              <a:gd name="connsiteY69" fmla="*/ 1678604 h 2237474"/>
              <a:gd name="connsiteX70" fmla="*/ 6364035 w 12192000"/>
              <a:gd name="connsiteY70" fmla="*/ 1667683 h 2237474"/>
              <a:gd name="connsiteX71" fmla="*/ 6280959 w 12192000"/>
              <a:gd name="connsiteY71" fmla="*/ 1689329 h 2237474"/>
              <a:gd name="connsiteX72" fmla="*/ 6243319 w 12192000"/>
              <a:gd name="connsiteY72" fmla="*/ 1695560 h 2237474"/>
              <a:gd name="connsiteX73" fmla="*/ 6098321 w 12192000"/>
              <a:gd name="connsiteY73" fmla="*/ 1721646 h 2237474"/>
              <a:gd name="connsiteX74" fmla="*/ 5880652 w 12192000"/>
              <a:gd name="connsiteY74" fmla="*/ 1779643 h 2237474"/>
              <a:gd name="connsiteX75" fmla="*/ 5785959 w 12192000"/>
              <a:gd name="connsiteY75" fmla="*/ 1775307 h 2237474"/>
              <a:gd name="connsiteX76" fmla="*/ 5643534 w 12192000"/>
              <a:gd name="connsiteY76" fmla="*/ 1802919 h 2237474"/>
              <a:gd name="connsiteX77" fmla="*/ 5518799 w 12192000"/>
              <a:gd name="connsiteY77" fmla="*/ 1818312 h 2237474"/>
              <a:gd name="connsiteX78" fmla="*/ 5505014 w 12192000"/>
              <a:gd name="connsiteY78" fmla="*/ 1819259 h 2237474"/>
              <a:gd name="connsiteX79" fmla="*/ 5453307 w 12192000"/>
              <a:gd name="connsiteY79" fmla="*/ 1815450 h 2237474"/>
              <a:gd name="connsiteX80" fmla="*/ 5221533 w 12192000"/>
              <a:gd name="connsiteY80" fmla="*/ 1846950 h 2237474"/>
              <a:gd name="connsiteX81" fmla="*/ 5149802 w 12192000"/>
              <a:gd name="connsiteY81" fmla="*/ 1844846 h 2237474"/>
              <a:gd name="connsiteX82" fmla="*/ 5114927 w 12192000"/>
              <a:gd name="connsiteY82" fmla="*/ 1847827 h 2237474"/>
              <a:gd name="connsiteX83" fmla="*/ 5108970 w 12192000"/>
              <a:gd name="connsiteY83" fmla="*/ 1847935 h 2237474"/>
              <a:gd name="connsiteX84" fmla="*/ 5067961 w 12192000"/>
              <a:gd name="connsiteY84" fmla="*/ 1845917 h 2237474"/>
              <a:gd name="connsiteX85" fmla="*/ 5007075 w 12192000"/>
              <a:gd name="connsiteY85" fmla="*/ 1838626 h 2237474"/>
              <a:gd name="connsiteX86" fmla="*/ 4944087 w 12192000"/>
              <a:gd name="connsiteY86" fmla="*/ 1823332 h 2237474"/>
              <a:gd name="connsiteX87" fmla="*/ 4907662 w 12192000"/>
              <a:gd name="connsiteY87" fmla="*/ 1816900 h 2237474"/>
              <a:gd name="connsiteX88" fmla="*/ 4882386 w 12192000"/>
              <a:gd name="connsiteY88" fmla="*/ 1809844 h 2237474"/>
              <a:gd name="connsiteX89" fmla="*/ 4811440 w 12192000"/>
              <a:gd name="connsiteY89" fmla="*/ 1804655 h 2237474"/>
              <a:gd name="connsiteX90" fmla="*/ 4691075 w 12192000"/>
              <a:gd name="connsiteY90" fmla="*/ 1801389 h 2237474"/>
              <a:gd name="connsiteX91" fmla="*/ 4611738 w 12192000"/>
              <a:gd name="connsiteY91" fmla="*/ 1776964 h 2237474"/>
              <a:gd name="connsiteX92" fmla="*/ 4560070 w 12192000"/>
              <a:gd name="connsiteY92" fmla="*/ 1785640 h 2237474"/>
              <a:gd name="connsiteX93" fmla="*/ 4536503 w 12192000"/>
              <a:gd name="connsiteY93" fmla="*/ 1785334 h 2237474"/>
              <a:gd name="connsiteX94" fmla="*/ 4513724 w 12192000"/>
              <a:gd name="connsiteY94" fmla="*/ 1791996 h 2237474"/>
              <a:gd name="connsiteX95" fmla="*/ 4459810 w 12192000"/>
              <a:gd name="connsiteY95" fmla="*/ 1797886 h 2237474"/>
              <a:gd name="connsiteX96" fmla="*/ 4379064 w 12192000"/>
              <a:gd name="connsiteY96" fmla="*/ 1817177 h 2237474"/>
              <a:gd name="connsiteX97" fmla="*/ 4290981 w 12192000"/>
              <a:gd name="connsiteY97" fmla="*/ 1839677 h 2237474"/>
              <a:gd name="connsiteX98" fmla="*/ 4238372 w 12192000"/>
              <a:gd name="connsiteY98" fmla="*/ 1851480 h 2237474"/>
              <a:gd name="connsiteX99" fmla="*/ 4232517 w 12192000"/>
              <a:gd name="connsiteY99" fmla="*/ 1852567 h 2237474"/>
              <a:gd name="connsiteX100" fmla="*/ 4191732 w 12192000"/>
              <a:gd name="connsiteY100" fmla="*/ 1857328 h 2237474"/>
              <a:gd name="connsiteX101" fmla="*/ 4065532 w 12192000"/>
              <a:gd name="connsiteY101" fmla="*/ 1855477 h 2237474"/>
              <a:gd name="connsiteX102" fmla="*/ 4028460 w 12192000"/>
              <a:gd name="connsiteY102" fmla="*/ 1855137 h 2237474"/>
              <a:gd name="connsiteX103" fmla="*/ 4002267 w 12192000"/>
              <a:gd name="connsiteY103" fmla="*/ 1852352 h 2237474"/>
              <a:gd name="connsiteX104" fmla="*/ 3931396 w 12192000"/>
              <a:gd name="connsiteY104" fmla="*/ 1858915 h 2237474"/>
              <a:gd name="connsiteX105" fmla="*/ 3812162 w 12192000"/>
              <a:gd name="connsiteY105" fmla="*/ 1875501 h 2237474"/>
              <a:gd name="connsiteX106" fmla="*/ 3729530 w 12192000"/>
              <a:gd name="connsiteY106" fmla="*/ 1864513 h 2237474"/>
              <a:gd name="connsiteX107" fmla="*/ 3680177 w 12192000"/>
              <a:gd name="connsiteY107" fmla="*/ 1881552 h 2237474"/>
              <a:gd name="connsiteX108" fmla="*/ 3567259 w 12192000"/>
              <a:gd name="connsiteY108" fmla="*/ 1893482 h 2237474"/>
              <a:gd name="connsiteX109" fmla="*/ 3405770 w 12192000"/>
              <a:gd name="connsiteY109" fmla="*/ 1904591 h 2237474"/>
              <a:gd name="connsiteX110" fmla="*/ 3280097 w 12192000"/>
              <a:gd name="connsiteY110" fmla="*/ 1919610 h 2237474"/>
              <a:gd name="connsiteX111" fmla="*/ 3123424 w 12192000"/>
              <a:gd name="connsiteY111" fmla="*/ 1952930 h 2237474"/>
              <a:gd name="connsiteX112" fmla="*/ 3009910 w 12192000"/>
              <a:gd name="connsiteY112" fmla="*/ 1957866 h 2237474"/>
              <a:gd name="connsiteX113" fmla="*/ 2995934 w 12192000"/>
              <a:gd name="connsiteY113" fmla="*/ 1967085 h 2237474"/>
              <a:gd name="connsiteX114" fmla="*/ 2980071 w 12192000"/>
              <a:gd name="connsiteY114" fmla="*/ 1972988 h 2237474"/>
              <a:gd name="connsiteX115" fmla="*/ 2978094 w 12192000"/>
              <a:gd name="connsiteY115" fmla="*/ 1972369 h 2237474"/>
              <a:gd name="connsiteX116" fmla="*/ 2942858 w 12192000"/>
              <a:gd name="connsiteY116" fmla="*/ 1981367 h 2237474"/>
              <a:gd name="connsiteX117" fmla="*/ 2875436 w 12192000"/>
              <a:gd name="connsiteY117" fmla="*/ 1996977 h 2237474"/>
              <a:gd name="connsiteX118" fmla="*/ 2874892 w 12192000"/>
              <a:gd name="connsiteY118" fmla="*/ 1996085 h 2237474"/>
              <a:gd name="connsiteX119" fmla="*/ 2864145 w 12192000"/>
              <a:gd name="connsiteY119" fmla="*/ 1994061 h 2237474"/>
              <a:gd name="connsiteX120" fmla="*/ 2843662 w 12192000"/>
              <a:gd name="connsiteY120" fmla="*/ 1992498 h 2237474"/>
              <a:gd name="connsiteX121" fmla="*/ 2796128 w 12192000"/>
              <a:gd name="connsiteY121" fmla="*/ 1976403 h 2237474"/>
              <a:gd name="connsiteX122" fmla="*/ 2756784 w 12192000"/>
              <a:gd name="connsiteY122" fmla="*/ 1985116 h 2237474"/>
              <a:gd name="connsiteX123" fmla="*/ 2748833 w 12192000"/>
              <a:gd name="connsiteY123" fmla="*/ 1986323 h 2237474"/>
              <a:gd name="connsiteX124" fmla="*/ 2748661 w 12192000"/>
              <a:gd name="connsiteY124" fmla="*/ 1986122 h 2237474"/>
              <a:gd name="connsiteX125" fmla="*/ 2740251 w 12192000"/>
              <a:gd name="connsiteY125" fmla="*/ 1986946 h 2237474"/>
              <a:gd name="connsiteX126" fmla="*/ 2718916 w 12192000"/>
              <a:gd name="connsiteY126" fmla="*/ 1990867 h 2237474"/>
              <a:gd name="connsiteX127" fmla="*/ 2713522 w 12192000"/>
              <a:gd name="connsiteY127" fmla="*/ 1990173 h 2237474"/>
              <a:gd name="connsiteX128" fmla="*/ 2680597 w 12192000"/>
              <a:gd name="connsiteY128" fmla="*/ 1984996 h 2237474"/>
              <a:gd name="connsiteX129" fmla="*/ 2578178 w 12192000"/>
              <a:gd name="connsiteY129" fmla="*/ 1990531 h 2237474"/>
              <a:gd name="connsiteX130" fmla="*/ 2476147 w 12192000"/>
              <a:gd name="connsiteY130" fmla="*/ 1998305 h 2237474"/>
              <a:gd name="connsiteX131" fmla="*/ 2373568 w 12192000"/>
              <a:gd name="connsiteY131" fmla="*/ 2003219 h 2237474"/>
              <a:gd name="connsiteX132" fmla="*/ 2321399 w 12192000"/>
              <a:gd name="connsiteY132" fmla="*/ 1989467 h 2237474"/>
              <a:gd name="connsiteX133" fmla="*/ 2315525 w 12192000"/>
              <a:gd name="connsiteY133" fmla="*/ 1989708 h 2237474"/>
              <a:gd name="connsiteX134" fmla="*/ 2300792 w 12192000"/>
              <a:gd name="connsiteY134" fmla="*/ 1994290 h 2237474"/>
              <a:gd name="connsiteX135" fmla="*/ 2295469 w 12192000"/>
              <a:gd name="connsiteY135" fmla="*/ 1996659 h 2237474"/>
              <a:gd name="connsiteX136" fmla="*/ 2287219 w 12192000"/>
              <a:gd name="connsiteY136" fmla="*/ 1998750 h 2237474"/>
              <a:gd name="connsiteX137" fmla="*/ 2286948 w 12192000"/>
              <a:gd name="connsiteY137" fmla="*/ 1998596 h 2237474"/>
              <a:gd name="connsiteX138" fmla="*/ 2243069 w 12192000"/>
              <a:gd name="connsiteY138" fmla="*/ 2015111 h 2237474"/>
              <a:gd name="connsiteX139" fmla="*/ 2186609 w 12192000"/>
              <a:gd name="connsiteY139" fmla="*/ 2008263 h 2237474"/>
              <a:gd name="connsiteX140" fmla="*/ 2164831 w 12192000"/>
              <a:gd name="connsiteY140" fmla="*/ 2010143 h 2237474"/>
              <a:gd name="connsiteX141" fmla="*/ 2152836 w 12192000"/>
              <a:gd name="connsiteY141" fmla="*/ 2010048 h 2237474"/>
              <a:gd name="connsiteX142" fmla="*/ 2117102 w 12192000"/>
              <a:gd name="connsiteY142" fmla="*/ 2023004 h 2237474"/>
              <a:gd name="connsiteX143" fmla="*/ 2111935 w 12192000"/>
              <a:gd name="connsiteY143" fmla="*/ 2023163 h 2237474"/>
              <a:gd name="connsiteX144" fmla="*/ 2089991 w 12192000"/>
              <a:gd name="connsiteY144" fmla="*/ 2034193 h 2237474"/>
              <a:gd name="connsiteX145" fmla="*/ 2058061 w 12192000"/>
              <a:gd name="connsiteY145" fmla="*/ 2047942 h 2237474"/>
              <a:gd name="connsiteX146" fmla="*/ 2055737 w 12192000"/>
              <a:gd name="connsiteY146" fmla="*/ 2047704 h 2237474"/>
              <a:gd name="connsiteX147" fmla="*/ 2042244 w 12192000"/>
              <a:gd name="connsiteY147" fmla="*/ 2055560 h 2237474"/>
              <a:gd name="connsiteX148" fmla="*/ 1976224 w 12192000"/>
              <a:gd name="connsiteY148" fmla="*/ 2074257 h 2237474"/>
              <a:gd name="connsiteX149" fmla="*/ 1877728 w 12192000"/>
              <a:gd name="connsiteY149" fmla="*/ 2101004 h 2237474"/>
              <a:gd name="connsiteX150" fmla="*/ 1759056 w 12192000"/>
              <a:gd name="connsiteY150" fmla="*/ 2125608 h 2237474"/>
              <a:gd name="connsiteX151" fmla="*/ 1637948 w 12192000"/>
              <a:gd name="connsiteY151" fmla="*/ 2172597 h 2237474"/>
              <a:gd name="connsiteX152" fmla="*/ 1434549 w 12192000"/>
              <a:gd name="connsiteY152" fmla="*/ 2234522 h 2237474"/>
              <a:gd name="connsiteX153" fmla="*/ 1398481 w 12192000"/>
              <a:gd name="connsiteY153" fmla="*/ 2237074 h 2237474"/>
              <a:gd name="connsiteX154" fmla="*/ 1398407 w 12192000"/>
              <a:gd name="connsiteY154" fmla="*/ 2237095 h 2237474"/>
              <a:gd name="connsiteX155" fmla="*/ 1370962 w 12192000"/>
              <a:gd name="connsiteY155" fmla="*/ 2237474 h 2237474"/>
              <a:gd name="connsiteX156" fmla="*/ 1356367 w 12192000"/>
              <a:gd name="connsiteY156" fmla="*/ 2235089 h 2237474"/>
              <a:gd name="connsiteX157" fmla="*/ 1324828 w 12192000"/>
              <a:gd name="connsiteY157" fmla="*/ 2231968 h 2237474"/>
              <a:gd name="connsiteX158" fmla="*/ 1297744 w 12192000"/>
              <a:gd name="connsiteY158" fmla="*/ 2235849 h 2237474"/>
              <a:gd name="connsiteX159" fmla="*/ 1286236 w 12192000"/>
              <a:gd name="connsiteY159" fmla="*/ 2233135 h 2237474"/>
              <a:gd name="connsiteX160" fmla="*/ 1283504 w 12192000"/>
              <a:gd name="connsiteY160" fmla="*/ 2233797 h 2237474"/>
              <a:gd name="connsiteX161" fmla="*/ 1279765 w 12192000"/>
              <a:gd name="connsiteY161" fmla="*/ 2229639 h 2237474"/>
              <a:gd name="connsiteX162" fmla="*/ 1195347 w 12192000"/>
              <a:gd name="connsiteY162" fmla="*/ 2212354 h 2237474"/>
              <a:gd name="connsiteX163" fmla="*/ 970251 w 12192000"/>
              <a:gd name="connsiteY163" fmla="*/ 2221029 h 2237474"/>
              <a:gd name="connsiteX164" fmla="*/ 812914 w 12192000"/>
              <a:gd name="connsiteY164" fmla="*/ 2202752 h 2237474"/>
              <a:gd name="connsiteX165" fmla="*/ 800195 w 12192000"/>
              <a:gd name="connsiteY165" fmla="*/ 2209407 h 2237474"/>
              <a:gd name="connsiteX166" fmla="*/ 784978 w 12192000"/>
              <a:gd name="connsiteY166" fmla="*/ 2212360 h 2237474"/>
              <a:gd name="connsiteX167" fmla="*/ 681987 w 12192000"/>
              <a:gd name="connsiteY167" fmla="*/ 2216757 h 2237474"/>
              <a:gd name="connsiteX168" fmla="*/ 669923 w 12192000"/>
              <a:gd name="connsiteY168" fmla="*/ 2211682 h 2237474"/>
              <a:gd name="connsiteX169" fmla="*/ 648680 w 12192000"/>
              <a:gd name="connsiteY169" fmla="*/ 2206229 h 2237474"/>
              <a:gd name="connsiteX170" fmla="*/ 597225 w 12192000"/>
              <a:gd name="connsiteY170" fmla="*/ 2180999 h 2237474"/>
              <a:gd name="connsiteX171" fmla="*/ 558449 w 12192000"/>
              <a:gd name="connsiteY171" fmla="*/ 2182346 h 2237474"/>
              <a:gd name="connsiteX172" fmla="*/ 550517 w 12192000"/>
              <a:gd name="connsiteY172" fmla="*/ 2182060 h 2237474"/>
              <a:gd name="connsiteX173" fmla="*/ 550309 w 12192000"/>
              <a:gd name="connsiteY173" fmla="*/ 2181825 h 2237474"/>
              <a:gd name="connsiteX174" fmla="*/ 541836 w 12192000"/>
              <a:gd name="connsiteY174" fmla="*/ 2181063 h 2237474"/>
              <a:gd name="connsiteX175" fmla="*/ 536057 w 12192000"/>
              <a:gd name="connsiteY175" fmla="*/ 2181537 h 2237474"/>
              <a:gd name="connsiteX176" fmla="*/ 520671 w 12192000"/>
              <a:gd name="connsiteY176" fmla="*/ 2180980 h 2237474"/>
              <a:gd name="connsiteX177" fmla="*/ 515024 w 12192000"/>
              <a:gd name="connsiteY177" fmla="*/ 2179258 h 2237474"/>
              <a:gd name="connsiteX178" fmla="*/ 512278 w 12192000"/>
              <a:gd name="connsiteY178" fmla="*/ 2176369 h 2237474"/>
              <a:gd name="connsiteX179" fmla="*/ 480419 w 12192000"/>
              <a:gd name="connsiteY179" fmla="*/ 2167807 h 2237474"/>
              <a:gd name="connsiteX180" fmla="*/ 413835 w 12192000"/>
              <a:gd name="connsiteY180" fmla="*/ 2156783 h 2237474"/>
              <a:gd name="connsiteX181" fmla="*/ 376513 w 12192000"/>
              <a:gd name="connsiteY181" fmla="*/ 2154014 h 2237474"/>
              <a:gd name="connsiteX182" fmla="*/ 273386 w 12192000"/>
              <a:gd name="connsiteY182" fmla="*/ 2142551 h 2237474"/>
              <a:gd name="connsiteX183" fmla="*/ 169207 w 12192000"/>
              <a:gd name="connsiteY183" fmla="*/ 2128100 h 2237474"/>
              <a:gd name="connsiteX184" fmla="*/ 93149 w 12192000"/>
              <a:gd name="connsiteY184" fmla="*/ 2105324 h 2237474"/>
              <a:gd name="connsiteX185" fmla="*/ 88109 w 12192000"/>
              <a:gd name="connsiteY185" fmla="*/ 2106704 h 2237474"/>
              <a:gd name="connsiteX186" fmla="*/ 80022 w 12192000"/>
              <a:gd name="connsiteY186" fmla="*/ 2107254 h 2237474"/>
              <a:gd name="connsiteX187" fmla="*/ 79717 w 12192000"/>
              <a:gd name="connsiteY187" fmla="*/ 2107046 h 2237474"/>
              <a:gd name="connsiteX188" fmla="*/ 72352 w 12192000"/>
              <a:gd name="connsiteY188" fmla="*/ 2107991 h 2237474"/>
              <a:gd name="connsiteX189" fmla="*/ 37645 w 12192000"/>
              <a:gd name="connsiteY189" fmla="*/ 2115401 h 2237474"/>
              <a:gd name="connsiteX190" fmla="*/ 4572 w 12192000"/>
              <a:gd name="connsiteY190" fmla="*/ 2111091 h 2237474"/>
              <a:gd name="connsiteX191" fmla="*/ 0 w 12192000"/>
              <a:gd name="connsiteY191" fmla="*/ 2110468 h 2237474"/>
              <a:gd name="connsiteX192" fmla="*/ 0 w 12192000"/>
              <a:gd name="connsiteY19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44189 w 12192000"/>
              <a:gd name="connsiteY24" fmla="*/ 938966 h 2237474"/>
              <a:gd name="connsiteX25" fmla="*/ 9500499 w 12192000"/>
              <a:gd name="connsiteY25" fmla="*/ 954680 h 2237474"/>
              <a:gd name="connsiteX26" fmla="*/ 9428195 w 12192000"/>
              <a:gd name="connsiteY26" fmla="*/ 986225 h 2237474"/>
              <a:gd name="connsiteX27" fmla="*/ 9410017 w 12192000"/>
              <a:gd name="connsiteY27" fmla="*/ 993931 h 2237474"/>
              <a:gd name="connsiteX28" fmla="*/ 9392919 w 12192000"/>
              <a:gd name="connsiteY28" fmla="*/ 994656 h 2237474"/>
              <a:gd name="connsiteX29" fmla="*/ 9278619 w 12192000"/>
              <a:gd name="connsiteY29" fmla="*/ 1011878 h 2237474"/>
              <a:gd name="connsiteX30" fmla="*/ 9268019 w 12192000"/>
              <a:gd name="connsiteY30" fmla="*/ 1007442 h 2237474"/>
              <a:gd name="connsiteX31" fmla="*/ 9234662 w 12192000"/>
              <a:gd name="connsiteY31" fmla="*/ 1023056 h 2237474"/>
              <a:gd name="connsiteX32" fmla="*/ 9181033 w 12192000"/>
              <a:gd name="connsiteY32" fmla="*/ 1037921 h 2237474"/>
              <a:gd name="connsiteX33" fmla="*/ 9155969 w 12192000"/>
              <a:gd name="connsiteY33" fmla="*/ 1046804 h 2237474"/>
              <a:gd name="connsiteX34" fmla="*/ 9133985 w 12192000"/>
              <a:gd name="connsiteY34" fmla="*/ 1046450 h 2237474"/>
              <a:gd name="connsiteX35" fmla="*/ 9003462 w 12192000"/>
              <a:gd name="connsiteY35" fmla="*/ 1042406 h 2237474"/>
              <a:gd name="connsiteX36" fmla="*/ 8968445 w 12192000"/>
              <a:gd name="connsiteY36" fmla="*/ 1052169 h 2237474"/>
              <a:gd name="connsiteX37" fmla="*/ 8886001 w 12192000"/>
              <a:gd name="connsiteY37" fmla="*/ 1067468 h 2237474"/>
              <a:gd name="connsiteX38" fmla="*/ 8838610 w 12192000"/>
              <a:gd name="connsiteY38" fmla="*/ 1075091 h 2237474"/>
              <a:gd name="connsiteX39" fmla="*/ 8750383 w 12192000"/>
              <a:gd name="connsiteY39" fmla="*/ 1097387 h 2237474"/>
              <a:gd name="connsiteX40" fmla="*/ 8665605 w 12192000"/>
              <a:gd name="connsiteY40" fmla="*/ 1110791 h 2237474"/>
              <a:gd name="connsiteX41" fmla="*/ 8584946 w 12192000"/>
              <a:gd name="connsiteY41" fmla="*/ 1135226 h 2237474"/>
              <a:gd name="connsiteX42" fmla="*/ 8460755 w 12192000"/>
              <a:gd name="connsiteY42" fmla="*/ 1203427 h 2237474"/>
              <a:gd name="connsiteX43" fmla="*/ 8419755 w 12192000"/>
              <a:gd name="connsiteY43" fmla="*/ 1216260 h 2237474"/>
              <a:gd name="connsiteX44" fmla="*/ 8411626 w 12192000"/>
              <a:gd name="connsiteY44" fmla="*/ 1214397 h 2237474"/>
              <a:gd name="connsiteX45" fmla="*/ 8363469 w 12192000"/>
              <a:gd name="connsiteY45" fmla="*/ 1246658 h 2237474"/>
              <a:gd name="connsiteX46" fmla="*/ 8275497 w 12192000"/>
              <a:gd name="connsiteY46" fmla="*/ 1264396 h 2237474"/>
              <a:gd name="connsiteX47" fmla="*/ 8206287 w 12192000"/>
              <a:gd name="connsiteY47" fmla="*/ 1273060 h 2237474"/>
              <a:gd name="connsiteX48" fmla="*/ 8139997 w 12192000"/>
              <a:gd name="connsiteY48" fmla="*/ 1282713 h 2237474"/>
              <a:gd name="connsiteX49" fmla="*/ 8074238 w 12192000"/>
              <a:gd name="connsiteY49" fmla="*/ 1301895 h 2237474"/>
              <a:gd name="connsiteX50" fmla="*/ 7942099 w 12192000"/>
              <a:gd name="connsiteY50" fmla="*/ 1336332 h 2237474"/>
              <a:gd name="connsiteX51" fmla="*/ 7902328 w 12192000"/>
              <a:gd name="connsiteY51" fmla="*/ 1345865 h 2237474"/>
              <a:gd name="connsiteX52" fmla="*/ 7840612 w 12192000"/>
              <a:gd name="connsiteY52" fmla="*/ 1369373 h 2237474"/>
              <a:gd name="connsiteX53" fmla="*/ 7786819 w 12192000"/>
              <a:gd name="connsiteY53" fmla="*/ 1378970 h 2237474"/>
              <a:gd name="connsiteX54" fmla="*/ 7548172 w 12192000"/>
              <a:gd name="connsiteY54" fmla="*/ 1417460 h 2237474"/>
              <a:gd name="connsiteX55" fmla="*/ 7483437 w 12192000"/>
              <a:gd name="connsiteY55" fmla="*/ 1478152 h 2237474"/>
              <a:gd name="connsiteX56" fmla="*/ 7377870 w 12192000"/>
              <a:gd name="connsiteY56" fmla="*/ 1523319 h 2237474"/>
              <a:gd name="connsiteX57" fmla="*/ 7230737 w 12192000"/>
              <a:gd name="connsiteY57" fmla="*/ 1562633 h 2237474"/>
              <a:gd name="connsiteX58" fmla="*/ 7224458 w 12192000"/>
              <a:gd name="connsiteY58" fmla="*/ 1573008 h 2237474"/>
              <a:gd name="connsiteX59" fmla="*/ 7183121 w 12192000"/>
              <a:gd name="connsiteY59" fmla="*/ 1595162 h 2237474"/>
              <a:gd name="connsiteX60" fmla="*/ 7164601 w 12192000"/>
              <a:gd name="connsiteY60" fmla="*/ 1606490 h 2237474"/>
              <a:gd name="connsiteX61" fmla="*/ 7031309 w 12192000"/>
              <a:gd name="connsiteY61" fmla="*/ 1619451 h 2237474"/>
              <a:gd name="connsiteX62" fmla="*/ 6900177 w 12192000"/>
              <a:gd name="connsiteY62" fmla="*/ 1636016 h 2237474"/>
              <a:gd name="connsiteX63" fmla="*/ 6795372 w 12192000"/>
              <a:gd name="connsiteY63" fmla="*/ 1644845 h 2237474"/>
              <a:gd name="connsiteX64" fmla="*/ 6692251 w 12192000"/>
              <a:gd name="connsiteY64" fmla="*/ 1656357 h 2237474"/>
              <a:gd name="connsiteX65" fmla="*/ 6655235 w 12192000"/>
              <a:gd name="connsiteY65" fmla="*/ 1661869 h 2237474"/>
              <a:gd name="connsiteX66" fmla="*/ 6554894 w 12192000"/>
              <a:gd name="connsiteY66" fmla="*/ 1664428 h 2237474"/>
              <a:gd name="connsiteX67" fmla="*/ 6516595 w 12192000"/>
              <a:gd name="connsiteY67" fmla="*/ 1667475 h 2237474"/>
              <a:gd name="connsiteX68" fmla="*/ 6508541 w 12192000"/>
              <a:gd name="connsiteY68" fmla="*/ 1668757 h 2237474"/>
              <a:gd name="connsiteX69" fmla="*/ 6471012 w 12192000"/>
              <a:gd name="connsiteY69" fmla="*/ 1678604 h 2237474"/>
              <a:gd name="connsiteX70" fmla="*/ 6364035 w 12192000"/>
              <a:gd name="connsiteY70" fmla="*/ 1667683 h 2237474"/>
              <a:gd name="connsiteX71" fmla="*/ 6280959 w 12192000"/>
              <a:gd name="connsiteY71" fmla="*/ 1689329 h 2237474"/>
              <a:gd name="connsiteX72" fmla="*/ 6243319 w 12192000"/>
              <a:gd name="connsiteY72" fmla="*/ 1695560 h 2237474"/>
              <a:gd name="connsiteX73" fmla="*/ 6098321 w 12192000"/>
              <a:gd name="connsiteY73" fmla="*/ 1721646 h 2237474"/>
              <a:gd name="connsiteX74" fmla="*/ 5880652 w 12192000"/>
              <a:gd name="connsiteY74" fmla="*/ 1779643 h 2237474"/>
              <a:gd name="connsiteX75" fmla="*/ 5785959 w 12192000"/>
              <a:gd name="connsiteY75" fmla="*/ 1775307 h 2237474"/>
              <a:gd name="connsiteX76" fmla="*/ 5643534 w 12192000"/>
              <a:gd name="connsiteY76" fmla="*/ 1802919 h 2237474"/>
              <a:gd name="connsiteX77" fmla="*/ 5518799 w 12192000"/>
              <a:gd name="connsiteY77" fmla="*/ 1818312 h 2237474"/>
              <a:gd name="connsiteX78" fmla="*/ 5505014 w 12192000"/>
              <a:gd name="connsiteY78" fmla="*/ 1819259 h 2237474"/>
              <a:gd name="connsiteX79" fmla="*/ 5453307 w 12192000"/>
              <a:gd name="connsiteY79" fmla="*/ 1815450 h 2237474"/>
              <a:gd name="connsiteX80" fmla="*/ 5221533 w 12192000"/>
              <a:gd name="connsiteY80" fmla="*/ 1846950 h 2237474"/>
              <a:gd name="connsiteX81" fmla="*/ 5149802 w 12192000"/>
              <a:gd name="connsiteY81" fmla="*/ 1844846 h 2237474"/>
              <a:gd name="connsiteX82" fmla="*/ 5114927 w 12192000"/>
              <a:gd name="connsiteY82" fmla="*/ 1847827 h 2237474"/>
              <a:gd name="connsiteX83" fmla="*/ 5108970 w 12192000"/>
              <a:gd name="connsiteY83" fmla="*/ 1847935 h 2237474"/>
              <a:gd name="connsiteX84" fmla="*/ 5067961 w 12192000"/>
              <a:gd name="connsiteY84" fmla="*/ 1845917 h 2237474"/>
              <a:gd name="connsiteX85" fmla="*/ 5007075 w 12192000"/>
              <a:gd name="connsiteY85" fmla="*/ 1838626 h 2237474"/>
              <a:gd name="connsiteX86" fmla="*/ 4944087 w 12192000"/>
              <a:gd name="connsiteY86" fmla="*/ 1823332 h 2237474"/>
              <a:gd name="connsiteX87" fmla="*/ 4907662 w 12192000"/>
              <a:gd name="connsiteY87" fmla="*/ 1816900 h 2237474"/>
              <a:gd name="connsiteX88" fmla="*/ 4882386 w 12192000"/>
              <a:gd name="connsiteY88" fmla="*/ 1809844 h 2237474"/>
              <a:gd name="connsiteX89" fmla="*/ 4811440 w 12192000"/>
              <a:gd name="connsiteY89" fmla="*/ 1804655 h 2237474"/>
              <a:gd name="connsiteX90" fmla="*/ 4691075 w 12192000"/>
              <a:gd name="connsiteY90" fmla="*/ 1801389 h 2237474"/>
              <a:gd name="connsiteX91" fmla="*/ 4611738 w 12192000"/>
              <a:gd name="connsiteY91" fmla="*/ 1776964 h 2237474"/>
              <a:gd name="connsiteX92" fmla="*/ 4560070 w 12192000"/>
              <a:gd name="connsiteY92" fmla="*/ 1785640 h 2237474"/>
              <a:gd name="connsiteX93" fmla="*/ 4536503 w 12192000"/>
              <a:gd name="connsiteY93" fmla="*/ 1785334 h 2237474"/>
              <a:gd name="connsiteX94" fmla="*/ 4513724 w 12192000"/>
              <a:gd name="connsiteY94" fmla="*/ 1791996 h 2237474"/>
              <a:gd name="connsiteX95" fmla="*/ 4459810 w 12192000"/>
              <a:gd name="connsiteY95" fmla="*/ 1797886 h 2237474"/>
              <a:gd name="connsiteX96" fmla="*/ 4379064 w 12192000"/>
              <a:gd name="connsiteY96" fmla="*/ 1817177 h 2237474"/>
              <a:gd name="connsiteX97" fmla="*/ 4290981 w 12192000"/>
              <a:gd name="connsiteY97" fmla="*/ 1839677 h 2237474"/>
              <a:gd name="connsiteX98" fmla="*/ 4238372 w 12192000"/>
              <a:gd name="connsiteY98" fmla="*/ 1851480 h 2237474"/>
              <a:gd name="connsiteX99" fmla="*/ 4232517 w 12192000"/>
              <a:gd name="connsiteY99" fmla="*/ 1852567 h 2237474"/>
              <a:gd name="connsiteX100" fmla="*/ 4191732 w 12192000"/>
              <a:gd name="connsiteY100" fmla="*/ 1857328 h 2237474"/>
              <a:gd name="connsiteX101" fmla="*/ 4065532 w 12192000"/>
              <a:gd name="connsiteY101" fmla="*/ 1855477 h 2237474"/>
              <a:gd name="connsiteX102" fmla="*/ 4028460 w 12192000"/>
              <a:gd name="connsiteY102" fmla="*/ 1855137 h 2237474"/>
              <a:gd name="connsiteX103" fmla="*/ 4002267 w 12192000"/>
              <a:gd name="connsiteY103" fmla="*/ 1852352 h 2237474"/>
              <a:gd name="connsiteX104" fmla="*/ 3931396 w 12192000"/>
              <a:gd name="connsiteY104" fmla="*/ 1858915 h 2237474"/>
              <a:gd name="connsiteX105" fmla="*/ 3812162 w 12192000"/>
              <a:gd name="connsiteY105" fmla="*/ 1875501 h 2237474"/>
              <a:gd name="connsiteX106" fmla="*/ 3729530 w 12192000"/>
              <a:gd name="connsiteY106" fmla="*/ 1864513 h 2237474"/>
              <a:gd name="connsiteX107" fmla="*/ 3680177 w 12192000"/>
              <a:gd name="connsiteY107" fmla="*/ 1881552 h 2237474"/>
              <a:gd name="connsiteX108" fmla="*/ 3567259 w 12192000"/>
              <a:gd name="connsiteY108" fmla="*/ 1893482 h 2237474"/>
              <a:gd name="connsiteX109" fmla="*/ 3405770 w 12192000"/>
              <a:gd name="connsiteY109" fmla="*/ 1904591 h 2237474"/>
              <a:gd name="connsiteX110" fmla="*/ 3280097 w 12192000"/>
              <a:gd name="connsiteY110" fmla="*/ 1919610 h 2237474"/>
              <a:gd name="connsiteX111" fmla="*/ 3123424 w 12192000"/>
              <a:gd name="connsiteY111" fmla="*/ 1952930 h 2237474"/>
              <a:gd name="connsiteX112" fmla="*/ 3009910 w 12192000"/>
              <a:gd name="connsiteY112" fmla="*/ 1957866 h 2237474"/>
              <a:gd name="connsiteX113" fmla="*/ 2995934 w 12192000"/>
              <a:gd name="connsiteY113" fmla="*/ 1967085 h 2237474"/>
              <a:gd name="connsiteX114" fmla="*/ 2980071 w 12192000"/>
              <a:gd name="connsiteY114" fmla="*/ 1972988 h 2237474"/>
              <a:gd name="connsiteX115" fmla="*/ 2978094 w 12192000"/>
              <a:gd name="connsiteY115" fmla="*/ 1972369 h 2237474"/>
              <a:gd name="connsiteX116" fmla="*/ 2942858 w 12192000"/>
              <a:gd name="connsiteY116" fmla="*/ 1981367 h 2237474"/>
              <a:gd name="connsiteX117" fmla="*/ 2875436 w 12192000"/>
              <a:gd name="connsiteY117" fmla="*/ 1996977 h 2237474"/>
              <a:gd name="connsiteX118" fmla="*/ 2874892 w 12192000"/>
              <a:gd name="connsiteY118" fmla="*/ 1996085 h 2237474"/>
              <a:gd name="connsiteX119" fmla="*/ 2864145 w 12192000"/>
              <a:gd name="connsiteY119" fmla="*/ 1994061 h 2237474"/>
              <a:gd name="connsiteX120" fmla="*/ 2843662 w 12192000"/>
              <a:gd name="connsiteY120" fmla="*/ 1992498 h 2237474"/>
              <a:gd name="connsiteX121" fmla="*/ 2796128 w 12192000"/>
              <a:gd name="connsiteY121" fmla="*/ 1976403 h 2237474"/>
              <a:gd name="connsiteX122" fmla="*/ 2756784 w 12192000"/>
              <a:gd name="connsiteY122" fmla="*/ 1985116 h 2237474"/>
              <a:gd name="connsiteX123" fmla="*/ 2748833 w 12192000"/>
              <a:gd name="connsiteY123" fmla="*/ 1986323 h 2237474"/>
              <a:gd name="connsiteX124" fmla="*/ 2748661 w 12192000"/>
              <a:gd name="connsiteY124" fmla="*/ 1986122 h 2237474"/>
              <a:gd name="connsiteX125" fmla="*/ 2740251 w 12192000"/>
              <a:gd name="connsiteY125" fmla="*/ 1986946 h 2237474"/>
              <a:gd name="connsiteX126" fmla="*/ 2718916 w 12192000"/>
              <a:gd name="connsiteY126" fmla="*/ 1990867 h 2237474"/>
              <a:gd name="connsiteX127" fmla="*/ 2713522 w 12192000"/>
              <a:gd name="connsiteY127" fmla="*/ 1990173 h 2237474"/>
              <a:gd name="connsiteX128" fmla="*/ 2680597 w 12192000"/>
              <a:gd name="connsiteY128" fmla="*/ 1984996 h 2237474"/>
              <a:gd name="connsiteX129" fmla="*/ 2578178 w 12192000"/>
              <a:gd name="connsiteY129" fmla="*/ 1990531 h 2237474"/>
              <a:gd name="connsiteX130" fmla="*/ 2476147 w 12192000"/>
              <a:gd name="connsiteY130" fmla="*/ 1998305 h 2237474"/>
              <a:gd name="connsiteX131" fmla="*/ 2373568 w 12192000"/>
              <a:gd name="connsiteY131" fmla="*/ 2003219 h 2237474"/>
              <a:gd name="connsiteX132" fmla="*/ 2321399 w 12192000"/>
              <a:gd name="connsiteY132" fmla="*/ 1989467 h 2237474"/>
              <a:gd name="connsiteX133" fmla="*/ 2315525 w 12192000"/>
              <a:gd name="connsiteY133" fmla="*/ 1989708 h 2237474"/>
              <a:gd name="connsiteX134" fmla="*/ 2300792 w 12192000"/>
              <a:gd name="connsiteY134" fmla="*/ 1994290 h 2237474"/>
              <a:gd name="connsiteX135" fmla="*/ 2295469 w 12192000"/>
              <a:gd name="connsiteY135" fmla="*/ 1996659 h 2237474"/>
              <a:gd name="connsiteX136" fmla="*/ 2287219 w 12192000"/>
              <a:gd name="connsiteY136" fmla="*/ 1998750 h 2237474"/>
              <a:gd name="connsiteX137" fmla="*/ 2286948 w 12192000"/>
              <a:gd name="connsiteY137" fmla="*/ 1998596 h 2237474"/>
              <a:gd name="connsiteX138" fmla="*/ 2243069 w 12192000"/>
              <a:gd name="connsiteY138" fmla="*/ 2015111 h 2237474"/>
              <a:gd name="connsiteX139" fmla="*/ 2186609 w 12192000"/>
              <a:gd name="connsiteY139" fmla="*/ 2008263 h 2237474"/>
              <a:gd name="connsiteX140" fmla="*/ 2164831 w 12192000"/>
              <a:gd name="connsiteY140" fmla="*/ 2010143 h 2237474"/>
              <a:gd name="connsiteX141" fmla="*/ 2152836 w 12192000"/>
              <a:gd name="connsiteY141" fmla="*/ 2010048 h 2237474"/>
              <a:gd name="connsiteX142" fmla="*/ 2117102 w 12192000"/>
              <a:gd name="connsiteY142" fmla="*/ 2023004 h 2237474"/>
              <a:gd name="connsiteX143" fmla="*/ 2111935 w 12192000"/>
              <a:gd name="connsiteY143" fmla="*/ 2023163 h 2237474"/>
              <a:gd name="connsiteX144" fmla="*/ 2089991 w 12192000"/>
              <a:gd name="connsiteY144" fmla="*/ 2034193 h 2237474"/>
              <a:gd name="connsiteX145" fmla="*/ 2058061 w 12192000"/>
              <a:gd name="connsiteY145" fmla="*/ 2047942 h 2237474"/>
              <a:gd name="connsiteX146" fmla="*/ 2055737 w 12192000"/>
              <a:gd name="connsiteY146" fmla="*/ 2047704 h 2237474"/>
              <a:gd name="connsiteX147" fmla="*/ 2042244 w 12192000"/>
              <a:gd name="connsiteY147" fmla="*/ 2055560 h 2237474"/>
              <a:gd name="connsiteX148" fmla="*/ 1976224 w 12192000"/>
              <a:gd name="connsiteY148" fmla="*/ 2074257 h 2237474"/>
              <a:gd name="connsiteX149" fmla="*/ 1877728 w 12192000"/>
              <a:gd name="connsiteY149" fmla="*/ 2101004 h 2237474"/>
              <a:gd name="connsiteX150" fmla="*/ 1759056 w 12192000"/>
              <a:gd name="connsiteY150" fmla="*/ 2125608 h 2237474"/>
              <a:gd name="connsiteX151" fmla="*/ 1637948 w 12192000"/>
              <a:gd name="connsiteY151" fmla="*/ 2172597 h 2237474"/>
              <a:gd name="connsiteX152" fmla="*/ 1434549 w 12192000"/>
              <a:gd name="connsiteY152" fmla="*/ 2234522 h 2237474"/>
              <a:gd name="connsiteX153" fmla="*/ 1398481 w 12192000"/>
              <a:gd name="connsiteY153" fmla="*/ 2237074 h 2237474"/>
              <a:gd name="connsiteX154" fmla="*/ 1398407 w 12192000"/>
              <a:gd name="connsiteY154" fmla="*/ 2237095 h 2237474"/>
              <a:gd name="connsiteX155" fmla="*/ 1370962 w 12192000"/>
              <a:gd name="connsiteY155" fmla="*/ 2237474 h 2237474"/>
              <a:gd name="connsiteX156" fmla="*/ 1356367 w 12192000"/>
              <a:gd name="connsiteY156" fmla="*/ 2235089 h 2237474"/>
              <a:gd name="connsiteX157" fmla="*/ 1324828 w 12192000"/>
              <a:gd name="connsiteY157" fmla="*/ 2231968 h 2237474"/>
              <a:gd name="connsiteX158" fmla="*/ 1297744 w 12192000"/>
              <a:gd name="connsiteY158" fmla="*/ 2235849 h 2237474"/>
              <a:gd name="connsiteX159" fmla="*/ 1286236 w 12192000"/>
              <a:gd name="connsiteY159" fmla="*/ 2233135 h 2237474"/>
              <a:gd name="connsiteX160" fmla="*/ 1283504 w 12192000"/>
              <a:gd name="connsiteY160" fmla="*/ 2233797 h 2237474"/>
              <a:gd name="connsiteX161" fmla="*/ 1279765 w 12192000"/>
              <a:gd name="connsiteY161" fmla="*/ 2229639 h 2237474"/>
              <a:gd name="connsiteX162" fmla="*/ 1195347 w 12192000"/>
              <a:gd name="connsiteY162" fmla="*/ 2212354 h 2237474"/>
              <a:gd name="connsiteX163" fmla="*/ 970251 w 12192000"/>
              <a:gd name="connsiteY163" fmla="*/ 2221029 h 2237474"/>
              <a:gd name="connsiteX164" fmla="*/ 812914 w 12192000"/>
              <a:gd name="connsiteY164" fmla="*/ 2202752 h 2237474"/>
              <a:gd name="connsiteX165" fmla="*/ 800195 w 12192000"/>
              <a:gd name="connsiteY165" fmla="*/ 2209407 h 2237474"/>
              <a:gd name="connsiteX166" fmla="*/ 784978 w 12192000"/>
              <a:gd name="connsiteY166" fmla="*/ 2212360 h 2237474"/>
              <a:gd name="connsiteX167" fmla="*/ 681987 w 12192000"/>
              <a:gd name="connsiteY167" fmla="*/ 2216757 h 2237474"/>
              <a:gd name="connsiteX168" fmla="*/ 669923 w 12192000"/>
              <a:gd name="connsiteY168" fmla="*/ 2211682 h 2237474"/>
              <a:gd name="connsiteX169" fmla="*/ 648680 w 12192000"/>
              <a:gd name="connsiteY169" fmla="*/ 2206229 h 2237474"/>
              <a:gd name="connsiteX170" fmla="*/ 597225 w 12192000"/>
              <a:gd name="connsiteY170" fmla="*/ 2180999 h 2237474"/>
              <a:gd name="connsiteX171" fmla="*/ 558449 w 12192000"/>
              <a:gd name="connsiteY171" fmla="*/ 2182346 h 2237474"/>
              <a:gd name="connsiteX172" fmla="*/ 550517 w 12192000"/>
              <a:gd name="connsiteY172" fmla="*/ 2182060 h 2237474"/>
              <a:gd name="connsiteX173" fmla="*/ 550309 w 12192000"/>
              <a:gd name="connsiteY173" fmla="*/ 2181825 h 2237474"/>
              <a:gd name="connsiteX174" fmla="*/ 541836 w 12192000"/>
              <a:gd name="connsiteY174" fmla="*/ 2181063 h 2237474"/>
              <a:gd name="connsiteX175" fmla="*/ 536057 w 12192000"/>
              <a:gd name="connsiteY175" fmla="*/ 2181537 h 2237474"/>
              <a:gd name="connsiteX176" fmla="*/ 520671 w 12192000"/>
              <a:gd name="connsiteY176" fmla="*/ 2180980 h 2237474"/>
              <a:gd name="connsiteX177" fmla="*/ 515024 w 12192000"/>
              <a:gd name="connsiteY177" fmla="*/ 2179258 h 2237474"/>
              <a:gd name="connsiteX178" fmla="*/ 512278 w 12192000"/>
              <a:gd name="connsiteY178" fmla="*/ 2176369 h 2237474"/>
              <a:gd name="connsiteX179" fmla="*/ 480419 w 12192000"/>
              <a:gd name="connsiteY179" fmla="*/ 2167807 h 2237474"/>
              <a:gd name="connsiteX180" fmla="*/ 413835 w 12192000"/>
              <a:gd name="connsiteY180" fmla="*/ 2156783 h 2237474"/>
              <a:gd name="connsiteX181" fmla="*/ 376513 w 12192000"/>
              <a:gd name="connsiteY181" fmla="*/ 2154014 h 2237474"/>
              <a:gd name="connsiteX182" fmla="*/ 273386 w 12192000"/>
              <a:gd name="connsiteY182" fmla="*/ 2142551 h 2237474"/>
              <a:gd name="connsiteX183" fmla="*/ 169207 w 12192000"/>
              <a:gd name="connsiteY183" fmla="*/ 2128100 h 2237474"/>
              <a:gd name="connsiteX184" fmla="*/ 93149 w 12192000"/>
              <a:gd name="connsiteY184" fmla="*/ 2105324 h 2237474"/>
              <a:gd name="connsiteX185" fmla="*/ 88109 w 12192000"/>
              <a:gd name="connsiteY185" fmla="*/ 2106704 h 2237474"/>
              <a:gd name="connsiteX186" fmla="*/ 80022 w 12192000"/>
              <a:gd name="connsiteY186" fmla="*/ 2107254 h 2237474"/>
              <a:gd name="connsiteX187" fmla="*/ 79717 w 12192000"/>
              <a:gd name="connsiteY187" fmla="*/ 2107046 h 2237474"/>
              <a:gd name="connsiteX188" fmla="*/ 72352 w 12192000"/>
              <a:gd name="connsiteY188" fmla="*/ 2107991 h 2237474"/>
              <a:gd name="connsiteX189" fmla="*/ 37645 w 12192000"/>
              <a:gd name="connsiteY189" fmla="*/ 2115401 h 2237474"/>
              <a:gd name="connsiteX190" fmla="*/ 4572 w 12192000"/>
              <a:gd name="connsiteY190" fmla="*/ 2111091 h 2237474"/>
              <a:gd name="connsiteX191" fmla="*/ 0 w 12192000"/>
              <a:gd name="connsiteY191" fmla="*/ 2110468 h 2237474"/>
              <a:gd name="connsiteX192" fmla="*/ 0 w 12192000"/>
              <a:gd name="connsiteY19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44189 w 12192000"/>
              <a:gd name="connsiteY24" fmla="*/ 938966 h 2237474"/>
              <a:gd name="connsiteX25" fmla="*/ 9500499 w 12192000"/>
              <a:gd name="connsiteY25" fmla="*/ 954680 h 2237474"/>
              <a:gd name="connsiteX26" fmla="*/ 9428195 w 12192000"/>
              <a:gd name="connsiteY26" fmla="*/ 986225 h 2237474"/>
              <a:gd name="connsiteX27" fmla="*/ 9410017 w 12192000"/>
              <a:gd name="connsiteY27" fmla="*/ 993931 h 2237474"/>
              <a:gd name="connsiteX28" fmla="*/ 9392919 w 12192000"/>
              <a:gd name="connsiteY28" fmla="*/ 994656 h 2237474"/>
              <a:gd name="connsiteX29" fmla="*/ 9278619 w 12192000"/>
              <a:gd name="connsiteY29" fmla="*/ 1011878 h 2237474"/>
              <a:gd name="connsiteX30" fmla="*/ 9268019 w 12192000"/>
              <a:gd name="connsiteY30" fmla="*/ 1007442 h 2237474"/>
              <a:gd name="connsiteX31" fmla="*/ 9234662 w 12192000"/>
              <a:gd name="connsiteY31" fmla="*/ 1023056 h 2237474"/>
              <a:gd name="connsiteX32" fmla="*/ 9181033 w 12192000"/>
              <a:gd name="connsiteY32" fmla="*/ 1037921 h 2237474"/>
              <a:gd name="connsiteX33" fmla="*/ 9155969 w 12192000"/>
              <a:gd name="connsiteY33" fmla="*/ 1046804 h 2237474"/>
              <a:gd name="connsiteX34" fmla="*/ 9133985 w 12192000"/>
              <a:gd name="connsiteY34" fmla="*/ 1046450 h 2237474"/>
              <a:gd name="connsiteX35" fmla="*/ 9003462 w 12192000"/>
              <a:gd name="connsiteY35" fmla="*/ 1042406 h 2237474"/>
              <a:gd name="connsiteX36" fmla="*/ 8968445 w 12192000"/>
              <a:gd name="connsiteY36" fmla="*/ 1052169 h 2237474"/>
              <a:gd name="connsiteX37" fmla="*/ 8886001 w 12192000"/>
              <a:gd name="connsiteY37" fmla="*/ 1067468 h 2237474"/>
              <a:gd name="connsiteX38" fmla="*/ 8838610 w 12192000"/>
              <a:gd name="connsiteY38" fmla="*/ 1075091 h 2237474"/>
              <a:gd name="connsiteX39" fmla="*/ 8750383 w 12192000"/>
              <a:gd name="connsiteY39" fmla="*/ 1097387 h 2237474"/>
              <a:gd name="connsiteX40" fmla="*/ 8665605 w 12192000"/>
              <a:gd name="connsiteY40" fmla="*/ 1110791 h 2237474"/>
              <a:gd name="connsiteX41" fmla="*/ 8584946 w 12192000"/>
              <a:gd name="connsiteY41" fmla="*/ 1135226 h 2237474"/>
              <a:gd name="connsiteX42" fmla="*/ 8460755 w 12192000"/>
              <a:gd name="connsiteY42" fmla="*/ 1203427 h 2237474"/>
              <a:gd name="connsiteX43" fmla="*/ 8419755 w 12192000"/>
              <a:gd name="connsiteY43" fmla="*/ 1216260 h 2237474"/>
              <a:gd name="connsiteX44" fmla="*/ 8411626 w 12192000"/>
              <a:gd name="connsiteY44" fmla="*/ 1214397 h 2237474"/>
              <a:gd name="connsiteX45" fmla="*/ 8363469 w 12192000"/>
              <a:gd name="connsiteY45" fmla="*/ 1246658 h 2237474"/>
              <a:gd name="connsiteX46" fmla="*/ 8275497 w 12192000"/>
              <a:gd name="connsiteY46" fmla="*/ 1264396 h 2237474"/>
              <a:gd name="connsiteX47" fmla="*/ 8206287 w 12192000"/>
              <a:gd name="connsiteY47" fmla="*/ 1273060 h 2237474"/>
              <a:gd name="connsiteX48" fmla="*/ 8139997 w 12192000"/>
              <a:gd name="connsiteY48" fmla="*/ 1282713 h 2237474"/>
              <a:gd name="connsiteX49" fmla="*/ 8074238 w 12192000"/>
              <a:gd name="connsiteY49" fmla="*/ 1301895 h 2237474"/>
              <a:gd name="connsiteX50" fmla="*/ 7942099 w 12192000"/>
              <a:gd name="connsiteY50" fmla="*/ 1336332 h 2237474"/>
              <a:gd name="connsiteX51" fmla="*/ 7902328 w 12192000"/>
              <a:gd name="connsiteY51" fmla="*/ 1345865 h 2237474"/>
              <a:gd name="connsiteX52" fmla="*/ 7840612 w 12192000"/>
              <a:gd name="connsiteY52" fmla="*/ 1369373 h 2237474"/>
              <a:gd name="connsiteX53" fmla="*/ 7786819 w 12192000"/>
              <a:gd name="connsiteY53" fmla="*/ 1378970 h 2237474"/>
              <a:gd name="connsiteX54" fmla="*/ 7548172 w 12192000"/>
              <a:gd name="connsiteY54" fmla="*/ 1417460 h 2237474"/>
              <a:gd name="connsiteX55" fmla="*/ 7483437 w 12192000"/>
              <a:gd name="connsiteY55" fmla="*/ 1478152 h 2237474"/>
              <a:gd name="connsiteX56" fmla="*/ 7377870 w 12192000"/>
              <a:gd name="connsiteY56" fmla="*/ 1523319 h 2237474"/>
              <a:gd name="connsiteX57" fmla="*/ 7230737 w 12192000"/>
              <a:gd name="connsiteY57" fmla="*/ 1562633 h 2237474"/>
              <a:gd name="connsiteX58" fmla="*/ 7224458 w 12192000"/>
              <a:gd name="connsiteY58" fmla="*/ 1573008 h 2237474"/>
              <a:gd name="connsiteX59" fmla="*/ 7183121 w 12192000"/>
              <a:gd name="connsiteY59" fmla="*/ 1595162 h 2237474"/>
              <a:gd name="connsiteX60" fmla="*/ 7164601 w 12192000"/>
              <a:gd name="connsiteY60" fmla="*/ 1606490 h 2237474"/>
              <a:gd name="connsiteX61" fmla="*/ 7031309 w 12192000"/>
              <a:gd name="connsiteY61" fmla="*/ 1619451 h 2237474"/>
              <a:gd name="connsiteX62" fmla="*/ 6900177 w 12192000"/>
              <a:gd name="connsiteY62" fmla="*/ 1636016 h 2237474"/>
              <a:gd name="connsiteX63" fmla="*/ 6795372 w 12192000"/>
              <a:gd name="connsiteY63" fmla="*/ 1644845 h 2237474"/>
              <a:gd name="connsiteX64" fmla="*/ 6692251 w 12192000"/>
              <a:gd name="connsiteY64" fmla="*/ 1656357 h 2237474"/>
              <a:gd name="connsiteX65" fmla="*/ 6655235 w 12192000"/>
              <a:gd name="connsiteY65" fmla="*/ 1661869 h 2237474"/>
              <a:gd name="connsiteX66" fmla="*/ 6554894 w 12192000"/>
              <a:gd name="connsiteY66" fmla="*/ 1664428 h 2237474"/>
              <a:gd name="connsiteX67" fmla="*/ 6516595 w 12192000"/>
              <a:gd name="connsiteY67" fmla="*/ 1667475 h 2237474"/>
              <a:gd name="connsiteX68" fmla="*/ 6508541 w 12192000"/>
              <a:gd name="connsiteY68" fmla="*/ 1668757 h 2237474"/>
              <a:gd name="connsiteX69" fmla="*/ 6471012 w 12192000"/>
              <a:gd name="connsiteY69" fmla="*/ 1678604 h 2237474"/>
              <a:gd name="connsiteX70" fmla="*/ 6364035 w 12192000"/>
              <a:gd name="connsiteY70" fmla="*/ 1667683 h 2237474"/>
              <a:gd name="connsiteX71" fmla="*/ 6280959 w 12192000"/>
              <a:gd name="connsiteY71" fmla="*/ 1689329 h 2237474"/>
              <a:gd name="connsiteX72" fmla="*/ 6243319 w 12192000"/>
              <a:gd name="connsiteY72" fmla="*/ 1695560 h 2237474"/>
              <a:gd name="connsiteX73" fmla="*/ 6098321 w 12192000"/>
              <a:gd name="connsiteY73" fmla="*/ 1721646 h 2237474"/>
              <a:gd name="connsiteX74" fmla="*/ 5880652 w 12192000"/>
              <a:gd name="connsiteY74" fmla="*/ 1779643 h 2237474"/>
              <a:gd name="connsiteX75" fmla="*/ 5785959 w 12192000"/>
              <a:gd name="connsiteY75" fmla="*/ 1775307 h 2237474"/>
              <a:gd name="connsiteX76" fmla="*/ 5643534 w 12192000"/>
              <a:gd name="connsiteY76" fmla="*/ 1802919 h 2237474"/>
              <a:gd name="connsiteX77" fmla="*/ 5518799 w 12192000"/>
              <a:gd name="connsiteY77" fmla="*/ 1818312 h 2237474"/>
              <a:gd name="connsiteX78" fmla="*/ 5505014 w 12192000"/>
              <a:gd name="connsiteY78" fmla="*/ 1819259 h 2237474"/>
              <a:gd name="connsiteX79" fmla="*/ 5453307 w 12192000"/>
              <a:gd name="connsiteY79" fmla="*/ 1815450 h 2237474"/>
              <a:gd name="connsiteX80" fmla="*/ 5221533 w 12192000"/>
              <a:gd name="connsiteY80" fmla="*/ 1846950 h 2237474"/>
              <a:gd name="connsiteX81" fmla="*/ 5149802 w 12192000"/>
              <a:gd name="connsiteY81" fmla="*/ 1844846 h 2237474"/>
              <a:gd name="connsiteX82" fmla="*/ 5114927 w 12192000"/>
              <a:gd name="connsiteY82" fmla="*/ 1847827 h 2237474"/>
              <a:gd name="connsiteX83" fmla="*/ 5108970 w 12192000"/>
              <a:gd name="connsiteY83" fmla="*/ 1847935 h 2237474"/>
              <a:gd name="connsiteX84" fmla="*/ 5067961 w 12192000"/>
              <a:gd name="connsiteY84" fmla="*/ 1845917 h 2237474"/>
              <a:gd name="connsiteX85" fmla="*/ 5007075 w 12192000"/>
              <a:gd name="connsiteY85" fmla="*/ 1838626 h 2237474"/>
              <a:gd name="connsiteX86" fmla="*/ 4944087 w 12192000"/>
              <a:gd name="connsiteY86" fmla="*/ 1823332 h 2237474"/>
              <a:gd name="connsiteX87" fmla="*/ 4907662 w 12192000"/>
              <a:gd name="connsiteY87" fmla="*/ 1816900 h 2237474"/>
              <a:gd name="connsiteX88" fmla="*/ 4882386 w 12192000"/>
              <a:gd name="connsiteY88" fmla="*/ 1809844 h 2237474"/>
              <a:gd name="connsiteX89" fmla="*/ 4811440 w 12192000"/>
              <a:gd name="connsiteY89" fmla="*/ 1804655 h 2237474"/>
              <a:gd name="connsiteX90" fmla="*/ 4691075 w 12192000"/>
              <a:gd name="connsiteY90" fmla="*/ 1801389 h 2237474"/>
              <a:gd name="connsiteX91" fmla="*/ 4611738 w 12192000"/>
              <a:gd name="connsiteY91" fmla="*/ 1776964 h 2237474"/>
              <a:gd name="connsiteX92" fmla="*/ 4560070 w 12192000"/>
              <a:gd name="connsiteY92" fmla="*/ 1785640 h 2237474"/>
              <a:gd name="connsiteX93" fmla="*/ 4536503 w 12192000"/>
              <a:gd name="connsiteY93" fmla="*/ 1785334 h 2237474"/>
              <a:gd name="connsiteX94" fmla="*/ 4513724 w 12192000"/>
              <a:gd name="connsiteY94" fmla="*/ 1791996 h 2237474"/>
              <a:gd name="connsiteX95" fmla="*/ 4459810 w 12192000"/>
              <a:gd name="connsiteY95" fmla="*/ 1797886 h 2237474"/>
              <a:gd name="connsiteX96" fmla="*/ 4379064 w 12192000"/>
              <a:gd name="connsiteY96" fmla="*/ 1817177 h 2237474"/>
              <a:gd name="connsiteX97" fmla="*/ 4290981 w 12192000"/>
              <a:gd name="connsiteY97" fmla="*/ 1839677 h 2237474"/>
              <a:gd name="connsiteX98" fmla="*/ 4238372 w 12192000"/>
              <a:gd name="connsiteY98" fmla="*/ 1851480 h 2237474"/>
              <a:gd name="connsiteX99" fmla="*/ 4232517 w 12192000"/>
              <a:gd name="connsiteY99" fmla="*/ 1852567 h 2237474"/>
              <a:gd name="connsiteX100" fmla="*/ 4191732 w 12192000"/>
              <a:gd name="connsiteY100" fmla="*/ 1857328 h 2237474"/>
              <a:gd name="connsiteX101" fmla="*/ 4065532 w 12192000"/>
              <a:gd name="connsiteY101" fmla="*/ 1855477 h 2237474"/>
              <a:gd name="connsiteX102" fmla="*/ 4028460 w 12192000"/>
              <a:gd name="connsiteY102" fmla="*/ 1855137 h 2237474"/>
              <a:gd name="connsiteX103" fmla="*/ 4002267 w 12192000"/>
              <a:gd name="connsiteY103" fmla="*/ 1852352 h 2237474"/>
              <a:gd name="connsiteX104" fmla="*/ 3931396 w 12192000"/>
              <a:gd name="connsiteY104" fmla="*/ 1858915 h 2237474"/>
              <a:gd name="connsiteX105" fmla="*/ 3812162 w 12192000"/>
              <a:gd name="connsiteY105" fmla="*/ 1875501 h 2237474"/>
              <a:gd name="connsiteX106" fmla="*/ 3729530 w 12192000"/>
              <a:gd name="connsiteY106" fmla="*/ 1864513 h 2237474"/>
              <a:gd name="connsiteX107" fmla="*/ 3680177 w 12192000"/>
              <a:gd name="connsiteY107" fmla="*/ 1881552 h 2237474"/>
              <a:gd name="connsiteX108" fmla="*/ 3567259 w 12192000"/>
              <a:gd name="connsiteY108" fmla="*/ 1893482 h 2237474"/>
              <a:gd name="connsiteX109" fmla="*/ 3405770 w 12192000"/>
              <a:gd name="connsiteY109" fmla="*/ 1904591 h 2237474"/>
              <a:gd name="connsiteX110" fmla="*/ 3280097 w 12192000"/>
              <a:gd name="connsiteY110" fmla="*/ 1919610 h 2237474"/>
              <a:gd name="connsiteX111" fmla="*/ 3123424 w 12192000"/>
              <a:gd name="connsiteY111" fmla="*/ 1952930 h 2237474"/>
              <a:gd name="connsiteX112" fmla="*/ 3009910 w 12192000"/>
              <a:gd name="connsiteY112" fmla="*/ 1957866 h 2237474"/>
              <a:gd name="connsiteX113" fmla="*/ 2995934 w 12192000"/>
              <a:gd name="connsiteY113" fmla="*/ 1967085 h 2237474"/>
              <a:gd name="connsiteX114" fmla="*/ 2980071 w 12192000"/>
              <a:gd name="connsiteY114" fmla="*/ 1972988 h 2237474"/>
              <a:gd name="connsiteX115" fmla="*/ 2978094 w 12192000"/>
              <a:gd name="connsiteY115" fmla="*/ 1972369 h 2237474"/>
              <a:gd name="connsiteX116" fmla="*/ 2942858 w 12192000"/>
              <a:gd name="connsiteY116" fmla="*/ 1981367 h 2237474"/>
              <a:gd name="connsiteX117" fmla="*/ 2875436 w 12192000"/>
              <a:gd name="connsiteY117" fmla="*/ 1996977 h 2237474"/>
              <a:gd name="connsiteX118" fmla="*/ 2874892 w 12192000"/>
              <a:gd name="connsiteY118" fmla="*/ 1996085 h 2237474"/>
              <a:gd name="connsiteX119" fmla="*/ 2864145 w 12192000"/>
              <a:gd name="connsiteY119" fmla="*/ 1994061 h 2237474"/>
              <a:gd name="connsiteX120" fmla="*/ 2843662 w 12192000"/>
              <a:gd name="connsiteY120" fmla="*/ 1992498 h 2237474"/>
              <a:gd name="connsiteX121" fmla="*/ 2796128 w 12192000"/>
              <a:gd name="connsiteY121" fmla="*/ 1976403 h 2237474"/>
              <a:gd name="connsiteX122" fmla="*/ 2756784 w 12192000"/>
              <a:gd name="connsiteY122" fmla="*/ 1985116 h 2237474"/>
              <a:gd name="connsiteX123" fmla="*/ 2748833 w 12192000"/>
              <a:gd name="connsiteY123" fmla="*/ 1986323 h 2237474"/>
              <a:gd name="connsiteX124" fmla="*/ 2748661 w 12192000"/>
              <a:gd name="connsiteY124" fmla="*/ 1986122 h 2237474"/>
              <a:gd name="connsiteX125" fmla="*/ 2740251 w 12192000"/>
              <a:gd name="connsiteY125" fmla="*/ 1986946 h 2237474"/>
              <a:gd name="connsiteX126" fmla="*/ 2718916 w 12192000"/>
              <a:gd name="connsiteY126" fmla="*/ 1990867 h 2237474"/>
              <a:gd name="connsiteX127" fmla="*/ 2713522 w 12192000"/>
              <a:gd name="connsiteY127" fmla="*/ 1990173 h 2237474"/>
              <a:gd name="connsiteX128" fmla="*/ 2680597 w 12192000"/>
              <a:gd name="connsiteY128" fmla="*/ 1984996 h 2237474"/>
              <a:gd name="connsiteX129" fmla="*/ 2578178 w 12192000"/>
              <a:gd name="connsiteY129" fmla="*/ 1990531 h 2237474"/>
              <a:gd name="connsiteX130" fmla="*/ 2476147 w 12192000"/>
              <a:gd name="connsiteY130" fmla="*/ 1998305 h 2237474"/>
              <a:gd name="connsiteX131" fmla="*/ 2373568 w 12192000"/>
              <a:gd name="connsiteY131" fmla="*/ 2003219 h 2237474"/>
              <a:gd name="connsiteX132" fmla="*/ 2321399 w 12192000"/>
              <a:gd name="connsiteY132" fmla="*/ 1989467 h 2237474"/>
              <a:gd name="connsiteX133" fmla="*/ 2315525 w 12192000"/>
              <a:gd name="connsiteY133" fmla="*/ 1989708 h 2237474"/>
              <a:gd name="connsiteX134" fmla="*/ 2300792 w 12192000"/>
              <a:gd name="connsiteY134" fmla="*/ 1994290 h 2237474"/>
              <a:gd name="connsiteX135" fmla="*/ 2295469 w 12192000"/>
              <a:gd name="connsiteY135" fmla="*/ 1996659 h 2237474"/>
              <a:gd name="connsiteX136" fmla="*/ 2287219 w 12192000"/>
              <a:gd name="connsiteY136" fmla="*/ 1998750 h 2237474"/>
              <a:gd name="connsiteX137" fmla="*/ 2286948 w 12192000"/>
              <a:gd name="connsiteY137" fmla="*/ 1998596 h 2237474"/>
              <a:gd name="connsiteX138" fmla="*/ 2243069 w 12192000"/>
              <a:gd name="connsiteY138" fmla="*/ 2015111 h 2237474"/>
              <a:gd name="connsiteX139" fmla="*/ 2186609 w 12192000"/>
              <a:gd name="connsiteY139" fmla="*/ 2008263 h 2237474"/>
              <a:gd name="connsiteX140" fmla="*/ 2164831 w 12192000"/>
              <a:gd name="connsiteY140" fmla="*/ 2010143 h 2237474"/>
              <a:gd name="connsiteX141" fmla="*/ 2152836 w 12192000"/>
              <a:gd name="connsiteY141" fmla="*/ 2010048 h 2237474"/>
              <a:gd name="connsiteX142" fmla="*/ 2117102 w 12192000"/>
              <a:gd name="connsiteY142" fmla="*/ 2023004 h 2237474"/>
              <a:gd name="connsiteX143" fmla="*/ 2111935 w 12192000"/>
              <a:gd name="connsiteY143" fmla="*/ 2023163 h 2237474"/>
              <a:gd name="connsiteX144" fmla="*/ 2089991 w 12192000"/>
              <a:gd name="connsiteY144" fmla="*/ 2034193 h 2237474"/>
              <a:gd name="connsiteX145" fmla="*/ 2058061 w 12192000"/>
              <a:gd name="connsiteY145" fmla="*/ 2047942 h 2237474"/>
              <a:gd name="connsiteX146" fmla="*/ 2055737 w 12192000"/>
              <a:gd name="connsiteY146" fmla="*/ 2047704 h 2237474"/>
              <a:gd name="connsiteX147" fmla="*/ 2042244 w 12192000"/>
              <a:gd name="connsiteY147" fmla="*/ 2055560 h 2237474"/>
              <a:gd name="connsiteX148" fmla="*/ 1976224 w 12192000"/>
              <a:gd name="connsiteY148" fmla="*/ 2074257 h 2237474"/>
              <a:gd name="connsiteX149" fmla="*/ 1877728 w 12192000"/>
              <a:gd name="connsiteY149" fmla="*/ 2101004 h 2237474"/>
              <a:gd name="connsiteX150" fmla="*/ 1759056 w 12192000"/>
              <a:gd name="connsiteY150" fmla="*/ 2125608 h 2237474"/>
              <a:gd name="connsiteX151" fmla="*/ 1637948 w 12192000"/>
              <a:gd name="connsiteY151" fmla="*/ 2172597 h 2237474"/>
              <a:gd name="connsiteX152" fmla="*/ 1434549 w 12192000"/>
              <a:gd name="connsiteY152" fmla="*/ 2234522 h 2237474"/>
              <a:gd name="connsiteX153" fmla="*/ 1398481 w 12192000"/>
              <a:gd name="connsiteY153" fmla="*/ 2237074 h 2237474"/>
              <a:gd name="connsiteX154" fmla="*/ 1398407 w 12192000"/>
              <a:gd name="connsiteY154" fmla="*/ 2237095 h 2237474"/>
              <a:gd name="connsiteX155" fmla="*/ 1370962 w 12192000"/>
              <a:gd name="connsiteY155" fmla="*/ 2237474 h 2237474"/>
              <a:gd name="connsiteX156" fmla="*/ 1356367 w 12192000"/>
              <a:gd name="connsiteY156" fmla="*/ 2235089 h 2237474"/>
              <a:gd name="connsiteX157" fmla="*/ 1324828 w 12192000"/>
              <a:gd name="connsiteY157" fmla="*/ 2231968 h 2237474"/>
              <a:gd name="connsiteX158" fmla="*/ 1297744 w 12192000"/>
              <a:gd name="connsiteY158" fmla="*/ 2235849 h 2237474"/>
              <a:gd name="connsiteX159" fmla="*/ 1286236 w 12192000"/>
              <a:gd name="connsiteY159" fmla="*/ 2233135 h 2237474"/>
              <a:gd name="connsiteX160" fmla="*/ 1283504 w 12192000"/>
              <a:gd name="connsiteY160" fmla="*/ 2233797 h 2237474"/>
              <a:gd name="connsiteX161" fmla="*/ 1279765 w 12192000"/>
              <a:gd name="connsiteY161" fmla="*/ 2229639 h 2237474"/>
              <a:gd name="connsiteX162" fmla="*/ 1195347 w 12192000"/>
              <a:gd name="connsiteY162" fmla="*/ 2212354 h 2237474"/>
              <a:gd name="connsiteX163" fmla="*/ 970251 w 12192000"/>
              <a:gd name="connsiteY163" fmla="*/ 2221029 h 2237474"/>
              <a:gd name="connsiteX164" fmla="*/ 812914 w 12192000"/>
              <a:gd name="connsiteY164" fmla="*/ 2202752 h 2237474"/>
              <a:gd name="connsiteX165" fmla="*/ 800195 w 12192000"/>
              <a:gd name="connsiteY165" fmla="*/ 2209407 h 2237474"/>
              <a:gd name="connsiteX166" fmla="*/ 784978 w 12192000"/>
              <a:gd name="connsiteY166" fmla="*/ 2212360 h 2237474"/>
              <a:gd name="connsiteX167" fmla="*/ 681987 w 12192000"/>
              <a:gd name="connsiteY167" fmla="*/ 2216757 h 2237474"/>
              <a:gd name="connsiteX168" fmla="*/ 669923 w 12192000"/>
              <a:gd name="connsiteY168" fmla="*/ 2211682 h 2237474"/>
              <a:gd name="connsiteX169" fmla="*/ 648680 w 12192000"/>
              <a:gd name="connsiteY169" fmla="*/ 2206229 h 2237474"/>
              <a:gd name="connsiteX170" fmla="*/ 597225 w 12192000"/>
              <a:gd name="connsiteY170" fmla="*/ 2180999 h 2237474"/>
              <a:gd name="connsiteX171" fmla="*/ 558449 w 12192000"/>
              <a:gd name="connsiteY171" fmla="*/ 2182346 h 2237474"/>
              <a:gd name="connsiteX172" fmla="*/ 550517 w 12192000"/>
              <a:gd name="connsiteY172" fmla="*/ 2182060 h 2237474"/>
              <a:gd name="connsiteX173" fmla="*/ 550309 w 12192000"/>
              <a:gd name="connsiteY173" fmla="*/ 2181825 h 2237474"/>
              <a:gd name="connsiteX174" fmla="*/ 541836 w 12192000"/>
              <a:gd name="connsiteY174" fmla="*/ 2181063 h 2237474"/>
              <a:gd name="connsiteX175" fmla="*/ 536057 w 12192000"/>
              <a:gd name="connsiteY175" fmla="*/ 2181537 h 2237474"/>
              <a:gd name="connsiteX176" fmla="*/ 520671 w 12192000"/>
              <a:gd name="connsiteY176" fmla="*/ 2180980 h 2237474"/>
              <a:gd name="connsiteX177" fmla="*/ 515024 w 12192000"/>
              <a:gd name="connsiteY177" fmla="*/ 2179258 h 2237474"/>
              <a:gd name="connsiteX178" fmla="*/ 512278 w 12192000"/>
              <a:gd name="connsiteY178" fmla="*/ 2176369 h 2237474"/>
              <a:gd name="connsiteX179" fmla="*/ 480419 w 12192000"/>
              <a:gd name="connsiteY179" fmla="*/ 2167807 h 2237474"/>
              <a:gd name="connsiteX180" fmla="*/ 413835 w 12192000"/>
              <a:gd name="connsiteY180" fmla="*/ 2156783 h 2237474"/>
              <a:gd name="connsiteX181" fmla="*/ 376513 w 12192000"/>
              <a:gd name="connsiteY181" fmla="*/ 2154014 h 2237474"/>
              <a:gd name="connsiteX182" fmla="*/ 273386 w 12192000"/>
              <a:gd name="connsiteY182" fmla="*/ 2142551 h 2237474"/>
              <a:gd name="connsiteX183" fmla="*/ 169207 w 12192000"/>
              <a:gd name="connsiteY183" fmla="*/ 2128100 h 2237474"/>
              <a:gd name="connsiteX184" fmla="*/ 93149 w 12192000"/>
              <a:gd name="connsiteY184" fmla="*/ 2105324 h 2237474"/>
              <a:gd name="connsiteX185" fmla="*/ 88109 w 12192000"/>
              <a:gd name="connsiteY185" fmla="*/ 2106704 h 2237474"/>
              <a:gd name="connsiteX186" fmla="*/ 80022 w 12192000"/>
              <a:gd name="connsiteY186" fmla="*/ 2107254 h 2237474"/>
              <a:gd name="connsiteX187" fmla="*/ 79717 w 12192000"/>
              <a:gd name="connsiteY187" fmla="*/ 2107046 h 2237474"/>
              <a:gd name="connsiteX188" fmla="*/ 72352 w 12192000"/>
              <a:gd name="connsiteY188" fmla="*/ 2107991 h 2237474"/>
              <a:gd name="connsiteX189" fmla="*/ 37645 w 12192000"/>
              <a:gd name="connsiteY189" fmla="*/ 2115401 h 2237474"/>
              <a:gd name="connsiteX190" fmla="*/ 4572 w 12192000"/>
              <a:gd name="connsiteY190" fmla="*/ 2111091 h 2237474"/>
              <a:gd name="connsiteX191" fmla="*/ 0 w 12192000"/>
              <a:gd name="connsiteY191" fmla="*/ 2110468 h 2237474"/>
              <a:gd name="connsiteX192" fmla="*/ 0 w 12192000"/>
              <a:gd name="connsiteY19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44189 w 12192000"/>
              <a:gd name="connsiteY24" fmla="*/ 938966 h 2237474"/>
              <a:gd name="connsiteX25" fmla="*/ 9500499 w 12192000"/>
              <a:gd name="connsiteY25" fmla="*/ 954680 h 2237474"/>
              <a:gd name="connsiteX26" fmla="*/ 9428195 w 12192000"/>
              <a:gd name="connsiteY26" fmla="*/ 986225 h 2237474"/>
              <a:gd name="connsiteX27" fmla="*/ 9410017 w 12192000"/>
              <a:gd name="connsiteY27" fmla="*/ 993931 h 2237474"/>
              <a:gd name="connsiteX28" fmla="*/ 9392919 w 12192000"/>
              <a:gd name="connsiteY28" fmla="*/ 994656 h 2237474"/>
              <a:gd name="connsiteX29" fmla="*/ 9278619 w 12192000"/>
              <a:gd name="connsiteY29" fmla="*/ 1011878 h 2237474"/>
              <a:gd name="connsiteX30" fmla="*/ 9268019 w 12192000"/>
              <a:gd name="connsiteY30" fmla="*/ 1007442 h 2237474"/>
              <a:gd name="connsiteX31" fmla="*/ 9234662 w 12192000"/>
              <a:gd name="connsiteY31" fmla="*/ 1023056 h 2237474"/>
              <a:gd name="connsiteX32" fmla="*/ 9181033 w 12192000"/>
              <a:gd name="connsiteY32" fmla="*/ 1037921 h 2237474"/>
              <a:gd name="connsiteX33" fmla="*/ 9155969 w 12192000"/>
              <a:gd name="connsiteY33" fmla="*/ 1046804 h 2237474"/>
              <a:gd name="connsiteX34" fmla="*/ 9133985 w 12192000"/>
              <a:gd name="connsiteY34" fmla="*/ 1046450 h 2237474"/>
              <a:gd name="connsiteX35" fmla="*/ 9003462 w 12192000"/>
              <a:gd name="connsiteY35" fmla="*/ 1042406 h 2237474"/>
              <a:gd name="connsiteX36" fmla="*/ 8968445 w 12192000"/>
              <a:gd name="connsiteY36" fmla="*/ 1052169 h 2237474"/>
              <a:gd name="connsiteX37" fmla="*/ 8886001 w 12192000"/>
              <a:gd name="connsiteY37" fmla="*/ 1067468 h 2237474"/>
              <a:gd name="connsiteX38" fmla="*/ 8838610 w 12192000"/>
              <a:gd name="connsiteY38" fmla="*/ 1075091 h 2237474"/>
              <a:gd name="connsiteX39" fmla="*/ 8750383 w 12192000"/>
              <a:gd name="connsiteY39" fmla="*/ 1097387 h 2237474"/>
              <a:gd name="connsiteX40" fmla="*/ 8665605 w 12192000"/>
              <a:gd name="connsiteY40" fmla="*/ 1110791 h 2237474"/>
              <a:gd name="connsiteX41" fmla="*/ 8584946 w 12192000"/>
              <a:gd name="connsiteY41" fmla="*/ 1135226 h 2237474"/>
              <a:gd name="connsiteX42" fmla="*/ 8460755 w 12192000"/>
              <a:gd name="connsiteY42" fmla="*/ 1203427 h 2237474"/>
              <a:gd name="connsiteX43" fmla="*/ 8419755 w 12192000"/>
              <a:gd name="connsiteY43" fmla="*/ 1216260 h 2237474"/>
              <a:gd name="connsiteX44" fmla="*/ 8411626 w 12192000"/>
              <a:gd name="connsiteY44" fmla="*/ 1214397 h 2237474"/>
              <a:gd name="connsiteX45" fmla="*/ 8363469 w 12192000"/>
              <a:gd name="connsiteY45" fmla="*/ 1246658 h 2237474"/>
              <a:gd name="connsiteX46" fmla="*/ 8275497 w 12192000"/>
              <a:gd name="connsiteY46" fmla="*/ 1264396 h 2237474"/>
              <a:gd name="connsiteX47" fmla="*/ 8206287 w 12192000"/>
              <a:gd name="connsiteY47" fmla="*/ 1273060 h 2237474"/>
              <a:gd name="connsiteX48" fmla="*/ 8139997 w 12192000"/>
              <a:gd name="connsiteY48" fmla="*/ 1282713 h 2237474"/>
              <a:gd name="connsiteX49" fmla="*/ 8074238 w 12192000"/>
              <a:gd name="connsiteY49" fmla="*/ 1301895 h 2237474"/>
              <a:gd name="connsiteX50" fmla="*/ 7942099 w 12192000"/>
              <a:gd name="connsiteY50" fmla="*/ 1336332 h 2237474"/>
              <a:gd name="connsiteX51" fmla="*/ 7902328 w 12192000"/>
              <a:gd name="connsiteY51" fmla="*/ 1345865 h 2237474"/>
              <a:gd name="connsiteX52" fmla="*/ 7840612 w 12192000"/>
              <a:gd name="connsiteY52" fmla="*/ 1369373 h 2237474"/>
              <a:gd name="connsiteX53" fmla="*/ 7786819 w 12192000"/>
              <a:gd name="connsiteY53" fmla="*/ 1378970 h 2237474"/>
              <a:gd name="connsiteX54" fmla="*/ 7548172 w 12192000"/>
              <a:gd name="connsiteY54" fmla="*/ 1417460 h 2237474"/>
              <a:gd name="connsiteX55" fmla="*/ 7483437 w 12192000"/>
              <a:gd name="connsiteY55" fmla="*/ 1478152 h 2237474"/>
              <a:gd name="connsiteX56" fmla="*/ 7377870 w 12192000"/>
              <a:gd name="connsiteY56" fmla="*/ 1523319 h 2237474"/>
              <a:gd name="connsiteX57" fmla="*/ 7230737 w 12192000"/>
              <a:gd name="connsiteY57" fmla="*/ 1562633 h 2237474"/>
              <a:gd name="connsiteX58" fmla="*/ 7224458 w 12192000"/>
              <a:gd name="connsiteY58" fmla="*/ 1573008 h 2237474"/>
              <a:gd name="connsiteX59" fmla="*/ 7183121 w 12192000"/>
              <a:gd name="connsiteY59" fmla="*/ 1595162 h 2237474"/>
              <a:gd name="connsiteX60" fmla="*/ 7164601 w 12192000"/>
              <a:gd name="connsiteY60" fmla="*/ 1606490 h 2237474"/>
              <a:gd name="connsiteX61" fmla="*/ 7031309 w 12192000"/>
              <a:gd name="connsiteY61" fmla="*/ 1619451 h 2237474"/>
              <a:gd name="connsiteX62" fmla="*/ 6900177 w 12192000"/>
              <a:gd name="connsiteY62" fmla="*/ 1636016 h 2237474"/>
              <a:gd name="connsiteX63" fmla="*/ 6795372 w 12192000"/>
              <a:gd name="connsiteY63" fmla="*/ 1644845 h 2237474"/>
              <a:gd name="connsiteX64" fmla="*/ 6692251 w 12192000"/>
              <a:gd name="connsiteY64" fmla="*/ 1656357 h 2237474"/>
              <a:gd name="connsiteX65" fmla="*/ 6655235 w 12192000"/>
              <a:gd name="connsiteY65" fmla="*/ 1661869 h 2237474"/>
              <a:gd name="connsiteX66" fmla="*/ 6554894 w 12192000"/>
              <a:gd name="connsiteY66" fmla="*/ 1664428 h 2237474"/>
              <a:gd name="connsiteX67" fmla="*/ 6516595 w 12192000"/>
              <a:gd name="connsiteY67" fmla="*/ 1667475 h 2237474"/>
              <a:gd name="connsiteX68" fmla="*/ 6508541 w 12192000"/>
              <a:gd name="connsiteY68" fmla="*/ 1668757 h 2237474"/>
              <a:gd name="connsiteX69" fmla="*/ 6471012 w 12192000"/>
              <a:gd name="connsiteY69" fmla="*/ 1678604 h 2237474"/>
              <a:gd name="connsiteX70" fmla="*/ 6364035 w 12192000"/>
              <a:gd name="connsiteY70" fmla="*/ 1667683 h 2237474"/>
              <a:gd name="connsiteX71" fmla="*/ 6280959 w 12192000"/>
              <a:gd name="connsiteY71" fmla="*/ 1689329 h 2237474"/>
              <a:gd name="connsiteX72" fmla="*/ 6243319 w 12192000"/>
              <a:gd name="connsiteY72" fmla="*/ 1695560 h 2237474"/>
              <a:gd name="connsiteX73" fmla="*/ 6098321 w 12192000"/>
              <a:gd name="connsiteY73" fmla="*/ 1721646 h 2237474"/>
              <a:gd name="connsiteX74" fmla="*/ 5880652 w 12192000"/>
              <a:gd name="connsiteY74" fmla="*/ 1779643 h 2237474"/>
              <a:gd name="connsiteX75" fmla="*/ 5785959 w 12192000"/>
              <a:gd name="connsiteY75" fmla="*/ 1775307 h 2237474"/>
              <a:gd name="connsiteX76" fmla="*/ 5643534 w 12192000"/>
              <a:gd name="connsiteY76" fmla="*/ 1802919 h 2237474"/>
              <a:gd name="connsiteX77" fmla="*/ 5518799 w 12192000"/>
              <a:gd name="connsiteY77" fmla="*/ 1818312 h 2237474"/>
              <a:gd name="connsiteX78" fmla="*/ 5505014 w 12192000"/>
              <a:gd name="connsiteY78" fmla="*/ 1819259 h 2237474"/>
              <a:gd name="connsiteX79" fmla="*/ 5453307 w 12192000"/>
              <a:gd name="connsiteY79" fmla="*/ 1815450 h 2237474"/>
              <a:gd name="connsiteX80" fmla="*/ 5221533 w 12192000"/>
              <a:gd name="connsiteY80" fmla="*/ 1846950 h 2237474"/>
              <a:gd name="connsiteX81" fmla="*/ 5149802 w 12192000"/>
              <a:gd name="connsiteY81" fmla="*/ 1844846 h 2237474"/>
              <a:gd name="connsiteX82" fmla="*/ 5114927 w 12192000"/>
              <a:gd name="connsiteY82" fmla="*/ 1847827 h 2237474"/>
              <a:gd name="connsiteX83" fmla="*/ 5108970 w 12192000"/>
              <a:gd name="connsiteY83" fmla="*/ 1847935 h 2237474"/>
              <a:gd name="connsiteX84" fmla="*/ 5067961 w 12192000"/>
              <a:gd name="connsiteY84" fmla="*/ 1845917 h 2237474"/>
              <a:gd name="connsiteX85" fmla="*/ 5007075 w 12192000"/>
              <a:gd name="connsiteY85" fmla="*/ 1838626 h 2237474"/>
              <a:gd name="connsiteX86" fmla="*/ 4944087 w 12192000"/>
              <a:gd name="connsiteY86" fmla="*/ 1823332 h 2237474"/>
              <a:gd name="connsiteX87" fmla="*/ 4907662 w 12192000"/>
              <a:gd name="connsiteY87" fmla="*/ 1816900 h 2237474"/>
              <a:gd name="connsiteX88" fmla="*/ 4882386 w 12192000"/>
              <a:gd name="connsiteY88" fmla="*/ 1809844 h 2237474"/>
              <a:gd name="connsiteX89" fmla="*/ 4811440 w 12192000"/>
              <a:gd name="connsiteY89" fmla="*/ 1804655 h 2237474"/>
              <a:gd name="connsiteX90" fmla="*/ 4691075 w 12192000"/>
              <a:gd name="connsiteY90" fmla="*/ 1801389 h 2237474"/>
              <a:gd name="connsiteX91" fmla="*/ 4611738 w 12192000"/>
              <a:gd name="connsiteY91" fmla="*/ 1776964 h 2237474"/>
              <a:gd name="connsiteX92" fmla="*/ 4560070 w 12192000"/>
              <a:gd name="connsiteY92" fmla="*/ 1785640 h 2237474"/>
              <a:gd name="connsiteX93" fmla="*/ 4536503 w 12192000"/>
              <a:gd name="connsiteY93" fmla="*/ 1785334 h 2237474"/>
              <a:gd name="connsiteX94" fmla="*/ 4513724 w 12192000"/>
              <a:gd name="connsiteY94" fmla="*/ 1791996 h 2237474"/>
              <a:gd name="connsiteX95" fmla="*/ 4459810 w 12192000"/>
              <a:gd name="connsiteY95" fmla="*/ 1797886 h 2237474"/>
              <a:gd name="connsiteX96" fmla="*/ 4379064 w 12192000"/>
              <a:gd name="connsiteY96" fmla="*/ 1817177 h 2237474"/>
              <a:gd name="connsiteX97" fmla="*/ 4290981 w 12192000"/>
              <a:gd name="connsiteY97" fmla="*/ 1839677 h 2237474"/>
              <a:gd name="connsiteX98" fmla="*/ 4238372 w 12192000"/>
              <a:gd name="connsiteY98" fmla="*/ 1851480 h 2237474"/>
              <a:gd name="connsiteX99" fmla="*/ 4232517 w 12192000"/>
              <a:gd name="connsiteY99" fmla="*/ 1852567 h 2237474"/>
              <a:gd name="connsiteX100" fmla="*/ 4191732 w 12192000"/>
              <a:gd name="connsiteY100" fmla="*/ 1857328 h 2237474"/>
              <a:gd name="connsiteX101" fmla="*/ 4065532 w 12192000"/>
              <a:gd name="connsiteY101" fmla="*/ 1855477 h 2237474"/>
              <a:gd name="connsiteX102" fmla="*/ 4028460 w 12192000"/>
              <a:gd name="connsiteY102" fmla="*/ 1855137 h 2237474"/>
              <a:gd name="connsiteX103" fmla="*/ 4002267 w 12192000"/>
              <a:gd name="connsiteY103" fmla="*/ 1852352 h 2237474"/>
              <a:gd name="connsiteX104" fmla="*/ 3931396 w 12192000"/>
              <a:gd name="connsiteY104" fmla="*/ 1858915 h 2237474"/>
              <a:gd name="connsiteX105" fmla="*/ 3812162 w 12192000"/>
              <a:gd name="connsiteY105" fmla="*/ 1875501 h 2237474"/>
              <a:gd name="connsiteX106" fmla="*/ 3729530 w 12192000"/>
              <a:gd name="connsiteY106" fmla="*/ 1864513 h 2237474"/>
              <a:gd name="connsiteX107" fmla="*/ 3680177 w 12192000"/>
              <a:gd name="connsiteY107" fmla="*/ 1881552 h 2237474"/>
              <a:gd name="connsiteX108" fmla="*/ 3567259 w 12192000"/>
              <a:gd name="connsiteY108" fmla="*/ 1893482 h 2237474"/>
              <a:gd name="connsiteX109" fmla="*/ 3405770 w 12192000"/>
              <a:gd name="connsiteY109" fmla="*/ 1904591 h 2237474"/>
              <a:gd name="connsiteX110" fmla="*/ 3280097 w 12192000"/>
              <a:gd name="connsiteY110" fmla="*/ 1919610 h 2237474"/>
              <a:gd name="connsiteX111" fmla="*/ 3123424 w 12192000"/>
              <a:gd name="connsiteY111" fmla="*/ 1952930 h 2237474"/>
              <a:gd name="connsiteX112" fmla="*/ 3009910 w 12192000"/>
              <a:gd name="connsiteY112" fmla="*/ 1957866 h 2237474"/>
              <a:gd name="connsiteX113" fmla="*/ 2995934 w 12192000"/>
              <a:gd name="connsiteY113" fmla="*/ 1967085 h 2237474"/>
              <a:gd name="connsiteX114" fmla="*/ 2980071 w 12192000"/>
              <a:gd name="connsiteY114" fmla="*/ 1972988 h 2237474"/>
              <a:gd name="connsiteX115" fmla="*/ 2978094 w 12192000"/>
              <a:gd name="connsiteY115" fmla="*/ 1972369 h 2237474"/>
              <a:gd name="connsiteX116" fmla="*/ 2942858 w 12192000"/>
              <a:gd name="connsiteY116" fmla="*/ 1981367 h 2237474"/>
              <a:gd name="connsiteX117" fmla="*/ 2875436 w 12192000"/>
              <a:gd name="connsiteY117" fmla="*/ 1996977 h 2237474"/>
              <a:gd name="connsiteX118" fmla="*/ 2874892 w 12192000"/>
              <a:gd name="connsiteY118" fmla="*/ 1996085 h 2237474"/>
              <a:gd name="connsiteX119" fmla="*/ 2864145 w 12192000"/>
              <a:gd name="connsiteY119" fmla="*/ 1994061 h 2237474"/>
              <a:gd name="connsiteX120" fmla="*/ 2843662 w 12192000"/>
              <a:gd name="connsiteY120" fmla="*/ 1992498 h 2237474"/>
              <a:gd name="connsiteX121" fmla="*/ 2796128 w 12192000"/>
              <a:gd name="connsiteY121" fmla="*/ 1976403 h 2237474"/>
              <a:gd name="connsiteX122" fmla="*/ 2756784 w 12192000"/>
              <a:gd name="connsiteY122" fmla="*/ 1985116 h 2237474"/>
              <a:gd name="connsiteX123" fmla="*/ 2748833 w 12192000"/>
              <a:gd name="connsiteY123" fmla="*/ 1986323 h 2237474"/>
              <a:gd name="connsiteX124" fmla="*/ 2748661 w 12192000"/>
              <a:gd name="connsiteY124" fmla="*/ 1986122 h 2237474"/>
              <a:gd name="connsiteX125" fmla="*/ 2740251 w 12192000"/>
              <a:gd name="connsiteY125" fmla="*/ 1986946 h 2237474"/>
              <a:gd name="connsiteX126" fmla="*/ 2718916 w 12192000"/>
              <a:gd name="connsiteY126" fmla="*/ 1990867 h 2237474"/>
              <a:gd name="connsiteX127" fmla="*/ 2713522 w 12192000"/>
              <a:gd name="connsiteY127" fmla="*/ 1990173 h 2237474"/>
              <a:gd name="connsiteX128" fmla="*/ 2680597 w 12192000"/>
              <a:gd name="connsiteY128" fmla="*/ 1984996 h 2237474"/>
              <a:gd name="connsiteX129" fmla="*/ 2578178 w 12192000"/>
              <a:gd name="connsiteY129" fmla="*/ 1990531 h 2237474"/>
              <a:gd name="connsiteX130" fmla="*/ 2476147 w 12192000"/>
              <a:gd name="connsiteY130" fmla="*/ 1998305 h 2237474"/>
              <a:gd name="connsiteX131" fmla="*/ 2373568 w 12192000"/>
              <a:gd name="connsiteY131" fmla="*/ 2003219 h 2237474"/>
              <a:gd name="connsiteX132" fmla="*/ 2321399 w 12192000"/>
              <a:gd name="connsiteY132" fmla="*/ 1989467 h 2237474"/>
              <a:gd name="connsiteX133" fmla="*/ 2315525 w 12192000"/>
              <a:gd name="connsiteY133" fmla="*/ 1989708 h 2237474"/>
              <a:gd name="connsiteX134" fmla="*/ 2300792 w 12192000"/>
              <a:gd name="connsiteY134" fmla="*/ 1994290 h 2237474"/>
              <a:gd name="connsiteX135" fmla="*/ 2295469 w 12192000"/>
              <a:gd name="connsiteY135" fmla="*/ 1996659 h 2237474"/>
              <a:gd name="connsiteX136" fmla="*/ 2287219 w 12192000"/>
              <a:gd name="connsiteY136" fmla="*/ 1998750 h 2237474"/>
              <a:gd name="connsiteX137" fmla="*/ 2286948 w 12192000"/>
              <a:gd name="connsiteY137" fmla="*/ 1998596 h 2237474"/>
              <a:gd name="connsiteX138" fmla="*/ 2243069 w 12192000"/>
              <a:gd name="connsiteY138" fmla="*/ 2015111 h 2237474"/>
              <a:gd name="connsiteX139" fmla="*/ 2186609 w 12192000"/>
              <a:gd name="connsiteY139" fmla="*/ 2008263 h 2237474"/>
              <a:gd name="connsiteX140" fmla="*/ 2164831 w 12192000"/>
              <a:gd name="connsiteY140" fmla="*/ 2010143 h 2237474"/>
              <a:gd name="connsiteX141" fmla="*/ 2152836 w 12192000"/>
              <a:gd name="connsiteY141" fmla="*/ 2010048 h 2237474"/>
              <a:gd name="connsiteX142" fmla="*/ 2117102 w 12192000"/>
              <a:gd name="connsiteY142" fmla="*/ 2023004 h 2237474"/>
              <a:gd name="connsiteX143" fmla="*/ 2111935 w 12192000"/>
              <a:gd name="connsiteY143" fmla="*/ 2023163 h 2237474"/>
              <a:gd name="connsiteX144" fmla="*/ 2089991 w 12192000"/>
              <a:gd name="connsiteY144" fmla="*/ 2034193 h 2237474"/>
              <a:gd name="connsiteX145" fmla="*/ 2058061 w 12192000"/>
              <a:gd name="connsiteY145" fmla="*/ 2047942 h 2237474"/>
              <a:gd name="connsiteX146" fmla="*/ 2055737 w 12192000"/>
              <a:gd name="connsiteY146" fmla="*/ 2047704 h 2237474"/>
              <a:gd name="connsiteX147" fmla="*/ 2042244 w 12192000"/>
              <a:gd name="connsiteY147" fmla="*/ 2055560 h 2237474"/>
              <a:gd name="connsiteX148" fmla="*/ 1976224 w 12192000"/>
              <a:gd name="connsiteY148" fmla="*/ 2074257 h 2237474"/>
              <a:gd name="connsiteX149" fmla="*/ 1877728 w 12192000"/>
              <a:gd name="connsiteY149" fmla="*/ 2101004 h 2237474"/>
              <a:gd name="connsiteX150" fmla="*/ 1759056 w 12192000"/>
              <a:gd name="connsiteY150" fmla="*/ 2125608 h 2237474"/>
              <a:gd name="connsiteX151" fmla="*/ 1637948 w 12192000"/>
              <a:gd name="connsiteY151" fmla="*/ 2172597 h 2237474"/>
              <a:gd name="connsiteX152" fmla="*/ 1434549 w 12192000"/>
              <a:gd name="connsiteY152" fmla="*/ 2234522 h 2237474"/>
              <a:gd name="connsiteX153" fmla="*/ 1398481 w 12192000"/>
              <a:gd name="connsiteY153" fmla="*/ 2237074 h 2237474"/>
              <a:gd name="connsiteX154" fmla="*/ 1398407 w 12192000"/>
              <a:gd name="connsiteY154" fmla="*/ 2237095 h 2237474"/>
              <a:gd name="connsiteX155" fmla="*/ 1370962 w 12192000"/>
              <a:gd name="connsiteY155" fmla="*/ 2237474 h 2237474"/>
              <a:gd name="connsiteX156" fmla="*/ 1356367 w 12192000"/>
              <a:gd name="connsiteY156" fmla="*/ 2235089 h 2237474"/>
              <a:gd name="connsiteX157" fmla="*/ 1324828 w 12192000"/>
              <a:gd name="connsiteY157" fmla="*/ 2231968 h 2237474"/>
              <a:gd name="connsiteX158" fmla="*/ 1297744 w 12192000"/>
              <a:gd name="connsiteY158" fmla="*/ 2235849 h 2237474"/>
              <a:gd name="connsiteX159" fmla="*/ 1286236 w 12192000"/>
              <a:gd name="connsiteY159" fmla="*/ 2233135 h 2237474"/>
              <a:gd name="connsiteX160" fmla="*/ 1283504 w 12192000"/>
              <a:gd name="connsiteY160" fmla="*/ 2233797 h 2237474"/>
              <a:gd name="connsiteX161" fmla="*/ 1279765 w 12192000"/>
              <a:gd name="connsiteY161" fmla="*/ 2229639 h 2237474"/>
              <a:gd name="connsiteX162" fmla="*/ 1195347 w 12192000"/>
              <a:gd name="connsiteY162" fmla="*/ 2212354 h 2237474"/>
              <a:gd name="connsiteX163" fmla="*/ 970251 w 12192000"/>
              <a:gd name="connsiteY163" fmla="*/ 2221029 h 2237474"/>
              <a:gd name="connsiteX164" fmla="*/ 812914 w 12192000"/>
              <a:gd name="connsiteY164" fmla="*/ 2202752 h 2237474"/>
              <a:gd name="connsiteX165" fmla="*/ 800195 w 12192000"/>
              <a:gd name="connsiteY165" fmla="*/ 2209407 h 2237474"/>
              <a:gd name="connsiteX166" fmla="*/ 784978 w 12192000"/>
              <a:gd name="connsiteY166" fmla="*/ 2212360 h 2237474"/>
              <a:gd name="connsiteX167" fmla="*/ 681987 w 12192000"/>
              <a:gd name="connsiteY167" fmla="*/ 2216757 h 2237474"/>
              <a:gd name="connsiteX168" fmla="*/ 669923 w 12192000"/>
              <a:gd name="connsiteY168" fmla="*/ 2211682 h 2237474"/>
              <a:gd name="connsiteX169" fmla="*/ 648680 w 12192000"/>
              <a:gd name="connsiteY169" fmla="*/ 2206229 h 2237474"/>
              <a:gd name="connsiteX170" fmla="*/ 597225 w 12192000"/>
              <a:gd name="connsiteY170" fmla="*/ 2180999 h 2237474"/>
              <a:gd name="connsiteX171" fmla="*/ 558449 w 12192000"/>
              <a:gd name="connsiteY171" fmla="*/ 2182346 h 2237474"/>
              <a:gd name="connsiteX172" fmla="*/ 550517 w 12192000"/>
              <a:gd name="connsiteY172" fmla="*/ 2182060 h 2237474"/>
              <a:gd name="connsiteX173" fmla="*/ 550309 w 12192000"/>
              <a:gd name="connsiteY173" fmla="*/ 2181825 h 2237474"/>
              <a:gd name="connsiteX174" fmla="*/ 541836 w 12192000"/>
              <a:gd name="connsiteY174" fmla="*/ 2181063 h 2237474"/>
              <a:gd name="connsiteX175" fmla="*/ 536057 w 12192000"/>
              <a:gd name="connsiteY175" fmla="*/ 2181537 h 2237474"/>
              <a:gd name="connsiteX176" fmla="*/ 520671 w 12192000"/>
              <a:gd name="connsiteY176" fmla="*/ 2180980 h 2237474"/>
              <a:gd name="connsiteX177" fmla="*/ 515024 w 12192000"/>
              <a:gd name="connsiteY177" fmla="*/ 2179258 h 2237474"/>
              <a:gd name="connsiteX178" fmla="*/ 512278 w 12192000"/>
              <a:gd name="connsiteY178" fmla="*/ 2176369 h 2237474"/>
              <a:gd name="connsiteX179" fmla="*/ 480419 w 12192000"/>
              <a:gd name="connsiteY179" fmla="*/ 2167807 h 2237474"/>
              <a:gd name="connsiteX180" fmla="*/ 413835 w 12192000"/>
              <a:gd name="connsiteY180" fmla="*/ 2156783 h 2237474"/>
              <a:gd name="connsiteX181" fmla="*/ 376513 w 12192000"/>
              <a:gd name="connsiteY181" fmla="*/ 2154014 h 2237474"/>
              <a:gd name="connsiteX182" fmla="*/ 273386 w 12192000"/>
              <a:gd name="connsiteY182" fmla="*/ 2142551 h 2237474"/>
              <a:gd name="connsiteX183" fmla="*/ 169207 w 12192000"/>
              <a:gd name="connsiteY183" fmla="*/ 2128100 h 2237474"/>
              <a:gd name="connsiteX184" fmla="*/ 93149 w 12192000"/>
              <a:gd name="connsiteY184" fmla="*/ 2105324 h 2237474"/>
              <a:gd name="connsiteX185" fmla="*/ 88109 w 12192000"/>
              <a:gd name="connsiteY185" fmla="*/ 2106704 h 2237474"/>
              <a:gd name="connsiteX186" fmla="*/ 80022 w 12192000"/>
              <a:gd name="connsiteY186" fmla="*/ 2107254 h 2237474"/>
              <a:gd name="connsiteX187" fmla="*/ 79717 w 12192000"/>
              <a:gd name="connsiteY187" fmla="*/ 2107046 h 2237474"/>
              <a:gd name="connsiteX188" fmla="*/ 72352 w 12192000"/>
              <a:gd name="connsiteY188" fmla="*/ 2107991 h 2237474"/>
              <a:gd name="connsiteX189" fmla="*/ 37645 w 12192000"/>
              <a:gd name="connsiteY189" fmla="*/ 2115401 h 2237474"/>
              <a:gd name="connsiteX190" fmla="*/ 4572 w 12192000"/>
              <a:gd name="connsiteY190" fmla="*/ 2111091 h 2237474"/>
              <a:gd name="connsiteX191" fmla="*/ 0 w 12192000"/>
              <a:gd name="connsiteY191" fmla="*/ 2110468 h 2237474"/>
              <a:gd name="connsiteX192" fmla="*/ 0 w 12192000"/>
              <a:gd name="connsiteY19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44189 w 12192000"/>
              <a:gd name="connsiteY24" fmla="*/ 938966 h 2237474"/>
              <a:gd name="connsiteX25" fmla="*/ 9500499 w 12192000"/>
              <a:gd name="connsiteY25" fmla="*/ 954680 h 2237474"/>
              <a:gd name="connsiteX26" fmla="*/ 9428195 w 12192000"/>
              <a:gd name="connsiteY26" fmla="*/ 986225 h 2237474"/>
              <a:gd name="connsiteX27" fmla="*/ 9410017 w 12192000"/>
              <a:gd name="connsiteY27" fmla="*/ 993931 h 2237474"/>
              <a:gd name="connsiteX28" fmla="*/ 9392919 w 12192000"/>
              <a:gd name="connsiteY28" fmla="*/ 994656 h 2237474"/>
              <a:gd name="connsiteX29" fmla="*/ 9278619 w 12192000"/>
              <a:gd name="connsiteY29" fmla="*/ 1011878 h 2237474"/>
              <a:gd name="connsiteX30" fmla="*/ 9268019 w 12192000"/>
              <a:gd name="connsiteY30" fmla="*/ 1007442 h 2237474"/>
              <a:gd name="connsiteX31" fmla="*/ 9234662 w 12192000"/>
              <a:gd name="connsiteY31" fmla="*/ 1023056 h 2237474"/>
              <a:gd name="connsiteX32" fmla="*/ 9181033 w 12192000"/>
              <a:gd name="connsiteY32" fmla="*/ 1037921 h 2237474"/>
              <a:gd name="connsiteX33" fmla="*/ 9155969 w 12192000"/>
              <a:gd name="connsiteY33" fmla="*/ 1046804 h 2237474"/>
              <a:gd name="connsiteX34" fmla="*/ 9133985 w 12192000"/>
              <a:gd name="connsiteY34" fmla="*/ 1046450 h 2237474"/>
              <a:gd name="connsiteX35" fmla="*/ 9003462 w 12192000"/>
              <a:gd name="connsiteY35" fmla="*/ 1042406 h 2237474"/>
              <a:gd name="connsiteX36" fmla="*/ 8968445 w 12192000"/>
              <a:gd name="connsiteY36" fmla="*/ 1052169 h 2237474"/>
              <a:gd name="connsiteX37" fmla="*/ 8886001 w 12192000"/>
              <a:gd name="connsiteY37" fmla="*/ 1067468 h 2237474"/>
              <a:gd name="connsiteX38" fmla="*/ 8838610 w 12192000"/>
              <a:gd name="connsiteY38" fmla="*/ 1075091 h 2237474"/>
              <a:gd name="connsiteX39" fmla="*/ 8750383 w 12192000"/>
              <a:gd name="connsiteY39" fmla="*/ 1097387 h 2237474"/>
              <a:gd name="connsiteX40" fmla="*/ 8665605 w 12192000"/>
              <a:gd name="connsiteY40" fmla="*/ 1110791 h 2237474"/>
              <a:gd name="connsiteX41" fmla="*/ 8584946 w 12192000"/>
              <a:gd name="connsiteY41" fmla="*/ 1135226 h 2237474"/>
              <a:gd name="connsiteX42" fmla="*/ 8460755 w 12192000"/>
              <a:gd name="connsiteY42" fmla="*/ 1203427 h 2237474"/>
              <a:gd name="connsiteX43" fmla="*/ 8419755 w 12192000"/>
              <a:gd name="connsiteY43" fmla="*/ 1216260 h 2237474"/>
              <a:gd name="connsiteX44" fmla="*/ 8411626 w 12192000"/>
              <a:gd name="connsiteY44" fmla="*/ 1214397 h 2237474"/>
              <a:gd name="connsiteX45" fmla="*/ 8363469 w 12192000"/>
              <a:gd name="connsiteY45" fmla="*/ 1246658 h 2237474"/>
              <a:gd name="connsiteX46" fmla="*/ 8275497 w 12192000"/>
              <a:gd name="connsiteY46" fmla="*/ 1264396 h 2237474"/>
              <a:gd name="connsiteX47" fmla="*/ 8206287 w 12192000"/>
              <a:gd name="connsiteY47" fmla="*/ 1273060 h 2237474"/>
              <a:gd name="connsiteX48" fmla="*/ 8139997 w 12192000"/>
              <a:gd name="connsiteY48" fmla="*/ 1282713 h 2237474"/>
              <a:gd name="connsiteX49" fmla="*/ 8074238 w 12192000"/>
              <a:gd name="connsiteY49" fmla="*/ 1301895 h 2237474"/>
              <a:gd name="connsiteX50" fmla="*/ 7942099 w 12192000"/>
              <a:gd name="connsiteY50" fmla="*/ 1336332 h 2237474"/>
              <a:gd name="connsiteX51" fmla="*/ 7902328 w 12192000"/>
              <a:gd name="connsiteY51" fmla="*/ 1345865 h 2237474"/>
              <a:gd name="connsiteX52" fmla="*/ 7840612 w 12192000"/>
              <a:gd name="connsiteY52" fmla="*/ 1369373 h 2237474"/>
              <a:gd name="connsiteX53" fmla="*/ 7786819 w 12192000"/>
              <a:gd name="connsiteY53" fmla="*/ 1378970 h 2237474"/>
              <a:gd name="connsiteX54" fmla="*/ 7548172 w 12192000"/>
              <a:gd name="connsiteY54" fmla="*/ 1417460 h 2237474"/>
              <a:gd name="connsiteX55" fmla="*/ 7483437 w 12192000"/>
              <a:gd name="connsiteY55" fmla="*/ 1478152 h 2237474"/>
              <a:gd name="connsiteX56" fmla="*/ 7377870 w 12192000"/>
              <a:gd name="connsiteY56" fmla="*/ 1523319 h 2237474"/>
              <a:gd name="connsiteX57" fmla="*/ 7230737 w 12192000"/>
              <a:gd name="connsiteY57" fmla="*/ 1562633 h 2237474"/>
              <a:gd name="connsiteX58" fmla="*/ 7224458 w 12192000"/>
              <a:gd name="connsiteY58" fmla="*/ 1573008 h 2237474"/>
              <a:gd name="connsiteX59" fmla="*/ 7183121 w 12192000"/>
              <a:gd name="connsiteY59" fmla="*/ 1595162 h 2237474"/>
              <a:gd name="connsiteX60" fmla="*/ 7164601 w 12192000"/>
              <a:gd name="connsiteY60" fmla="*/ 1606490 h 2237474"/>
              <a:gd name="connsiteX61" fmla="*/ 7031309 w 12192000"/>
              <a:gd name="connsiteY61" fmla="*/ 1619451 h 2237474"/>
              <a:gd name="connsiteX62" fmla="*/ 6900177 w 12192000"/>
              <a:gd name="connsiteY62" fmla="*/ 1636016 h 2237474"/>
              <a:gd name="connsiteX63" fmla="*/ 6795372 w 12192000"/>
              <a:gd name="connsiteY63" fmla="*/ 1644845 h 2237474"/>
              <a:gd name="connsiteX64" fmla="*/ 6692251 w 12192000"/>
              <a:gd name="connsiteY64" fmla="*/ 1656357 h 2237474"/>
              <a:gd name="connsiteX65" fmla="*/ 6655235 w 12192000"/>
              <a:gd name="connsiteY65" fmla="*/ 1661869 h 2237474"/>
              <a:gd name="connsiteX66" fmla="*/ 6554894 w 12192000"/>
              <a:gd name="connsiteY66" fmla="*/ 1664428 h 2237474"/>
              <a:gd name="connsiteX67" fmla="*/ 6516595 w 12192000"/>
              <a:gd name="connsiteY67" fmla="*/ 1667475 h 2237474"/>
              <a:gd name="connsiteX68" fmla="*/ 6508541 w 12192000"/>
              <a:gd name="connsiteY68" fmla="*/ 1668757 h 2237474"/>
              <a:gd name="connsiteX69" fmla="*/ 6471012 w 12192000"/>
              <a:gd name="connsiteY69" fmla="*/ 1678604 h 2237474"/>
              <a:gd name="connsiteX70" fmla="*/ 6364035 w 12192000"/>
              <a:gd name="connsiteY70" fmla="*/ 1667683 h 2237474"/>
              <a:gd name="connsiteX71" fmla="*/ 6280959 w 12192000"/>
              <a:gd name="connsiteY71" fmla="*/ 1689329 h 2237474"/>
              <a:gd name="connsiteX72" fmla="*/ 6243319 w 12192000"/>
              <a:gd name="connsiteY72" fmla="*/ 1695560 h 2237474"/>
              <a:gd name="connsiteX73" fmla="*/ 6098321 w 12192000"/>
              <a:gd name="connsiteY73" fmla="*/ 1721646 h 2237474"/>
              <a:gd name="connsiteX74" fmla="*/ 5880652 w 12192000"/>
              <a:gd name="connsiteY74" fmla="*/ 1779643 h 2237474"/>
              <a:gd name="connsiteX75" fmla="*/ 5785959 w 12192000"/>
              <a:gd name="connsiteY75" fmla="*/ 1775307 h 2237474"/>
              <a:gd name="connsiteX76" fmla="*/ 5643534 w 12192000"/>
              <a:gd name="connsiteY76" fmla="*/ 1802919 h 2237474"/>
              <a:gd name="connsiteX77" fmla="*/ 5518799 w 12192000"/>
              <a:gd name="connsiteY77" fmla="*/ 1818312 h 2237474"/>
              <a:gd name="connsiteX78" fmla="*/ 5505014 w 12192000"/>
              <a:gd name="connsiteY78" fmla="*/ 1819259 h 2237474"/>
              <a:gd name="connsiteX79" fmla="*/ 5453307 w 12192000"/>
              <a:gd name="connsiteY79" fmla="*/ 1815450 h 2237474"/>
              <a:gd name="connsiteX80" fmla="*/ 5221533 w 12192000"/>
              <a:gd name="connsiteY80" fmla="*/ 1846950 h 2237474"/>
              <a:gd name="connsiteX81" fmla="*/ 5149802 w 12192000"/>
              <a:gd name="connsiteY81" fmla="*/ 1844846 h 2237474"/>
              <a:gd name="connsiteX82" fmla="*/ 5114927 w 12192000"/>
              <a:gd name="connsiteY82" fmla="*/ 1847827 h 2237474"/>
              <a:gd name="connsiteX83" fmla="*/ 5108970 w 12192000"/>
              <a:gd name="connsiteY83" fmla="*/ 1847935 h 2237474"/>
              <a:gd name="connsiteX84" fmla="*/ 5067961 w 12192000"/>
              <a:gd name="connsiteY84" fmla="*/ 1845917 h 2237474"/>
              <a:gd name="connsiteX85" fmla="*/ 5007075 w 12192000"/>
              <a:gd name="connsiteY85" fmla="*/ 1838626 h 2237474"/>
              <a:gd name="connsiteX86" fmla="*/ 4944087 w 12192000"/>
              <a:gd name="connsiteY86" fmla="*/ 1823332 h 2237474"/>
              <a:gd name="connsiteX87" fmla="*/ 4907662 w 12192000"/>
              <a:gd name="connsiteY87" fmla="*/ 1816900 h 2237474"/>
              <a:gd name="connsiteX88" fmla="*/ 4882386 w 12192000"/>
              <a:gd name="connsiteY88" fmla="*/ 1809844 h 2237474"/>
              <a:gd name="connsiteX89" fmla="*/ 4811440 w 12192000"/>
              <a:gd name="connsiteY89" fmla="*/ 1804655 h 2237474"/>
              <a:gd name="connsiteX90" fmla="*/ 4691075 w 12192000"/>
              <a:gd name="connsiteY90" fmla="*/ 1801389 h 2237474"/>
              <a:gd name="connsiteX91" fmla="*/ 4611738 w 12192000"/>
              <a:gd name="connsiteY91" fmla="*/ 1776964 h 2237474"/>
              <a:gd name="connsiteX92" fmla="*/ 4560070 w 12192000"/>
              <a:gd name="connsiteY92" fmla="*/ 1785640 h 2237474"/>
              <a:gd name="connsiteX93" fmla="*/ 4536503 w 12192000"/>
              <a:gd name="connsiteY93" fmla="*/ 1785334 h 2237474"/>
              <a:gd name="connsiteX94" fmla="*/ 4513724 w 12192000"/>
              <a:gd name="connsiteY94" fmla="*/ 1791996 h 2237474"/>
              <a:gd name="connsiteX95" fmla="*/ 4459810 w 12192000"/>
              <a:gd name="connsiteY95" fmla="*/ 1797886 h 2237474"/>
              <a:gd name="connsiteX96" fmla="*/ 4379064 w 12192000"/>
              <a:gd name="connsiteY96" fmla="*/ 1817177 h 2237474"/>
              <a:gd name="connsiteX97" fmla="*/ 4290981 w 12192000"/>
              <a:gd name="connsiteY97" fmla="*/ 1839677 h 2237474"/>
              <a:gd name="connsiteX98" fmla="*/ 4238372 w 12192000"/>
              <a:gd name="connsiteY98" fmla="*/ 1851480 h 2237474"/>
              <a:gd name="connsiteX99" fmla="*/ 4232517 w 12192000"/>
              <a:gd name="connsiteY99" fmla="*/ 1852567 h 2237474"/>
              <a:gd name="connsiteX100" fmla="*/ 4191732 w 12192000"/>
              <a:gd name="connsiteY100" fmla="*/ 1857328 h 2237474"/>
              <a:gd name="connsiteX101" fmla="*/ 4065532 w 12192000"/>
              <a:gd name="connsiteY101" fmla="*/ 1855477 h 2237474"/>
              <a:gd name="connsiteX102" fmla="*/ 4028460 w 12192000"/>
              <a:gd name="connsiteY102" fmla="*/ 1855137 h 2237474"/>
              <a:gd name="connsiteX103" fmla="*/ 4002267 w 12192000"/>
              <a:gd name="connsiteY103" fmla="*/ 1852352 h 2237474"/>
              <a:gd name="connsiteX104" fmla="*/ 3931396 w 12192000"/>
              <a:gd name="connsiteY104" fmla="*/ 1858915 h 2237474"/>
              <a:gd name="connsiteX105" fmla="*/ 3812162 w 12192000"/>
              <a:gd name="connsiteY105" fmla="*/ 1875501 h 2237474"/>
              <a:gd name="connsiteX106" fmla="*/ 3729530 w 12192000"/>
              <a:gd name="connsiteY106" fmla="*/ 1864513 h 2237474"/>
              <a:gd name="connsiteX107" fmla="*/ 3680177 w 12192000"/>
              <a:gd name="connsiteY107" fmla="*/ 1881552 h 2237474"/>
              <a:gd name="connsiteX108" fmla="*/ 3567259 w 12192000"/>
              <a:gd name="connsiteY108" fmla="*/ 1893482 h 2237474"/>
              <a:gd name="connsiteX109" fmla="*/ 3405770 w 12192000"/>
              <a:gd name="connsiteY109" fmla="*/ 1904591 h 2237474"/>
              <a:gd name="connsiteX110" fmla="*/ 3280097 w 12192000"/>
              <a:gd name="connsiteY110" fmla="*/ 1919610 h 2237474"/>
              <a:gd name="connsiteX111" fmla="*/ 3123424 w 12192000"/>
              <a:gd name="connsiteY111" fmla="*/ 1952930 h 2237474"/>
              <a:gd name="connsiteX112" fmla="*/ 3009910 w 12192000"/>
              <a:gd name="connsiteY112" fmla="*/ 1957866 h 2237474"/>
              <a:gd name="connsiteX113" fmla="*/ 2995934 w 12192000"/>
              <a:gd name="connsiteY113" fmla="*/ 1967085 h 2237474"/>
              <a:gd name="connsiteX114" fmla="*/ 2980071 w 12192000"/>
              <a:gd name="connsiteY114" fmla="*/ 1972988 h 2237474"/>
              <a:gd name="connsiteX115" fmla="*/ 2978094 w 12192000"/>
              <a:gd name="connsiteY115" fmla="*/ 1972369 h 2237474"/>
              <a:gd name="connsiteX116" fmla="*/ 2942858 w 12192000"/>
              <a:gd name="connsiteY116" fmla="*/ 1981367 h 2237474"/>
              <a:gd name="connsiteX117" fmla="*/ 2875436 w 12192000"/>
              <a:gd name="connsiteY117" fmla="*/ 1996977 h 2237474"/>
              <a:gd name="connsiteX118" fmla="*/ 2874892 w 12192000"/>
              <a:gd name="connsiteY118" fmla="*/ 1996085 h 2237474"/>
              <a:gd name="connsiteX119" fmla="*/ 2864145 w 12192000"/>
              <a:gd name="connsiteY119" fmla="*/ 1994061 h 2237474"/>
              <a:gd name="connsiteX120" fmla="*/ 2843662 w 12192000"/>
              <a:gd name="connsiteY120" fmla="*/ 1992498 h 2237474"/>
              <a:gd name="connsiteX121" fmla="*/ 2796128 w 12192000"/>
              <a:gd name="connsiteY121" fmla="*/ 1976403 h 2237474"/>
              <a:gd name="connsiteX122" fmla="*/ 2756784 w 12192000"/>
              <a:gd name="connsiteY122" fmla="*/ 1985116 h 2237474"/>
              <a:gd name="connsiteX123" fmla="*/ 2748833 w 12192000"/>
              <a:gd name="connsiteY123" fmla="*/ 1986323 h 2237474"/>
              <a:gd name="connsiteX124" fmla="*/ 2748661 w 12192000"/>
              <a:gd name="connsiteY124" fmla="*/ 1986122 h 2237474"/>
              <a:gd name="connsiteX125" fmla="*/ 2740251 w 12192000"/>
              <a:gd name="connsiteY125" fmla="*/ 1986946 h 2237474"/>
              <a:gd name="connsiteX126" fmla="*/ 2718916 w 12192000"/>
              <a:gd name="connsiteY126" fmla="*/ 1990867 h 2237474"/>
              <a:gd name="connsiteX127" fmla="*/ 2713522 w 12192000"/>
              <a:gd name="connsiteY127" fmla="*/ 1990173 h 2237474"/>
              <a:gd name="connsiteX128" fmla="*/ 2680597 w 12192000"/>
              <a:gd name="connsiteY128" fmla="*/ 1984996 h 2237474"/>
              <a:gd name="connsiteX129" fmla="*/ 2578178 w 12192000"/>
              <a:gd name="connsiteY129" fmla="*/ 1990531 h 2237474"/>
              <a:gd name="connsiteX130" fmla="*/ 2476147 w 12192000"/>
              <a:gd name="connsiteY130" fmla="*/ 1998305 h 2237474"/>
              <a:gd name="connsiteX131" fmla="*/ 2373568 w 12192000"/>
              <a:gd name="connsiteY131" fmla="*/ 2003219 h 2237474"/>
              <a:gd name="connsiteX132" fmla="*/ 2321399 w 12192000"/>
              <a:gd name="connsiteY132" fmla="*/ 1989467 h 2237474"/>
              <a:gd name="connsiteX133" fmla="*/ 2315525 w 12192000"/>
              <a:gd name="connsiteY133" fmla="*/ 1989708 h 2237474"/>
              <a:gd name="connsiteX134" fmla="*/ 2300792 w 12192000"/>
              <a:gd name="connsiteY134" fmla="*/ 1994290 h 2237474"/>
              <a:gd name="connsiteX135" fmla="*/ 2295469 w 12192000"/>
              <a:gd name="connsiteY135" fmla="*/ 1996659 h 2237474"/>
              <a:gd name="connsiteX136" fmla="*/ 2287219 w 12192000"/>
              <a:gd name="connsiteY136" fmla="*/ 1998750 h 2237474"/>
              <a:gd name="connsiteX137" fmla="*/ 2286948 w 12192000"/>
              <a:gd name="connsiteY137" fmla="*/ 1998596 h 2237474"/>
              <a:gd name="connsiteX138" fmla="*/ 2243069 w 12192000"/>
              <a:gd name="connsiteY138" fmla="*/ 2015111 h 2237474"/>
              <a:gd name="connsiteX139" fmla="*/ 2186609 w 12192000"/>
              <a:gd name="connsiteY139" fmla="*/ 2008263 h 2237474"/>
              <a:gd name="connsiteX140" fmla="*/ 2164831 w 12192000"/>
              <a:gd name="connsiteY140" fmla="*/ 2010143 h 2237474"/>
              <a:gd name="connsiteX141" fmla="*/ 2152836 w 12192000"/>
              <a:gd name="connsiteY141" fmla="*/ 2010048 h 2237474"/>
              <a:gd name="connsiteX142" fmla="*/ 2117102 w 12192000"/>
              <a:gd name="connsiteY142" fmla="*/ 2023004 h 2237474"/>
              <a:gd name="connsiteX143" fmla="*/ 2111935 w 12192000"/>
              <a:gd name="connsiteY143" fmla="*/ 2023163 h 2237474"/>
              <a:gd name="connsiteX144" fmla="*/ 2089991 w 12192000"/>
              <a:gd name="connsiteY144" fmla="*/ 2034193 h 2237474"/>
              <a:gd name="connsiteX145" fmla="*/ 2058061 w 12192000"/>
              <a:gd name="connsiteY145" fmla="*/ 2047942 h 2237474"/>
              <a:gd name="connsiteX146" fmla="*/ 2055737 w 12192000"/>
              <a:gd name="connsiteY146" fmla="*/ 2047704 h 2237474"/>
              <a:gd name="connsiteX147" fmla="*/ 2042244 w 12192000"/>
              <a:gd name="connsiteY147" fmla="*/ 2055560 h 2237474"/>
              <a:gd name="connsiteX148" fmla="*/ 1976224 w 12192000"/>
              <a:gd name="connsiteY148" fmla="*/ 2074257 h 2237474"/>
              <a:gd name="connsiteX149" fmla="*/ 1877728 w 12192000"/>
              <a:gd name="connsiteY149" fmla="*/ 2101004 h 2237474"/>
              <a:gd name="connsiteX150" fmla="*/ 1759056 w 12192000"/>
              <a:gd name="connsiteY150" fmla="*/ 2125608 h 2237474"/>
              <a:gd name="connsiteX151" fmla="*/ 1637948 w 12192000"/>
              <a:gd name="connsiteY151" fmla="*/ 2172597 h 2237474"/>
              <a:gd name="connsiteX152" fmla="*/ 1434549 w 12192000"/>
              <a:gd name="connsiteY152" fmla="*/ 2234522 h 2237474"/>
              <a:gd name="connsiteX153" fmla="*/ 1398481 w 12192000"/>
              <a:gd name="connsiteY153" fmla="*/ 2237074 h 2237474"/>
              <a:gd name="connsiteX154" fmla="*/ 1398407 w 12192000"/>
              <a:gd name="connsiteY154" fmla="*/ 2237095 h 2237474"/>
              <a:gd name="connsiteX155" fmla="*/ 1370962 w 12192000"/>
              <a:gd name="connsiteY155" fmla="*/ 2237474 h 2237474"/>
              <a:gd name="connsiteX156" fmla="*/ 1356367 w 12192000"/>
              <a:gd name="connsiteY156" fmla="*/ 2235089 h 2237474"/>
              <a:gd name="connsiteX157" fmla="*/ 1324828 w 12192000"/>
              <a:gd name="connsiteY157" fmla="*/ 2231968 h 2237474"/>
              <a:gd name="connsiteX158" fmla="*/ 1297744 w 12192000"/>
              <a:gd name="connsiteY158" fmla="*/ 2235849 h 2237474"/>
              <a:gd name="connsiteX159" fmla="*/ 1286236 w 12192000"/>
              <a:gd name="connsiteY159" fmla="*/ 2233135 h 2237474"/>
              <a:gd name="connsiteX160" fmla="*/ 1283504 w 12192000"/>
              <a:gd name="connsiteY160" fmla="*/ 2233797 h 2237474"/>
              <a:gd name="connsiteX161" fmla="*/ 1279765 w 12192000"/>
              <a:gd name="connsiteY161" fmla="*/ 2229639 h 2237474"/>
              <a:gd name="connsiteX162" fmla="*/ 1195347 w 12192000"/>
              <a:gd name="connsiteY162" fmla="*/ 2212354 h 2237474"/>
              <a:gd name="connsiteX163" fmla="*/ 970251 w 12192000"/>
              <a:gd name="connsiteY163" fmla="*/ 2221029 h 2237474"/>
              <a:gd name="connsiteX164" fmla="*/ 812914 w 12192000"/>
              <a:gd name="connsiteY164" fmla="*/ 2202752 h 2237474"/>
              <a:gd name="connsiteX165" fmla="*/ 800195 w 12192000"/>
              <a:gd name="connsiteY165" fmla="*/ 2209407 h 2237474"/>
              <a:gd name="connsiteX166" fmla="*/ 784978 w 12192000"/>
              <a:gd name="connsiteY166" fmla="*/ 2212360 h 2237474"/>
              <a:gd name="connsiteX167" fmla="*/ 681987 w 12192000"/>
              <a:gd name="connsiteY167" fmla="*/ 2216757 h 2237474"/>
              <a:gd name="connsiteX168" fmla="*/ 669923 w 12192000"/>
              <a:gd name="connsiteY168" fmla="*/ 2211682 h 2237474"/>
              <a:gd name="connsiteX169" fmla="*/ 648680 w 12192000"/>
              <a:gd name="connsiteY169" fmla="*/ 2206229 h 2237474"/>
              <a:gd name="connsiteX170" fmla="*/ 597225 w 12192000"/>
              <a:gd name="connsiteY170" fmla="*/ 2180999 h 2237474"/>
              <a:gd name="connsiteX171" fmla="*/ 558449 w 12192000"/>
              <a:gd name="connsiteY171" fmla="*/ 2182346 h 2237474"/>
              <a:gd name="connsiteX172" fmla="*/ 550517 w 12192000"/>
              <a:gd name="connsiteY172" fmla="*/ 2182060 h 2237474"/>
              <a:gd name="connsiteX173" fmla="*/ 550309 w 12192000"/>
              <a:gd name="connsiteY173" fmla="*/ 2181825 h 2237474"/>
              <a:gd name="connsiteX174" fmla="*/ 541836 w 12192000"/>
              <a:gd name="connsiteY174" fmla="*/ 2181063 h 2237474"/>
              <a:gd name="connsiteX175" fmla="*/ 536057 w 12192000"/>
              <a:gd name="connsiteY175" fmla="*/ 2181537 h 2237474"/>
              <a:gd name="connsiteX176" fmla="*/ 520671 w 12192000"/>
              <a:gd name="connsiteY176" fmla="*/ 2180980 h 2237474"/>
              <a:gd name="connsiteX177" fmla="*/ 515024 w 12192000"/>
              <a:gd name="connsiteY177" fmla="*/ 2179258 h 2237474"/>
              <a:gd name="connsiteX178" fmla="*/ 512278 w 12192000"/>
              <a:gd name="connsiteY178" fmla="*/ 2176369 h 2237474"/>
              <a:gd name="connsiteX179" fmla="*/ 480419 w 12192000"/>
              <a:gd name="connsiteY179" fmla="*/ 2167807 h 2237474"/>
              <a:gd name="connsiteX180" fmla="*/ 413835 w 12192000"/>
              <a:gd name="connsiteY180" fmla="*/ 2156783 h 2237474"/>
              <a:gd name="connsiteX181" fmla="*/ 376513 w 12192000"/>
              <a:gd name="connsiteY181" fmla="*/ 2154014 h 2237474"/>
              <a:gd name="connsiteX182" fmla="*/ 273386 w 12192000"/>
              <a:gd name="connsiteY182" fmla="*/ 2142551 h 2237474"/>
              <a:gd name="connsiteX183" fmla="*/ 169207 w 12192000"/>
              <a:gd name="connsiteY183" fmla="*/ 2128100 h 2237474"/>
              <a:gd name="connsiteX184" fmla="*/ 93149 w 12192000"/>
              <a:gd name="connsiteY184" fmla="*/ 2105324 h 2237474"/>
              <a:gd name="connsiteX185" fmla="*/ 88109 w 12192000"/>
              <a:gd name="connsiteY185" fmla="*/ 2106704 h 2237474"/>
              <a:gd name="connsiteX186" fmla="*/ 80022 w 12192000"/>
              <a:gd name="connsiteY186" fmla="*/ 2107254 h 2237474"/>
              <a:gd name="connsiteX187" fmla="*/ 79717 w 12192000"/>
              <a:gd name="connsiteY187" fmla="*/ 2107046 h 2237474"/>
              <a:gd name="connsiteX188" fmla="*/ 72352 w 12192000"/>
              <a:gd name="connsiteY188" fmla="*/ 2107991 h 2237474"/>
              <a:gd name="connsiteX189" fmla="*/ 37645 w 12192000"/>
              <a:gd name="connsiteY189" fmla="*/ 2115401 h 2237474"/>
              <a:gd name="connsiteX190" fmla="*/ 4572 w 12192000"/>
              <a:gd name="connsiteY190" fmla="*/ 2111091 h 2237474"/>
              <a:gd name="connsiteX191" fmla="*/ 0 w 12192000"/>
              <a:gd name="connsiteY191" fmla="*/ 2110468 h 2237474"/>
              <a:gd name="connsiteX192" fmla="*/ 0 w 12192000"/>
              <a:gd name="connsiteY19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34800 w 12192000"/>
              <a:gd name="connsiteY6" fmla="*/ 747840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44189 w 12192000"/>
              <a:gd name="connsiteY24" fmla="*/ 938966 h 2237474"/>
              <a:gd name="connsiteX25" fmla="*/ 9500499 w 12192000"/>
              <a:gd name="connsiteY25" fmla="*/ 954680 h 2237474"/>
              <a:gd name="connsiteX26" fmla="*/ 9428195 w 12192000"/>
              <a:gd name="connsiteY26" fmla="*/ 986225 h 2237474"/>
              <a:gd name="connsiteX27" fmla="*/ 9410017 w 12192000"/>
              <a:gd name="connsiteY27" fmla="*/ 993931 h 2237474"/>
              <a:gd name="connsiteX28" fmla="*/ 9392919 w 12192000"/>
              <a:gd name="connsiteY28" fmla="*/ 994656 h 2237474"/>
              <a:gd name="connsiteX29" fmla="*/ 9278619 w 12192000"/>
              <a:gd name="connsiteY29" fmla="*/ 1011878 h 2237474"/>
              <a:gd name="connsiteX30" fmla="*/ 9268019 w 12192000"/>
              <a:gd name="connsiteY30" fmla="*/ 1007442 h 2237474"/>
              <a:gd name="connsiteX31" fmla="*/ 9234662 w 12192000"/>
              <a:gd name="connsiteY31" fmla="*/ 1023056 h 2237474"/>
              <a:gd name="connsiteX32" fmla="*/ 9181033 w 12192000"/>
              <a:gd name="connsiteY32" fmla="*/ 1037921 h 2237474"/>
              <a:gd name="connsiteX33" fmla="*/ 9155969 w 12192000"/>
              <a:gd name="connsiteY33" fmla="*/ 1046804 h 2237474"/>
              <a:gd name="connsiteX34" fmla="*/ 9133985 w 12192000"/>
              <a:gd name="connsiteY34" fmla="*/ 1046450 h 2237474"/>
              <a:gd name="connsiteX35" fmla="*/ 9003462 w 12192000"/>
              <a:gd name="connsiteY35" fmla="*/ 1042406 h 2237474"/>
              <a:gd name="connsiteX36" fmla="*/ 8968445 w 12192000"/>
              <a:gd name="connsiteY36" fmla="*/ 1052169 h 2237474"/>
              <a:gd name="connsiteX37" fmla="*/ 8886001 w 12192000"/>
              <a:gd name="connsiteY37" fmla="*/ 1067468 h 2237474"/>
              <a:gd name="connsiteX38" fmla="*/ 8838610 w 12192000"/>
              <a:gd name="connsiteY38" fmla="*/ 1075091 h 2237474"/>
              <a:gd name="connsiteX39" fmla="*/ 8750383 w 12192000"/>
              <a:gd name="connsiteY39" fmla="*/ 1097387 h 2237474"/>
              <a:gd name="connsiteX40" fmla="*/ 8665605 w 12192000"/>
              <a:gd name="connsiteY40" fmla="*/ 1110791 h 2237474"/>
              <a:gd name="connsiteX41" fmla="*/ 8584946 w 12192000"/>
              <a:gd name="connsiteY41" fmla="*/ 1135226 h 2237474"/>
              <a:gd name="connsiteX42" fmla="*/ 8460755 w 12192000"/>
              <a:gd name="connsiteY42" fmla="*/ 1203427 h 2237474"/>
              <a:gd name="connsiteX43" fmla="*/ 8419755 w 12192000"/>
              <a:gd name="connsiteY43" fmla="*/ 1216260 h 2237474"/>
              <a:gd name="connsiteX44" fmla="*/ 8411626 w 12192000"/>
              <a:gd name="connsiteY44" fmla="*/ 1214397 h 2237474"/>
              <a:gd name="connsiteX45" fmla="*/ 8363469 w 12192000"/>
              <a:gd name="connsiteY45" fmla="*/ 1246658 h 2237474"/>
              <a:gd name="connsiteX46" fmla="*/ 8275497 w 12192000"/>
              <a:gd name="connsiteY46" fmla="*/ 1264396 h 2237474"/>
              <a:gd name="connsiteX47" fmla="*/ 8206287 w 12192000"/>
              <a:gd name="connsiteY47" fmla="*/ 1273060 h 2237474"/>
              <a:gd name="connsiteX48" fmla="*/ 8139997 w 12192000"/>
              <a:gd name="connsiteY48" fmla="*/ 1282713 h 2237474"/>
              <a:gd name="connsiteX49" fmla="*/ 8074238 w 12192000"/>
              <a:gd name="connsiteY49" fmla="*/ 1301895 h 2237474"/>
              <a:gd name="connsiteX50" fmla="*/ 7942099 w 12192000"/>
              <a:gd name="connsiteY50" fmla="*/ 1336332 h 2237474"/>
              <a:gd name="connsiteX51" fmla="*/ 7902328 w 12192000"/>
              <a:gd name="connsiteY51" fmla="*/ 1345865 h 2237474"/>
              <a:gd name="connsiteX52" fmla="*/ 7840612 w 12192000"/>
              <a:gd name="connsiteY52" fmla="*/ 1369373 h 2237474"/>
              <a:gd name="connsiteX53" fmla="*/ 7786819 w 12192000"/>
              <a:gd name="connsiteY53" fmla="*/ 1378970 h 2237474"/>
              <a:gd name="connsiteX54" fmla="*/ 7548172 w 12192000"/>
              <a:gd name="connsiteY54" fmla="*/ 1417460 h 2237474"/>
              <a:gd name="connsiteX55" fmla="*/ 7483437 w 12192000"/>
              <a:gd name="connsiteY55" fmla="*/ 1478152 h 2237474"/>
              <a:gd name="connsiteX56" fmla="*/ 7377870 w 12192000"/>
              <a:gd name="connsiteY56" fmla="*/ 1523319 h 2237474"/>
              <a:gd name="connsiteX57" fmla="*/ 7230737 w 12192000"/>
              <a:gd name="connsiteY57" fmla="*/ 1562633 h 2237474"/>
              <a:gd name="connsiteX58" fmla="*/ 7224458 w 12192000"/>
              <a:gd name="connsiteY58" fmla="*/ 1573008 h 2237474"/>
              <a:gd name="connsiteX59" fmla="*/ 7183121 w 12192000"/>
              <a:gd name="connsiteY59" fmla="*/ 1595162 h 2237474"/>
              <a:gd name="connsiteX60" fmla="*/ 7164601 w 12192000"/>
              <a:gd name="connsiteY60" fmla="*/ 1606490 h 2237474"/>
              <a:gd name="connsiteX61" fmla="*/ 7031309 w 12192000"/>
              <a:gd name="connsiteY61" fmla="*/ 1619451 h 2237474"/>
              <a:gd name="connsiteX62" fmla="*/ 6900177 w 12192000"/>
              <a:gd name="connsiteY62" fmla="*/ 1636016 h 2237474"/>
              <a:gd name="connsiteX63" fmla="*/ 6795372 w 12192000"/>
              <a:gd name="connsiteY63" fmla="*/ 1644845 h 2237474"/>
              <a:gd name="connsiteX64" fmla="*/ 6692251 w 12192000"/>
              <a:gd name="connsiteY64" fmla="*/ 1656357 h 2237474"/>
              <a:gd name="connsiteX65" fmla="*/ 6655235 w 12192000"/>
              <a:gd name="connsiteY65" fmla="*/ 1661869 h 2237474"/>
              <a:gd name="connsiteX66" fmla="*/ 6554894 w 12192000"/>
              <a:gd name="connsiteY66" fmla="*/ 1664428 h 2237474"/>
              <a:gd name="connsiteX67" fmla="*/ 6516595 w 12192000"/>
              <a:gd name="connsiteY67" fmla="*/ 1667475 h 2237474"/>
              <a:gd name="connsiteX68" fmla="*/ 6508541 w 12192000"/>
              <a:gd name="connsiteY68" fmla="*/ 1668757 h 2237474"/>
              <a:gd name="connsiteX69" fmla="*/ 6471012 w 12192000"/>
              <a:gd name="connsiteY69" fmla="*/ 1678604 h 2237474"/>
              <a:gd name="connsiteX70" fmla="*/ 6364035 w 12192000"/>
              <a:gd name="connsiteY70" fmla="*/ 1667683 h 2237474"/>
              <a:gd name="connsiteX71" fmla="*/ 6280959 w 12192000"/>
              <a:gd name="connsiteY71" fmla="*/ 1689329 h 2237474"/>
              <a:gd name="connsiteX72" fmla="*/ 6243319 w 12192000"/>
              <a:gd name="connsiteY72" fmla="*/ 1695560 h 2237474"/>
              <a:gd name="connsiteX73" fmla="*/ 6098321 w 12192000"/>
              <a:gd name="connsiteY73" fmla="*/ 1721646 h 2237474"/>
              <a:gd name="connsiteX74" fmla="*/ 5880652 w 12192000"/>
              <a:gd name="connsiteY74" fmla="*/ 1779643 h 2237474"/>
              <a:gd name="connsiteX75" fmla="*/ 5785959 w 12192000"/>
              <a:gd name="connsiteY75" fmla="*/ 1775307 h 2237474"/>
              <a:gd name="connsiteX76" fmla="*/ 5643534 w 12192000"/>
              <a:gd name="connsiteY76" fmla="*/ 1802919 h 2237474"/>
              <a:gd name="connsiteX77" fmla="*/ 5518799 w 12192000"/>
              <a:gd name="connsiteY77" fmla="*/ 1818312 h 2237474"/>
              <a:gd name="connsiteX78" fmla="*/ 5505014 w 12192000"/>
              <a:gd name="connsiteY78" fmla="*/ 1819259 h 2237474"/>
              <a:gd name="connsiteX79" fmla="*/ 5453307 w 12192000"/>
              <a:gd name="connsiteY79" fmla="*/ 1815450 h 2237474"/>
              <a:gd name="connsiteX80" fmla="*/ 5221533 w 12192000"/>
              <a:gd name="connsiteY80" fmla="*/ 1846950 h 2237474"/>
              <a:gd name="connsiteX81" fmla="*/ 5149802 w 12192000"/>
              <a:gd name="connsiteY81" fmla="*/ 1844846 h 2237474"/>
              <a:gd name="connsiteX82" fmla="*/ 5114927 w 12192000"/>
              <a:gd name="connsiteY82" fmla="*/ 1847827 h 2237474"/>
              <a:gd name="connsiteX83" fmla="*/ 5108970 w 12192000"/>
              <a:gd name="connsiteY83" fmla="*/ 1847935 h 2237474"/>
              <a:gd name="connsiteX84" fmla="*/ 5067961 w 12192000"/>
              <a:gd name="connsiteY84" fmla="*/ 1845917 h 2237474"/>
              <a:gd name="connsiteX85" fmla="*/ 5007075 w 12192000"/>
              <a:gd name="connsiteY85" fmla="*/ 1838626 h 2237474"/>
              <a:gd name="connsiteX86" fmla="*/ 4944087 w 12192000"/>
              <a:gd name="connsiteY86" fmla="*/ 1823332 h 2237474"/>
              <a:gd name="connsiteX87" fmla="*/ 4907662 w 12192000"/>
              <a:gd name="connsiteY87" fmla="*/ 1816900 h 2237474"/>
              <a:gd name="connsiteX88" fmla="*/ 4882386 w 12192000"/>
              <a:gd name="connsiteY88" fmla="*/ 1809844 h 2237474"/>
              <a:gd name="connsiteX89" fmla="*/ 4811440 w 12192000"/>
              <a:gd name="connsiteY89" fmla="*/ 1804655 h 2237474"/>
              <a:gd name="connsiteX90" fmla="*/ 4691075 w 12192000"/>
              <a:gd name="connsiteY90" fmla="*/ 1801389 h 2237474"/>
              <a:gd name="connsiteX91" fmla="*/ 4611738 w 12192000"/>
              <a:gd name="connsiteY91" fmla="*/ 1776964 h 2237474"/>
              <a:gd name="connsiteX92" fmla="*/ 4560070 w 12192000"/>
              <a:gd name="connsiteY92" fmla="*/ 1785640 h 2237474"/>
              <a:gd name="connsiteX93" fmla="*/ 4536503 w 12192000"/>
              <a:gd name="connsiteY93" fmla="*/ 1785334 h 2237474"/>
              <a:gd name="connsiteX94" fmla="*/ 4513724 w 12192000"/>
              <a:gd name="connsiteY94" fmla="*/ 1791996 h 2237474"/>
              <a:gd name="connsiteX95" fmla="*/ 4459810 w 12192000"/>
              <a:gd name="connsiteY95" fmla="*/ 1797886 h 2237474"/>
              <a:gd name="connsiteX96" fmla="*/ 4379064 w 12192000"/>
              <a:gd name="connsiteY96" fmla="*/ 1817177 h 2237474"/>
              <a:gd name="connsiteX97" fmla="*/ 4290981 w 12192000"/>
              <a:gd name="connsiteY97" fmla="*/ 1839677 h 2237474"/>
              <a:gd name="connsiteX98" fmla="*/ 4238372 w 12192000"/>
              <a:gd name="connsiteY98" fmla="*/ 1851480 h 2237474"/>
              <a:gd name="connsiteX99" fmla="*/ 4232517 w 12192000"/>
              <a:gd name="connsiteY99" fmla="*/ 1852567 h 2237474"/>
              <a:gd name="connsiteX100" fmla="*/ 4191732 w 12192000"/>
              <a:gd name="connsiteY100" fmla="*/ 1857328 h 2237474"/>
              <a:gd name="connsiteX101" fmla="*/ 4065532 w 12192000"/>
              <a:gd name="connsiteY101" fmla="*/ 1855477 h 2237474"/>
              <a:gd name="connsiteX102" fmla="*/ 4028460 w 12192000"/>
              <a:gd name="connsiteY102" fmla="*/ 1855137 h 2237474"/>
              <a:gd name="connsiteX103" fmla="*/ 4002267 w 12192000"/>
              <a:gd name="connsiteY103" fmla="*/ 1852352 h 2237474"/>
              <a:gd name="connsiteX104" fmla="*/ 3931396 w 12192000"/>
              <a:gd name="connsiteY104" fmla="*/ 1858915 h 2237474"/>
              <a:gd name="connsiteX105" fmla="*/ 3812162 w 12192000"/>
              <a:gd name="connsiteY105" fmla="*/ 1875501 h 2237474"/>
              <a:gd name="connsiteX106" fmla="*/ 3729530 w 12192000"/>
              <a:gd name="connsiteY106" fmla="*/ 1864513 h 2237474"/>
              <a:gd name="connsiteX107" fmla="*/ 3680177 w 12192000"/>
              <a:gd name="connsiteY107" fmla="*/ 1881552 h 2237474"/>
              <a:gd name="connsiteX108" fmla="*/ 3567259 w 12192000"/>
              <a:gd name="connsiteY108" fmla="*/ 1893482 h 2237474"/>
              <a:gd name="connsiteX109" fmla="*/ 3405770 w 12192000"/>
              <a:gd name="connsiteY109" fmla="*/ 1904591 h 2237474"/>
              <a:gd name="connsiteX110" fmla="*/ 3280097 w 12192000"/>
              <a:gd name="connsiteY110" fmla="*/ 1919610 h 2237474"/>
              <a:gd name="connsiteX111" fmla="*/ 3123424 w 12192000"/>
              <a:gd name="connsiteY111" fmla="*/ 1952930 h 2237474"/>
              <a:gd name="connsiteX112" fmla="*/ 3009910 w 12192000"/>
              <a:gd name="connsiteY112" fmla="*/ 1957866 h 2237474"/>
              <a:gd name="connsiteX113" fmla="*/ 2995934 w 12192000"/>
              <a:gd name="connsiteY113" fmla="*/ 1967085 h 2237474"/>
              <a:gd name="connsiteX114" fmla="*/ 2980071 w 12192000"/>
              <a:gd name="connsiteY114" fmla="*/ 1972988 h 2237474"/>
              <a:gd name="connsiteX115" fmla="*/ 2978094 w 12192000"/>
              <a:gd name="connsiteY115" fmla="*/ 1972369 h 2237474"/>
              <a:gd name="connsiteX116" fmla="*/ 2942858 w 12192000"/>
              <a:gd name="connsiteY116" fmla="*/ 1981367 h 2237474"/>
              <a:gd name="connsiteX117" fmla="*/ 2875436 w 12192000"/>
              <a:gd name="connsiteY117" fmla="*/ 1996977 h 2237474"/>
              <a:gd name="connsiteX118" fmla="*/ 2874892 w 12192000"/>
              <a:gd name="connsiteY118" fmla="*/ 1996085 h 2237474"/>
              <a:gd name="connsiteX119" fmla="*/ 2864145 w 12192000"/>
              <a:gd name="connsiteY119" fmla="*/ 1994061 h 2237474"/>
              <a:gd name="connsiteX120" fmla="*/ 2843662 w 12192000"/>
              <a:gd name="connsiteY120" fmla="*/ 1992498 h 2237474"/>
              <a:gd name="connsiteX121" fmla="*/ 2796128 w 12192000"/>
              <a:gd name="connsiteY121" fmla="*/ 1976403 h 2237474"/>
              <a:gd name="connsiteX122" fmla="*/ 2756784 w 12192000"/>
              <a:gd name="connsiteY122" fmla="*/ 1985116 h 2237474"/>
              <a:gd name="connsiteX123" fmla="*/ 2748833 w 12192000"/>
              <a:gd name="connsiteY123" fmla="*/ 1986323 h 2237474"/>
              <a:gd name="connsiteX124" fmla="*/ 2748661 w 12192000"/>
              <a:gd name="connsiteY124" fmla="*/ 1986122 h 2237474"/>
              <a:gd name="connsiteX125" fmla="*/ 2740251 w 12192000"/>
              <a:gd name="connsiteY125" fmla="*/ 1986946 h 2237474"/>
              <a:gd name="connsiteX126" fmla="*/ 2718916 w 12192000"/>
              <a:gd name="connsiteY126" fmla="*/ 1990867 h 2237474"/>
              <a:gd name="connsiteX127" fmla="*/ 2713522 w 12192000"/>
              <a:gd name="connsiteY127" fmla="*/ 1990173 h 2237474"/>
              <a:gd name="connsiteX128" fmla="*/ 2680597 w 12192000"/>
              <a:gd name="connsiteY128" fmla="*/ 1984996 h 2237474"/>
              <a:gd name="connsiteX129" fmla="*/ 2578178 w 12192000"/>
              <a:gd name="connsiteY129" fmla="*/ 1990531 h 2237474"/>
              <a:gd name="connsiteX130" fmla="*/ 2476147 w 12192000"/>
              <a:gd name="connsiteY130" fmla="*/ 1998305 h 2237474"/>
              <a:gd name="connsiteX131" fmla="*/ 2373568 w 12192000"/>
              <a:gd name="connsiteY131" fmla="*/ 2003219 h 2237474"/>
              <a:gd name="connsiteX132" fmla="*/ 2321399 w 12192000"/>
              <a:gd name="connsiteY132" fmla="*/ 1989467 h 2237474"/>
              <a:gd name="connsiteX133" fmla="*/ 2315525 w 12192000"/>
              <a:gd name="connsiteY133" fmla="*/ 1989708 h 2237474"/>
              <a:gd name="connsiteX134" fmla="*/ 2300792 w 12192000"/>
              <a:gd name="connsiteY134" fmla="*/ 1994290 h 2237474"/>
              <a:gd name="connsiteX135" fmla="*/ 2295469 w 12192000"/>
              <a:gd name="connsiteY135" fmla="*/ 1996659 h 2237474"/>
              <a:gd name="connsiteX136" fmla="*/ 2287219 w 12192000"/>
              <a:gd name="connsiteY136" fmla="*/ 1998750 h 2237474"/>
              <a:gd name="connsiteX137" fmla="*/ 2286948 w 12192000"/>
              <a:gd name="connsiteY137" fmla="*/ 1998596 h 2237474"/>
              <a:gd name="connsiteX138" fmla="*/ 2243069 w 12192000"/>
              <a:gd name="connsiteY138" fmla="*/ 2015111 h 2237474"/>
              <a:gd name="connsiteX139" fmla="*/ 2186609 w 12192000"/>
              <a:gd name="connsiteY139" fmla="*/ 2008263 h 2237474"/>
              <a:gd name="connsiteX140" fmla="*/ 2164831 w 12192000"/>
              <a:gd name="connsiteY140" fmla="*/ 2010143 h 2237474"/>
              <a:gd name="connsiteX141" fmla="*/ 2152836 w 12192000"/>
              <a:gd name="connsiteY141" fmla="*/ 2010048 h 2237474"/>
              <a:gd name="connsiteX142" fmla="*/ 2117102 w 12192000"/>
              <a:gd name="connsiteY142" fmla="*/ 2023004 h 2237474"/>
              <a:gd name="connsiteX143" fmla="*/ 2111935 w 12192000"/>
              <a:gd name="connsiteY143" fmla="*/ 2023163 h 2237474"/>
              <a:gd name="connsiteX144" fmla="*/ 2089991 w 12192000"/>
              <a:gd name="connsiteY144" fmla="*/ 2034193 h 2237474"/>
              <a:gd name="connsiteX145" fmla="*/ 2058061 w 12192000"/>
              <a:gd name="connsiteY145" fmla="*/ 2047942 h 2237474"/>
              <a:gd name="connsiteX146" fmla="*/ 2055737 w 12192000"/>
              <a:gd name="connsiteY146" fmla="*/ 2047704 h 2237474"/>
              <a:gd name="connsiteX147" fmla="*/ 2042244 w 12192000"/>
              <a:gd name="connsiteY147" fmla="*/ 2055560 h 2237474"/>
              <a:gd name="connsiteX148" fmla="*/ 1976224 w 12192000"/>
              <a:gd name="connsiteY148" fmla="*/ 2074257 h 2237474"/>
              <a:gd name="connsiteX149" fmla="*/ 1877728 w 12192000"/>
              <a:gd name="connsiteY149" fmla="*/ 2101004 h 2237474"/>
              <a:gd name="connsiteX150" fmla="*/ 1759056 w 12192000"/>
              <a:gd name="connsiteY150" fmla="*/ 2125608 h 2237474"/>
              <a:gd name="connsiteX151" fmla="*/ 1637948 w 12192000"/>
              <a:gd name="connsiteY151" fmla="*/ 2172597 h 2237474"/>
              <a:gd name="connsiteX152" fmla="*/ 1434549 w 12192000"/>
              <a:gd name="connsiteY152" fmla="*/ 2234522 h 2237474"/>
              <a:gd name="connsiteX153" fmla="*/ 1398481 w 12192000"/>
              <a:gd name="connsiteY153" fmla="*/ 2237074 h 2237474"/>
              <a:gd name="connsiteX154" fmla="*/ 1398407 w 12192000"/>
              <a:gd name="connsiteY154" fmla="*/ 2237095 h 2237474"/>
              <a:gd name="connsiteX155" fmla="*/ 1370962 w 12192000"/>
              <a:gd name="connsiteY155" fmla="*/ 2237474 h 2237474"/>
              <a:gd name="connsiteX156" fmla="*/ 1356367 w 12192000"/>
              <a:gd name="connsiteY156" fmla="*/ 2235089 h 2237474"/>
              <a:gd name="connsiteX157" fmla="*/ 1324828 w 12192000"/>
              <a:gd name="connsiteY157" fmla="*/ 2231968 h 2237474"/>
              <a:gd name="connsiteX158" fmla="*/ 1297744 w 12192000"/>
              <a:gd name="connsiteY158" fmla="*/ 2235849 h 2237474"/>
              <a:gd name="connsiteX159" fmla="*/ 1286236 w 12192000"/>
              <a:gd name="connsiteY159" fmla="*/ 2233135 h 2237474"/>
              <a:gd name="connsiteX160" fmla="*/ 1283504 w 12192000"/>
              <a:gd name="connsiteY160" fmla="*/ 2233797 h 2237474"/>
              <a:gd name="connsiteX161" fmla="*/ 1279765 w 12192000"/>
              <a:gd name="connsiteY161" fmla="*/ 2229639 h 2237474"/>
              <a:gd name="connsiteX162" fmla="*/ 1195347 w 12192000"/>
              <a:gd name="connsiteY162" fmla="*/ 2212354 h 2237474"/>
              <a:gd name="connsiteX163" fmla="*/ 970251 w 12192000"/>
              <a:gd name="connsiteY163" fmla="*/ 2221029 h 2237474"/>
              <a:gd name="connsiteX164" fmla="*/ 812914 w 12192000"/>
              <a:gd name="connsiteY164" fmla="*/ 2202752 h 2237474"/>
              <a:gd name="connsiteX165" fmla="*/ 800195 w 12192000"/>
              <a:gd name="connsiteY165" fmla="*/ 2209407 h 2237474"/>
              <a:gd name="connsiteX166" fmla="*/ 784978 w 12192000"/>
              <a:gd name="connsiteY166" fmla="*/ 2212360 h 2237474"/>
              <a:gd name="connsiteX167" fmla="*/ 681987 w 12192000"/>
              <a:gd name="connsiteY167" fmla="*/ 2216757 h 2237474"/>
              <a:gd name="connsiteX168" fmla="*/ 669923 w 12192000"/>
              <a:gd name="connsiteY168" fmla="*/ 2211682 h 2237474"/>
              <a:gd name="connsiteX169" fmla="*/ 648680 w 12192000"/>
              <a:gd name="connsiteY169" fmla="*/ 2206229 h 2237474"/>
              <a:gd name="connsiteX170" fmla="*/ 597225 w 12192000"/>
              <a:gd name="connsiteY170" fmla="*/ 2180999 h 2237474"/>
              <a:gd name="connsiteX171" fmla="*/ 558449 w 12192000"/>
              <a:gd name="connsiteY171" fmla="*/ 2182346 h 2237474"/>
              <a:gd name="connsiteX172" fmla="*/ 550517 w 12192000"/>
              <a:gd name="connsiteY172" fmla="*/ 2182060 h 2237474"/>
              <a:gd name="connsiteX173" fmla="*/ 550309 w 12192000"/>
              <a:gd name="connsiteY173" fmla="*/ 2181825 h 2237474"/>
              <a:gd name="connsiteX174" fmla="*/ 541836 w 12192000"/>
              <a:gd name="connsiteY174" fmla="*/ 2181063 h 2237474"/>
              <a:gd name="connsiteX175" fmla="*/ 536057 w 12192000"/>
              <a:gd name="connsiteY175" fmla="*/ 2181537 h 2237474"/>
              <a:gd name="connsiteX176" fmla="*/ 520671 w 12192000"/>
              <a:gd name="connsiteY176" fmla="*/ 2180980 h 2237474"/>
              <a:gd name="connsiteX177" fmla="*/ 515024 w 12192000"/>
              <a:gd name="connsiteY177" fmla="*/ 2179258 h 2237474"/>
              <a:gd name="connsiteX178" fmla="*/ 512278 w 12192000"/>
              <a:gd name="connsiteY178" fmla="*/ 2176369 h 2237474"/>
              <a:gd name="connsiteX179" fmla="*/ 480419 w 12192000"/>
              <a:gd name="connsiteY179" fmla="*/ 2167807 h 2237474"/>
              <a:gd name="connsiteX180" fmla="*/ 413835 w 12192000"/>
              <a:gd name="connsiteY180" fmla="*/ 2156783 h 2237474"/>
              <a:gd name="connsiteX181" fmla="*/ 376513 w 12192000"/>
              <a:gd name="connsiteY181" fmla="*/ 2154014 h 2237474"/>
              <a:gd name="connsiteX182" fmla="*/ 273386 w 12192000"/>
              <a:gd name="connsiteY182" fmla="*/ 2142551 h 2237474"/>
              <a:gd name="connsiteX183" fmla="*/ 169207 w 12192000"/>
              <a:gd name="connsiteY183" fmla="*/ 2128100 h 2237474"/>
              <a:gd name="connsiteX184" fmla="*/ 93149 w 12192000"/>
              <a:gd name="connsiteY184" fmla="*/ 2105324 h 2237474"/>
              <a:gd name="connsiteX185" fmla="*/ 88109 w 12192000"/>
              <a:gd name="connsiteY185" fmla="*/ 2106704 h 2237474"/>
              <a:gd name="connsiteX186" fmla="*/ 80022 w 12192000"/>
              <a:gd name="connsiteY186" fmla="*/ 2107254 h 2237474"/>
              <a:gd name="connsiteX187" fmla="*/ 79717 w 12192000"/>
              <a:gd name="connsiteY187" fmla="*/ 2107046 h 2237474"/>
              <a:gd name="connsiteX188" fmla="*/ 72352 w 12192000"/>
              <a:gd name="connsiteY188" fmla="*/ 2107991 h 2237474"/>
              <a:gd name="connsiteX189" fmla="*/ 37645 w 12192000"/>
              <a:gd name="connsiteY189" fmla="*/ 2115401 h 2237474"/>
              <a:gd name="connsiteX190" fmla="*/ 4572 w 12192000"/>
              <a:gd name="connsiteY190" fmla="*/ 2111091 h 2237474"/>
              <a:gd name="connsiteX191" fmla="*/ 0 w 12192000"/>
              <a:gd name="connsiteY191" fmla="*/ 2110468 h 2237474"/>
              <a:gd name="connsiteX192" fmla="*/ 0 w 12192000"/>
              <a:gd name="connsiteY19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44189 w 12192000"/>
              <a:gd name="connsiteY24" fmla="*/ 938966 h 2237474"/>
              <a:gd name="connsiteX25" fmla="*/ 9500499 w 12192000"/>
              <a:gd name="connsiteY25" fmla="*/ 954680 h 2237474"/>
              <a:gd name="connsiteX26" fmla="*/ 9428195 w 12192000"/>
              <a:gd name="connsiteY26" fmla="*/ 986225 h 2237474"/>
              <a:gd name="connsiteX27" fmla="*/ 9410017 w 12192000"/>
              <a:gd name="connsiteY27" fmla="*/ 993931 h 2237474"/>
              <a:gd name="connsiteX28" fmla="*/ 9392919 w 12192000"/>
              <a:gd name="connsiteY28" fmla="*/ 994656 h 2237474"/>
              <a:gd name="connsiteX29" fmla="*/ 9278619 w 12192000"/>
              <a:gd name="connsiteY29" fmla="*/ 1011878 h 2237474"/>
              <a:gd name="connsiteX30" fmla="*/ 9268019 w 12192000"/>
              <a:gd name="connsiteY30" fmla="*/ 1007442 h 2237474"/>
              <a:gd name="connsiteX31" fmla="*/ 9234662 w 12192000"/>
              <a:gd name="connsiteY31" fmla="*/ 1023056 h 2237474"/>
              <a:gd name="connsiteX32" fmla="*/ 9181033 w 12192000"/>
              <a:gd name="connsiteY32" fmla="*/ 1037921 h 2237474"/>
              <a:gd name="connsiteX33" fmla="*/ 9155969 w 12192000"/>
              <a:gd name="connsiteY33" fmla="*/ 1046804 h 2237474"/>
              <a:gd name="connsiteX34" fmla="*/ 9133985 w 12192000"/>
              <a:gd name="connsiteY34" fmla="*/ 1046450 h 2237474"/>
              <a:gd name="connsiteX35" fmla="*/ 9003462 w 12192000"/>
              <a:gd name="connsiteY35" fmla="*/ 1042406 h 2237474"/>
              <a:gd name="connsiteX36" fmla="*/ 8968445 w 12192000"/>
              <a:gd name="connsiteY36" fmla="*/ 1052169 h 2237474"/>
              <a:gd name="connsiteX37" fmla="*/ 8886001 w 12192000"/>
              <a:gd name="connsiteY37" fmla="*/ 1067468 h 2237474"/>
              <a:gd name="connsiteX38" fmla="*/ 8838610 w 12192000"/>
              <a:gd name="connsiteY38" fmla="*/ 1075091 h 2237474"/>
              <a:gd name="connsiteX39" fmla="*/ 8750383 w 12192000"/>
              <a:gd name="connsiteY39" fmla="*/ 1097387 h 2237474"/>
              <a:gd name="connsiteX40" fmla="*/ 8665605 w 12192000"/>
              <a:gd name="connsiteY40" fmla="*/ 1110791 h 2237474"/>
              <a:gd name="connsiteX41" fmla="*/ 8584946 w 12192000"/>
              <a:gd name="connsiteY41" fmla="*/ 1135226 h 2237474"/>
              <a:gd name="connsiteX42" fmla="*/ 8460755 w 12192000"/>
              <a:gd name="connsiteY42" fmla="*/ 1203427 h 2237474"/>
              <a:gd name="connsiteX43" fmla="*/ 8419755 w 12192000"/>
              <a:gd name="connsiteY43" fmla="*/ 1216260 h 2237474"/>
              <a:gd name="connsiteX44" fmla="*/ 8411626 w 12192000"/>
              <a:gd name="connsiteY44" fmla="*/ 1214397 h 2237474"/>
              <a:gd name="connsiteX45" fmla="*/ 8363469 w 12192000"/>
              <a:gd name="connsiteY45" fmla="*/ 1246658 h 2237474"/>
              <a:gd name="connsiteX46" fmla="*/ 8275497 w 12192000"/>
              <a:gd name="connsiteY46" fmla="*/ 1264396 h 2237474"/>
              <a:gd name="connsiteX47" fmla="*/ 8206287 w 12192000"/>
              <a:gd name="connsiteY47" fmla="*/ 1273060 h 2237474"/>
              <a:gd name="connsiteX48" fmla="*/ 8139997 w 12192000"/>
              <a:gd name="connsiteY48" fmla="*/ 1282713 h 2237474"/>
              <a:gd name="connsiteX49" fmla="*/ 8074238 w 12192000"/>
              <a:gd name="connsiteY49" fmla="*/ 1301895 h 2237474"/>
              <a:gd name="connsiteX50" fmla="*/ 7942099 w 12192000"/>
              <a:gd name="connsiteY50" fmla="*/ 1336332 h 2237474"/>
              <a:gd name="connsiteX51" fmla="*/ 7902328 w 12192000"/>
              <a:gd name="connsiteY51" fmla="*/ 1345865 h 2237474"/>
              <a:gd name="connsiteX52" fmla="*/ 7840612 w 12192000"/>
              <a:gd name="connsiteY52" fmla="*/ 1369373 h 2237474"/>
              <a:gd name="connsiteX53" fmla="*/ 7786819 w 12192000"/>
              <a:gd name="connsiteY53" fmla="*/ 1378970 h 2237474"/>
              <a:gd name="connsiteX54" fmla="*/ 7548172 w 12192000"/>
              <a:gd name="connsiteY54" fmla="*/ 1417460 h 2237474"/>
              <a:gd name="connsiteX55" fmla="*/ 7483437 w 12192000"/>
              <a:gd name="connsiteY55" fmla="*/ 1478152 h 2237474"/>
              <a:gd name="connsiteX56" fmla="*/ 7377870 w 12192000"/>
              <a:gd name="connsiteY56" fmla="*/ 1523319 h 2237474"/>
              <a:gd name="connsiteX57" fmla="*/ 7230737 w 12192000"/>
              <a:gd name="connsiteY57" fmla="*/ 1562633 h 2237474"/>
              <a:gd name="connsiteX58" fmla="*/ 7224458 w 12192000"/>
              <a:gd name="connsiteY58" fmla="*/ 1573008 h 2237474"/>
              <a:gd name="connsiteX59" fmla="*/ 7183121 w 12192000"/>
              <a:gd name="connsiteY59" fmla="*/ 1595162 h 2237474"/>
              <a:gd name="connsiteX60" fmla="*/ 7164601 w 12192000"/>
              <a:gd name="connsiteY60" fmla="*/ 1606490 h 2237474"/>
              <a:gd name="connsiteX61" fmla="*/ 7031309 w 12192000"/>
              <a:gd name="connsiteY61" fmla="*/ 1619451 h 2237474"/>
              <a:gd name="connsiteX62" fmla="*/ 6900177 w 12192000"/>
              <a:gd name="connsiteY62" fmla="*/ 1636016 h 2237474"/>
              <a:gd name="connsiteX63" fmla="*/ 6795372 w 12192000"/>
              <a:gd name="connsiteY63" fmla="*/ 1644845 h 2237474"/>
              <a:gd name="connsiteX64" fmla="*/ 6692251 w 12192000"/>
              <a:gd name="connsiteY64" fmla="*/ 1656357 h 2237474"/>
              <a:gd name="connsiteX65" fmla="*/ 6655235 w 12192000"/>
              <a:gd name="connsiteY65" fmla="*/ 1661869 h 2237474"/>
              <a:gd name="connsiteX66" fmla="*/ 6554894 w 12192000"/>
              <a:gd name="connsiteY66" fmla="*/ 1664428 h 2237474"/>
              <a:gd name="connsiteX67" fmla="*/ 6516595 w 12192000"/>
              <a:gd name="connsiteY67" fmla="*/ 1667475 h 2237474"/>
              <a:gd name="connsiteX68" fmla="*/ 6508541 w 12192000"/>
              <a:gd name="connsiteY68" fmla="*/ 1668757 h 2237474"/>
              <a:gd name="connsiteX69" fmla="*/ 6471012 w 12192000"/>
              <a:gd name="connsiteY69" fmla="*/ 1678604 h 2237474"/>
              <a:gd name="connsiteX70" fmla="*/ 6364035 w 12192000"/>
              <a:gd name="connsiteY70" fmla="*/ 1667683 h 2237474"/>
              <a:gd name="connsiteX71" fmla="*/ 6280959 w 12192000"/>
              <a:gd name="connsiteY71" fmla="*/ 1689329 h 2237474"/>
              <a:gd name="connsiteX72" fmla="*/ 6243319 w 12192000"/>
              <a:gd name="connsiteY72" fmla="*/ 1695560 h 2237474"/>
              <a:gd name="connsiteX73" fmla="*/ 6098321 w 12192000"/>
              <a:gd name="connsiteY73" fmla="*/ 1721646 h 2237474"/>
              <a:gd name="connsiteX74" fmla="*/ 5880652 w 12192000"/>
              <a:gd name="connsiteY74" fmla="*/ 1779643 h 2237474"/>
              <a:gd name="connsiteX75" fmla="*/ 5785959 w 12192000"/>
              <a:gd name="connsiteY75" fmla="*/ 1775307 h 2237474"/>
              <a:gd name="connsiteX76" fmla="*/ 5643534 w 12192000"/>
              <a:gd name="connsiteY76" fmla="*/ 1802919 h 2237474"/>
              <a:gd name="connsiteX77" fmla="*/ 5518799 w 12192000"/>
              <a:gd name="connsiteY77" fmla="*/ 1818312 h 2237474"/>
              <a:gd name="connsiteX78" fmla="*/ 5505014 w 12192000"/>
              <a:gd name="connsiteY78" fmla="*/ 1819259 h 2237474"/>
              <a:gd name="connsiteX79" fmla="*/ 5453307 w 12192000"/>
              <a:gd name="connsiteY79" fmla="*/ 1815450 h 2237474"/>
              <a:gd name="connsiteX80" fmla="*/ 5221533 w 12192000"/>
              <a:gd name="connsiteY80" fmla="*/ 1846950 h 2237474"/>
              <a:gd name="connsiteX81" fmla="*/ 5149802 w 12192000"/>
              <a:gd name="connsiteY81" fmla="*/ 1844846 h 2237474"/>
              <a:gd name="connsiteX82" fmla="*/ 5114927 w 12192000"/>
              <a:gd name="connsiteY82" fmla="*/ 1847827 h 2237474"/>
              <a:gd name="connsiteX83" fmla="*/ 5108970 w 12192000"/>
              <a:gd name="connsiteY83" fmla="*/ 1847935 h 2237474"/>
              <a:gd name="connsiteX84" fmla="*/ 5067961 w 12192000"/>
              <a:gd name="connsiteY84" fmla="*/ 1845917 h 2237474"/>
              <a:gd name="connsiteX85" fmla="*/ 5007075 w 12192000"/>
              <a:gd name="connsiteY85" fmla="*/ 1838626 h 2237474"/>
              <a:gd name="connsiteX86" fmla="*/ 4944087 w 12192000"/>
              <a:gd name="connsiteY86" fmla="*/ 1823332 h 2237474"/>
              <a:gd name="connsiteX87" fmla="*/ 4907662 w 12192000"/>
              <a:gd name="connsiteY87" fmla="*/ 1816900 h 2237474"/>
              <a:gd name="connsiteX88" fmla="*/ 4882386 w 12192000"/>
              <a:gd name="connsiteY88" fmla="*/ 1809844 h 2237474"/>
              <a:gd name="connsiteX89" fmla="*/ 4811440 w 12192000"/>
              <a:gd name="connsiteY89" fmla="*/ 1804655 h 2237474"/>
              <a:gd name="connsiteX90" fmla="*/ 4691075 w 12192000"/>
              <a:gd name="connsiteY90" fmla="*/ 1801389 h 2237474"/>
              <a:gd name="connsiteX91" fmla="*/ 4611738 w 12192000"/>
              <a:gd name="connsiteY91" fmla="*/ 1776964 h 2237474"/>
              <a:gd name="connsiteX92" fmla="*/ 4560070 w 12192000"/>
              <a:gd name="connsiteY92" fmla="*/ 1785640 h 2237474"/>
              <a:gd name="connsiteX93" fmla="*/ 4536503 w 12192000"/>
              <a:gd name="connsiteY93" fmla="*/ 1785334 h 2237474"/>
              <a:gd name="connsiteX94" fmla="*/ 4513724 w 12192000"/>
              <a:gd name="connsiteY94" fmla="*/ 1791996 h 2237474"/>
              <a:gd name="connsiteX95" fmla="*/ 4459810 w 12192000"/>
              <a:gd name="connsiteY95" fmla="*/ 1797886 h 2237474"/>
              <a:gd name="connsiteX96" fmla="*/ 4379064 w 12192000"/>
              <a:gd name="connsiteY96" fmla="*/ 1817177 h 2237474"/>
              <a:gd name="connsiteX97" fmla="*/ 4290981 w 12192000"/>
              <a:gd name="connsiteY97" fmla="*/ 1839677 h 2237474"/>
              <a:gd name="connsiteX98" fmla="*/ 4238372 w 12192000"/>
              <a:gd name="connsiteY98" fmla="*/ 1851480 h 2237474"/>
              <a:gd name="connsiteX99" fmla="*/ 4232517 w 12192000"/>
              <a:gd name="connsiteY99" fmla="*/ 1852567 h 2237474"/>
              <a:gd name="connsiteX100" fmla="*/ 4191732 w 12192000"/>
              <a:gd name="connsiteY100" fmla="*/ 1857328 h 2237474"/>
              <a:gd name="connsiteX101" fmla="*/ 4065532 w 12192000"/>
              <a:gd name="connsiteY101" fmla="*/ 1855477 h 2237474"/>
              <a:gd name="connsiteX102" fmla="*/ 4028460 w 12192000"/>
              <a:gd name="connsiteY102" fmla="*/ 1855137 h 2237474"/>
              <a:gd name="connsiteX103" fmla="*/ 4002267 w 12192000"/>
              <a:gd name="connsiteY103" fmla="*/ 1852352 h 2237474"/>
              <a:gd name="connsiteX104" fmla="*/ 3931396 w 12192000"/>
              <a:gd name="connsiteY104" fmla="*/ 1858915 h 2237474"/>
              <a:gd name="connsiteX105" fmla="*/ 3812162 w 12192000"/>
              <a:gd name="connsiteY105" fmla="*/ 1875501 h 2237474"/>
              <a:gd name="connsiteX106" fmla="*/ 3729530 w 12192000"/>
              <a:gd name="connsiteY106" fmla="*/ 1864513 h 2237474"/>
              <a:gd name="connsiteX107" fmla="*/ 3680177 w 12192000"/>
              <a:gd name="connsiteY107" fmla="*/ 1881552 h 2237474"/>
              <a:gd name="connsiteX108" fmla="*/ 3567259 w 12192000"/>
              <a:gd name="connsiteY108" fmla="*/ 1893482 h 2237474"/>
              <a:gd name="connsiteX109" fmla="*/ 3405770 w 12192000"/>
              <a:gd name="connsiteY109" fmla="*/ 1904591 h 2237474"/>
              <a:gd name="connsiteX110" fmla="*/ 3280097 w 12192000"/>
              <a:gd name="connsiteY110" fmla="*/ 1919610 h 2237474"/>
              <a:gd name="connsiteX111" fmla="*/ 3123424 w 12192000"/>
              <a:gd name="connsiteY111" fmla="*/ 1952930 h 2237474"/>
              <a:gd name="connsiteX112" fmla="*/ 3009910 w 12192000"/>
              <a:gd name="connsiteY112" fmla="*/ 1957866 h 2237474"/>
              <a:gd name="connsiteX113" fmla="*/ 2995934 w 12192000"/>
              <a:gd name="connsiteY113" fmla="*/ 1967085 h 2237474"/>
              <a:gd name="connsiteX114" fmla="*/ 2980071 w 12192000"/>
              <a:gd name="connsiteY114" fmla="*/ 1972988 h 2237474"/>
              <a:gd name="connsiteX115" fmla="*/ 2978094 w 12192000"/>
              <a:gd name="connsiteY115" fmla="*/ 1972369 h 2237474"/>
              <a:gd name="connsiteX116" fmla="*/ 2942858 w 12192000"/>
              <a:gd name="connsiteY116" fmla="*/ 1981367 h 2237474"/>
              <a:gd name="connsiteX117" fmla="*/ 2875436 w 12192000"/>
              <a:gd name="connsiteY117" fmla="*/ 1996977 h 2237474"/>
              <a:gd name="connsiteX118" fmla="*/ 2874892 w 12192000"/>
              <a:gd name="connsiteY118" fmla="*/ 1996085 h 2237474"/>
              <a:gd name="connsiteX119" fmla="*/ 2864145 w 12192000"/>
              <a:gd name="connsiteY119" fmla="*/ 1994061 h 2237474"/>
              <a:gd name="connsiteX120" fmla="*/ 2843662 w 12192000"/>
              <a:gd name="connsiteY120" fmla="*/ 1992498 h 2237474"/>
              <a:gd name="connsiteX121" fmla="*/ 2796128 w 12192000"/>
              <a:gd name="connsiteY121" fmla="*/ 1976403 h 2237474"/>
              <a:gd name="connsiteX122" fmla="*/ 2756784 w 12192000"/>
              <a:gd name="connsiteY122" fmla="*/ 1985116 h 2237474"/>
              <a:gd name="connsiteX123" fmla="*/ 2748833 w 12192000"/>
              <a:gd name="connsiteY123" fmla="*/ 1986323 h 2237474"/>
              <a:gd name="connsiteX124" fmla="*/ 2748661 w 12192000"/>
              <a:gd name="connsiteY124" fmla="*/ 1986122 h 2237474"/>
              <a:gd name="connsiteX125" fmla="*/ 2740251 w 12192000"/>
              <a:gd name="connsiteY125" fmla="*/ 1986946 h 2237474"/>
              <a:gd name="connsiteX126" fmla="*/ 2718916 w 12192000"/>
              <a:gd name="connsiteY126" fmla="*/ 1990867 h 2237474"/>
              <a:gd name="connsiteX127" fmla="*/ 2713522 w 12192000"/>
              <a:gd name="connsiteY127" fmla="*/ 1990173 h 2237474"/>
              <a:gd name="connsiteX128" fmla="*/ 2680597 w 12192000"/>
              <a:gd name="connsiteY128" fmla="*/ 1984996 h 2237474"/>
              <a:gd name="connsiteX129" fmla="*/ 2578178 w 12192000"/>
              <a:gd name="connsiteY129" fmla="*/ 1990531 h 2237474"/>
              <a:gd name="connsiteX130" fmla="*/ 2476147 w 12192000"/>
              <a:gd name="connsiteY130" fmla="*/ 1998305 h 2237474"/>
              <a:gd name="connsiteX131" fmla="*/ 2373568 w 12192000"/>
              <a:gd name="connsiteY131" fmla="*/ 2003219 h 2237474"/>
              <a:gd name="connsiteX132" fmla="*/ 2321399 w 12192000"/>
              <a:gd name="connsiteY132" fmla="*/ 1989467 h 2237474"/>
              <a:gd name="connsiteX133" fmla="*/ 2315525 w 12192000"/>
              <a:gd name="connsiteY133" fmla="*/ 1989708 h 2237474"/>
              <a:gd name="connsiteX134" fmla="*/ 2300792 w 12192000"/>
              <a:gd name="connsiteY134" fmla="*/ 1994290 h 2237474"/>
              <a:gd name="connsiteX135" fmla="*/ 2295469 w 12192000"/>
              <a:gd name="connsiteY135" fmla="*/ 1996659 h 2237474"/>
              <a:gd name="connsiteX136" fmla="*/ 2287219 w 12192000"/>
              <a:gd name="connsiteY136" fmla="*/ 1998750 h 2237474"/>
              <a:gd name="connsiteX137" fmla="*/ 2286948 w 12192000"/>
              <a:gd name="connsiteY137" fmla="*/ 1998596 h 2237474"/>
              <a:gd name="connsiteX138" fmla="*/ 2243069 w 12192000"/>
              <a:gd name="connsiteY138" fmla="*/ 2015111 h 2237474"/>
              <a:gd name="connsiteX139" fmla="*/ 2186609 w 12192000"/>
              <a:gd name="connsiteY139" fmla="*/ 2008263 h 2237474"/>
              <a:gd name="connsiteX140" fmla="*/ 2164831 w 12192000"/>
              <a:gd name="connsiteY140" fmla="*/ 2010143 h 2237474"/>
              <a:gd name="connsiteX141" fmla="*/ 2152836 w 12192000"/>
              <a:gd name="connsiteY141" fmla="*/ 2010048 h 2237474"/>
              <a:gd name="connsiteX142" fmla="*/ 2117102 w 12192000"/>
              <a:gd name="connsiteY142" fmla="*/ 2023004 h 2237474"/>
              <a:gd name="connsiteX143" fmla="*/ 2111935 w 12192000"/>
              <a:gd name="connsiteY143" fmla="*/ 2023163 h 2237474"/>
              <a:gd name="connsiteX144" fmla="*/ 2089991 w 12192000"/>
              <a:gd name="connsiteY144" fmla="*/ 2034193 h 2237474"/>
              <a:gd name="connsiteX145" fmla="*/ 2058061 w 12192000"/>
              <a:gd name="connsiteY145" fmla="*/ 2047942 h 2237474"/>
              <a:gd name="connsiteX146" fmla="*/ 2055737 w 12192000"/>
              <a:gd name="connsiteY146" fmla="*/ 2047704 h 2237474"/>
              <a:gd name="connsiteX147" fmla="*/ 2042244 w 12192000"/>
              <a:gd name="connsiteY147" fmla="*/ 2055560 h 2237474"/>
              <a:gd name="connsiteX148" fmla="*/ 1976224 w 12192000"/>
              <a:gd name="connsiteY148" fmla="*/ 2074257 h 2237474"/>
              <a:gd name="connsiteX149" fmla="*/ 1877728 w 12192000"/>
              <a:gd name="connsiteY149" fmla="*/ 2101004 h 2237474"/>
              <a:gd name="connsiteX150" fmla="*/ 1759056 w 12192000"/>
              <a:gd name="connsiteY150" fmla="*/ 2125608 h 2237474"/>
              <a:gd name="connsiteX151" fmla="*/ 1637948 w 12192000"/>
              <a:gd name="connsiteY151" fmla="*/ 2172597 h 2237474"/>
              <a:gd name="connsiteX152" fmla="*/ 1434549 w 12192000"/>
              <a:gd name="connsiteY152" fmla="*/ 2234522 h 2237474"/>
              <a:gd name="connsiteX153" fmla="*/ 1398481 w 12192000"/>
              <a:gd name="connsiteY153" fmla="*/ 2237074 h 2237474"/>
              <a:gd name="connsiteX154" fmla="*/ 1398407 w 12192000"/>
              <a:gd name="connsiteY154" fmla="*/ 2237095 h 2237474"/>
              <a:gd name="connsiteX155" fmla="*/ 1370962 w 12192000"/>
              <a:gd name="connsiteY155" fmla="*/ 2237474 h 2237474"/>
              <a:gd name="connsiteX156" fmla="*/ 1356367 w 12192000"/>
              <a:gd name="connsiteY156" fmla="*/ 2235089 h 2237474"/>
              <a:gd name="connsiteX157" fmla="*/ 1324828 w 12192000"/>
              <a:gd name="connsiteY157" fmla="*/ 2231968 h 2237474"/>
              <a:gd name="connsiteX158" fmla="*/ 1297744 w 12192000"/>
              <a:gd name="connsiteY158" fmla="*/ 2235849 h 2237474"/>
              <a:gd name="connsiteX159" fmla="*/ 1286236 w 12192000"/>
              <a:gd name="connsiteY159" fmla="*/ 2233135 h 2237474"/>
              <a:gd name="connsiteX160" fmla="*/ 1283504 w 12192000"/>
              <a:gd name="connsiteY160" fmla="*/ 2233797 h 2237474"/>
              <a:gd name="connsiteX161" fmla="*/ 1279765 w 12192000"/>
              <a:gd name="connsiteY161" fmla="*/ 2229639 h 2237474"/>
              <a:gd name="connsiteX162" fmla="*/ 1195347 w 12192000"/>
              <a:gd name="connsiteY162" fmla="*/ 2212354 h 2237474"/>
              <a:gd name="connsiteX163" fmla="*/ 970251 w 12192000"/>
              <a:gd name="connsiteY163" fmla="*/ 2221029 h 2237474"/>
              <a:gd name="connsiteX164" fmla="*/ 812914 w 12192000"/>
              <a:gd name="connsiteY164" fmla="*/ 2202752 h 2237474"/>
              <a:gd name="connsiteX165" fmla="*/ 800195 w 12192000"/>
              <a:gd name="connsiteY165" fmla="*/ 2209407 h 2237474"/>
              <a:gd name="connsiteX166" fmla="*/ 784978 w 12192000"/>
              <a:gd name="connsiteY166" fmla="*/ 2212360 h 2237474"/>
              <a:gd name="connsiteX167" fmla="*/ 681987 w 12192000"/>
              <a:gd name="connsiteY167" fmla="*/ 2216757 h 2237474"/>
              <a:gd name="connsiteX168" fmla="*/ 669923 w 12192000"/>
              <a:gd name="connsiteY168" fmla="*/ 2211682 h 2237474"/>
              <a:gd name="connsiteX169" fmla="*/ 648680 w 12192000"/>
              <a:gd name="connsiteY169" fmla="*/ 2206229 h 2237474"/>
              <a:gd name="connsiteX170" fmla="*/ 597225 w 12192000"/>
              <a:gd name="connsiteY170" fmla="*/ 2180999 h 2237474"/>
              <a:gd name="connsiteX171" fmla="*/ 558449 w 12192000"/>
              <a:gd name="connsiteY171" fmla="*/ 2182346 h 2237474"/>
              <a:gd name="connsiteX172" fmla="*/ 550517 w 12192000"/>
              <a:gd name="connsiteY172" fmla="*/ 2182060 h 2237474"/>
              <a:gd name="connsiteX173" fmla="*/ 550309 w 12192000"/>
              <a:gd name="connsiteY173" fmla="*/ 2181825 h 2237474"/>
              <a:gd name="connsiteX174" fmla="*/ 541836 w 12192000"/>
              <a:gd name="connsiteY174" fmla="*/ 2181063 h 2237474"/>
              <a:gd name="connsiteX175" fmla="*/ 536057 w 12192000"/>
              <a:gd name="connsiteY175" fmla="*/ 2181537 h 2237474"/>
              <a:gd name="connsiteX176" fmla="*/ 520671 w 12192000"/>
              <a:gd name="connsiteY176" fmla="*/ 2180980 h 2237474"/>
              <a:gd name="connsiteX177" fmla="*/ 515024 w 12192000"/>
              <a:gd name="connsiteY177" fmla="*/ 2179258 h 2237474"/>
              <a:gd name="connsiteX178" fmla="*/ 512278 w 12192000"/>
              <a:gd name="connsiteY178" fmla="*/ 2176369 h 2237474"/>
              <a:gd name="connsiteX179" fmla="*/ 480419 w 12192000"/>
              <a:gd name="connsiteY179" fmla="*/ 2167807 h 2237474"/>
              <a:gd name="connsiteX180" fmla="*/ 413835 w 12192000"/>
              <a:gd name="connsiteY180" fmla="*/ 2156783 h 2237474"/>
              <a:gd name="connsiteX181" fmla="*/ 376513 w 12192000"/>
              <a:gd name="connsiteY181" fmla="*/ 2154014 h 2237474"/>
              <a:gd name="connsiteX182" fmla="*/ 273386 w 12192000"/>
              <a:gd name="connsiteY182" fmla="*/ 2142551 h 2237474"/>
              <a:gd name="connsiteX183" fmla="*/ 169207 w 12192000"/>
              <a:gd name="connsiteY183" fmla="*/ 2128100 h 2237474"/>
              <a:gd name="connsiteX184" fmla="*/ 93149 w 12192000"/>
              <a:gd name="connsiteY184" fmla="*/ 2105324 h 2237474"/>
              <a:gd name="connsiteX185" fmla="*/ 88109 w 12192000"/>
              <a:gd name="connsiteY185" fmla="*/ 2106704 h 2237474"/>
              <a:gd name="connsiteX186" fmla="*/ 80022 w 12192000"/>
              <a:gd name="connsiteY186" fmla="*/ 2107254 h 2237474"/>
              <a:gd name="connsiteX187" fmla="*/ 79717 w 12192000"/>
              <a:gd name="connsiteY187" fmla="*/ 2107046 h 2237474"/>
              <a:gd name="connsiteX188" fmla="*/ 72352 w 12192000"/>
              <a:gd name="connsiteY188" fmla="*/ 2107991 h 2237474"/>
              <a:gd name="connsiteX189" fmla="*/ 37645 w 12192000"/>
              <a:gd name="connsiteY189" fmla="*/ 2115401 h 2237474"/>
              <a:gd name="connsiteX190" fmla="*/ 4572 w 12192000"/>
              <a:gd name="connsiteY190" fmla="*/ 2111091 h 2237474"/>
              <a:gd name="connsiteX191" fmla="*/ 0 w 12192000"/>
              <a:gd name="connsiteY191" fmla="*/ 2110468 h 2237474"/>
              <a:gd name="connsiteX192" fmla="*/ 0 w 12192000"/>
              <a:gd name="connsiteY19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44189 w 12192000"/>
              <a:gd name="connsiteY24" fmla="*/ 938966 h 2237474"/>
              <a:gd name="connsiteX25" fmla="*/ 9500499 w 12192000"/>
              <a:gd name="connsiteY25" fmla="*/ 954680 h 2237474"/>
              <a:gd name="connsiteX26" fmla="*/ 9428195 w 12192000"/>
              <a:gd name="connsiteY26" fmla="*/ 986225 h 2237474"/>
              <a:gd name="connsiteX27" fmla="*/ 9410017 w 12192000"/>
              <a:gd name="connsiteY27" fmla="*/ 993931 h 2237474"/>
              <a:gd name="connsiteX28" fmla="*/ 9392919 w 12192000"/>
              <a:gd name="connsiteY28" fmla="*/ 994656 h 2237474"/>
              <a:gd name="connsiteX29" fmla="*/ 9278619 w 12192000"/>
              <a:gd name="connsiteY29" fmla="*/ 1011878 h 2237474"/>
              <a:gd name="connsiteX30" fmla="*/ 9268019 w 12192000"/>
              <a:gd name="connsiteY30" fmla="*/ 1007442 h 2237474"/>
              <a:gd name="connsiteX31" fmla="*/ 9234662 w 12192000"/>
              <a:gd name="connsiteY31" fmla="*/ 1023056 h 2237474"/>
              <a:gd name="connsiteX32" fmla="*/ 9181033 w 12192000"/>
              <a:gd name="connsiteY32" fmla="*/ 1037921 h 2237474"/>
              <a:gd name="connsiteX33" fmla="*/ 9155969 w 12192000"/>
              <a:gd name="connsiteY33" fmla="*/ 1046804 h 2237474"/>
              <a:gd name="connsiteX34" fmla="*/ 9133985 w 12192000"/>
              <a:gd name="connsiteY34" fmla="*/ 1046450 h 2237474"/>
              <a:gd name="connsiteX35" fmla="*/ 9003462 w 12192000"/>
              <a:gd name="connsiteY35" fmla="*/ 1042406 h 2237474"/>
              <a:gd name="connsiteX36" fmla="*/ 8968445 w 12192000"/>
              <a:gd name="connsiteY36" fmla="*/ 1052169 h 2237474"/>
              <a:gd name="connsiteX37" fmla="*/ 8886001 w 12192000"/>
              <a:gd name="connsiteY37" fmla="*/ 1067468 h 2237474"/>
              <a:gd name="connsiteX38" fmla="*/ 8838610 w 12192000"/>
              <a:gd name="connsiteY38" fmla="*/ 1075091 h 2237474"/>
              <a:gd name="connsiteX39" fmla="*/ 8750383 w 12192000"/>
              <a:gd name="connsiteY39" fmla="*/ 1097387 h 2237474"/>
              <a:gd name="connsiteX40" fmla="*/ 8665605 w 12192000"/>
              <a:gd name="connsiteY40" fmla="*/ 1110791 h 2237474"/>
              <a:gd name="connsiteX41" fmla="*/ 8584946 w 12192000"/>
              <a:gd name="connsiteY41" fmla="*/ 1135226 h 2237474"/>
              <a:gd name="connsiteX42" fmla="*/ 8460755 w 12192000"/>
              <a:gd name="connsiteY42" fmla="*/ 1203427 h 2237474"/>
              <a:gd name="connsiteX43" fmla="*/ 8419755 w 12192000"/>
              <a:gd name="connsiteY43" fmla="*/ 1216260 h 2237474"/>
              <a:gd name="connsiteX44" fmla="*/ 8411626 w 12192000"/>
              <a:gd name="connsiteY44" fmla="*/ 1214397 h 2237474"/>
              <a:gd name="connsiteX45" fmla="*/ 8363469 w 12192000"/>
              <a:gd name="connsiteY45" fmla="*/ 1246658 h 2237474"/>
              <a:gd name="connsiteX46" fmla="*/ 8275497 w 12192000"/>
              <a:gd name="connsiteY46" fmla="*/ 1264396 h 2237474"/>
              <a:gd name="connsiteX47" fmla="*/ 8206287 w 12192000"/>
              <a:gd name="connsiteY47" fmla="*/ 1273060 h 2237474"/>
              <a:gd name="connsiteX48" fmla="*/ 8139997 w 12192000"/>
              <a:gd name="connsiteY48" fmla="*/ 1282713 h 2237474"/>
              <a:gd name="connsiteX49" fmla="*/ 8074238 w 12192000"/>
              <a:gd name="connsiteY49" fmla="*/ 1301895 h 2237474"/>
              <a:gd name="connsiteX50" fmla="*/ 7942099 w 12192000"/>
              <a:gd name="connsiteY50" fmla="*/ 1336332 h 2237474"/>
              <a:gd name="connsiteX51" fmla="*/ 7902328 w 12192000"/>
              <a:gd name="connsiteY51" fmla="*/ 1345865 h 2237474"/>
              <a:gd name="connsiteX52" fmla="*/ 7840612 w 12192000"/>
              <a:gd name="connsiteY52" fmla="*/ 1369373 h 2237474"/>
              <a:gd name="connsiteX53" fmla="*/ 7786819 w 12192000"/>
              <a:gd name="connsiteY53" fmla="*/ 1378970 h 2237474"/>
              <a:gd name="connsiteX54" fmla="*/ 7548172 w 12192000"/>
              <a:gd name="connsiteY54" fmla="*/ 1417460 h 2237474"/>
              <a:gd name="connsiteX55" fmla="*/ 7483437 w 12192000"/>
              <a:gd name="connsiteY55" fmla="*/ 1478152 h 2237474"/>
              <a:gd name="connsiteX56" fmla="*/ 7377870 w 12192000"/>
              <a:gd name="connsiteY56" fmla="*/ 1523319 h 2237474"/>
              <a:gd name="connsiteX57" fmla="*/ 7230737 w 12192000"/>
              <a:gd name="connsiteY57" fmla="*/ 1562633 h 2237474"/>
              <a:gd name="connsiteX58" fmla="*/ 7224458 w 12192000"/>
              <a:gd name="connsiteY58" fmla="*/ 1573008 h 2237474"/>
              <a:gd name="connsiteX59" fmla="*/ 7183121 w 12192000"/>
              <a:gd name="connsiteY59" fmla="*/ 1595162 h 2237474"/>
              <a:gd name="connsiteX60" fmla="*/ 7164601 w 12192000"/>
              <a:gd name="connsiteY60" fmla="*/ 1606490 h 2237474"/>
              <a:gd name="connsiteX61" fmla="*/ 7031309 w 12192000"/>
              <a:gd name="connsiteY61" fmla="*/ 1619451 h 2237474"/>
              <a:gd name="connsiteX62" fmla="*/ 6900177 w 12192000"/>
              <a:gd name="connsiteY62" fmla="*/ 1636016 h 2237474"/>
              <a:gd name="connsiteX63" fmla="*/ 6795372 w 12192000"/>
              <a:gd name="connsiteY63" fmla="*/ 1644845 h 2237474"/>
              <a:gd name="connsiteX64" fmla="*/ 6692251 w 12192000"/>
              <a:gd name="connsiteY64" fmla="*/ 1656357 h 2237474"/>
              <a:gd name="connsiteX65" fmla="*/ 6655235 w 12192000"/>
              <a:gd name="connsiteY65" fmla="*/ 1661869 h 2237474"/>
              <a:gd name="connsiteX66" fmla="*/ 6554894 w 12192000"/>
              <a:gd name="connsiteY66" fmla="*/ 1664428 h 2237474"/>
              <a:gd name="connsiteX67" fmla="*/ 6516595 w 12192000"/>
              <a:gd name="connsiteY67" fmla="*/ 1667475 h 2237474"/>
              <a:gd name="connsiteX68" fmla="*/ 6508541 w 12192000"/>
              <a:gd name="connsiteY68" fmla="*/ 1668757 h 2237474"/>
              <a:gd name="connsiteX69" fmla="*/ 6471012 w 12192000"/>
              <a:gd name="connsiteY69" fmla="*/ 1678604 h 2237474"/>
              <a:gd name="connsiteX70" fmla="*/ 6364035 w 12192000"/>
              <a:gd name="connsiteY70" fmla="*/ 1667683 h 2237474"/>
              <a:gd name="connsiteX71" fmla="*/ 6280959 w 12192000"/>
              <a:gd name="connsiteY71" fmla="*/ 1689329 h 2237474"/>
              <a:gd name="connsiteX72" fmla="*/ 6243319 w 12192000"/>
              <a:gd name="connsiteY72" fmla="*/ 1695560 h 2237474"/>
              <a:gd name="connsiteX73" fmla="*/ 6098321 w 12192000"/>
              <a:gd name="connsiteY73" fmla="*/ 1721646 h 2237474"/>
              <a:gd name="connsiteX74" fmla="*/ 5880652 w 12192000"/>
              <a:gd name="connsiteY74" fmla="*/ 1779643 h 2237474"/>
              <a:gd name="connsiteX75" fmla="*/ 5785959 w 12192000"/>
              <a:gd name="connsiteY75" fmla="*/ 1775307 h 2237474"/>
              <a:gd name="connsiteX76" fmla="*/ 5643534 w 12192000"/>
              <a:gd name="connsiteY76" fmla="*/ 1802919 h 2237474"/>
              <a:gd name="connsiteX77" fmla="*/ 5518799 w 12192000"/>
              <a:gd name="connsiteY77" fmla="*/ 1818312 h 2237474"/>
              <a:gd name="connsiteX78" fmla="*/ 5505014 w 12192000"/>
              <a:gd name="connsiteY78" fmla="*/ 1819259 h 2237474"/>
              <a:gd name="connsiteX79" fmla="*/ 5453307 w 12192000"/>
              <a:gd name="connsiteY79" fmla="*/ 1815450 h 2237474"/>
              <a:gd name="connsiteX80" fmla="*/ 5221533 w 12192000"/>
              <a:gd name="connsiteY80" fmla="*/ 1846950 h 2237474"/>
              <a:gd name="connsiteX81" fmla="*/ 5149802 w 12192000"/>
              <a:gd name="connsiteY81" fmla="*/ 1844846 h 2237474"/>
              <a:gd name="connsiteX82" fmla="*/ 5114927 w 12192000"/>
              <a:gd name="connsiteY82" fmla="*/ 1847827 h 2237474"/>
              <a:gd name="connsiteX83" fmla="*/ 5108970 w 12192000"/>
              <a:gd name="connsiteY83" fmla="*/ 1847935 h 2237474"/>
              <a:gd name="connsiteX84" fmla="*/ 5067961 w 12192000"/>
              <a:gd name="connsiteY84" fmla="*/ 1845917 h 2237474"/>
              <a:gd name="connsiteX85" fmla="*/ 5007075 w 12192000"/>
              <a:gd name="connsiteY85" fmla="*/ 1838626 h 2237474"/>
              <a:gd name="connsiteX86" fmla="*/ 4944087 w 12192000"/>
              <a:gd name="connsiteY86" fmla="*/ 1823332 h 2237474"/>
              <a:gd name="connsiteX87" fmla="*/ 4907662 w 12192000"/>
              <a:gd name="connsiteY87" fmla="*/ 1816900 h 2237474"/>
              <a:gd name="connsiteX88" fmla="*/ 4882386 w 12192000"/>
              <a:gd name="connsiteY88" fmla="*/ 1809844 h 2237474"/>
              <a:gd name="connsiteX89" fmla="*/ 4811440 w 12192000"/>
              <a:gd name="connsiteY89" fmla="*/ 1804655 h 2237474"/>
              <a:gd name="connsiteX90" fmla="*/ 4691075 w 12192000"/>
              <a:gd name="connsiteY90" fmla="*/ 1801389 h 2237474"/>
              <a:gd name="connsiteX91" fmla="*/ 4611738 w 12192000"/>
              <a:gd name="connsiteY91" fmla="*/ 1776964 h 2237474"/>
              <a:gd name="connsiteX92" fmla="*/ 4560070 w 12192000"/>
              <a:gd name="connsiteY92" fmla="*/ 1785640 h 2237474"/>
              <a:gd name="connsiteX93" fmla="*/ 4536503 w 12192000"/>
              <a:gd name="connsiteY93" fmla="*/ 1785334 h 2237474"/>
              <a:gd name="connsiteX94" fmla="*/ 4513724 w 12192000"/>
              <a:gd name="connsiteY94" fmla="*/ 1791996 h 2237474"/>
              <a:gd name="connsiteX95" fmla="*/ 4459810 w 12192000"/>
              <a:gd name="connsiteY95" fmla="*/ 1797886 h 2237474"/>
              <a:gd name="connsiteX96" fmla="*/ 4379064 w 12192000"/>
              <a:gd name="connsiteY96" fmla="*/ 1817177 h 2237474"/>
              <a:gd name="connsiteX97" fmla="*/ 4290981 w 12192000"/>
              <a:gd name="connsiteY97" fmla="*/ 1839677 h 2237474"/>
              <a:gd name="connsiteX98" fmla="*/ 4238372 w 12192000"/>
              <a:gd name="connsiteY98" fmla="*/ 1851480 h 2237474"/>
              <a:gd name="connsiteX99" fmla="*/ 4232517 w 12192000"/>
              <a:gd name="connsiteY99" fmla="*/ 1852567 h 2237474"/>
              <a:gd name="connsiteX100" fmla="*/ 4191732 w 12192000"/>
              <a:gd name="connsiteY100" fmla="*/ 1857328 h 2237474"/>
              <a:gd name="connsiteX101" fmla="*/ 4065532 w 12192000"/>
              <a:gd name="connsiteY101" fmla="*/ 1855477 h 2237474"/>
              <a:gd name="connsiteX102" fmla="*/ 4028460 w 12192000"/>
              <a:gd name="connsiteY102" fmla="*/ 1855137 h 2237474"/>
              <a:gd name="connsiteX103" fmla="*/ 4002267 w 12192000"/>
              <a:gd name="connsiteY103" fmla="*/ 1852352 h 2237474"/>
              <a:gd name="connsiteX104" fmla="*/ 3931396 w 12192000"/>
              <a:gd name="connsiteY104" fmla="*/ 1858915 h 2237474"/>
              <a:gd name="connsiteX105" fmla="*/ 3812162 w 12192000"/>
              <a:gd name="connsiteY105" fmla="*/ 1875501 h 2237474"/>
              <a:gd name="connsiteX106" fmla="*/ 3729530 w 12192000"/>
              <a:gd name="connsiteY106" fmla="*/ 1864513 h 2237474"/>
              <a:gd name="connsiteX107" fmla="*/ 3680177 w 12192000"/>
              <a:gd name="connsiteY107" fmla="*/ 1881552 h 2237474"/>
              <a:gd name="connsiteX108" fmla="*/ 3567259 w 12192000"/>
              <a:gd name="connsiteY108" fmla="*/ 1893482 h 2237474"/>
              <a:gd name="connsiteX109" fmla="*/ 3405770 w 12192000"/>
              <a:gd name="connsiteY109" fmla="*/ 1904591 h 2237474"/>
              <a:gd name="connsiteX110" fmla="*/ 3280097 w 12192000"/>
              <a:gd name="connsiteY110" fmla="*/ 1919610 h 2237474"/>
              <a:gd name="connsiteX111" fmla="*/ 3123424 w 12192000"/>
              <a:gd name="connsiteY111" fmla="*/ 1952930 h 2237474"/>
              <a:gd name="connsiteX112" fmla="*/ 3009910 w 12192000"/>
              <a:gd name="connsiteY112" fmla="*/ 1957866 h 2237474"/>
              <a:gd name="connsiteX113" fmla="*/ 2995934 w 12192000"/>
              <a:gd name="connsiteY113" fmla="*/ 1967085 h 2237474"/>
              <a:gd name="connsiteX114" fmla="*/ 2980071 w 12192000"/>
              <a:gd name="connsiteY114" fmla="*/ 1972988 h 2237474"/>
              <a:gd name="connsiteX115" fmla="*/ 2978094 w 12192000"/>
              <a:gd name="connsiteY115" fmla="*/ 1972369 h 2237474"/>
              <a:gd name="connsiteX116" fmla="*/ 2942858 w 12192000"/>
              <a:gd name="connsiteY116" fmla="*/ 1981367 h 2237474"/>
              <a:gd name="connsiteX117" fmla="*/ 2875436 w 12192000"/>
              <a:gd name="connsiteY117" fmla="*/ 1996977 h 2237474"/>
              <a:gd name="connsiteX118" fmla="*/ 2874892 w 12192000"/>
              <a:gd name="connsiteY118" fmla="*/ 1996085 h 2237474"/>
              <a:gd name="connsiteX119" fmla="*/ 2864145 w 12192000"/>
              <a:gd name="connsiteY119" fmla="*/ 1994061 h 2237474"/>
              <a:gd name="connsiteX120" fmla="*/ 2843662 w 12192000"/>
              <a:gd name="connsiteY120" fmla="*/ 1992498 h 2237474"/>
              <a:gd name="connsiteX121" fmla="*/ 2796128 w 12192000"/>
              <a:gd name="connsiteY121" fmla="*/ 1976403 h 2237474"/>
              <a:gd name="connsiteX122" fmla="*/ 2756784 w 12192000"/>
              <a:gd name="connsiteY122" fmla="*/ 1985116 h 2237474"/>
              <a:gd name="connsiteX123" fmla="*/ 2748833 w 12192000"/>
              <a:gd name="connsiteY123" fmla="*/ 1986323 h 2237474"/>
              <a:gd name="connsiteX124" fmla="*/ 2748661 w 12192000"/>
              <a:gd name="connsiteY124" fmla="*/ 1986122 h 2237474"/>
              <a:gd name="connsiteX125" fmla="*/ 2740251 w 12192000"/>
              <a:gd name="connsiteY125" fmla="*/ 1986946 h 2237474"/>
              <a:gd name="connsiteX126" fmla="*/ 2718916 w 12192000"/>
              <a:gd name="connsiteY126" fmla="*/ 1990867 h 2237474"/>
              <a:gd name="connsiteX127" fmla="*/ 2713522 w 12192000"/>
              <a:gd name="connsiteY127" fmla="*/ 1990173 h 2237474"/>
              <a:gd name="connsiteX128" fmla="*/ 2680597 w 12192000"/>
              <a:gd name="connsiteY128" fmla="*/ 1984996 h 2237474"/>
              <a:gd name="connsiteX129" fmla="*/ 2578178 w 12192000"/>
              <a:gd name="connsiteY129" fmla="*/ 1990531 h 2237474"/>
              <a:gd name="connsiteX130" fmla="*/ 2476147 w 12192000"/>
              <a:gd name="connsiteY130" fmla="*/ 1998305 h 2237474"/>
              <a:gd name="connsiteX131" fmla="*/ 2373568 w 12192000"/>
              <a:gd name="connsiteY131" fmla="*/ 2003219 h 2237474"/>
              <a:gd name="connsiteX132" fmla="*/ 2321399 w 12192000"/>
              <a:gd name="connsiteY132" fmla="*/ 1989467 h 2237474"/>
              <a:gd name="connsiteX133" fmla="*/ 2315525 w 12192000"/>
              <a:gd name="connsiteY133" fmla="*/ 1989708 h 2237474"/>
              <a:gd name="connsiteX134" fmla="*/ 2300792 w 12192000"/>
              <a:gd name="connsiteY134" fmla="*/ 1994290 h 2237474"/>
              <a:gd name="connsiteX135" fmla="*/ 2295469 w 12192000"/>
              <a:gd name="connsiteY135" fmla="*/ 1996659 h 2237474"/>
              <a:gd name="connsiteX136" fmla="*/ 2287219 w 12192000"/>
              <a:gd name="connsiteY136" fmla="*/ 1998750 h 2237474"/>
              <a:gd name="connsiteX137" fmla="*/ 2286948 w 12192000"/>
              <a:gd name="connsiteY137" fmla="*/ 1998596 h 2237474"/>
              <a:gd name="connsiteX138" fmla="*/ 2243069 w 12192000"/>
              <a:gd name="connsiteY138" fmla="*/ 2015111 h 2237474"/>
              <a:gd name="connsiteX139" fmla="*/ 2186609 w 12192000"/>
              <a:gd name="connsiteY139" fmla="*/ 2008263 h 2237474"/>
              <a:gd name="connsiteX140" fmla="*/ 2164831 w 12192000"/>
              <a:gd name="connsiteY140" fmla="*/ 2010143 h 2237474"/>
              <a:gd name="connsiteX141" fmla="*/ 2152836 w 12192000"/>
              <a:gd name="connsiteY141" fmla="*/ 2010048 h 2237474"/>
              <a:gd name="connsiteX142" fmla="*/ 2117102 w 12192000"/>
              <a:gd name="connsiteY142" fmla="*/ 2023004 h 2237474"/>
              <a:gd name="connsiteX143" fmla="*/ 2111935 w 12192000"/>
              <a:gd name="connsiteY143" fmla="*/ 2023163 h 2237474"/>
              <a:gd name="connsiteX144" fmla="*/ 2089991 w 12192000"/>
              <a:gd name="connsiteY144" fmla="*/ 2034193 h 2237474"/>
              <a:gd name="connsiteX145" fmla="*/ 2058061 w 12192000"/>
              <a:gd name="connsiteY145" fmla="*/ 2047942 h 2237474"/>
              <a:gd name="connsiteX146" fmla="*/ 2055737 w 12192000"/>
              <a:gd name="connsiteY146" fmla="*/ 2047704 h 2237474"/>
              <a:gd name="connsiteX147" fmla="*/ 2042244 w 12192000"/>
              <a:gd name="connsiteY147" fmla="*/ 2055560 h 2237474"/>
              <a:gd name="connsiteX148" fmla="*/ 1976224 w 12192000"/>
              <a:gd name="connsiteY148" fmla="*/ 2074257 h 2237474"/>
              <a:gd name="connsiteX149" fmla="*/ 1877728 w 12192000"/>
              <a:gd name="connsiteY149" fmla="*/ 2101004 h 2237474"/>
              <a:gd name="connsiteX150" fmla="*/ 1759056 w 12192000"/>
              <a:gd name="connsiteY150" fmla="*/ 2125608 h 2237474"/>
              <a:gd name="connsiteX151" fmla="*/ 1637948 w 12192000"/>
              <a:gd name="connsiteY151" fmla="*/ 2172597 h 2237474"/>
              <a:gd name="connsiteX152" fmla="*/ 1434549 w 12192000"/>
              <a:gd name="connsiteY152" fmla="*/ 2234522 h 2237474"/>
              <a:gd name="connsiteX153" fmla="*/ 1398481 w 12192000"/>
              <a:gd name="connsiteY153" fmla="*/ 2237074 h 2237474"/>
              <a:gd name="connsiteX154" fmla="*/ 1398407 w 12192000"/>
              <a:gd name="connsiteY154" fmla="*/ 2237095 h 2237474"/>
              <a:gd name="connsiteX155" fmla="*/ 1370962 w 12192000"/>
              <a:gd name="connsiteY155" fmla="*/ 2237474 h 2237474"/>
              <a:gd name="connsiteX156" fmla="*/ 1356367 w 12192000"/>
              <a:gd name="connsiteY156" fmla="*/ 2235089 h 2237474"/>
              <a:gd name="connsiteX157" fmla="*/ 1324828 w 12192000"/>
              <a:gd name="connsiteY157" fmla="*/ 2231968 h 2237474"/>
              <a:gd name="connsiteX158" fmla="*/ 1297744 w 12192000"/>
              <a:gd name="connsiteY158" fmla="*/ 2235849 h 2237474"/>
              <a:gd name="connsiteX159" fmla="*/ 1286236 w 12192000"/>
              <a:gd name="connsiteY159" fmla="*/ 2233135 h 2237474"/>
              <a:gd name="connsiteX160" fmla="*/ 1283504 w 12192000"/>
              <a:gd name="connsiteY160" fmla="*/ 2233797 h 2237474"/>
              <a:gd name="connsiteX161" fmla="*/ 1279765 w 12192000"/>
              <a:gd name="connsiteY161" fmla="*/ 2229639 h 2237474"/>
              <a:gd name="connsiteX162" fmla="*/ 1195347 w 12192000"/>
              <a:gd name="connsiteY162" fmla="*/ 2212354 h 2237474"/>
              <a:gd name="connsiteX163" fmla="*/ 970251 w 12192000"/>
              <a:gd name="connsiteY163" fmla="*/ 2221029 h 2237474"/>
              <a:gd name="connsiteX164" fmla="*/ 812914 w 12192000"/>
              <a:gd name="connsiteY164" fmla="*/ 2202752 h 2237474"/>
              <a:gd name="connsiteX165" fmla="*/ 800195 w 12192000"/>
              <a:gd name="connsiteY165" fmla="*/ 2209407 h 2237474"/>
              <a:gd name="connsiteX166" fmla="*/ 784978 w 12192000"/>
              <a:gd name="connsiteY166" fmla="*/ 2212360 h 2237474"/>
              <a:gd name="connsiteX167" fmla="*/ 681987 w 12192000"/>
              <a:gd name="connsiteY167" fmla="*/ 2216757 h 2237474"/>
              <a:gd name="connsiteX168" fmla="*/ 669923 w 12192000"/>
              <a:gd name="connsiteY168" fmla="*/ 2211682 h 2237474"/>
              <a:gd name="connsiteX169" fmla="*/ 648680 w 12192000"/>
              <a:gd name="connsiteY169" fmla="*/ 2206229 h 2237474"/>
              <a:gd name="connsiteX170" fmla="*/ 597225 w 12192000"/>
              <a:gd name="connsiteY170" fmla="*/ 2180999 h 2237474"/>
              <a:gd name="connsiteX171" fmla="*/ 558449 w 12192000"/>
              <a:gd name="connsiteY171" fmla="*/ 2182346 h 2237474"/>
              <a:gd name="connsiteX172" fmla="*/ 550517 w 12192000"/>
              <a:gd name="connsiteY172" fmla="*/ 2182060 h 2237474"/>
              <a:gd name="connsiteX173" fmla="*/ 550309 w 12192000"/>
              <a:gd name="connsiteY173" fmla="*/ 2181825 h 2237474"/>
              <a:gd name="connsiteX174" fmla="*/ 541836 w 12192000"/>
              <a:gd name="connsiteY174" fmla="*/ 2181063 h 2237474"/>
              <a:gd name="connsiteX175" fmla="*/ 536057 w 12192000"/>
              <a:gd name="connsiteY175" fmla="*/ 2181537 h 2237474"/>
              <a:gd name="connsiteX176" fmla="*/ 520671 w 12192000"/>
              <a:gd name="connsiteY176" fmla="*/ 2180980 h 2237474"/>
              <a:gd name="connsiteX177" fmla="*/ 515024 w 12192000"/>
              <a:gd name="connsiteY177" fmla="*/ 2179258 h 2237474"/>
              <a:gd name="connsiteX178" fmla="*/ 512278 w 12192000"/>
              <a:gd name="connsiteY178" fmla="*/ 2176369 h 2237474"/>
              <a:gd name="connsiteX179" fmla="*/ 480419 w 12192000"/>
              <a:gd name="connsiteY179" fmla="*/ 2167807 h 2237474"/>
              <a:gd name="connsiteX180" fmla="*/ 413835 w 12192000"/>
              <a:gd name="connsiteY180" fmla="*/ 2156783 h 2237474"/>
              <a:gd name="connsiteX181" fmla="*/ 376513 w 12192000"/>
              <a:gd name="connsiteY181" fmla="*/ 2154014 h 2237474"/>
              <a:gd name="connsiteX182" fmla="*/ 273386 w 12192000"/>
              <a:gd name="connsiteY182" fmla="*/ 2142551 h 2237474"/>
              <a:gd name="connsiteX183" fmla="*/ 169207 w 12192000"/>
              <a:gd name="connsiteY183" fmla="*/ 2128100 h 2237474"/>
              <a:gd name="connsiteX184" fmla="*/ 93149 w 12192000"/>
              <a:gd name="connsiteY184" fmla="*/ 2105324 h 2237474"/>
              <a:gd name="connsiteX185" fmla="*/ 88109 w 12192000"/>
              <a:gd name="connsiteY185" fmla="*/ 2106704 h 2237474"/>
              <a:gd name="connsiteX186" fmla="*/ 80022 w 12192000"/>
              <a:gd name="connsiteY186" fmla="*/ 2107254 h 2237474"/>
              <a:gd name="connsiteX187" fmla="*/ 79717 w 12192000"/>
              <a:gd name="connsiteY187" fmla="*/ 2107046 h 2237474"/>
              <a:gd name="connsiteX188" fmla="*/ 72352 w 12192000"/>
              <a:gd name="connsiteY188" fmla="*/ 2107991 h 2237474"/>
              <a:gd name="connsiteX189" fmla="*/ 37645 w 12192000"/>
              <a:gd name="connsiteY189" fmla="*/ 2115401 h 2237474"/>
              <a:gd name="connsiteX190" fmla="*/ 4572 w 12192000"/>
              <a:gd name="connsiteY190" fmla="*/ 2111091 h 2237474"/>
              <a:gd name="connsiteX191" fmla="*/ 0 w 12192000"/>
              <a:gd name="connsiteY191" fmla="*/ 2110468 h 2237474"/>
              <a:gd name="connsiteX192" fmla="*/ 0 w 12192000"/>
              <a:gd name="connsiteY19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44189 w 12192000"/>
              <a:gd name="connsiteY24" fmla="*/ 938966 h 2237474"/>
              <a:gd name="connsiteX25" fmla="*/ 9500499 w 12192000"/>
              <a:gd name="connsiteY25" fmla="*/ 954680 h 2237474"/>
              <a:gd name="connsiteX26" fmla="*/ 9428195 w 12192000"/>
              <a:gd name="connsiteY26" fmla="*/ 986225 h 2237474"/>
              <a:gd name="connsiteX27" fmla="*/ 9410017 w 12192000"/>
              <a:gd name="connsiteY27" fmla="*/ 993931 h 2237474"/>
              <a:gd name="connsiteX28" fmla="*/ 9392919 w 12192000"/>
              <a:gd name="connsiteY28" fmla="*/ 994656 h 2237474"/>
              <a:gd name="connsiteX29" fmla="*/ 9278619 w 12192000"/>
              <a:gd name="connsiteY29" fmla="*/ 1011878 h 2237474"/>
              <a:gd name="connsiteX30" fmla="*/ 9268019 w 12192000"/>
              <a:gd name="connsiteY30" fmla="*/ 1007442 h 2237474"/>
              <a:gd name="connsiteX31" fmla="*/ 9234662 w 12192000"/>
              <a:gd name="connsiteY31" fmla="*/ 1023056 h 2237474"/>
              <a:gd name="connsiteX32" fmla="*/ 9181033 w 12192000"/>
              <a:gd name="connsiteY32" fmla="*/ 1037921 h 2237474"/>
              <a:gd name="connsiteX33" fmla="*/ 9155969 w 12192000"/>
              <a:gd name="connsiteY33" fmla="*/ 1046804 h 2237474"/>
              <a:gd name="connsiteX34" fmla="*/ 9133985 w 12192000"/>
              <a:gd name="connsiteY34" fmla="*/ 1046450 h 2237474"/>
              <a:gd name="connsiteX35" fmla="*/ 9003462 w 12192000"/>
              <a:gd name="connsiteY35" fmla="*/ 1042406 h 2237474"/>
              <a:gd name="connsiteX36" fmla="*/ 8968445 w 12192000"/>
              <a:gd name="connsiteY36" fmla="*/ 1052169 h 2237474"/>
              <a:gd name="connsiteX37" fmla="*/ 8886001 w 12192000"/>
              <a:gd name="connsiteY37" fmla="*/ 1067468 h 2237474"/>
              <a:gd name="connsiteX38" fmla="*/ 8838610 w 12192000"/>
              <a:gd name="connsiteY38" fmla="*/ 1075091 h 2237474"/>
              <a:gd name="connsiteX39" fmla="*/ 8750383 w 12192000"/>
              <a:gd name="connsiteY39" fmla="*/ 1097387 h 2237474"/>
              <a:gd name="connsiteX40" fmla="*/ 8665605 w 12192000"/>
              <a:gd name="connsiteY40" fmla="*/ 1110791 h 2237474"/>
              <a:gd name="connsiteX41" fmla="*/ 8584946 w 12192000"/>
              <a:gd name="connsiteY41" fmla="*/ 1135226 h 2237474"/>
              <a:gd name="connsiteX42" fmla="*/ 8460755 w 12192000"/>
              <a:gd name="connsiteY42" fmla="*/ 1203427 h 2237474"/>
              <a:gd name="connsiteX43" fmla="*/ 8419755 w 12192000"/>
              <a:gd name="connsiteY43" fmla="*/ 1216260 h 2237474"/>
              <a:gd name="connsiteX44" fmla="*/ 8411626 w 12192000"/>
              <a:gd name="connsiteY44" fmla="*/ 1214397 h 2237474"/>
              <a:gd name="connsiteX45" fmla="*/ 8363469 w 12192000"/>
              <a:gd name="connsiteY45" fmla="*/ 1246658 h 2237474"/>
              <a:gd name="connsiteX46" fmla="*/ 8275497 w 12192000"/>
              <a:gd name="connsiteY46" fmla="*/ 1264396 h 2237474"/>
              <a:gd name="connsiteX47" fmla="*/ 8206287 w 12192000"/>
              <a:gd name="connsiteY47" fmla="*/ 1273060 h 2237474"/>
              <a:gd name="connsiteX48" fmla="*/ 8139997 w 12192000"/>
              <a:gd name="connsiteY48" fmla="*/ 1282713 h 2237474"/>
              <a:gd name="connsiteX49" fmla="*/ 8074238 w 12192000"/>
              <a:gd name="connsiteY49" fmla="*/ 1301895 h 2237474"/>
              <a:gd name="connsiteX50" fmla="*/ 7942099 w 12192000"/>
              <a:gd name="connsiteY50" fmla="*/ 1336332 h 2237474"/>
              <a:gd name="connsiteX51" fmla="*/ 7902328 w 12192000"/>
              <a:gd name="connsiteY51" fmla="*/ 1345865 h 2237474"/>
              <a:gd name="connsiteX52" fmla="*/ 7840612 w 12192000"/>
              <a:gd name="connsiteY52" fmla="*/ 1369373 h 2237474"/>
              <a:gd name="connsiteX53" fmla="*/ 7786819 w 12192000"/>
              <a:gd name="connsiteY53" fmla="*/ 1378970 h 2237474"/>
              <a:gd name="connsiteX54" fmla="*/ 7548172 w 12192000"/>
              <a:gd name="connsiteY54" fmla="*/ 1417460 h 2237474"/>
              <a:gd name="connsiteX55" fmla="*/ 7483437 w 12192000"/>
              <a:gd name="connsiteY55" fmla="*/ 1478152 h 2237474"/>
              <a:gd name="connsiteX56" fmla="*/ 7377870 w 12192000"/>
              <a:gd name="connsiteY56" fmla="*/ 1523319 h 2237474"/>
              <a:gd name="connsiteX57" fmla="*/ 7230737 w 12192000"/>
              <a:gd name="connsiteY57" fmla="*/ 1562633 h 2237474"/>
              <a:gd name="connsiteX58" fmla="*/ 7224458 w 12192000"/>
              <a:gd name="connsiteY58" fmla="*/ 1573008 h 2237474"/>
              <a:gd name="connsiteX59" fmla="*/ 7183121 w 12192000"/>
              <a:gd name="connsiteY59" fmla="*/ 1595162 h 2237474"/>
              <a:gd name="connsiteX60" fmla="*/ 7164601 w 12192000"/>
              <a:gd name="connsiteY60" fmla="*/ 1606490 h 2237474"/>
              <a:gd name="connsiteX61" fmla="*/ 7031309 w 12192000"/>
              <a:gd name="connsiteY61" fmla="*/ 1619451 h 2237474"/>
              <a:gd name="connsiteX62" fmla="*/ 6900177 w 12192000"/>
              <a:gd name="connsiteY62" fmla="*/ 1636016 h 2237474"/>
              <a:gd name="connsiteX63" fmla="*/ 6795372 w 12192000"/>
              <a:gd name="connsiteY63" fmla="*/ 1644845 h 2237474"/>
              <a:gd name="connsiteX64" fmla="*/ 6692251 w 12192000"/>
              <a:gd name="connsiteY64" fmla="*/ 1656357 h 2237474"/>
              <a:gd name="connsiteX65" fmla="*/ 6655235 w 12192000"/>
              <a:gd name="connsiteY65" fmla="*/ 1661869 h 2237474"/>
              <a:gd name="connsiteX66" fmla="*/ 6554894 w 12192000"/>
              <a:gd name="connsiteY66" fmla="*/ 1664428 h 2237474"/>
              <a:gd name="connsiteX67" fmla="*/ 6516595 w 12192000"/>
              <a:gd name="connsiteY67" fmla="*/ 1667475 h 2237474"/>
              <a:gd name="connsiteX68" fmla="*/ 6508541 w 12192000"/>
              <a:gd name="connsiteY68" fmla="*/ 1668757 h 2237474"/>
              <a:gd name="connsiteX69" fmla="*/ 6471012 w 12192000"/>
              <a:gd name="connsiteY69" fmla="*/ 1678604 h 2237474"/>
              <a:gd name="connsiteX70" fmla="*/ 6364035 w 12192000"/>
              <a:gd name="connsiteY70" fmla="*/ 1667683 h 2237474"/>
              <a:gd name="connsiteX71" fmla="*/ 6280959 w 12192000"/>
              <a:gd name="connsiteY71" fmla="*/ 1689329 h 2237474"/>
              <a:gd name="connsiteX72" fmla="*/ 6243319 w 12192000"/>
              <a:gd name="connsiteY72" fmla="*/ 1695560 h 2237474"/>
              <a:gd name="connsiteX73" fmla="*/ 6098321 w 12192000"/>
              <a:gd name="connsiteY73" fmla="*/ 1721646 h 2237474"/>
              <a:gd name="connsiteX74" fmla="*/ 5880652 w 12192000"/>
              <a:gd name="connsiteY74" fmla="*/ 1779643 h 2237474"/>
              <a:gd name="connsiteX75" fmla="*/ 5785959 w 12192000"/>
              <a:gd name="connsiteY75" fmla="*/ 1775307 h 2237474"/>
              <a:gd name="connsiteX76" fmla="*/ 5643534 w 12192000"/>
              <a:gd name="connsiteY76" fmla="*/ 1802919 h 2237474"/>
              <a:gd name="connsiteX77" fmla="*/ 5518799 w 12192000"/>
              <a:gd name="connsiteY77" fmla="*/ 1818312 h 2237474"/>
              <a:gd name="connsiteX78" fmla="*/ 5505014 w 12192000"/>
              <a:gd name="connsiteY78" fmla="*/ 1819259 h 2237474"/>
              <a:gd name="connsiteX79" fmla="*/ 5453307 w 12192000"/>
              <a:gd name="connsiteY79" fmla="*/ 1815450 h 2237474"/>
              <a:gd name="connsiteX80" fmla="*/ 5221533 w 12192000"/>
              <a:gd name="connsiteY80" fmla="*/ 1846950 h 2237474"/>
              <a:gd name="connsiteX81" fmla="*/ 5149802 w 12192000"/>
              <a:gd name="connsiteY81" fmla="*/ 1844846 h 2237474"/>
              <a:gd name="connsiteX82" fmla="*/ 5114927 w 12192000"/>
              <a:gd name="connsiteY82" fmla="*/ 1847827 h 2237474"/>
              <a:gd name="connsiteX83" fmla="*/ 5108970 w 12192000"/>
              <a:gd name="connsiteY83" fmla="*/ 1847935 h 2237474"/>
              <a:gd name="connsiteX84" fmla="*/ 5067961 w 12192000"/>
              <a:gd name="connsiteY84" fmla="*/ 1845917 h 2237474"/>
              <a:gd name="connsiteX85" fmla="*/ 5007075 w 12192000"/>
              <a:gd name="connsiteY85" fmla="*/ 1838626 h 2237474"/>
              <a:gd name="connsiteX86" fmla="*/ 4944087 w 12192000"/>
              <a:gd name="connsiteY86" fmla="*/ 1823332 h 2237474"/>
              <a:gd name="connsiteX87" fmla="*/ 4907662 w 12192000"/>
              <a:gd name="connsiteY87" fmla="*/ 1816900 h 2237474"/>
              <a:gd name="connsiteX88" fmla="*/ 4882386 w 12192000"/>
              <a:gd name="connsiteY88" fmla="*/ 1809844 h 2237474"/>
              <a:gd name="connsiteX89" fmla="*/ 4811440 w 12192000"/>
              <a:gd name="connsiteY89" fmla="*/ 1804655 h 2237474"/>
              <a:gd name="connsiteX90" fmla="*/ 4691075 w 12192000"/>
              <a:gd name="connsiteY90" fmla="*/ 1801389 h 2237474"/>
              <a:gd name="connsiteX91" fmla="*/ 4611738 w 12192000"/>
              <a:gd name="connsiteY91" fmla="*/ 1776964 h 2237474"/>
              <a:gd name="connsiteX92" fmla="*/ 4560070 w 12192000"/>
              <a:gd name="connsiteY92" fmla="*/ 1785640 h 2237474"/>
              <a:gd name="connsiteX93" fmla="*/ 4536503 w 12192000"/>
              <a:gd name="connsiteY93" fmla="*/ 1785334 h 2237474"/>
              <a:gd name="connsiteX94" fmla="*/ 4513724 w 12192000"/>
              <a:gd name="connsiteY94" fmla="*/ 1791996 h 2237474"/>
              <a:gd name="connsiteX95" fmla="*/ 4459810 w 12192000"/>
              <a:gd name="connsiteY95" fmla="*/ 1797886 h 2237474"/>
              <a:gd name="connsiteX96" fmla="*/ 4379064 w 12192000"/>
              <a:gd name="connsiteY96" fmla="*/ 1817177 h 2237474"/>
              <a:gd name="connsiteX97" fmla="*/ 4290981 w 12192000"/>
              <a:gd name="connsiteY97" fmla="*/ 1839677 h 2237474"/>
              <a:gd name="connsiteX98" fmla="*/ 4238372 w 12192000"/>
              <a:gd name="connsiteY98" fmla="*/ 1851480 h 2237474"/>
              <a:gd name="connsiteX99" fmla="*/ 4232517 w 12192000"/>
              <a:gd name="connsiteY99" fmla="*/ 1852567 h 2237474"/>
              <a:gd name="connsiteX100" fmla="*/ 4191732 w 12192000"/>
              <a:gd name="connsiteY100" fmla="*/ 1857328 h 2237474"/>
              <a:gd name="connsiteX101" fmla="*/ 4065532 w 12192000"/>
              <a:gd name="connsiteY101" fmla="*/ 1855477 h 2237474"/>
              <a:gd name="connsiteX102" fmla="*/ 4028460 w 12192000"/>
              <a:gd name="connsiteY102" fmla="*/ 1855137 h 2237474"/>
              <a:gd name="connsiteX103" fmla="*/ 4002267 w 12192000"/>
              <a:gd name="connsiteY103" fmla="*/ 1852352 h 2237474"/>
              <a:gd name="connsiteX104" fmla="*/ 3931396 w 12192000"/>
              <a:gd name="connsiteY104" fmla="*/ 1858915 h 2237474"/>
              <a:gd name="connsiteX105" fmla="*/ 3812162 w 12192000"/>
              <a:gd name="connsiteY105" fmla="*/ 1875501 h 2237474"/>
              <a:gd name="connsiteX106" fmla="*/ 3729530 w 12192000"/>
              <a:gd name="connsiteY106" fmla="*/ 1864513 h 2237474"/>
              <a:gd name="connsiteX107" fmla="*/ 3680177 w 12192000"/>
              <a:gd name="connsiteY107" fmla="*/ 1881552 h 2237474"/>
              <a:gd name="connsiteX108" fmla="*/ 3567259 w 12192000"/>
              <a:gd name="connsiteY108" fmla="*/ 1893482 h 2237474"/>
              <a:gd name="connsiteX109" fmla="*/ 3405770 w 12192000"/>
              <a:gd name="connsiteY109" fmla="*/ 1904591 h 2237474"/>
              <a:gd name="connsiteX110" fmla="*/ 3280097 w 12192000"/>
              <a:gd name="connsiteY110" fmla="*/ 1919610 h 2237474"/>
              <a:gd name="connsiteX111" fmla="*/ 3123424 w 12192000"/>
              <a:gd name="connsiteY111" fmla="*/ 1952930 h 2237474"/>
              <a:gd name="connsiteX112" fmla="*/ 3009910 w 12192000"/>
              <a:gd name="connsiteY112" fmla="*/ 1957866 h 2237474"/>
              <a:gd name="connsiteX113" fmla="*/ 2995934 w 12192000"/>
              <a:gd name="connsiteY113" fmla="*/ 1967085 h 2237474"/>
              <a:gd name="connsiteX114" fmla="*/ 2980071 w 12192000"/>
              <a:gd name="connsiteY114" fmla="*/ 1972988 h 2237474"/>
              <a:gd name="connsiteX115" fmla="*/ 2978094 w 12192000"/>
              <a:gd name="connsiteY115" fmla="*/ 1972369 h 2237474"/>
              <a:gd name="connsiteX116" fmla="*/ 2942858 w 12192000"/>
              <a:gd name="connsiteY116" fmla="*/ 1981367 h 2237474"/>
              <a:gd name="connsiteX117" fmla="*/ 2875436 w 12192000"/>
              <a:gd name="connsiteY117" fmla="*/ 1996977 h 2237474"/>
              <a:gd name="connsiteX118" fmla="*/ 2874892 w 12192000"/>
              <a:gd name="connsiteY118" fmla="*/ 1996085 h 2237474"/>
              <a:gd name="connsiteX119" fmla="*/ 2864145 w 12192000"/>
              <a:gd name="connsiteY119" fmla="*/ 1994061 h 2237474"/>
              <a:gd name="connsiteX120" fmla="*/ 2843662 w 12192000"/>
              <a:gd name="connsiteY120" fmla="*/ 1992498 h 2237474"/>
              <a:gd name="connsiteX121" fmla="*/ 2796128 w 12192000"/>
              <a:gd name="connsiteY121" fmla="*/ 1976403 h 2237474"/>
              <a:gd name="connsiteX122" fmla="*/ 2756784 w 12192000"/>
              <a:gd name="connsiteY122" fmla="*/ 1985116 h 2237474"/>
              <a:gd name="connsiteX123" fmla="*/ 2748833 w 12192000"/>
              <a:gd name="connsiteY123" fmla="*/ 1986323 h 2237474"/>
              <a:gd name="connsiteX124" fmla="*/ 2748661 w 12192000"/>
              <a:gd name="connsiteY124" fmla="*/ 1986122 h 2237474"/>
              <a:gd name="connsiteX125" fmla="*/ 2740251 w 12192000"/>
              <a:gd name="connsiteY125" fmla="*/ 1986946 h 2237474"/>
              <a:gd name="connsiteX126" fmla="*/ 2718916 w 12192000"/>
              <a:gd name="connsiteY126" fmla="*/ 1990867 h 2237474"/>
              <a:gd name="connsiteX127" fmla="*/ 2713522 w 12192000"/>
              <a:gd name="connsiteY127" fmla="*/ 1990173 h 2237474"/>
              <a:gd name="connsiteX128" fmla="*/ 2680597 w 12192000"/>
              <a:gd name="connsiteY128" fmla="*/ 1984996 h 2237474"/>
              <a:gd name="connsiteX129" fmla="*/ 2578178 w 12192000"/>
              <a:gd name="connsiteY129" fmla="*/ 1990531 h 2237474"/>
              <a:gd name="connsiteX130" fmla="*/ 2476147 w 12192000"/>
              <a:gd name="connsiteY130" fmla="*/ 1998305 h 2237474"/>
              <a:gd name="connsiteX131" fmla="*/ 2373568 w 12192000"/>
              <a:gd name="connsiteY131" fmla="*/ 2003219 h 2237474"/>
              <a:gd name="connsiteX132" fmla="*/ 2321399 w 12192000"/>
              <a:gd name="connsiteY132" fmla="*/ 1989467 h 2237474"/>
              <a:gd name="connsiteX133" fmla="*/ 2315525 w 12192000"/>
              <a:gd name="connsiteY133" fmla="*/ 1989708 h 2237474"/>
              <a:gd name="connsiteX134" fmla="*/ 2300792 w 12192000"/>
              <a:gd name="connsiteY134" fmla="*/ 1994290 h 2237474"/>
              <a:gd name="connsiteX135" fmla="*/ 2295469 w 12192000"/>
              <a:gd name="connsiteY135" fmla="*/ 1996659 h 2237474"/>
              <a:gd name="connsiteX136" fmla="*/ 2287219 w 12192000"/>
              <a:gd name="connsiteY136" fmla="*/ 1998750 h 2237474"/>
              <a:gd name="connsiteX137" fmla="*/ 2286948 w 12192000"/>
              <a:gd name="connsiteY137" fmla="*/ 1998596 h 2237474"/>
              <a:gd name="connsiteX138" fmla="*/ 2243069 w 12192000"/>
              <a:gd name="connsiteY138" fmla="*/ 2015111 h 2237474"/>
              <a:gd name="connsiteX139" fmla="*/ 2186609 w 12192000"/>
              <a:gd name="connsiteY139" fmla="*/ 2008263 h 2237474"/>
              <a:gd name="connsiteX140" fmla="*/ 2164831 w 12192000"/>
              <a:gd name="connsiteY140" fmla="*/ 2010143 h 2237474"/>
              <a:gd name="connsiteX141" fmla="*/ 2152836 w 12192000"/>
              <a:gd name="connsiteY141" fmla="*/ 2010048 h 2237474"/>
              <a:gd name="connsiteX142" fmla="*/ 2117102 w 12192000"/>
              <a:gd name="connsiteY142" fmla="*/ 2023004 h 2237474"/>
              <a:gd name="connsiteX143" fmla="*/ 2111935 w 12192000"/>
              <a:gd name="connsiteY143" fmla="*/ 2023163 h 2237474"/>
              <a:gd name="connsiteX144" fmla="*/ 2089991 w 12192000"/>
              <a:gd name="connsiteY144" fmla="*/ 2034193 h 2237474"/>
              <a:gd name="connsiteX145" fmla="*/ 2058061 w 12192000"/>
              <a:gd name="connsiteY145" fmla="*/ 2047942 h 2237474"/>
              <a:gd name="connsiteX146" fmla="*/ 2055737 w 12192000"/>
              <a:gd name="connsiteY146" fmla="*/ 2047704 h 2237474"/>
              <a:gd name="connsiteX147" fmla="*/ 2042244 w 12192000"/>
              <a:gd name="connsiteY147" fmla="*/ 2055560 h 2237474"/>
              <a:gd name="connsiteX148" fmla="*/ 1976224 w 12192000"/>
              <a:gd name="connsiteY148" fmla="*/ 2074257 h 2237474"/>
              <a:gd name="connsiteX149" fmla="*/ 1877728 w 12192000"/>
              <a:gd name="connsiteY149" fmla="*/ 2101004 h 2237474"/>
              <a:gd name="connsiteX150" fmla="*/ 1759056 w 12192000"/>
              <a:gd name="connsiteY150" fmla="*/ 2125608 h 2237474"/>
              <a:gd name="connsiteX151" fmla="*/ 1637948 w 12192000"/>
              <a:gd name="connsiteY151" fmla="*/ 2172597 h 2237474"/>
              <a:gd name="connsiteX152" fmla="*/ 1434549 w 12192000"/>
              <a:gd name="connsiteY152" fmla="*/ 2234522 h 2237474"/>
              <a:gd name="connsiteX153" fmla="*/ 1398481 w 12192000"/>
              <a:gd name="connsiteY153" fmla="*/ 2237074 h 2237474"/>
              <a:gd name="connsiteX154" fmla="*/ 1398407 w 12192000"/>
              <a:gd name="connsiteY154" fmla="*/ 2237095 h 2237474"/>
              <a:gd name="connsiteX155" fmla="*/ 1370962 w 12192000"/>
              <a:gd name="connsiteY155" fmla="*/ 2237474 h 2237474"/>
              <a:gd name="connsiteX156" fmla="*/ 1356367 w 12192000"/>
              <a:gd name="connsiteY156" fmla="*/ 2235089 h 2237474"/>
              <a:gd name="connsiteX157" fmla="*/ 1324828 w 12192000"/>
              <a:gd name="connsiteY157" fmla="*/ 2231968 h 2237474"/>
              <a:gd name="connsiteX158" fmla="*/ 1297744 w 12192000"/>
              <a:gd name="connsiteY158" fmla="*/ 2235849 h 2237474"/>
              <a:gd name="connsiteX159" fmla="*/ 1286236 w 12192000"/>
              <a:gd name="connsiteY159" fmla="*/ 2233135 h 2237474"/>
              <a:gd name="connsiteX160" fmla="*/ 1283504 w 12192000"/>
              <a:gd name="connsiteY160" fmla="*/ 2233797 h 2237474"/>
              <a:gd name="connsiteX161" fmla="*/ 1279765 w 12192000"/>
              <a:gd name="connsiteY161" fmla="*/ 2229639 h 2237474"/>
              <a:gd name="connsiteX162" fmla="*/ 1195347 w 12192000"/>
              <a:gd name="connsiteY162" fmla="*/ 2212354 h 2237474"/>
              <a:gd name="connsiteX163" fmla="*/ 970251 w 12192000"/>
              <a:gd name="connsiteY163" fmla="*/ 2221029 h 2237474"/>
              <a:gd name="connsiteX164" fmla="*/ 812914 w 12192000"/>
              <a:gd name="connsiteY164" fmla="*/ 2202752 h 2237474"/>
              <a:gd name="connsiteX165" fmla="*/ 800195 w 12192000"/>
              <a:gd name="connsiteY165" fmla="*/ 2209407 h 2237474"/>
              <a:gd name="connsiteX166" fmla="*/ 784978 w 12192000"/>
              <a:gd name="connsiteY166" fmla="*/ 2212360 h 2237474"/>
              <a:gd name="connsiteX167" fmla="*/ 681987 w 12192000"/>
              <a:gd name="connsiteY167" fmla="*/ 2216757 h 2237474"/>
              <a:gd name="connsiteX168" fmla="*/ 669923 w 12192000"/>
              <a:gd name="connsiteY168" fmla="*/ 2211682 h 2237474"/>
              <a:gd name="connsiteX169" fmla="*/ 648680 w 12192000"/>
              <a:gd name="connsiteY169" fmla="*/ 2206229 h 2237474"/>
              <a:gd name="connsiteX170" fmla="*/ 597225 w 12192000"/>
              <a:gd name="connsiteY170" fmla="*/ 2180999 h 2237474"/>
              <a:gd name="connsiteX171" fmla="*/ 558449 w 12192000"/>
              <a:gd name="connsiteY171" fmla="*/ 2182346 h 2237474"/>
              <a:gd name="connsiteX172" fmla="*/ 550517 w 12192000"/>
              <a:gd name="connsiteY172" fmla="*/ 2182060 h 2237474"/>
              <a:gd name="connsiteX173" fmla="*/ 550309 w 12192000"/>
              <a:gd name="connsiteY173" fmla="*/ 2181825 h 2237474"/>
              <a:gd name="connsiteX174" fmla="*/ 541836 w 12192000"/>
              <a:gd name="connsiteY174" fmla="*/ 2181063 h 2237474"/>
              <a:gd name="connsiteX175" fmla="*/ 536057 w 12192000"/>
              <a:gd name="connsiteY175" fmla="*/ 2181537 h 2237474"/>
              <a:gd name="connsiteX176" fmla="*/ 520671 w 12192000"/>
              <a:gd name="connsiteY176" fmla="*/ 2180980 h 2237474"/>
              <a:gd name="connsiteX177" fmla="*/ 515024 w 12192000"/>
              <a:gd name="connsiteY177" fmla="*/ 2179258 h 2237474"/>
              <a:gd name="connsiteX178" fmla="*/ 512278 w 12192000"/>
              <a:gd name="connsiteY178" fmla="*/ 2176369 h 2237474"/>
              <a:gd name="connsiteX179" fmla="*/ 480419 w 12192000"/>
              <a:gd name="connsiteY179" fmla="*/ 2167807 h 2237474"/>
              <a:gd name="connsiteX180" fmla="*/ 413835 w 12192000"/>
              <a:gd name="connsiteY180" fmla="*/ 2156783 h 2237474"/>
              <a:gd name="connsiteX181" fmla="*/ 376513 w 12192000"/>
              <a:gd name="connsiteY181" fmla="*/ 2154014 h 2237474"/>
              <a:gd name="connsiteX182" fmla="*/ 273386 w 12192000"/>
              <a:gd name="connsiteY182" fmla="*/ 2142551 h 2237474"/>
              <a:gd name="connsiteX183" fmla="*/ 169207 w 12192000"/>
              <a:gd name="connsiteY183" fmla="*/ 2128100 h 2237474"/>
              <a:gd name="connsiteX184" fmla="*/ 93149 w 12192000"/>
              <a:gd name="connsiteY184" fmla="*/ 2105324 h 2237474"/>
              <a:gd name="connsiteX185" fmla="*/ 88109 w 12192000"/>
              <a:gd name="connsiteY185" fmla="*/ 2106704 h 2237474"/>
              <a:gd name="connsiteX186" fmla="*/ 80022 w 12192000"/>
              <a:gd name="connsiteY186" fmla="*/ 2107254 h 2237474"/>
              <a:gd name="connsiteX187" fmla="*/ 79717 w 12192000"/>
              <a:gd name="connsiteY187" fmla="*/ 2107046 h 2237474"/>
              <a:gd name="connsiteX188" fmla="*/ 72352 w 12192000"/>
              <a:gd name="connsiteY188" fmla="*/ 2107991 h 2237474"/>
              <a:gd name="connsiteX189" fmla="*/ 37645 w 12192000"/>
              <a:gd name="connsiteY189" fmla="*/ 2115401 h 2237474"/>
              <a:gd name="connsiteX190" fmla="*/ 4572 w 12192000"/>
              <a:gd name="connsiteY190" fmla="*/ 2111091 h 2237474"/>
              <a:gd name="connsiteX191" fmla="*/ 0 w 12192000"/>
              <a:gd name="connsiteY191" fmla="*/ 2110468 h 2237474"/>
              <a:gd name="connsiteX192" fmla="*/ 0 w 12192000"/>
              <a:gd name="connsiteY19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44189 w 12192000"/>
              <a:gd name="connsiteY24" fmla="*/ 938966 h 2237474"/>
              <a:gd name="connsiteX25" fmla="*/ 9500499 w 12192000"/>
              <a:gd name="connsiteY25" fmla="*/ 954680 h 2237474"/>
              <a:gd name="connsiteX26" fmla="*/ 9428195 w 12192000"/>
              <a:gd name="connsiteY26" fmla="*/ 986225 h 2237474"/>
              <a:gd name="connsiteX27" fmla="*/ 9410017 w 12192000"/>
              <a:gd name="connsiteY27" fmla="*/ 993931 h 2237474"/>
              <a:gd name="connsiteX28" fmla="*/ 9392919 w 12192000"/>
              <a:gd name="connsiteY28" fmla="*/ 994656 h 2237474"/>
              <a:gd name="connsiteX29" fmla="*/ 9278619 w 12192000"/>
              <a:gd name="connsiteY29" fmla="*/ 1011878 h 2237474"/>
              <a:gd name="connsiteX30" fmla="*/ 9268019 w 12192000"/>
              <a:gd name="connsiteY30" fmla="*/ 1007442 h 2237474"/>
              <a:gd name="connsiteX31" fmla="*/ 9234662 w 12192000"/>
              <a:gd name="connsiteY31" fmla="*/ 1023056 h 2237474"/>
              <a:gd name="connsiteX32" fmla="*/ 9181033 w 12192000"/>
              <a:gd name="connsiteY32" fmla="*/ 1037921 h 2237474"/>
              <a:gd name="connsiteX33" fmla="*/ 9155969 w 12192000"/>
              <a:gd name="connsiteY33" fmla="*/ 1046804 h 2237474"/>
              <a:gd name="connsiteX34" fmla="*/ 9133985 w 12192000"/>
              <a:gd name="connsiteY34" fmla="*/ 1046450 h 2237474"/>
              <a:gd name="connsiteX35" fmla="*/ 9003462 w 12192000"/>
              <a:gd name="connsiteY35" fmla="*/ 1042406 h 2237474"/>
              <a:gd name="connsiteX36" fmla="*/ 8968445 w 12192000"/>
              <a:gd name="connsiteY36" fmla="*/ 1052169 h 2237474"/>
              <a:gd name="connsiteX37" fmla="*/ 8886001 w 12192000"/>
              <a:gd name="connsiteY37" fmla="*/ 1067468 h 2237474"/>
              <a:gd name="connsiteX38" fmla="*/ 8838610 w 12192000"/>
              <a:gd name="connsiteY38" fmla="*/ 1075091 h 2237474"/>
              <a:gd name="connsiteX39" fmla="*/ 8750383 w 12192000"/>
              <a:gd name="connsiteY39" fmla="*/ 1097387 h 2237474"/>
              <a:gd name="connsiteX40" fmla="*/ 8665605 w 12192000"/>
              <a:gd name="connsiteY40" fmla="*/ 1110791 h 2237474"/>
              <a:gd name="connsiteX41" fmla="*/ 8584946 w 12192000"/>
              <a:gd name="connsiteY41" fmla="*/ 1135226 h 2237474"/>
              <a:gd name="connsiteX42" fmla="*/ 8460755 w 12192000"/>
              <a:gd name="connsiteY42" fmla="*/ 1203427 h 2237474"/>
              <a:gd name="connsiteX43" fmla="*/ 8419755 w 12192000"/>
              <a:gd name="connsiteY43" fmla="*/ 1216260 h 2237474"/>
              <a:gd name="connsiteX44" fmla="*/ 8411626 w 12192000"/>
              <a:gd name="connsiteY44" fmla="*/ 1214397 h 2237474"/>
              <a:gd name="connsiteX45" fmla="*/ 8363469 w 12192000"/>
              <a:gd name="connsiteY45" fmla="*/ 1246658 h 2237474"/>
              <a:gd name="connsiteX46" fmla="*/ 8275497 w 12192000"/>
              <a:gd name="connsiteY46" fmla="*/ 1264396 h 2237474"/>
              <a:gd name="connsiteX47" fmla="*/ 8206287 w 12192000"/>
              <a:gd name="connsiteY47" fmla="*/ 1273060 h 2237474"/>
              <a:gd name="connsiteX48" fmla="*/ 8139997 w 12192000"/>
              <a:gd name="connsiteY48" fmla="*/ 1282713 h 2237474"/>
              <a:gd name="connsiteX49" fmla="*/ 8074238 w 12192000"/>
              <a:gd name="connsiteY49" fmla="*/ 1301895 h 2237474"/>
              <a:gd name="connsiteX50" fmla="*/ 7942099 w 12192000"/>
              <a:gd name="connsiteY50" fmla="*/ 1336332 h 2237474"/>
              <a:gd name="connsiteX51" fmla="*/ 7902328 w 12192000"/>
              <a:gd name="connsiteY51" fmla="*/ 1345865 h 2237474"/>
              <a:gd name="connsiteX52" fmla="*/ 7840612 w 12192000"/>
              <a:gd name="connsiteY52" fmla="*/ 1369373 h 2237474"/>
              <a:gd name="connsiteX53" fmla="*/ 7786819 w 12192000"/>
              <a:gd name="connsiteY53" fmla="*/ 1378970 h 2237474"/>
              <a:gd name="connsiteX54" fmla="*/ 7548172 w 12192000"/>
              <a:gd name="connsiteY54" fmla="*/ 1417460 h 2237474"/>
              <a:gd name="connsiteX55" fmla="*/ 7483437 w 12192000"/>
              <a:gd name="connsiteY55" fmla="*/ 1478152 h 2237474"/>
              <a:gd name="connsiteX56" fmla="*/ 7377870 w 12192000"/>
              <a:gd name="connsiteY56" fmla="*/ 1523319 h 2237474"/>
              <a:gd name="connsiteX57" fmla="*/ 7230737 w 12192000"/>
              <a:gd name="connsiteY57" fmla="*/ 1562633 h 2237474"/>
              <a:gd name="connsiteX58" fmla="*/ 7224458 w 12192000"/>
              <a:gd name="connsiteY58" fmla="*/ 1573008 h 2237474"/>
              <a:gd name="connsiteX59" fmla="*/ 7183121 w 12192000"/>
              <a:gd name="connsiteY59" fmla="*/ 1595162 h 2237474"/>
              <a:gd name="connsiteX60" fmla="*/ 7164601 w 12192000"/>
              <a:gd name="connsiteY60" fmla="*/ 1606490 h 2237474"/>
              <a:gd name="connsiteX61" fmla="*/ 7031309 w 12192000"/>
              <a:gd name="connsiteY61" fmla="*/ 1619451 h 2237474"/>
              <a:gd name="connsiteX62" fmla="*/ 6900177 w 12192000"/>
              <a:gd name="connsiteY62" fmla="*/ 1636016 h 2237474"/>
              <a:gd name="connsiteX63" fmla="*/ 6795372 w 12192000"/>
              <a:gd name="connsiteY63" fmla="*/ 1644845 h 2237474"/>
              <a:gd name="connsiteX64" fmla="*/ 6692251 w 12192000"/>
              <a:gd name="connsiteY64" fmla="*/ 1656357 h 2237474"/>
              <a:gd name="connsiteX65" fmla="*/ 6655235 w 12192000"/>
              <a:gd name="connsiteY65" fmla="*/ 1661869 h 2237474"/>
              <a:gd name="connsiteX66" fmla="*/ 6554894 w 12192000"/>
              <a:gd name="connsiteY66" fmla="*/ 1664428 h 2237474"/>
              <a:gd name="connsiteX67" fmla="*/ 6516595 w 12192000"/>
              <a:gd name="connsiteY67" fmla="*/ 1667475 h 2237474"/>
              <a:gd name="connsiteX68" fmla="*/ 6508541 w 12192000"/>
              <a:gd name="connsiteY68" fmla="*/ 1668757 h 2237474"/>
              <a:gd name="connsiteX69" fmla="*/ 6471012 w 12192000"/>
              <a:gd name="connsiteY69" fmla="*/ 1678604 h 2237474"/>
              <a:gd name="connsiteX70" fmla="*/ 6364035 w 12192000"/>
              <a:gd name="connsiteY70" fmla="*/ 1667683 h 2237474"/>
              <a:gd name="connsiteX71" fmla="*/ 6280959 w 12192000"/>
              <a:gd name="connsiteY71" fmla="*/ 1689329 h 2237474"/>
              <a:gd name="connsiteX72" fmla="*/ 6243319 w 12192000"/>
              <a:gd name="connsiteY72" fmla="*/ 1695560 h 2237474"/>
              <a:gd name="connsiteX73" fmla="*/ 6098321 w 12192000"/>
              <a:gd name="connsiteY73" fmla="*/ 1721646 h 2237474"/>
              <a:gd name="connsiteX74" fmla="*/ 5880652 w 12192000"/>
              <a:gd name="connsiteY74" fmla="*/ 1779643 h 2237474"/>
              <a:gd name="connsiteX75" fmla="*/ 5785959 w 12192000"/>
              <a:gd name="connsiteY75" fmla="*/ 1775307 h 2237474"/>
              <a:gd name="connsiteX76" fmla="*/ 5643534 w 12192000"/>
              <a:gd name="connsiteY76" fmla="*/ 1802919 h 2237474"/>
              <a:gd name="connsiteX77" fmla="*/ 5518799 w 12192000"/>
              <a:gd name="connsiteY77" fmla="*/ 1818312 h 2237474"/>
              <a:gd name="connsiteX78" fmla="*/ 5505014 w 12192000"/>
              <a:gd name="connsiteY78" fmla="*/ 1819259 h 2237474"/>
              <a:gd name="connsiteX79" fmla="*/ 5453307 w 12192000"/>
              <a:gd name="connsiteY79" fmla="*/ 1815450 h 2237474"/>
              <a:gd name="connsiteX80" fmla="*/ 5221533 w 12192000"/>
              <a:gd name="connsiteY80" fmla="*/ 1846950 h 2237474"/>
              <a:gd name="connsiteX81" fmla="*/ 5149802 w 12192000"/>
              <a:gd name="connsiteY81" fmla="*/ 1844846 h 2237474"/>
              <a:gd name="connsiteX82" fmla="*/ 5114927 w 12192000"/>
              <a:gd name="connsiteY82" fmla="*/ 1847827 h 2237474"/>
              <a:gd name="connsiteX83" fmla="*/ 5108970 w 12192000"/>
              <a:gd name="connsiteY83" fmla="*/ 1847935 h 2237474"/>
              <a:gd name="connsiteX84" fmla="*/ 5067961 w 12192000"/>
              <a:gd name="connsiteY84" fmla="*/ 1845917 h 2237474"/>
              <a:gd name="connsiteX85" fmla="*/ 5007075 w 12192000"/>
              <a:gd name="connsiteY85" fmla="*/ 1838626 h 2237474"/>
              <a:gd name="connsiteX86" fmla="*/ 4944087 w 12192000"/>
              <a:gd name="connsiteY86" fmla="*/ 1823332 h 2237474"/>
              <a:gd name="connsiteX87" fmla="*/ 4907662 w 12192000"/>
              <a:gd name="connsiteY87" fmla="*/ 1816900 h 2237474"/>
              <a:gd name="connsiteX88" fmla="*/ 4882386 w 12192000"/>
              <a:gd name="connsiteY88" fmla="*/ 1809844 h 2237474"/>
              <a:gd name="connsiteX89" fmla="*/ 4811440 w 12192000"/>
              <a:gd name="connsiteY89" fmla="*/ 1804655 h 2237474"/>
              <a:gd name="connsiteX90" fmla="*/ 4691075 w 12192000"/>
              <a:gd name="connsiteY90" fmla="*/ 1801389 h 2237474"/>
              <a:gd name="connsiteX91" fmla="*/ 4611738 w 12192000"/>
              <a:gd name="connsiteY91" fmla="*/ 1776964 h 2237474"/>
              <a:gd name="connsiteX92" fmla="*/ 4560070 w 12192000"/>
              <a:gd name="connsiteY92" fmla="*/ 1785640 h 2237474"/>
              <a:gd name="connsiteX93" fmla="*/ 4536503 w 12192000"/>
              <a:gd name="connsiteY93" fmla="*/ 1785334 h 2237474"/>
              <a:gd name="connsiteX94" fmla="*/ 4513724 w 12192000"/>
              <a:gd name="connsiteY94" fmla="*/ 1791996 h 2237474"/>
              <a:gd name="connsiteX95" fmla="*/ 4459810 w 12192000"/>
              <a:gd name="connsiteY95" fmla="*/ 1797886 h 2237474"/>
              <a:gd name="connsiteX96" fmla="*/ 4379064 w 12192000"/>
              <a:gd name="connsiteY96" fmla="*/ 1817177 h 2237474"/>
              <a:gd name="connsiteX97" fmla="*/ 4290981 w 12192000"/>
              <a:gd name="connsiteY97" fmla="*/ 1839677 h 2237474"/>
              <a:gd name="connsiteX98" fmla="*/ 4238372 w 12192000"/>
              <a:gd name="connsiteY98" fmla="*/ 1851480 h 2237474"/>
              <a:gd name="connsiteX99" fmla="*/ 4232517 w 12192000"/>
              <a:gd name="connsiteY99" fmla="*/ 1852567 h 2237474"/>
              <a:gd name="connsiteX100" fmla="*/ 4191732 w 12192000"/>
              <a:gd name="connsiteY100" fmla="*/ 1857328 h 2237474"/>
              <a:gd name="connsiteX101" fmla="*/ 4065532 w 12192000"/>
              <a:gd name="connsiteY101" fmla="*/ 1855477 h 2237474"/>
              <a:gd name="connsiteX102" fmla="*/ 4028460 w 12192000"/>
              <a:gd name="connsiteY102" fmla="*/ 1855137 h 2237474"/>
              <a:gd name="connsiteX103" fmla="*/ 4002267 w 12192000"/>
              <a:gd name="connsiteY103" fmla="*/ 1852352 h 2237474"/>
              <a:gd name="connsiteX104" fmla="*/ 3931396 w 12192000"/>
              <a:gd name="connsiteY104" fmla="*/ 1858915 h 2237474"/>
              <a:gd name="connsiteX105" fmla="*/ 3812162 w 12192000"/>
              <a:gd name="connsiteY105" fmla="*/ 1875501 h 2237474"/>
              <a:gd name="connsiteX106" fmla="*/ 3729530 w 12192000"/>
              <a:gd name="connsiteY106" fmla="*/ 1864513 h 2237474"/>
              <a:gd name="connsiteX107" fmla="*/ 3680177 w 12192000"/>
              <a:gd name="connsiteY107" fmla="*/ 1881552 h 2237474"/>
              <a:gd name="connsiteX108" fmla="*/ 3567259 w 12192000"/>
              <a:gd name="connsiteY108" fmla="*/ 1893482 h 2237474"/>
              <a:gd name="connsiteX109" fmla="*/ 3405770 w 12192000"/>
              <a:gd name="connsiteY109" fmla="*/ 1904591 h 2237474"/>
              <a:gd name="connsiteX110" fmla="*/ 3280097 w 12192000"/>
              <a:gd name="connsiteY110" fmla="*/ 1919610 h 2237474"/>
              <a:gd name="connsiteX111" fmla="*/ 3123424 w 12192000"/>
              <a:gd name="connsiteY111" fmla="*/ 1952930 h 2237474"/>
              <a:gd name="connsiteX112" fmla="*/ 3009910 w 12192000"/>
              <a:gd name="connsiteY112" fmla="*/ 1957866 h 2237474"/>
              <a:gd name="connsiteX113" fmla="*/ 2995934 w 12192000"/>
              <a:gd name="connsiteY113" fmla="*/ 1967085 h 2237474"/>
              <a:gd name="connsiteX114" fmla="*/ 2980071 w 12192000"/>
              <a:gd name="connsiteY114" fmla="*/ 1972988 h 2237474"/>
              <a:gd name="connsiteX115" fmla="*/ 2978094 w 12192000"/>
              <a:gd name="connsiteY115" fmla="*/ 1972369 h 2237474"/>
              <a:gd name="connsiteX116" fmla="*/ 2942858 w 12192000"/>
              <a:gd name="connsiteY116" fmla="*/ 1981367 h 2237474"/>
              <a:gd name="connsiteX117" fmla="*/ 2875436 w 12192000"/>
              <a:gd name="connsiteY117" fmla="*/ 1996977 h 2237474"/>
              <a:gd name="connsiteX118" fmla="*/ 2874892 w 12192000"/>
              <a:gd name="connsiteY118" fmla="*/ 1996085 h 2237474"/>
              <a:gd name="connsiteX119" fmla="*/ 2864145 w 12192000"/>
              <a:gd name="connsiteY119" fmla="*/ 1994061 h 2237474"/>
              <a:gd name="connsiteX120" fmla="*/ 2843662 w 12192000"/>
              <a:gd name="connsiteY120" fmla="*/ 1992498 h 2237474"/>
              <a:gd name="connsiteX121" fmla="*/ 2796128 w 12192000"/>
              <a:gd name="connsiteY121" fmla="*/ 1976403 h 2237474"/>
              <a:gd name="connsiteX122" fmla="*/ 2756784 w 12192000"/>
              <a:gd name="connsiteY122" fmla="*/ 1985116 h 2237474"/>
              <a:gd name="connsiteX123" fmla="*/ 2748833 w 12192000"/>
              <a:gd name="connsiteY123" fmla="*/ 1986323 h 2237474"/>
              <a:gd name="connsiteX124" fmla="*/ 2748661 w 12192000"/>
              <a:gd name="connsiteY124" fmla="*/ 1986122 h 2237474"/>
              <a:gd name="connsiteX125" fmla="*/ 2740251 w 12192000"/>
              <a:gd name="connsiteY125" fmla="*/ 1986946 h 2237474"/>
              <a:gd name="connsiteX126" fmla="*/ 2718916 w 12192000"/>
              <a:gd name="connsiteY126" fmla="*/ 1990867 h 2237474"/>
              <a:gd name="connsiteX127" fmla="*/ 2713522 w 12192000"/>
              <a:gd name="connsiteY127" fmla="*/ 1990173 h 2237474"/>
              <a:gd name="connsiteX128" fmla="*/ 2680597 w 12192000"/>
              <a:gd name="connsiteY128" fmla="*/ 1984996 h 2237474"/>
              <a:gd name="connsiteX129" fmla="*/ 2578178 w 12192000"/>
              <a:gd name="connsiteY129" fmla="*/ 1990531 h 2237474"/>
              <a:gd name="connsiteX130" fmla="*/ 2476147 w 12192000"/>
              <a:gd name="connsiteY130" fmla="*/ 1998305 h 2237474"/>
              <a:gd name="connsiteX131" fmla="*/ 2373568 w 12192000"/>
              <a:gd name="connsiteY131" fmla="*/ 2003219 h 2237474"/>
              <a:gd name="connsiteX132" fmla="*/ 2321399 w 12192000"/>
              <a:gd name="connsiteY132" fmla="*/ 1989467 h 2237474"/>
              <a:gd name="connsiteX133" fmla="*/ 2315525 w 12192000"/>
              <a:gd name="connsiteY133" fmla="*/ 1989708 h 2237474"/>
              <a:gd name="connsiteX134" fmla="*/ 2300792 w 12192000"/>
              <a:gd name="connsiteY134" fmla="*/ 1994290 h 2237474"/>
              <a:gd name="connsiteX135" fmla="*/ 2295469 w 12192000"/>
              <a:gd name="connsiteY135" fmla="*/ 1996659 h 2237474"/>
              <a:gd name="connsiteX136" fmla="*/ 2287219 w 12192000"/>
              <a:gd name="connsiteY136" fmla="*/ 1998750 h 2237474"/>
              <a:gd name="connsiteX137" fmla="*/ 2286948 w 12192000"/>
              <a:gd name="connsiteY137" fmla="*/ 1998596 h 2237474"/>
              <a:gd name="connsiteX138" fmla="*/ 2243069 w 12192000"/>
              <a:gd name="connsiteY138" fmla="*/ 2015111 h 2237474"/>
              <a:gd name="connsiteX139" fmla="*/ 2186609 w 12192000"/>
              <a:gd name="connsiteY139" fmla="*/ 2008263 h 2237474"/>
              <a:gd name="connsiteX140" fmla="*/ 2164831 w 12192000"/>
              <a:gd name="connsiteY140" fmla="*/ 2010143 h 2237474"/>
              <a:gd name="connsiteX141" fmla="*/ 2152836 w 12192000"/>
              <a:gd name="connsiteY141" fmla="*/ 2010048 h 2237474"/>
              <a:gd name="connsiteX142" fmla="*/ 2117102 w 12192000"/>
              <a:gd name="connsiteY142" fmla="*/ 2023004 h 2237474"/>
              <a:gd name="connsiteX143" fmla="*/ 2111935 w 12192000"/>
              <a:gd name="connsiteY143" fmla="*/ 2023163 h 2237474"/>
              <a:gd name="connsiteX144" fmla="*/ 2089991 w 12192000"/>
              <a:gd name="connsiteY144" fmla="*/ 2034193 h 2237474"/>
              <a:gd name="connsiteX145" fmla="*/ 2058061 w 12192000"/>
              <a:gd name="connsiteY145" fmla="*/ 2047942 h 2237474"/>
              <a:gd name="connsiteX146" fmla="*/ 2055737 w 12192000"/>
              <a:gd name="connsiteY146" fmla="*/ 2047704 h 2237474"/>
              <a:gd name="connsiteX147" fmla="*/ 2042244 w 12192000"/>
              <a:gd name="connsiteY147" fmla="*/ 2055560 h 2237474"/>
              <a:gd name="connsiteX148" fmla="*/ 1976224 w 12192000"/>
              <a:gd name="connsiteY148" fmla="*/ 2074257 h 2237474"/>
              <a:gd name="connsiteX149" fmla="*/ 1877728 w 12192000"/>
              <a:gd name="connsiteY149" fmla="*/ 2101004 h 2237474"/>
              <a:gd name="connsiteX150" fmla="*/ 1759056 w 12192000"/>
              <a:gd name="connsiteY150" fmla="*/ 2125608 h 2237474"/>
              <a:gd name="connsiteX151" fmla="*/ 1637948 w 12192000"/>
              <a:gd name="connsiteY151" fmla="*/ 2172597 h 2237474"/>
              <a:gd name="connsiteX152" fmla="*/ 1434549 w 12192000"/>
              <a:gd name="connsiteY152" fmla="*/ 2234522 h 2237474"/>
              <a:gd name="connsiteX153" fmla="*/ 1398481 w 12192000"/>
              <a:gd name="connsiteY153" fmla="*/ 2237074 h 2237474"/>
              <a:gd name="connsiteX154" fmla="*/ 1398407 w 12192000"/>
              <a:gd name="connsiteY154" fmla="*/ 2237095 h 2237474"/>
              <a:gd name="connsiteX155" fmla="*/ 1370962 w 12192000"/>
              <a:gd name="connsiteY155" fmla="*/ 2237474 h 2237474"/>
              <a:gd name="connsiteX156" fmla="*/ 1356367 w 12192000"/>
              <a:gd name="connsiteY156" fmla="*/ 2235089 h 2237474"/>
              <a:gd name="connsiteX157" fmla="*/ 1324828 w 12192000"/>
              <a:gd name="connsiteY157" fmla="*/ 2231968 h 2237474"/>
              <a:gd name="connsiteX158" fmla="*/ 1297744 w 12192000"/>
              <a:gd name="connsiteY158" fmla="*/ 2235849 h 2237474"/>
              <a:gd name="connsiteX159" fmla="*/ 1286236 w 12192000"/>
              <a:gd name="connsiteY159" fmla="*/ 2233135 h 2237474"/>
              <a:gd name="connsiteX160" fmla="*/ 1283504 w 12192000"/>
              <a:gd name="connsiteY160" fmla="*/ 2233797 h 2237474"/>
              <a:gd name="connsiteX161" fmla="*/ 1279765 w 12192000"/>
              <a:gd name="connsiteY161" fmla="*/ 2229639 h 2237474"/>
              <a:gd name="connsiteX162" fmla="*/ 1195347 w 12192000"/>
              <a:gd name="connsiteY162" fmla="*/ 2212354 h 2237474"/>
              <a:gd name="connsiteX163" fmla="*/ 970251 w 12192000"/>
              <a:gd name="connsiteY163" fmla="*/ 2221029 h 2237474"/>
              <a:gd name="connsiteX164" fmla="*/ 812914 w 12192000"/>
              <a:gd name="connsiteY164" fmla="*/ 2202752 h 2237474"/>
              <a:gd name="connsiteX165" fmla="*/ 800195 w 12192000"/>
              <a:gd name="connsiteY165" fmla="*/ 2209407 h 2237474"/>
              <a:gd name="connsiteX166" fmla="*/ 784978 w 12192000"/>
              <a:gd name="connsiteY166" fmla="*/ 2212360 h 2237474"/>
              <a:gd name="connsiteX167" fmla="*/ 681987 w 12192000"/>
              <a:gd name="connsiteY167" fmla="*/ 2216757 h 2237474"/>
              <a:gd name="connsiteX168" fmla="*/ 669923 w 12192000"/>
              <a:gd name="connsiteY168" fmla="*/ 2211682 h 2237474"/>
              <a:gd name="connsiteX169" fmla="*/ 648680 w 12192000"/>
              <a:gd name="connsiteY169" fmla="*/ 2206229 h 2237474"/>
              <a:gd name="connsiteX170" fmla="*/ 597225 w 12192000"/>
              <a:gd name="connsiteY170" fmla="*/ 2180999 h 2237474"/>
              <a:gd name="connsiteX171" fmla="*/ 558449 w 12192000"/>
              <a:gd name="connsiteY171" fmla="*/ 2182346 h 2237474"/>
              <a:gd name="connsiteX172" fmla="*/ 550517 w 12192000"/>
              <a:gd name="connsiteY172" fmla="*/ 2182060 h 2237474"/>
              <a:gd name="connsiteX173" fmla="*/ 550309 w 12192000"/>
              <a:gd name="connsiteY173" fmla="*/ 2181825 h 2237474"/>
              <a:gd name="connsiteX174" fmla="*/ 541836 w 12192000"/>
              <a:gd name="connsiteY174" fmla="*/ 2181063 h 2237474"/>
              <a:gd name="connsiteX175" fmla="*/ 536057 w 12192000"/>
              <a:gd name="connsiteY175" fmla="*/ 2181537 h 2237474"/>
              <a:gd name="connsiteX176" fmla="*/ 520671 w 12192000"/>
              <a:gd name="connsiteY176" fmla="*/ 2180980 h 2237474"/>
              <a:gd name="connsiteX177" fmla="*/ 515024 w 12192000"/>
              <a:gd name="connsiteY177" fmla="*/ 2179258 h 2237474"/>
              <a:gd name="connsiteX178" fmla="*/ 512278 w 12192000"/>
              <a:gd name="connsiteY178" fmla="*/ 2176369 h 2237474"/>
              <a:gd name="connsiteX179" fmla="*/ 480419 w 12192000"/>
              <a:gd name="connsiteY179" fmla="*/ 2167807 h 2237474"/>
              <a:gd name="connsiteX180" fmla="*/ 413835 w 12192000"/>
              <a:gd name="connsiteY180" fmla="*/ 2156783 h 2237474"/>
              <a:gd name="connsiteX181" fmla="*/ 376513 w 12192000"/>
              <a:gd name="connsiteY181" fmla="*/ 2154014 h 2237474"/>
              <a:gd name="connsiteX182" fmla="*/ 273386 w 12192000"/>
              <a:gd name="connsiteY182" fmla="*/ 2142551 h 2237474"/>
              <a:gd name="connsiteX183" fmla="*/ 169207 w 12192000"/>
              <a:gd name="connsiteY183" fmla="*/ 2128100 h 2237474"/>
              <a:gd name="connsiteX184" fmla="*/ 93149 w 12192000"/>
              <a:gd name="connsiteY184" fmla="*/ 2105324 h 2237474"/>
              <a:gd name="connsiteX185" fmla="*/ 88109 w 12192000"/>
              <a:gd name="connsiteY185" fmla="*/ 2106704 h 2237474"/>
              <a:gd name="connsiteX186" fmla="*/ 80022 w 12192000"/>
              <a:gd name="connsiteY186" fmla="*/ 2107254 h 2237474"/>
              <a:gd name="connsiteX187" fmla="*/ 79717 w 12192000"/>
              <a:gd name="connsiteY187" fmla="*/ 2107046 h 2237474"/>
              <a:gd name="connsiteX188" fmla="*/ 72352 w 12192000"/>
              <a:gd name="connsiteY188" fmla="*/ 2107991 h 2237474"/>
              <a:gd name="connsiteX189" fmla="*/ 37645 w 12192000"/>
              <a:gd name="connsiteY189" fmla="*/ 2115401 h 2237474"/>
              <a:gd name="connsiteX190" fmla="*/ 4572 w 12192000"/>
              <a:gd name="connsiteY190" fmla="*/ 2111091 h 2237474"/>
              <a:gd name="connsiteX191" fmla="*/ 0 w 12192000"/>
              <a:gd name="connsiteY191" fmla="*/ 2110468 h 2237474"/>
              <a:gd name="connsiteX192" fmla="*/ 0 w 12192000"/>
              <a:gd name="connsiteY19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44189 w 12192000"/>
              <a:gd name="connsiteY24" fmla="*/ 938966 h 2237474"/>
              <a:gd name="connsiteX25" fmla="*/ 9500499 w 12192000"/>
              <a:gd name="connsiteY25" fmla="*/ 954680 h 2237474"/>
              <a:gd name="connsiteX26" fmla="*/ 9428195 w 12192000"/>
              <a:gd name="connsiteY26" fmla="*/ 986225 h 2237474"/>
              <a:gd name="connsiteX27" fmla="*/ 9410017 w 12192000"/>
              <a:gd name="connsiteY27" fmla="*/ 993931 h 2237474"/>
              <a:gd name="connsiteX28" fmla="*/ 9392919 w 12192000"/>
              <a:gd name="connsiteY28" fmla="*/ 994656 h 2237474"/>
              <a:gd name="connsiteX29" fmla="*/ 9278619 w 12192000"/>
              <a:gd name="connsiteY29" fmla="*/ 1011878 h 2237474"/>
              <a:gd name="connsiteX30" fmla="*/ 9268019 w 12192000"/>
              <a:gd name="connsiteY30" fmla="*/ 1007442 h 2237474"/>
              <a:gd name="connsiteX31" fmla="*/ 9234662 w 12192000"/>
              <a:gd name="connsiteY31" fmla="*/ 1023056 h 2237474"/>
              <a:gd name="connsiteX32" fmla="*/ 9181033 w 12192000"/>
              <a:gd name="connsiteY32" fmla="*/ 1037921 h 2237474"/>
              <a:gd name="connsiteX33" fmla="*/ 9155969 w 12192000"/>
              <a:gd name="connsiteY33" fmla="*/ 1046804 h 2237474"/>
              <a:gd name="connsiteX34" fmla="*/ 9133985 w 12192000"/>
              <a:gd name="connsiteY34" fmla="*/ 1046450 h 2237474"/>
              <a:gd name="connsiteX35" fmla="*/ 9003462 w 12192000"/>
              <a:gd name="connsiteY35" fmla="*/ 1042406 h 2237474"/>
              <a:gd name="connsiteX36" fmla="*/ 8968445 w 12192000"/>
              <a:gd name="connsiteY36" fmla="*/ 1052169 h 2237474"/>
              <a:gd name="connsiteX37" fmla="*/ 8886001 w 12192000"/>
              <a:gd name="connsiteY37" fmla="*/ 1067468 h 2237474"/>
              <a:gd name="connsiteX38" fmla="*/ 8838610 w 12192000"/>
              <a:gd name="connsiteY38" fmla="*/ 1075091 h 2237474"/>
              <a:gd name="connsiteX39" fmla="*/ 8750383 w 12192000"/>
              <a:gd name="connsiteY39" fmla="*/ 1097387 h 2237474"/>
              <a:gd name="connsiteX40" fmla="*/ 8665605 w 12192000"/>
              <a:gd name="connsiteY40" fmla="*/ 1110791 h 2237474"/>
              <a:gd name="connsiteX41" fmla="*/ 8584946 w 12192000"/>
              <a:gd name="connsiteY41" fmla="*/ 1135226 h 2237474"/>
              <a:gd name="connsiteX42" fmla="*/ 8460755 w 12192000"/>
              <a:gd name="connsiteY42" fmla="*/ 1203427 h 2237474"/>
              <a:gd name="connsiteX43" fmla="*/ 8419755 w 12192000"/>
              <a:gd name="connsiteY43" fmla="*/ 1216260 h 2237474"/>
              <a:gd name="connsiteX44" fmla="*/ 8411626 w 12192000"/>
              <a:gd name="connsiteY44" fmla="*/ 1214397 h 2237474"/>
              <a:gd name="connsiteX45" fmla="*/ 8363469 w 12192000"/>
              <a:gd name="connsiteY45" fmla="*/ 1246658 h 2237474"/>
              <a:gd name="connsiteX46" fmla="*/ 8275497 w 12192000"/>
              <a:gd name="connsiteY46" fmla="*/ 1264396 h 2237474"/>
              <a:gd name="connsiteX47" fmla="*/ 8206287 w 12192000"/>
              <a:gd name="connsiteY47" fmla="*/ 1273060 h 2237474"/>
              <a:gd name="connsiteX48" fmla="*/ 8139997 w 12192000"/>
              <a:gd name="connsiteY48" fmla="*/ 1282713 h 2237474"/>
              <a:gd name="connsiteX49" fmla="*/ 8074238 w 12192000"/>
              <a:gd name="connsiteY49" fmla="*/ 1301895 h 2237474"/>
              <a:gd name="connsiteX50" fmla="*/ 7942099 w 12192000"/>
              <a:gd name="connsiteY50" fmla="*/ 1336332 h 2237474"/>
              <a:gd name="connsiteX51" fmla="*/ 7902328 w 12192000"/>
              <a:gd name="connsiteY51" fmla="*/ 1345865 h 2237474"/>
              <a:gd name="connsiteX52" fmla="*/ 7840612 w 12192000"/>
              <a:gd name="connsiteY52" fmla="*/ 1369373 h 2237474"/>
              <a:gd name="connsiteX53" fmla="*/ 7786819 w 12192000"/>
              <a:gd name="connsiteY53" fmla="*/ 1378970 h 2237474"/>
              <a:gd name="connsiteX54" fmla="*/ 7548172 w 12192000"/>
              <a:gd name="connsiteY54" fmla="*/ 1417460 h 2237474"/>
              <a:gd name="connsiteX55" fmla="*/ 7483437 w 12192000"/>
              <a:gd name="connsiteY55" fmla="*/ 1478152 h 2237474"/>
              <a:gd name="connsiteX56" fmla="*/ 7377870 w 12192000"/>
              <a:gd name="connsiteY56" fmla="*/ 1523319 h 2237474"/>
              <a:gd name="connsiteX57" fmla="*/ 7230737 w 12192000"/>
              <a:gd name="connsiteY57" fmla="*/ 1562633 h 2237474"/>
              <a:gd name="connsiteX58" fmla="*/ 7224458 w 12192000"/>
              <a:gd name="connsiteY58" fmla="*/ 1573008 h 2237474"/>
              <a:gd name="connsiteX59" fmla="*/ 7183121 w 12192000"/>
              <a:gd name="connsiteY59" fmla="*/ 1595162 h 2237474"/>
              <a:gd name="connsiteX60" fmla="*/ 7164601 w 12192000"/>
              <a:gd name="connsiteY60" fmla="*/ 1606490 h 2237474"/>
              <a:gd name="connsiteX61" fmla="*/ 7031309 w 12192000"/>
              <a:gd name="connsiteY61" fmla="*/ 1619451 h 2237474"/>
              <a:gd name="connsiteX62" fmla="*/ 6900177 w 12192000"/>
              <a:gd name="connsiteY62" fmla="*/ 1636016 h 2237474"/>
              <a:gd name="connsiteX63" fmla="*/ 6795372 w 12192000"/>
              <a:gd name="connsiteY63" fmla="*/ 1644845 h 2237474"/>
              <a:gd name="connsiteX64" fmla="*/ 6692251 w 12192000"/>
              <a:gd name="connsiteY64" fmla="*/ 1656357 h 2237474"/>
              <a:gd name="connsiteX65" fmla="*/ 6655235 w 12192000"/>
              <a:gd name="connsiteY65" fmla="*/ 1661869 h 2237474"/>
              <a:gd name="connsiteX66" fmla="*/ 6554894 w 12192000"/>
              <a:gd name="connsiteY66" fmla="*/ 1664428 h 2237474"/>
              <a:gd name="connsiteX67" fmla="*/ 6516595 w 12192000"/>
              <a:gd name="connsiteY67" fmla="*/ 1667475 h 2237474"/>
              <a:gd name="connsiteX68" fmla="*/ 6508541 w 12192000"/>
              <a:gd name="connsiteY68" fmla="*/ 1668757 h 2237474"/>
              <a:gd name="connsiteX69" fmla="*/ 6471012 w 12192000"/>
              <a:gd name="connsiteY69" fmla="*/ 1678604 h 2237474"/>
              <a:gd name="connsiteX70" fmla="*/ 6364035 w 12192000"/>
              <a:gd name="connsiteY70" fmla="*/ 1667683 h 2237474"/>
              <a:gd name="connsiteX71" fmla="*/ 6280959 w 12192000"/>
              <a:gd name="connsiteY71" fmla="*/ 1689329 h 2237474"/>
              <a:gd name="connsiteX72" fmla="*/ 6243319 w 12192000"/>
              <a:gd name="connsiteY72" fmla="*/ 1695560 h 2237474"/>
              <a:gd name="connsiteX73" fmla="*/ 6098321 w 12192000"/>
              <a:gd name="connsiteY73" fmla="*/ 1721646 h 2237474"/>
              <a:gd name="connsiteX74" fmla="*/ 5880652 w 12192000"/>
              <a:gd name="connsiteY74" fmla="*/ 1779643 h 2237474"/>
              <a:gd name="connsiteX75" fmla="*/ 5785959 w 12192000"/>
              <a:gd name="connsiteY75" fmla="*/ 1775307 h 2237474"/>
              <a:gd name="connsiteX76" fmla="*/ 5643534 w 12192000"/>
              <a:gd name="connsiteY76" fmla="*/ 1802919 h 2237474"/>
              <a:gd name="connsiteX77" fmla="*/ 5518799 w 12192000"/>
              <a:gd name="connsiteY77" fmla="*/ 1818312 h 2237474"/>
              <a:gd name="connsiteX78" fmla="*/ 5505014 w 12192000"/>
              <a:gd name="connsiteY78" fmla="*/ 1819259 h 2237474"/>
              <a:gd name="connsiteX79" fmla="*/ 5453307 w 12192000"/>
              <a:gd name="connsiteY79" fmla="*/ 1815450 h 2237474"/>
              <a:gd name="connsiteX80" fmla="*/ 5221533 w 12192000"/>
              <a:gd name="connsiteY80" fmla="*/ 1846950 h 2237474"/>
              <a:gd name="connsiteX81" fmla="*/ 5149802 w 12192000"/>
              <a:gd name="connsiteY81" fmla="*/ 1844846 h 2237474"/>
              <a:gd name="connsiteX82" fmla="*/ 5114927 w 12192000"/>
              <a:gd name="connsiteY82" fmla="*/ 1847827 h 2237474"/>
              <a:gd name="connsiteX83" fmla="*/ 5108970 w 12192000"/>
              <a:gd name="connsiteY83" fmla="*/ 1847935 h 2237474"/>
              <a:gd name="connsiteX84" fmla="*/ 5067961 w 12192000"/>
              <a:gd name="connsiteY84" fmla="*/ 1845917 h 2237474"/>
              <a:gd name="connsiteX85" fmla="*/ 5007075 w 12192000"/>
              <a:gd name="connsiteY85" fmla="*/ 1838626 h 2237474"/>
              <a:gd name="connsiteX86" fmla="*/ 4944087 w 12192000"/>
              <a:gd name="connsiteY86" fmla="*/ 1823332 h 2237474"/>
              <a:gd name="connsiteX87" fmla="*/ 4907662 w 12192000"/>
              <a:gd name="connsiteY87" fmla="*/ 1816900 h 2237474"/>
              <a:gd name="connsiteX88" fmla="*/ 4882386 w 12192000"/>
              <a:gd name="connsiteY88" fmla="*/ 1809844 h 2237474"/>
              <a:gd name="connsiteX89" fmla="*/ 4811440 w 12192000"/>
              <a:gd name="connsiteY89" fmla="*/ 1804655 h 2237474"/>
              <a:gd name="connsiteX90" fmla="*/ 4691075 w 12192000"/>
              <a:gd name="connsiteY90" fmla="*/ 1801389 h 2237474"/>
              <a:gd name="connsiteX91" fmla="*/ 4611738 w 12192000"/>
              <a:gd name="connsiteY91" fmla="*/ 1776964 h 2237474"/>
              <a:gd name="connsiteX92" fmla="*/ 4560070 w 12192000"/>
              <a:gd name="connsiteY92" fmla="*/ 1785640 h 2237474"/>
              <a:gd name="connsiteX93" fmla="*/ 4536503 w 12192000"/>
              <a:gd name="connsiteY93" fmla="*/ 1785334 h 2237474"/>
              <a:gd name="connsiteX94" fmla="*/ 4513724 w 12192000"/>
              <a:gd name="connsiteY94" fmla="*/ 1791996 h 2237474"/>
              <a:gd name="connsiteX95" fmla="*/ 4459810 w 12192000"/>
              <a:gd name="connsiteY95" fmla="*/ 1797886 h 2237474"/>
              <a:gd name="connsiteX96" fmla="*/ 4379064 w 12192000"/>
              <a:gd name="connsiteY96" fmla="*/ 1817177 h 2237474"/>
              <a:gd name="connsiteX97" fmla="*/ 4290981 w 12192000"/>
              <a:gd name="connsiteY97" fmla="*/ 1839677 h 2237474"/>
              <a:gd name="connsiteX98" fmla="*/ 4238372 w 12192000"/>
              <a:gd name="connsiteY98" fmla="*/ 1851480 h 2237474"/>
              <a:gd name="connsiteX99" fmla="*/ 4232517 w 12192000"/>
              <a:gd name="connsiteY99" fmla="*/ 1852567 h 2237474"/>
              <a:gd name="connsiteX100" fmla="*/ 4191732 w 12192000"/>
              <a:gd name="connsiteY100" fmla="*/ 1857328 h 2237474"/>
              <a:gd name="connsiteX101" fmla="*/ 4065532 w 12192000"/>
              <a:gd name="connsiteY101" fmla="*/ 1855477 h 2237474"/>
              <a:gd name="connsiteX102" fmla="*/ 4028460 w 12192000"/>
              <a:gd name="connsiteY102" fmla="*/ 1855137 h 2237474"/>
              <a:gd name="connsiteX103" fmla="*/ 4002267 w 12192000"/>
              <a:gd name="connsiteY103" fmla="*/ 1852352 h 2237474"/>
              <a:gd name="connsiteX104" fmla="*/ 3931396 w 12192000"/>
              <a:gd name="connsiteY104" fmla="*/ 1858915 h 2237474"/>
              <a:gd name="connsiteX105" fmla="*/ 3812162 w 12192000"/>
              <a:gd name="connsiteY105" fmla="*/ 1875501 h 2237474"/>
              <a:gd name="connsiteX106" fmla="*/ 3729530 w 12192000"/>
              <a:gd name="connsiteY106" fmla="*/ 1864513 h 2237474"/>
              <a:gd name="connsiteX107" fmla="*/ 3680177 w 12192000"/>
              <a:gd name="connsiteY107" fmla="*/ 1881552 h 2237474"/>
              <a:gd name="connsiteX108" fmla="*/ 3567259 w 12192000"/>
              <a:gd name="connsiteY108" fmla="*/ 1893482 h 2237474"/>
              <a:gd name="connsiteX109" fmla="*/ 3405770 w 12192000"/>
              <a:gd name="connsiteY109" fmla="*/ 1904591 h 2237474"/>
              <a:gd name="connsiteX110" fmla="*/ 3280097 w 12192000"/>
              <a:gd name="connsiteY110" fmla="*/ 1919610 h 2237474"/>
              <a:gd name="connsiteX111" fmla="*/ 3123424 w 12192000"/>
              <a:gd name="connsiteY111" fmla="*/ 1952930 h 2237474"/>
              <a:gd name="connsiteX112" fmla="*/ 3009910 w 12192000"/>
              <a:gd name="connsiteY112" fmla="*/ 1957866 h 2237474"/>
              <a:gd name="connsiteX113" fmla="*/ 2995934 w 12192000"/>
              <a:gd name="connsiteY113" fmla="*/ 1967085 h 2237474"/>
              <a:gd name="connsiteX114" fmla="*/ 2980071 w 12192000"/>
              <a:gd name="connsiteY114" fmla="*/ 1972988 h 2237474"/>
              <a:gd name="connsiteX115" fmla="*/ 2978094 w 12192000"/>
              <a:gd name="connsiteY115" fmla="*/ 1972369 h 2237474"/>
              <a:gd name="connsiteX116" fmla="*/ 2942858 w 12192000"/>
              <a:gd name="connsiteY116" fmla="*/ 1981367 h 2237474"/>
              <a:gd name="connsiteX117" fmla="*/ 2875436 w 12192000"/>
              <a:gd name="connsiteY117" fmla="*/ 1996977 h 2237474"/>
              <a:gd name="connsiteX118" fmla="*/ 2874892 w 12192000"/>
              <a:gd name="connsiteY118" fmla="*/ 1996085 h 2237474"/>
              <a:gd name="connsiteX119" fmla="*/ 2864145 w 12192000"/>
              <a:gd name="connsiteY119" fmla="*/ 1994061 h 2237474"/>
              <a:gd name="connsiteX120" fmla="*/ 2843662 w 12192000"/>
              <a:gd name="connsiteY120" fmla="*/ 1992498 h 2237474"/>
              <a:gd name="connsiteX121" fmla="*/ 2796128 w 12192000"/>
              <a:gd name="connsiteY121" fmla="*/ 1976403 h 2237474"/>
              <a:gd name="connsiteX122" fmla="*/ 2756784 w 12192000"/>
              <a:gd name="connsiteY122" fmla="*/ 1985116 h 2237474"/>
              <a:gd name="connsiteX123" fmla="*/ 2748833 w 12192000"/>
              <a:gd name="connsiteY123" fmla="*/ 1986323 h 2237474"/>
              <a:gd name="connsiteX124" fmla="*/ 2748661 w 12192000"/>
              <a:gd name="connsiteY124" fmla="*/ 1986122 h 2237474"/>
              <a:gd name="connsiteX125" fmla="*/ 2740251 w 12192000"/>
              <a:gd name="connsiteY125" fmla="*/ 1986946 h 2237474"/>
              <a:gd name="connsiteX126" fmla="*/ 2718916 w 12192000"/>
              <a:gd name="connsiteY126" fmla="*/ 1990867 h 2237474"/>
              <a:gd name="connsiteX127" fmla="*/ 2713522 w 12192000"/>
              <a:gd name="connsiteY127" fmla="*/ 1990173 h 2237474"/>
              <a:gd name="connsiteX128" fmla="*/ 2680597 w 12192000"/>
              <a:gd name="connsiteY128" fmla="*/ 1984996 h 2237474"/>
              <a:gd name="connsiteX129" fmla="*/ 2578178 w 12192000"/>
              <a:gd name="connsiteY129" fmla="*/ 1990531 h 2237474"/>
              <a:gd name="connsiteX130" fmla="*/ 2476147 w 12192000"/>
              <a:gd name="connsiteY130" fmla="*/ 1998305 h 2237474"/>
              <a:gd name="connsiteX131" fmla="*/ 2373568 w 12192000"/>
              <a:gd name="connsiteY131" fmla="*/ 2003219 h 2237474"/>
              <a:gd name="connsiteX132" fmla="*/ 2321399 w 12192000"/>
              <a:gd name="connsiteY132" fmla="*/ 1989467 h 2237474"/>
              <a:gd name="connsiteX133" fmla="*/ 2315525 w 12192000"/>
              <a:gd name="connsiteY133" fmla="*/ 1989708 h 2237474"/>
              <a:gd name="connsiteX134" fmla="*/ 2300792 w 12192000"/>
              <a:gd name="connsiteY134" fmla="*/ 1994290 h 2237474"/>
              <a:gd name="connsiteX135" fmla="*/ 2295469 w 12192000"/>
              <a:gd name="connsiteY135" fmla="*/ 1996659 h 2237474"/>
              <a:gd name="connsiteX136" fmla="*/ 2287219 w 12192000"/>
              <a:gd name="connsiteY136" fmla="*/ 1998750 h 2237474"/>
              <a:gd name="connsiteX137" fmla="*/ 2286948 w 12192000"/>
              <a:gd name="connsiteY137" fmla="*/ 1998596 h 2237474"/>
              <a:gd name="connsiteX138" fmla="*/ 2243069 w 12192000"/>
              <a:gd name="connsiteY138" fmla="*/ 2015111 h 2237474"/>
              <a:gd name="connsiteX139" fmla="*/ 2186609 w 12192000"/>
              <a:gd name="connsiteY139" fmla="*/ 2008263 h 2237474"/>
              <a:gd name="connsiteX140" fmla="*/ 2164831 w 12192000"/>
              <a:gd name="connsiteY140" fmla="*/ 2010143 h 2237474"/>
              <a:gd name="connsiteX141" fmla="*/ 2152836 w 12192000"/>
              <a:gd name="connsiteY141" fmla="*/ 2010048 h 2237474"/>
              <a:gd name="connsiteX142" fmla="*/ 2117102 w 12192000"/>
              <a:gd name="connsiteY142" fmla="*/ 2023004 h 2237474"/>
              <a:gd name="connsiteX143" fmla="*/ 2111935 w 12192000"/>
              <a:gd name="connsiteY143" fmla="*/ 2023163 h 2237474"/>
              <a:gd name="connsiteX144" fmla="*/ 2089991 w 12192000"/>
              <a:gd name="connsiteY144" fmla="*/ 2034193 h 2237474"/>
              <a:gd name="connsiteX145" fmla="*/ 2058061 w 12192000"/>
              <a:gd name="connsiteY145" fmla="*/ 2047942 h 2237474"/>
              <a:gd name="connsiteX146" fmla="*/ 2055737 w 12192000"/>
              <a:gd name="connsiteY146" fmla="*/ 2047704 h 2237474"/>
              <a:gd name="connsiteX147" fmla="*/ 2042244 w 12192000"/>
              <a:gd name="connsiteY147" fmla="*/ 2055560 h 2237474"/>
              <a:gd name="connsiteX148" fmla="*/ 1976224 w 12192000"/>
              <a:gd name="connsiteY148" fmla="*/ 2074257 h 2237474"/>
              <a:gd name="connsiteX149" fmla="*/ 1877728 w 12192000"/>
              <a:gd name="connsiteY149" fmla="*/ 2101004 h 2237474"/>
              <a:gd name="connsiteX150" fmla="*/ 1759056 w 12192000"/>
              <a:gd name="connsiteY150" fmla="*/ 2125608 h 2237474"/>
              <a:gd name="connsiteX151" fmla="*/ 1637948 w 12192000"/>
              <a:gd name="connsiteY151" fmla="*/ 2172597 h 2237474"/>
              <a:gd name="connsiteX152" fmla="*/ 1434549 w 12192000"/>
              <a:gd name="connsiteY152" fmla="*/ 2234522 h 2237474"/>
              <a:gd name="connsiteX153" fmla="*/ 1398481 w 12192000"/>
              <a:gd name="connsiteY153" fmla="*/ 2237074 h 2237474"/>
              <a:gd name="connsiteX154" fmla="*/ 1398407 w 12192000"/>
              <a:gd name="connsiteY154" fmla="*/ 2237095 h 2237474"/>
              <a:gd name="connsiteX155" fmla="*/ 1370962 w 12192000"/>
              <a:gd name="connsiteY155" fmla="*/ 2237474 h 2237474"/>
              <a:gd name="connsiteX156" fmla="*/ 1356367 w 12192000"/>
              <a:gd name="connsiteY156" fmla="*/ 2235089 h 2237474"/>
              <a:gd name="connsiteX157" fmla="*/ 1324828 w 12192000"/>
              <a:gd name="connsiteY157" fmla="*/ 2231968 h 2237474"/>
              <a:gd name="connsiteX158" fmla="*/ 1297744 w 12192000"/>
              <a:gd name="connsiteY158" fmla="*/ 2235849 h 2237474"/>
              <a:gd name="connsiteX159" fmla="*/ 1286236 w 12192000"/>
              <a:gd name="connsiteY159" fmla="*/ 2233135 h 2237474"/>
              <a:gd name="connsiteX160" fmla="*/ 1283504 w 12192000"/>
              <a:gd name="connsiteY160" fmla="*/ 2233797 h 2237474"/>
              <a:gd name="connsiteX161" fmla="*/ 1279765 w 12192000"/>
              <a:gd name="connsiteY161" fmla="*/ 2229639 h 2237474"/>
              <a:gd name="connsiteX162" fmla="*/ 1195347 w 12192000"/>
              <a:gd name="connsiteY162" fmla="*/ 2212354 h 2237474"/>
              <a:gd name="connsiteX163" fmla="*/ 970251 w 12192000"/>
              <a:gd name="connsiteY163" fmla="*/ 2221029 h 2237474"/>
              <a:gd name="connsiteX164" fmla="*/ 812914 w 12192000"/>
              <a:gd name="connsiteY164" fmla="*/ 2202752 h 2237474"/>
              <a:gd name="connsiteX165" fmla="*/ 800195 w 12192000"/>
              <a:gd name="connsiteY165" fmla="*/ 2209407 h 2237474"/>
              <a:gd name="connsiteX166" fmla="*/ 784978 w 12192000"/>
              <a:gd name="connsiteY166" fmla="*/ 2212360 h 2237474"/>
              <a:gd name="connsiteX167" fmla="*/ 681987 w 12192000"/>
              <a:gd name="connsiteY167" fmla="*/ 2216757 h 2237474"/>
              <a:gd name="connsiteX168" fmla="*/ 669923 w 12192000"/>
              <a:gd name="connsiteY168" fmla="*/ 2211682 h 2237474"/>
              <a:gd name="connsiteX169" fmla="*/ 648680 w 12192000"/>
              <a:gd name="connsiteY169" fmla="*/ 2206229 h 2237474"/>
              <a:gd name="connsiteX170" fmla="*/ 597225 w 12192000"/>
              <a:gd name="connsiteY170" fmla="*/ 2180999 h 2237474"/>
              <a:gd name="connsiteX171" fmla="*/ 558449 w 12192000"/>
              <a:gd name="connsiteY171" fmla="*/ 2182346 h 2237474"/>
              <a:gd name="connsiteX172" fmla="*/ 550517 w 12192000"/>
              <a:gd name="connsiteY172" fmla="*/ 2182060 h 2237474"/>
              <a:gd name="connsiteX173" fmla="*/ 550309 w 12192000"/>
              <a:gd name="connsiteY173" fmla="*/ 2181825 h 2237474"/>
              <a:gd name="connsiteX174" fmla="*/ 541836 w 12192000"/>
              <a:gd name="connsiteY174" fmla="*/ 2181063 h 2237474"/>
              <a:gd name="connsiteX175" fmla="*/ 536057 w 12192000"/>
              <a:gd name="connsiteY175" fmla="*/ 2181537 h 2237474"/>
              <a:gd name="connsiteX176" fmla="*/ 520671 w 12192000"/>
              <a:gd name="connsiteY176" fmla="*/ 2180980 h 2237474"/>
              <a:gd name="connsiteX177" fmla="*/ 515024 w 12192000"/>
              <a:gd name="connsiteY177" fmla="*/ 2179258 h 2237474"/>
              <a:gd name="connsiteX178" fmla="*/ 512278 w 12192000"/>
              <a:gd name="connsiteY178" fmla="*/ 2176369 h 2237474"/>
              <a:gd name="connsiteX179" fmla="*/ 480419 w 12192000"/>
              <a:gd name="connsiteY179" fmla="*/ 2167807 h 2237474"/>
              <a:gd name="connsiteX180" fmla="*/ 413835 w 12192000"/>
              <a:gd name="connsiteY180" fmla="*/ 2156783 h 2237474"/>
              <a:gd name="connsiteX181" fmla="*/ 376513 w 12192000"/>
              <a:gd name="connsiteY181" fmla="*/ 2154014 h 2237474"/>
              <a:gd name="connsiteX182" fmla="*/ 273386 w 12192000"/>
              <a:gd name="connsiteY182" fmla="*/ 2142551 h 2237474"/>
              <a:gd name="connsiteX183" fmla="*/ 169207 w 12192000"/>
              <a:gd name="connsiteY183" fmla="*/ 2128100 h 2237474"/>
              <a:gd name="connsiteX184" fmla="*/ 93149 w 12192000"/>
              <a:gd name="connsiteY184" fmla="*/ 2105324 h 2237474"/>
              <a:gd name="connsiteX185" fmla="*/ 88109 w 12192000"/>
              <a:gd name="connsiteY185" fmla="*/ 2106704 h 2237474"/>
              <a:gd name="connsiteX186" fmla="*/ 80022 w 12192000"/>
              <a:gd name="connsiteY186" fmla="*/ 2107254 h 2237474"/>
              <a:gd name="connsiteX187" fmla="*/ 79717 w 12192000"/>
              <a:gd name="connsiteY187" fmla="*/ 2107046 h 2237474"/>
              <a:gd name="connsiteX188" fmla="*/ 72352 w 12192000"/>
              <a:gd name="connsiteY188" fmla="*/ 2107991 h 2237474"/>
              <a:gd name="connsiteX189" fmla="*/ 37645 w 12192000"/>
              <a:gd name="connsiteY189" fmla="*/ 2115401 h 2237474"/>
              <a:gd name="connsiteX190" fmla="*/ 4572 w 12192000"/>
              <a:gd name="connsiteY190" fmla="*/ 2111091 h 2237474"/>
              <a:gd name="connsiteX191" fmla="*/ 0 w 12192000"/>
              <a:gd name="connsiteY191" fmla="*/ 2110468 h 2237474"/>
              <a:gd name="connsiteX192" fmla="*/ 0 w 12192000"/>
              <a:gd name="connsiteY19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44189 w 12192000"/>
              <a:gd name="connsiteY24" fmla="*/ 938966 h 2237474"/>
              <a:gd name="connsiteX25" fmla="*/ 9500499 w 12192000"/>
              <a:gd name="connsiteY25" fmla="*/ 954680 h 2237474"/>
              <a:gd name="connsiteX26" fmla="*/ 9428195 w 12192000"/>
              <a:gd name="connsiteY26" fmla="*/ 986225 h 2237474"/>
              <a:gd name="connsiteX27" fmla="*/ 9410017 w 12192000"/>
              <a:gd name="connsiteY27" fmla="*/ 993931 h 2237474"/>
              <a:gd name="connsiteX28" fmla="*/ 9392919 w 12192000"/>
              <a:gd name="connsiteY28" fmla="*/ 994656 h 2237474"/>
              <a:gd name="connsiteX29" fmla="*/ 9278619 w 12192000"/>
              <a:gd name="connsiteY29" fmla="*/ 1011878 h 2237474"/>
              <a:gd name="connsiteX30" fmla="*/ 9268019 w 12192000"/>
              <a:gd name="connsiteY30" fmla="*/ 1007442 h 2237474"/>
              <a:gd name="connsiteX31" fmla="*/ 9234662 w 12192000"/>
              <a:gd name="connsiteY31" fmla="*/ 1023056 h 2237474"/>
              <a:gd name="connsiteX32" fmla="*/ 9181033 w 12192000"/>
              <a:gd name="connsiteY32" fmla="*/ 1037921 h 2237474"/>
              <a:gd name="connsiteX33" fmla="*/ 9155969 w 12192000"/>
              <a:gd name="connsiteY33" fmla="*/ 1046804 h 2237474"/>
              <a:gd name="connsiteX34" fmla="*/ 9133985 w 12192000"/>
              <a:gd name="connsiteY34" fmla="*/ 1046450 h 2237474"/>
              <a:gd name="connsiteX35" fmla="*/ 9003462 w 12192000"/>
              <a:gd name="connsiteY35" fmla="*/ 1042406 h 2237474"/>
              <a:gd name="connsiteX36" fmla="*/ 8968445 w 12192000"/>
              <a:gd name="connsiteY36" fmla="*/ 1052169 h 2237474"/>
              <a:gd name="connsiteX37" fmla="*/ 8886001 w 12192000"/>
              <a:gd name="connsiteY37" fmla="*/ 1067468 h 2237474"/>
              <a:gd name="connsiteX38" fmla="*/ 8838610 w 12192000"/>
              <a:gd name="connsiteY38" fmla="*/ 1075091 h 2237474"/>
              <a:gd name="connsiteX39" fmla="*/ 8750383 w 12192000"/>
              <a:gd name="connsiteY39" fmla="*/ 1097387 h 2237474"/>
              <a:gd name="connsiteX40" fmla="*/ 8665605 w 12192000"/>
              <a:gd name="connsiteY40" fmla="*/ 1110791 h 2237474"/>
              <a:gd name="connsiteX41" fmla="*/ 8584946 w 12192000"/>
              <a:gd name="connsiteY41" fmla="*/ 1135226 h 2237474"/>
              <a:gd name="connsiteX42" fmla="*/ 8460755 w 12192000"/>
              <a:gd name="connsiteY42" fmla="*/ 1203427 h 2237474"/>
              <a:gd name="connsiteX43" fmla="*/ 8419755 w 12192000"/>
              <a:gd name="connsiteY43" fmla="*/ 1216260 h 2237474"/>
              <a:gd name="connsiteX44" fmla="*/ 8411626 w 12192000"/>
              <a:gd name="connsiteY44" fmla="*/ 1214397 h 2237474"/>
              <a:gd name="connsiteX45" fmla="*/ 8363469 w 12192000"/>
              <a:gd name="connsiteY45" fmla="*/ 1246658 h 2237474"/>
              <a:gd name="connsiteX46" fmla="*/ 8275497 w 12192000"/>
              <a:gd name="connsiteY46" fmla="*/ 1264396 h 2237474"/>
              <a:gd name="connsiteX47" fmla="*/ 8206287 w 12192000"/>
              <a:gd name="connsiteY47" fmla="*/ 1273060 h 2237474"/>
              <a:gd name="connsiteX48" fmla="*/ 8139997 w 12192000"/>
              <a:gd name="connsiteY48" fmla="*/ 1282713 h 2237474"/>
              <a:gd name="connsiteX49" fmla="*/ 8074238 w 12192000"/>
              <a:gd name="connsiteY49" fmla="*/ 1301895 h 2237474"/>
              <a:gd name="connsiteX50" fmla="*/ 7942099 w 12192000"/>
              <a:gd name="connsiteY50" fmla="*/ 1336332 h 2237474"/>
              <a:gd name="connsiteX51" fmla="*/ 7902328 w 12192000"/>
              <a:gd name="connsiteY51" fmla="*/ 1345865 h 2237474"/>
              <a:gd name="connsiteX52" fmla="*/ 7840612 w 12192000"/>
              <a:gd name="connsiteY52" fmla="*/ 1369373 h 2237474"/>
              <a:gd name="connsiteX53" fmla="*/ 7786819 w 12192000"/>
              <a:gd name="connsiteY53" fmla="*/ 1378970 h 2237474"/>
              <a:gd name="connsiteX54" fmla="*/ 7548172 w 12192000"/>
              <a:gd name="connsiteY54" fmla="*/ 1417460 h 2237474"/>
              <a:gd name="connsiteX55" fmla="*/ 7483437 w 12192000"/>
              <a:gd name="connsiteY55" fmla="*/ 1478152 h 2237474"/>
              <a:gd name="connsiteX56" fmla="*/ 7377870 w 12192000"/>
              <a:gd name="connsiteY56" fmla="*/ 1523319 h 2237474"/>
              <a:gd name="connsiteX57" fmla="*/ 7230737 w 12192000"/>
              <a:gd name="connsiteY57" fmla="*/ 1562633 h 2237474"/>
              <a:gd name="connsiteX58" fmla="*/ 7224458 w 12192000"/>
              <a:gd name="connsiteY58" fmla="*/ 1573008 h 2237474"/>
              <a:gd name="connsiteX59" fmla="*/ 7183121 w 12192000"/>
              <a:gd name="connsiteY59" fmla="*/ 1595162 h 2237474"/>
              <a:gd name="connsiteX60" fmla="*/ 7164601 w 12192000"/>
              <a:gd name="connsiteY60" fmla="*/ 1606490 h 2237474"/>
              <a:gd name="connsiteX61" fmla="*/ 7031309 w 12192000"/>
              <a:gd name="connsiteY61" fmla="*/ 1619451 h 2237474"/>
              <a:gd name="connsiteX62" fmla="*/ 6900177 w 12192000"/>
              <a:gd name="connsiteY62" fmla="*/ 1636016 h 2237474"/>
              <a:gd name="connsiteX63" fmla="*/ 6795372 w 12192000"/>
              <a:gd name="connsiteY63" fmla="*/ 1644845 h 2237474"/>
              <a:gd name="connsiteX64" fmla="*/ 6692251 w 12192000"/>
              <a:gd name="connsiteY64" fmla="*/ 1656357 h 2237474"/>
              <a:gd name="connsiteX65" fmla="*/ 6655235 w 12192000"/>
              <a:gd name="connsiteY65" fmla="*/ 1661869 h 2237474"/>
              <a:gd name="connsiteX66" fmla="*/ 6554894 w 12192000"/>
              <a:gd name="connsiteY66" fmla="*/ 1664428 h 2237474"/>
              <a:gd name="connsiteX67" fmla="*/ 6516595 w 12192000"/>
              <a:gd name="connsiteY67" fmla="*/ 1667475 h 2237474"/>
              <a:gd name="connsiteX68" fmla="*/ 6508541 w 12192000"/>
              <a:gd name="connsiteY68" fmla="*/ 1668757 h 2237474"/>
              <a:gd name="connsiteX69" fmla="*/ 6471012 w 12192000"/>
              <a:gd name="connsiteY69" fmla="*/ 1678604 h 2237474"/>
              <a:gd name="connsiteX70" fmla="*/ 6364035 w 12192000"/>
              <a:gd name="connsiteY70" fmla="*/ 1667683 h 2237474"/>
              <a:gd name="connsiteX71" fmla="*/ 6280959 w 12192000"/>
              <a:gd name="connsiteY71" fmla="*/ 1689329 h 2237474"/>
              <a:gd name="connsiteX72" fmla="*/ 6243319 w 12192000"/>
              <a:gd name="connsiteY72" fmla="*/ 1695560 h 2237474"/>
              <a:gd name="connsiteX73" fmla="*/ 6098321 w 12192000"/>
              <a:gd name="connsiteY73" fmla="*/ 1721646 h 2237474"/>
              <a:gd name="connsiteX74" fmla="*/ 5880652 w 12192000"/>
              <a:gd name="connsiteY74" fmla="*/ 1779643 h 2237474"/>
              <a:gd name="connsiteX75" fmla="*/ 5785959 w 12192000"/>
              <a:gd name="connsiteY75" fmla="*/ 1775307 h 2237474"/>
              <a:gd name="connsiteX76" fmla="*/ 5643534 w 12192000"/>
              <a:gd name="connsiteY76" fmla="*/ 1802919 h 2237474"/>
              <a:gd name="connsiteX77" fmla="*/ 5518799 w 12192000"/>
              <a:gd name="connsiteY77" fmla="*/ 1818312 h 2237474"/>
              <a:gd name="connsiteX78" fmla="*/ 5505014 w 12192000"/>
              <a:gd name="connsiteY78" fmla="*/ 1819259 h 2237474"/>
              <a:gd name="connsiteX79" fmla="*/ 5453307 w 12192000"/>
              <a:gd name="connsiteY79" fmla="*/ 1815450 h 2237474"/>
              <a:gd name="connsiteX80" fmla="*/ 5221533 w 12192000"/>
              <a:gd name="connsiteY80" fmla="*/ 1846950 h 2237474"/>
              <a:gd name="connsiteX81" fmla="*/ 5149802 w 12192000"/>
              <a:gd name="connsiteY81" fmla="*/ 1844846 h 2237474"/>
              <a:gd name="connsiteX82" fmla="*/ 5114927 w 12192000"/>
              <a:gd name="connsiteY82" fmla="*/ 1847827 h 2237474"/>
              <a:gd name="connsiteX83" fmla="*/ 5108970 w 12192000"/>
              <a:gd name="connsiteY83" fmla="*/ 1847935 h 2237474"/>
              <a:gd name="connsiteX84" fmla="*/ 5067961 w 12192000"/>
              <a:gd name="connsiteY84" fmla="*/ 1845917 h 2237474"/>
              <a:gd name="connsiteX85" fmla="*/ 5007075 w 12192000"/>
              <a:gd name="connsiteY85" fmla="*/ 1838626 h 2237474"/>
              <a:gd name="connsiteX86" fmla="*/ 4944087 w 12192000"/>
              <a:gd name="connsiteY86" fmla="*/ 1823332 h 2237474"/>
              <a:gd name="connsiteX87" fmla="*/ 4907662 w 12192000"/>
              <a:gd name="connsiteY87" fmla="*/ 1816900 h 2237474"/>
              <a:gd name="connsiteX88" fmla="*/ 4882386 w 12192000"/>
              <a:gd name="connsiteY88" fmla="*/ 1809844 h 2237474"/>
              <a:gd name="connsiteX89" fmla="*/ 4811440 w 12192000"/>
              <a:gd name="connsiteY89" fmla="*/ 1804655 h 2237474"/>
              <a:gd name="connsiteX90" fmla="*/ 4691075 w 12192000"/>
              <a:gd name="connsiteY90" fmla="*/ 1801389 h 2237474"/>
              <a:gd name="connsiteX91" fmla="*/ 4611738 w 12192000"/>
              <a:gd name="connsiteY91" fmla="*/ 1776964 h 2237474"/>
              <a:gd name="connsiteX92" fmla="*/ 4560070 w 12192000"/>
              <a:gd name="connsiteY92" fmla="*/ 1785640 h 2237474"/>
              <a:gd name="connsiteX93" fmla="*/ 4536503 w 12192000"/>
              <a:gd name="connsiteY93" fmla="*/ 1785334 h 2237474"/>
              <a:gd name="connsiteX94" fmla="*/ 4513724 w 12192000"/>
              <a:gd name="connsiteY94" fmla="*/ 1791996 h 2237474"/>
              <a:gd name="connsiteX95" fmla="*/ 4459810 w 12192000"/>
              <a:gd name="connsiteY95" fmla="*/ 1797886 h 2237474"/>
              <a:gd name="connsiteX96" fmla="*/ 4379064 w 12192000"/>
              <a:gd name="connsiteY96" fmla="*/ 1817177 h 2237474"/>
              <a:gd name="connsiteX97" fmla="*/ 4290981 w 12192000"/>
              <a:gd name="connsiteY97" fmla="*/ 1839677 h 2237474"/>
              <a:gd name="connsiteX98" fmla="*/ 4238372 w 12192000"/>
              <a:gd name="connsiteY98" fmla="*/ 1851480 h 2237474"/>
              <a:gd name="connsiteX99" fmla="*/ 4232517 w 12192000"/>
              <a:gd name="connsiteY99" fmla="*/ 1852567 h 2237474"/>
              <a:gd name="connsiteX100" fmla="*/ 4191732 w 12192000"/>
              <a:gd name="connsiteY100" fmla="*/ 1857328 h 2237474"/>
              <a:gd name="connsiteX101" fmla="*/ 4065532 w 12192000"/>
              <a:gd name="connsiteY101" fmla="*/ 1855477 h 2237474"/>
              <a:gd name="connsiteX102" fmla="*/ 4028460 w 12192000"/>
              <a:gd name="connsiteY102" fmla="*/ 1855137 h 2237474"/>
              <a:gd name="connsiteX103" fmla="*/ 4002267 w 12192000"/>
              <a:gd name="connsiteY103" fmla="*/ 1852352 h 2237474"/>
              <a:gd name="connsiteX104" fmla="*/ 3931396 w 12192000"/>
              <a:gd name="connsiteY104" fmla="*/ 1858915 h 2237474"/>
              <a:gd name="connsiteX105" fmla="*/ 3812162 w 12192000"/>
              <a:gd name="connsiteY105" fmla="*/ 1875501 h 2237474"/>
              <a:gd name="connsiteX106" fmla="*/ 3729530 w 12192000"/>
              <a:gd name="connsiteY106" fmla="*/ 1864513 h 2237474"/>
              <a:gd name="connsiteX107" fmla="*/ 3680177 w 12192000"/>
              <a:gd name="connsiteY107" fmla="*/ 1881552 h 2237474"/>
              <a:gd name="connsiteX108" fmla="*/ 3567259 w 12192000"/>
              <a:gd name="connsiteY108" fmla="*/ 1893482 h 2237474"/>
              <a:gd name="connsiteX109" fmla="*/ 3405770 w 12192000"/>
              <a:gd name="connsiteY109" fmla="*/ 1904591 h 2237474"/>
              <a:gd name="connsiteX110" fmla="*/ 3280097 w 12192000"/>
              <a:gd name="connsiteY110" fmla="*/ 1919610 h 2237474"/>
              <a:gd name="connsiteX111" fmla="*/ 3123424 w 12192000"/>
              <a:gd name="connsiteY111" fmla="*/ 1952930 h 2237474"/>
              <a:gd name="connsiteX112" fmla="*/ 3009910 w 12192000"/>
              <a:gd name="connsiteY112" fmla="*/ 1957866 h 2237474"/>
              <a:gd name="connsiteX113" fmla="*/ 2995934 w 12192000"/>
              <a:gd name="connsiteY113" fmla="*/ 1967085 h 2237474"/>
              <a:gd name="connsiteX114" fmla="*/ 2980071 w 12192000"/>
              <a:gd name="connsiteY114" fmla="*/ 1972988 h 2237474"/>
              <a:gd name="connsiteX115" fmla="*/ 2978094 w 12192000"/>
              <a:gd name="connsiteY115" fmla="*/ 1972369 h 2237474"/>
              <a:gd name="connsiteX116" fmla="*/ 2942858 w 12192000"/>
              <a:gd name="connsiteY116" fmla="*/ 1981367 h 2237474"/>
              <a:gd name="connsiteX117" fmla="*/ 2875436 w 12192000"/>
              <a:gd name="connsiteY117" fmla="*/ 1996977 h 2237474"/>
              <a:gd name="connsiteX118" fmla="*/ 2874892 w 12192000"/>
              <a:gd name="connsiteY118" fmla="*/ 1996085 h 2237474"/>
              <a:gd name="connsiteX119" fmla="*/ 2864145 w 12192000"/>
              <a:gd name="connsiteY119" fmla="*/ 1994061 h 2237474"/>
              <a:gd name="connsiteX120" fmla="*/ 2843662 w 12192000"/>
              <a:gd name="connsiteY120" fmla="*/ 1992498 h 2237474"/>
              <a:gd name="connsiteX121" fmla="*/ 2796128 w 12192000"/>
              <a:gd name="connsiteY121" fmla="*/ 1976403 h 2237474"/>
              <a:gd name="connsiteX122" fmla="*/ 2756784 w 12192000"/>
              <a:gd name="connsiteY122" fmla="*/ 1985116 h 2237474"/>
              <a:gd name="connsiteX123" fmla="*/ 2748833 w 12192000"/>
              <a:gd name="connsiteY123" fmla="*/ 1986323 h 2237474"/>
              <a:gd name="connsiteX124" fmla="*/ 2748661 w 12192000"/>
              <a:gd name="connsiteY124" fmla="*/ 1986122 h 2237474"/>
              <a:gd name="connsiteX125" fmla="*/ 2740251 w 12192000"/>
              <a:gd name="connsiteY125" fmla="*/ 1986946 h 2237474"/>
              <a:gd name="connsiteX126" fmla="*/ 2718916 w 12192000"/>
              <a:gd name="connsiteY126" fmla="*/ 1990867 h 2237474"/>
              <a:gd name="connsiteX127" fmla="*/ 2713522 w 12192000"/>
              <a:gd name="connsiteY127" fmla="*/ 1990173 h 2237474"/>
              <a:gd name="connsiteX128" fmla="*/ 2680597 w 12192000"/>
              <a:gd name="connsiteY128" fmla="*/ 1984996 h 2237474"/>
              <a:gd name="connsiteX129" fmla="*/ 2578178 w 12192000"/>
              <a:gd name="connsiteY129" fmla="*/ 1990531 h 2237474"/>
              <a:gd name="connsiteX130" fmla="*/ 2476147 w 12192000"/>
              <a:gd name="connsiteY130" fmla="*/ 1998305 h 2237474"/>
              <a:gd name="connsiteX131" fmla="*/ 2373568 w 12192000"/>
              <a:gd name="connsiteY131" fmla="*/ 2003219 h 2237474"/>
              <a:gd name="connsiteX132" fmla="*/ 2321399 w 12192000"/>
              <a:gd name="connsiteY132" fmla="*/ 1989467 h 2237474"/>
              <a:gd name="connsiteX133" fmla="*/ 2315525 w 12192000"/>
              <a:gd name="connsiteY133" fmla="*/ 1989708 h 2237474"/>
              <a:gd name="connsiteX134" fmla="*/ 2300792 w 12192000"/>
              <a:gd name="connsiteY134" fmla="*/ 1994290 h 2237474"/>
              <a:gd name="connsiteX135" fmla="*/ 2295469 w 12192000"/>
              <a:gd name="connsiteY135" fmla="*/ 1996659 h 2237474"/>
              <a:gd name="connsiteX136" fmla="*/ 2287219 w 12192000"/>
              <a:gd name="connsiteY136" fmla="*/ 1998750 h 2237474"/>
              <a:gd name="connsiteX137" fmla="*/ 2286948 w 12192000"/>
              <a:gd name="connsiteY137" fmla="*/ 1998596 h 2237474"/>
              <a:gd name="connsiteX138" fmla="*/ 2243069 w 12192000"/>
              <a:gd name="connsiteY138" fmla="*/ 2015111 h 2237474"/>
              <a:gd name="connsiteX139" fmla="*/ 2186609 w 12192000"/>
              <a:gd name="connsiteY139" fmla="*/ 2008263 h 2237474"/>
              <a:gd name="connsiteX140" fmla="*/ 2164831 w 12192000"/>
              <a:gd name="connsiteY140" fmla="*/ 2010143 h 2237474"/>
              <a:gd name="connsiteX141" fmla="*/ 2152836 w 12192000"/>
              <a:gd name="connsiteY141" fmla="*/ 2010048 h 2237474"/>
              <a:gd name="connsiteX142" fmla="*/ 2117102 w 12192000"/>
              <a:gd name="connsiteY142" fmla="*/ 2023004 h 2237474"/>
              <a:gd name="connsiteX143" fmla="*/ 2111935 w 12192000"/>
              <a:gd name="connsiteY143" fmla="*/ 2023163 h 2237474"/>
              <a:gd name="connsiteX144" fmla="*/ 2089991 w 12192000"/>
              <a:gd name="connsiteY144" fmla="*/ 2034193 h 2237474"/>
              <a:gd name="connsiteX145" fmla="*/ 2058061 w 12192000"/>
              <a:gd name="connsiteY145" fmla="*/ 2047942 h 2237474"/>
              <a:gd name="connsiteX146" fmla="*/ 2055737 w 12192000"/>
              <a:gd name="connsiteY146" fmla="*/ 2047704 h 2237474"/>
              <a:gd name="connsiteX147" fmla="*/ 2042244 w 12192000"/>
              <a:gd name="connsiteY147" fmla="*/ 2055560 h 2237474"/>
              <a:gd name="connsiteX148" fmla="*/ 1976224 w 12192000"/>
              <a:gd name="connsiteY148" fmla="*/ 2074257 h 2237474"/>
              <a:gd name="connsiteX149" fmla="*/ 1877728 w 12192000"/>
              <a:gd name="connsiteY149" fmla="*/ 2101004 h 2237474"/>
              <a:gd name="connsiteX150" fmla="*/ 1759056 w 12192000"/>
              <a:gd name="connsiteY150" fmla="*/ 2125608 h 2237474"/>
              <a:gd name="connsiteX151" fmla="*/ 1637948 w 12192000"/>
              <a:gd name="connsiteY151" fmla="*/ 2172597 h 2237474"/>
              <a:gd name="connsiteX152" fmla="*/ 1434549 w 12192000"/>
              <a:gd name="connsiteY152" fmla="*/ 2234522 h 2237474"/>
              <a:gd name="connsiteX153" fmla="*/ 1398481 w 12192000"/>
              <a:gd name="connsiteY153" fmla="*/ 2237074 h 2237474"/>
              <a:gd name="connsiteX154" fmla="*/ 1398407 w 12192000"/>
              <a:gd name="connsiteY154" fmla="*/ 2237095 h 2237474"/>
              <a:gd name="connsiteX155" fmla="*/ 1370962 w 12192000"/>
              <a:gd name="connsiteY155" fmla="*/ 2237474 h 2237474"/>
              <a:gd name="connsiteX156" fmla="*/ 1356367 w 12192000"/>
              <a:gd name="connsiteY156" fmla="*/ 2235089 h 2237474"/>
              <a:gd name="connsiteX157" fmla="*/ 1324828 w 12192000"/>
              <a:gd name="connsiteY157" fmla="*/ 2231968 h 2237474"/>
              <a:gd name="connsiteX158" fmla="*/ 1297744 w 12192000"/>
              <a:gd name="connsiteY158" fmla="*/ 2235849 h 2237474"/>
              <a:gd name="connsiteX159" fmla="*/ 1286236 w 12192000"/>
              <a:gd name="connsiteY159" fmla="*/ 2233135 h 2237474"/>
              <a:gd name="connsiteX160" fmla="*/ 1283504 w 12192000"/>
              <a:gd name="connsiteY160" fmla="*/ 2233797 h 2237474"/>
              <a:gd name="connsiteX161" fmla="*/ 1279765 w 12192000"/>
              <a:gd name="connsiteY161" fmla="*/ 2229639 h 2237474"/>
              <a:gd name="connsiteX162" fmla="*/ 1195347 w 12192000"/>
              <a:gd name="connsiteY162" fmla="*/ 2212354 h 2237474"/>
              <a:gd name="connsiteX163" fmla="*/ 970251 w 12192000"/>
              <a:gd name="connsiteY163" fmla="*/ 2221029 h 2237474"/>
              <a:gd name="connsiteX164" fmla="*/ 812914 w 12192000"/>
              <a:gd name="connsiteY164" fmla="*/ 2202752 h 2237474"/>
              <a:gd name="connsiteX165" fmla="*/ 800195 w 12192000"/>
              <a:gd name="connsiteY165" fmla="*/ 2209407 h 2237474"/>
              <a:gd name="connsiteX166" fmla="*/ 784978 w 12192000"/>
              <a:gd name="connsiteY166" fmla="*/ 2212360 h 2237474"/>
              <a:gd name="connsiteX167" fmla="*/ 681987 w 12192000"/>
              <a:gd name="connsiteY167" fmla="*/ 2216757 h 2237474"/>
              <a:gd name="connsiteX168" fmla="*/ 669923 w 12192000"/>
              <a:gd name="connsiteY168" fmla="*/ 2211682 h 2237474"/>
              <a:gd name="connsiteX169" fmla="*/ 648680 w 12192000"/>
              <a:gd name="connsiteY169" fmla="*/ 2206229 h 2237474"/>
              <a:gd name="connsiteX170" fmla="*/ 597225 w 12192000"/>
              <a:gd name="connsiteY170" fmla="*/ 2180999 h 2237474"/>
              <a:gd name="connsiteX171" fmla="*/ 558449 w 12192000"/>
              <a:gd name="connsiteY171" fmla="*/ 2182346 h 2237474"/>
              <a:gd name="connsiteX172" fmla="*/ 550517 w 12192000"/>
              <a:gd name="connsiteY172" fmla="*/ 2182060 h 2237474"/>
              <a:gd name="connsiteX173" fmla="*/ 550309 w 12192000"/>
              <a:gd name="connsiteY173" fmla="*/ 2181825 h 2237474"/>
              <a:gd name="connsiteX174" fmla="*/ 541836 w 12192000"/>
              <a:gd name="connsiteY174" fmla="*/ 2181063 h 2237474"/>
              <a:gd name="connsiteX175" fmla="*/ 536057 w 12192000"/>
              <a:gd name="connsiteY175" fmla="*/ 2181537 h 2237474"/>
              <a:gd name="connsiteX176" fmla="*/ 520671 w 12192000"/>
              <a:gd name="connsiteY176" fmla="*/ 2180980 h 2237474"/>
              <a:gd name="connsiteX177" fmla="*/ 515024 w 12192000"/>
              <a:gd name="connsiteY177" fmla="*/ 2179258 h 2237474"/>
              <a:gd name="connsiteX178" fmla="*/ 512278 w 12192000"/>
              <a:gd name="connsiteY178" fmla="*/ 2176369 h 2237474"/>
              <a:gd name="connsiteX179" fmla="*/ 480419 w 12192000"/>
              <a:gd name="connsiteY179" fmla="*/ 2167807 h 2237474"/>
              <a:gd name="connsiteX180" fmla="*/ 413835 w 12192000"/>
              <a:gd name="connsiteY180" fmla="*/ 2156783 h 2237474"/>
              <a:gd name="connsiteX181" fmla="*/ 376513 w 12192000"/>
              <a:gd name="connsiteY181" fmla="*/ 2154014 h 2237474"/>
              <a:gd name="connsiteX182" fmla="*/ 273386 w 12192000"/>
              <a:gd name="connsiteY182" fmla="*/ 2142551 h 2237474"/>
              <a:gd name="connsiteX183" fmla="*/ 169207 w 12192000"/>
              <a:gd name="connsiteY183" fmla="*/ 2128100 h 2237474"/>
              <a:gd name="connsiteX184" fmla="*/ 93149 w 12192000"/>
              <a:gd name="connsiteY184" fmla="*/ 2105324 h 2237474"/>
              <a:gd name="connsiteX185" fmla="*/ 88109 w 12192000"/>
              <a:gd name="connsiteY185" fmla="*/ 2106704 h 2237474"/>
              <a:gd name="connsiteX186" fmla="*/ 80022 w 12192000"/>
              <a:gd name="connsiteY186" fmla="*/ 2107254 h 2237474"/>
              <a:gd name="connsiteX187" fmla="*/ 79717 w 12192000"/>
              <a:gd name="connsiteY187" fmla="*/ 2107046 h 2237474"/>
              <a:gd name="connsiteX188" fmla="*/ 72352 w 12192000"/>
              <a:gd name="connsiteY188" fmla="*/ 2107991 h 2237474"/>
              <a:gd name="connsiteX189" fmla="*/ 37645 w 12192000"/>
              <a:gd name="connsiteY189" fmla="*/ 2115401 h 2237474"/>
              <a:gd name="connsiteX190" fmla="*/ 4572 w 12192000"/>
              <a:gd name="connsiteY190" fmla="*/ 2111091 h 2237474"/>
              <a:gd name="connsiteX191" fmla="*/ 0 w 12192000"/>
              <a:gd name="connsiteY191" fmla="*/ 2110468 h 2237474"/>
              <a:gd name="connsiteX192" fmla="*/ 0 w 12192000"/>
              <a:gd name="connsiteY19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44189 w 12192000"/>
              <a:gd name="connsiteY24" fmla="*/ 938966 h 2237474"/>
              <a:gd name="connsiteX25" fmla="*/ 9500499 w 12192000"/>
              <a:gd name="connsiteY25" fmla="*/ 954680 h 2237474"/>
              <a:gd name="connsiteX26" fmla="*/ 9428195 w 12192000"/>
              <a:gd name="connsiteY26" fmla="*/ 986225 h 2237474"/>
              <a:gd name="connsiteX27" fmla="*/ 9410017 w 12192000"/>
              <a:gd name="connsiteY27" fmla="*/ 993931 h 2237474"/>
              <a:gd name="connsiteX28" fmla="*/ 9392919 w 12192000"/>
              <a:gd name="connsiteY28" fmla="*/ 994656 h 2237474"/>
              <a:gd name="connsiteX29" fmla="*/ 9278619 w 12192000"/>
              <a:gd name="connsiteY29" fmla="*/ 1011878 h 2237474"/>
              <a:gd name="connsiteX30" fmla="*/ 9268019 w 12192000"/>
              <a:gd name="connsiteY30" fmla="*/ 1007442 h 2237474"/>
              <a:gd name="connsiteX31" fmla="*/ 9234662 w 12192000"/>
              <a:gd name="connsiteY31" fmla="*/ 1023056 h 2237474"/>
              <a:gd name="connsiteX32" fmla="*/ 9181033 w 12192000"/>
              <a:gd name="connsiteY32" fmla="*/ 1037921 h 2237474"/>
              <a:gd name="connsiteX33" fmla="*/ 9155969 w 12192000"/>
              <a:gd name="connsiteY33" fmla="*/ 1046804 h 2237474"/>
              <a:gd name="connsiteX34" fmla="*/ 9133985 w 12192000"/>
              <a:gd name="connsiteY34" fmla="*/ 1046450 h 2237474"/>
              <a:gd name="connsiteX35" fmla="*/ 9003462 w 12192000"/>
              <a:gd name="connsiteY35" fmla="*/ 1042406 h 2237474"/>
              <a:gd name="connsiteX36" fmla="*/ 8968445 w 12192000"/>
              <a:gd name="connsiteY36" fmla="*/ 1052169 h 2237474"/>
              <a:gd name="connsiteX37" fmla="*/ 8886001 w 12192000"/>
              <a:gd name="connsiteY37" fmla="*/ 1067468 h 2237474"/>
              <a:gd name="connsiteX38" fmla="*/ 8838610 w 12192000"/>
              <a:gd name="connsiteY38" fmla="*/ 1075091 h 2237474"/>
              <a:gd name="connsiteX39" fmla="*/ 8750383 w 12192000"/>
              <a:gd name="connsiteY39" fmla="*/ 1097387 h 2237474"/>
              <a:gd name="connsiteX40" fmla="*/ 8665605 w 12192000"/>
              <a:gd name="connsiteY40" fmla="*/ 1110791 h 2237474"/>
              <a:gd name="connsiteX41" fmla="*/ 8584946 w 12192000"/>
              <a:gd name="connsiteY41" fmla="*/ 1135226 h 2237474"/>
              <a:gd name="connsiteX42" fmla="*/ 8460755 w 12192000"/>
              <a:gd name="connsiteY42" fmla="*/ 1203427 h 2237474"/>
              <a:gd name="connsiteX43" fmla="*/ 8419755 w 12192000"/>
              <a:gd name="connsiteY43" fmla="*/ 1216260 h 2237474"/>
              <a:gd name="connsiteX44" fmla="*/ 8411626 w 12192000"/>
              <a:gd name="connsiteY44" fmla="*/ 1214397 h 2237474"/>
              <a:gd name="connsiteX45" fmla="*/ 8363469 w 12192000"/>
              <a:gd name="connsiteY45" fmla="*/ 1246658 h 2237474"/>
              <a:gd name="connsiteX46" fmla="*/ 8275497 w 12192000"/>
              <a:gd name="connsiteY46" fmla="*/ 1264396 h 2237474"/>
              <a:gd name="connsiteX47" fmla="*/ 8206287 w 12192000"/>
              <a:gd name="connsiteY47" fmla="*/ 1273060 h 2237474"/>
              <a:gd name="connsiteX48" fmla="*/ 8139997 w 12192000"/>
              <a:gd name="connsiteY48" fmla="*/ 1282713 h 2237474"/>
              <a:gd name="connsiteX49" fmla="*/ 8074238 w 12192000"/>
              <a:gd name="connsiteY49" fmla="*/ 1301895 h 2237474"/>
              <a:gd name="connsiteX50" fmla="*/ 7942099 w 12192000"/>
              <a:gd name="connsiteY50" fmla="*/ 1336332 h 2237474"/>
              <a:gd name="connsiteX51" fmla="*/ 7902328 w 12192000"/>
              <a:gd name="connsiteY51" fmla="*/ 1345865 h 2237474"/>
              <a:gd name="connsiteX52" fmla="*/ 7840612 w 12192000"/>
              <a:gd name="connsiteY52" fmla="*/ 1369373 h 2237474"/>
              <a:gd name="connsiteX53" fmla="*/ 7786819 w 12192000"/>
              <a:gd name="connsiteY53" fmla="*/ 1378970 h 2237474"/>
              <a:gd name="connsiteX54" fmla="*/ 7548172 w 12192000"/>
              <a:gd name="connsiteY54" fmla="*/ 1417460 h 2237474"/>
              <a:gd name="connsiteX55" fmla="*/ 7483437 w 12192000"/>
              <a:gd name="connsiteY55" fmla="*/ 1478152 h 2237474"/>
              <a:gd name="connsiteX56" fmla="*/ 7377870 w 12192000"/>
              <a:gd name="connsiteY56" fmla="*/ 1523319 h 2237474"/>
              <a:gd name="connsiteX57" fmla="*/ 7230737 w 12192000"/>
              <a:gd name="connsiteY57" fmla="*/ 1562633 h 2237474"/>
              <a:gd name="connsiteX58" fmla="*/ 7224458 w 12192000"/>
              <a:gd name="connsiteY58" fmla="*/ 1573008 h 2237474"/>
              <a:gd name="connsiteX59" fmla="*/ 7183121 w 12192000"/>
              <a:gd name="connsiteY59" fmla="*/ 1595162 h 2237474"/>
              <a:gd name="connsiteX60" fmla="*/ 7164601 w 12192000"/>
              <a:gd name="connsiteY60" fmla="*/ 1606490 h 2237474"/>
              <a:gd name="connsiteX61" fmla="*/ 7031309 w 12192000"/>
              <a:gd name="connsiteY61" fmla="*/ 1619451 h 2237474"/>
              <a:gd name="connsiteX62" fmla="*/ 6900177 w 12192000"/>
              <a:gd name="connsiteY62" fmla="*/ 1636016 h 2237474"/>
              <a:gd name="connsiteX63" fmla="*/ 6795372 w 12192000"/>
              <a:gd name="connsiteY63" fmla="*/ 1644845 h 2237474"/>
              <a:gd name="connsiteX64" fmla="*/ 6692251 w 12192000"/>
              <a:gd name="connsiteY64" fmla="*/ 1656357 h 2237474"/>
              <a:gd name="connsiteX65" fmla="*/ 6655235 w 12192000"/>
              <a:gd name="connsiteY65" fmla="*/ 1661869 h 2237474"/>
              <a:gd name="connsiteX66" fmla="*/ 6554894 w 12192000"/>
              <a:gd name="connsiteY66" fmla="*/ 1664428 h 2237474"/>
              <a:gd name="connsiteX67" fmla="*/ 6516595 w 12192000"/>
              <a:gd name="connsiteY67" fmla="*/ 1667475 h 2237474"/>
              <a:gd name="connsiteX68" fmla="*/ 6508541 w 12192000"/>
              <a:gd name="connsiteY68" fmla="*/ 1668757 h 2237474"/>
              <a:gd name="connsiteX69" fmla="*/ 6471012 w 12192000"/>
              <a:gd name="connsiteY69" fmla="*/ 1678604 h 2237474"/>
              <a:gd name="connsiteX70" fmla="*/ 6364035 w 12192000"/>
              <a:gd name="connsiteY70" fmla="*/ 1667683 h 2237474"/>
              <a:gd name="connsiteX71" fmla="*/ 6280959 w 12192000"/>
              <a:gd name="connsiteY71" fmla="*/ 1689329 h 2237474"/>
              <a:gd name="connsiteX72" fmla="*/ 6243319 w 12192000"/>
              <a:gd name="connsiteY72" fmla="*/ 1695560 h 2237474"/>
              <a:gd name="connsiteX73" fmla="*/ 6098321 w 12192000"/>
              <a:gd name="connsiteY73" fmla="*/ 1721646 h 2237474"/>
              <a:gd name="connsiteX74" fmla="*/ 5880652 w 12192000"/>
              <a:gd name="connsiteY74" fmla="*/ 1779643 h 2237474"/>
              <a:gd name="connsiteX75" fmla="*/ 5785959 w 12192000"/>
              <a:gd name="connsiteY75" fmla="*/ 1775307 h 2237474"/>
              <a:gd name="connsiteX76" fmla="*/ 5643534 w 12192000"/>
              <a:gd name="connsiteY76" fmla="*/ 1802919 h 2237474"/>
              <a:gd name="connsiteX77" fmla="*/ 5518799 w 12192000"/>
              <a:gd name="connsiteY77" fmla="*/ 1818312 h 2237474"/>
              <a:gd name="connsiteX78" fmla="*/ 5505014 w 12192000"/>
              <a:gd name="connsiteY78" fmla="*/ 1819259 h 2237474"/>
              <a:gd name="connsiteX79" fmla="*/ 5453307 w 12192000"/>
              <a:gd name="connsiteY79" fmla="*/ 1815450 h 2237474"/>
              <a:gd name="connsiteX80" fmla="*/ 5221533 w 12192000"/>
              <a:gd name="connsiteY80" fmla="*/ 1846950 h 2237474"/>
              <a:gd name="connsiteX81" fmla="*/ 5149802 w 12192000"/>
              <a:gd name="connsiteY81" fmla="*/ 1844846 h 2237474"/>
              <a:gd name="connsiteX82" fmla="*/ 5114927 w 12192000"/>
              <a:gd name="connsiteY82" fmla="*/ 1847827 h 2237474"/>
              <a:gd name="connsiteX83" fmla="*/ 5108970 w 12192000"/>
              <a:gd name="connsiteY83" fmla="*/ 1847935 h 2237474"/>
              <a:gd name="connsiteX84" fmla="*/ 5067961 w 12192000"/>
              <a:gd name="connsiteY84" fmla="*/ 1845917 h 2237474"/>
              <a:gd name="connsiteX85" fmla="*/ 5007075 w 12192000"/>
              <a:gd name="connsiteY85" fmla="*/ 1838626 h 2237474"/>
              <a:gd name="connsiteX86" fmla="*/ 4944087 w 12192000"/>
              <a:gd name="connsiteY86" fmla="*/ 1823332 h 2237474"/>
              <a:gd name="connsiteX87" fmla="*/ 4907662 w 12192000"/>
              <a:gd name="connsiteY87" fmla="*/ 1816900 h 2237474"/>
              <a:gd name="connsiteX88" fmla="*/ 4882386 w 12192000"/>
              <a:gd name="connsiteY88" fmla="*/ 1809844 h 2237474"/>
              <a:gd name="connsiteX89" fmla="*/ 4811440 w 12192000"/>
              <a:gd name="connsiteY89" fmla="*/ 1804655 h 2237474"/>
              <a:gd name="connsiteX90" fmla="*/ 4691075 w 12192000"/>
              <a:gd name="connsiteY90" fmla="*/ 1801389 h 2237474"/>
              <a:gd name="connsiteX91" fmla="*/ 4611738 w 12192000"/>
              <a:gd name="connsiteY91" fmla="*/ 1776964 h 2237474"/>
              <a:gd name="connsiteX92" fmla="*/ 4560070 w 12192000"/>
              <a:gd name="connsiteY92" fmla="*/ 1785640 h 2237474"/>
              <a:gd name="connsiteX93" fmla="*/ 4536503 w 12192000"/>
              <a:gd name="connsiteY93" fmla="*/ 1785334 h 2237474"/>
              <a:gd name="connsiteX94" fmla="*/ 4513724 w 12192000"/>
              <a:gd name="connsiteY94" fmla="*/ 1791996 h 2237474"/>
              <a:gd name="connsiteX95" fmla="*/ 4459810 w 12192000"/>
              <a:gd name="connsiteY95" fmla="*/ 1797886 h 2237474"/>
              <a:gd name="connsiteX96" fmla="*/ 4379064 w 12192000"/>
              <a:gd name="connsiteY96" fmla="*/ 1817177 h 2237474"/>
              <a:gd name="connsiteX97" fmla="*/ 4290981 w 12192000"/>
              <a:gd name="connsiteY97" fmla="*/ 1839677 h 2237474"/>
              <a:gd name="connsiteX98" fmla="*/ 4238372 w 12192000"/>
              <a:gd name="connsiteY98" fmla="*/ 1851480 h 2237474"/>
              <a:gd name="connsiteX99" fmla="*/ 4232517 w 12192000"/>
              <a:gd name="connsiteY99" fmla="*/ 1852567 h 2237474"/>
              <a:gd name="connsiteX100" fmla="*/ 4191732 w 12192000"/>
              <a:gd name="connsiteY100" fmla="*/ 1857328 h 2237474"/>
              <a:gd name="connsiteX101" fmla="*/ 4065532 w 12192000"/>
              <a:gd name="connsiteY101" fmla="*/ 1855477 h 2237474"/>
              <a:gd name="connsiteX102" fmla="*/ 4028460 w 12192000"/>
              <a:gd name="connsiteY102" fmla="*/ 1855137 h 2237474"/>
              <a:gd name="connsiteX103" fmla="*/ 4002267 w 12192000"/>
              <a:gd name="connsiteY103" fmla="*/ 1852352 h 2237474"/>
              <a:gd name="connsiteX104" fmla="*/ 3931396 w 12192000"/>
              <a:gd name="connsiteY104" fmla="*/ 1858915 h 2237474"/>
              <a:gd name="connsiteX105" fmla="*/ 3812162 w 12192000"/>
              <a:gd name="connsiteY105" fmla="*/ 1875501 h 2237474"/>
              <a:gd name="connsiteX106" fmla="*/ 3729530 w 12192000"/>
              <a:gd name="connsiteY106" fmla="*/ 1864513 h 2237474"/>
              <a:gd name="connsiteX107" fmla="*/ 3680177 w 12192000"/>
              <a:gd name="connsiteY107" fmla="*/ 1881552 h 2237474"/>
              <a:gd name="connsiteX108" fmla="*/ 3567259 w 12192000"/>
              <a:gd name="connsiteY108" fmla="*/ 1893482 h 2237474"/>
              <a:gd name="connsiteX109" fmla="*/ 3405770 w 12192000"/>
              <a:gd name="connsiteY109" fmla="*/ 1904591 h 2237474"/>
              <a:gd name="connsiteX110" fmla="*/ 3280097 w 12192000"/>
              <a:gd name="connsiteY110" fmla="*/ 1919610 h 2237474"/>
              <a:gd name="connsiteX111" fmla="*/ 3123424 w 12192000"/>
              <a:gd name="connsiteY111" fmla="*/ 1952930 h 2237474"/>
              <a:gd name="connsiteX112" fmla="*/ 3009910 w 12192000"/>
              <a:gd name="connsiteY112" fmla="*/ 1957866 h 2237474"/>
              <a:gd name="connsiteX113" fmla="*/ 2995934 w 12192000"/>
              <a:gd name="connsiteY113" fmla="*/ 1967085 h 2237474"/>
              <a:gd name="connsiteX114" fmla="*/ 2980071 w 12192000"/>
              <a:gd name="connsiteY114" fmla="*/ 1972988 h 2237474"/>
              <a:gd name="connsiteX115" fmla="*/ 2978094 w 12192000"/>
              <a:gd name="connsiteY115" fmla="*/ 1972369 h 2237474"/>
              <a:gd name="connsiteX116" fmla="*/ 2942858 w 12192000"/>
              <a:gd name="connsiteY116" fmla="*/ 1981367 h 2237474"/>
              <a:gd name="connsiteX117" fmla="*/ 2875436 w 12192000"/>
              <a:gd name="connsiteY117" fmla="*/ 1996977 h 2237474"/>
              <a:gd name="connsiteX118" fmla="*/ 2874892 w 12192000"/>
              <a:gd name="connsiteY118" fmla="*/ 1996085 h 2237474"/>
              <a:gd name="connsiteX119" fmla="*/ 2864145 w 12192000"/>
              <a:gd name="connsiteY119" fmla="*/ 1994061 h 2237474"/>
              <a:gd name="connsiteX120" fmla="*/ 2843662 w 12192000"/>
              <a:gd name="connsiteY120" fmla="*/ 1992498 h 2237474"/>
              <a:gd name="connsiteX121" fmla="*/ 2796128 w 12192000"/>
              <a:gd name="connsiteY121" fmla="*/ 1976403 h 2237474"/>
              <a:gd name="connsiteX122" fmla="*/ 2756784 w 12192000"/>
              <a:gd name="connsiteY122" fmla="*/ 1985116 h 2237474"/>
              <a:gd name="connsiteX123" fmla="*/ 2748833 w 12192000"/>
              <a:gd name="connsiteY123" fmla="*/ 1986323 h 2237474"/>
              <a:gd name="connsiteX124" fmla="*/ 2748661 w 12192000"/>
              <a:gd name="connsiteY124" fmla="*/ 1986122 h 2237474"/>
              <a:gd name="connsiteX125" fmla="*/ 2740251 w 12192000"/>
              <a:gd name="connsiteY125" fmla="*/ 1986946 h 2237474"/>
              <a:gd name="connsiteX126" fmla="*/ 2718916 w 12192000"/>
              <a:gd name="connsiteY126" fmla="*/ 1990867 h 2237474"/>
              <a:gd name="connsiteX127" fmla="*/ 2713522 w 12192000"/>
              <a:gd name="connsiteY127" fmla="*/ 1990173 h 2237474"/>
              <a:gd name="connsiteX128" fmla="*/ 2680597 w 12192000"/>
              <a:gd name="connsiteY128" fmla="*/ 1984996 h 2237474"/>
              <a:gd name="connsiteX129" fmla="*/ 2578178 w 12192000"/>
              <a:gd name="connsiteY129" fmla="*/ 1990531 h 2237474"/>
              <a:gd name="connsiteX130" fmla="*/ 2476147 w 12192000"/>
              <a:gd name="connsiteY130" fmla="*/ 1998305 h 2237474"/>
              <a:gd name="connsiteX131" fmla="*/ 2373568 w 12192000"/>
              <a:gd name="connsiteY131" fmla="*/ 2003219 h 2237474"/>
              <a:gd name="connsiteX132" fmla="*/ 2321399 w 12192000"/>
              <a:gd name="connsiteY132" fmla="*/ 1989467 h 2237474"/>
              <a:gd name="connsiteX133" fmla="*/ 2315525 w 12192000"/>
              <a:gd name="connsiteY133" fmla="*/ 1989708 h 2237474"/>
              <a:gd name="connsiteX134" fmla="*/ 2300792 w 12192000"/>
              <a:gd name="connsiteY134" fmla="*/ 1994290 h 2237474"/>
              <a:gd name="connsiteX135" fmla="*/ 2295469 w 12192000"/>
              <a:gd name="connsiteY135" fmla="*/ 1996659 h 2237474"/>
              <a:gd name="connsiteX136" fmla="*/ 2287219 w 12192000"/>
              <a:gd name="connsiteY136" fmla="*/ 1998750 h 2237474"/>
              <a:gd name="connsiteX137" fmla="*/ 2286948 w 12192000"/>
              <a:gd name="connsiteY137" fmla="*/ 1998596 h 2237474"/>
              <a:gd name="connsiteX138" fmla="*/ 2243069 w 12192000"/>
              <a:gd name="connsiteY138" fmla="*/ 2015111 h 2237474"/>
              <a:gd name="connsiteX139" fmla="*/ 2186609 w 12192000"/>
              <a:gd name="connsiteY139" fmla="*/ 2008263 h 2237474"/>
              <a:gd name="connsiteX140" fmla="*/ 2164831 w 12192000"/>
              <a:gd name="connsiteY140" fmla="*/ 2010143 h 2237474"/>
              <a:gd name="connsiteX141" fmla="*/ 2152836 w 12192000"/>
              <a:gd name="connsiteY141" fmla="*/ 2010048 h 2237474"/>
              <a:gd name="connsiteX142" fmla="*/ 2117102 w 12192000"/>
              <a:gd name="connsiteY142" fmla="*/ 2023004 h 2237474"/>
              <a:gd name="connsiteX143" fmla="*/ 2111935 w 12192000"/>
              <a:gd name="connsiteY143" fmla="*/ 2023163 h 2237474"/>
              <a:gd name="connsiteX144" fmla="*/ 2089991 w 12192000"/>
              <a:gd name="connsiteY144" fmla="*/ 2034193 h 2237474"/>
              <a:gd name="connsiteX145" fmla="*/ 2058061 w 12192000"/>
              <a:gd name="connsiteY145" fmla="*/ 2047942 h 2237474"/>
              <a:gd name="connsiteX146" fmla="*/ 2055737 w 12192000"/>
              <a:gd name="connsiteY146" fmla="*/ 2047704 h 2237474"/>
              <a:gd name="connsiteX147" fmla="*/ 2042244 w 12192000"/>
              <a:gd name="connsiteY147" fmla="*/ 2055560 h 2237474"/>
              <a:gd name="connsiteX148" fmla="*/ 1976224 w 12192000"/>
              <a:gd name="connsiteY148" fmla="*/ 2074257 h 2237474"/>
              <a:gd name="connsiteX149" fmla="*/ 1877728 w 12192000"/>
              <a:gd name="connsiteY149" fmla="*/ 2101004 h 2237474"/>
              <a:gd name="connsiteX150" fmla="*/ 1759056 w 12192000"/>
              <a:gd name="connsiteY150" fmla="*/ 2125608 h 2237474"/>
              <a:gd name="connsiteX151" fmla="*/ 1637948 w 12192000"/>
              <a:gd name="connsiteY151" fmla="*/ 2172597 h 2237474"/>
              <a:gd name="connsiteX152" fmla="*/ 1434549 w 12192000"/>
              <a:gd name="connsiteY152" fmla="*/ 2234522 h 2237474"/>
              <a:gd name="connsiteX153" fmla="*/ 1398481 w 12192000"/>
              <a:gd name="connsiteY153" fmla="*/ 2237074 h 2237474"/>
              <a:gd name="connsiteX154" fmla="*/ 1398407 w 12192000"/>
              <a:gd name="connsiteY154" fmla="*/ 2237095 h 2237474"/>
              <a:gd name="connsiteX155" fmla="*/ 1370962 w 12192000"/>
              <a:gd name="connsiteY155" fmla="*/ 2237474 h 2237474"/>
              <a:gd name="connsiteX156" fmla="*/ 1356367 w 12192000"/>
              <a:gd name="connsiteY156" fmla="*/ 2235089 h 2237474"/>
              <a:gd name="connsiteX157" fmla="*/ 1324828 w 12192000"/>
              <a:gd name="connsiteY157" fmla="*/ 2231968 h 2237474"/>
              <a:gd name="connsiteX158" fmla="*/ 1297744 w 12192000"/>
              <a:gd name="connsiteY158" fmla="*/ 2235849 h 2237474"/>
              <a:gd name="connsiteX159" fmla="*/ 1286236 w 12192000"/>
              <a:gd name="connsiteY159" fmla="*/ 2233135 h 2237474"/>
              <a:gd name="connsiteX160" fmla="*/ 1283504 w 12192000"/>
              <a:gd name="connsiteY160" fmla="*/ 2233797 h 2237474"/>
              <a:gd name="connsiteX161" fmla="*/ 1279765 w 12192000"/>
              <a:gd name="connsiteY161" fmla="*/ 2229639 h 2237474"/>
              <a:gd name="connsiteX162" fmla="*/ 1195347 w 12192000"/>
              <a:gd name="connsiteY162" fmla="*/ 2212354 h 2237474"/>
              <a:gd name="connsiteX163" fmla="*/ 970251 w 12192000"/>
              <a:gd name="connsiteY163" fmla="*/ 2221029 h 2237474"/>
              <a:gd name="connsiteX164" fmla="*/ 812914 w 12192000"/>
              <a:gd name="connsiteY164" fmla="*/ 2202752 h 2237474"/>
              <a:gd name="connsiteX165" fmla="*/ 800195 w 12192000"/>
              <a:gd name="connsiteY165" fmla="*/ 2209407 h 2237474"/>
              <a:gd name="connsiteX166" fmla="*/ 784978 w 12192000"/>
              <a:gd name="connsiteY166" fmla="*/ 2212360 h 2237474"/>
              <a:gd name="connsiteX167" fmla="*/ 681987 w 12192000"/>
              <a:gd name="connsiteY167" fmla="*/ 2216757 h 2237474"/>
              <a:gd name="connsiteX168" fmla="*/ 669923 w 12192000"/>
              <a:gd name="connsiteY168" fmla="*/ 2211682 h 2237474"/>
              <a:gd name="connsiteX169" fmla="*/ 648680 w 12192000"/>
              <a:gd name="connsiteY169" fmla="*/ 2206229 h 2237474"/>
              <a:gd name="connsiteX170" fmla="*/ 597225 w 12192000"/>
              <a:gd name="connsiteY170" fmla="*/ 2180999 h 2237474"/>
              <a:gd name="connsiteX171" fmla="*/ 558449 w 12192000"/>
              <a:gd name="connsiteY171" fmla="*/ 2182346 h 2237474"/>
              <a:gd name="connsiteX172" fmla="*/ 550517 w 12192000"/>
              <a:gd name="connsiteY172" fmla="*/ 2182060 h 2237474"/>
              <a:gd name="connsiteX173" fmla="*/ 550309 w 12192000"/>
              <a:gd name="connsiteY173" fmla="*/ 2181825 h 2237474"/>
              <a:gd name="connsiteX174" fmla="*/ 541836 w 12192000"/>
              <a:gd name="connsiteY174" fmla="*/ 2181063 h 2237474"/>
              <a:gd name="connsiteX175" fmla="*/ 536057 w 12192000"/>
              <a:gd name="connsiteY175" fmla="*/ 2181537 h 2237474"/>
              <a:gd name="connsiteX176" fmla="*/ 520671 w 12192000"/>
              <a:gd name="connsiteY176" fmla="*/ 2180980 h 2237474"/>
              <a:gd name="connsiteX177" fmla="*/ 515024 w 12192000"/>
              <a:gd name="connsiteY177" fmla="*/ 2179258 h 2237474"/>
              <a:gd name="connsiteX178" fmla="*/ 512278 w 12192000"/>
              <a:gd name="connsiteY178" fmla="*/ 2176369 h 2237474"/>
              <a:gd name="connsiteX179" fmla="*/ 480419 w 12192000"/>
              <a:gd name="connsiteY179" fmla="*/ 2167807 h 2237474"/>
              <a:gd name="connsiteX180" fmla="*/ 413835 w 12192000"/>
              <a:gd name="connsiteY180" fmla="*/ 2156783 h 2237474"/>
              <a:gd name="connsiteX181" fmla="*/ 376513 w 12192000"/>
              <a:gd name="connsiteY181" fmla="*/ 2154014 h 2237474"/>
              <a:gd name="connsiteX182" fmla="*/ 273386 w 12192000"/>
              <a:gd name="connsiteY182" fmla="*/ 2142551 h 2237474"/>
              <a:gd name="connsiteX183" fmla="*/ 169207 w 12192000"/>
              <a:gd name="connsiteY183" fmla="*/ 2128100 h 2237474"/>
              <a:gd name="connsiteX184" fmla="*/ 93149 w 12192000"/>
              <a:gd name="connsiteY184" fmla="*/ 2105324 h 2237474"/>
              <a:gd name="connsiteX185" fmla="*/ 88109 w 12192000"/>
              <a:gd name="connsiteY185" fmla="*/ 2106704 h 2237474"/>
              <a:gd name="connsiteX186" fmla="*/ 80022 w 12192000"/>
              <a:gd name="connsiteY186" fmla="*/ 2107254 h 2237474"/>
              <a:gd name="connsiteX187" fmla="*/ 79717 w 12192000"/>
              <a:gd name="connsiteY187" fmla="*/ 2107046 h 2237474"/>
              <a:gd name="connsiteX188" fmla="*/ 72352 w 12192000"/>
              <a:gd name="connsiteY188" fmla="*/ 2107991 h 2237474"/>
              <a:gd name="connsiteX189" fmla="*/ 37645 w 12192000"/>
              <a:gd name="connsiteY189" fmla="*/ 2115401 h 2237474"/>
              <a:gd name="connsiteX190" fmla="*/ 4572 w 12192000"/>
              <a:gd name="connsiteY190" fmla="*/ 2111091 h 2237474"/>
              <a:gd name="connsiteX191" fmla="*/ 0 w 12192000"/>
              <a:gd name="connsiteY191" fmla="*/ 2110468 h 2237474"/>
              <a:gd name="connsiteX192" fmla="*/ 0 w 12192000"/>
              <a:gd name="connsiteY19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44189 w 12192000"/>
              <a:gd name="connsiteY24" fmla="*/ 938966 h 2237474"/>
              <a:gd name="connsiteX25" fmla="*/ 9500499 w 12192000"/>
              <a:gd name="connsiteY25" fmla="*/ 954680 h 2237474"/>
              <a:gd name="connsiteX26" fmla="*/ 9428195 w 12192000"/>
              <a:gd name="connsiteY26" fmla="*/ 986225 h 2237474"/>
              <a:gd name="connsiteX27" fmla="*/ 9410017 w 12192000"/>
              <a:gd name="connsiteY27" fmla="*/ 993931 h 2237474"/>
              <a:gd name="connsiteX28" fmla="*/ 9392919 w 12192000"/>
              <a:gd name="connsiteY28" fmla="*/ 994656 h 2237474"/>
              <a:gd name="connsiteX29" fmla="*/ 9278619 w 12192000"/>
              <a:gd name="connsiteY29" fmla="*/ 1011878 h 2237474"/>
              <a:gd name="connsiteX30" fmla="*/ 9268019 w 12192000"/>
              <a:gd name="connsiteY30" fmla="*/ 1007442 h 2237474"/>
              <a:gd name="connsiteX31" fmla="*/ 9234662 w 12192000"/>
              <a:gd name="connsiteY31" fmla="*/ 1023056 h 2237474"/>
              <a:gd name="connsiteX32" fmla="*/ 9181033 w 12192000"/>
              <a:gd name="connsiteY32" fmla="*/ 1037921 h 2237474"/>
              <a:gd name="connsiteX33" fmla="*/ 9155969 w 12192000"/>
              <a:gd name="connsiteY33" fmla="*/ 1046804 h 2237474"/>
              <a:gd name="connsiteX34" fmla="*/ 9133985 w 12192000"/>
              <a:gd name="connsiteY34" fmla="*/ 1046450 h 2237474"/>
              <a:gd name="connsiteX35" fmla="*/ 9003462 w 12192000"/>
              <a:gd name="connsiteY35" fmla="*/ 1042406 h 2237474"/>
              <a:gd name="connsiteX36" fmla="*/ 8968445 w 12192000"/>
              <a:gd name="connsiteY36" fmla="*/ 1052169 h 2237474"/>
              <a:gd name="connsiteX37" fmla="*/ 8886001 w 12192000"/>
              <a:gd name="connsiteY37" fmla="*/ 1067468 h 2237474"/>
              <a:gd name="connsiteX38" fmla="*/ 8838610 w 12192000"/>
              <a:gd name="connsiteY38" fmla="*/ 1075091 h 2237474"/>
              <a:gd name="connsiteX39" fmla="*/ 8750383 w 12192000"/>
              <a:gd name="connsiteY39" fmla="*/ 1097387 h 2237474"/>
              <a:gd name="connsiteX40" fmla="*/ 8665605 w 12192000"/>
              <a:gd name="connsiteY40" fmla="*/ 1110791 h 2237474"/>
              <a:gd name="connsiteX41" fmla="*/ 8584946 w 12192000"/>
              <a:gd name="connsiteY41" fmla="*/ 1135226 h 2237474"/>
              <a:gd name="connsiteX42" fmla="*/ 8460755 w 12192000"/>
              <a:gd name="connsiteY42" fmla="*/ 1203427 h 2237474"/>
              <a:gd name="connsiteX43" fmla="*/ 8419755 w 12192000"/>
              <a:gd name="connsiteY43" fmla="*/ 1216260 h 2237474"/>
              <a:gd name="connsiteX44" fmla="*/ 8411626 w 12192000"/>
              <a:gd name="connsiteY44" fmla="*/ 1214397 h 2237474"/>
              <a:gd name="connsiteX45" fmla="*/ 8363469 w 12192000"/>
              <a:gd name="connsiteY45" fmla="*/ 1246658 h 2237474"/>
              <a:gd name="connsiteX46" fmla="*/ 8275497 w 12192000"/>
              <a:gd name="connsiteY46" fmla="*/ 1264396 h 2237474"/>
              <a:gd name="connsiteX47" fmla="*/ 8206287 w 12192000"/>
              <a:gd name="connsiteY47" fmla="*/ 1273060 h 2237474"/>
              <a:gd name="connsiteX48" fmla="*/ 8139997 w 12192000"/>
              <a:gd name="connsiteY48" fmla="*/ 1282713 h 2237474"/>
              <a:gd name="connsiteX49" fmla="*/ 8074238 w 12192000"/>
              <a:gd name="connsiteY49" fmla="*/ 1301895 h 2237474"/>
              <a:gd name="connsiteX50" fmla="*/ 7942099 w 12192000"/>
              <a:gd name="connsiteY50" fmla="*/ 1336332 h 2237474"/>
              <a:gd name="connsiteX51" fmla="*/ 7902328 w 12192000"/>
              <a:gd name="connsiteY51" fmla="*/ 1345865 h 2237474"/>
              <a:gd name="connsiteX52" fmla="*/ 7840612 w 12192000"/>
              <a:gd name="connsiteY52" fmla="*/ 1369373 h 2237474"/>
              <a:gd name="connsiteX53" fmla="*/ 7786819 w 12192000"/>
              <a:gd name="connsiteY53" fmla="*/ 1378970 h 2237474"/>
              <a:gd name="connsiteX54" fmla="*/ 7548172 w 12192000"/>
              <a:gd name="connsiteY54" fmla="*/ 1417460 h 2237474"/>
              <a:gd name="connsiteX55" fmla="*/ 7483437 w 12192000"/>
              <a:gd name="connsiteY55" fmla="*/ 1478152 h 2237474"/>
              <a:gd name="connsiteX56" fmla="*/ 7377870 w 12192000"/>
              <a:gd name="connsiteY56" fmla="*/ 1523319 h 2237474"/>
              <a:gd name="connsiteX57" fmla="*/ 7230737 w 12192000"/>
              <a:gd name="connsiteY57" fmla="*/ 1562633 h 2237474"/>
              <a:gd name="connsiteX58" fmla="*/ 7224458 w 12192000"/>
              <a:gd name="connsiteY58" fmla="*/ 1573008 h 2237474"/>
              <a:gd name="connsiteX59" fmla="*/ 7183121 w 12192000"/>
              <a:gd name="connsiteY59" fmla="*/ 1595162 h 2237474"/>
              <a:gd name="connsiteX60" fmla="*/ 7164601 w 12192000"/>
              <a:gd name="connsiteY60" fmla="*/ 1606490 h 2237474"/>
              <a:gd name="connsiteX61" fmla="*/ 7031309 w 12192000"/>
              <a:gd name="connsiteY61" fmla="*/ 1619451 h 2237474"/>
              <a:gd name="connsiteX62" fmla="*/ 6900177 w 12192000"/>
              <a:gd name="connsiteY62" fmla="*/ 1636016 h 2237474"/>
              <a:gd name="connsiteX63" fmla="*/ 6795372 w 12192000"/>
              <a:gd name="connsiteY63" fmla="*/ 1644845 h 2237474"/>
              <a:gd name="connsiteX64" fmla="*/ 6692251 w 12192000"/>
              <a:gd name="connsiteY64" fmla="*/ 1656357 h 2237474"/>
              <a:gd name="connsiteX65" fmla="*/ 6655235 w 12192000"/>
              <a:gd name="connsiteY65" fmla="*/ 1661869 h 2237474"/>
              <a:gd name="connsiteX66" fmla="*/ 6554894 w 12192000"/>
              <a:gd name="connsiteY66" fmla="*/ 1664428 h 2237474"/>
              <a:gd name="connsiteX67" fmla="*/ 6516595 w 12192000"/>
              <a:gd name="connsiteY67" fmla="*/ 1667475 h 2237474"/>
              <a:gd name="connsiteX68" fmla="*/ 6508541 w 12192000"/>
              <a:gd name="connsiteY68" fmla="*/ 1668757 h 2237474"/>
              <a:gd name="connsiteX69" fmla="*/ 6471012 w 12192000"/>
              <a:gd name="connsiteY69" fmla="*/ 1678604 h 2237474"/>
              <a:gd name="connsiteX70" fmla="*/ 6364035 w 12192000"/>
              <a:gd name="connsiteY70" fmla="*/ 1667683 h 2237474"/>
              <a:gd name="connsiteX71" fmla="*/ 6280959 w 12192000"/>
              <a:gd name="connsiteY71" fmla="*/ 1689329 h 2237474"/>
              <a:gd name="connsiteX72" fmla="*/ 6243319 w 12192000"/>
              <a:gd name="connsiteY72" fmla="*/ 1695560 h 2237474"/>
              <a:gd name="connsiteX73" fmla="*/ 6098321 w 12192000"/>
              <a:gd name="connsiteY73" fmla="*/ 1721646 h 2237474"/>
              <a:gd name="connsiteX74" fmla="*/ 5880652 w 12192000"/>
              <a:gd name="connsiteY74" fmla="*/ 1779643 h 2237474"/>
              <a:gd name="connsiteX75" fmla="*/ 5785959 w 12192000"/>
              <a:gd name="connsiteY75" fmla="*/ 1775307 h 2237474"/>
              <a:gd name="connsiteX76" fmla="*/ 5643534 w 12192000"/>
              <a:gd name="connsiteY76" fmla="*/ 1802919 h 2237474"/>
              <a:gd name="connsiteX77" fmla="*/ 5518799 w 12192000"/>
              <a:gd name="connsiteY77" fmla="*/ 1818312 h 2237474"/>
              <a:gd name="connsiteX78" fmla="*/ 5505014 w 12192000"/>
              <a:gd name="connsiteY78" fmla="*/ 1819259 h 2237474"/>
              <a:gd name="connsiteX79" fmla="*/ 5453307 w 12192000"/>
              <a:gd name="connsiteY79" fmla="*/ 1815450 h 2237474"/>
              <a:gd name="connsiteX80" fmla="*/ 5221533 w 12192000"/>
              <a:gd name="connsiteY80" fmla="*/ 1846950 h 2237474"/>
              <a:gd name="connsiteX81" fmla="*/ 5149802 w 12192000"/>
              <a:gd name="connsiteY81" fmla="*/ 1844846 h 2237474"/>
              <a:gd name="connsiteX82" fmla="*/ 5114927 w 12192000"/>
              <a:gd name="connsiteY82" fmla="*/ 1847827 h 2237474"/>
              <a:gd name="connsiteX83" fmla="*/ 5108970 w 12192000"/>
              <a:gd name="connsiteY83" fmla="*/ 1847935 h 2237474"/>
              <a:gd name="connsiteX84" fmla="*/ 5067961 w 12192000"/>
              <a:gd name="connsiteY84" fmla="*/ 1845917 h 2237474"/>
              <a:gd name="connsiteX85" fmla="*/ 5007075 w 12192000"/>
              <a:gd name="connsiteY85" fmla="*/ 1838626 h 2237474"/>
              <a:gd name="connsiteX86" fmla="*/ 4944087 w 12192000"/>
              <a:gd name="connsiteY86" fmla="*/ 1823332 h 2237474"/>
              <a:gd name="connsiteX87" fmla="*/ 4907662 w 12192000"/>
              <a:gd name="connsiteY87" fmla="*/ 1816900 h 2237474"/>
              <a:gd name="connsiteX88" fmla="*/ 4882386 w 12192000"/>
              <a:gd name="connsiteY88" fmla="*/ 1809844 h 2237474"/>
              <a:gd name="connsiteX89" fmla="*/ 4811440 w 12192000"/>
              <a:gd name="connsiteY89" fmla="*/ 1804655 h 2237474"/>
              <a:gd name="connsiteX90" fmla="*/ 4691075 w 12192000"/>
              <a:gd name="connsiteY90" fmla="*/ 1801389 h 2237474"/>
              <a:gd name="connsiteX91" fmla="*/ 4611738 w 12192000"/>
              <a:gd name="connsiteY91" fmla="*/ 1776964 h 2237474"/>
              <a:gd name="connsiteX92" fmla="*/ 4536503 w 12192000"/>
              <a:gd name="connsiteY92" fmla="*/ 1785334 h 2237474"/>
              <a:gd name="connsiteX93" fmla="*/ 4513724 w 12192000"/>
              <a:gd name="connsiteY93" fmla="*/ 1791996 h 2237474"/>
              <a:gd name="connsiteX94" fmla="*/ 4459810 w 12192000"/>
              <a:gd name="connsiteY94" fmla="*/ 1797886 h 2237474"/>
              <a:gd name="connsiteX95" fmla="*/ 4379064 w 12192000"/>
              <a:gd name="connsiteY95" fmla="*/ 1817177 h 2237474"/>
              <a:gd name="connsiteX96" fmla="*/ 4290981 w 12192000"/>
              <a:gd name="connsiteY96" fmla="*/ 1839677 h 2237474"/>
              <a:gd name="connsiteX97" fmla="*/ 4238372 w 12192000"/>
              <a:gd name="connsiteY97" fmla="*/ 1851480 h 2237474"/>
              <a:gd name="connsiteX98" fmla="*/ 4232517 w 12192000"/>
              <a:gd name="connsiteY98" fmla="*/ 1852567 h 2237474"/>
              <a:gd name="connsiteX99" fmla="*/ 4191732 w 12192000"/>
              <a:gd name="connsiteY99" fmla="*/ 1857328 h 2237474"/>
              <a:gd name="connsiteX100" fmla="*/ 4065532 w 12192000"/>
              <a:gd name="connsiteY100" fmla="*/ 1855477 h 2237474"/>
              <a:gd name="connsiteX101" fmla="*/ 4028460 w 12192000"/>
              <a:gd name="connsiteY101" fmla="*/ 1855137 h 2237474"/>
              <a:gd name="connsiteX102" fmla="*/ 4002267 w 12192000"/>
              <a:gd name="connsiteY102" fmla="*/ 1852352 h 2237474"/>
              <a:gd name="connsiteX103" fmla="*/ 3931396 w 12192000"/>
              <a:gd name="connsiteY103" fmla="*/ 1858915 h 2237474"/>
              <a:gd name="connsiteX104" fmla="*/ 3812162 w 12192000"/>
              <a:gd name="connsiteY104" fmla="*/ 1875501 h 2237474"/>
              <a:gd name="connsiteX105" fmla="*/ 3729530 w 12192000"/>
              <a:gd name="connsiteY105" fmla="*/ 1864513 h 2237474"/>
              <a:gd name="connsiteX106" fmla="*/ 3680177 w 12192000"/>
              <a:gd name="connsiteY106" fmla="*/ 1881552 h 2237474"/>
              <a:gd name="connsiteX107" fmla="*/ 3567259 w 12192000"/>
              <a:gd name="connsiteY107" fmla="*/ 1893482 h 2237474"/>
              <a:gd name="connsiteX108" fmla="*/ 3405770 w 12192000"/>
              <a:gd name="connsiteY108" fmla="*/ 1904591 h 2237474"/>
              <a:gd name="connsiteX109" fmla="*/ 3280097 w 12192000"/>
              <a:gd name="connsiteY109" fmla="*/ 1919610 h 2237474"/>
              <a:gd name="connsiteX110" fmla="*/ 3123424 w 12192000"/>
              <a:gd name="connsiteY110" fmla="*/ 1952930 h 2237474"/>
              <a:gd name="connsiteX111" fmla="*/ 3009910 w 12192000"/>
              <a:gd name="connsiteY111" fmla="*/ 1957866 h 2237474"/>
              <a:gd name="connsiteX112" fmla="*/ 2995934 w 12192000"/>
              <a:gd name="connsiteY112" fmla="*/ 1967085 h 2237474"/>
              <a:gd name="connsiteX113" fmla="*/ 2980071 w 12192000"/>
              <a:gd name="connsiteY113" fmla="*/ 1972988 h 2237474"/>
              <a:gd name="connsiteX114" fmla="*/ 2978094 w 12192000"/>
              <a:gd name="connsiteY114" fmla="*/ 1972369 h 2237474"/>
              <a:gd name="connsiteX115" fmla="*/ 2942858 w 12192000"/>
              <a:gd name="connsiteY115" fmla="*/ 1981367 h 2237474"/>
              <a:gd name="connsiteX116" fmla="*/ 2875436 w 12192000"/>
              <a:gd name="connsiteY116" fmla="*/ 1996977 h 2237474"/>
              <a:gd name="connsiteX117" fmla="*/ 2874892 w 12192000"/>
              <a:gd name="connsiteY117" fmla="*/ 1996085 h 2237474"/>
              <a:gd name="connsiteX118" fmla="*/ 2864145 w 12192000"/>
              <a:gd name="connsiteY118" fmla="*/ 1994061 h 2237474"/>
              <a:gd name="connsiteX119" fmla="*/ 2843662 w 12192000"/>
              <a:gd name="connsiteY119" fmla="*/ 1992498 h 2237474"/>
              <a:gd name="connsiteX120" fmla="*/ 2796128 w 12192000"/>
              <a:gd name="connsiteY120" fmla="*/ 1976403 h 2237474"/>
              <a:gd name="connsiteX121" fmla="*/ 2756784 w 12192000"/>
              <a:gd name="connsiteY121" fmla="*/ 1985116 h 2237474"/>
              <a:gd name="connsiteX122" fmla="*/ 2748833 w 12192000"/>
              <a:gd name="connsiteY122" fmla="*/ 1986323 h 2237474"/>
              <a:gd name="connsiteX123" fmla="*/ 2748661 w 12192000"/>
              <a:gd name="connsiteY123" fmla="*/ 1986122 h 2237474"/>
              <a:gd name="connsiteX124" fmla="*/ 2740251 w 12192000"/>
              <a:gd name="connsiteY124" fmla="*/ 1986946 h 2237474"/>
              <a:gd name="connsiteX125" fmla="*/ 2718916 w 12192000"/>
              <a:gd name="connsiteY125" fmla="*/ 1990867 h 2237474"/>
              <a:gd name="connsiteX126" fmla="*/ 2713522 w 12192000"/>
              <a:gd name="connsiteY126" fmla="*/ 1990173 h 2237474"/>
              <a:gd name="connsiteX127" fmla="*/ 2680597 w 12192000"/>
              <a:gd name="connsiteY127" fmla="*/ 1984996 h 2237474"/>
              <a:gd name="connsiteX128" fmla="*/ 2578178 w 12192000"/>
              <a:gd name="connsiteY128" fmla="*/ 1990531 h 2237474"/>
              <a:gd name="connsiteX129" fmla="*/ 2476147 w 12192000"/>
              <a:gd name="connsiteY129" fmla="*/ 1998305 h 2237474"/>
              <a:gd name="connsiteX130" fmla="*/ 2373568 w 12192000"/>
              <a:gd name="connsiteY130" fmla="*/ 2003219 h 2237474"/>
              <a:gd name="connsiteX131" fmla="*/ 2321399 w 12192000"/>
              <a:gd name="connsiteY131" fmla="*/ 1989467 h 2237474"/>
              <a:gd name="connsiteX132" fmla="*/ 2315525 w 12192000"/>
              <a:gd name="connsiteY132" fmla="*/ 1989708 h 2237474"/>
              <a:gd name="connsiteX133" fmla="*/ 2300792 w 12192000"/>
              <a:gd name="connsiteY133" fmla="*/ 1994290 h 2237474"/>
              <a:gd name="connsiteX134" fmla="*/ 2295469 w 12192000"/>
              <a:gd name="connsiteY134" fmla="*/ 1996659 h 2237474"/>
              <a:gd name="connsiteX135" fmla="*/ 2287219 w 12192000"/>
              <a:gd name="connsiteY135" fmla="*/ 1998750 h 2237474"/>
              <a:gd name="connsiteX136" fmla="*/ 2286948 w 12192000"/>
              <a:gd name="connsiteY136" fmla="*/ 1998596 h 2237474"/>
              <a:gd name="connsiteX137" fmla="*/ 2243069 w 12192000"/>
              <a:gd name="connsiteY137" fmla="*/ 2015111 h 2237474"/>
              <a:gd name="connsiteX138" fmla="*/ 2186609 w 12192000"/>
              <a:gd name="connsiteY138" fmla="*/ 2008263 h 2237474"/>
              <a:gd name="connsiteX139" fmla="*/ 2164831 w 12192000"/>
              <a:gd name="connsiteY139" fmla="*/ 2010143 h 2237474"/>
              <a:gd name="connsiteX140" fmla="*/ 2152836 w 12192000"/>
              <a:gd name="connsiteY140" fmla="*/ 2010048 h 2237474"/>
              <a:gd name="connsiteX141" fmla="*/ 2117102 w 12192000"/>
              <a:gd name="connsiteY141" fmla="*/ 2023004 h 2237474"/>
              <a:gd name="connsiteX142" fmla="*/ 2111935 w 12192000"/>
              <a:gd name="connsiteY142" fmla="*/ 2023163 h 2237474"/>
              <a:gd name="connsiteX143" fmla="*/ 2089991 w 12192000"/>
              <a:gd name="connsiteY143" fmla="*/ 2034193 h 2237474"/>
              <a:gd name="connsiteX144" fmla="*/ 2058061 w 12192000"/>
              <a:gd name="connsiteY144" fmla="*/ 2047942 h 2237474"/>
              <a:gd name="connsiteX145" fmla="*/ 2055737 w 12192000"/>
              <a:gd name="connsiteY145" fmla="*/ 2047704 h 2237474"/>
              <a:gd name="connsiteX146" fmla="*/ 2042244 w 12192000"/>
              <a:gd name="connsiteY146" fmla="*/ 2055560 h 2237474"/>
              <a:gd name="connsiteX147" fmla="*/ 1976224 w 12192000"/>
              <a:gd name="connsiteY147" fmla="*/ 2074257 h 2237474"/>
              <a:gd name="connsiteX148" fmla="*/ 1877728 w 12192000"/>
              <a:gd name="connsiteY148" fmla="*/ 2101004 h 2237474"/>
              <a:gd name="connsiteX149" fmla="*/ 1759056 w 12192000"/>
              <a:gd name="connsiteY149" fmla="*/ 2125608 h 2237474"/>
              <a:gd name="connsiteX150" fmla="*/ 1637948 w 12192000"/>
              <a:gd name="connsiteY150" fmla="*/ 2172597 h 2237474"/>
              <a:gd name="connsiteX151" fmla="*/ 1434549 w 12192000"/>
              <a:gd name="connsiteY151" fmla="*/ 2234522 h 2237474"/>
              <a:gd name="connsiteX152" fmla="*/ 1398481 w 12192000"/>
              <a:gd name="connsiteY152" fmla="*/ 2237074 h 2237474"/>
              <a:gd name="connsiteX153" fmla="*/ 1398407 w 12192000"/>
              <a:gd name="connsiteY153" fmla="*/ 2237095 h 2237474"/>
              <a:gd name="connsiteX154" fmla="*/ 1370962 w 12192000"/>
              <a:gd name="connsiteY154" fmla="*/ 2237474 h 2237474"/>
              <a:gd name="connsiteX155" fmla="*/ 1356367 w 12192000"/>
              <a:gd name="connsiteY155" fmla="*/ 2235089 h 2237474"/>
              <a:gd name="connsiteX156" fmla="*/ 1324828 w 12192000"/>
              <a:gd name="connsiteY156" fmla="*/ 2231968 h 2237474"/>
              <a:gd name="connsiteX157" fmla="*/ 1297744 w 12192000"/>
              <a:gd name="connsiteY157" fmla="*/ 2235849 h 2237474"/>
              <a:gd name="connsiteX158" fmla="*/ 1286236 w 12192000"/>
              <a:gd name="connsiteY158" fmla="*/ 2233135 h 2237474"/>
              <a:gd name="connsiteX159" fmla="*/ 1283504 w 12192000"/>
              <a:gd name="connsiteY159" fmla="*/ 2233797 h 2237474"/>
              <a:gd name="connsiteX160" fmla="*/ 1279765 w 12192000"/>
              <a:gd name="connsiteY160" fmla="*/ 2229639 h 2237474"/>
              <a:gd name="connsiteX161" fmla="*/ 1195347 w 12192000"/>
              <a:gd name="connsiteY161" fmla="*/ 2212354 h 2237474"/>
              <a:gd name="connsiteX162" fmla="*/ 970251 w 12192000"/>
              <a:gd name="connsiteY162" fmla="*/ 2221029 h 2237474"/>
              <a:gd name="connsiteX163" fmla="*/ 812914 w 12192000"/>
              <a:gd name="connsiteY163" fmla="*/ 2202752 h 2237474"/>
              <a:gd name="connsiteX164" fmla="*/ 800195 w 12192000"/>
              <a:gd name="connsiteY164" fmla="*/ 2209407 h 2237474"/>
              <a:gd name="connsiteX165" fmla="*/ 784978 w 12192000"/>
              <a:gd name="connsiteY165" fmla="*/ 2212360 h 2237474"/>
              <a:gd name="connsiteX166" fmla="*/ 681987 w 12192000"/>
              <a:gd name="connsiteY166" fmla="*/ 2216757 h 2237474"/>
              <a:gd name="connsiteX167" fmla="*/ 669923 w 12192000"/>
              <a:gd name="connsiteY167" fmla="*/ 2211682 h 2237474"/>
              <a:gd name="connsiteX168" fmla="*/ 648680 w 12192000"/>
              <a:gd name="connsiteY168" fmla="*/ 2206229 h 2237474"/>
              <a:gd name="connsiteX169" fmla="*/ 597225 w 12192000"/>
              <a:gd name="connsiteY169" fmla="*/ 2180999 h 2237474"/>
              <a:gd name="connsiteX170" fmla="*/ 558449 w 12192000"/>
              <a:gd name="connsiteY170" fmla="*/ 2182346 h 2237474"/>
              <a:gd name="connsiteX171" fmla="*/ 550517 w 12192000"/>
              <a:gd name="connsiteY171" fmla="*/ 2182060 h 2237474"/>
              <a:gd name="connsiteX172" fmla="*/ 550309 w 12192000"/>
              <a:gd name="connsiteY172" fmla="*/ 2181825 h 2237474"/>
              <a:gd name="connsiteX173" fmla="*/ 541836 w 12192000"/>
              <a:gd name="connsiteY173" fmla="*/ 2181063 h 2237474"/>
              <a:gd name="connsiteX174" fmla="*/ 536057 w 12192000"/>
              <a:gd name="connsiteY174" fmla="*/ 2181537 h 2237474"/>
              <a:gd name="connsiteX175" fmla="*/ 520671 w 12192000"/>
              <a:gd name="connsiteY175" fmla="*/ 2180980 h 2237474"/>
              <a:gd name="connsiteX176" fmla="*/ 515024 w 12192000"/>
              <a:gd name="connsiteY176" fmla="*/ 2179258 h 2237474"/>
              <a:gd name="connsiteX177" fmla="*/ 512278 w 12192000"/>
              <a:gd name="connsiteY177" fmla="*/ 2176369 h 2237474"/>
              <a:gd name="connsiteX178" fmla="*/ 480419 w 12192000"/>
              <a:gd name="connsiteY178" fmla="*/ 2167807 h 2237474"/>
              <a:gd name="connsiteX179" fmla="*/ 413835 w 12192000"/>
              <a:gd name="connsiteY179" fmla="*/ 2156783 h 2237474"/>
              <a:gd name="connsiteX180" fmla="*/ 376513 w 12192000"/>
              <a:gd name="connsiteY180" fmla="*/ 2154014 h 2237474"/>
              <a:gd name="connsiteX181" fmla="*/ 273386 w 12192000"/>
              <a:gd name="connsiteY181" fmla="*/ 2142551 h 2237474"/>
              <a:gd name="connsiteX182" fmla="*/ 169207 w 12192000"/>
              <a:gd name="connsiteY182" fmla="*/ 2128100 h 2237474"/>
              <a:gd name="connsiteX183" fmla="*/ 93149 w 12192000"/>
              <a:gd name="connsiteY183" fmla="*/ 2105324 h 2237474"/>
              <a:gd name="connsiteX184" fmla="*/ 88109 w 12192000"/>
              <a:gd name="connsiteY184" fmla="*/ 2106704 h 2237474"/>
              <a:gd name="connsiteX185" fmla="*/ 80022 w 12192000"/>
              <a:gd name="connsiteY185" fmla="*/ 2107254 h 2237474"/>
              <a:gd name="connsiteX186" fmla="*/ 79717 w 12192000"/>
              <a:gd name="connsiteY186" fmla="*/ 2107046 h 2237474"/>
              <a:gd name="connsiteX187" fmla="*/ 72352 w 12192000"/>
              <a:gd name="connsiteY187" fmla="*/ 2107991 h 2237474"/>
              <a:gd name="connsiteX188" fmla="*/ 37645 w 12192000"/>
              <a:gd name="connsiteY188" fmla="*/ 2115401 h 2237474"/>
              <a:gd name="connsiteX189" fmla="*/ 4572 w 12192000"/>
              <a:gd name="connsiteY189" fmla="*/ 2111091 h 2237474"/>
              <a:gd name="connsiteX190" fmla="*/ 0 w 12192000"/>
              <a:gd name="connsiteY190" fmla="*/ 2110468 h 2237474"/>
              <a:gd name="connsiteX191" fmla="*/ 0 w 12192000"/>
              <a:gd name="connsiteY191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44189 w 12192000"/>
              <a:gd name="connsiteY24" fmla="*/ 938966 h 2237474"/>
              <a:gd name="connsiteX25" fmla="*/ 9500499 w 12192000"/>
              <a:gd name="connsiteY25" fmla="*/ 954680 h 2237474"/>
              <a:gd name="connsiteX26" fmla="*/ 9428195 w 12192000"/>
              <a:gd name="connsiteY26" fmla="*/ 986225 h 2237474"/>
              <a:gd name="connsiteX27" fmla="*/ 9410017 w 12192000"/>
              <a:gd name="connsiteY27" fmla="*/ 993931 h 2237474"/>
              <a:gd name="connsiteX28" fmla="*/ 9392919 w 12192000"/>
              <a:gd name="connsiteY28" fmla="*/ 994656 h 2237474"/>
              <a:gd name="connsiteX29" fmla="*/ 9278619 w 12192000"/>
              <a:gd name="connsiteY29" fmla="*/ 1011878 h 2237474"/>
              <a:gd name="connsiteX30" fmla="*/ 9268019 w 12192000"/>
              <a:gd name="connsiteY30" fmla="*/ 1007442 h 2237474"/>
              <a:gd name="connsiteX31" fmla="*/ 9234662 w 12192000"/>
              <a:gd name="connsiteY31" fmla="*/ 1023056 h 2237474"/>
              <a:gd name="connsiteX32" fmla="*/ 9181033 w 12192000"/>
              <a:gd name="connsiteY32" fmla="*/ 1037921 h 2237474"/>
              <a:gd name="connsiteX33" fmla="*/ 9155969 w 12192000"/>
              <a:gd name="connsiteY33" fmla="*/ 1046804 h 2237474"/>
              <a:gd name="connsiteX34" fmla="*/ 9133985 w 12192000"/>
              <a:gd name="connsiteY34" fmla="*/ 1046450 h 2237474"/>
              <a:gd name="connsiteX35" fmla="*/ 9003462 w 12192000"/>
              <a:gd name="connsiteY35" fmla="*/ 1042406 h 2237474"/>
              <a:gd name="connsiteX36" fmla="*/ 8968445 w 12192000"/>
              <a:gd name="connsiteY36" fmla="*/ 1052169 h 2237474"/>
              <a:gd name="connsiteX37" fmla="*/ 8886001 w 12192000"/>
              <a:gd name="connsiteY37" fmla="*/ 1067468 h 2237474"/>
              <a:gd name="connsiteX38" fmla="*/ 8838610 w 12192000"/>
              <a:gd name="connsiteY38" fmla="*/ 1075091 h 2237474"/>
              <a:gd name="connsiteX39" fmla="*/ 8750383 w 12192000"/>
              <a:gd name="connsiteY39" fmla="*/ 1097387 h 2237474"/>
              <a:gd name="connsiteX40" fmla="*/ 8665605 w 12192000"/>
              <a:gd name="connsiteY40" fmla="*/ 1110791 h 2237474"/>
              <a:gd name="connsiteX41" fmla="*/ 8584946 w 12192000"/>
              <a:gd name="connsiteY41" fmla="*/ 1135226 h 2237474"/>
              <a:gd name="connsiteX42" fmla="*/ 8460755 w 12192000"/>
              <a:gd name="connsiteY42" fmla="*/ 1203427 h 2237474"/>
              <a:gd name="connsiteX43" fmla="*/ 8419755 w 12192000"/>
              <a:gd name="connsiteY43" fmla="*/ 1216260 h 2237474"/>
              <a:gd name="connsiteX44" fmla="*/ 8411626 w 12192000"/>
              <a:gd name="connsiteY44" fmla="*/ 1214397 h 2237474"/>
              <a:gd name="connsiteX45" fmla="*/ 8363469 w 12192000"/>
              <a:gd name="connsiteY45" fmla="*/ 1246658 h 2237474"/>
              <a:gd name="connsiteX46" fmla="*/ 8275497 w 12192000"/>
              <a:gd name="connsiteY46" fmla="*/ 1264396 h 2237474"/>
              <a:gd name="connsiteX47" fmla="*/ 8206287 w 12192000"/>
              <a:gd name="connsiteY47" fmla="*/ 1273060 h 2237474"/>
              <a:gd name="connsiteX48" fmla="*/ 8139997 w 12192000"/>
              <a:gd name="connsiteY48" fmla="*/ 1282713 h 2237474"/>
              <a:gd name="connsiteX49" fmla="*/ 8074238 w 12192000"/>
              <a:gd name="connsiteY49" fmla="*/ 1301895 h 2237474"/>
              <a:gd name="connsiteX50" fmla="*/ 7942099 w 12192000"/>
              <a:gd name="connsiteY50" fmla="*/ 1336332 h 2237474"/>
              <a:gd name="connsiteX51" fmla="*/ 7902328 w 12192000"/>
              <a:gd name="connsiteY51" fmla="*/ 1345865 h 2237474"/>
              <a:gd name="connsiteX52" fmla="*/ 7840612 w 12192000"/>
              <a:gd name="connsiteY52" fmla="*/ 1369373 h 2237474"/>
              <a:gd name="connsiteX53" fmla="*/ 7786819 w 12192000"/>
              <a:gd name="connsiteY53" fmla="*/ 1378970 h 2237474"/>
              <a:gd name="connsiteX54" fmla="*/ 7548172 w 12192000"/>
              <a:gd name="connsiteY54" fmla="*/ 1417460 h 2237474"/>
              <a:gd name="connsiteX55" fmla="*/ 7483437 w 12192000"/>
              <a:gd name="connsiteY55" fmla="*/ 1478152 h 2237474"/>
              <a:gd name="connsiteX56" fmla="*/ 7377870 w 12192000"/>
              <a:gd name="connsiteY56" fmla="*/ 1523319 h 2237474"/>
              <a:gd name="connsiteX57" fmla="*/ 7230737 w 12192000"/>
              <a:gd name="connsiteY57" fmla="*/ 1562633 h 2237474"/>
              <a:gd name="connsiteX58" fmla="*/ 7224458 w 12192000"/>
              <a:gd name="connsiteY58" fmla="*/ 1573008 h 2237474"/>
              <a:gd name="connsiteX59" fmla="*/ 7183121 w 12192000"/>
              <a:gd name="connsiteY59" fmla="*/ 1595162 h 2237474"/>
              <a:gd name="connsiteX60" fmla="*/ 7164601 w 12192000"/>
              <a:gd name="connsiteY60" fmla="*/ 1606490 h 2237474"/>
              <a:gd name="connsiteX61" fmla="*/ 7031309 w 12192000"/>
              <a:gd name="connsiteY61" fmla="*/ 1619451 h 2237474"/>
              <a:gd name="connsiteX62" fmla="*/ 6900177 w 12192000"/>
              <a:gd name="connsiteY62" fmla="*/ 1636016 h 2237474"/>
              <a:gd name="connsiteX63" fmla="*/ 6795372 w 12192000"/>
              <a:gd name="connsiteY63" fmla="*/ 1644845 h 2237474"/>
              <a:gd name="connsiteX64" fmla="*/ 6692251 w 12192000"/>
              <a:gd name="connsiteY64" fmla="*/ 1656357 h 2237474"/>
              <a:gd name="connsiteX65" fmla="*/ 6655235 w 12192000"/>
              <a:gd name="connsiteY65" fmla="*/ 1661869 h 2237474"/>
              <a:gd name="connsiteX66" fmla="*/ 6554894 w 12192000"/>
              <a:gd name="connsiteY66" fmla="*/ 1664428 h 2237474"/>
              <a:gd name="connsiteX67" fmla="*/ 6516595 w 12192000"/>
              <a:gd name="connsiteY67" fmla="*/ 1667475 h 2237474"/>
              <a:gd name="connsiteX68" fmla="*/ 6508541 w 12192000"/>
              <a:gd name="connsiteY68" fmla="*/ 1668757 h 2237474"/>
              <a:gd name="connsiteX69" fmla="*/ 6471012 w 12192000"/>
              <a:gd name="connsiteY69" fmla="*/ 1678604 h 2237474"/>
              <a:gd name="connsiteX70" fmla="*/ 6364035 w 12192000"/>
              <a:gd name="connsiteY70" fmla="*/ 1667683 h 2237474"/>
              <a:gd name="connsiteX71" fmla="*/ 6280959 w 12192000"/>
              <a:gd name="connsiteY71" fmla="*/ 1689329 h 2237474"/>
              <a:gd name="connsiteX72" fmla="*/ 6243319 w 12192000"/>
              <a:gd name="connsiteY72" fmla="*/ 1695560 h 2237474"/>
              <a:gd name="connsiteX73" fmla="*/ 6098321 w 12192000"/>
              <a:gd name="connsiteY73" fmla="*/ 1721646 h 2237474"/>
              <a:gd name="connsiteX74" fmla="*/ 5880652 w 12192000"/>
              <a:gd name="connsiteY74" fmla="*/ 1779643 h 2237474"/>
              <a:gd name="connsiteX75" fmla="*/ 5785959 w 12192000"/>
              <a:gd name="connsiteY75" fmla="*/ 1775307 h 2237474"/>
              <a:gd name="connsiteX76" fmla="*/ 5643534 w 12192000"/>
              <a:gd name="connsiteY76" fmla="*/ 1802919 h 2237474"/>
              <a:gd name="connsiteX77" fmla="*/ 5518799 w 12192000"/>
              <a:gd name="connsiteY77" fmla="*/ 1818312 h 2237474"/>
              <a:gd name="connsiteX78" fmla="*/ 5505014 w 12192000"/>
              <a:gd name="connsiteY78" fmla="*/ 1819259 h 2237474"/>
              <a:gd name="connsiteX79" fmla="*/ 5453307 w 12192000"/>
              <a:gd name="connsiteY79" fmla="*/ 1815450 h 2237474"/>
              <a:gd name="connsiteX80" fmla="*/ 5221533 w 12192000"/>
              <a:gd name="connsiteY80" fmla="*/ 1846950 h 2237474"/>
              <a:gd name="connsiteX81" fmla="*/ 5149802 w 12192000"/>
              <a:gd name="connsiteY81" fmla="*/ 1844846 h 2237474"/>
              <a:gd name="connsiteX82" fmla="*/ 5114927 w 12192000"/>
              <a:gd name="connsiteY82" fmla="*/ 1847827 h 2237474"/>
              <a:gd name="connsiteX83" fmla="*/ 5108970 w 12192000"/>
              <a:gd name="connsiteY83" fmla="*/ 1847935 h 2237474"/>
              <a:gd name="connsiteX84" fmla="*/ 5067961 w 12192000"/>
              <a:gd name="connsiteY84" fmla="*/ 1845917 h 2237474"/>
              <a:gd name="connsiteX85" fmla="*/ 5007075 w 12192000"/>
              <a:gd name="connsiteY85" fmla="*/ 1838626 h 2237474"/>
              <a:gd name="connsiteX86" fmla="*/ 4944087 w 12192000"/>
              <a:gd name="connsiteY86" fmla="*/ 1823332 h 2237474"/>
              <a:gd name="connsiteX87" fmla="*/ 4907662 w 12192000"/>
              <a:gd name="connsiteY87" fmla="*/ 1816900 h 2237474"/>
              <a:gd name="connsiteX88" fmla="*/ 4882386 w 12192000"/>
              <a:gd name="connsiteY88" fmla="*/ 1809844 h 2237474"/>
              <a:gd name="connsiteX89" fmla="*/ 4811440 w 12192000"/>
              <a:gd name="connsiteY89" fmla="*/ 1804655 h 2237474"/>
              <a:gd name="connsiteX90" fmla="*/ 4691075 w 12192000"/>
              <a:gd name="connsiteY90" fmla="*/ 1801389 h 2237474"/>
              <a:gd name="connsiteX91" fmla="*/ 4640313 w 12192000"/>
              <a:gd name="connsiteY91" fmla="*/ 1784307 h 2237474"/>
              <a:gd name="connsiteX92" fmla="*/ 4536503 w 12192000"/>
              <a:gd name="connsiteY92" fmla="*/ 1785334 h 2237474"/>
              <a:gd name="connsiteX93" fmla="*/ 4513724 w 12192000"/>
              <a:gd name="connsiteY93" fmla="*/ 1791996 h 2237474"/>
              <a:gd name="connsiteX94" fmla="*/ 4459810 w 12192000"/>
              <a:gd name="connsiteY94" fmla="*/ 1797886 h 2237474"/>
              <a:gd name="connsiteX95" fmla="*/ 4379064 w 12192000"/>
              <a:gd name="connsiteY95" fmla="*/ 1817177 h 2237474"/>
              <a:gd name="connsiteX96" fmla="*/ 4290981 w 12192000"/>
              <a:gd name="connsiteY96" fmla="*/ 1839677 h 2237474"/>
              <a:gd name="connsiteX97" fmla="*/ 4238372 w 12192000"/>
              <a:gd name="connsiteY97" fmla="*/ 1851480 h 2237474"/>
              <a:gd name="connsiteX98" fmla="*/ 4232517 w 12192000"/>
              <a:gd name="connsiteY98" fmla="*/ 1852567 h 2237474"/>
              <a:gd name="connsiteX99" fmla="*/ 4191732 w 12192000"/>
              <a:gd name="connsiteY99" fmla="*/ 1857328 h 2237474"/>
              <a:gd name="connsiteX100" fmla="*/ 4065532 w 12192000"/>
              <a:gd name="connsiteY100" fmla="*/ 1855477 h 2237474"/>
              <a:gd name="connsiteX101" fmla="*/ 4028460 w 12192000"/>
              <a:gd name="connsiteY101" fmla="*/ 1855137 h 2237474"/>
              <a:gd name="connsiteX102" fmla="*/ 4002267 w 12192000"/>
              <a:gd name="connsiteY102" fmla="*/ 1852352 h 2237474"/>
              <a:gd name="connsiteX103" fmla="*/ 3931396 w 12192000"/>
              <a:gd name="connsiteY103" fmla="*/ 1858915 h 2237474"/>
              <a:gd name="connsiteX104" fmla="*/ 3812162 w 12192000"/>
              <a:gd name="connsiteY104" fmla="*/ 1875501 h 2237474"/>
              <a:gd name="connsiteX105" fmla="*/ 3729530 w 12192000"/>
              <a:gd name="connsiteY105" fmla="*/ 1864513 h 2237474"/>
              <a:gd name="connsiteX106" fmla="*/ 3680177 w 12192000"/>
              <a:gd name="connsiteY106" fmla="*/ 1881552 h 2237474"/>
              <a:gd name="connsiteX107" fmla="*/ 3567259 w 12192000"/>
              <a:gd name="connsiteY107" fmla="*/ 1893482 h 2237474"/>
              <a:gd name="connsiteX108" fmla="*/ 3405770 w 12192000"/>
              <a:gd name="connsiteY108" fmla="*/ 1904591 h 2237474"/>
              <a:gd name="connsiteX109" fmla="*/ 3280097 w 12192000"/>
              <a:gd name="connsiteY109" fmla="*/ 1919610 h 2237474"/>
              <a:gd name="connsiteX110" fmla="*/ 3123424 w 12192000"/>
              <a:gd name="connsiteY110" fmla="*/ 1952930 h 2237474"/>
              <a:gd name="connsiteX111" fmla="*/ 3009910 w 12192000"/>
              <a:gd name="connsiteY111" fmla="*/ 1957866 h 2237474"/>
              <a:gd name="connsiteX112" fmla="*/ 2995934 w 12192000"/>
              <a:gd name="connsiteY112" fmla="*/ 1967085 h 2237474"/>
              <a:gd name="connsiteX113" fmla="*/ 2980071 w 12192000"/>
              <a:gd name="connsiteY113" fmla="*/ 1972988 h 2237474"/>
              <a:gd name="connsiteX114" fmla="*/ 2978094 w 12192000"/>
              <a:gd name="connsiteY114" fmla="*/ 1972369 h 2237474"/>
              <a:gd name="connsiteX115" fmla="*/ 2942858 w 12192000"/>
              <a:gd name="connsiteY115" fmla="*/ 1981367 h 2237474"/>
              <a:gd name="connsiteX116" fmla="*/ 2875436 w 12192000"/>
              <a:gd name="connsiteY116" fmla="*/ 1996977 h 2237474"/>
              <a:gd name="connsiteX117" fmla="*/ 2874892 w 12192000"/>
              <a:gd name="connsiteY117" fmla="*/ 1996085 h 2237474"/>
              <a:gd name="connsiteX118" fmla="*/ 2864145 w 12192000"/>
              <a:gd name="connsiteY118" fmla="*/ 1994061 h 2237474"/>
              <a:gd name="connsiteX119" fmla="*/ 2843662 w 12192000"/>
              <a:gd name="connsiteY119" fmla="*/ 1992498 h 2237474"/>
              <a:gd name="connsiteX120" fmla="*/ 2796128 w 12192000"/>
              <a:gd name="connsiteY120" fmla="*/ 1976403 h 2237474"/>
              <a:gd name="connsiteX121" fmla="*/ 2756784 w 12192000"/>
              <a:gd name="connsiteY121" fmla="*/ 1985116 h 2237474"/>
              <a:gd name="connsiteX122" fmla="*/ 2748833 w 12192000"/>
              <a:gd name="connsiteY122" fmla="*/ 1986323 h 2237474"/>
              <a:gd name="connsiteX123" fmla="*/ 2748661 w 12192000"/>
              <a:gd name="connsiteY123" fmla="*/ 1986122 h 2237474"/>
              <a:gd name="connsiteX124" fmla="*/ 2740251 w 12192000"/>
              <a:gd name="connsiteY124" fmla="*/ 1986946 h 2237474"/>
              <a:gd name="connsiteX125" fmla="*/ 2718916 w 12192000"/>
              <a:gd name="connsiteY125" fmla="*/ 1990867 h 2237474"/>
              <a:gd name="connsiteX126" fmla="*/ 2713522 w 12192000"/>
              <a:gd name="connsiteY126" fmla="*/ 1990173 h 2237474"/>
              <a:gd name="connsiteX127" fmla="*/ 2680597 w 12192000"/>
              <a:gd name="connsiteY127" fmla="*/ 1984996 h 2237474"/>
              <a:gd name="connsiteX128" fmla="*/ 2578178 w 12192000"/>
              <a:gd name="connsiteY128" fmla="*/ 1990531 h 2237474"/>
              <a:gd name="connsiteX129" fmla="*/ 2476147 w 12192000"/>
              <a:gd name="connsiteY129" fmla="*/ 1998305 h 2237474"/>
              <a:gd name="connsiteX130" fmla="*/ 2373568 w 12192000"/>
              <a:gd name="connsiteY130" fmla="*/ 2003219 h 2237474"/>
              <a:gd name="connsiteX131" fmla="*/ 2321399 w 12192000"/>
              <a:gd name="connsiteY131" fmla="*/ 1989467 h 2237474"/>
              <a:gd name="connsiteX132" fmla="*/ 2315525 w 12192000"/>
              <a:gd name="connsiteY132" fmla="*/ 1989708 h 2237474"/>
              <a:gd name="connsiteX133" fmla="*/ 2300792 w 12192000"/>
              <a:gd name="connsiteY133" fmla="*/ 1994290 h 2237474"/>
              <a:gd name="connsiteX134" fmla="*/ 2295469 w 12192000"/>
              <a:gd name="connsiteY134" fmla="*/ 1996659 h 2237474"/>
              <a:gd name="connsiteX135" fmla="*/ 2287219 w 12192000"/>
              <a:gd name="connsiteY135" fmla="*/ 1998750 h 2237474"/>
              <a:gd name="connsiteX136" fmla="*/ 2286948 w 12192000"/>
              <a:gd name="connsiteY136" fmla="*/ 1998596 h 2237474"/>
              <a:gd name="connsiteX137" fmla="*/ 2243069 w 12192000"/>
              <a:gd name="connsiteY137" fmla="*/ 2015111 h 2237474"/>
              <a:gd name="connsiteX138" fmla="*/ 2186609 w 12192000"/>
              <a:gd name="connsiteY138" fmla="*/ 2008263 h 2237474"/>
              <a:gd name="connsiteX139" fmla="*/ 2164831 w 12192000"/>
              <a:gd name="connsiteY139" fmla="*/ 2010143 h 2237474"/>
              <a:gd name="connsiteX140" fmla="*/ 2152836 w 12192000"/>
              <a:gd name="connsiteY140" fmla="*/ 2010048 h 2237474"/>
              <a:gd name="connsiteX141" fmla="*/ 2117102 w 12192000"/>
              <a:gd name="connsiteY141" fmla="*/ 2023004 h 2237474"/>
              <a:gd name="connsiteX142" fmla="*/ 2111935 w 12192000"/>
              <a:gd name="connsiteY142" fmla="*/ 2023163 h 2237474"/>
              <a:gd name="connsiteX143" fmla="*/ 2089991 w 12192000"/>
              <a:gd name="connsiteY143" fmla="*/ 2034193 h 2237474"/>
              <a:gd name="connsiteX144" fmla="*/ 2058061 w 12192000"/>
              <a:gd name="connsiteY144" fmla="*/ 2047942 h 2237474"/>
              <a:gd name="connsiteX145" fmla="*/ 2055737 w 12192000"/>
              <a:gd name="connsiteY145" fmla="*/ 2047704 h 2237474"/>
              <a:gd name="connsiteX146" fmla="*/ 2042244 w 12192000"/>
              <a:gd name="connsiteY146" fmla="*/ 2055560 h 2237474"/>
              <a:gd name="connsiteX147" fmla="*/ 1976224 w 12192000"/>
              <a:gd name="connsiteY147" fmla="*/ 2074257 h 2237474"/>
              <a:gd name="connsiteX148" fmla="*/ 1877728 w 12192000"/>
              <a:gd name="connsiteY148" fmla="*/ 2101004 h 2237474"/>
              <a:gd name="connsiteX149" fmla="*/ 1759056 w 12192000"/>
              <a:gd name="connsiteY149" fmla="*/ 2125608 h 2237474"/>
              <a:gd name="connsiteX150" fmla="*/ 1637948 w 12192000"/>
              <a:gd name="connsiteY150" fmla="*/ 2172597 h 2237474"/>
              <a:gd name="connsiteX151" fmla="*/ 1434549 w 12192000"/>
              <a:gd name="connsiteY151" fmla="*/ 2234522 h 2237474"/>
              <a:gd name="connsiteX152" fmla="*/ 1398481 w 12192000"/>
              <a:gd name="connsiteY152" fmla="*/ 2237074 h 2237474"/>
              <a:gd name="connsiteX153" fmla="*/ 1398407 w 12192000"/>
              <a:gd name="connsiteY153" fmla="*/ 2237095 h 2237474"/>
              <a:gd name="connsiteX154" fmla="*/ 1370962 w 12192000"/>
              <a:gd name="connsiteY154" fmla="*/ 2237474 h 2237474"/>
              <a:gd name="connsiteX155" fmla="*/ 1356367 w 12192000"/>
              <a:gd name="connsiteY155" fmla="*/ 2235089 h 2237474"/>
              <a:gd name="connsiteX156" fmla="*/ 1324828 w 12192000"/>
              <a:gd name="connsiteY156" fmla="*/ 2231968 h 2237474"/>
              <a:gd name="connsiteX157" fmla="*/ 1297744 w 12192000"/>
              <a:gd name="connsiteY157" fmla="*/ 2235849 h 2237474"/>
              <a:gd name="connsiteX158" fmla="*/ 1286236 w 12192000"/>
              <a:gd name="connsiteY158" fmla="*/ 2233135 h 2237474"/>
              <a:gd name="connsiteX159" fmla="*/ 1283504 w 12192000"/>
              <a:gd name="connsiteY159" fmla="*/ 2233797 h 2237474"/>
              <a:gd name="connsiteX160" fmla="*/ 1279765 w 12192000"/>
              <a:gd name="connsiteY160" fmla="*/ 2229639 h 2237474"/>
              <a:gd name="connsiteX161" fmla="*/ 1195347 w 12192000"/>
              <a:gd name="connsiteY161" fmla="*/ 2212354 h 2237474"/>
              <a:gd name="connsiteX162" fmla="*/ 970251 w 12192000"/>
              <a:gd name="connsiteY162" fmla="*/ 2221029 h 2237474"/>
              <a:gd name="connsiteX163" fmla="*/ 812914 w 12192000"/>
              <a:gd name="connsiteY163" fmla="*/ 2202752 h 2237474"/>
              <a:gd name="connsiteX164" fmla="*/ 800195 w 12192000"/>
              <a:gd name="connsiteY164" fmla="*/ 2209407 h 2237474"/>
              <a:gd name="connsiteX165" fmla="*/ 784978 w 12192000"/>
              <a:gd name="connsiteY165" fmla="*/ 2212360 h 2237474"/>
              <a:gd name="connsiteX166" fmla="*/ 681987 w 12192000"/>
              <a:gd name="connsiteY166" fmla="*/ 2216757 h 2237474"/>
              <a:gd name="connsiteX167" fmla="*/ 669923 w 12192000"/>
              <a:gd name="connsiteY167" fmla="*/ 2211682 h 2237474"/>
              <a:gd name="connsiteX168" fmla="*/ 648680 w 12192000"/>
              <a:gd name="connsiteY168" fmla="*/ 2206229 h 2237474"/>
              <a:gd name="connsiteX169" fmla="*/ 597225 w 12192000"/>
              <a:gd name="connsiteY169" fmla="*/ 2180999 h 2237474"/>
              <a:gd name="connsiteX170" fmla="*/ 558449 w 12192000"/>
              <a:gd name="connsiteY170" fmla="*/ 2182346 h 2237474"/>
              <a:gd name="connsiteX171" fmla="*/ 550517 w 12192000"/>
              <a:gd name="connsiteY171" fmla="*/ 2182060 h 2237474"/>
              <a:gd name="connsiteX172" fmla="*/ 550309 w 12192000"/>
              <a:gd name="connsiteY172" fmla="*/ 2181825 h 2237474"/>
              <a:gd name="connsiteX173" fmla="*/ 541836 w 12192000"/>
              <a:gd name="connsiteY173" fmla="*/ 2181063 h 2237474"/>
              <a:gd name="connsiteX174" fmla="*/ 536057 w 12192000"/>
              <a:gd name="connsiteY174" fmla="*/ 2181537 h 2237474"/>
              <a:gd name="connsiteX175" fmla="*/ 520671 w 12192000"/>
              <a:gd name="connsiteY175" fmla="*/ 2180980 h 2237474"/>
              <a:gd name="connsiteX176" fmla="*/ 515024 w 12192000"/>
              <a:gd name="connsiteY176" fmla="*/ 2179258 h 2237474"/>
              <a:gd name="connsiteX177" fmla="*/ 512278 w 12192000"/>
              <a:gd name="connsiteY177" fmla="*/ 2176369 h 2237474"/>
              <a:gd name="connsiteX178" fmla="*/ 480419 w 12192000"/>
              <a:gd name="connsiteY178" fmla="*/ 2167807 h 2237474"/>
              <a:gd name="connsiteX179" fmla="*/ 413835 w 12192000"/>
              <a:gd name="connsiteY179" fmla="*/ 2156783 h 2237474"/>
              <a:gd name="connsiteX180" fmla="*/ 376513 w 12192000"/>
              <a:gd name="connsiteY180" fmla="*/ 2154014 h 2237474"/>
              <a:gd name="connsiteX181" fmla="*/ 273386 w 12192000"/>
              <a:gd name="connsiteY181" fmla="*/ 2142551 h 2237474"/>
              <a:gd name="connsiteX182" fmla="*/ 169207 w 12192000"/>
              <a:gd name="connsiteY182" fmla="*/ 2128100 h 2237474"/>
              <a:gd name="connsiteX183" fmla="*/ 93149 w 12192000"/>
              <a:gd name="connsiteY183" fmla="*/ 2105324 h 2237474"/>
              <a:gd name="connsiteX184" fmla="*/ 88109 w 12192000"/>
              <a:gd name="connsiteY184" fmla="*/ 2106704 h 2237474"/>
              <a:gd name="connsiteX185" fmla="*/ 80022 w 12192000"/>
              <a:gd name="connsiteY185" fmla="*/ 2107254 h 2237474"/>
              <a:gd name="connsiteX186" fmla="*/ 79717 w 12192000"/>
              <a:gd name="connsiteY186" fmla="*/ 2107046 h 2237474"/>
              <a:gd name="connsiteX187" fmla="*/ 72352 w 12192000"/>
              <a:gd name="connsiteY187" fmla="*/ 2107991 h 2237474"/>
              <a:gd name="connsiteX188" fmla="*/ 37645 w 12192000"/>
              <a:gd name="connsiteY188" fmla="*/ 2115401 h 2237474"/>
              <a:gd name="connsiteX189" fmla="*/ 4572 w 12192000"/>
              <a:gd name="connsiteY189" fmla="*/ 2111091 h 2237474"/>
              <a:gd name="connsiteX190" fmla="*/ 0 w 12192000"/>
              <a:gd name="connsiteY190" fmla="*/ 2110468 h 2237474"/>
              <a:gd name="connsiteX191" fmla="*/ 0 w 12192000"/>
              <a:gd name="connsiteY191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44189 w 12192000"/>
              <a:gd name="connsiteY24" fmla="*/ 938966 h 2237474"/>
              <a:gd name="connsiteX25" fmla="*/ 9500499 w 12192000"/>
              <a:gd name="connsiteY25" fmla="*/ 954680 h 2237474"/>
              <a:gd name="connsiteX26" fmla="*/ 9428195 w 12192000"/>
              <a:gd name="connsiteY26" fmla="*/ 986225 h 2237474"/>
              <a:gd name="connsiteX27" fmla="*/ 9410017 w 12192000"/>
              <a:gd name="connsiteY27" fmla="*/ 993931 h 2237474"/>
              <a:gd name="connsiteX28" fmla="*/ 9392919 w 12192000"/>
              <a:gd name="connsiteY28" fmla="*/ 994656 h 2237474"/>
              <a:gd name="connsiteX29" fmla="*/ 9278619 w 12192000"/>
              <a:gd name="connsiteY29" fmla="*/ 1011878 h 2237474"/>
              <a:gd name="connsiteX30" fmla="*/ 9268019 w 12192000"/>
              <a:gd name="connsiteY30" fmla="*/ 1007442 h 2237474"/>
              <a:gd name="connsiteX31" fmla="*/ 9234662 w 12192000"/>
              <a:gd name="connsiteY31" fmla="*/ 1023056 h 2237474"/>
              <a:gd name="connsiteX32" fmla="*/ 9181033 w 12192000"/>
              <a:gd name="connsiteY32" fmla="*/ 1037921 h 2237474"/>
              <a:gd name="connsiteX33" fmla="*/ 9155969 w 12192000"/>
              <a:gd name="connsiteY33" fmla="*/ 1046804 h 2237474"/>
              <a:gd name="connsiteX34" fmla="*/ 9133985 w 12192000"/>
              <a:gd name="connsiteY34" fmla="*/ 1046450 h 2237474"/>
              <a:gd name="connsiteX35" fmla="*/ 9003462 w 12192000"/>
              <a:gd name="connsiteY35" fmla="*/ 1042406 h 2237474"/>
              <a:gd name="connsiteX36" fmla="*/ 8968445 w 12192000"/>
              <a:gd name="connsiteY36" fmla="*/ 1052169 h 2237474"/>
              <a:gd name="connsiteX37" fmla="*/ 8886001 w 12192000"/>
              <a:gd name="connsiteY37" fmla="*/ 1067468 h 2237474"/>
              <a:gd name="connsiteX38" fmla="*/ 8838610 w 12192000"/>
              <a:gd name="connsiteY38" fmla="*/ 1075091 h 2237474"/>
              <a:gd name="connsiteX39" fmla="*/ 8750383 w 12192000"/>
              <a:gd name="connsiteY39" fmla="*/ 1097387 h 2237474"/>
              <a:gd name="connsiteX40" fmla="*/ 8665605 w 12192000"/>
              <a:gd name="connsiteY40" fmla="*/ 1110791 h 2237474"/>
              <a:gd name="connsiteX41" fmla="*/ 8584946 w 12192000"/>
              <a:gd name="connsiteY41" fmla="*/ 1135226 h 2237474"/>
              <a:gd name="connsiteX42" fmla="*/ 8460755 w 12192000"/>
              <a:gd name="connsiteY42" fmla="*/ 1203427 h 2237474"/>
              <a:gd name="connsiteX43" fmla="*/ 8419755 w 12192000"/>
              <a:gd name="connsiteY43" fmla="*/ 1216260 h 2237474"/>
              <a:gd name="connsiteX44" fmla="*/ 8411626 w 12192000"/>
              <a:gd name="connsiteY44" fmla="*/ 1214397 h 2237474"/>
              <a:gd name="connsiteX45" fmla="*/ 8363469 w 12192000"/>
              <a:gd name="connsiteY45" fmla="*/ 1246658 h 2237474"/>
              <a:gd name="connsiteX46" fmla="*/ 8275497 w 12192000"/>
              <a:gd name="connsiteY46" fmla="*/ 1264396 h 2237474"/>
              <a:gd name="connsiteX47" fmla="*/ 8206287 w 12192000"/>
              <a:gd name="connsiteY47" fmla="*/ 1273060 h 2237474"/>
              <a:gd name="connsiteX48" fmla="*/ 8139997 w 12192000"/>
              <a:gd name="connsiteY48" fmla="*/ 1282713 h 2237474"/>
              <a:gd name="connsiteX49" fmla="*/ 8074238 w 12192000"/>
              <a:gd name="connsiteY49" fmla="*/ 1301895 h 2237474"/>
              <a:gd name="connsiteX50" fmla="*/ 7942099 w 12192000"/>
              <a:gd name="connsiteY50" fmla="*/ 1336332 h 2237474"/>
              <a:gd name="connsiteX51" fmla="*/ 7902328 w 12192000"/>
              <a:gd name="connsiteY51" fmla="*/ 1345865 h 2237474"/>
              <a:gd name="connsiteX52" fmla="*/ 7840612 w 12192000"/>
              <a:gd name="connsiteY52" fmla="*/ 1369373 h 2237474"/>
              <a:gd name="connsiteX53" fmla="*/ 7786819 w 12192000"/>
              <a:gd name="connsiteY53" fmla="*/ 1378970 h 2237474"/>
              <a:gd name="connsiteX54" fmla="*/ 7548172 w 12192000"/>
              <a:gd name="connsiteY54" fmla="*/ 1417460 h 2237474"/>
              <a:gd name="connsiteX55" fmla="*/ 7483437 w 12192000"/>
              <a:gd name="connsiteY55" fmla="*/ 1478152 h 2237474"/>
              <a:gd name="connsiteX56" fmla="*/ 7377870 w 12192000"/>
              <a:gd name="connsiteY56" fmla="*/ 1523319 h 2237474"/>
              <a:gd name="connsiteX57" fmla="*/ 7230737 w 12192000"/>
              <a:gd name="connsiteY57" fmla="*/ 1562633 h 2237474"/>
              <a:gd name="connsiteX58" fmla="*/ 7224458 w 12192000"/>
              <a:gd name="connsiteY58" fmla="*/ 1573008 h 2237474"/>
              <a:gd name="connsiteX59" fmla="*/ 7183121 w 12192000"/>
              <a:gd name="connsiteY59" fmla="*/ 1595162 h 2237474"/>
              <a:gd name="connsiteX60" fmla="*/ 7164601 w 12192000"/>
              <a:gd name="connsiteY60" fmla="*/ 1606490 h 2237474"/>
              <a:gd name="connsiteX61" fmla="*/ 7031309 w 12192000"/>
              <a:gd name="connsiteY61" fmla="*/ 1619451 h 2237474"/>
              <a:gd name="connsiteX62" fmla="*/ 6900177 w 12192000"/>
              <a:gd name="connsiteY62" fmla="*/ 1636016 h 2237474"/>
              <a:gd name="connsiteX63" fmla="*/ 6795372 w 12192000"/>
              <a:gd name="connsiteY63" fmla="*/ 1644845 h 2237474"/>
              <a:gd name="connsiteX64" fmla="*/ 6692251 w 12192000"/>
              <a:gd name="connsiteY64" fmla="*/ 1656357 h 2237474"/>
              <a:gd name="connsiteX65" fmla="*/ 6655235 w 12192000"/>
              <a:gd name="connsiteY65" fmla="*/ 1661869 h 2237474"/>
              <a:gd name="connsiteX66" fmla="*/ 6554894 w 12192000"/>
              <a:gd name="connsiteY66" fmla="*/ 1664428 h 2237474"/>
              <a:gd name="connsiteX67" fmla="*/ 6516595 w 12192000"/>
              <a:gd name="connsiteY67" fmla="*/ 1667475 h 2237474"/>
              <a:gd name="connsiteX68" fmla="*/ 6508541 w 12192000"/>
              <a:gd name="connsiteY68" fmla="*/ 1668757 h 2237474"/>
              <a:gd name="connsiteX69" fmla="*/ 6471012 w 12192000"/>
              <a:gd name="connsiteY69" fmla="*/ 1678604 h 2237474"/>
              <a:gd name="connsiteX70" fmla="*/ 6364035 w 12192000"/>
              <a:gd name="connsiteY70" fmla="*/ 1667683 h 2237474"/>
              <a:gd name="connsiteX71" fmla="*/ 6280959 w 12192000"/>
              <a:gd name="connsiteY71" fmla="*/ 1689329 h 2237474"/>
              <a:gd name="connsiteX72" fmla="*/ 6243319 w 12192000"/>
              <a:gd name="connsiteY72" fmla="*/ 1695560 h 2237474"/>
              <a:gd name="connsiteX73" fmla="*/ 6098321 w 12192000"/>
              <a:gd name="connsiteY73" fmla="*/ 1721646 h 2237474"/>
              <a:gd name="connsiteX74" fmla="*/ 5880652 w 12192000"/>
              <a:gd name="connsiteY74" fmla="*/ 1779643 h 2237474"/>
              <a:gd name="connsiteX75" fmla="*/ 5785959 w 12192000"/>
              <a:gd name="connsiteY75" fmla="*/ 1775307 h 2237474"/>
              <a:gd name="connsiteX76" fmla="*/ 5643534 w 12192000"/>
              <a:gd name="connsiteY76" fmla="*/ 1802919 h 2237474"/>
              <a:gd name="connsiteX77" fmla="*/ 5518799 w 12192000"/>
              <a:gd name="connsiteY77" fmla="*/ 1818312 h 2237474"/>
              <a:gd name="connsiteX78" fmla="*/ 5505014 w 12192000"/>
              <a:gd name="connsiteY78" fmla="*/ 1819259 h 2237474"/>
              <a:gd name="connsiteX79" fmla="*/ 5453307 w 12192000"/>
              <a:gd name="connsiteY79" fmla="*/ 1815450 h 2237474"/>
              <a:gd name="connsiteX80" fmla="*/ 5221533 w 12192000"/>
              <a:gd name="connsiteY80" fmla="*/ 1846950 h 2237474"/>
              <a:gd name="connsiteX81" fmla="*/ 5149802 w 12192000"/>
              <a:gd name="connsiteY81" fmla="*/ 1844846 h 2237474"/>
              <a:gd name="connsiteX82" fmla="*/ 5114927 w 12192000"/>
              <a:gd name="connsiteY82" fmla="*/ 1847827 h 2237474"/>
              <a:gd name="connsiteX83" fmla="*/ 5108970 w 12192000"/>
              <a:gd name="connsiteY83" fmla="*/ 1847935 h 2237474"/>
              <a:gd name="connsiteX84" fmla="*/ 5067961 w 12192000"/>
              <a:gd name="connsiteY84" fmla="*/ 1845917 h 2237474"/>
              <a:gd name="connsiteX85" fmla="*/ 5007075 w 12192000"/>
              <a:gd name="connsiteY85" fmla="*/ 1838626 h 2237474"/>
              <a:gd name="connsiteX86" fmla="*/ 4944087 w 12192000"/>
              <a:gd name="connsiteY86" fmla="*/ 1823332 h 2237474"/>
              <a:gd name="connsiteX87" fmla="*/ 4907662 w 12192000"/>
              <a:gd name="connsiteY87" fmla="*/ 1816900 h 2237474"/>
              <a:gd name="connsiteX88" fmla="*/ 4882386 w 12192000"/>
              <a:gd name="connsiteY88" fmla="*/ 1809844 h 2237474"/>
              <a:gd name="connsiteX89" fmla="*/ 4811440 w 12192000"/>
              <a:gd name="connsiteY89" fmla="*/ 1804655 h 2237474"/>
              <a:gd name="connsiteX90" fmla="*/ 4691075 w 12192000"/>
              <a:gd name="connsiteY90" fmla="*/ 1801389 h 2237474"/>
              <a:gd name="connsiteX91" fmla="*/ 4640313 w 12192000"/>
              <a:gd name="connsiteY91" fmla="*/ 1784307 h 2237474"/>
              <a:gd name="connsiteX92" fmla="*/ 4536503 w 12192000"/>
              <a:gd name="connsiteY92" fmla="*/ 1785334 h 2237474"/>
              <a:gd name="connsiteX93" fmla="*/ 4513724 w 12192000"/>
              <a:gd name="connsiteY93" fmla="*/ 1791996 h 2237474"/>
              <a:gd name="connsiteX94" fmla="*/ 4459810 w 12192000"/>
              <a:gd name="connsiteY94" fmla="*/ 1797886 h 2237474"/>
              <a:gd name="connsiteX95" fmla="*/ 4379064 w 12192000"/>
              <a:gd name="connsiteY95" fmla="*/ 1817177 h 2237474"/>
              <a:gd name="connsiteX96" fmla="*/ 4290981 w 12192000"/>
              <a:gd name="connsiteY96" fmla="*/ 1839677 h 2237474"/>
              <a:gd name="connsiteX97" fmla="*/ 4238372 w 12192000"/>
              <a:gd name="connsiteY97" fmla="*/ 1851480 h 2237474"/>
              <a:gd name="connsiteX98" fmla="*/ 4232517 w 12192000"/>
              <a:gd name="connsiteY98" fmla="*/ 1852567 h 2237474"/>
              <a:gd name="connsiteX99" fmla="*/ 4191732 w 12192000"/>
              <a:gd name="connsiteY99" fmla="*/ 1857328 h 2237474"/>
              <a:gd name="connsiteX100" fmla="*/ 4065532 w 12192000"/>
              <a:gd name="connsiteY100" fmla="*/ 1855477 h 2237474"/>
              <a:gd name="connsiteX101" fmla="*/ 4028460 w 12192000"/>
              <a:gd name="connsiteY101" fmla="*/ 1855137 h 2237474"/>
              <a:gd name="connsiteX102" fmla="*/ 4002267 w 12192000"/>
              <a:gd name="connsiteY102" fmla="*/ 1852352 h 2237474"/>
              <a:gd name="connsiteX103" fmla="*/ 3931396 w 12192000"/>
              <a:gd name="connsiteY103" fmla="*/ 1858915 h 2237474"/>
              <a:gd name="connsiteX104" fmla="*/ 3812162 w 12192000"/>
              <a:gd name="connsiteY104" fmla="*/ 1875501 h 2237474"/>
              <a:gd name="connsiteX105" fmla="*/ 3729530 w 12192000"/>
              <a:gd name="connsiteY105" fmla="*/ 1864513 h 2237474"/>
              <a:gd name="connsiteX106" fmla="*/ 3680177 w 12192000"/>
              <a:gd name="connsiteY106" fmla="*/ 1881552 h 2237474"/>
              <a:gd name="connsiteX107" fmla="*/ 3567259 w 12192000"/>
              <a:gd name="connsiteY107" fmla="*/ 1893482 h 2237474"/>
              <a:gd name="connsiteX108" fmla="*/ 3405770 w 12192000"/>
              <a:gd name="connsiteY108" fmla="*/ 1904591 h 2237474"/>
              <a:gd name="connsiteX109" fmla="*/ 3280097 w 12192000"/>
              <a:gd name="connsiteY109" fmla="*/ 1919610 h 2237474"/>
              <a:gd name="connsiteX110" fmla="*/ 3123424 w 12192000"/>
              <a:gd name="connsiteY110" fmla="*/ 1952930 h 2237474"/>
              <a:gd name="connsiteX111" fmla="*/ 3009910 w 12192000"/>
              <a:gd name="connsiteY111" fmla="*/ 1957866 h 2237474"/>
              <a:gd name="connsiteX112" fmla="*/ 2995934 w 12192000"/>
              <a:gd name="connsiteY112" fmla="*/ 1967085 h 2237474"/>
              <a:gd name="connsiteX113" fmla="*/ 2980071 w 12192000"/>
              <a:gd name="connsiteY113" fmla="*/ 1972988 h 2237474"/>
              <a:gd name="connsiteX114" fmla="*/ 2942858 w 12192000"/>
              <a:gd name="connsiteY114" fmla="*/ 1981367 h 2237474"/>
              <a:gd name="connsiteX115" fmla="*/ 2875436 w 12192000"/>
              <a:gd name="connsiteY115" fmla="*/ 1996977 h 2237474"/>
              <a:gd name="connsiteX116" fmla="*/ 2874892 w 12192000"/>
              <a:gd name="connsiteY116" fmla="*/ 1996085 h 2237474"/>
              <a:gd name="connsiteX117" fmla="*/ 2864145 w 12192000"/>
              <a:gd name="connsiteY117" fmla="*/ 1994061 h 2237474"/>
              <a:gd name="connsiteX118" fmla="*/ 2843662 w 12192000"/>
              <a:gd name="connsiteY118" fmla="*/ 1992498 h 2237474"/>
              <a:gd name="connsiteX119" fmla="*/ 2796128 w 12192000"/>
              <a:gd name="connsiteY119" fmla="*/ 1976403 h 2237474"/>
              <a:gd name="connsiteX120" fmla="*/ 2756784 w 12192000"/>
              <a:gd name="connsiteY120" fmla="*/ 1985116 h 2237474"/>
              <a:gd name="connsiteX121" fmla="*/ 2748833 w 12192000"/>
              <a:gd name="connsiteY121" fmla="*/ 1986323 h 2237474"/>
              <a:gd name="connsiteX122" fmla="*/ 2748661 w 12192000"/>
              <a:gd name="connsiteY122" fmla="*/ 1986122 h 2237474"/>
              <a:gd name="connsiteX123" fmla="*/ 2740251 w 12192000"/>
              <a:gd name="connsiteY123" fmla="*/ 1986946 h 2237474"/>
              <a:gd name="connsiteX124" fmla="*/ 2718916 w 12192000"/>
              <a:gd name="connsiteY124" fmla="*/ 1990867 h 2237474"/>
              <a:gd name="connsiteX125" fmla="*/ 2713522 w 12192000"/>
              <a:gd name="connsiteY125" fmla="*/ 1990173 h 2237474"/>
              <a:gd name="connsiteX126" fmla="*/ 2680597 w 12192000"/>
              <a:gd name="connsiteY126" fmla="*/ 1984996 h 2237474"/>
              <a:gd name="connsiteX127" fmla="*/ 2578178 w 12192000"/>
              <a:gd name="connsiteY127" fmla="*/ 1990531 h 2237474"/>
              <a:gd name="connsiteX128" fmla="*/ 2476147 w 12192000"/>
              <a:gd name="connsiteY128" fmla="*/ 1998305 h 2237474"/>
              <a:gd name="connsiteX129" fmla="*/ 2373568 w 12192000"/>
              <a:gd name="connsiteY129" fmla="*/ 2003219 h 2237474"/>
              <a:gd name="connsiteX130" fmla="*/ 2321399 w 12192000"/>
              <a:gd name="connsiteY130" fmla="*/ 1989467 h 2237474"/>
              <a:gd name="connsiteX131" fmla="*/ 2315525 w 12192000"/>
              <a:gd name="connsiteY131" fmla="*/ 1989708 h 2237474"/>
              <a:gd name="connsiteX132" fmla="*/ 2300792 w 12192000"/>
              <a:gd name="connsiteY132" fmla="*/ 1994290 h 2237474"/>
              <a:gd name="connsiteX133" fmla="*/ 2295469 w 12192000"/>
              <a:gd name="connsiteY133" fmla="*/ 1996659 h 2237474"/>
              <a:gd name="connsiteX134" fmla="*/ 2287219 w 12192000"/>
              <a:gd name="connsiteY134" fmla="*/ 1998750 h 2237474"/>
              <a:gd name="connsiteX135" fmla="*/ 2286948 w 12192000"/>
              <a:gd name="connsiteY135" fmla="*/ 1998596 h 2237474"/>
              <a:gd name="connsiteX136" fmla="*/ 2243069 w 12192000"/>
              <a:gd name="connsiteY136" fmla="*/ 2015111 h 2237474"/>
              <a:gd name="connsiteX137" fmla="*/ 2186609 w 12192000"/>
              <a:gd name="connsiteY137" fmla="*/ 2008263 h 2237474"/>
              <a:gd name="connsiteX138" fmla="*/ 2164831 w 12192000"/>
              <a:gd name="connsiteY138" fmla="*/ 2010143 h 2237474"/>
              <a:gd name="connsiteX139" fmla="*/ 2152836 w 12192000"/>
              <a:gd name="connsiteY139" fmla="*/ 2010048 h 2237474"/>
              <a:gd name="connsiteX140" fmla="*/ 2117102 w 12192000"/>
              <a:gd name="connsiteY140" fmla="*/ 2023004 h 2237474"/>
              <a:gd name="connsiteX141" fmla="*/ 2111935 w 12192000"/>
              <a:gd name="connsiteY141" fmla="*/ 2023163 h 2237474"/>
              <a:gd name="connsiteX142" fmla="*/ 2089991 w 12192000"/>
              <a:gd name="connsiteY142" fmla="*/ 2034193 h 2237474"/>
              <a:gd name="connsiteX143" fmla="*/ 2058061 w 12192000"/>
              <a:gd name="connsiteY143" fmla="*/ 2047942 h 2237474"/>
              <a:gd name="connsiteX144" fmla="*/ 2055737 w 12192000"/>
              <a:gd name="connsiteY144" fmla="*/ 2047704 h 2237474"/>
              <a:gd name="connsiteX145" fmla="*/ 2042244 w 12192000"/>
              <a:gd name="connsiteY145" fmla="*/ 2055560 h 2237474"/>
              <a:gd name="connsiteX146" fmla="*/ 1976224 w 12192000"/>
              <a:gd name="connsiteY146" fmla="*/ 2074257 h 2237474"/>
              <a:gd name="connsiteX147" fmla="*/ 1877728 w 12192000"/>
              <a:gd name="connsiteY147" fmla="*/ 2101004 h 2237474"/>
              <a:gd name="connsiteX148" fmla="*/ 1759056 w 12192000"/>
              <a:gd name="connsiteY148" fmla="*/ 2125608 h 2237474"/>
              <a:gd name="connsiteX149" fmla="*/ 1637948 w 12192000"/>
              <a:gd name="connsiteY149" fmla="*/ 2172597 h 2237474"/>
              <a:gd name="connsiteX150" fmla="*/ 1434549 w 12192000"/>
              <a:gd name="connsiteY150" fmla="*/ 2234522 h 2237474"/>
              <a:gd name="connsiteX151" fmla="*/ 1398481 w 12192000"/>
              <a:gd name="connsiteY151" fmla="*/ 2237074 h 2237474"/>
              <a:gd name="connsiteX152" fmla="*/ 1398407 w 12192000"/>
              <a:gd name="connsiteY152" fmla="*/ 2237095 h 2237474"/>
              <a:gd name="connsiteX153" fmla="*/ 1370962 w 12192000"/>
              <a:gd name="connsiteY153" fmla="*/ 2237474 h 2237474"/>
              <a:gd name="connsiteX154" fmla="*/ 1356367 w 12192000"/>
              <a:gd name="connsiteY154" fmla="*/ 2235089 h 2237474"/>
              <a:gd name="connsiteX155" fmla="*/ 1324828 w 12192000"/>
              <a:gd name="connsiteY155" fmla="*/ 2231968 h 2237474"/>
              <a:gd name="connsiteX156" fmla="*/ 1297744 w 12192000"/>
              <a:gd name="connsiteY156" fmla="*/ 2235849 h 2237474"/>
              <a:gd name="connsiteX157" fmla="*/ 1286236 w 12192000"/>
              <a:gd name="connsiteY157" fmla="*/ 2233135 h 2237474"/>
              <a:gd name="connsiteX158" fmla="*/ 1283504 w 12192000"/>
              <a:gd name="connsiteY158" fmla="*/ 2233797 h 2237474"/>
              <a:gd name="connsiteX159" fmla="*/ 1279765 w 12192000"/>
              <a:gd name="connsiteY159" fmla="*/ 2229639 h 2237474"/>
              <a:gd name="connsiteX160" fmla="*/ 1195347 w 12192000"/>
              <a:gd name="connsiteY160" fmla="*/ 2212354 h 2237474"/>
              <a:gd name="connsiteX161" fmla="*/ 970251 w 12192000"/>
              <a:gd name="connsiteY161" fmla="*/ 2221029 h 2237474"/>
              <a:gd name="connsiteX162" fmla="*/ 812914 w 12192000"/>
              <a:gd name="connsiteY162" fmla="*/ 2202752 h 2237474"/>
              <a:gd name="connsiteX163" fmla="*/ 800195 w 12192000"/>
              <a:gd name="connsiteY163" fmla="*/ 2209407 h 2237474"/>
              <a:gd name="connsiteX164" fmla="*/ 784978 w 12192000"/>
              <a:gd name="connsiteY164" fmla="*/ 2212360 h 2237474"/>
              <a:gd name="connsiteX165" fmla="*/ 681987 w 12192000"/>
              <a:gd name="connsiteY165" fmla="*/ 2216757 h 2237474"/>
              <a:gd name="connsiteX166" fmla="*/ 669923 w 12192000"/>
              <a:gd name="connsiteY166" fmla="*/ 2211682 h 2237474"/>
              <a:gd name="connsiteX167" fmla="*/ 648680 w 12192000"/>
              <a:gd name="connsiteY167" fmla="*/ 2206229 h 2237474"/>
              <a:gd name="connsiteX168" fmla="*/ 597225 w 12192000"/>
              <a:gd name="connsiteY168" fmla="*/ 2180999 h 2237474"/>
              <a:gd name="connsiteX169" fmla="*/ 558449 w 12192000"/>
              <a:gd name="connsiteY169" fmla="*/ 2182346 h 2237474"/>
              <a:gd name="connsiteX170" fmla="*/ 550517 w 12192000"/>
              <a:gd name="connsiteY170" fmla="*/ 2182060 h 2237474"/>
              <a:gd name="connsiteX171" fmla="*/ 550309 w 12192000"/>
              <a:gd name="connsiteY171" fmla="*/ 2181825 h 2237474"/>
              <a:gd name="connsiteX172" fmla="*/ 541836 w 12192000"/>
              <a:gd name="connsiteY172" fmla="*/ 2181063 h 2237474"/>
              <a:gd name="connsiteX173" fmla="*/ 536057 w 12192000"/>
              <a:gd name="connsiteY173" fmla="*/ 2181537 h 2237474"/>
              <a:gd name="connsiteX174" fmla="*/ 520671 w 12192000"/>
              <a:gd name="connsiteY174" fmla="*/ 2180980 h 2237474"/>
              <a:gd name="connsiteX175" fmla="*/ 515024 w 12192000"/>
              <a:gd name="connsiteY175" fmla="*/ 2179258 h 2237474"/>
              <a:gd name="connsiteX176" fmla="*/ 512278 w 12192000"/>
              <a:gd name="connsiteY176" fmla="*/ 2176369 h 2237474"/>
              <a:gd name="connsiteX177" fmla="*/ 480419 w 12192000"/>
              <a:gd name="connsiteY177" fmla="*/ 2167807 h 2237474"/>
              <a:gd name="connsiteX178" fmla="*/ 413835 w 12192000"/>
              <a:gd name="connsiteY178" fmla="*/ 2156783 h 2237474"/>
              <a:gd name="connsiteX179" fmla="*/ 376513 w 12192000"/>
              <a:gd name="connsiteY179" fmla="*/ 2154014 h 2237474"/>
              <a:gd name="connsiteX180" fmla="*/ 273386 w 12192000"/>
              <a:gd name="connsiteY180" fmla="*/ 2142551 h 2237474"/>
              <a:gd name="connsiteX181" fmla="*/ 169207 w 12192000"/>
              <a:gd name="connsiteY181" fmla="*/ 2128100 h 2237474"/>
              <a:gd name="connsiteX182" fmla="*/ 93149 w 12192000"/>
              <a:gd name="connsiteY182" fmla="*/ 2105324 h 2237474"/>
              <a:gd name="connsiteX183" fmla="*/ 88109 w 12192000"/>
              <a:gd name="connsiteY183" fmla="*/ 2106704 h 2237474"/>
              <a:gd name="connsiteX184" fmla="*/ 80022 w 12192000"/>
              <a:gd name="connsiteY184" fmla="*/ 2107254 h 2237474"/>
              <a:gd name="connsiteX185" fmla="*/ 79717 w 12192000"/>
              <a:gd name="connsiteY185" fmla="*/ 2107046 h 2237474"/>
              <a:gd name="connsiteX186" fmla="*/ 72352 w 12192000"/>
              <a:gd name="connsiteY186" fmla="*/ 2107991 h 2237474"/>
              <a:gd name="connsiteX187" fmla="*/ 37645 w 12192000"/>
              <a:gd name="connsiteY187" fmla="*/ 2115401 h 2237474"/>
              <a:gd name="connsiteX188" fmla="*/ 4572 w 12192000"/>
              <a:gd name="connsiteY188" fmla="*/ 2111091 h 2237474"/>
              <a:gd name="connsiteX189" fmla="*/ 0 w 12192000"/>
              <a:gd name="connsiteY189" fmla="*/ 2110468 h 2237474"/>
              <a:gd name="connsiteX190" fmla="*/ 0 w 12192000"/>
              <a:gd name="connsiteY190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44189 w 12192000"/>
              <a:gd name="connsiteY24" fmla="*/ 938966 h 2237474"/>
              <a:gd name="connsiteX25" fmla="*/ 9500499 w 12192000"/>
              <a:gd name="connsiteY25" fmla="*/ 954680 h 2237474"/>
              <a:gd name="connsiteX26" fmla="*/ 9428195 w 12192000"/>
              <a:gd name="connsiteY26" fmla="*/ 986225 h 2237474"/>
              <a:gd name="connsiteX27" fmla="*/ 9410017 w 12192000"/>
              <a:gd name="connsiteY27" fmla="*/ 993931 h 2237474"/>
              <a:gd name="connsiteX28" fmla="*/ 9392919 w 12192000"/>
              <a:gd name="connsiteY28" fmla="*/ 994656 h 2237474"/>
              <a:gd name="connsiteX29" fmla="*/ 9278619 w 12192000"/>
              <a:gd name="connsiteY29" fmla="*/ 1011878 h 2237474"/>
              <a:gd name="connsiteX30" fmla="*/ 9268019 w 12192000"/>
              <a:gd name="connsiteY30" fmla="*/ 1007442 h 2237474"/>
              <a:gd name="connsiteX31" fmla="*/ 9234662 w 12192000"/>
              <a:gd name="connsiteY31" fmla="*/ 1023056 h 2237474"/>
              <a:gd name="connsiteX32" fmla="*/ 9181033 w 12192000"/>
              <a:gd name="connsiteY32" fmla="*/ 1037921 h 2237474"/>
              <a:gd name="connsiteX33" fmla="*/ 9155969 w 12192000"/>
              <a:gd name="connsiteY33" fmla="*/ 1046804 h 2237474"/>
              <a:gd name="connsiteX34" fmla="*/ 9133985 w 12192000"/>
              <a:gd name="connsiteY34" fmla="*/ 1046450 h 2237474"/>
              <a:gd name="connsiteX35" fmla="*/ 9003462 w 12192000"/>
              <a:gd name="connsiteY35" fmla="*/ 1042406 h 2237474"/>
              <a:gd name="connsiteX36" fmla="*/ 8968445 w 12192000"/>
              <a:gd name="connsiteY36" fmla="*/ 1052169 h 2237474"/>
              <a:gd name="connsiteX37" fmla="*/ 8886001 w 12192000"/>
              <a:gd name="connsiteY37" fmla="*/ 1067468 h 2237474"/>
              <a:gd name="connsiteX38" fmla="*/ 8838610 w 12192000"/>
              <a:gd name="connsiteY38" fmla="*/ 1075091 h 2237474"/>
              <a:gd name="connsiteX39" fmla="*/ 8750383 w 12192000"/>
              <a:gd name="connsiteY39" fmla="*/ 1097387 h 2237474"/>
              <a:gd name="connsiteX40" fmla="*/ 8665605 w 12192000"/>
              <a:gd name="connsiteY40" fmla="*/ 1110791 h 2237474"/>
              <a:gd name="connsiteX41" fmla="*/ 8584946 w 12192000"/>
              <a:gd name="connsiteY41" fmla="*/ 1135226 h 2237474"/>
              <a:gd name="connsiteX42" fmla="*/ 8460755 w 12192000"/>
              <a:gd name="connsiteY42" fmla="*/ 1203427 h 2237474"/>
              <a:gd name="connsiteX43" fmla="*/ 8419755 w 12192000"/>
              <a:gd name="connsiteY43" fmla="*/ 1216260 h 2237474"/>
              <a:gd name="connsiteX44" fmla="*/ 8411626 w 12192000"/>
              <a:gd name="connsiteY44" fmla="*/ 1214397 h 2237474"/>
              <a:gd name="connsiteX45" fmla="*/ 8363469 w 12192000"/>
              <a:gd name="connsiteY45" fmla="*/ 1246658 h 2237474"/>
              <a:gd name="connsiteX46" fmla="*/ 8275497 w 12192000"/>
              <a:gd name="connsiteY46" fmla="*/ 1264396 h 2237474"/>
              <a:gd name="connsiteX47" fmla="*/ 8206287 w 12192000"/>
              <a:gd name="connsiteY47" fmla="*/ 1273060 h 2237474"/>
              <a:gd name="connsiteX48" fmla="*/ 8139997 w 12192000"/>
              <a:gd name="connsiteY48" fmla="*/ 1282713 h 2237474"/>
              <a:gd name="connsiteX49" fmla="*/ 8074238 w 12192000"/>
              <a:gd name="connsiteY49" fmla="*/ 1301895 h 2237474"/>
              <a:gd name="connsiteX50" fmla="*/ 7942099 w 12192000"/>
              <a:gd name="connsiteY50" fmla="*/ 1336332 h 2237474"/>
              <a:gd name="connsiteX51" fmla="*/ 7902328 w 12192000"/>
              <a:gd name="connsiteY51" fmla="*/ 1345865 h 2237474"/>
              <a:gd name="connsiteX52" fmla="*/ 7840612 w 12192000"/>
              <a:gd name="connsiteY52" fmla="*/ 1369373 h 2237474"/>
              <a:gd name="connsiteX53" fmla="*/ 7786819 w 12192000"/>
              <a:gd name="connsiteY53" fmla="*/ 1378970 h 2237474"/>
              <a:gd name="connsiteX54" fmla="*/ 7548172 w 12192000"/>
              <a:gd name="connsiteY54" fmla="*/ 1417460 h 2237474"/>
              <a:gd name="connsiteX55" fmla="*/ 7483437 w 12192000"/>
              <a:gd name="connsiteY55" fmla="*/ 1478152 h 2237474"/>
              <a:gd name="connsiteX56" fmla="*/ 7377870 w 12192000"/>
              <a:gd name="connsiteY56" fmla="*/ 1523319 h 2237474"/>
              <a:gd name="connsiteX57" fmla="*/ 7230737 w 12192000"/>
              <a:gd name="connsiteY57" fmla="*/ 1562633 h 2237474"/>
              <a:gd name="connsiteX58" fmla="*/ 7224458 w 12192000"/>
              <a:gd name="connsiteY58" fmla="*/ 1573008 h 2237474"/>
              <a:gd name="connsiteX59" fmla="*/ 7183121 w 12192000"/>
              <a:gd name="connsiteY59" fmla="*/ 1595162 h 2237474"/>
              <a:gd name="connsiteX60" fmla="*/ 7164601 w 12192000"/>
              <a:gd name="connsiteY60" fmla="*/ 1606490 h 2237474"/>
              <a:gd name="connsiteX61" fmla="*/ 7031309 w 12192000"/>
              <a:gd name="connsiteY61" fmla="*/ 1619451 h 2237474"/>
              <a:gd name="connsiteX62" fmla="*/ 6900177 w 12192000"/>
              <a:gd name="connsiteY62" fmla="*/ 1636016 h 2237474"/>
              <a:gd name="connsiteX63" fmla="*/ 6795372 w 12192000"/>
              <a:gd name="connsiteY63" fmla="*/ 1644845 h 2237474"/>
              <a:gd name="connsiteX64" fmla="*/ 6692251 w 12192000"/>
              <a:gd name="connsiteY64" fmla="*/ 1656357 h 2237474"/>
              <a:gd name="connsiteX65" fmla="*/ 6655235 w 12192000"/>
              <a:gd name="connsiteY65" fmla="*/ 1661869 h 2237474"/>
              <a:gd name="connsiteX66" fmla="*/ 6554894 w 12192000"/>
              <a:gd name="connsiteY66" fmla="*/ 1664428 h 2237474"/>
              <a:gd name="connsiteX67" fmla="*/ 6516595 w 12192000"/>
              <a:gd name="connsiteY67" fmla="*/ 1667475 h 2237474"/>
              <a:gd name="connsiteX68" fmla="*/ 6508541 w 12192000"/>
              <a:gd name="connsiteY68" fmla="*/ 1668757 h 2237474"/>
              <a:gd name="connsiteX69" fmla="*/ 6471012 w 12192000"/>
              <a:gd name="connsiteY69" fmla="*/ 1678604 h 2237474"/>
              <a:gd name="connsiteX70" fmla="*/ 6364035 w 12192000"/>
              <a:gd name="connsiteY70" fmla="*/ 1667683 h 2237474"/>
              <a:gd name="connsiteX71" fmla="*/ 6280959 w 12192000"/>
              <a:gd name="connsiteY71" fmla="*/ 1689329 h 2237474"/>
              <a:gd name="connsiteX72" fmla="*/ 6243319 w 12192000"/>
              <a:gd name="connsiteY72" fmla="*/ 1695560 h 2237474"/>
              <a:gd name="connsiteX73" fmla="*/ 6098321 w 12192000"/>
              <a:gd name="connsiteY73" fmla="*/ 1721646 h 2237474"/>
              <a:gd name="connsiteX74" fmla="*/ 5880652 w 12192000"/>
              <a:gd name="connsiteY74" fmla="*/ 1779643 h 2237474"/>
              <a:gd name="connsiteX75" fmla="*/ 5785959 w 12192000"/>
              <a:gd name="connsiteY75" fmla="*/ 1775307 h 2237474"/>
              <a:gd name="connsiteX76" fmla="*/ 5643534 w 12192000"/>
              <a:gd name="connsiteY76" fmla="*/ 1802919 h 2237474"/>
              <a:gd name="connsiteX77" fmla="*/ 5518799 w 12192000"/>
              <a:gd name="connsiteY77" fmla="*/ 1818312 h 2237474"/>
              <a:gd name="connsiteX78" fmla="*/ 5505014 w 12192000"/>
              <a:gd name="connsiteY78" fmla="*/ 1819259 h 2237474"/>
              <a:gd name="connsiteX79" fmla="*/ 5453307 w 12192000"/>
              <a:gd name="connsiteY79" fmla="*/ 1815450 h 2237474"/>
              <a:gd name="connsiteX80" fmla="*/ 5221533 w 12192000"/>
              <a:gd name="connsiteY80" fmla="*/ 1846950 h 2237474"/>
              <a:gd name="connsiteX81" fmla="*/ 5149802 w 12192000"/>
              <a:gd name="connsiteY81" fmla="*/ 1844846 h 2237474"/>
              <a:gd name="connsiteX82" fmla="*/ 5114927 w 12192000"/>
              <a:gd name="connsiteY82" fmla="*/ 1847827 h 2237474"/>
              <a:gd name="connsiteX83" fmla="*/ 5108970 w 12192000"/>
              <a:gd name="connsiteY83" fmla="*/ 1847935 h 2237474"/>
              <a:gd name="connsiteX84" fmla="*/ 5067961 w 12192000"/>
              <a:gd name="connsiteY84" fmla="*/ 1845917 h 2237474"/>
              <a:gd name="connsiteX85" fmla="*/ 5007075 w 12192000"/>
              <a:gd name="connsiteY85" fmla="*/ 1838626 h 2237474"/>
              <a:gd name="connsiteX86" fmla="*/ 4944087 w 12192000"/>
              <a:gd name="connsiteY86" fmla="*/ 1823332 h 2237474"/>
              <a:gd name="connsiteX87" fmla="*/ 4907662 w 12192000"/>
              <a:gd name="connsiteY87" fmla="*/ 1816900 h 2237474"/>
              <a:gd name="connsiteX88" fmla="*/ 4882386 w 12192000"/>
              <a:gd name="connsiteY88" fmla="*/ 1809844 h 2237474"/>
              <a:gd name="connsiteX89" fmla="*/ 4811440 w 12192000"/>
              <a:gd name="connsiteY89" fmla="*/ 1804655 h 2237474"/>
              <a:gd name="connsiteX90" fmla="*/ 4691075 w 12192000"/>
              <a:gd name="connsiteY90" fmla="*/ 1801389 h 2237474"/>
              <a:gd name="connsiteX91" fmla="*/ 4640313 w 12192000"/>
              <a:gd name="connsiteY91" fmla="*/ 1784307 h 2237474"/>
              <a:gd name="connsiteX92" fmla="*/ 4536503 w 12192000"/>
              <a:gd name="connsiteY92" fmla="*/ 1785334 h 2237474"/>
              <a:gd name="connsiteX93" fmla="*/ 4513724 w 12192000"/>
              <a:gd name="connsiteY93" fmla="*/ 1791996 h 2237474"/>
              <a:gd name="connsiteX94" fmla="*/ 4459810 w 12192000"/>
              <a:gd name="connsiteY94" fmla="*/ 1797886 h 2237474"/>
              <a:gd name="connsiteX95" fmla="*/ 4379064 w 12192000"/>
              <a:gd name="connsiteY95" fmla="*/ 1817177 h 2237474"/>
              <a:gd name="connsiteX96" fmla="*/ 4290981 w 12192000"/>
              <a:gd name="connsiteY96" fmla="*/ 1839677 h 2237474"/>
              <a:gd name="connsiteX97" fmla="*/ 4238372 w 12192000"/>
              <a:gd name="connsiteY97" fmla="*/ 1851480 h 2237474"/>
              <a:gd name="connsiteX98" fmla="*/ 4232517 w 12192000"/>
              <a:gd name="connsiteY98" fmla="*/ 1852567 h 2237474"/>
              <a:gd name="connsiteX99" fmla="*/ 4191732 w 12192000"/>
              <a:gd name="connsiteY99" fmla="*/ 1857328 h 2237474"/>
              <a:gd name="connsiteX100" fmla="*/ 4065532 w 12192000"/>
              <a:gd name="connsiteY100" fmla="*/ 1855477 h 2237474"/>
              <a:gd name="connsiteX101" fmla="*/ 4028460 w 12192000"/>
              <a:gd name="connsiteY101" fmla="*/ 1855137 h 2237474"/>
              <a:gd name="connsiteX102" fmla="*/ 4002267 w 12192000"/>
              <a:gd name="connsiteY102" fmla="*/ 1852352 h 2237474"/>
              <a:gd name="connsiteX103" fmla="*/ 3931396 w 12192000"/>
              <a:gd name="connsiteY103" fmla="*/ 1858915 h 2237474"/>
              <a:gd name="connsiteX104" fmla="*/ 3812162 w 12192000"/>
              <a:gd name="connsiteY104" fmla="*/ 1875501 h 2237474"/>
              <a:gd name="connsiteX105" fmla="*/ 3758105 w 12192000"/>
              <a:gd name="connsiteY105" fmla="*/ 1871856 h 2237474"/>
              <a:gd name="connsiteX106" fmla="*/ 3680177 w 12192000"/>
              <a:gd name="connsiteY106" fmla="*/ 1881552 h 2237474"/>
              <a:gd name="connsiteX107" fmla="*/ 3567259 w 12192000"/>
              <a:gd name="connsiteY107" fmla="*/ 1893482 h 2237474"/>
              <a:gd name="connsiteX108" fmla="*/ 3405770 w 12192000"/>
              <a:gd name="connsiteY108" fmla="*/ 1904591 h 2237474"/>
              <a:gd name="connsiteX109" fmla="*/ 3280097 w 12192000"/>
              <a:gd name="connsiteY109" fmla="*/ 1919610 h 2237474"/>
              <a:gd name="connsiteX110" fmla="*/ 3123424 w 12192000"/>
              <a:gd name="connsiteY110" fmla="*/ 1952930 h 2237474"/>
              <a:gd name="connsiteX111" fmla="*/ 3009910 w 12192000"/>
              <a:gd name="connsiteY111" fmla="*/ 1957866 h 2237474"/>
              <a:gd name="connsiteX112" fmla="*/ 2995934 w 12192000"/>
              <a:gd name="connsiteY112" fmla="*/ 1967085 h 2237474"/>
              <a:gd name="connsiteX113" fmla="*/ 2980071 w 12192000"/>
              <a:gd name="connsiteY113" fmla="*/ 1972988 h 2237474"/>
              <a:gd name="connsiteX114" fmla="*/ 2942858 w 12192000"/>
              <a:gd name="connsiteY114" fmla="*/ 1981367 h 2237474"/>
              <a:gd name="connsiteX115" fmla="*/ 2875436 w 12192000"/>
              <a:gd name="connsiteY115" fmla="*/ 1996977 h 2237474"/>
              <a:gd name="connsiteX116" fmla="*/ 2874892 w 12192000"/>
              <a:gd name="connsiteY116" fmla="*/ 1996085 h 2237474"/>
              <a:gd name="connsiteX117" fmla="*/ 2864145 w 12192000"/>
              <a:gd name="connsiteY117" fmla="*/ 1994061 h 2237474"/>
              <a:gd name="connsiteX118" fmla="*/ 2843662 w 12192000"/>
              <a:gd name="connsiteY118" fmla="*/ 1992498 h 2237474"/>
              <a:gd name="connsiteX119" fmla="*/ 2796128 w 12192000"/>
              <a:gd name="connsiteY119" fmla="*/ 1976403 h 2237474"/>
              <a:gd name="connsiteX120" fmla="*/ 2756784 w 12192000"/>
              <a:gd name="connsiteY120" fmla="*/ 1985116 h 2237474"/>
              <a:gd name="connsiteX121" fmla="*/ 2748833 w 12192000"/>
              <a:gd name="connsiteY121" fmla="*/ 1986323 h 2237474"/>
              <a:gd name="connsiteX122" fmla="*/ 2748661 w 12192000"/>
              <a:gd name="connsiteY122" fmla="*/ 1986122 h 2237474"/>
              <a:gd name="connsiteX123" fmla="*/ 2740251 w 12192000"/>
              <a:gd name="connsiteY123" fmla="*/ 1986946 h 2237474"/>
              <a:gd name="connsiteX124" fmla="*/ 2718916 w 12192000"/>
              <a:gd name="connsiteY124" fmla="*/ 1990867 h 2237474"/>
              <a:gd name="connsiteX125" fmla="*/ 2713522 w 12192000"/>
              <a:gd name="connsiteY125" fmla="*/ 1990173 h 2237474"/>
              <a:gd name="connsiteX126" fmla="*/ 2680597 w 12192000"/>
              <a:gd name="connsiteY126" fmla="*/ 1984996 h 2237474"/>
              <a:gd name="connsiteX127" fmla="*/ 2578178 w 12192000"/>
              <a:gd name="connsiteY127" fmla="*/ 1990531 h 2237474"/>
              <a:gd name="connsiteX128" fmla="*/ 2476147 w 12192000"/>
              <a:gd name="connsiteY128" fmla="*/ 1998305 h 2237474"/>
              <a:gd name="connsiteX129" fmla="*/ 2373568 w 12192000"/>
              <a:gd name="connsiteY129" fmla="*/ 2003219 h 2237474"/>
              <a:gd name="connsiteX130" fmla="*/ 2321399 w 12192000"/>
              <a:gd name="connsiteY130" fmla="*/ 1989467 h 2237474"/>
              <a:gd name="connsiteX131" fmla="*/ 2315525 w 12192000"/>
              <a:gd name="connsiteY131" fmla="*/ 1989708 h 2237474"/>
              <a:gd name="connsiteX132" fmla="*/ 2300792 w 12192000"/>
              <a:gd name="connsiteY132" fmla="*/ 1994290 h 2237474"/>
              <a:gd name="connsiteX133" fmla="*/ 2295469 w 12192000"/>
              <a:gd name="connsiteY133" fmla="*/ 1996659 h 2237474"/>
              <a:gd name="connsiteX134" fmla="*/ 2287219 w 12192000"/>
              <a:gd name="connsiteY134" fmla="*/ 1998750 h 2237474"/>
              <a:gd name="connsiteX135" fmla="*/ 2286948 w 12192000"/>
              <a:gd name="connsiteY135" fmla="*/ 1998596 h 2237474"/>
              <a:gd name="connsiteX136" fmla="*/ 2243069 w 12192000"/>
              <a:gd name="connsiteY136" fmla="*/ 2015111 h 2237474"/>
              <a:gd name="connsiteX137" fmla="*/ 2186609 w 12192000"/>
              <a:gd name="connsiteY137" fmla="*/ 2008263 h 2237474"/>
              <a:gd name="connsiteX138" fmla="*/ 2164831 w 12192000"/>
              <a:gd name="connsiteY138" fmla="*/ 2010143 h 2237474"/>
              <a:gd name="connsiteX139" fmla="*/ 2152836 w 12192000"/>
              <a:gd name="connsiteY139" fmla="*/ 2010048 h 2237474"/>
              <a:gd name="connsiteX140" fmla="*/ 2117102 w 12192000"/>
              <a:gd name="connsiteY140" fmla="*/ 2023004 h 2237474"/>
              <a:gd name="connsiteX141" fmla="*/ 2111935 w 12192000"/>
              <a:gd name="connsiteY141" fmla="*/ 2023163 h 2237474"/>
              <a:gd name="connsiteX142" fmla="*/ 2089991 w 12192000"/>
              <a:gd name="connsiteY142" fmla="*/ 2034193 h 2237474"/>
              <a:gd name="connsiteX143" fmla="*/ 2058061 w 12192000"/>
              <a:gd name="connsiteY143" fmla="*/ 2047942 h 2237474"/>
              <a:gd name="connsiteX144" fmla="*/ 2055737 w 12192000"/>
              <a:gd name="connsiteY144" fmla="*/ 2047704 h 2237474"/>
              <a:gd name="connsiteX145" fmla="*/ 2042244 w 12192000"/>
              <a:gd name="connsiteY145" fmla="*/ 2055560 h 2237474"/>
              <a:gd name="connsiteX146" fmla="*/ 1976224 w 12192000"/>
              <a:gd name="connsiteY146" fmla="*/ 2074257 h 2237474"/>
              <a:gd name="connsiteX147" fmla="*/ 1877728 w 12192000"/>
              <a:gd name="connsiteY147" fmla="*/ 2101004 h 2237474"/>
              <a:gd name="connsiteX148" fmla="*/ 1759056 w 12192000"/>
              <a:gd name="connsiteY148" fmla="*/ 2125608 h 2237474"/>
              <a:gd name="connsiteX149" fmla="*/ 1637948 w 12192000"/>
              <a:gd name="connsiteY149" fmla="*/ 2172597 h 2237474"/>
              <a:gd name="connsiteX150" fmla="*/ 1434549 w 12192000"/>
              <a:gd name="connsiteY150" fmla="*/ 2234522 h 2237474"/>
              <a:gd name="connsiteX151" fmla="*/ 1398481 w 12192000"/>
              <a:gd name="connsiteY151" fmla="*/ 2237074 h 2237474"/>
              <a:gd name="connsiteX152" fmla="*/ 1398407 w 12192000"/>
              <a:gd name="connsiteY152" fmla="*/ 2237095 h 2237474"/>
              <a:gd name="connsiteX153" fmla="*/ 1370962 w 12192000"/>
              <a:gd name="connsiteY153" fmla="*/ 2237474 h 2237474"/>
              <a:gd name="connsiteX154" fmla="*/ 1356367 w 12192000"/>
              <a:gd name="connsiteY154" fmla="*/ 2235089 h 2237474"/>
              <a:gd name="connsiteX155" fmla="*/ 1324828 w 12192000"/>
              <a:gd name="connsiteY155" fmla="*/ 2231968 h 2237474"/>
              <a:gd name="connsiteX156" fmla="*/ 1297744 w 12192000"/>
              <a:gd name="connsiteY156" fmla="*/ 2235849 h 2237474"/>
              <a:gd name="connsiteX157" fmla="*/ 1286236 w 12192000"/>
              <a:gd name="connsiteY157" fmla="*/ 2233135 h 2237474"/>
              <a:gd name="connsiteX158" fmla="*/ 1283504 w 12192000"/>
              <a:gd name="connsiteY158" fmla="*/ 2233797 h 2237474"/>
              <a:gd name="connsiteX159" fmla="*/ 1279765 w 12192000"/>
              <a:gd name="connsiteY159" fmla="*/ 2229639 h 2237474"/>
              <a:gd name="connsiteX160" fmla="*/ 1195347 w 12192000"/>
              <a:gd name="connsiteY160" fmla="*/ 2212354 h 2237474"/>
              <a:gd name="connsiteX161" fmla="*/ 970251 w 12192000"/>
              <a:gd name="connsiteY161" fmla="*/ 2221029 h 2237474"/>
              <a:gd name="connsiteX162" fmla="*/ 812914 w 12192000"/>
              <a:gd name="connsiteY162" fmla="*/ 2202752 h 2237474"/>
              <a:gd name="connsiteX163" fmla="*/ 800195 w 12192000"/>
              <a:gd name="connsiteY163" fmla="*/ 2209407 h 2237474"/>
              <a:gd name="connsiteX164" fmla="*/ 784978 w 12192000"/>
              <a:gd name="connsiteY164" fmla="*/ 2212360 h 2237474"/>
              <a:gd name="connsiteX165" fmla="*/ 681987 w 12192000"/>
              <a:gd name="connsiteY165" fmla="*/ 2216757 h 2237474"/>
              <a:gd name="connsiteX166" fmla="*/ 669923 w 12192000"/>
              <a:gd name="connsiteY166" fmla="*/ 2211682 h 2237474"/>
              <a:gd name="connsiteX167" fmla="*/ 648680 w 12192000"/>
              <a:gd name="connsiteY167" fmla="*/ 2206229 h 2237474"/>
              <a:gd name="connsiteX168" fmla="*/ 597225 w 12192000"/>
              <a:gd name="connsiteY168" fmla="*/ 2180999 h 2237474"/>
              <a:gd name="connsiteX169" fmla="*/ 558449 w 12192000"/>
              <a:gd name="connsiteY169" fmla="*/ 2182346 h 2237474"/>
              <a:gd name="connsiteX170" fmla="*/ 550517 w 12192000"/>
              <a:gd name="connsiteY170" fmla="*/ 2182060 h 2237474"/>
              <a:gd name="connsiteX171" fmla="*/ 550309 w 12192000"/>
              <a:gd name="connsiteY171" fmla="*/ 2181825 h 2237474"/>
              <a:gd name="connsiteX172" fmla="*/ 541836 w 12192000"/>
              <a:gd name="connsiteY172" fmla="*/ 2181063 h 2237474"/>
              <a:gd name="connsiteX173" fmla="*/ 536057 w 12192000"/>
              <a:gd name="connsiteY173" fmla="*/ 2181537 h 2237474"/>
              <a:gd name="connsiteX174" fmla="*/ 520671 w 12192000"/>
              <a:gd name="connsiteY174" fmla="*/ 2180980 h 2237474"/>
              <a:gd name="connsiteX175" fmla="*/ 515024 w 12192000"/>
              <a:gd name="connsiteY175" fmla="*/ 2179258 h 2237474"/>
              <a:gd name="connsiteX176" fmla="*/ 512278 w 12192000"/>
              <a:gd name="connsiteY176" fmla="*/ 2176369 h 2237474"/>
              <a:gd name="connsiteX177" fmla="*/ 480419 w 12192000"/>
              <a:gd name="connsiteY177" fmla="*/ 2167807 h 2237474"/>
              <a:gd name="connsiteX178" fmla="*/ 413835 w 12192000"/>
              <a:gd name="connsiteY178" fmla="*/ 2156783 h 2237474"/>
              <a:gd name="connsiteX179" fmla="*/ 376513 w 12192000"/>
              <a:gd name="connsiteY179" fmla="*/ 2154014 h 2237474"/>
              <a:gd name="connsiteX180" fmla="*/ 273386 w 12192000"/>
              <a:gd name="connsiteY180" fmla="*/ 2142551 h 2237474"/>
              <a:gd name="connsiteX181" fmla="*/ 169207 w 12192000"/>
              <a:gd name="connsiteY181" fmla="*/ 2128100 h 2237474"/>
              <a:gd name="connsiteX182" fmla="*/ 93149 w 12192000"/>
              <a:gd name="connsiteY182" fmla="*/ 2105324 h 2237474"/>
              <a:gd name="connsiteX183" fmla="*/ 88109 w 12192000"/>
              <a:gd name="connsiteY183" fmla="*/ 2106704 h 2237474"/>
              <a:gd name="connsiteX184" fmla="*/ 80022 w 12192000"/>
              <a:gd name="connsiteY184" fmla="*/ 2107254 h 2237474"/>
              <a:gd name="connsiteX185" fmla="*/ 79717 w 12192000"/>
              <a:gd name="connsiteY185" fmla="*/ 2107046 h 2237474"/>
              <a:gd name="connsiteX186" fmla="*/ 72352 w 12192000"/>
              <a:gd name="connsiteY186" fmla="*/ 2107991 h 2237474"/>
              <a:gd name="connsiteX187" fmla="*/ 37645 w 12192000"/>
              <a:gd name="connsiteY187" fmla="*/ 2115401 h 2237474"/>
              <a:gd name="connsiteX188" fmla="*/ 4572 w 12192000"/>
              <a:gd name="connsiteY188" fmla="*/ 2111091 h 2237474"/>
              <a:gd name="connsiteX189" fmla="*/ 0 w 12192000"/>
              <a:gd name="connsiteY189" fmla="*/ 2110468 h 2237474"/>
              <a:gd name="connsiteX190" fmla="*/ 0 w 12192000"/>
              <a:gd name="connsiteY190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44189 w 12192000"/>
              <a:gd name="connsiteY24" fmla="*/ 938966 h 2237474"/>
              <a:gd name="connsiteX25" fmla="*/ 9500499 w 12192000"/>
              <a:gd name="connsiteY25" fmla="*/ 954680 h 2237474"/>
              <a:gd name="connsiteX26" fmla="*/ 9428195 w 12192000"/>
              <a:gd name="connsiteY26" fmla="*/ 986225 h 2237474"/>
              <a:gd name="connsiteX27" fmla="*/ 9410017 w 12192000"/>
              <a:gd name="connsiteY27" fmla="*/ 993931 h 2237474"/>
              <a:gd name="connsiteX28" fmla="*/ 9392919 w 12192000"/>
              <a:gd name="connsiteY28" fmla="*/ 994656 h 2237474"/>
              <a:gd name="connsiteX29" fmla="*/ 9278619 w 12192000"/>
              <a:gd name="connsiteY29" fmla="*/ 1011878 h 2237474"/>
              <a:gd name="connsiteX30" fmla="*/ 9268019 w 12192000"/>
              <a:gd name="connsiteY30" fmla="*/ 1007442 h 2237474"/>
              <a:gd name="connsiteX31" fmla="*/ 9234662 w 12192000"/>
              <a:gd name="connsiteY31" fmla="*/ 1023056 h 2237474"/>
              <a:gd name="connsiteX32" fmla="*/ 9181033 w 12192000"/>
              <a:gd name="connsiteY32" fmla="*/ 1037921 h 2237474"/>
              <a:gd name="connsiteX33" fmla="*/ 9155969 w 12192000"/>
              <a:gd name="connsiteY33" fmla="*/ 1046804 h 2237474"/>
              <a:gd name="connsiteX34" fmla="*/ 9133985 w 12192000"/>
              <a:gd name="connsiteY34" fmla="*/ 1046450 h 2237474"/>
              <a:gd name="connsiteX35" fmla="*/ 9003462 w 12192000"/>
              <a:gd name="connsiteY35" fmla="*/ 1042406 h 2237474"/>
              <a:gd name="connsiteX36" fmla="*/ 8968445 w 12192000"/>
              <a:gd name="connsiteY36" fmla="*/ 1052169 h 2237474"/>
              <a:gd name="connsiteX37" fmla="*/ 8886001 w 12192000"/>
              <a:gd name="connsiteY37" fmla="*/ 1067468 h 2237474"/>
              <a:gd name="connsiteX38" fmla="*/ 8838610 w 12192000"/>
              <a:gd name="connsiteY38" fmla="*/ 1075091 h 2237474"/>
              <a:gd name="connsiteX39" fmla="*/ 8750383 w 12192000"/>
              <a:gd name="connsiteY39" fmla="*/ 1097387 h 2237474"/>
              <a:gd name="connsiteX40" fmla="*/ 8665605 w 12192000"/>
              <a:gd name="connsiteY40" fmla="*/ 1110791 h 2237474"/>
              <a:gd name="connsiteX41" fmla="*/ 8584946 w 12192000"/>
              <a:gd name="connsiteY41" fmla="*/ 1135226 h 2237474"/>
              <a:gd name="connsiteX42" fmla="*/ 8460755 w 12192000"/>
              <a:gd name="connsiteY42" fmla="*/ 1203427 h 2237474"/>
              <a:gd name="connsiteX43" fmla="*/ 8419755 w 12192000"/>
              <a:gd name="connsiteY43" fmla="*/ 1216260 h 2237474"/>
              <a:gd name="connsiteX44" fmla="*/ 8411626 w 12192000"/>
              <a:gd name="connsiteY44" fmla="*/ 1214397 h 2237474"/>
              <a:gd name="connsiteX45" fmla="*/ 8363469 w 12192000"/>
              <a:gd name="connsiteY45" fmla="*/ 1246658 h 2237474"/>
              <a:gd name="connsiteX46" fmla="*/ 8275497 w 12192000"/>
              <a:gd name="connsiteY46" fmla="*/ 1264396 h 2237474"/>
              <a:gd name="connsiteX47" fmla="*/ 8206287 w 12192000"/>
              <a:gd name="connsiteY47" fmla="*/ 1273060 h 2237474"/>
              <a:gd name="connsiteX48" fmla="*/ 8139997 w 12192000"/>
              <a:gd name="connsiteY48" fmla="*/ 1282713 h 2237474"/>
              <a:gd name="connsiteX49" fmla="*/ 8074238 w 12192000"/>
              <a:gd name="connsiteY49" fmla="*/ 1301895 h 2237474"/>
              <a:gd name="connsiteX50" fmla="*/ 7942099 w 12192000"/>
              <a:gd name="connsiteY50" fmla="*/ 1336332 h 2237474"/>
              <a:gd name="connsiteX51" fmla="*/ 7902328 w 12192000"/>
              <a:gd name="connsiteY51" fmla="*/ 1345865 h 2237474"/>
              <a:gd name="connsiteX52" fmla="*/ 7840612 w 12192000"/>
              <a:gd name="connsiteY52" fmla="*/ 1369373 h 2237474"/>
              <a:gd name="connsiteX53" fmla="*/ 7786819 w 12192000"/>
              <a:gd name="connsiteY53" fmla="*/ 1378970 h 2237474"/>
              <a:gd name="connsiteX54" fmla="*/ 7548172 w 12192000"/>
              <a:gd name="connsiteY54" fmla="*/ 1417460 h 2237474"/>
              <a:gd name="connsiteX55" fmla="*/ 7483437 w 12192000"/>
              <a:gd name="connsiteY55" fmla="*/ 1478152 h 2237474"/>
              <a:gd name="connsiteX56" fmla="*/ 7377870 w 12192000"/>
              <a:gd name="connsiteY56" fmla="*/ 1523319 h 2237474"/>
              <a:gd name="connsiteX57" fmla="*/ 7230737 w 12192000"/>
              <a:gd name="connsiteY57" fmla="*/ 1562633 h 2237474"/>
              <a:gd name="connsiteX58" fmla="*/ 7224458 w 12192000"/>
              <a:gd name="connsiteY58" fmla="*/ 1573008 h 2237474"/>
              <a:gd name="connsiteX59" fmla="*/ 7183121 w 12192000"/>
              <a:gd name="connsiteY59" fmla="*/ 1595162 h 2237474"/>
              <a:gd name="connsiteX60" fmla="*/ 7164601 w 12192000"/>
              <a:gd name="connsiteY60" fmla="*/ 1606490 h 2237474"/>
              <a:gd name="connsiteX61" fmla="*/ 7031309 w 12192000"/>
              <a:gd name="connsiteY61" fmla="*/ 1619451 h 2237474"/>
              <a:gd name="connsiteX62" fmla="*/ 6900177 w 12192000"/>
              <a:gd name="connsiteY62" fmla="*/ 1636016 h 2237474"/>
              <a:gd name="connsiteX63" fmla="*/ 6795372 w 12192000"/>
              <a:gd name="connsiteY63" fmla="*/ 1644845 h 2237474"/>
              <a:gd name="connsiteX64" fmla="*/ 6692251 w 12192000"/>
              <a:gd name="connsiteY64" fmla="*/ 1656357 h 2237474"/>
              <a:gd name="connsiteX65" fmla="*/ 6655235 w 12192000"/>
              <a:gd name="connsiteY65" fmla="*/ 1661869 h 2237474"/>
              <a:gd name="connsiteX66" fmla="*/ 6554894 w 12192000"/>
              <a:gd name="connsiteY66" fmla="*/ 1664428 h 2237474"/>
              <a:gd name="connsiteX67" fmla="*/ 6516595 w 12192000"/>
              <a:gd name="connsiteY67" fmla="*/ 1667475 h 2237474"/>
              <a:gd name="connsiteX68" fmla="*/ 6508541 w 12192000"/>
              <a:gd name="connsiteY68" fmla="*/ 1668757 h 2237474"/>
              <a:gd name="connsiteX69" fmla="*/ 6471012 w 12192000"/>
              <a:gd name="connsiteY69" fmla="*/ 1678604 h 2237474"/>
              <a:gd name="connsiteX70" fmla="*/ 6364035 w 12192000"/>
              <a:gd name="connsiteY70" fmla="*/ 1667683 h 2237474"/>
              <a:gd name="connsiteX71" fmla="*/ 6280959 w 12192000"/>
              <a:gd name="connsiteY71" fmla="*/ 1689329 h 2237474"/>
              <a:gd name="connsiteX72" fmla="*/ 6243319 w 12192000"/>
              <a:gd name="connsiteY72" fmla="*/ 1695560 h 2237474"/>
              <a:gd name="connsiteX73" fmla="*/ 6098321 w 12192000"/>
              <a:gd name="connsiteY73" fmla="*/ 1721646 h 2237474"/>
              <a:gd name="connsiteX74" fmla="*/ 5880652 w 12192000"/>
              <a:gd name="connsiteY74" fmla="*/ 1779643 h 2237474"/>
              <a:gd name="connsiteX75" fmla="*/ 5785959 w 12192000"/>
              <a:gd name="connsiteY75" fmla="*/ 1775307 h 2237474"/>
              <a:gd name="connsiteX76" fmla="*/ 5643534 w 12192000"/>
              <a:gd name="connsiteY76" fmla="*/ 1802919 h 2237474"/>
              <a:gd name="connsiteX77" fmla="*/ 5518799 w 12192000"/>
              <a:gd name="connsiteY77" fmla="*/ 1818312 h 2237474"/>
              <a:gd name="connsiteX78" fmla="*/ 5505014 w 12192000"/>
              <a:gd name="connsiteY78" fmla="*/ 1819259 h 2237474"/>
              <a:gd name="connsiteX79" fmla="*/ 5453307 w 12192000"/>
              <a:gd name="connsiteY79" fmla="*/ 1815450 h 2237474"/>
              <a:gd name="connsiteX80" fmla="*/ 5221533 w 12192000"/>
              <a:gd name="connsiteY80" fmla="*/ 1846950 h 2237474"/>
              <a:gd name="connsiteX81" fmla="*/ 5149802 w 12192000"/>
              <a:gd name="connsiteY81" fmla="*/ 1844846 h 2237474"/>
              <a:gd name="connsiteX82" fmla="*/ 5114927 w 12192000"/>
              <a:gd name="connsiteY82" fmla="*/ 1847827 h 2237474"/>
              <a:gd name="connsiteX83" fmla="*/ 5108970 w 12192000"/>
              <a:gd name="connsiteY83" fmla="*/ 1847935 h 2237474"/>
              <a:gd name="connsiteX84" fmla="*/ 5067961 w 12192000"/>
              <a:gd name="connsiteY84" fmla="*/ 1845917 h 2237474"/>
              <a:gd name="connsiteX85" fmla="*/ 5007075 w 12192000"/>
              <a:gd name="connsiteY85" fmla="*/ 1838626 h 2237474"/>
              <a:gd name="connsiteX86" fmla="*/ 4944087 w 12192000"/>
              <a:gd name="connsiteY86" fmla="*/ 1823332 h 2237474"/>
              <a:gd name="connsiteX87" fmla="*/ 4907662 w 12192000"/>
              <a:gd name="connsiteY87" fmla="*/ 1816900 h 2237474"/>
              <a:gd name="connsiteX88" fmla="*/ 4882386 w 12192000"/>
              <a:gd name="connsiteY88" fmla="*/ 1809844 h 2237474"/>
              <a:gd name="connsiteX89" fmla="*/ 4811440 w 12192000"/>
              <a:gd name="connsiteY89" fmla="*/ 1804655 h 2237474"/>
              <a:gd name="connsiteX90" fmla="*/ 4691075 w 12192000"/>
              <a:gd name="connsiteY90" fmla="*/ 1801389 h 2237474"/>
              <a:gd name="connsiteX91" fmla="*/ 4640313 w 12192000"/>
              <a:gd name="connsiteY91" fmla="*/ 1784307 h 2237474"/>
              <a:gd name="connsiteX92" fmla="*/ 4536503 w 12192000"/>
              <a:gd name="connsiteY92" fmla="*/ 1785334 h 2237474"/>
              <a:gd name="connsiteX93" fmla="*/ 4513724 w 12192000"/>
              <a:gd name="connsiteY93" fmla="*/ 1791996 h 2237474"/>
              <a:gd name="connsiteX94" fmla="*/ 4459810 w 12192000"/>
              <a:gd name="connsiteY94" fmla="*/ 1797886 h 2237474"/>
              <a:gd name="connsiteX95" fmla="*/ 4379064 w 12192000"/>
              <a:gd name="connsiteY95" fmla="*/ 1817177 h 2237474"/>
              <a:gd name="connsiteX96" fmla="*/ 4290981 w 12192000"/>
              <a:gd name="connsiteY96" fmla="*/ 1839677 h 2237474"/>
              <a:gd name="connsiteX97" fmla="*/ 4238372 w 12192000"/>
              <a:gd name="connsiteY97" fmla="*/ 1851480 h 2237474"/>
              <a:gd name="connsiteX98" fmla="*/ 4232517 w 12192000"/>
              <a:gd name="connsiteY98" fmla="*/ 1852567 h 2237474"/>
              <a:gd name="connsiteX99" fmla="*/ 4191732 w 12192000"/>
              <a:gd name="connsiteY99" fmla="*/ 1857328 h 2237474"/>
              <a:gd name="connsiteX100" fmla="*/ 4065532 w 12192000"/>
              <a:gd name="connsiteY100" fmla="*/ 1855477 h 2237474"/>
              <a:gd name="connsiteX101" fmla="*/ 4028460 w 12192000"/>
              <a:gd name="connsiteY101" fmla="*/ 1855137 h 2237474"/>
              <a:gd name="connsiteX102" fmla="*/ 4002267 w 12192000"/>
              <a:gd name="connsiteY102" fmla="*/ 1852352 h 2237474"/>
              <a:gd name="connsiteX103" fmla="*/ 3931396 w 12192000"/>
              <a:gd name="connsiteY103" fmla="*/ 1858915 h 2237474"/>
              <a:gd name="connsiteX104" fmla="*/ 3812162 w 12192000"/>
              <a:gd name="connsiteY104" fmla="*/ 1875501 h 2237474"/>
              <a:gd name="connsiteX105" fmla="*/ 3758105 w 12192000"/>
              <a:gd name="connsiteY105" fmla="*/ 1871856 h 2237474"/>
              <a:gd name="connsiteX106" fmla="*/ 3680177 w 12192000"/>
              <a:gd name="connsiteY106" fmla="*/ 1881552 h 2237474"/>
              <a:gd name="connsiteX107" fmla="*/ 3567259 w 12192000"/>
              <a:gd name="connsiteY107" fmla="*/ 1893482 h 2237474"/>
              <a:gd name="connsiteX108" fmla="*/ 3405770 w 12192000"/>
              <a:gd name="connsiteY108" fmla="*/ 1904591 h 2237474"/>
              <a:gd name="connsiteX109" fmla="*/ 3280097 w 12192000"/>
              <a:gd name="connsiteY109" fmla="*/ 1919610 h 2237474"/>
              <a:gd name="connsiteX110" fmla="*/ 3123424 w 12192000"/>
              <a:gd name="connsiteY110" fmla="*/ 1952930 h 2237474"/>
              <a:gd name="connsiteX111" fmla="*/ 3009910 w 12192000"/>
              <a:gd name="connsiteY111" fmla="*/ 1957866 h 2237474"/>
              <a:gd name="connsiteX112" fmla="*/ 2995934 w 12192000"/>
              <a:gd name="connsiteY112" fmla="*/ 1967085 h 2237474"/>
              <a:gd name="connsiteX113" fmla="*/ 2980071 w 12192000"/>
              <a:gd name="connsiteY113" fmla="*/ 1972988 h 2237474"/>
              <a:gd name="connsiteX114" fmla="*/ 2942858 w 12192000"/>
              <a:gd name="connsiteY114" fmla="*/ 1981367 h 2237474"/>
              <a:gd name="connsiteX115" fmla="*/ 2875436 w 12192000"/>
              <a:gd name="connsiteY115" fmla="*/ 1996977 h 2237474"/>
              <a:gd name="connsiteX116" fmla="*/ 2874892 w 12192000"/>
              <a:gd name="connsiteY116" fmla="*/ 1996085 h 2237474"/>
              <a:gd name="connsiteX117" fmla="*/ 2864145 w 12192000"/>
              <a:gd name="connsiteY117" fmla="*/ 1994061 h 2237474"/>
              <a:gd name="connsiteX118" fmla="*/ 2843662 w 12192000"/>
              <a:gd name="connsiteY118" fmla="*/ 1992498 h 2237474"/>
              <a:gd name="connsiteX119" fmla="*/ 2796128 w 12192000"/>
              <a:gd name="connsiteY119" fmla="*/ 1976403 h 2237474"/>
              <a:gd name="connsiteX120" fmla="*/ 2756784 w 12192000"/>
              <a:gd name="connsiteY120" fmla="*/ 1985116 h 2237474"/>
              <a:gd name="connsiteX121" fmla="*/ 2748833 w 12192000"/>
              <a:gd name="connsiteY121" fmla="*/ 1986323 h 2237474"/>
              <a:gd name="connsiteX122" fmla="*/ 2748661 w 12192000"/>
              <a:gd name="connsiteY122" fmla="*/ 1986122 h 2237474"/>
              <a:gd name="connsiteX123" fmla="*/ 2740251 w 12192000"/>
              <a:gd name="connsiteY123" fmla="*/ 1986946 h 2237474"/>
              <a:gd name="connsiteX124" fmla="*/ 2718916 w 12192000"/>
              <a:gd name="connsiteY124" fmla="*/ 1990867 h 2237474"/>
              <a:gd name="connsiteX125" fmla="*/ 2713522 w 12192000"/>
              <a:gd name="connsiteY125" fmla="*/ 1990173 h 2237474"/>
              <a:gd name="connsiteX126" fmla="*/ 2680597 w 12192000"/>
              <a:gd name="connsiteY126" fmla="*/ 1984996 h 2237474"/>
              <a:gd name="connsiteX127" fmla="*/ 2578178 w 12192000"/>
              <a:gd name="connsiteY127" fmla="*/ 1990531 h 2237474"/>
              <a:gd name="connsiteX128" fmla="*/ 2476147 w 12192000"/>
              <a:gd name="connsiteY128" fmla="*/ 1998305 h 2237474"/>
              <a:gd name="connsiteX129" fmla="*/ 2373568 w 12192000"/>
              <a:gd name="connsiteY129" fmla="*/ 2003219 h 2237474"/>
              <a:gd name="connsiteX130" fmla="*/ 2321399 w 12192000"/>
              <a:gd name="connsiteY130" fmla="*/ 1989467 h 2237474"/>
              <a:gd name="connsiteX131" fmla="*/ 2315525 w 12192000"/>
              <a:gd name="connsiteY131" fmla="*/ 1989708 h 2237474"/>
              <a:gd name="connsiteX132" fmla="*/ 2300792 w 12192000"/>
              <a:gd name="connsiteY132" fmla="*/ 1994290 h 2237474"/>
              <a:gd name="connsiteX133" fmla="*/ 2295469 w 12192000"/>
              <a:gd name="connsiteY133" fmla="*/ 1996659 h 2237474"/>
              <a:gd name="connsiteX134" fmla="*/ 2287219 w 12192000"/>
              <a:gd name="connsiteY134" fmla="*/ 1998750 h 2237474"/>
              <a:gd name="connsiteX135" fmla="*/ 2286948 w 12192000"/>
              <a:gd name="connsiteY135" fmla="*/ 1998596 h 2237474"/>
              <a:gd name="connsiteX136" fmla="*/ 2243069 w 12192000"/>
              <a:gd name="connsiteY136" fmla="*/ 2015111 h 2237474"/>
              <a:gd name="connsiteX137" fmla="*/ 2186609 w 12192000"/>
              <a:gd name="connsiteY137" fmla="*/ 2008263 h 2237474"/>
              <a:gd name="connsiteX138" fmla="*/ 2164831 w 12192000"/>
              <a:gd name="connsiteY138" fmla="*/ 2010143 h 2237474"/>
              <a:gd name="connsiteX139" fmla="*/ 2152836 w 12192000"/>
              <a:gd name="connsiteY139" fmla="*/ 2010048 h 2237474"/>
              <a:gd name="connsiteX140" fmla="*/ 2117102 w 12192000"/>
              <a:gd name="connsiteY140" fmla="*/ 2023004 h 2237474"/>
              <a:gd name="connsiteX141" fmla="*/ 2111935 w 12192000"/>
              <a:gd name="connsiteY141" fmla="*/ 2023163 h 2237474"/>
              <a:gd name="connsiteX142" fmla="*/ 2089991 w 12192000"/>
              <a:gd name="connsiteY142" fmla="*/ 2034193 h 2237474"/>
              <a:gd name="connsiteX143" fmla="*/ 2058061 w 12192000"/>
              <a:gd name="connsiteY143" fmla="*/ 2047942 h 2237474"/>
              <a:gd name="connsiteX144" fmla="*/ 2055737 w 12192000"/>
              <a:gd name="connsiteY144" fmla="*/ 2047704 h 2237474"/>
              <a:gd name="connsiteX145" fmla="*/ 2042244 w 12192000"/>
              <a:gd name="connsiteY145" fmla="*/ 2055560 h 2237474"/>
              <a:gd name="connsiteX146" fmla="*/ 1976224 w 12192000"/>
              <a:gd name="connsiteY146" fmla="*/ 2074257 h 2237474"/>
              <a:gd name="connsiteX147" fmla="*/ 1877728 w 12192000"/>
              <a:gd name="connsiteY147" fmla="*/ 2101004 h 2237474"/>
              <a:gd name="connsiteX148" fmla="*/ 1759056 w 12192000"/>
              <a:gd name="connsiteY148" fmla="*/ 2125608 h 2237474"/>
              <a:gd name="connsiteX149" fmla="*/ 1637948 w 12192000"/>
              <a:gd name="connsiteY149" fmla="*/ 2172597 h 2237474"/>
              <a:gd name="connsiteX150" fmla="*/ 1434549 w 12192000"/>
              <a:gd name="connsiteY150" fmla="*/ 2234522 h 2237474"/>
              <a:gd name="connsiteX151" fmla="*/ 1398481 w 12192000"/>
              <a:gd name="connsiteY151" fmla="*/ 2237074 h 2237474"/>
              <a:gd name="connsiteX152" fmla="*/ 1398407 w 12192000"/>
              <a:gd name="connsiteY152" fmla="*/ 2237095 h 2237474"/>
              <a:gd name="connsiteX153" fmla="*/ 1370962 w 12192000"/>
              <a:gd name="connsiteY153" fmla="*/ 2237474 h 2237474"/>
              <a:gd name="connsiteX154" fmla="*/ 1356367 w 12192000"/>
              <a:gd name="connsiteY154" fmla="*/ 2235089 h 2237474"/>
              <a:gd name="connsiteX155" fmla="*/ 1324828 w 12192000"/>
              <a:gd name="connsiteY155" fmla="*/ 2231968 h 2237474"/>
              <a:gd name="connsiteX156" fmla="*/ 1297744 w 12192000"/>
              <a:gd name="connsiteY156" fmla="*/ 2235849 h 2237474"/>
              <a:gd name="connsiteX157" fmla="*/ 1286236 w 12192000"/>
              <a:gd name="connsiteY157" fmla="*/ 2233135 h 2237474"/>
              <a:gd name="connsiteX158" fmla="*/ 1283504 w 12192000"/>
              <a:gd name="connsiteY158" fmla="*/ 2233797 h 2237474"/>
              <a:gd name="connsiteX159" fmla="*/ 1279765 w 12192000"/>
              <a:gd name="connsiteY159" fmla="*/ 2229639 h 2237474"/>
              <a:gd name="connsiteX160" fmla="*/ 1195347 w 12192000"/>
              <a:gd name="connsiteY160" fmla="*/ 2212354 h 2237474"/>
              <a:gd name="connsiteX161" fmla="*/ 970251 w 12192000"/>
              <a:gd name="connsiteY161" fmla="*/ 2221029 h 2237474"/>
              <a:gd name="connsiteX162" fmla="*/ 812914 w 12192000"/>
              <a:gd name="connsiteY162" fmla="*/ 2202752 h 2237474"/>
              <a:gd name="connsiteX163" fmla="*/ 800195 w 12192000"/>
              <a:gd name="connsiteY163" fmla="*/ 2209407 h 2237474"/>
              <a:gd name="connsiteX164" fmla="*/ 784978 w 12192000"/>
              <a:gd name="connsiteY164" fmla="*/ 2212360 h 2237474"/>
              <a:gd name="connsiteX165" fmla="*/ 681987 w 12192000"/>
              <a:gd name="connsiteY165" fmla="*/ 2216757 h 2237474"/>
              <a:gd name="connsiteX166" fmla="*/ 669923 w 12192000"/>
              <a:gd name="connsiteY166" fmla="*/ 2211682 h 2237474"/>
              <a:gd name="connsiteX167" fmla="*/ 648680 w 12192000"/>
              <a:gd name="connsiteY167" fmla="*/ 2206229 h 2237474"/>
              <a:gd name="connsiteX168" fmla="*/ 597225 w 12192000"/>
              <a:gd name="connsiteY168" fmla="*/ 2180999 h 2237474"/>
              <a:gd name="connsiteX169" fmla="*/ 558449 w 12192000"/>
              <a:gd name="connsiteY169" fmla="*/ 2182346 h 2237474"/>
              <a:gd name="connsiteX170" fmla="*/ 550517 w 12192000"/>
              <a:gd name="connsiteY170" fmla="*/ 2182060 h 2237474"/>
              <a:gd name="connsiteX171" fmla="*/ 550309 w 12192000"/>
              <a:gd name="connsiteY171" fmla="*/ 2181825 h 2237474"/>
              <a:gd name="connsiteX172" fmla="*/ 541836 w 12192000"/>
              <a:gd name="connsiteY172" fmla="*/ 2181063 h 2237474"/>
              <a:gd name="connsiteX173" fmla="*/ 536057 w 12192000"/>
              <a:gd name="connsiteY173" fmla="*/ 2181537 h 2237474"/>
              <a:gd name="connsiteX174" fmla="*/ 520671 w 12192000"/>
              <a:gd name="connsiteY174" fmla="*/ 2180980 h 2237474"/>
              <a:gd name="connsiteX175" fmla="*/ 515024 w 12192000"/>
              <a:gd name="connsiteY175" fmla="*/ 2179258 h 2237474"/>
              <a:gd name="connsiteX176" fmla="*/ 512278 w 12192000"/>
              <a:gd name="connsiteY176" fmla="*/ 2176369 h 2237474"/>
              <a:gd name="connsiteX177" fmla="*/ 480419 w 12192000"/>
              <a:gd name="connsiteY177" fmla="*/ 2167807 h 2237474"/>
              <a:gd name="connsiteX178" fmla="*/ 413835 w 12192000"/>
              <a:gd name="connsiteY178" fmla="*/ 2156783 h 2237474"/>
              <a:gd name="connsiteX179" fmla="*/ 376513 w 12192000"/>
              <a:gd name="connsiteY179" fmla="*/ 2154014 h 2237474"/>
              <a:gd name="connsiteX180" fmla="*/ 273386 w 12192000"/>
              <a:gd name="connsiteY180" fmla="*/ 2142551 h 2237474"/>
              <a:gd name="connsiteX181" fmla="*/ 169207 w 12192000"/>
              <a:gd name="connsiteY181" fmla="*/ 2128100 h 2237474"/>
              <a:gd name="connsiteX182" fmla="*/ 93149 w 12192000"/>
              <a:gd name="connsiteY182" fmla="*/ 2105324 h 2237474"/>
              <a:gd name="connsiteX183" fmla="*/ 88109 w 12192000"/>
              <a:gd name="connsiteY183" fmla="*/ 2106704 h 2237474"/>
              <a:gd name="connsiteX184" fmla="*/ 80022 w 12192000"/>
              <a:gd name="connsiteY184" fmla="*/ 2107254 h 2237474"/>
              <a:gd name="connsiteX185" fmla="*/ 79717 w 12192000"/>
              <a:gd name="connsiteY185" fmla="*/ 2107046 h 2237474"/>
              <a:gd name="connsiteX186" fmla="*/ 72352 w 12192000"/>
              <a:gd name="connsiteY186" fmla="*/ 2107991 h 2237474"/>
              <a:gd name="connsiteX187" fmla="*/ 37645 w 12192000"/>
              <a:gd name="connsiteY187" fmla="*/ 2115401 h 2237474"/>
              <a:gd name="connsiteX188" fmla="*/ 4572 w 12192000"/>
              <a:gd name="connsiteY188" fmla="*/ 2111091 h 2237474"/>
              <a:gd name="connsiteX189" fmla="*/ 0 w 12192000"/>
              <a:gd name="connsiteY189" fmla="*/ 2110468 h 2237474"/>
              <a:gd name="connsiteX190" fmla="*/ 0 w 12192000"/>
              <a:gd name="connsiteY190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805004 w 12192000"/>
              <a:gd name="connsiteY13" fmla="*/ 757573 h 2237474"/>
              <a:gd name="connsiteX14" fmla="*/ 10739478 w 12192000"/>
              <a:gd name="connsiteY14" fmla="*/ 776841 h 2237474"/>
              <a:gd name="connsiteX15" fmla="*/ 10458762 w 12192000"/>
              <a:gd name="connsiteY15" fmla="*/ 755400 h 2237474"/>
              <a:gd name="connsiteX16" fmla="*/ 10211200 w 12192000"/>
              <a:gd name="connsiteY16" fmla="*/ 767513 h 2237474"/>
              <a:gd name="connsiteX17" fmla="*/ 10167995 w 12192000"/>
              <a:gd name="connsiteY17" fmla="*/ 760843 h 2237474"/>
              <a:gd name="connsiteX18" fmla="*/ 9997044 w 12192000"/>
              <a:gd name="connsiteY18" fmla="*/ 780129 h 2237474"/>
              <a:gd name="connsiteX19" fmla="*/ 9943887 w 12192000"/>
              <a:gd name="connsiteY19" fmla="*/ 804141 h 2237474"/>
              <a:gd name="connsiteX20" fmla="*/ 9918248 w 12192000"/>
              <a:gd name="connsiteY20" fmla="*/ 816628 h 2237474"/>
              <a:gd name="connsiteX21" fmla="*/ 9767091 w 12192000"/>
              <a:gd name="connsiteY21" fmla="*/ 870550 h 2237474"/>
              <a:gd name="connsiteX22" fmla="*/ 9683005 w 12192000"/>
              <a:gd name="connsiteY22" fmla="*/ 894128 h 2237474"/>
              <a:gd name="connsiteX23" fmla="*/ 9594438 w 12192000"/>
              <a:gd name="connsiteY23" fmla="*/ 919051 h 2237474"/>
              <a:gd name="connsiteX24" fmla="*/ 9544189 w 12192000"/>
              <a:gd name="connsiteY24" fmla="*/ 938966 h 2237474"/>
              <a:gd name="connsiteX25" fmla="*/ 9500499 w 12192000"/>
              <a:gd name="connsiteY25" fmla="*/ 954680 h 2237474"/>
              <a:gd name="connsiteX26" fmla="*/ 9428195 w 12192000"/>
              <a:gd name="connsiteY26" fmla="*/ 986225 h 2237474"/>
              <a:gd name="connsiteX27" fmla="*/ 9410017 w 12192000"/>
              <a:gd name="connsiteY27" fmla="*/ 993931 h 2237474"/>
              <a:gd name="connsiteX28" fmla="*/ 9392919 w 12192000"/>
              <a:gd name="connsiteY28" fmla="*/ 994656 h 2237474"/>
              <a:gd name="connsiteX29" fmla="*/ 9278619 w 12192000"/>
              <a:gd name="connsiteY29" fmla="*/ 1011878 h 2237474"/>
              <a:gd name="connsiteX30" fmla="*/ 9268019 w 12192000"/>
              <a:gd name="connsiteY30" fmla="*/ 1007442 h 2237474"/>
              <a:gd name="connsiteX31" fmla="*/ 9234662 w 12192000"/>
              <a:gd name="connsiteY31" fmla="*/ 1023056 h 2237474"/>
              <a:gd name="connsiteX32" fmla="*/ 9181033 w 12192000"/>
              <a:gd name="connsiteY32" fmla="*/ 1037921 h 2237474"/>
              <a:gd name="connsiteX33" fmla="*/ 9155969 w 12192000"/>
              <a:gd name="connsiteY33" fmla="*/ 1046804 h 2237474"/>
              <a:gd name="connsiteX34" fmla="*/ 9133985 w 12192000"/>
              <a:gd name="connsiteY34" fmla="*/ 1046450 h 2237474"/>
              <a:gd name="connsiteX35" fmla="*/ 9003462 w 12192000"/>
              <a:gd name="connsiteY35" fmla="*/ 1042406 h 2237474"/>
              <a:gd name="connsiteX36" fmla="*/ 8968445 w 12192000"/>
              <a:gd name="connsiteY36" fmla="*/ 1052169 h 2237474"/>
              <a:gd name="connsiteX37" fmla="*/ 8886001 w 12192000"/>
              <a:gd name="connsiteY37" fmla="*/ 1067468 h 2237474"/>
              <a:gd name="connsiteX38" fmla="*/ 8838610 w 12192000"/>
              <a:gd name="connsiteY38" fmla="*/ 1075091 h 2237474"/>
              <a:gd name="connsiteX39" fmla="*/ 8750383 w 12192000"/>
              <a:gd name="connsiteY39" fmla="*/ 1097387 h 2237474"/>
              <a:gd name="connsiteX40" fmla="*/ 8665605 w 12192000"/>
              <a:gd name="connsiteY40" fmla="*/ 1110791 h 2237474"/>
              <a:gd name="connsiteX41" fmla="*/ 8584946 w 12192000"/>
              <a:gd name="connsiteY41" fmla="*/ 1135226 h 2237474"/>
              <a:gd name="connsiteX42" fmla="*/ 8460755 w 12192000"/>
              <a:gd name="connsiteY42" fmla="*/ 1203427 h 2237474"/>
              <a:gd name="connsiteX43" fmla="*/ 8419755 w 12192000"/>
              <a:gd name="connsiteY43" fmla="*/ 1216260 h 2237474"/>
              <a:gd name="connsiteX44" fmla="*/ 8411626 w 12192000"/>
              <a:gd name="connsiteY44" fmla="*/ 1214397 h 2237474"/>
              <a:gd name="connsiteX45" fmla="*/ 8363469 w 12192000"/>
              <a:gd name="connsiteY45" fmla="*/ 1246658 h 2237474"/>
              <a:gd name="connsiteX46" fmla="*/ 8275497 w 12192000"/>
              <a:gd name="connsiteY46" fmla="*/ 1264396 h 2237474"/>
              <a:gd name="connsiteX47" fmla="*/ 8206287 w 12192000"/>
              <a:gd name="connsiteY47" fmla="*/ 1273060 h 2237474"/>
              <a:gd name="connsiteX48" fmla="*/ 8139997 w 12192000"/>
              <a:gd name="connsiteY48" fmla="*/ 1282713 h 2237474"/>
              <a:gd name="connsiteX49" fmla="*/ 8074238 w 12192000"/>
              <a:gd name="connsiteY49" fmla="*/ 1301895 h 2237474"/>
              <a:gd name="connsiteX50" fmla="*/ 7942099 w 12192000"/>
              <a:gd name="connsiteY50" fmla="*/ 1336332 h 2237474"/>
              <a:gd name="connsiteX51" fmla="*/ 7902328 w 12192000"/>
              <a:gd name="connsiteY51" fmla="*/ 1345865 h 2237474"/>
              <a:gd name="connsiteX52" fmla="*/ 7840612 w 12192000"/>
              <a:gd name="connsiteY52" fmla="*/ 1369373 h 2237474"/>
              <a:gd name="connsiteX53" fmla="*/ 7786819 w 12192000"/>
              <a:gd name="connsiteY53" fmla="*/ 1378970 h 2237474"/>
              <a:gd name="connsiteX54" fmla="*/ 7548172 w 12192000"/>
              <a:gd name="connsiteY54" fmla="*/ 1417460 h 2237474"/>
              <a:gd name="connsiteX55" fmla="*/ 7483437 w 12192000"/>
              <a:gd name="connsiteY55" fmla="*/ 1478152 h 2237474"/>
              <a:gd name="connsiteX56" fmla="*/ 7377870 w 12192000"/>
              <a:gd name="connsiteY56" fmla="*/ 1523319 h 2237474"/>
              <a:gd name="connsiteX57" fmla="*/ 7230737 w 12192000"/>
              <a:gd name="connsiteY57" fmla="*/ 1562633 h 2237474"/>
              <a:gd name="connsiteX58" fmla="*/ 7224458 w 12192000"/>
              <a:gd name="connsiteY58" fmla="*/ 1573008 h 2237474"/>
              <a:gd name="connsiteX59" fmla="*/ 7183121 w 12192000"/>
              <a:gd name="connsiteY59" fmla="*/ 1595162 h 2237474"/>
              <a:gd name="connsiteX60" fmla="*/ 7164601 w 12192000"/>
              <a:gd name="connsiteY60" fmla="*/ 1606490 h 2237474"/>
              <a:gd name="connsiteX61" fmla="*/ 7031309 w 12192000"/>
              <a:gd name="connsiteY61" fmla="*/ 1619451 h 2237474"/>
              <a:gd name="connsiteX62" fmla="*/ 6900177 w 12192000"/>
              <a:gd name="connsiteY62" fmla="*/ 1636016 h 2237474"/>
              <a:gd name="connsiteX63" fmla="*/ 6795372 w 12192000"/>
              <a:gd name="connsiteY63" fmla="*/ 1644845 h 2237474"/>
              <a:gd name="connsiteX64" fmla="*/ 6692251 w 12192000"/>
              <a:gd name="connsiteY64" fmla="*/ 1656357 h 2237474"/>
              <a:gd name="connsiteX65" fmla="*/ 6655235 w 12192000"/>
              <a:gd name="connsiteY65" fmla="*/ 1661869 h 2237474"/>
              <a:gd name="connsiteX66" fmla="*/ 6554894 w 12192000"/>
              <a:gd name="connsiteY66" fmla="*/ 1664428 h 2237474"/>
              <a:gd name="connsiteX67" fmla="*/ 6516595 w 12192000"/>
              <a:gd name="connsiteY67" fmla="*/ 1667475 h 2237474"/>
              <a:gd name="connsiteX68" fmla="*/ 6508541 w 12192000"/>
              <a:gd name="connsiteY68" fmla="*/ 1668757 h 2237474"/>
              <a:gd name="connsiteX69" fmla="*/ 6471012 w 12192000"/>
              <a:gd name="connsiteY69" fmla="*/ 1678604 h 2237474"/>
              <a:gd name="connsiteX70" fmla="*/ 6364035 w 12192000"/>
              <a:gd name="connsiteY70" fmla="*/ 1667683 h 2237474"/>
              <a:gd name="connsiteX71" fmla="*/ 6280959 w 12192000"/>
              <a:gd name="connsiteY71" fmla="*/ 1689329 h 2237474"/>
              <a:gd name="connsiteX72" fmla="*/ 6243319 w 12192000"/>
              <a:gd name="connsiteY72" fmla="*/ 1695560 h 2237474"/>
              <a:gd name="connsiteX73" fmla="*/ 6098321 w 12192000"/>
              <a:gd name="connsiteY73" fmla="*/ 1721646 h 2237474"/>
              <a:gd name="connsiteX74" fmla="*/ 5880652 w 12192000"/>
              <a:gd name="connsiteY74" fmla="*/ 1779643 h 2237474"/>
              <a:gd name="connsiteX75" fmla="*/ 5785959 w 12192000"/>
              <a:gd name="connsiteY75" fmla="*/ 1775307 h 2237474"/>
              <a:gd name="connsiteX76" fmla="*/ 5643534 w 12192000"/>
              <a:gd name="connsiteY76" fmla="*/ 1802919 h 2237474"/>
              <a:gd name="connsiteX77" fmla="*/ 5518799 w 12192000"/>
              <a:gd name="connsiteY77" fmla="*/ 1818312 h 2237474"/>
              <a:gd name="connsiteX78" fmla="*/ 5505014 w 12192000"/>
              <a:gd name="connsiteY78" fmla="*/ 1819259 h 2237474"/>
              <a:gd name="connsiteX79" fmla="*/ 5453307 w 12192000"/>
              <a:gd name="connsiteY79" fmla="*/ 1815450 h 2237474"/>
              <a:gd name="connsiteX80" fmla="*/ 5221533 w 12192000"/>
              <a:gd name="connsiteY80" fmla="*/ 1846950 h 2237474"/>
              <a:gd name="connsiteX81" fmla="*/ 5149802 w 12192000"/>
              <a:gd name="connsiteY81" fmla="*/ 1844846 h 2237474"/>
              <a:gd name="connsiteX82" fmla="*/ 5114927 w 12192000"/>
              <a:gd name="connsiteY82" fmla="*/ 1847827 h 2237474"/>
              <a:gd name="connsiteX83" fmla="*/ 5108970 w 12192000"/>
              <a:gd name="connsiteY83" fmla="*/ 1847935 h 2237474"/>
              <a:gd name="connsiteX84" fmla="*/ 5067961 w 12192000"/>
              <a:gd name="connsiteY84" fmla="*/ 1845917 h 2237474"/>
              <a:gd name="connsiteX85" fmla="*/ 5007075 w 12192000"/>
              <a:gd name="connsiteY85" fmla="*/ 1838626 h 2237474"/>
              <a:gd name="connsiteX86" fmla="*/ 4944087 w 12192000"/>
              <a:gd name="connsiteY86" fmla="*/ 1823332 h 2237474"/>
              <a:gd name="connsiteX87" fmla="*/ 4907662 w 12192000"/>
              <a:gd name="connsiteY87" fmla="*/ 1816900 h 2237474"/>
              <a:gd name="connsiteX88" fmla="*/ 4882386 w 12192000"/>
              <a:gd name="connsiteY88" fmla="*/ 1809844 h 2237474"/>
              <a:gd name="connsiteX89" fmla="*/ 4811440 w 12192000"/>
              <a:gd name="connsiteY89" fmla="*/ 1804655 h 2237474"/>
              <a:gd name="connsiteX90" fmla="*/ 4691075 w 12192000"/>
              <a:gd name="connsiteY90" fmla="*/ 1801389 h 2237474"/>
              <a:gd name="connsiteX91" fmla="*/ 4640313 w 12192000"/>
              <a:gd name="connsiteY91" fmla="*/ 1784307 h 2237474"/>
              <a:gd name="connsiteX92" fmla="*/ 4536503 w 12192000"/>
              <a:gd name="connsiteY92" fmla="*/ 1785334 h 2237474"/>
              <a:gd name="connsiteX93" fmla="*/ 4513724 w 12192000"/>
              <a:gd name="connsiteY93" fmla="*/ 1791996 h 2237474"/>
              <a:gd name="connsiteX94" fmla="*/ 4459810 w 12192000"/>
              <a:gd name="connsiteY94" fmla="*/ 1797886 h 2237474"/>
              <a:gd name="connsiteX95" fmla="*/ 4379064 w 12192000"/>
              <a:gd name="connsiteY95" fmla="*/ 1817177 h 2237474"/>
              <a:gd name="connsiteX96" fmla="*/ 4290981 w 12192000"/>
              <a:gd name="connsiteY96" fmla="*/ 1839677 h 2237474"/>
              <a:gd name="connsiteX97" fmla="*/ 4238372 w 12192000"/>
              <a:gd name="connsiteY97" fmla="*/ 1851480 h 2237474"/>
              <a:gd name="connsiteX98" fmla="*/ 4232517 w 12192000"/>
              <a:gd name="connsiteY98" fmla="*/ 1852567 h 2237474"/>
              <a:gd name="connsiteX99" fmla="*/ 4191732 w 12192000"/>
              <a:gd name="connsiteY99" fmla="*/ 1857328 h 2237474"/>
              <a:gd name="connsiteX100" fmla="*/ 4065532 w 12192000"/>
              <a:gd name="connsiteY100" fmla="*/ 1855477 h 2237474"/>
              <a:gd name="connsiteX101" fmla="*/ 4028460 w 12192000"/>
              <a:gd name="connsiteY101" fmla="*/ 1855137 h 2237474"/>
              <a:gd name="connsiteX102" fmla="*/ 4002267 w 12192000"/>
              <a:gd name="connsiteY102" fmla="*/ 1852352 h 2237474"/>
              <a:gd name="connsiteX103" fmla="*/ 3931396 w 12192000"/>
              <a:gd name="connsiteY103" fmla="*/ 1858915 h 2237474"/>
              <a:gd name="connsiteX104" fmla="*/ 3812162 w 12192000"/>
              <a:gd name="connsiteY104" fmla="*/ 1875501 h 2237474"/>
              <a:gd name="connsiteX105" fmla="*/ 3758105 w 12192000"/>
              <a:gd name="connsiteY105" fmla="*/ 1871856 h 2237474"/>
              <a:gd name="connsiteX106" fmla="*/ 3715896 w 12192000"/>
              <a:gd name="connsiteY106" fmla="*/ 1881552 h 2237474"/>
              <a:gd name="connsiteX107" fmla="*/ 3567259 w 12192000"/>
              <a:gd name="connsiteY107" fmla="*/ 1893482 h 2237474"/>
              <a:gd name="connsiteX108" fmla="*/ 3405770 w 12192000"/>
              <a:gd name="connsiteY108" fmla="*/ 1904591 h 2237474"/>
              <a:gd name="connsiteX109" fmla="*/ 3280097 w 12192000"/>
              <a:gd name="connsiteY109" fmla="*/ 1919610 h 2237474"/>
              <a:gd name="connsiteX110" fmla="*/ 3123424 w 12192000"/>
              <a:gd name="connsiteY110" fmla="*/ 1952930 h 2237474"/>
              <a:gd name="connsiteX111" fmla="*/ 3009910 w 12192000"/>
              <a:gd name="connsiteY111" fmla="*/ 1957866 h 2237474"/>
              <a:gd name="connsiteX112" fmla="*/ 2995934 w 12192000"/>
              <a:gd name="connsiteY112" fmla="*/ 1967085 h 2237474"/>
              <a:gd name="connsiteX113" fmla="*/ 2980071 w 12192000"/>
              <a:gd name="connsiteY113" fmla="*/ 1972988 h 2237474"/>
              <a:gd name="connsiteX114" fmla="*/ 2942858 w 12192000"/>
              <a:gd name="connsiteY114" fmla="*/ 1981367 h 2237474"/>
              <a:gd name="connsiteX115" fmla="*/ 2875436 w 12192000"/>
              <a:gd name="connsiteY115" fmla="*/ 1996977 h 2237474"/>
              <a:gd name="connsiteX116" fmla="*/ 2874892 w 12192000"/>
              <a:gd name="connsiteY116" fmla="*/ 1996085 h 2237474"/>
              <a:gd name="connsiteX117" fmla="*/ 2864145 w 12192000"/>
              <a:gd name="connsiteY117" fmla="*/ 1994061 h 2237474"/>
              <a:gd name="connsiteX118" fmla="*/ 2843662 w 12192000"/>
              <a:gd name="connsiteY118" fmla="*/ 1992498 h 2237474"/>
              <a:gd name="connsiteX119" fmla="*/ 2796128 w 12192000"/>
              <a:gd name="connsiteY119" fmla="*/ 1976403 h 2237474"/>
              <a:gd name="connsiteX120" fmla="*/ 2756784 w 12192000"/>
              <a:gd name="connsiteY120" fmla="*/ 1985116 h 2237474"/>
              <a:gd name="connsiteX121" fmla="*/ 2748833 w 12192000"/>
              <a:gd name="connsiteY121" fmla="*/ 1986323 h 2237474"/>
              <a:gd name="connsiteX122" fmla="*/ 2748661 w 12192000"/>
              <a:gd name="connsiteY122" fmla="*/ 1986122 h 2237474"/>
              <a:gd name="connsiteX123" fmla="*/ 2740251 w 12192000"/>
              <a:gd name="connsiteY123" fmla="*/ 1986946 h 2237474"/>
              <a:gd name="connsiteX124" fmla="*/ 2718916 w 12192000"/>
              <a:gd name="connsiteY124" fmla="*/ 1990867 h 2237474"/>
              <a:gd name="connsiteX125" fmla="*/ 2713522 w 12192000"/>
              <a:gd name="connsiteY125" fmla="*/ 1990173 h 2237474"/>
              <a:gd name="connsiteX126" fmla="*/ 2680597 w 12192000"/>
              <a:gd name="connsiteY126" fmla="*/ 1984996 h 2237474"/>
              <a:gd name="connsiteX127" fmla="*/ 2578178 w 12192000"/>
              <a:gd name="connsiteY127" fmla="*/ 1990531 h 2237474"/>
              <a:gd name="connsiteX128" fmla="*/ 2476147 w 12192000"/>
              <a:gd name="connsiteY128" fmla="*/ 1998305 h 2237474"/>
              <a:gd name="connsiteX129" fmla="*/ 2373568 w 12192000"/>
              <a:gd name="connsiteY129" fmla="*/ 2003219 h 2237474"/>
              <a:gd name="connsiteX130" fmla="*/ 2321399 w 12192000"/>
              <a:gd name="connsiteY130" fmla="*/ 1989467 h 2237474"/>
              <a:gd name="connsiteX131" fmla="*/ 2315525 w 12192000"/>
              <a:gd name="connsiteY131" fmla="*/ 1989708 h 2237474"/>
              <a:gd name="connsiteX132" fmla="*/ 2300792 w 12192000"/>
              <a:gd name="connsiteY132" fmla="*/ 1994290 h 2237474"/>
              <a:gd name="connsiteX133" fmla="*/ 2295469 w 12192000"/>
              <a:gd name="connsiteY133" fmla="*/ 1996659 h 2237474"/>
              <a:gd name="connsiteX134" fmla="*/ 2287219 w 12192000"/>
              <a:gd name="connsiteY134" fmla="*/ 1998750 h 2237474"/>
              <a:gd name="connsiteX135" fmla="*/ 2286948 w 12192000"/>
              <a:gd name="connsiteY135" fmla="*/ 1998596 h 2237474"/>
              <a:gd name="connsiteX136" fmla="*/ 2243069 w 12192000"/>
              <a:gd name="connsiteY136" fmla="*/ 2015111 h 2237474"/>
              <a:gd name="connsiteX137" fmla="*/ 2186609 w 12192000"/>
              <a:gd name="connsiteY137" fmla="*/ 2008263 h 2237474"/>
              <a:gd name="connsiteX138" fmla="*/ 2164831 w 12192000"/>
              <a:gd name="connsiteY138" fmla="*/ 2010143 h 2237474"/>
              <a:gd name="connsiteX139" fmla="*/ 2152836 w 12192000"/>
              <a:gd name="connsiteY139" fmla="*/ 2010048 h 2237474"/>
              <a:gd name="connsiteX140" fmla="*/ 2117102 w 12192000"/>
              <a:gd name="connsiteY140" fmla="*/ 2023004 h 2237474"/>
              <a:gd name="connsiteX141" fmla="*/ 2111935 w 12192000"/>
              <a:gd name="connsiteY141" fmla="*/ 2023163 h 2237474"/>
              <a:gd name="connsiteX142" fmla="*/ 2089991 w 12192000"/>
              <a:gd name="connsiteY142" fmla="*/ 2034193 h 2237474"/>
              <a:gd name="connsiteX143" fmla="*/ 2058061 w 12192000"/>
              <a:gd name="connsiteY143" fmla="*/ 2047942 h 2237474"/>
              <a:gd name="connsiteX144" fmla="*/ 2055737 w 12192000"/>
              <a:gd name="connsiteY144" fmla="*/ 2047704 h 2237474"/>
              <a:gd name="connsiteX145" fmla="*/ 2042244 w 12192000"/>
              <a:gd name="connsiteY145" fmla="*/ 2055560 h 2237474"/>
              <a:gd name="connsiteX146" fmla="*/ 1976224 w 12192000"/>
              <a:gd name="connsiteY146" fmla="*/ 2074257 h 2237474"/>
              <a:gd name="connsiteX147" fmla="*/ 1877728 w 12192000"/>
              <a:gd name="connsiteY147" fmla="*/ 2101004 h 2237474"/>
              <a:gd name="connsiteX148" fmla="*/ 1759056 w 12192000"/>
              <a:gd name="connsiteY148" fmla="*/ 2125608 h 2237474"/>
              <a:gd name="connsiteX149" fmla="*/ 1637948 w 12192000"/>
              <a:gd name="connsiteY149" fmla="*/ 2172597 h 2237474"/>
              <a:gd name="connsiteX150" fmla="*/ 1434549 w 12192000"/>
              <a:gd name="connsiteY150" fmla="*/ 2234522 h 2237474"/>
              <a:gd name="connsiteX151" fmla="*/ 1398481 w 12192000"/>
              <a:gd name="connsiteY151" fmla="*/ 2237074 h 2237474"/>
              <a:gd name="connsiteX152" fmla="*/ 1398407 w 12192000"/>
              <a:gd name="connsiteY152" fmla="*/ 2237095 h 2237474"/>
              <a:gd name="connsiteX153" fmla="*/ 1370962 w 12192000"/>
              <a:gd name="connsiteY153" fmla="*/ 2237474 h 2237474"/>
              <a:gd name="connsiteX154" fmla="*/ 1356367 w 12192000"/>
              <a:gd name="connsiteY154" fmla="*/ 2235089 h 2237474"/>
              <a:gd name="connsiteX155" fmla="*/ 1324828 w 12192000"/>
              <a:gd name="connsiteY155" fmla="*/ 2231968 h 2237474"/>
              <a:gd name="connsiteX156" fmla="*/ 1297744 w 12192000"/>
              <a:gd name="connsiteY156" fmla="*/ 2235849 h 2237474"/>
              <a:gd name="connsiteX157" fmla="*/ 1286236 w 12192000"/>
              <a:gd name="connsiteY157" fmla="*/ 2233135 h 2237474"/>
              <a:gd name="connsiteX158" fmla="*/ 1283504 w 12192000"/>
              <a:gd name="connsiteY158" fmla="*/ 2233797 h 2237474"/>
              <a:gd name="connsiteX159" fmla="*/ 1279765 w 12192000"/>
              <a:gd name="connsiteY159" fmla="*/ 2229639 h 2237474"/>
              <a:gd name="connsiteX160" fmla="*/ 1195347 w 12192000"/>
              <a:gd name="connsiteY160" fmla="*/ 2212354 h 2237474"/>
              <a:gd name="connsiteX161" fmla="*/ 970251 w 12192000"/>
              <a:gd name="connsiteY161" fmla="*/ 2221029 h 2237474"/>
              <a:gd name="connsiteX162" fmla="*/ 812914 w 12192000"/>
              <a:gd name="connsiteY162" fmla="*/ 2202752 h 2237474"/>
              <a:gd name="connsiteX163" fmla="*/ 800195 w 12192000"/>
              <a:gd name="connsiteY163" fmla="*/ 2209407 h 2237474"/>
              <a:gd name="connsiteX164" fmla="*/ 784978 w 12192000"/>
              <a:gd name="connsiteY164" fmla="*/ 2212360 h 2237474"/>
              <a:gd name="connsiteX165" fmla="*/ 681987 w 12192000"/>
              <a:gd name="connsiteY165" fmla="*/ 2216757 h 2237474"/>
              <a:gd name="connsiteX166" fmla="*/ 669923 w 12192000"/>
              <a:gd name="connsiteY166" fmla="*/ 2211682 h 2237474"/>
              <a:gd name="connsiteX167" fmla="*/ 648680 w 12192000"/>
              <a:gd name="connsiteY167" fmla="*/ 2206229 h 2237474"/>
              <a:gd name="connsiteX168" fmla="*/ 597225 w 12192000"/>
              <a:gd name="connsiteY168" fmla="*/ 2180999 h 2237474"/>
              <a:gd name="connsiteX169" fmla="*/ 558449 w 12192000"/>
              <a:gd name="connsiteY169" fmla="*/ 2182346 h 2237474"/>
              <a:gd name="connsiteX170" fmla="*/ 550517 w 12192000"/>
              <a:gd name="connsiteY170" fmla="*/ 2182060 h 2237474"/>
              <a:gd name="connsiteX171" fmla="*/ 550309 w 12192000"/>
              <a:gd name="connsiteY171" fmla="*/ 2181825 h 2237474"/>
              <a:gd name="connsiteX172" fmla="*/ 541836 w 12192000"/>
              <a:gd name="connsiteY172" fmla="*/ 2181063 h 2237474"/>
              <a:gd name="connsiteX173" fmla="*/ 536057 w 12192000"/>
              <a:gd name="connsiteY173" fmla="*/ 2181537 h 2237474"/>
              <a:gd name="connsiteX174" fmla="*/ 520671 w 12192000"/>
              <a:gd name="connsiteY174" fmla="*/ 2180980 h 2237474"/>
              <a:gd name="connsiteX175" fmla="*/ 515024 w 12192000"/>
              <a:gd name="connsiteY175" fmla="*/ 2179258 h 2237474"/>
              <a:gd name="connsiteX176" fmla="*/ 512278 w 12192000"/>
              <a:gd name="connsiteY176" fmla="*/ 2176369 h 2237474"/>
              <a:gd name="connsiteX177" fmla="*/ 480419 w 12192000"/>
              <a:gd name="connsiteY177" fmla="*/ 2167807 h 2237474"/>
              <a:gd name="connsiteX178" fmla="*/ 413835 w 12192000"/>
              <a:gd name="connsiteY178" fmla="*/ 2156783 h 2237474"/>
              <a:gd name="connsiteX179" fmla="*/ 376513 w 12192000"/>
              <a:gd name="connsiteY179" fmla="*/ 2154014 h 2237474"/>
              <a:gd name="connsiteX180" fmla="*/ 273386 w 12192000"/>
              <a:gd name="connsiteY180" fmla="*/ 2142551 h 2237474"/>
              <a:gd name="connsiteX181" fmla="*/ 169207 w 12192000"/>
              <a:gd name="connsiteY181" fmla="*/ 2128100 h 2237474"/>
              <a:gd name="connsiteX182" fmla="*/ 93149 w 12192000"/>
              <a:gd name="connsiteY182" fmla="*/ 2105324 h 2237474"/>
              <a:gd name="connsiteX183" fmla="*/ 88109 w 12192000"/>
              <a:gd name="connsiteY183" fmla="*/ 2106704 h 2237474"/>
              <a:gd name="connsiteX184" fmla="*/ 80022 w 12192000"/>
              <a:gd name="connsiteY184" fmla="*/ 2107254 h 2237474"/>
              <a:gd name="connsiteX185" fmla="*/ 79717 w 12192000"/>
              <a:gd name="connsiteY185" fmla="*/ 2107046 h 2237474"/>
              <a:gd name="connsiteX186" fmla="*/ 72352 w 12192000"/>
              <a:gd name="connsiteY186" fmla="*/ 2107991 h 2237474"/>
              <a:gd name="connsiteX187" fmla="*/ 37645 w 12192000"/>
              <a:gd name="connsiteY187" fmla="*/ 2115401 h 2237474"/>
              <a:gd name="connsiteX188" fmla="*/ 4572 w 12192000"/>
              <a:gd name="connsiteY188" fmla="*/ 2111091 h 2237474"/>
              <a:gd name="connsiteX189" fmla="*/ 0 w 12192000"/>
              <a:gd name="connsiteY189" fmla="*/ 2110468 h 2237474"/>
              <a:gd name="connsiteX190" fmla="*/ 0 w 12192000"/>
              <a:gd name="connsiteY190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78619 w 12192000"/>
              <a:gd name="connsiteY28" fmla="*/ 1011878 h 2237474"/>
              <a:gd name="connsiteX29" fmla="*/ 9268019 w 12192000"/>
              <a:gd name="connsiteY29" fmla="*/ 1007442 h 2237474"/>
              <a:gd name="connsiteX30" fmla="*/ 9234662 w 12192000"/>
              <a:gd name="connsiteY30" fmla="*/ 1023056 h 2237474"/>
              <a:gd name="connsiteX31" fmla="*/ 9181033 w 12192000"/>
              <a:gd name="connsiteY31" fmla="*/ 1037921 h 2237474"/>
              <a:gd name="connsiteX32" fmla="*/ 9155969 w 12192000"/>
              <a:gd name="connsiteY32" fmla="*/ 1046804 h 2237474"/>
              <a:gd name="connsiteX33" fmla="*/ 9133985 w 12192000"/>
              <a:gd name="connsiteY33" fmla="*/ 1046450 h 2237474"/>
              <a:gd name="connsiteX34" fmla="*/ 9003462 w 12192000"/>
              <a:gd name="connsiteY34" fmla="*/ 1042406 h 2237474"/>
              <a:gd name="connsiteX35" fmla="*/ 8968445 w 12192000"/>
              <a:gd name="connsiteY35" fmla="*/ 1052169 h 2237474"/>
              <a:gd name="connsiteX36" fmla="*/ 8886001 w 12192000"/>
              <a:gd name="connsiteY36" fmla="*/ 1067468 h 2237474"/>
              <a:gd name="connsiteX37" fmla="*/ 8838610 w 12192000"/>
              <a:gd name="connsiteY37" fmla="*/ 1075091 h 2237474"/>
              <a:gd name="connsiteX38" fmla="*/ 8750383 w 12192000"/>
              <a:gd name="connsiteY38" fmla="*/ 1097387 h 2237474"/>
              <a:gd name="connsiteX39" fmla="*/ 8665605 w 12192000"/>
              <a:gd name="connsiteY39" fmla="*/ 1110791 h 2237474"/>
              <a:gd name="connsiteX40" fmla="*/ 8584946 w 12192000"/>
              <a:gd name="connsiteY40" fmla="*/ 1135226 h 2237474"/>
              <a:gd name="connsiteX41" fmla="*/ 8460755 w 12192000"/>
              <a:gd name="connsiteY41" fmla="*/ 1203427 h 2237474"/>
              <a:gd name="connsiteX42" fmla="*/ 8419755 w 12192000"/>
              <a:gd name="connsiteY42" fmla="*/ 1216260 h 2237474"/>
              <a:gd name="connsiteX43" fmla="*/ 8411626 w 12192000"/>
              <a:gd name="connsiteY43" fmla="*/ 1214397 h 2237474"/>
              <a:gd name="connsiteX44" fmla="*/ 8363469 w 12192000"/>
              <a:gd name="connsiteY44" fmla="*/ 1246658 h 2237474"/>
              <a:gd name="connsiteX45" fmla="*/ 8275497 w 12192000"/>
              <a:gd name="connsiteY45" fmla="*/ 1264396 h 2237474"/>
              <a:gd name="connsiteX46" fmla="*/ 8206287 w 12192000"/>
              <a:gd name="connsiteY46" fmla="*/ 1273060 h 2237474"/>
              <a:gd name="connsiteX47" fmla="*/ 8139997 w 12192000"/>
              <a:gd name="connsiteY47" fmla="*/ 1282713 h 2237474"/>
              <a:gd name="connsiteX48" fmla="*/ 8074238 w 12192000"/>
              <a:gd name="connsiteY48" fmla="*/ 1301895 h 2237474"/>
              <a:gd name="connsiteX49" fmla="*/ 7942099 w 12192000"/>
              <a:gd name="connsiteY49" fmla="*/ 1336332 h 2237474"/>
              <a:gd name="connsiteX50" fmla="*/ 7902328 w 12192000"/>
              <a:gd name="connsiteY50" fmla="*/ 1345865 h 2237474"/>
              <a:gd name="connsiteX51" fmla="*/ 7840612 w 12192000"/>
              <a:gd name="connsiteY51" fmla="*/ 1369373 h 2237474"/>
              <a:gd name="connsiteX52" fmla="*/ 7786819 w 12192000"/>
              <a:gd name="connsiteY52" fmla="*/ 1378970 h 2237474"/>
              <a:gd name="connsiteX53" fmla="*/ 7548172 w 12192000"/>
              <a:gd name="connsiteY53" fmla="*/ 1417460 h 2237474"/>
              <a:gd name="connsiteX54" fmla="*/ 7483437 w 12192000"/>
              <a:gd name="connsiteY54" fmla="*/ 1478152 h 2237474"/>
              <a:gd name="connsiteX55" fmla="*/ 7377870 w 12192000"/>
              <a:gd name="connsiteY55" fmla="*/ 1523319 h 2237474"/>
              <a:gd name="connsiteX56" fmla="*/ 7230737 w 12192000"/>
              <a:gd name="connsiteY56" fmla="*/ 1562633 h 2237474"/>
              <a:gd name="connsiteX57" fmla="*/ 7224458 w 12192000"/>
              <a:gd name="connsiteY57" fmla="*/ 1573008 h 2237474"/>
              <a:gd name="connsiteX58" fmla="*/ 7183121 w 12192000"/>
              <a:gd name="connsiteY58" fmla="*/ 1595162 h 2237474"/>
              <a:gd name="connsiteX59" fmla="*/ 7164601 w 12192000"/>
              <a:gd name="connsiteY59" fmla="*/ 1606490 h 2237474"/>
              <a:gd name="connsiteX60" fmla="*/ 7031309 w 12192000"/>
              <a:gd name="connsiteY60" fmla="*/ 1619451 h 2237474"/>
              <a:gd name="connsiteX61" fmla="*/ 6900177 w 12192000"/>
              <a:gd name="connsiteY61" fmla="*/ 1636016 h 2237474"/>
              <a:gd name="connsiteX62" fmla="*/ 6795372 w 12192000"/>
              <a:gd name="connsiteY62" fmla="*/ 1644845 h 2237474"/>
              <a:gd name="connsiteX63" fmla="*/ 6692251 w 12192000"/>
              <a:gd name="connsiteY63" fmla="*/ 1656357 h 2237474"/>
              <a:gd name="connsiteX64" fmla="*/ 6655235 w 12192000"/>
              <a:gd name="connsiteY64" fmla="*/ 1661869 h 2237474"/>
              <a:gd name="connsiteX65" fmla="*/ 6554894 w 12192000"/>
              <a:gd name="connsiteY65" fmla="*/ 1664428 h 2237474"/>
              <a:gd name="connsiteX66" fmla="*/ 6516595 w 12192000"/>
              <a:gd name="connsiteY66" fmla="*/ 1667475 h 2237474"/>
              <a:gd name="connsiteX67" fmla="*/ 6508541 w 12192000"/>
              <a:gd name="connsiteY67" fmla="*/ 1668757 h 2237474"/>
              <a:gd name="connsiteX68" fmla="*/ 6471012 w 12192000"/>
              <a:gd name="connsiteY68" fmla="*/ 1678604 h 2237474"/>
              <a:gd name="connsiteX69" fmla="*/ 6364035 w 12192000"/>
              <a:gd name="connsiteY69" fmla="*/ 1667683 h 2237474"/>
              <a:gd name="connsiteX70" fmla="*/ 6280959 w 12192000"/>
              <a:gd name="connsiteY70" fmla="*/ 1689329 h 2237474"/>
              <a:gd name="connsiteX71" fmla="*/ 6243319 w 12192000"/>
              <a:gd name="connsiteY71" fmla="*/ 1695560 h 2237474"/>
              <a:gd name="connsiteX72" fmla="*/ 6098321 w 12192000"/>
              <a:gd name="connsiteY72" fmla="*/ 1721646 h 2237474"/>
              <a:gd name="connsiteX73" fmla="*/ 5880652 w 12192000"/>
              <a:gd name="connsiteY73" fmla="*/ 1779643 h 2237474"/>
              <a:gd name="connsiteX74" fmla="*/ 5785959 w 12192000"/>
              <a:gd name="connsiteY74" fmla="*/ 1775307 h 2237474"/>
              <a:gd name="connsiteX75" fmla="*/ 5643534 w 12192000"/>
              <a:gd name="connsiteY75" fmla="*/ 1802919 h 2237474"/>
              <a:gd name="connsiteX76" fmla="*/ 5518799 w 12192000"/>
              <a:gd name="connsiteY76" fmla="*/ 1818312 h 2237474"/>
              <a:gd name="connsiteX77" fmla="*/ 5505014 w 12192000"/>
              <a:gd name="connsiteY77" fmla="*/ 1819259 h 2237474"/>
              <a:gd name="connsiteX78" fmla="*/ 5453307 w 12192000"/>
              <a:gd name="connsiteY78" fmla="*/ 1815450 h 2237474"/>
              <a:gd name="connsiteX79" fmla="*/ 5221533 w 12192000"/>
              <a:gd name="connsiteY79" fmla="*/ 1846950 h 2237474"/>
              <a:gd name="connsiteX80" fmla="*/ 5149802 w 12192000"/>
              <a:gd name="connsiteY80" fmla="*/ 1844846 h 2237474"/>
              <a:gd name="connsiteX81" fmla="*/ 5114927 w 12192000"/>
              <a:gd name="connsiteY81" fmla="*/ 1847827 h 2237474"/>
              <a:gd name="connsiteX82" fmla="*/ 5108970 w 12192000"/>
              <a:gd name="connsiteY82" fmla="*/ 1847935 h 2237474"/>
              <a:gd name="connsiteX83" fmla="*/ 5067961 w 12192000"/>
              <a:gd name="connsiteY83" fmla="*/ 1845917 h 2237474"/>
              <a:gd name="connsiteX84" fmla="*/ 5007075 w 12192000"/>
              <a:gd name="connsiteY84" fmla="*/ 1838626 h 2237474"/>
              <a:gd name="connsiteX85" fmla="*/ 4944087 w 12192000"/>
              <a:gd name="connsiteY85" fmla="*/ 1823332 h 2237474"/>
              <a:gd name="connsiteX86" fmla="*/ 4907662 w 12192000"/>
              <a:gd name="connsiteY86" fmla="*/ 1816900 h 2237474"/>
              <a:gd name="connsiteX87" fmla="*/ 4882386 w 12192000"/>
              <a:gd name="connsiteY87" fmla="*/ 1809844 h 2237474"/>
              <a:gd name="connsiteX88" fmla="*/ 4811440 w 12192000"/>
              <a:gd name="connsiteY88" fmla="*/ 1804655 h 2237474"/>
              <a:gd name="connsiteX89" fmla="*/ 4691075 w 12192000"/>
              <a:gd name="connsiteY89" fmla="*/ 1801389 h 2237474"/>
              <a:gd name="connsiteX90" fmla="*/ 4640313 w 12192000"/>
              <a:gd name="connsiteY90" fmla="*/ 1784307 h 2237474"/>
              <a:gd name="connsiteX91" fmla="*/ 4536503 w 12192000"/>
              <a:gd name="connsiteY91" fmla="*/ 1785334 h 2237474"/>
              <a:gd name="connsiteX92" fmla="*/ 4513724 w 12192000"/>
              <a:gd name="connsiteY92" fmla="*/ 1791996 h 2237474"/>
              <a:gd name="connsiteX93" fmla="*/ 4459810 w 12192000"/>
              <a:gd name="connsiteY93" fmla="*/ 1797886 h 2237474"/>
              <a:gd name="connsiteX94" fmla="*/ 4379064 w 12192000"/>
              <a:gd name="connsiteY94" fmla="*/ 1817177 h 2237474"/>
              <a:gd name="connsiteX95" fmla="*/ 4290981 w 12192000"/>
              <a:gd name="connsiteY95" fmla="*/ 1839677 h 2237474"/>
              <a:gd name="connsiteX96" fmla="*/ 4238372 w 12192000"/>
              <a:gd name="connsiteY96" fmla="*/ 1851480 h 2237474"/>
              <a:gd name="connsiteX97" fmla="*/ 4232517 w 12192000"/>
              <a:gd name="connsiteY97" fmla="*/ 1852567 h 2237474"/>
              <a:gd name="connsiteX98" fmla="*/ 4191732 w 12192000"/>
              <a:gd name="connsiteY98" fmla="*/ 1857328 h 2237474"/>
              <a:gd name="connsiteX99" fmla="*/ 4065532 w 12192000"/>
              <a:gd name="connsiteY99" fmla="*/ 1855477 h 2237474"/>
              <a:gd name="connsiteX100" fmla="*/ 4028460 w 12192000"/>
              <a:gd name="connsiteY100" fmla="*/ 1855137 h 2237474"/>
              <a:gd name="connsiteX101" fmla="*/ 4002267 w 12192000"/>
              <a:gd name="connsiteY101" fmla="*/ 1852352 h 2237474"/>
              <a:gd name="connsiteX102" fmla="*/ 3931396 w 12192000"/>
              <a:gd name="connsiteY102" fmla="*/ 1858915 h 2237474"/>
              <a:gd name="connsiteX103" fmla="*/ 3812162 w 12192000"/>
              <a:gd name="connsiteY103" fmla="*/ 1875501 h 2237474"/>
              <a:gd name="connsiteX104" fmla="*/ 3758105 w 12192000"/>
              <a:gd name="connsiteY104" fmla="*/ 1871856 h 2237474"/>
              <a:gd name="connsiteX105" fmla="*/ 3715896 w 12192000"/>
              <a:gd name="connsiteY105" fmla="*/ 1881552 h 2237474"/>
              <a:gd name="connsiteX106" fmla="*/ 3567259 w 12192000"/>
              <a:gd name="connsiteY106" fmla="*/ 1893482 h 2237474"/>
              <a:gd name="connsiteX107" fmla="*/ 3405770 w 12192000"/>
              <a:gd name="connsiteY107" fmla="*/ 1904591 h 2237474"/>
              <a:gd name="connsiteX108" fmla="*/ 3280097 w 12192000"/>
              <a:gd name="connsiteY108" fmla="*/ 1919610 h 2237474"/>
              <a:gd name="connsiteX109" fmla="*/ 3123424 w 12192000"/>
              <a:gd name="connsiteY109" fmla="*/ 1952930 h 2237474"/>
              <a:gd name="connsiteX110" fmla="*/ 3009910 w 12192000"/>
              <a:gd name="connsiteY110" fmla="*/ 1957866 h 2237474"/>
              <a:gd name="connsiteX111" fmla="*/ 2995934 w 12192000"/>
              <a:gd name="connsiteY111" fmla="*/ 1967085 h 2237474"/>
              <a:gd name="connsiteX112" fmla="*/ 2980071 w 12192000"/>
              <a:gd name="connsiteY112" fmla="*/ 1972988 h 2237474"/>
              <a:gd name="connsiteX113" fmla="*/ 2942858 w 12192000"/>
              <a:gd name="connsiteY113" fmla="*/ 1981367 h 2237474"/>
              <a:gd name="connsiteX114" fmla="*/ 2875436 w 12192000"/>
              <a:gd name="connsiteY114" fmla="*/ 1996977 h 2237474"/>
              <a:gd name="connsiteX115" fmla="*/ 2874892 w 12192000"/>
              <a:gd name="connsiteY115" fmla="*/ 1996085 h 2237474"/>
              <a:gd name="connsiteX116" fmla="*/ 2864145 w 12192000"/>
              <a:gd name="connsiteY116" fmla="*/ 1994061 h 2237474"/>
              <a:gd name="connsiteX117" fmla="*/ 2843662 w 12192000"/>
              <a:gd name="connsiteY117" fmla="*/ 1992498 h 2237474"/>
              <a:gd name="connsiteX118" fmla="*/ 2796128 w 12192000"/>
              <a:gd name="connsiteY118" fmla="*/ 1976403 h 2237474"/>
              <a:gd name="connsiteX119" fmla="*/ 2756784 w 12192000"/>
              <a:gd name="connsiteY119" fmla="*/ 1985116 h 2237474"/>
              <a:gd name="connsiteX120" fmla="*/ 2748833 w 12192000"/>
              <a:gd name="connsiteY120" fmla="*/ 1986323 h 2237474"/>
              <a:gd name="connsiteX121" fmla="*/ 2748661 w 12192000"/>
              <a:gd name="connsiteY121" fmla="*/ 1986122 h 2237474"/>
              <a:gd name="connsiteX122" fmla="*/ 2740251 w 12192000"/>
              <a:gd name="connsiteY122" fmla="*/ 1986946 h 2237474"/>
              <a:gd name="connsiteX123" fmla="*/ 2718916 w 12192000"/>
              <a:gd name="connsiteY123" fmla="*/ 1990867 h 2237474"/>
              <a:gd name="connsiteX124" fmla="*/ 2713522 w 12192000"/>
              <a:gd name="connsiteY124" fmla="*/ 1990173 h 2237474"/>
              <a:gd name="connsiteX125" fmla="*/ 2680597 w 12192000"/>
              <a:gd name="connsiteY125" fmla="*/ 1984996 h 2237474"/>
              <a:gd name="connsiteX126" fmla="*/ 2578178 w 12192000"/>
              <a:gd name="connsiteY126" fmla="*/ 1990531 h 2237474"/>
              <a:gd name="connsiteX127" fmla="*/ 2476147 w 12192000"/>
              <a:gd name="connsiteY127" fmla="*/ 1998305 h 2237474"/>
              <a:gd name="connsiteX128" fmla="*/ 2373568 w 12192000"/>
              <a:gd name="connsiteY128" fmla="*/ 2003219 h 2237474"/>
              <a:gd name="connsiteX129" fmla="*/ 2321399 w 12192000"/>
              <a:gd name="connsiteY129" fmla="*/ 1989467 h 2237474"/>
              <a:gd name="connsiteX130" fmla="*/ 2315525 w 12192000"/>
              <a:gd name="connsiteY130" fmla="*/ 1989708 h 2237474"/>
              <a:gd name="connsiteX131" fmla="*/ 2300792 w 12192000"/>
              <a:gd name="connsiteY131" fmla="*/ 1994290 h 2237474"/>
              <a:gd name="connsiteX132" fmla="*/ 2295469 w 12192000"/>
              <a:gd name="connsiteY132" fmla="*/ 1996659 h 2237474"/>
              <a:gd name="connsiteX133" fmla="*/ 2287219 w 12192000"/>
              <a:gd name="connsiteY133" fmla="*/ 1998750 h 2237474"/>
              <a:gd name="connsiteX134" fmla="*/ 2286948 w 12192000"/>
              <a:gd name="connsiteY134" fmla="*/ 1998596 h 2237474"/>
              <a:gd name="connsiteX135" fmla="*/ 2243069 w 12192000"/>
              <a:gd name="connsiteY135" fmla="*/ 2015111 h 2237474"/>
              <a:gd name="connsiteX136" fmla="*/ 2186609 w 12192000"/>
              <a:gd name="connsiteY136" fmla="*/ 2008263 h 2237474"/>
              <a:gd name="connsiteX137" fmla="*/ 2164831 w 12192000"/>
              <a:gd name="connsiteY137" fmla="*/ 2010143 h 2237474"/>
              <a:gd name="connsiteX138" fmla="*/ 2152836 w 12192000"/>
              <a:gd name="connsiteY138" fmla="*/ 2010048 h 2237474"/>
              <a:gd name="connsiteX139" fmla="*/ 2117102 w 12192000"/>
              <a:gd name="connsiteY139" fmla="*/ 2023004 h 2237474"/>
              <a:gd name="connsiteX140" fmla="*/ 2111935 w 12192000"/>
              <a:gd name="connsiteY140" fmla="*/ 2023163 h 2237474"/>
              <a:gd name="connsiteX141" fmla="*/ 2089991 w 12192000"/>
              <a:gd name="connsiteY141" fmla="*/ 2034193 h 2237474"/>
              <a:gd name="connsiteX142" fmla="*/ 2058061 w 12192000"/>
              <a:gd name="connsiteY142" fmla="*/ 2047942 h 2237474"/>
              <a:gd name="connsiteX143" fmla="*/ 2055737 w 12192000"/>
              <a:gd name="connsiteY143" fmla="*/ 2047704 h 2237474"/>
              <a:gd name="connsiteX144" fmla="*/ 2042244 w 12192000"/>
              <a:gd name="connsiteY144" fmla="*/ 2055560 h 2237474"/>
              <a:gd name="connsiteX145" fmla="*/ 1976224 w 12192000"/>
              <a:gd name="connsiteY145" fmla="*/ 2074257 h 2237474"/>
              <a:gd name="connsiteX146" fmla="*/ 1877728 w 12192000"/>
              <a:gd name="connsiteY146" fmla="*/ 2101004 h 2237474"/>
              <a:gd name="connsiteX147" fmla="*/ 1759056 w 12192000"/>
              <a:gd name="connsiteY147" fmla="*/ 2125608 h 2237474"/>
              <a:gd name="connsiteX148" fmla="*/ 1637948 w 12192000"/>
              <a:gd name="connsiteY148" fmla="*/ 2172597 h 2237474"/>
              <a:gd name="connsiteX149" fmla="*/ 1434549 w 12192000"/>
              <a:gd name="connsiteY149" fmla="*/ 2234522 h 2237474"/>
              <a:gd name="connsiteX150" fmla="*/ 1398481 w 12192000"/>
              <a:gd name="connsiteY150" fmla="*/ 2237074 h 2237474"/>
              <a:gd name="connsiteX151" fmla="*/ 1398407 w 12192000"/>
              <a:gd name="connsiteY151" fmla="*/ 2237095 h 2237474"/>
              <a:gd name="connsiteX152" fmla="*/ 1370962 w 12192000"/>
              <a:gd name="connsiteY152" fmla="*/ 2237474 h 2237474"/>
              <a:gd name="connsiteX153" fmla="*/ 1356367 w 12192000"/>
              <a:gd name="connsiteY153" fmla="*/ 2235089 h 2237474"/>
              <a:gd name="connsiteX154" fmla="*/ 1324828 w 12192000"/>
              <a:gd name="connsiteY154" fmla="*/ 2231968 h 2237474"/>
              <a:gd name="connsiteX155" fmla="*/ 1297744 w 12192000"/>
              <a:gd name="connsiteY155" fmla="*/ 2235849 h 2237474"/>
              <a:gd name="connsiteX156" fmla="*/ 1286236 w 12192000"/>
              <a:gd name="connsiteY156" fmla="*/ 2233135 h 2237474"/>
              <a:gd name="connsiteX157" fmla="*/ 1283504 w 12192000"/>
              <a:gd name="connsiteY157" fmla="*/ 2233797 h 2237474"/>
              <a:gd name="connsiteX158" fmla="*/ 1279765 w 12192000"/>
              <a:gd name="connsiteY158" fmla="*/ 2229639 h 2237474"/>
              <a:gd name="connsiteX159" fmla="*/ 1195347 w 12192000"/>
              <a:gd name="connsiteY159" fmla="*/ 2212354 h 2237474"/>
              <a:gd name="connsiteX160" fmla="*/ 970251 w 12192000"/>
              <a:gd name="connsiteY160" fmla="*/ 2221029 h 2237474"/>
              <a:gd name="connsiteX161" fmla="*/ 812914 w 12192000"/>
              <a:gd name="connsiteY161" fmla="*/ 2202752 h 2237474"/>
              <a:gd name="connsiteX162" fmla="*/ 800195 w 12192000"/>
              <a:gd name="connsiteY162" fmla="*/ 2209407 h 2237474"/>
              <a:gd name="connsiteX163" fmla="*/ 784978 w 12192000"/>
              <a:gd name="connsiteY163" fmla="*/ 2212360 h 2237474"/>
              <a:gd name="connsiteX164" fmla="*/ 681987 w 12192000"/>
              <a:gd name="connsiteY164" fmla="*/ 2216757 h 2237474"/>
              <a:gd name="connsiteX165" fmla="*/ 669923 w 12192000"/>
              <a:gd name="connsiteY165" fmla="*/ 2211682 h 2237474"/>
              <a:gd name="connsiteX166" fmla="*/ 648680 w 12192000"/>
              <a:gd name="connsiteY166" fmla="*/ 2206229 h 2237474"/>
              <a:gd name="connsiteX167" fmla="*/ 597225 w 12192000"/>
              <a:gd name="connsiteY167" fmla="*/ 2180999 h 2237474"/>
              <a:gd name="connsiteX168" fmla="*/ 558449 w 12192000"/>
              <a:gd name="connsiteY168" fmla="*/ 2182346 h 2237474"/>
              <a:gd name="connsiteX169" fmla="*/ 550517 w 12192000"/>
              <a:gd name="connsiteY169" fmla="*/ 2182060 h 2237474"/>
              <a:gd name="connsiteX170" fmla="*/ 550309 w 12192000"/>
              <a:gd name="connsiteY170" fmla="*/ 2181825 h 2237474"/>
              <a:gd name="connsiteX171" fmla="*/ 541836 w 12192000"/>
              <a:gd name="connsiteY171" fmla="*/ 2181063 h 2237474"/>
              <a:gd name="connsiteX172" fmla="*/ 536057 w 12192000"/>
              <a:gd name="connsiteY172" fmla="*/ 2181537 h 2237474"/>
              <a:gd name="connsiteX173" fmla="*/ 520671 w 12192000"/>
              <a:gd name="connsiteY173" fmla="*/ 2180980 h 2237474"/>
              <a:gd name="connsiteX174" fmla="*/ 515024 w 12192000"/>
              <a:gd name="connsiteY174" fmla="*/ 2179258 h 2237474"/>
              <a:gd name="connsiteX175" fmla="*/ 512278 w 12192000"/>
              <a:gd name="connsiteY175" fmla="*/ 2176369 h 2237474"/>
              <a:gd name="connsiteX176" fmla="*/ 480419 w 12192000"/>
              <a:gd name="connsiteY176" fmla="*/ 2167807 h 2237474"/>
              <a:gd name="connsiteX177" fmla="*/ 413835 w 12192000"/>
              <a:gd name="connsiteY177" fmla="*/ 2156783 h 2237474"/>
              <a:gd name="connsiteX178" fmla="*/ 376513 w 12192000"/>
              <a:gd name="connsiteY178" fmla="*/ 2154014 h 2237474"/>
              <a:gd name="connsiteX179" fmla="*/ 273386 w 12192000"/>
              <a:gd name="connsiteY179" fmla="*/ 2142551 h 2237474"/>
              <a:gd name="connsiteX180" fmla="*/ 169207 w 12192000"/>
              <a:gd name="connsiteY180" fmla="*/ 2128100 h 2237474"/>
              <a:gd name="connsiteX181" fmla="*/ 93149 w 12192000"/>
              <a:gd name="connsiteY181" fmla="*/ 2105324 h 2237474"/>
              <a:gd name="connsiteX182" fmla="*/ 88109 w 12192000"/>
              <a:gd name="connsiteY182" fmla="*/ 2106704 h 2237474"/>
              <a:gd name="connsiteX183" fmla="*/ 80022 w 12192000"/>
              <a:gd name="connsiteY183" fmla="*/ 2107254 h 2237474"/>
              <a:gd name="connsiteX184" fmla="*/ 79717 w 12192000"/>
              <a:gd name="connsiteY184" fmla="*/ 2107046 h 2237474"/>
              <a:gd name="connsiteX185" fmla="*/ 72352 w 12192000"/>
              <a:gd name="connsiteY185" fmla="*/ 2107991 h 2237474"/>
              <a:gd name="connsiteX186" fmla="*/ 37645 w 12192000"/>
              <a:gd name="connsiteY186" fmla="*/ 2115401 h 2237474"/>
              <a:gd name="connsiteX187" fmla="*/ 4572 w 12192000"/>
              <a:gd name="connsiteY187" fmla="*/ 2111091 h 2237474"/>
              <a:gd name="connsiteX188" fmla="*/ 0 w 12192000"/>
              <a:gd name="connsiteY188" fmla="*/ 2110468 h 2237474"/>
              <a:gd name="connsiteX189" fmla="*/ 0 w 12192000"/>
              <a:gd name="connsiteY189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60755 w 12192000"/>
              <a:gd name="connsiteY40" fmla="*/ 1203427 h 2237474"/>
              <a:gd name="connsiteX41" fmla="*/ 8419755 w 12192000"/>
              <a:gd name="connsiteY41" fmla="*/ 1216260 h 2237474"/>
              <a:gd name="connsiteX42" fmla="*/ 8411626 w 12192000"/>
              <a:gd name="connsiteY42" fmla="*/ 1214397 h 2237474"/>
              <a:gd name="connsiteX43" fmla="*/ 8363469 w 12192000"/>
              <a:gd name="connsiteY43" fmla="*/ 1246658 h 2237474"/>
              <a:gd name="connsiteX44" fmla="*/ 8275497 w 12192000"/>
              <a:gd name="connsiteY44" fmla="*/ 1264396 h 2237474"/>
              <a:gd name="connsiteX45" fmla="*/ 8206287 w 12192000"/>
              <a:gd name="connsiteY45" fmla="*/ 1273060 h 2237474"/>
              <a:gd name="connsiteX46" fmla="*/ 8139997 w 12192000"/>
              <a:gd name="connsiteY46" fmla="*/ 1282713 h 2237474"/>
              <a:gd name="connsiteX47" fmla="*/ 8074238 w 12192000"/>
              <a:gd name="connsiteY47" fmla="*/ 1301895 h 2237474"/>
              <a:gd name="connsiteX48" fmla="*/ 7942099 w 12192000"/>
              <a:gd name="connsiteY48" fmla="*/ 1336332 h 2237474"/>
              <a:gd name="connsiteX49" fmla="*/ 7902328 w 12192000"/>
              <a:gd name="connsiteY49" fmla="*/ 1345865 h 2237474"/>
              <a:gd name="connsiteX50" fmla="*/ 7840612 w 12192000"/>
              <a:gd name="connsiteY50" fmla="*/ 1369373 h 2237474"/>
              <a:gd name="connsiteX51" fmla="*/ 7786819 w 12192000"/>
              <a:gd name="connsiteY51" fmla="*/ 1378970 h 2237474"/>
              <a:gd name="connsiteX52" fmla="*/ 7548172 w 12192000"/>
              <a:gd name="connsiteY52" fmla="*/ 1417460 h 2237474"/>
              <a:gd name="connsiteX53" fmla="*/ 7483437 w 12192000"/>
              <a:gd name="connsiteY53" fmla="*/ 1478152 h 2237474"/>
              <a:gd name="connsiteX54" fmla="*/ 7377870 w 12192000"/>
              <a:gd name="connsiteY54" fmla="*/ 1523319 h 2237474"/>
              <a:gd name="connsiteX55" fmla="*/ 7230737 w 12192000"/>
              <a:gd name="connsiteY55" fmla="*/ 1562633 h 2237474"/>
              <a:gd name="connsiteX56" fmla="*/ 7224458 w 12192000"/>
              <a:gd name="connsiteY56" fmla="*/ 1573008 h 2237474"/>
              <a:gd name="connsiteX57" fmla="*/ 7183121 w 12192000"/>
              <a:gd name="connsiteY57" fmla="*/ 1595162 h 2237474"/>
              <a:gd name="connsiteX58" fmla="*/ 7164601 w 12192000"/>
              <a:gd name="connsiteY58" fmla="*/ 1606490 h 2237474"/>
              <a:gd name="connsiteX59" fmla="*/ 7031309 w 12192000"/>
              <a:gd name="connsiteY59" fmla="*/ 1619451 h 2237474"/>
              <a:gd name="connsiteX60" fmla="*/ 6900177 w 12192000"/>
              <a:gd name="connsiteY60" fmla="*/ 1636016 h 2237474"/>
              <a:gd name="connsiteX61" fmla="*/ 6795372 w 12192000"/>
              <a:gd name="connsiteY61" fmla="*/ 1644845 h 2237474"/>
              <a:gd name="connsiteX62" fmla="*/ 6692251 w 12192000"/>
              <a:gd name="connsiteY62" fmla="*/ 1656357 h 2237474"/>
              <a:gd name="connsiteX63" fmla="*/ 6655235 w 12192000"/>
              <a:gd name="connsiteY63" fmla="*/ 1661869 h 2237474"/>
              <a:gd name="connsiteX64" fmla="*/ 6554894 w 12192000"/>
              <a:gd name="connsiteY64" fmla="*/ 1664428 h 2237474"/>
              <a:gd name="connsiteX65" fmla="*/ 6516595 w 12192000"/>
              <a:gd name="connsiteY65" fmla="*/ 1667475 h 2237474"/>
              <a:gd name="connsiteX66" fmla="*/ 6508541 w 12192000"/>
              <a:gd name="connsiteY66" fmla="*/ 1668757 h 2237474"/>
              <a:gd name="connsiteX67" fmla="*/ 6471012 w 12192000"/>
              <a:gd name="connsiteY67" fmla="*/ 1678604 h 2237474"/>
              <a:gd name="connsiteX68" fmla="*/ 6364035 w 12192000"/>
              <a:gd name="connsiteY68" fmla="*/ 1667683 h 2237474"/>
              <a:gd name="connsiteX69" fmla="*/ 6280959 w 12192000"/>
              <a:gd name="connsiteY69" fmla="*/ 1689329 h 2237474"/>
              <a:gd name="connsiteX70" fmla="*/ 6243319 w 12192000"/>
              <a:gd name="connsiteY70" fmla="*/ 1695560 h 2237474"/>
              <a:gd name="connsiteX71" fmla="*/ 6098321 w 12192000"/>
              <a:gd name="connsiteY71" fmla="*/ 1721646 h 2237474"/>
              <a:gd name="connsiteX72" fmla="*/ 5880652 w 12192000"/>
              <a:gd name="connsiteY72" fmla="*/ 1779643 h 2237474"/>
              <a:gd name="connsiteX73" fmla="*/ 5785959 w 12192000"/>
              <a:gd name="connsiteY73" fmla="*/ 1775307 h 2237474"/>
              <a:gd name="connsiteX74" fmla="*/ 5643534 w 12192000"/>
              <a:gd name="connsiteY74" fmla="*/ 1802919 h 2237474"/>
              <a:gd name="connsiteX75" fmla="*/ 5518799 w 12192000"/>
              <a:gd name="connsiteY75" fmla="*/ 1818312 h 2237474"/>
              <a:gd name="connsiteX76" fmla="*/ 5505014 w 12192000"/>
              <a:gd name="connsiteY76" fmla="*/ 1819259 h 2237474"/>
              <a:gd name="connsiteX77" fmla="*/ 5453307 w 12192000"/>
              <a:gd name="connsiteY77" fmla="*/ 1815450 h 2237474"/>
              <a:gd name="connsiteX78" fmla="*/ 5221533 w 12192000"/>
              <a:gd name="connsiteY78" fmla="*/ 1846950 h 2237474"/>
              <a:gd name="connsiteX79" fmla="*/ 5149802 w 12192000"/>
              <a:gd name="connsiteY79" fmla="*/ 1844846 h 2237474"/>
              <a:gd name="connsiteX80" fmla="*/ 5114927 w 12192000"/>
              <a:gd name="connsiteY80" fmla="*/ 1847827 h 2237474"/>
              <a:gd name="connsiteX81" fmla="*/ 5108970 w 12192000"/>
              <a:gd name="connsiteY81" fmla="*/ 1847935 h 2237474"/>
              <a:gd name="connsiteX82" fmla="*/ 5067961 w 12192000"/>
              <a:gd name="connsiteY82" fmla="*/ 1845917 h 2237474"/>
              <a:gd name="connsiteX83" fmla="*/ 5007075 w 12192000"/>
              <a:gd name="connsiteY83" fmla="*/ 1838626 h 2237474"/>
              <a:gd name="connsiteX84" fmla="*/ 4944087 w 12192000"/>
              <a:gd name="connsiteY84" fmla="*/ 1823332 h 2237474"/>
              <a:gd name="connsiteX85" fmla="*/ 4907662 w 12192000"/>
              <a:gd name="connsiteY85" fmla="*/ 1816900 h 2237474"/>
              <a:gd name="connsiteX86" fmla="*/ 4882386 w 12192000"/>
              <a:gd name="connsiteY86" fmla="*/ 1809844 h 2237474"/>
              <a:gd name="connsiteX87" fmla="*/ 4811440 w 12192000"/>
              <a:gd name="connsiteY87" fmla="*/ 1804655 h 2237474"/>
              <a:gd name="connsiteX88" fmla="*/ 4691075 w 12192000"/>
              <a:gd name="connsiteY88" fmla="*/ 1801389 h 2237474"/>
              <a:gd name="connsiteX89" fmla="*/ 4640313 w 12192000"/>
              <a:gd name="connsiteY89" fmla="*/ 1784307 h 2237474"/>
              <a:gd name="connsiteX90" fmla="*/ 4536503 w 12192000"/>
              <a:gd name="connsiteY90" fmla="*/ 1785334 h 2237474"/>
              <a:gd name="connsiteX91" fmla="*/ 4513724 w 12192000"/>
              <a:gd name="connsiteY91" fmla="*/ 1791996 h 2237474"/>
              <a:gd name="connsiteX92" fmla="*/ 4459810 w 12192000"/>
              <a:gd name="connsiteY92" fmla="*/ 1797886 h 2237474"/>
              <a:gd name="connsiteX93" fmla="*/ 4379064 w 12192000"/>
              <a:gd name="connsiteY93" fmla="*/ 1817177 h 2237474"/>
              <a:gd name="connsiteX94" fmla="*/ 4290981 w 12192000"/>
              <a:gd name="connsiteY94" fmla="*/ 1839677 h 2237474"/>
              <a:gd name="connsiteX95" fmla="*/ 4238372 w 12192000"/>
              <a:gd name="connsiteY95" fmla="*/ 1851480 h 2237474"/>
              <a:gd name="connsiteX96" fmla="*/ 4232517 w 12192000"/>
              <a:gd name="connsiteY96" fmla="*/ 1852567 h 2237474"/>
              <a:gd name="connsiteX97" fmla="*/ 4191732 w 12192000"/>
              <a:gd name="connsiteY97" fmla="*/ 1857328 h 2237474"/>
              <a:gd name="connsiteX98" fmla="*/ 4065532 w 12192000"/>
              <a:gd name="connsiteY98" fmla="*/ 1855477 h 2237474"/>
              <a:gd name="connsiteX99" fmla="*/ 4028460 w 12192000"/>
              <a:gd name="connsiteY99" fmla="*/ 1855137 h 2237474"/>
              <a:gd name="connsiteX100" fmla="*/ 4002267 w 12192000"/>
              <a:gd name="connsiteY100" fmla="*/ 1852352 h 2237474"/>
              <a:gd name="connsiteX101" fmla="*/ 3931396 w 12192000"/>
              <a:gd name="connsiteY101" fmla="*/ 1858915 h 2237474"/>
              <a:gd name="connsiteX102" fmla="*/ 3812162 w 12192000"/>
              <a:gd name="connsiteY102" fmla="*/ 1875501 h 2237474"/>
              <a:gd name="connsiteX103" fmla="*/ 3758105 w 12192000"/>
              <a:gd name="connsiteY103" fmla="*/ 1871856 h 2237474"/>
              <a:gd name="connsiteX104" fmla="*/ 3715896 w 12192000"/>
              <a:gd name="connsiteY104" fmla="*/ 1881552 h 2237474"/>
              <a:gd name="connsiteX105" fmla="*/ 3567259 w 12192000"/>
              <a:gd name="connsiteY105" fmla="*/ 1893482 h 2237474"/>
              <a:gd name="connsiteX106" fmla="*/ 3405770 w 12192000"/>
              <a:gd name="connsiteY106" fmla="*/ 1904591 h 2237474"/>
              <a:gd name="connsiteX107" fmla="*/ 3280097 w 12192000"/>
              <a:gd name="connsiteY107" fmla="*/ 1919610 h 2237474"/>
              <a:gd name="connsiteX108" fmla="*/ 3123424 w 12192000"/>
              <a:gd name="connsiteY108" fmla="*/ 1952930 h 2237474"/>
              <a:gd name="connsiteX109" fmla="*/ 3009910 w 12192000"/>
              <a:gd name="connsiteY109" fmla="*/ 1957866 h 2237474"/>
              <a:gd name="connsiteX110" fmla="*/ 2995934 w 12192000"/>
              <a:gd name="connsiteY110" fmla="*/ 1967085 h 2237474"/>
              <a:gd name="connsiteX111" fmla="*/ 2980071 w 12192000"/>
              <a:gd name="connsiteY111" fmla="*/ 1972988 h 2237474"/>
              <a:gd name="connsiteX112" fmla="*/ 2942858 w 12192000"/>
              <a:gd name="connsiteY112" fmla="*/ 1981367 h 2237474"/>
              <a:gd name="connsiteX113" fmla="*/ 2875436 w 12192000"/>
              <a:gd name="connsiteY113" fmla="*/ 1996977 h 2237474"/>
              <a:gd name="connsiteX114" fmla="*/ 2874892 w 12192000"/>
              <a:gd name="connsiteY114" fmla="*/ 1996085 h 2237474"/>
              <a:gd name="connsiteX115" fmla="*/ 2864145 w 12192000"/>
              <a:gd name="connsiteY115" fmla="*/ 1994061 h 2237474"/>
              <a:gd name="connsiteX116" fmla="*/ 2843662 w 12192000"/>
              <a:gd name="connsiteY116" fmla="*/ 1992498 h 2237474"/>
              <a:gd name="connsiteX117" fmla="*/ 2796128 w 12192000"/>
              <a:gd name="connsiteY117" fmla="*/ 1976403 h 2237474"/>
              <a:gd name="connsiteX118" fmla="*/ 2756784 w 12192000"/>
              <a:gd name="connsiteY118" fmla="*/ 1985116 h 2237474"/>
              <a:gd name="connsiteX119" fmla="*/ 2748833 w 12192000"/>
              <a:gd name="connsiteY119" fmla="*/ 1986323 h 2237474"/>
              <a:gd name="connsiteX120" fmla="*/ 2748661 w 12192000"/>
              <a:gd name="connsiteY120" fmla="*/ 1986122 h 2237474"/>
              <a:gd name="connsiteX121" fmla="*/ 2740251 w 12192000"/>
              <a:gd name="connsiteY121" fmla="*/ 1986946 h 2237474"/>
              <a:gd name="connsiteX122" fmla="*/ 2718916 w 12192000"/>
              <a:gd name="connsiteY122" fmla="*/ 1990867 h 2237474"/>
              <a:gd name="connsiteX123" fmla="*/ 2713522 w 12192000"/>
              <a:gd name="connsiteY123" fmla="*/ 1990173 h 2237474"/>
              <a:gd name="connsiteX124" fmla="*/ 2680597 w 12192000"/>
              <a:gd name="connsiteY124" fmla="*/ 1984996 h 2237474"/>
              <a:gd name="connsiteX125" fmla="*/ 2578178 w 12192000"/>
              <a:gd name="connsiteY125" fmla="*/ 1990531 h 2237474"/>
              <a:gd name="connsiteX126" fmla="*/ 2476147 w 12192000"/>
              <a:gd name="connsiteY126" fmla="*/ 1998305 h 2237474"/>
              <a:gd name="connsiteX127" fmla="*/ 2373568 w 12192000"/>
              <a:gd name="connsiteY127" fmla="*/ 2003219 h 2237474"/>
              <a:gd name="connsiteX128" fmla="*/ 2321399 w 12192000"/>
              <a:gd name="connsiteY128" fmla="*/ 1989467 h 2237474"/>
              <a:gd name="connsiteX129" fmla="*/ 2315525 w 12192000"/>
              <a:gd name="connsiteY129" fmla="*/ 1989708 h 2237474"/>
              <a:gd name="connsiteX130" fmla="*/ 2300792 w 12192000"/>
              <a:gd name="connsiteY130" fmla="*/ 1994290 h 2237474"/>
              <a:gd name="connsiteX131" fmla="*/ 2295469 w 12192000"/>
              <a:gd name="connsiteY131" fmla="*/ 1996659 h 2237474"/>
              <a:gd name="connsiteX132" fmla="*/ 2287219 w 12192000"/>
              <a:gd name="connsiteY132" fmla="*/ 1998750 h 2237474"/>
              <a:gd name="connsiteX133" fmla="*/ 2286948 w 12192000"/>
              <a:gd name="connsiteY133" fmla="*/ 1998596 h 2237474"/>
              <a:gd name="connsiteX134" fmla="*/ 2243069 w 12192000"/>
              <a:gd name="connsiteY134" fmla="*/ 2015111 h 2237474"/>
              <a:gd name="connsiteX135" fmla="*/ 2186609 w 12192000"/>
              <a:gd name="connsiteY135" fmla="*/ 2008263 h 2237474"/>
              <a:gd name="connsiteX136" fmla="*/ 2164831 w 12192000"/>
              <a:gd name="connsiteY136" fmla="*/ 2010143 h 2237474"/>
              <a:gd name="connsiteX137" fmla="*/ 2152836 w 12192000"/>
              <a:gd name="connsiteY137" fmla="*/ 2010048 h 2237474"/>
              <a:gd name="connsiteX138" fmla="*/ 2117102 w 12192000"/>
              <a:gd name="connsiteY138" fmla="*/ 2023004 h 2237474"/>
              <a:gd name="connsiteX139" fmla="*/ 2111935 w 12192000"/>
              <a:gd name="connsiteY139" fmla="*/ 2023163 h 2237474"/>
              <a:gd name="connsiteX140" fmla="*/ 2089991 w 12192000"/>
              <a:gd name="connsiteY140" fmla="*/ 2034193 h 2237474"/>
              <a:gd name="connsiteX141" fmla="*/ 2058061 w 12192000"/>
              <a:gd name="connsiteY141" fmla="*/ 2047942 h 2237474"/>
              <a:gd name="connsiteX142" fmla="*/ 2055737 w 12192000"/>
              <a:gd name="connsiteY142" fmla="*/ 2047704 h 2237474"/>
              <a:gd name="connsiteX143" fmla="*/ 2042244 w 12192000"/>
              <a:gd name="connsiteY143" fmla="*/ 2055560 h 2237474"/>
              <a:gd name="connsiteX144" fmla="*/ 1976224 w 12192000"/>
              <a:gd name="connsiteY144" fmla="*/ 2074257 h 2237474"/>
              <a:gd name="connsiteX145" fmla="*/ 1877728 w 12192000"/>
              <a:gd name="connsiteY145" fmla="*/ 2101004 h 2237474"/>
              <a:gd name="connsiteX146" fmla="*/ 1759056 w 12192000"/>
              <a:gd name="connsiteY146" fmla="*/ 2125608 h 2237474"/>
              <a:gd name="connsiteX147" fmla="*/ 1637948 w 12192000"/>
              <a:gd name="connsiteY147" fmla="*/ 2172597 h 2237474"/>
              <a:gd name="connsiteX148" fmla="*/ 1434549 w 12192000"/>
              <a:gd name="connsiteY148" fmla="*/ 2234522 h 2237474"/>
              <a:gd name="connsiteX149" fmla="*/ 1398481 w 12192000"/>
              <a:gd name="connsiteY149" fmla="*/ 2237074 h 2237474"/>
              <a:gd name="connsiteX150" fmla="*/ 1398407 w 12192000"/>
              <a:gd name="connsiteY150" fmla="*/ 2237095 h 2237474"/>
              <a:gd name="connsiteX151" fmla="*/ 1370962 w 12192000"/>
              <a:gd name="connsiteY151" fmla="*/ 2237474 h 2237474"/>
              <a:gd name="connsiteX152" fmla="*/ 1356367 w 12192000"/>
              <a:gd name="connsiteY152" fmla="*/ 2235089 h 2237474"/>
              <a:gd name="connsiteX153" fmla="*/ 1324828 w 12192000"/>
              <a:gd name="connsiteY153" fmla="*/ 2231968 h 2237474"/>
              <a:gd name="connsiteX154" fmla="*/ 1297744 w 12192000"/>
              <a:gd name="connsiteY154" fmla="*/ 2235849 h 2237474"/>
              <a:gd name="connsiteX155" fmla="*/ 1286236 w 12192000"/>
              <a:gd name="connsiteY155" fmla="*/ 2233135 h 2237474"/>
              <a:gd name="connsiteX156" fmla="*/ 1283504 w 12192000"/>
              <a:gd name="connsiteY156" fmla="*/ 2233797 h 2237474"/>
              <a:gd name="connsiteX157" fmla="*/ 1279765 w 12192000"/>
              <a:gd name="connsiteY157" fmla="*/ 2229639 h 2237474"/>
              <a:gd name="connsiteX158" fmla="*/ 1195347 w 12192000"/>
              <a:gd name="connsiteY158" fmla="*/ 2212354 h 2237474"/>
              <a:gd name="connsiteX159" fmla="*/ 970251 w 12192000"/>
              <a:gd name="connsiteY159" fmla="*/ 2221029 h 2237474"/>
              <a:gd name="connsiteX160" fmla="*/ 812914 w 12192000"/>
              <a:gd name="connsiteY160" fmla="*/ 2202752 h 2237474"/>
              <a:gd name="connsiteX161" fmla="*/ 800195 w 12192000"/>
              <a:gd name="connsiteY161" fmla="*/ 2209407 h 2237474"/>
              <a:gd name="connsiteX162" fmla="*/ 784978 w 12192000"/>
              <a:gd name="connsiteY162" fmla="*/ 2212360 h 2237474"/>
              <a:gd name="connsiteX163" fmla="*/ 681987 w 12192000"/>
              <a:gd name="connsiteY163" fmla="*/ 2216757 h 2237474"/>
              <a:gd name="connsiteX164" fmla="*/ 669923 w 12192000"/>
              <a:gd name="connsiteY164" fmla="*/ 2211682 h 2237474"/>
              <a:gd name="connsiteX165" fmla="*/ 648680 w 12192000"/>
              <a:gd name="connsiteY165" fmla="*/ 2206229 h 2237474"/>
              <a:gd name="connsiteX166" fmla="*/ 597225 w 12192000"/>
              <a:gd name="connsiteY166" fmla="*/ 2180999 h 2237474"/>
              <a:gd name="connsiteX167" fmla="*/ 558449 w 12192000"/>
              <a:gd name="connsiteY167" fmla="*/ 2182346 h 2237474"/>
              <a:gd name="connsiteX168" fmla="*/ 550517 w 12192000"/>
              <a:gd name="connsiteY168" fmla="*/ 2182060 h 2237474"/>
              <a:gd name="connsiteX169" fmla="*/ 550309 w 12192000"/>
              <a:gd name="connsiteY169" fmla="*/ 2181825 h 2237474"/>
              <a:gd name="connsiteX170" fmla="*/ 541836 w 12192000"/>
              <a:gd name="connsiteY170" fmla="*/ 2181063 h 2237474"/>
              <a:gd name="connsiteX171" fmla="*/ 536057 w 12192000"/>
              <a:gd name="connsiteY171" fmla="*/ 2181537 h 2237474"/>
              <a:gd name="connsiteX172" fmla="*/ 520671 w 12192000"/>
              <a:gd name="connsiteY172" fmla="*/ 2180980 h 2237474"/>
              <a:gd name="connsiteX173" fmla="*/ 515024 w 12192000"/>
              <a:gd name="connsiteY173" fmla="*/ 2179258 h 2237474"/>
              <a:gd name="connsiteX174" fmla="*/ 512278 w 12192000"/>
              <a:gd name="connsiteY174" fmla="*/ 2176369 h 2237474"/>
              <a:gd name="connsiteX175" fmla="*/ 480419 w 12192000"/>
              <a:gd name="connsiteY175" fmla="*/ 2167807 h 2237474"/>
              <a:gd name="connsiteX176" fmla="*/ 413835 w 12192000"/>
              <a:gd name="connsiteY176" fmla="*/ 2156783 h 2237474"/>
              <a:gd name="connsiteX177" fmla="*/ 376513 w 12192000"/>
              <a:gd name="connsiteY177" fmla="*/ 2154014 h 2237474"/>
              <a:gd name="connsiteX178" fmla="*/ 273386 w 12192000"/>
              <a:gd name="connsiteY178" fmla="*/ 2142551 h 2237474"/>
              <a:gd name="connsiteX179" fmla="*/ 169207 w 12192000"/>
              <a:gd name="connsiteY179" fmla="*/ 2128100 h 2237474"/>
              <a:gd name="connsiteX180" fmla="*/ 93149 w 12192000"/>
              <a:gd name="connsiteY180" fmla="*/ 2105324 h 2237474"/>
              <a:gd name="connsiteX181" fmla="*/ 88109 w 12192000"/>
              <a:gd name="connsiteY181" fmla="*/ 2106704 h 2237474"/>
              <a:gd name="connsiteX182" fmla="*/ 80022 w 12192000"/>
              <a:gd name="connsiteY182" fmla="*/ 2107254 h 2237474"/>
              <a:gd name="connsiteX183" fmla="*/ 79717 w 12192000"/>
              <a:gd name="connsiteY183" fmla="*/ 2107046 h 2237474"/>
              <a:gd name="connsiteX184" fmla="*/ 72352 w 12192000"/>
              <a:gd name="connsiteY184" fmla="*/ 2107991 h 2237474"/>
              <a:gd name="connsiteX185" fmla="*/ 37645 w 12192000"/>
              <a:gd name="connsiteY185" fmla="*/ 2115401 h 2237474"/>
              <a:gd name="connsiteX186" fmla="*/ 4572 w 12192000"/>
              <a:gd name="connsiteY186" fmla="*/ 2111091 h 2237474"/>
              <a:gd name="connsiteX187" fmla="*/ 0 w 12192000"/>
              <a:gd name="connsiteY187" fmla="*/ 2110468 h 2237474"/>
              <a:gd name="connsiteX188" fmla="*/ 0 w 12192000"/>
              <a:gd name="connsiteY188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80071 w 12192000"/>
              <a:gd name="connsiteY110" fmla="*/ 1972988 h 2237474"/>
              <a:gd name="connsiteX111" fmla="*/ 2942858 w 12192000"/>
              <a:gd name="connsiteY111" fmla="*/ 1981367 h 2237474"/>
              <a:gd name="connsiteX112" fmla="*/ 2875436 w 12192000"/>
              <a:gd name="connsiteY112" fmla="*/ 1996977 h 2237474"/>
              <a:gd name="connsiteX113" fmla="*/ 2874892 w 12192000"/>
              <a:gd name="connsiteY113" fmla="*/ 1996085 h 2237474"/>
              <a:gd name="connsiteX114" fmla="*/ 2864145 w 12192000"/>
              <a:gd name="connsiteY114" fmla="*/ 1994061 h 2237474"/>
              <a:gd name="connsiteX115" fmla="*/ 2843662 w 12192000"/>
              <a:gd name="connsiteY115" fmla="*/ 1992498 h 2237474"/>
              <a:gd name="connsiteX116" fmla="*/ 2796128 w 12192000"/>
              <a:gd name="connsiteY116" fmla="*/ 1976403 h 2237474"/>
              <a:gd name="connsiteX117" fmla="*/ 2756784 w 12192000"/>
              <a:gd name="connsiteY117" fmla="*/ 1985116 h 2237474"/>
              <a:gd name="connsiteX118" fmla="*/ 2748833 w 12192000"/>
              <a:gd name="connsiteY118" fmla="*/ 1986323 h 2237474"/>
              <a:gd name="connsiteX119" fmla="*/ 2748661 w 12192000"/>
              <a:gd name="connsiteY119" fmla="*/ 1986122 h 2237474"/>
              <a:gd name="connsiteX120" fmla="*/ 2740251 w 12192000"/>
              <a:gd name="connsiteY120" fmla="*/ 1986946 h 2237474"/>
              <a:gd name="connsiteX121" fmla="*/ 2718916 w 12192000"/>
              <a:gd name="connsiteY121" fmla="*/ 1990867 h 2237474"/>
              <a:gd name="connsiteX122" fmla="*/ 2713522 w 12192000"/>
              <a:gd name="connsiteY122" fmla="*/ 1990173 h 2237474"/>
              <a:gd name="connsiteX123" fmla="*/ 2680597 w 12192000"/>
              <a:gd name="connsiteY123" fmla="*/ 1984996 h 2237474"/>
              <a:gd name="connsiteX124" fmla="*/ 2578178 w 12192000"/>
              <a:gd name="connsiteY124" fmla="*/ 1990531 h 2237474"/>
              <a:gd name="connsiteX125" fmla="*/ 2476147 w 12192000"/>
              <a:gd name="connsiteY125" fmla="*/ 1998305 h 2237474"/>
              <a:gd name="connsiteX126" fmla="*/ 2373568 w 12192000"/>
              <a:gd name="connsiteY126" fmla="*/ 2003219 h 2237474"/>
              <a:gd name="connsiteX127" fmla="*/ 2321399 w 12192000"/>
              <a:gd name="connsiteY127" fmla="*/ 1989467 h 2237474"/>
              <a:gd name="connsiteX128" fmla="*/ 2315525 w 12192000"/>
              <a:gd name="connsiteY128" fmla="*/ 1989708 h 2237474"/>
              <a:gd name="connsiteX129" fmla="*/ 2300792 w 12192000"/>
              <a:gd name="connsiteY129" fmla="*/ 1994290 h 2237474"/>
              <a:gd name="connsiteX130" fmla="*/ 2295469 w 12192000"/>
              <a:gd name="connsiteY130" fmla="*/ 1996659 h 2237474"/>
              <a:gd name="connsiteX131" fmla="*/ 2287219 w 12192000"/>
              <a:gd name="connsiteY131" fmla="*/ 1998750 h 2237474"/>
              <a:gd name="connsiteX132" fmla="*/ 2286948 w 12192000"/>
              <a:gd name="connsiteY132" fmla="*/ 1998596 h 2237474"/>
              <a:gd name="connsiteX133" fmla="*/ 2243069 w 12192000"/>
              <a:gd name="connsiteY133" fmla="*/ 2015111 h 2237474"/>
              <a:gd name="connsiteX134" fmla="*/ 2186609 w 12192000"/>
              <a:gd name="connsiteY134" fmla="*/ 2008263 h 2237474"/>
              <a:gd name="connsiteX135" fmla="*/ 2164831 w 12192000"/>
              <a:gd name="connsiteY135" fmla="*/ 2010143 h 2237474"/>
              <a:gd name="connsiteX136" fmla="*/ 2152836 w 12192000"/>
              <a:gd name="connsiteY136" fmla="*/ 2010048 h 2237474"/>
              <a:gd name="connsiteX137" fmla="*/ 2117102 w 12192000"/>
              <a:gd name="connsiteY137" fmla="*/ 2023004 h 2237474"/>
              <a:gd name="connsiteX138" fmla="*/ 2111935 w 12192000"/>
              <a:gd name="connsiteY138" fmla="*/ 2023163 h 2237474"/>
              <a:gd name="connsiteX139" fmla="*/ 2089991 w 12192000"/>
              <a:gd name="connsiteY139" fmla="*/ 2034193 h 2237474"/>
              <a:gd name="connsiteX140" fmla="*/ 2058061 w 12192000"/>
              <a:gd name="connsiteY140" fmla="*/ 2047942 h 2237474"/>
              <a:gd name="connsiteX141" fmla="*/ 2055737 w 12192000"/>
              <a:gd name="connsiteY141" fmla="*/ 2047704 h 2237474"/>
              <a:gd name="connsiteX142" fmla="*/ 2042244 w 12192000"/>
              <a:gd name="connsiteY142" fmla="*/ 2055560 h 2237474"/>
              <a:gd name="connsiteX143" fmla="*/ 1976224 w 12192000"/>
              <a:gd name="connsiteY143" fmla="*/ 2074257 h 2237474"/>
              <a:gd name="connsiteX144" fmla="*/ 1877728 w 12192000"/>
              <a:gd name="connsiteY144" fmla="*/ 2101004 h 2237474"/>
              <a:gd name="connsiteX145" fmla="*/ 1759056 w 12192000"/>
              <a:gd name="connsiteY145" fmla="*/ 2125608 h 2237474"/>
              <a:gd name="connsiteX146" fmla="*/ 1637948 w 12192000"/>
              <a:gd name="connsiteY146" fmla="*/ 2172597 h 2237474"/>
              <a:gd name="connsiteX147" fmla="*/ 1434549 w 12192000"/>
              <a:gd name="connsiteY147" fmla="*/ 2234522 h 2237474"/>
              <a:gd name="connsiteX148" fmla="*/ 1398481 w 12192000"/>
              <a:gd name="connsiteY148" fmla="*/ 2237074 h 2237474"/>
              <a:gd name="connsiteX149" fmla="*/ 1398407 w 12192000"/>
              <a:gd name="connsiteY149" fmla="*/ 2237095 h 2237474"/>
              <a:gd name="connsiteX150" fmla="*/ 1370962 w 12192000"/>
              <a:gd name="connsiteY150" fmla="*/ 2237474 h 2237474"/>
              <a:gd name="connsiteX151" fmla="*/ 1356367 w 12192000"/>
              <a:gd name="connsiteY151" fmla="*/ 2235089 h 2237474"/>
              <a:gd name="connsiteX152" fmla="*/ 1324828 w 12192000"/>
              <a:gd name="connsiteY152" fmla="*/ 2231968 h 2237474"/>
              <a:gd name="connsiteX153" fmla="*/ 1297744 w 12192000"/>
              <a:gd name="connsiteY153" fmla="*/ 2235849 h 2237474"/>
              <a:gd name="connsiteX154" fmla="*/ 1286236 w 12192000"/>
              <a:gd name="connsiteY154" fmla="*/ 2233135 h 2237474"/>
              <a:gd name="connsiteX155" fmla="*/ 1283504 w 12192000"/>
              <a:gd name="connsiteY155" fmla="*/ 2233797 h 2237474"/>
              <a:gd name="connsiteX156" fmla="*/ 1279765 w 12192000"/>
              <a:gd name="connsiteY156" fmla="*/ 2229639 h 2237474"/>
              <a:gd name="connsiteX157" fmla="*/ 1195347 w 12192000"/>
              <a:gd name="connsiteY157" fmla="*/ 2212354 h 2237474"/>
              <a:gd name="connsiteX158" fmla="*/ 970251 w 12192000"/>
              <a:gd name="connsiteY158" fmla="*/ 2221029 h 2237474"/>
              <a:gd name="connsiteX159" fmla="*/ 812914 w 12192000"/>
              <a:gd name="connsiteY159" fmla="*/ 2202752 h 2237474"/>
              <a:gd name="connsiteX160" fmla="*/ 800195 w 12192000"/>
              <a:gd name="connsiteY160" fmla="*/ 2209407 h 2237474"/>
              <a:gd name="connsiteX161" fmla="*/ 784978 w 12192000"/>
              <a:gd name="connsiteY161" fmla="*/ 2212360 h 2237474"/>
              <a:gd name="connsiteX162" fmla="*/ 681987 w 12192000"/>
              <a:gd name="connsiteY162" fmla="*/ 2216757 h 2237474"/>
              <a:gd name="connsiteX163" fmla="*/ 669923 w 12192000"/>
              <a:gd name="connsiteY163" fmla="*/ 2211682 h 2237474"/>
              <a:gd name="connsiteX164" fmla="*/ 648680 w 12192000"/>
              <a:gd name="connsiteY164" fmla="*/ 2206229 h 2237474"/>
              <a:gd name="connsiteX165" fmla="*/ 597225 w 12192000"/>
              <a:gd name="connsiteY165" fmla="*/ 2180999 h 2237474"/>
              <a:gd name="connsiteX166" fmla="*/ 558449 w 12192000"/>
              <a:gd name="connsiteY166" fmla="*/ 2182346 h 2237474"/>
              <a:gd name="connsiteX167" fmla="*/ 550517 w 12192000"/>
              <a:gd name="connsiteY167" fmla="*/ 2182060 h 2237474"/>
              <a:gd name="connsiteX168" fmla="*/ 550309 w 12192000"/>
              <a:gd name="connsiteY168" fmla="*/ 2181825 h 2237474"/>
              <a:gd name="connsiteX169" fmla="*/ 541836 w 12192000"/>
              <a:gd name="connsiteY169" fmla="*/ 2181063 h 2237474"/>
              <a:gd name="connsiteX170" fmla="*/ 536057 w 12192000"/>
              <a:gd name="connsiteY170" fmla="*/ 2181537 h 2237474"/>
              <a:gd name="connsiteX171" fmla="*/ 520671 w 12192000"/>
              <a:gd name="connsiteY171" fmla="*/ 2180980 h 2237474"/>
              <a:gd name="connsiteX172" fmla="*/ 515024 w 12192000"/>
              <a:gd name="connsiteY172" fmla="*/ 2179258 h 2237474"/>
              <a:gd name="connsiteX173" fmla="*/ 512278 w 12192000"/>
              <a:gd name="connsiteY173" fmla="*/ 2176369 h 2237474"/>
              <a:gd name="connsiteX174" fmla="*/ 480419 w 12192000"/>
              <a:gd name="connsiteY174" fmla="*/ 2167807 h 2237474"/>
              <a:gd name="connsiteX175" fmla="*/ 413835 w 12192000"/>
              <a:gd name="connsiteY175" fmla="*/ 2156783 h 2237474"/>
              <a:gd name="connsiteX176" fmla="*/ 376513 w 12192000"/>
              <a:gd name="connsiteY176" fmla="*/ 2154014 h 2237474"/>
              <a:gd name="connsiteX177" fmla="*/ 273386 w 12192000"/>
              <a:gd name="connsiteY177" fmla="*/ 2142551 h 2237474"/>
              <a:gd name="connsiteX178" fmla="*/ 169207 w 12192000"/>
              <a:gd name="connsiteY178" fmla="*/ 2128100 h 2237474"/>
              <a:gd name="connsiteX179" fmla="*/ 93149 w 12192000"/>
              <a:gd name="connsiteY179" fmla="*/ 2105324 h 2237474"/>
              <a:gd name="connsiteX180" fmla="*/ 88109 w 12192000"/>
              <a:gd name="connsiteY180" fmla="*/ 2106704 h 2237474"/>
              <a:gd name="connsiteX181" fmla="*/ 80022 w 12192000"/>
              <a:gd name="connsiteY181" fmla="*/ 2107254 h 2237474"/>
              <a:gd name="connsiteX182" fmla="*/ 79717 w 12192000"/>
              <a:gd name="connsiteY182" fmla="*/ 2107046 h 2237474"/>
              <a:gd name="connsiteX183" fmla="*/ 72352 w 12192000"/>
              <a:gd name="connsiteY183" fmla="*/ 2107991 h 2237474"/>
              <a:gd name="connsiteX184" fmla="*/ 37645 w 12192000"/>
              <a:gd name="connsiteY184" fmla="*/ 2115401 h 2237474"/>
              <a:gd name="connsiteX185" fmla="*/ 4572 w 12192000"/>
              <a:gd name="connsiteY185" fmla="*/ 2111091 h 2237474"/>
              <a:gd name="connsiteX186" fmla="*/ 0 w 12192000"/>
              <a:gd name="connsiteY186" fmla="*/ 2110468 h 2237474"/>
              <a:gd name="connsiteX187" fmla="*/ 0 w 12192000"/>
              <a:gd name="connsiteY187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64145 w 12192000"/>
              <a:gd name="connsiteY113" fmla="*/ 1994061 h 2237474"/>
              <a:gd name="connsiteX114" fmla="*/ 2843662 w 12192000"/>
              <a:gd name="connsiteY114" fmla="*/ 1992498 h 2237474"/>
              <a:gd name="connsiteX115" fmla="*/ 2796128 w 12192000"/>
              <a:gd name="connsiteY115" fmla="*/ 1976403 h 2237474"/>
              <a:gd name="connsiteX116" fmla="*/ 2756784 w 12192000"/>
              <a:gd name="connsiteY116" fmla="*/ 1985116 h 2237474"/>
              <a:gd name="connsiteX117" fmla="*/ 2748833 w 12192000"/>
              <a:gd name="connsiteY117" fmla="*/ 1986323 h 2237474"/>
              <a:gd name="connsiteX118" fmla="*/ 2748661 w 12192000"/>
              <a:gd name="connsiteY118" fmla="*/ 1986122 h 2237474"/>
              <a:gd name="connsiteX119" fmla="*/ 2740251 w 12192000"/>
              <a:gd name="connsiteY119" fmla="*/ 1986946 h 2237474"/>
              <a:gd name="connsiteX120" fmla="*/ 2718916 w 12192000"/>
              <a:gd name="connsiteY120" fmla="*/ 1990867 h 2237474"/>
              <a:gd name="connsiteX121" fmla="*/ 2713522 w 12192000"/>
              <a:gd name="connsiteY121" fmla="*/ 1990173 h 2237474"/>
              <a:gd name="connsiteX122" fmla="*/ 2680597 w 12192000"/>
              <a:gd name="connsiteY122" fmla="*/ 1984996 h 2237474"/>
              <a:gd name="connsiteX123" fmla="*/ 2578178 w 12192000"/>
              <a:gd name="connsiteY123" fmla="*/ 1990531 h 2237474"/>
              <a:gd name="connsiteX124" fmla="*/ 2476147 w 12192000"/>
              <a:gd name="connsiteY124" fmla="*/ 1998305 h 2237474"/>
              <a:gd name="connsiteX125" fmla="*/ 2373568 w 12192000"/>
              <a:gd name="connsiteY125" fmla="*/ 2003219 h 2237474"/>
              <a:gd name="connsiteX126" fmla="*/ 2321399 w 12192000"/>
              <a:gd name="connsiteY126" fmla="*/ 1989467 h 2237474"/>
              <a:gd name="connsiteX127" fmla="*/ 2315525 w 12192000"/>
              <a:gd name="connsiteY127" fmla="*/ 1989708 h 2237474"/>
              <a:gd name="connsiteX128" fmla="*/ 2300792 w 12192000"/>
              <a:gd name="connsiteY128" fmla="*/ 1994290 h 2237474"/>
              <a:gd name="connsiteX129" fmla="*/ 2295469 w 12192000"/>
              <a:gd name="connsiteY129" fmla="*/ 1996659 h 2237474"/>
              <a:gd name="connsiteX130" fmla="*/ 2287219 w 12192000"/>
              <a:gd name="connsiteY130" fmla="*/ 1998750 h 2237474"/>
              <a:gd name="connsiteX131" fmla="*/ 2286948 w 12192000"/>
              <a:gd name="connsiteY131" fmla="*/ 1998596 h 2237474"/>
              <a:gd name="connsiteX132" fmla="*/ 2243069 w 12192000"/>
              <a:gd name="connsiteY132" fmla="*/ 2015111 h 2237474"/>
              <a:gd name="connsiteX133" fmla="*/ 2186609 w 12192000"/>
              <a:gd name="connsiteY133" fmla="*/ 2008263 h 2237474"/>
              <a:gd name="connsiteX134" fmla="*/ 2164831 w 12192000"/>
              <a:gd name="connsiteY134" fmla="*/ 2010143 h 2237474"/>
              <a:gd name="connsiteX135" fmla="*/ 2152836 w 12192000"/>
              <a:gd name="connsiteY135" fmla="*/ 2010048 h 2237474"/>
              <a:gd name="connsiteX136" fmla="*/ 2117102 w 12192000"/>
              <a:gd name="connsiteY136" fmla="*/ 2023004 h 2237474"/>
              <a:gd name="connsiteX137" fmla="*/ 2111935 w 12192000"/>
              <a:gd name="connsiteY137" fmla="*/ 2023163 h 2237474"/>
              <a:gd name="connsiteX138" fmla="*/ 2089991 w 12192000"/>
              <a:gd name="connsiteY138" fmla="*/ 2034193 h 2237474"/>
              <a:gd name="connsiteX139" fmla="*/ 2058061 w 12192000"/>
              <a:gd name="connsiteY139" fmla="*/ 2047942 h 2237474"/>
              <a:gd name="connsiteX140" fmla="*/ 2055737 w 12192000"/>
              <a:gd name="connsiteY140" fmla="*/ 2047704 h 2237474"/>
              <a:gd name="connsiteX141" fmla="*/ 2042244 w 12192000"/>
              <a:gd name="connsiteY141" fmla="*/ 2055560 h 2237474"/>
              <a:gd name="connsiteX142" fmla="*/ 1976224 w 12192000"/>
              <a:gd name="connsiteY142" fmla="*/ 2074257 h 2237474"/>
              <a:gd name="connsiteX143" fmla="*/ 1877728 w 12192000"/>
              <a:gd name="connsiteY143" fmla="*/ 2101004 h 2237474"/>
              <a:gd name="connsiteX144" fmla="*/ 1759056 w 12192000"/>
              <a:gd name="connsiteY144" fmla="*/ 2125608 h 2237474"/>
              <a:gd name="connsiteX145" fmla="*/ 1637948 w 12192000"/>
              <a:gd name="connsiteY145" fmla="*/ 2172597 h 2237474"/>
              <a:gd name="connsiteX146" fmla="*/ 1434549 w 12192000"/>
              <a:gd name="connsiteY146" fmla="*/ 2234522 h 2237474"/>
              <a:gd name="connsiteX147" fmla="*/ 1398481 w 12192000"/>
              <a:gd name="connsiteY147" fmla="*/ 2237074 h 2237474"/>
              <a:gd name="connsiteX148" fmla="*/ 1398407 w 12192000"/>
              <a:gd name="connsiteY148" fmla="*/ 2237095 h 2237474"/>
              <a:gd name="connsiteX149" fmla="*/ 1370962 w 12192000"/>
              <a:gd name="connsiteY149" fmla="*/ 2237474 h 2237474"/>
              <a:gd name="connsiteX150" fmla="*/ 1356367 w 12192000"/>
              <a:gd name="connsiteY150" fmla="*/ 2235089 h 2237474"/>
              <a:gd name="connsiteX151" fmla="*/ 1324828 w 12192000"/>
              <a:gd name="connsiteY151" fmla="*/ 2231968 h 2237474"/>
              <a:gd name="connsiteX152" fmla="*/ 1297744 w 12192000"/>
              <a:gd name="connsiteY152" fmla="*/ 2235849 h 2237474"/>
              <a:gd name="connsiteX153" fmla="*/ 1286236 w 12192000"/>
              <a:gd name="connsiteY153" fmla="*/ 2233135 h 2237474"/>
              <a:gd name="connsiteX154" fmla="*/ 1283504 w 12192000"/>
              <a:gd name="connsiteY154" fmla="*/ 2233797 h 2237474"/>
              <a:gd name="connsiteX155" fmla="*/ 1279765 w 12192000"/>
              <a:gd name="connsiteY155" fmla="*/ 2229639 h 2237474"/>
              <a:gd name="connsiteX156" fmla="*/ 1195347 w 12192000"/>
              <a:gd name="connsiteY156" fmla="*/ 2212354 h 2237474"/>
              <a:gd name="connsiteX157" fmla="*/ 970251 w 12192000"/>
              <a:gd name="connsiteY157" fmla="*/ 2221029 h 2237474"/>
              <a:gd name="connsiteX158" fmla="*/ 812914 w 12192000"/>
              <a:gd name="connsiteY158" fmla="*/ 2202752 h 2237474"/>
              <a:gd name="connsiteX159" fmla="*/ 800195 w 12192000"/>
              <a:gd name="connsiteY159" fmla="*/ 2209407 h 2237474"/>
              <a:gd name="connsiteX160" fmla="*/ 784978 w 12192000"/>
              <a:gd name="connsiteY160" fmla="*/ 2212360 h 2237474"/>
              <a:gd name="connsiteX161" fmla="*/ 681987 w 12192000"/>
              <a:gd name="connsiteY161" fmla="*/ 2216757 h 2237474"/>
              <a:gd name="connsiteX162" fmla="*/ 669923 w 12192000"/>
              <a:gd name="connsiteY162" fmla="*/ 2211682 h 2237474"/>
              <a:gd name="connsiteX163" fmla="*/ 648680 w 12192000"/>
              <a:gd name="connsiteY163" fmla="*/ 2206229 h 2237474"/>
              <a:gd name="connsiteX164" fmla="*/ 597225 w 12192000"/>
              <a:gd name="connsiteY164" fmla="*/ 2180999 h 2237474"/>
              <a:gd name="connsiteX165" fmla="*/ 558449 w 12192000"/>
              <a:gd name="connsiteY165" fmla="*/ 2182346 h 2237474"/>
              <a:gd name="connsiteX166" fmla="*/ 550517 w 12192000"/>
              <a:gd name="connsiteY166" fmla="*/ 2182060 h 2237474"/>
              <a:gd name="connsiteX167" fmla="*/ 550309 w 12192000"/>
              <a:gd name="connsiteY167" fmla="*/ 2181825 h 2237474"/>
              <a:gd name="connsiteX168" fmla="*/ 541836 w 12192000"/>
              <a:gd name="connsiteY168" fmla="*/ 2181063 h 2237474"/>
              <a:gd name="connsiteX169" fmla="*/ 536057 w 12192000"/>
              <a:gd name="connsiteY169" fmla="*/ 2181537 h 2237474"/>
              <a:gd name="connsiteX170" fmla="*/ 520671 w 12192000"/>
              <a:gd name="connsiteY170" fmla="*/ 2180980 h 2237474"/>
              <a:gd name="connsiteX171" fmla="*/ 515024 w 12192000"/>
              <a:gd name="connsiteY171" fmla="*/ 2179258 h 2237474"/>
              <a:gd name="connsiteX172" fmla="*/ 512278 w 12192000"/>
              <a:gd name="connsiteY172" fmla="*/ 2176369 h 2237474"/>
              <a:gd name="connsiteX173" fmla="*/ 480419 w 12192000"/>
              <a:gd name="connsiteY173" fmla="*/ 2167807 h 2237474"/>
              <a:gd name="connsiteX174" fmla="*/ 413835 w 12192000"/>
              <a:gd name="connsiteY174" fmla="*/ 2156783 h 2237474"/>
              <a:gd name="connsiteX175" fmla="*/ 376513 w 12192000"/>
              <a:gd name="connsiteY175" fmla="*/ 2154014 h 2237474"/>
              <a:gd name="connsiteX176" fmla="*/ 273386 w 12192000"/>
              <a:gd name="connsiteY176" fmla="*/ 2142551 h 2237474"/>
              <a:gd name="connsiteX177" fmla="*/ 169207 w 12192000"/>
              <a:gd name="connsiteY177" fmla="*/ 2128100 h 2237474"/>
              <a:gd name="connsiteX178" fmla="*/ 93149 w 12192000"/>
              <a:gd name="connsiteY178" fmla="*/ 2105324 h 2237474"/>
              <a:gd name="connsiteX179" fmla="*/ 88109 w 12192000"/>
              <a:gd name="connsiteY179" fmla="*/ 2106704 h 2237474"/>
              <a:gd name="connsiteX180" fmla="*/ 80022 w 12192000"/>
              <a:gd name="connsiteY180" fmla="*/ 2107254 h 2237474"/>
              <a:gd name="connsiteX181" fmla="*/ 79717 w 12192000"/>
              <a:gd name="connsiteY181" fmla="*/ 2107046 h 2237474"/>
              <a:gd name="connsiteX182" fmla="*/ 72352 w 12192000"/>
              <a:gd name="connsiteY182" fmla="*/ 2107991 h 2237474"/>
              <a:gd name="connsiteX183" fmla="*/ 37645 w 12192000"/>
              <a:gd name="connsiteY183" fmla="*/ 2115401 h 2237474"/>
              <a:gd name="connsiteX184" fmla="*/ 4572 w 12192000"/>
              <a:gd name="connsiteY184" fmla="*/ 2111091 h 2237474"/>
              <a:gd name="connsiteX185" fmla="*/ 0 w 12192000"/>
              <a:gd name="connsiteY185" fmla="*/ 2110468 h 2237474"/>
              <a:gd name="connsiteX186" fmla="*/ 0 w 12192000"/>
              <a:gd name="connsiteY186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64145 w 12192000"/>
              <a:gd name="connsiteY113" fmla="*/ 1994061 h 2237474"/>
              <a:gd name="connsiteX114" fmla="*/ 2843662 w 12192000"/>
              <a:gd name="connsiteY114" fmla="*/ 1992498 h 2237474"/>
              <a:gd name="connsiteX115" fmla="*/ 2796128 w 12192000"/>
              <a:gd name="connsiteY115" fmla="*/ 1976403 h 2237474"/>
              <a:gd name="connsiteX116" fmla="*/ 2756784 w 12192000"/>
              <a:gd name="connsiteY116" fmla="*/ 1985116 h 2237474"/>
              <a:gd name="connsiteX117" fmla="*/ 2748833 w 12192000"/>
              <a:gd name="connsiteY117" fmla="*/ 1986323 h 2237474"/>
              <a:gd name="connsiteX118" fmla="*/ 2748661 w 12192000"/>
              <a:gd name="connsiteY118" fmla="*/ 1986122 h 2237474"/>
              <a:gd name="connsiteX119" fmla="*/ 2718916 w 12192000"/>
              <a:gd name="connsiteY119" fmla="*/ 1990867 h 2237474"/>
              <a:gd name="connsiteX120" fmla="*/ 2713522 w 12192000"/>
              <a:gd name="connsiteY120" fmla="*/ 1990173 h 2237474"/>
              <a:gd name="connsiteX121" fmla="*/ 2680597 w 12192000"/>
              <a:gd name="connsiteY121" fmla="*/ 1984996 h 2237474"/>
              <a:gd name="connsiteX122" fmla="*/ 2578178 w 12192000"/>
              <a:gd name="connsiteY122" fmla="*/ 1990531 h 2237474"/>
              <a:gd name="connsiteX123" fmla="*/ 2476147 w 12192000"/>
              <a:gd name="connsiteY123" fmla="*/ 1998305 h 2237474"/>
              <a:gd name="connsiteX124" fmla="*/ 2373568 w 12192000"/>
              <a:gd name="connsiteY124" fmla="*/ 2003219 h 2237474"/>
              <a:gd name="connsiteX125" fmla="*/ 2321399 w 12192000"/>
              <a:gd name="connsiteY125" fmla="*/ 1989467 h 2237474"/>
              <a:gd name="connsiteX126" fmla="*/ 2315525 w 12192000"/>
              <a:gd name="connsiteY126" fmla="*/ 1989708 h 2237474"/>
              <a:gd name="connsiteX127" fmla="*/ 2300792 w 12192000"/>
              <a:gd name="connsiteY127" fmla="*/ 1994290 h 2237474"/>
              <a:gd name="connsiteX128" fmla="*/ 2295469 w 12192000"/>
              <a:gd name="connsiteY128" fmla="*/ 1996659 h 2237474"/>
              <a:gd name="connsiteX129" fmla="*/ 2287219 w 12192000"/>
              <a:gd name="connsiteY129" fmla="*/ 1998750 h 2237474"/>
              <a:gd name="connsiteX130" fmla="*/ 2286948 w 12192000"/>
              <a:gd name="connsiteY130" fmla="*/ 1998596 h 2237474"/>
              <a:gd name="connsiteX131" fmla="*/ 2243069 w 12192000"/>
              <a:gd name="connsiteY131" fmla="*/ 2015111 h 2237474"/>
              <a:gd name="connsiteX132" fmla="*/ 2186609 w 12192000"/>
              <a:gd name="connsiteY132" fmla="*/ 2008263 h 2237474"/>
              <a:gd name="connsiteX133" fmla="*/ 2164831 w 12192000"/>
              <a:gd name="connsiteY133" fmla="*/ 2010143 h 2237474"/>
              <a:gd name="connsiteX134" fmla="*/ 2152836 w 12192000"/>
              <a:gd name="connsiteY134" fmla="*/ 2010048 h 2237474"/>
              <a:gd name="connsiteX135" fmla="*/ 2117102 w 12192000"/>
              <a:gd name="connsiteY135" fmla="*/ 2023004 h 2237474"/>
              <a:gd name="connsiteX136" fmla="*/ 2111935 w 12192000"/>
              <a:gd name="connsiteY136" fmla="*/ 2023163 h 2237474"/>
              <a:gd name="connsiteX137" fmla="*/ 2089991 w 12192000"/>
              <a:gd name="connsiteY137" fmla="*/ 2034193 h 2237474"/>
              <a:gd name="connsiteX138" fmla="*/ 2058061 w 12192000"/>
              <a:gd name="connsiteY138" fmla="*/ 2047942 h 2237474"/>
              <a:gd name="connsiteX139" fmla="*/ 2055737 w 12192000"/>
              <a:gd name="connsiteY139" fmla="*/ 2047704 h 2237474"/>
              <a:gd name="connsiteX140" fmla="*/ 2042244 w 12192000"/>
              <a:gd name="connsiteY140" fmla="*/ 2055560 h 2237474"/>
              <a:gd name="connsiteX141" fmla="*/ 1976224 w 12192000"/>
              <a:gd name="connsiteY141" fmla="*/ 2074257 h 2237474"/>
              <a:gd name="connsiteX142" fmla="*/ 1877728 w 12192000"/>
              <a:gd name="connsiteY142" fmla="*/ 2101004 h 2237474"/>
              <a:gd name="connsiteX143" fmla="*/ 1759056 w 12192000"/>
              <a:gd name="connsiteY143" fmla="*/ 2125608 h 2237474"/>
              <a:gd name="connsiteX144" fmla="*/ 1637948 w 12192000"/>
              <a:gd name="connsiteY144" fmla="*/ 2172597 h 2237474"/>
              <a:gd name="connsiteX145" fmla="*/ 1434549 w 12192000"/>
              <a:gd name="connsiteY145" fmla="*/ 2234522 h 2237474"/>
              <a:gd name="connsiteX146" fmla="*/ 1398481 w 12192000"/>
              <a:gd name="connsiteY146" fmla="*/ 2237074 h 2237474"/>
              <a:gd name="connsiteX147" fmla="*/ 1398407 w 12192000"/>
              <a:gd name="connsiteY147" fmla="*/ 2237095 h 2237474"/>
              <a:gd name="connsiteX148" fmla="*/ 1370962 w 12192000"/>
              <a:gd name="connsiteY148" fmla="*/ 2237474 h 2237474"/>
              <a:gd name="connsiteX149" fmla="*/ 1356367 w 12192000"/>
              <a:gd name="connsiteY149" fmla="*/ 2235089 h 2237474"/>
              <a:gd name="connsiteX150" fmla="*/ 1324828 w 12192000"/>
              <a:gd name="connsiteY150" fmla="*/ 2231968 h 2237474"/>
              <a:gd name="connsiteX151" fmla="*/ 1297744 w 12192000"/>
              <a:gd name="connsiteY151" fmla="*/ 2235849 h 2237474"/>
              <a:gd name="connsiteX152" fmla="*/ 1286236 w 12192000"/>
              <a:gd name="connsiteY152" fmla="*/ 2233135 h 2237474"/>
              <a:gd name="connsiteX153" fmla="*/ 1283504 w 12192000"/>
              <a:gd name="connsiteY153" fmla="*/ 2233797 h 2237474"/>
              <a:gd name="connsiteX154" fmla="*/ 1279765 w 12192000"/>
              <a:gd name="connsiteY154" fmla="*/ 2229639 h 2237474"/>
              <a:gd name="connsiteX155" fmla="*/ 1195347 w 12192000"/>
              <a:gd name="connsiteY155" fmla="*/ 2212354 h 2237474"/>
              <a:gd name="connsiteX156" fmla="*/ 970251 w 12192000"/>
              <a:gd name="connsiteY156" fmla="*/ 2221029 h 2237474"/>
              <a:gd name="connsiteX157" fmla="*/ 812914 w 12192000"/>
              <a:gd name="connsiteY157" fmla="*/ 2202752 h 2237474"/>
              <a:gd name="connsiteX158" fmla="*/ 800195 w 12192000"/>
              <a:gd name="connsiteY158" fmla="*/ 2209407 h 2237474"/>
              <a:gd name="connsiteX159" fmla="*/ 784978 w 12192000"/>
              <a:gd name="connsiteY159" fmla="*/ 2212360 h 2237474"/>
              <a:gd name="connsiteX160" fmla="*/ 681987 w 12192000"/>
              <a:gd name="connsiteY160" fmla="*/ 2216757 h 2237474"/>
              <a:gd name="connsiteX161" fmla="*/ 669923 w 12192000"/>
              <a:gd name="connsiteY161" fmla="*/ 2211682 h 2237474"/>
              <a:gd name="connsiteX162" fmla="*/ 648680 w 12192000"/>
              <a:gd name="connsiteY162" fmla="*/ 2206229 h 2237474"/>
              <a:gd name="connsiteX163" fmla="*/ 597225 w 12192000"/>
              <a:gd name="connsiteY163" fmla="*/ 2180999 h 2237474"/>
              <a:gd name="connsiteX164" fmla="*/ 558449 w 12192000"/>
              <a:gd name="connsiteY164" fmla="*/ 2182346 h 2237474"/>
              <a:gd name="connsiteX165" fmla="*/ 550517 w 12192000"/>
              <a:gd name="connsiteY165" fmla="*/ 2182060 h 2237474"/>
              <a:gd name="connsiteX166" fmla="*/ 550309 w 12192000"/>
              <a:gd name="connsiteY166" fmla="*/ 2181825 h 2237474"/>
              <a:gd name="connsiteX167" fmla="*/ 541836 w 12192000"/>
              <a:gd name="connsiteY167" fmla="*/ 2181063 h 2237474"/>
              <a:gd name="connsiteX168" fmla="*/ 536057 w 12192000"/>
              <a:gd name="connsiteY168" fmla="*/ 2181537 h 2237474"/>
              <a:gd name="connsiteX169" fmla="*/ 520671 w 12192000"/>
              <a:gd name="connsiteY169" fmla="*/ 2180980 h 2237474"/>
              <a:gd name="connsiteX170" fmla="*/ 515024 w 12192000"/>
              <a:gd name="connsiteY170" fmla="*/ 2179258 h 2237474"/>
              <a:gd name="connsiteX171" fmla="*/ 512278 w 12192000"/>
              <a:gd name="connsiteY171" fmla="*/ 2176369 h 2237474"/>
              <a:gd name="connsiteX172" fmla="*/ 480419 w 12192000"/>
              <a:gd name="connsiteY172" fmla="*/ 2167807 h 2237474"/>
              <a:gd name="connsiteX173" fmla="*/ 413835 w 12192000"/>
              <a:gd name="connsiteY173" fmla="*/ 2156783 h 2237474"/>
              <a:gd name="connsiteX174" fmla="*/ 376513 w 12192000"/>
              <a:gd name="connsiteY174" fmla="*/ 2154014 h 2237474"/>
              <a:gd name="connsiteX175" fmla="*/ 273386 w 12192000"/>
              <a:gd name="connsiteY175" fmla="*/ 2142551 h 2237474"/>
              <a:gd name="connsiteX176" fmla="*/ 169207 w 12192000"/>
              <a:gd name="connsiteY176" fmla="*/ 2128100 h 2237474"/>
              <a:gd name="connsiteX177" fmla="*/ 93149 w 12192000"/>
              <a:gd name="connsiteY177" fmla="*/ 2105324 h 2237474"/>
              <a:gd name="connsiteX178" fmla="*/ 88109 w 12192000"/>
              <a:gd name="connsiteY178" fmla="*/ 2106704 h 2237474"/>
              <a:gd name="connsiteX179" fmla="*/ 80022 w 12192000"/>
              <a:gd name="connsiteY179" fmla="*/ 2107254 h 2237474"/>
              <a:gd name="connsiteX180" fmla="*/ 79717 w 12192000"/>
              <a:gd name="connsiteY180" fmla="*/ 2107046 h 2237474"/>
              <a:gd name="connsiteX181" fmla="*/ 72352 w 12192000"/>
              <a:gd name="connsiteY181" fmla="*/ 2107991 h 2237474"/>
              <a:gd name="connsiteX182" fmla="*/ 37645 w 12192000"/>
              <a:gd name="connsiteY182" fmla="*/ 2115401 h 2237474"/>
              <a:gd name="connsiteX183" fmla="*/ 4572 w 12192000"/>
              <a:gd name="connsiteY183" fmla="*/ 2111091 h 2237474"/>
              <a:gd name="connsiteX184" fmla="*/ 0 w 12192000"/>
              <a:gd name="connsiteY184" fmla="*/ 2110468 h 2237474"/>
              <a:gd name="connsiteX185" fmla="*/ 0 w 12192000"/>
              <a:gd name="connsiteY18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96128 w 12192000"/>
              <a:gd name="connsiteY114" fmla="*/ 1976403 h 2237474"/>
              <a:gd name="connsiteX115" fmla="*/ 2756784 w 12192000"/>
              <a:gd name="connsiteY115" fmla="*/ 1985116 h 2237474"/>
              <a:gd name="connsiteX116" fmla="*/ 2748833 w 12192000"/>
              <a:gd name="connsiteY116" fmla="*/ 1986323 h 2237474"/>
              <a:gd name="connsiteX117" fmla="*/ 2748661 w 12192000"/>
              <a:gd name="connsiteY117" fmla="*/ 1986122 h 2237474"/>
              <a:gd name="connsiteX118" fmla="*/ 2718916 w 12192000"/>
              <a:gd name="connsiteY118" fmla="*/ 1990867 h 2237474"/>
              <a:gd name="connsiteX119" fmla="*/ 2713522 w 12192000"/>
              <a:gd name="connsiteY119" fmla="*/ 1990173 h 2237474"/>
              <a:gd name="connsiteX120" fmla="*/ 2680597 w 12192000"/>
              <a:gd name="connsiteY120" fmla="*/ 1984996 h 2237474"/>
              <a:gd name="connsiteX121" fmla="*/ 2578178 w 12192000"/>
              <a:gd name="connsiteY121" fmla="*/ 1990531 h 2237474"/>
              <a:gd name="connsiteX122" fmla="*/ 2476147 w 12192000"/>
              <a:gd name="connsiteY122" fmla="*/ 1998305 h 2237474"/>
              <a:gd name="connsiteX123" fmla="*/ 2373568 w 12192000"/>
              <a:gd name="connsiteY123" fmla="*/ 2003219 h 2237474"/>
              <a:gd name="connsiteX124" fmla="*/ 2321399 w 12192000"/>
              <a:gd name="connsiteY124" fmla="*/ 1989467 h 2237474"/>
              <a:gd name="connsiteX125" fmla="*/ 2315525 w 12192000"/>
              <a:gd name="connsiteY125" fmla="*/ 1989708 h 2237474"/>
              <a:gd name="connsiteX126" fmla="*/ 2300792 w 12192000"/>
              <a:gd name="connsiteY126" fmla="*/ 1994290 h 2237474"/>
              <a:gd name="connsiteX127" fmla="*/ 2295469 w 12192000"/>
              <a:gd name="connsiteY127" fmla="*/ 1996659 h 2237474"/>
              <a:gd name="connsiteX128" fmla="*/ 2287219 w 12192000"/>
              <a:gd name="connsiteY128" fmla="*/ 1998750 h 2237474"/>
              <a:gd name="connsiteX129" fmla="*/ 2286948 w 12192000"/>
              <a:gd name="connsiteY129" fmla="*/ 1998596 h 2237474"/>
              <a:gd name="connsiteX130" fmla="*/ 2243069 w 12192000"/>
              <a:gd name="connsiteY130" fmla="*/ 2015111 h 2237474"/>
              <a:gd name="connsiteX131" fmla="*/ 2186609 w 12192000"/>
              <a:gd name="connsiteY131" fmla="*/ 2008263 h 2237474"/>
              <a:gd name="connsiteX132" fmla="*/ 2164831 w 12192000"/>
              <a:gd name="connsiteY132" fmla="*/ 2010143 h 2237474"/>
              <a:gd name="connsiteX133" fmla="*/ 2152836 w 12192000"/>
              <a:gd name="connsiteY133" fmla="*/ 2010048 h 2237474"/>
              <a:gd name="connsiteX134" fmla="*/ 2117102 w 12192000"/>
              <a:gd name="connsiteY134" fmla="*/ 2023004 h 2237474"/>
              <a:gd name="connsiteX135" fmla="*/ 2111935 w 12192000"/>
              <a:gd name="connsiteY135" fmla="*/ 2023163 h 2237474"/>
              <a:gd name="connsiteX136" fmla="*/ 2089991 w 12192000"/>
              <a:gd name="connsiteY136" fmla="*/ 2034193 h 2237474"/>
              <a:gd name="connsiteX137" fmla="*/ 2058061 w 12192000"/>
              <a:gd name="connsiteY137" fmla="*/ 2047942 h 2237474"/>
              <a:gd name="connsiteX138" fmla="*/ 2055737 w 12192000"/>
              <a:gd name="connsiteY138" fmla="*/ 2047704 h 2237474"/>
              <a:gd name="connsiteX139" fmla="*/ 2042244 w 12192000"/>
              <a:gd name="connsiteY139" fmla="*/ 2055560 h 2237474"/>
              <a:gd name="connsiteX140" fmla="*/ 1976224 w 12192000"/>
              <a:gd name="connsiteY140" fmla="*/ 2074257 h 2237474"/>
              <a:gd name="connsiteX141" fmla="*/ 1877728 w 12192000"/>
              <a:gd name="connsiteY141" fmla="*/ 2101004 h 2237474"/>
              <a:gd name="connsiteX142" fmla="*/ 1759056 w 12192000"/>
              <a:gd name="connsiteY142" fmla="*/ 2125608 h 2237474"/>
              <a:gd name="connsiteX143" fmla="*/ 1637948 w 12192000"/>
              <a:gd name="connsiteY143" fmla="*/ 2172597 h 2237474"/>
              <a:gd name="connsiteX144" fmla="*/ 1434549 w 12192000"/>
              <a:gd name="connsiteY144" fmla="*/ 2234522 h 2237474"/>
              <a:gd name="connsiteX145" fmla="*/ 1398481 w 12192000"/>
              <a:gd name="connsiteY145" fmla="*/ 2237074 h 2237474"/>
              <a:gd name="connsiteX146" fmla="*/ 1398407 w 12192000"/>
              <a:gd name="connsiteY146" fmla="*/ 2237095 h 2237474"/>
              <a:gd name="connsiteX147" fmla="*/ 1370962 w 12192000"/>
              <a:gd name="connsiteY147" fmla="*/ 2237474 h 2237474"/>
              <a:gd name="connsiteX148" fmla="*/ 1356367 w 12192000"/>
              <a:gd name="connsiteY148" fmla="*/ 2235089 h 2237474"/>
              <a:gd name="connsiteX149" fmla="*/ 1324828 w 12192000"/>
              <a:gd name="connsiteY149" fmla="*/ 2231968 h 2237474"/>
              <a:gd name="connsiteX150" fmla="*/ 1297744 w 12192000"/>
              <a:gd name="connsiteY150" fmla="*/ 2235849 h 2237474"/>
              <a:gd name="connsiteX151" fmla="*/ 1286236 w 12192000"/>
              <a:gd name="connsiteY151" fmla="*/ 2233135 h 2237474"/>
              <a:gd name="connsiteX152" fmla="*/ 1283504 w 12192000"/>
              <a:gd name="connsiteY152" fmla="*/ 2233797 h 2237474"/>
              <a:gd name="connsiteX153" fmla="*/ 1279765 w 12192000"/>
              <a:gd name="connsiteY153" fmla="*/ 2229639 h 2237474"/>
              <a:gd name="connsiteX154" fmla="*/ 1195347 w 12192000"/>
              <a:gd name="connsiteY154" fmla="*/ 2212354 h 2237474"/>
              <a:gd name="connsiteX155" fmla="*/ 970251 w 12192000"/>
              <a:gd name="connsiteY155" fmla="*/ 2221029 h 2237474"/>
              <a:gd name="connsiteX156" fmla="*/ 812914 w 12192000"/>
              <a:gd name="connsiteY156" fmla="*/ 2202752 h 2237474"/>
              <a:gd name="connsiteX157" fmla="*/ 800195 w 12192000"/>
              <a:gd name="connsiteY157" fmla="*/ 2209407 h 2237474"/>
              <a:gd name="connsiteX158" fmla="*/ 784978 w 12192000"/>
              <a:gd name="connsiteY158" fmla="*/ 2212360 h 2237474"/>
              <a:gd name="connsiteX159" fmla="*/ 681987 w 12192000"/>
              <a:gd name="connsiteY159" fmla="*/ 2216757 h 2237474"/>
              <a:gd name="connsiteX160" fmla="*/ 669923 w 12192000"/>
              <a:gd name="connsiteY160" fmla="*/ 2211682 h 2237474"/>
              <a:gd name="connsiteX161" fmla="*/ 648680 w 12192000"/>
              <a:gd name="connsiteY161" fmla="*/ 2206229 h 2237474"/>
              <a:gd name="connsiteX162" fmla="*/ 597225 w 12192000"/>
              <a:gd name="connsiteY162" fmla="*/ 2180999 h 2237474"/>
              <a:gd name="connsiteX163" fmla="*/ 558449 w 12192000"/>
              <a:gd name="connsiteY163" fmla="*/ 2182346 h 2237474"/>
              <a:gd name="connsiteX164" fmla="*/ 550517 w 12192000"/>
              <a:gd name="connsiteY164" fmla="*/ 2182060 h 2237474"/>
              <a:gd name="connsiteX165" fmla="*/ 550309 w 12192000"/>
              <a:gd name="connsiteY165" fmla="*/ 2181825 h 2237474"/>
              <a:gd name="connsiteX166" fmla="*/ 541836 w 12192000"/>
              <a:gd name="connsiteY166" fmla="*/ 2181063 h 2237474"/>
              <a:gd name="connsiteX167" fmla="*/ 536057 w 12192000"/>
              <a:gd name="connsiteY167" fmla="*/ 2181537 h 2237474"/>
              <a:gd name="connsiteX168" fmla="*/ 520671 w 12192000"/>
              <a:gd name="connsiteY168" fmla="*/ 2180980 h 2237474"/>
              <a:gd name="connsiteX169" fmla="*/ 515024 w 12192000"/>
              <a:gd name="connsiteY169" fmla="*/ 2179258 h 2237474"/>
              <a:gd name="connsiteX170" fmla="*/ 512278 w 12192000"/>
              <a:gd name="connsiteY170" fmla="*/ 2176369 h 2237474"/>
              <a:gd name="connsiteX171" fmla="*/ 480419 w 12192000"/>
              <a:gd name="connsiteY171" fmla="*/ 2167807 h 2237474"/>
              <a:gd name="connsiteX172" fmla="*/ 413835 w 12192000"/>
              <a:gd name="connsiteY172" fmla="*/ 2156783 h 2237474"/>
              <a:gd name="connsiteX173" fmla="*/ 376513 w 12192000"/>
              <a:gd name="connsiteY173" fmla="*/ 2154014 h 2237474"/>
              <a:gd name="connsiteX174" fmla="*/ 273386 w 12192000"/>
              <a:gd name="connsiteY174" fmla="*/ 2142551 h 2237474"/>
              <a:gd name="connsiteX175" fmla="*/ 169207 w 12192000"/>
              <a:gd name="connsiteY175" fmla="*/ 2128100 h 2237474"/>
              <a:gd name="connsiteX176" fmla="*/ 93149 w 12192000"/>
              <a:gd name="connsiteY176" fmla="*/ 2105324 h 2237474"/>
              <a:gd name="connsiteX177" fmla="*/ 88109 w 12192000"/>
              <a:gd name="connsiteY177" fmla="*/ 2106704 h 2237474"/>
              <a:gd name="connsiteX178" fmla="*/ 80022 w 12192000"/>
              <a:gd name="connsiteY178" fmla="*/ 2107254 h 2237474"/>
              <a:gd name="connsiteX179" fmla="*/ 79717 w 12192000"/>
              <a:gd name="connsiteY179" fmla="*/ 2107046 h 2237474"/>
              <a:gd name="connsiteX180" fmla="*/ 72352 w 12192000"/>
              <a:gd name="connsiteY180" fmla="*/ 2107991 h 2237474"/>
              <a:gd name="connsiteX181" fmla="*/ 37645 w 12192000"/>
              <a:gd name="connsiteY181" fmla="*/ 2115401 h 2237474"/>
              <a:gd name="connsiteX182" fmla="*/ 4572 w 12192000"/>
              <a:gd name="connsiteY182" fmla="*/ 2111091 h 2237474"/>
              <a:gd name="connsiteX183" fmla="*/ 0 w 12192000"/>
              <a:gd name="connsiteY183" fmla="*/ 2110468 h 2237474"/>
              <a:gd name="connsiteX184" fmla="*/ 0 w 12192000"/>
              <a:gd name="connsiteY184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96128 w 12192000"/>
              <a:gd name="connsiteY114" fmla="*/ 1976403 h 2237474"/>
              <a:gd name="connsiteX115" fmla="*/ 2756784 w 12192000"/>
              <a:gd name="connsiteY115" fmla="*/ 1985116 h 2237474"/>
              <a:gd name="connsiteX116" fmla="*/ 2748833 w 12192000"/>
              <a:gd name="connsiteY116" fmla="*/ 1986323 h 2237474"/>
              <a:gd name="connsiteX117" fmla="*/ 2748661 w 12192000"/>
              <a:gd name="connsiteY117" fmla="*/ 1986122 h 2237474"/>
              <a:gd name="connsiteX118" fmla="*/ 2718916 w 12192000"/>
              <a:gd name="connsiteY118" fmla="*/ 1990867 h 2237474"/>
              <a:gd name="connsiteX119" fmla="*/ 2713522 w 12192000"/>
              <a:gd name="connsiteY119" fmla="*/ 1990173 h 2237474"/>
              <a:gd name="connsiteX120" fmla="*/ 2680597 w 12192000"/>
              <a:gd name="connsiteY120" fmla="*/ 1984996 h 2237474"/>
              <a:gd name="connsiteX121" fmla="*/ 2578178 w 12192000"/>
              <a:gd name="connsiteY121" fmla="*/ 1990531 h 2237474"/>
              <a:gd name="connsiteX122" fmla="*/ 2476147 w 12192000"/>
              <a:gd name="connsiteY122" fmla="*/ 1998305 h 2237474"/>
              <a:gd name="connsiteX123" fmla="*/ 2373568 w 12192000"/>
              <a:gd name="connsiteY123" fmla="*/ 2003219 h 2237474"/>
              <a:gd name="connsiteX124" fmla="*/ 2321399 w 12192000"/>
              <a:gd name="connsiteY124" fmla="*/ 1989467 h 2237474"/>
              <a:gd name="connsiteX125" fmla="*/ 2315525 w 12192000"/>
              <a:gd name="connsiteY125" fmla="*/ 1989708 h 2237474"/>
              <a:gd name="connsiteX126" fmla="*/ 2300792 w 12192000"/>
              <a:gd name="connsiteY126" fmla="*/ 1994290 h 2237474"/>
              <a:gd name="connsiteX127" fmla="*/ 2295469 w 12192000"/>
              <a:gd name="connsiteY127" fmla="*/ 1996659 h 2237474"/>
              <a:gd name="connsiteX128" fmla="*/ 2287219 w 12192000"/>
              <a:gd name="connsiteY128" fmla="*/ 1998750 h 2237474"/>
              <a:gd name="connsiteX129" fmla="*/ 2243069 w 12192000"/>
              <a:gd name="connsiteY129" fmla="*/ 2015111 h 2237474"/>
              <a:gd name="connsiteX130" fmla="*/ 2186609 w 12192000"/>
              <a:gd name="connsiteY130" fmla="*/ 2008263 h 2237474"/>
              <a:gd name="connsiteX131" fmla="*/ 2164831 w 12192000"/>
              <a:gd name="connsiteY131" fmla="*/ 2010143 h 2237474"/>
              <a:gd name="connsiteX132" fmla="*/ 2152836 w 12192000"/>
              <a:gd name="connsiteY132" fmla="*/ 2010048 h 2237474"/>
              <a:gd name="connsiteX133" fmla="*/ 2117102 w 12192000"/>
              <a:gd name="connsiteY133" fmla="*/ 2023004 h 2237474"/>
              <a:gd name="connsiteX134" fmla="*/ 2111935 w 12192000"/>
              <a:gd name="connsiteY134" fmla="*/ 2023163 h 2237474"/>
              <a:gd name="connsiteX135" fmla="*/ 2089991 w 12192000"/>
              <a:gd name="connsiteY135" fmla="*/ 2034193 h 2237474"/>
              <a:gd name="connsiteX136" fmla="*/ 2058061 w 12192000"/>
              <a:gd name="connsiteY136" fmla="*/ 2047942 h 2237474"/>
              <a:gd name="connsiteX137" fmla="*/ 2055737 w 12192000"/>
              <a:gd name="connsiteY137" fmla="*/ 2047704 h 2237474"/>
              <a:gd name="connsiteX138" fmla="*/ 2042244 w 12192000"/>
              <a:gd name="connsiteY138" fmla="*/ 2055560 h 2237474"/>
              <a:gd name="connsiteX139" fmla="*/ 1976224 w 12192000"/>
              <a:gd name="connsiteY139" fmla="*/ 2074257 h 2237474"/>
              <a:gd name="connsiteX140" fmla="*/ 1877728 w 12192000"/>
              <a:gd name="connsiteY140" fmla="*/ 2101004 h 2237474"/>
              <a:gd name="connsiteX141" fmla="*/ 1759056 w 12192000"/>
              <a:gd name="connsiteY141" fmla="*/ 2125608 h 2237474"/>
              <a:gd name="connsiteX142" fmla="*/ 1637948 w 12192000"/>
              <a:gd name="connsiteY142" fmla="*/ 2172597 h 2237474"/>
              <a:gd name="connsiteX143" fmla="*/ 1434549 w 12192000"/>
              <a:gd name="connsiteY143" fmla="*/ 2234522 h 2237474"/>
              <a:gd name="connsiteX144" fmla="*/ 1398481 w 12192000"/>
              <a:gd name="connsiteY144" fmla="*/ 2237074 h 2237474"/>
              <a:gd name="connsiteX145" fmla="*/ 1398407 w 12192000"/>
              <a:gd name="connsiteY145" fmla="*/ 2237095 h 2237474"/>
              <a:gd name="connsiteX146" fmla="*/ 1370962 w 12192000"/>
              <a:gd name="connsiteY146" fmla="*/ 2237474 h 2237474"/>
              <a:gd name="connsiteX147" fmla="*/ 1356367 w 12192000"/>
              <a:gd name="connsiteY147" fmla="*/ 2235089 h 2237474"/>
              <a:gd name="connsiteX148" fmla="*/ 1324828 w 12192000"/>
              <a:gd name="connsiteY148" fmla="*/ 2231968 h 2237474"/>
              <a:gd name="connsiteX149" fmla="*/ 1297744 w 12192000"/>
              <a:gd name="connsiteY149" fmla="*/ 2235849 h 2237474"/>
              <a:gd name="connsiteX150" fmla="*/ 1286236 w 12192000"/>
              <a:gd name="connsiteY150" fmla="*/ 2233135 h 2237474"/>
              <a:gd name="connsiteX151" fmla="*/ 1283504 w 12192000"/>
              <a:gd name="connsiteY151" fmla="*/ 2233797 h 2237474"/>
              <a:gd name="connsiteX152" fmla="*/ 1279765 w 12192000"/>
              <a:gd name="connsiteY152" fmla="*/ 2229639 h 2237474"/>
              <a:gd name="connsiteX153" fmla="*/ 1195347 w 12192000"/>
              <a:gd name="connsiteY153" fmla="*/ 2212354 h 2237474"/>
              <a:gd name="connsiteX154" fmla="*/ 970251 w 12192000"/>
              <a:gd name="connsiteY154" fmla="*/ 2221029 h 2237474"/>
              <a:gd name="connsiteX155" fmla="*/ 812914 w 12192000"/>
              <a:gd name="connsiteY155" fmla="*/ 2202752 h 2237474"/>
              <a:gd name="connsiteX156" fmla="*/ 800195 w 12192000"/>
              <a:gd name="connsiteY156" fmla="*/ 2209407 h 2237474"/>
              <a:gd name="connsiteX157" fmla="*/ 784978 w 12192000"/>
              <a:gd name="connsiteY157" fmla="*/ 2212360 h 2237474"/>
              <a:gd name="connsiteX158" fmla="*/ 681987 w 12192000"/>
              <a:gd name="connsiteY158" fmla="*/ 2216757 h 2237474"/>
              <a:gd name="connsiteX159" fmla="*/ 669923 w 12192000"/>
              <a:gd name="connsiteY159" fmla="*/ 2211682 h 2237474"/>
              <a:gd name="connsiteX160" fmla="*/ 648680 w 12192000"/>
              <a:gd name="connsiteY160" fmla="*/ 2206229 h 2237474"/>
              <a:gd name="connsiteX161" fmla="*/ 597225 w 12192000"/>
              <a:gd name="connsiteY161" fmla="*/ 2180999 h 2237474"/>
              <a:gd name="connsiteX162" fmla="*/ 558449 w 12192000"/>
              <a:gd name="connsiteY162" fmla="*/ 2182346 h 2237474"/>
              <a:gd name="connsiteX163" fmla="*/ 550517 w 12192000"/>
              <a:gd name="connsiteY163" fmla="*/ 2182060 h 2237474"/>
              <a:gd name="connsiteX164" fmla="*/ 550309 w 12192000"/>
              <a:gd name="connsiteY164" fmla="*/ 2181825 h 2237474"/>
              <a:gd name="connsiteX165" fmla="*/ 541836 w 12192000"/>
              <a:gd name="connsiteY165" fmla="*/ 2181063 h 2237474"/>
              <a:gd name="connsiteX166" fmla="*/ 536057 w 12192000"/>
              <a:gd name="connsiteY166" fmla="*/ 2181537 h 2237474"/>
              <a:gd name="connsiteX167" fmla="*/ 520671 w 12192000"/>
              <a:gd name="connsiteY167" fmla="*/ 2180980 h 2237474"/>
              <a:gd name="connsiteX168" fmla="*/ 515024 w 12192000"/>
              <a:gd name="connsiteY168" fmla="*/ 2179258 h 2237474"/>
              <a:gd name="connsiteX169" fmla="*/ 512278 w 12192000"/>
              <a:gd name="connsiteY169" fmla="*/ 2176369 h 2237474"/>
              <a:gd name="connsiteX170" fmla="*/ 480419 w 12192000"/>
              <a:gd name="connsiteY170" fmla="*/ 2167807 h 2237474"/>
              <a:gd name="connsiteX171" fmla="*/ 413835 w 12192000"/>
              <a:gd name="connsiteY171" fmla="*/ 2156783 h 2237474"/>
              <a:gd name="connsiteX172" fmla="*/ 376513 w 12192000"/>
              <a:gd name="connsiteY172" fmla="*/ 2154014 h 2237474"/>
              <a:gd name="connsiteX173" fmla="*/ 273386 w 12192000"/>
              <a:gd name="connsiteY173" fmla="*/ 2142551 h 2237474"/>
              <a:gd name="connsiteX174" fmla="*/ 169207 w 12192000"/>
              <a:gd name="connsiteY174" fmla="*/ 2128100 h 2237474"/>
              <a:gd name="connsiteX175" fmla="*/ 93149 w 12192000"/>
              <a:gd name="connsiteY175" fmla="*/ 2105324 h 2237474"/>
              <a:gd name="connsiteX176" fmla="*/ 88109 w 12192000"/>
              <a:gd name="connsiteY176" fmla="*/ 2106704 h 2237474"/>
              <a:gd name="connsiteX177" fmla="*/ 80022 w 12192000"/>
              <a:gd name="connsiteY177" fmla="*/ 2107254 h 2237474"/>
              <a:gd name="connsiteX178" fmla="*/ 79717 w 12192000"/>
              <a:gd name="connsiteY178" fmla="*/ 2107046 h 2237474"/>
              <a:gd name="connsiteX179" fmla="*/ 72352 w 12192000"/>
              <a:gd name="connsiteY179" fmla="*/ 2107991 h 2237474"/>
              <a:gd name="connsiteX180" fmla="*/ 37645 w 12192000"/>
              <a:gd name="connsiteY180" fmla="*/ 2115401 h 2237474"/>
              <a:gd name="connsiteX181" fmla="*/ 4572 w 12192000"/>
              <a:gd name="connsiteY181" fmla="*/ 2111091 h 2237474"/>
              <a:gd name="connsiteX182" fmla="*/ 0 w 12192000"/>
              <a:gd name="connsiteY182" fmla="*/ 2110468 h 2237474"/>
              <a:gd name="connsiteX183" fmla="*/ 0 w 12192000"/>
              <a:gd name="connsiteY183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96128 w 12192000"/>
              <a:gd name="connsiteY114" fmla="*/ 1976403 h 2237474"/>
              <a:gd name="connsiteX115" fmla="*/ 2756784 w 12192000"/>
              <a:gd name="connsiteY115" fmla="*/ 1985116 h 2237474"/>
              <a:gd name="connsiteX116" fmla="*/ 2748833 w 12192000"/>
              <a:gd name="connsiteY116" fmla="*/ 1986323 h 2237474"/>
              <a:gd name="connsiteX117" fmla="*/ 2748661 w 12192000"/>
              <a:gd name="connsiteY117" fmla="*/ 1986122 h 2237474"/>
              <a:gd name="connsiteX118" fmla="*/ 2718916 w 12192000"/>
              <a:gd name="connsiteY118" fmla="*/ 1990867 h 2237474"/>
              <a:gd name="connsiteX119" fmla="*/ 2713522 w 12192000"/>
              <a:gd name="connsiteY119" fmla="*/ 1990173 h 2237474"/>
              <a:gd name="connsiteX120" fmla="*/ 2680597 w 12192000"/>
              <a:gd name="connsiteY120" fmla="*/ 1984996 h 2237474"/>
              <a:gd name="connsiteX121" fmla="*/ 2578178 w 12192000"/>
              <a:gd name="connsiteY121" fmla="*/ 1990531 h 2237474"/>
              <a:gd name="connsiteX122" fmla="*/ 2476147 w 12192000"/>
              <a:gd name="connsiteY122" fmla="*/ 1998305 h 2237474"/>
              <a:gd name="connsiteX123" fmla="*/ 2373568 w 12192000"/>
              <a:gd name="connsiteY123" fmla="*/ 2003219 h 2237474"/>
              <a:gd name="connsiteX124" fmla="*/ 2321399 w 12192000"/>
              <a:gd name="connsiteY124" fmla="*/ 1989467 h 2237474"/>
              <a:gd name="connsiteX125" fmla="*/ 2315525 w 12192000"/>
              <a:gd name="connsiteY125" fmla="*/ 1989708 h 2237474"/>
              <a:gd name="connsiteX126" fmla="*/ 2300792 w 12192000"/>
              <a:gd name="connsiteY126" fmla="*/ 1994290 h 2237474"/>
              <a:gd name="connsiteX127" fmla="*/ 2287219 w 12192000"/>
              <a:gd name="connsiteY127" fmla="*/ 1998750 h 2237474"/>
              <a:gd name="connsiteX128" fmla="*/ 2243069 w 12192000"/>
              <a:gd name="connsiteY128" fmla="*/ 2015111 h 2237474"/>
              <a:gd name="connsiteX129" fmla="*/ 2186609 w 12192000"/>
              <a:gd name="connsiteY129" fmla="*/ 2008263 h 2237474"/>
              <a:gd name="connsiteX130" fmla="*/ 2164831 w 12192000"/>
              <a:gd name="connsiteY130" fmla="*/ 2010143 h 2237474"/>
              <a:gd name="connsiteX131" fmla="*/ 2152836 w 12192000"/>
              <a:gd name="connsiteY131" fmla="*/ 2010048 h 2237474"/>
              <a:gd name="connsiteX132" fmla="*/ 2117102 w 12192000"/>
              <a:gd name="connsiteY132" fmla="*/ 2023004 h 2237474"/>
              <a:gd name="connsiteX133" fmla="*/ 2111935 w 12192000"/>
              <a:gd name="connsiteY133" fmla="*/ 2023163 h 2237474"/>
              <a:gd name="connsiteX134" fmla="*/ 2089991 w 12192000"/>
              <a:gd name="connsiteY134" fmla="*/ 2034193 h 2237474"/>
              <a:gd name="connsiteX135" fmla="*/ 2058061 w 12192000"/>
              <a:gd name="connsiteY135" fmla="*/ 2047942 h 2237474"/>
              <a:gd name="connsiteX136" fmla="*/ 2055737 w 12192000"/>
              <a:gd name="connsiteY136" fmla="*/ 2047704 h 2237474"/>
              <a:gd name="connsiteX137" fmla="*/ 2042244 w 12192000"/>
              <a:gd name="connsiteY137" fmla="*/ 2055560 h 2237474"/>
              <a:gd name="connsiteX138" fmla="*/ 1976224 w 12192000"/>
              <a:gd name="connsiteY138" fmla="*/ 2074257 h 2237474"/>
              <a:gd name="connsiteX139" fmla="*/ 1877728 w 12192000"/>
              <a:gd name="connsiteY139" fmla="*/ 2101004 h 2237474"/>
              <a:gd name="connsiteX140" fmla="*/ 1759056 w 12192000"/>
              <a:gd name="connsiteY140" fmla="*/ 2125608 h 2237474"/>
              <a:gd name="connsiteX141" fmla="*/ 1637948 w 12192000"/>
              <a:gd name="connsiteY141" fmla="*/ 2172597 h 2237474"/>
              <a:gd name="connsiteX142" fmla="*/ 1434549 w 12192000"/>
              <a:gd name="connsiteY142" fmla="*/ 2234522 h 2237474"/>
              <a:gd name="connsiteX143" fmla="*/ 1398481 w 12192000"/>
              <a:gd name="connsiteY143" fmla="*/ 2237074 h 2237474"/>
              <a:gd name="connsiteX144" fmla="*/ 1398407 w 12192000"/>
              <a:gd name="connsiteY144" fmla="*/ 2237095 h 2237474"/>
              <a:gd name="connsiteX145" fmla="*/ 1370962 w 12192000"/>
              <a:gd name="connsiteY145" fmla="*/ 2237474 h 2237474"/>
              <a:gd name="connsiteX146" fmla="*/ 1356367 w 12192000"/>
              <a:gd name="connsiteY146" fmla="*/ 2235089 h 2237474"/>
              <a:gd name="connsiteX147" fmla="*/ 1324828 w 12192000"/>
              <a:gd name="connsiteY147" fmla="*/ 2231968 h 2237474"/>
              <a:gd name="connsiteX148" fmla="*/ 1297744 w 12192000"/>
              <a:gd name="connsiteY148" fmla="*/ 2235849 h 2237474"/>
              <a:gd name="connsiteX149" fmla="*/ 1286236 w 12192000"/>
              <a:gd name="connsiteY149" fmla="*/ 2233135 h 2237474"/>
              <a:gd name="connsiteX150" fmla="*/ 1283504 w 12192000"/>
              <a:gd name="connsiteY150" fmla="*/ 2233797 h 2237474"/>
              <a:gd name="connsiteX151" fmla="*/ 1279765 w 12192000"/>
              <a:gd name="connsiteY151" fmla="*/ 2229639 h 2237474"/>
              <a:gd name="connsiteX152" fmla="*/ 1195347 w 12192000"/>
              <a:gd name="connsiteY152" fmla="*/ 2212354 h 2237474"/>
              <a:gd name="connsiteX153" fmla="*/ 970251 w 12192000"/>
              <a:gd name="connsiteY153" fmla="*/ 2221029 h 2237474"/>
              <a:gd name="connsiteX154" fmla="*/ 812914 w 12192000"/>
              <a:gd name="connsiteY154" fmla="*/ 2202752 h 2237474"/>
              <a:gd name="connsiteX155" fmla="*/ 800195 w 12192000"/>
              <a:gd name="connsiteY155" fmla="*/ 2209407 h 2237474"/>
              <a:gd name="connsiteX156" fmla="*/ 784978 w 12192000"/>
              <a:gd name="connsiteY156" fmla="*/ 2212360 h 2237474"/>
              <a:gd name="connsiteX157" fmla="*/ 681987 w 12192000"/>
              <a:gd name="connsiteY157" fmla="*/ 2216757 h 2237474"/>
              <a:gd name="connsiteX158" fmla="*/ 669923 w 12192000"/>
              <a:gd name="connsiteY158" fmla="*/ 2211682 h 2237474"/>
              <a:gd name="connsiteX159" fmla="*/ 648680 w 12192000"/>
              <a:gd name="connsiteY159" fmla="*/ 2206229 h 2237474"/>
              <a:gd name="connsiteX160" fmla="*/ 597225 w 12192000"/>
              <a:gd name="connsiteY160" fmla="*/ 2180999 h 2237474"/>
              <a:gd name="connsiteX161" fmla="*/ 558449 w 12192000"/>
              <a:gd name="connsiteY161" fmla="*/ 2182346 h 2237474"/>
              <a:gd name="connsiteX162" fmla="*/ 550517 w 12192000"/>
              <a:gd name="connsiteY162" fmla="*/ 2182060 h 2237474"/>
              <a:gd name="connsiteX163" fmla="*/ 550309 w 12192000"/>
              <a:gd name="connsiteY163" fmla="*/ 2181825 h 2237474"/>
              <a:gd name="connsiteX164" fmla="*/ 541836 w 12192000"/>
              <a:gd name="connsiteY164" fmla="*/ 2181063 h 2237474"/>
              <a:gd name="connsiteX165" fmla="*/ 536057 w 12192000"/>
              <a:gd name="connsiteY165" fmla="*/ 2181537 h 2237474"/>
              <a:gd name="connsiteX166" fmla="*/ 520671 w 12192000"/>
              <a:gd name="connsiteY166" fmla="*/ 2180980 h 2237474"/>
              <a:gd name="connsiteX167" fmla="*/ 515024 w 12192000"/>
              <a:gd name="connsiteY167" fmla="*/ 2179258 h 2237474"/>
              <a:gd name="connsiteX168" fmla="*/ 512278 w 12192000"/>
              <a:gd name="connsiteY168" fmla="*/ 2176369 h 2237474"/>
              <a:gd name="connsiteX169" fmla="*/ 480419 w 12192000"/>
              <a:gd name="connsiteY169" fmla="*/ 2167807 h 2237474"/>
              <a:gd name="connsiteX170" fmla="*/ 413835 w 12192000"/>
              <a:gd name="connsiteY170" fmla="*/ 2156783 h 2237474"/>
              <a:gd name="connsiteX171" fmla="*/ 376513 w 12192000"/>
              <a:gd name="connsiteY171" fmla="*/ 2154014 h 2237474"/>
              <a:gd name="connsiteX172" fmla="*/ 273386 w 12192000"/>
              <a:gd name="connsiteY172" fmla="*/ 2142551 h 2237474"/>
              <a:gd name="connsiteX173" fmla="*/ 169207 w 12192000"/>
              <a:gd name="connsiteY173" fmla="*/ 2128100 h 2237474"/>
              <a:gd name="connsiteX174" fmla="*/ 93149 w 12192000"/>
              <a:gd name="connsiteY174" fmla="*/ 2105324 h 2237474"/>
              <a:gd name="connsiteX175" fmla="*/ 88109 w 12192000"/>
              <a:gd name="connsiteY175" fmla="*/ 2106704 h 2237474"/>
              <a:gd name="connsiteX176" fmla="*/ 80022 w 12192000"/>
              <a:gd name="connsiteY176" fmla="*/ 2107254 h 2237474"/>
              <a:gd name="connsiteX177" fmla="*/ 79717 w 12192000"/>
              <a:gd name="connsiteY177" fmla="*/ 2107046 h 2237474"/>
              <a:gd name="connsiteX178" fmla="*/ 72352 w 12192000"/>
              <a:gd name="connsiteY178" fmla="*/ 2107991 h 2237474"/>
              <a:gd name="connsiteX179" fmla="*/ 37645 w 12192000"/>
              <a:gd name="connsiteY179" fmla="*/ 2115401 h 2237474"/>
              <a:gd name="connsiteX180" fmla="*/ 4572 w 12192000"/>
              <a:gd name="connsiteY180" fmla="*/ 2111091 h 2237474"/>
              <a:gd name="connsiteX181" fmla="*/ 0 w 12192000"/>
              <a:gd name="connsiteY181" fmla="*/ 2110468 h 2237474"/>
              <a:gd name="connsiteX182" fmla="*/ 0 w 12192000"/>
              <a:gd name="connsiteY18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96128 w 12192000"/>
              <a:gd name="connsiteY114" fmla="*/ 1976403 h 2237474"/>
              <a:gd name="connsiteX115" fmla="*/ 2756784 w 12192000"/>
              <a:gd name="connsiteY115" fmla="*/ 1985116 h 2237474"/>
              <a:gd name="connsiteX116" fmla="*/ 2748833 w 12192000"/>
              <a:gd name="connsiteY116" fmla="*/ 1986323 h 2237474"/>
              <a:gd name="connsiteX117" fmla="*/ 2748661 w 12192000"/>
              <a:gd name="connsiteY117" fmla="*/ 1986122 h 2237474"/>
              <a:gd name="connsiteX118" fmla="*/ 2718916 w 12192000"/>
              <a:gd name="connsiteY118" fmla="*/ 1990867 h 2237474"/>
              <a:gd name="connsiteX119" fmla="*/ 2713522 w 12192000"/>
              <a:gd name="connsiteY119" fmla="*/ 1990173 h 2237474"/>
              <a:gd name="connsiteX120" fmla="*/ 2680597 w 12192000"/>
              <a:gd name="connsiteY120" fmla="*/ 1984996 h 2237474"/>
              <a:gd name="connsiteX121" fmla="*/ 2578178 w 12192000"/>
              <a:gd name="connsiteY121" fmla="*/ 1990531 h 2237474"/>
              <a:gd name="connsiteX122" fmla="*/ 2476147 w 12192000"/>
              <a:gd name="connsiteY122" fmla="*/ 1998305 h 2237474"/>
              <a:gd name="connsiteX123" fmla="*/ 2373568 w 12192000"/>
              <a:gd name="connsiteY123" fmla="*/ 2003219 h 2237474"/>
              <a:gd name="connsiteX124" fmla="*/ 2315525 w 12192000"/>
              <a:gd name="connsiteY124" fmla="*/ 1989708 h 2237474"/>
              <a:gd name="connsiteX125" fmla="*/ 2300792 w 12192000"/>
              <a:gd name="connsiteY125" fmla="*/ 1994290 h 2237474"/>
              <a:gd name="connsiteX126" fmla="*/ 2287219 w 12192000"/>
              <a:gd name="connsiteY126" fmla="*/ 1998750 h 2237474"/>
              <a:gd name="connsiteX127" fmla="*/ 2243069 w 12192000"/>
              <a:gd name="connsiteY127" fmla="*/ 2015111 h 2237474"/>
              <a:gd name="connsiteX128" fmla="*/ 2186609 w 12192000"/>
              <a:gd name="connsiteY128" fmla="*/ 2008263 h 2237474"/>
              <a:gd name="connsiteX129" fmla="*/ 2164831 w 12192000"/>
              <a:gd name="connsiteY129" fmla="*/ 2010143 h 2237474"/>
              <a:gd name="connsiteX130" fmla="*/ 2152836 w 12192000"/>
              <a:gd name="connsiteY130" fmla="*/ 2010048 h 2237474"/>
              <a:gd name="connsiteX131" fmla="*/ 2117102 w 12192000"/>
              <a:gd name="connsiteY131" fmla="*/ 2023004 h 2237474"/>
              <a:gd name="connsiteX132" fmla="*/ 2111935 w 12192000"/>
              <a:gd name="connsiteY132" fmla="*/ 2023163 h 2237474"/>
              <a:gd name="connsiteX133" fmla="*/ 2089991 w 12192000"/>
              <a:gd name="connsiteY133" fmla="*/ 2034193 h 2237474"/>
              <a:gd name="connsiteX134" fmla="*/ 2058061 w 12192000"/>
              <a:gd name="connsiteY134" fmla="*/ 2047942 h 2237474"/>
              <a:gd name="connsiteX135" fmla="*/ 2055737 w 12192000"/>
              <a:gd name="connsiteY135" fmla="*/ 2047704 h 2237474"/>
              <a:gd name="connsiteX136" fmla="*/ 2042244 w 12192000"/>
              <a:gd name="connsiteY136" fmla="*/ 2055560 h 2237474"/>
              <a:gd name="connsiteX137" fmla="*/ 1976224 w 12192000"/>
              <a:gd name="connsiteY137" fmla="*/ 2074257 h 2237474"/>
              <a:gd name="connsiteX138" fmla="*/ 1877728 w 12192000"/>
              <a:gd name="connsiteY138" fmla="*/ 2101004 h 2237474"/>
              <a:gd name="connsiteX139" fmla="*/ 1759056 w 12192000"/>
              <a:gd name="connsiteY139" fmla="*/ 2125608 h 2237474"/>
              <a:gd name="connsiteX140" fmla="*/ 1637948 w 12192000"/>
              <a:gd name="connsiteY140" fmla="*/ 2172597 h 2237474"/>
              <a:gd name="connsiteX141" fmla="*/ 1434549 w 12192000"/>
              <a:gd name="connsiteY141" fmla="*/ 2234522 h 2237474"/>
              <a:gd name="connsiteX142" fmla="*/ 1398481 w 12192000"/>
              <a:gd name="connsiteY142" fmla="*/ 2237074 h 2237474"/>
              <a:gd name="connsiteX143" fmla="*/ 1398407 w 12192000"/>
              <a:gd name="connsiteY143" fmla="*/ 2237095 h 2237474"/>
              <a:gd name="connsiteX144" fmla="*/ 1370962 w 12192000"/>
              <a:gd name="connsiteY144" fmla="*/ 2237474 h 2237474"/>
              <a:gd name="connsiteX145" fmla="*/ 1356367 w 12192000"/>
              <a:gd name="connsiteY145" fmla="*/ 2235089 h 2237474"/>
              <a:gd name="connsiteX146" fmla="*/ 1324828 w 12192000"/>
              <a:gd name="connsiteY146" fmla="*/ 2231968 h 2237474"/>
              <a:gd name="connsiteX147" fmla="*/ 1297744 w 12192000"/>
              <a:gd name="connsiteY147" fmla="*/ 2235849 h 2237474"/>
              <a:gd name="connsiteX148" fmla="*/ 1286236 w 12192000"/>
              <a:gd name="connsiteY148" fmla="*/ 2233135 h 2237474"/>
              <a:gd name="connsiteX149" fmla="*/ 1283504 w 12192000"/>
              <a:gd name="connsiteY149" fmla="*/ 2233797 h 2237474"/>
              <a:gd name="connsiteX150" fmla="*/ 1279765 w 12192000"/>
              <a:gd name="connsiteY150" fmla="*/ 2229639 h 2237474"/>
              <a:gd name="connsiteX151" fmla="*/ 1195347 w 12192000"/>
              <a:gd name="connsiteY151" fmla="*/ 2212354 h 2237474"/>
              <a:gd name="connsiteX152" fmla="*/ 970251 w 12192000"/>
              <a:gd name="connsiteY152" fmla="*/ 2221029 h 2237474"/>
              <a:gd name="connsiteX153" fmla="*/ 812914 w 12192000"/>
              <a:gd name="connsiteY153" fmla="*/ 2202752 h 2237474"/>
              <a:gd name="connsiteX154" fmla="*/ 800195 w 12192000"/>
              <a:gd name="connsiteY154" fmla="*/ 2209407 h 2237474"/>
              <a:gd name="connsiteX155" fmla="*/ 784978 w 12192000"/>
              <a:gd name="connsiteY155" fmla="*/ 2212360 h 2237474"/>
              <a:gd name="connsiteX156" fmla="*/ 681987 w 12192000"/>
              <a:gd name="connsiteY156" fmla="*/ 2216757 h 2237474"/>
              <a:gd name="connsiteX157" fmla="*/ 669923 w 12192000"/>
              <a:gd name="connsiteY157" fmla="*/ 2211682 h 2237474"/>
              <a:gd name="connsiteX158" fmla="*/ 648680 w 12192000"/>
              <a:gd name="connsiteY158" fmla="*/ 2206229 h 2237474"/>
              <a:gd name="connsiteX159" fmla="*/ 597225 w 12192000"/>
              <a:gd name="connsiteY159" fmla="*/ 2180999 h 2237474"/>
              <a:gd name="connsiteX160" fmla="*/ 558449 w 12192000"/>
              <a:gd name="connsiteY160" fmla="*/ 2182346 h 2237474"/>
              <a:gd name="connsiteX161" fmla="*/ 550517 w 12192000"/>
              <a:gd name="connsiteY161" fmla="*/ 2182060 h 2237474"/>
              <a:gd name="connsiteX162" fmla="*/ 550309 w 12192000"/>
              <a:gd name="connsiteY162" fmla="*/ 2181825 h 2237474"/>
              <a:gd name="connsiteX163" fmla="*/ 541836 w 12192000"/>
              <a:gd name="connsiteY163" fmla="*/ 2181063 h 2237474"/>
              <a:gd name="connsiteX164" fmla="*/ 536057 w 12192000"/>
              <a:gd name="connsiteY164" fmla="*/ 2181537 h 2237474"/>
              <a:gd name="connsiteX165" fmla="*/ 520671 w 12192000"/>
              <a:gd name="connsiteY165" fmla="*/ 2180980 h 2237474"/>
              <a:gd name="connsiteX166" fmla="*/ 515024 w 12192000"/>
              <a:gd name="connsiteY166" fmla="*/ 2179258 h 2237474"/>
              <a:gd name="connsiteX167" fmla="*/ 512278 w 12192000"/>
              <a:gd name="connsiteY167" fmla="*/ 2176369 h 2237474"/>
              <a:gd name="connsiteX168" fmla="*/ 480419 w 12192000"/>
              <a:gd name="connsiteY168" fmla="*/ 2167807 h 2237474"/>
              <a:gd name="connsiteX169" fmla="*/ 413835 w 12192000"/>
              <a:gd name="connsiteY169" fmla="*/ 2156783 h 2237474"/>
              <a:gd name="connsiteX170" fmla="*/ 376513 w 12192000"/>
              <a:gd name="connsiteY170" fmla="*/ 2154014 h 2237474"/>
              <a:gd name="connsiteX171" fmla="*/ 273386 w 12192000"/>
              <a:gd name="connsiteY171" fmla="*/ 2142551 h 2237474"/>
              <a:gd name="connsiteX172" fmla="*/ 169207 w 12192000"/>
              <a:gd name="connsiteY172" fmla="*/ 2128100 h 2237474"/>
              <a:gd name="connsiteX173" fmla="*/ 93149 w 12192000"/>
              <a:gd name="connsiteY173" fmla="*/ 2105324 h 2237474"/>
              <a:gd name="connsiteX174" fmla="*/ 88109 w 12192000"/>
              <a:gd name="connsiteY174" fmla="*/ 2106704 h 2237474"/>
              <a:gd name="connsiteX175" fmla="*/ 80022 w 12192000"/>
              <a:gd name="connsiteY175" fmla="*/ 2107254 h 2237474"/>
              <a:gd name="connsiteX176" fmla="*/ 79717 w 12192000"/>
              <a:gd name="connsiteY176" fmla="*/ 2107046 h 2237474"/>
              <a:gd name="connsiteX177" fmla="*/ 72352 w 12192000"/>
              <a:gd name="connsiteY177" fmla="*/ 2107991 h 2237474"/>
              <a:gd name="connsiteX178" fmla="*/ 37645 w 12192000"/>
              <a:gd name="connsiteY178" fmla="*/ 2115401 h 2237474"/>
              <a:gd name="connsiteX179" fmla="*/ 4572 w 12192000"/>
              <a:gd name="connsiteY179" fmla="*/ 2111091 h 2237474"/>
              <a:gd name="connsiteX180" fmla="*/ 0 w 12192000"/>
              <a:gd name="connsiteY180" fmla="*/ 2110468 h 2237474"/>
              <a:gd name="connsiteX181" fmla="*/ 0 w 12192000"/>
              <a:gd name="connsiteY181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96128 w 12192000"/>
              <a:gd name="connsiteY114" fmla="*/ 1976403 h 2237474"/>
              <a:gd name="connsiteX115" fmla="*/ 2756784 w 12192000"/>
              <a:gd name="connsiteY115" fmla="*/ 1985116 h 2237474"/>
              <a:gd name="connsiteX116" fmla="*/ 2748833 w 12192000"/>
              <a:gd name="connsiteY116" fmla="*/ 1986323 h 2237474"/>
              <a:gd name="connsiteX117" fmla="*/ 2748661 w 12192000"/>
              <a:gd name="connsiteY117" fmla="*/ 1986122 h 2237474"/>
              <a:gd name="connsiteX118" fmla="*/ 2718916 w 12192000"/>
              <a:gd name="connsiteY118" fmla="*/ 1990867 h 2237474"/>
              <a:gd name="connsiteX119" fmla="*/ 2713522 w 12192000"/>
              <a:gd name="connsiteY119" fmla="*/ 1990173 h 2237474"/>
              <a:gd name="connsiteX120" fmla="*/ 2680597 w 12192000"/>
              <a:gd name="connsiteY120" fmla="*/ 1984996 h 2237474"/>
              <a:gd name="connsiteX121" fmla="*/ 2578178 w 12192000"/>
              <a:gd name="connsiteY121" fmla="*/ 1990531 h 2237474"/>
              <a:gd name="connsiteX122" fmla="*/ 2476147 w 12192000"/>
              <a:gd name="connsiteY122" fmla="*/ 1998305 h 2237474"/>
              <a:gd name="connsiteX123" fmla="*/ 2373568 w 12192000"/>
              <a:gd name="connsiteY123" fmla="*/ 2003219 h 2237474"/>
              <a:gd name="connsiteX124" fmla="*/ 2300792 w 12192000"/>
              <a:gd name="connsiteY124" fmla="*/ 1994290 h 2237474"/>
              <a:gd name="connsiteX125" fmla="*/ 2287219 w 12192000"/>
              <a:gd name="connsiteY125" fmla="*/ 1998750 h 2237474"/>
              <a:gd name="connsiteX126" fmla="*/ 2243069 w 12192000"/>
              <a:gd name="connsiteY126" fmla="*/ 2015111 h 2237474"/>
              <a:gd name="connsiteX127" fmla="*/ 2186609 w 12192000"/>
              <a:gd name="connsiteY127" fmla="*/ 2008263 h 2237474"/>
              <a:gd name="connsiteX128" fmla="*/ 2164831 w 12192000"/>
              <a:gd name="connsiteY128" fmla="*/ 2010143 h 2237474"/>
              <a:gd name="connsiteX129" fmla="*/ 2152836 w 12192000"/>
              <a:gd name="connsiteY129" fmla="*/ 2010048 h 2237474"/>
              <a:gd name="connsiteX130" fmla="*/ 2117102 w 12192000"/>
              <a:gd name="connsiteY130" fmla="*/ 2023004 h 2237474"/>
              <a:gd name="connsiteX131" fmla="*/ 2111935 w 12192000"/>
              <a:gd name="connsiteY131" fmla="*/ 2023163 h 2237474"/>
              <a:gd name="connsiteX132" fmla="*/ 2089991 w 12192000"/>
              <a:gd name="connsiteY132" fmla="*/ 2034193 h 2237474"/>
              <a:gd name="connsiteX133" fmla="*/ 2058061 w 12192000"/>
              <a:gd name="connsiteY133" fmla="*/ 2047942 h 2237474"/>
              <a:gd name="connsiteX134" fmla="*/ 2055737 w 12192000"/>
              <a:gd name="connsiteY134" fmla="*/ 2047704 h 2237474"/>
              <a:gd name="connsiteX135" fmla="*/ 2042244 w 12192000"/>
              <a:gd name="connsiteY135" fmla="*/ 2055560 h 2237474"/>
              <a:gd name="connsiteX136" fmla="*/ 1976224 w 12192000"/>
              <a:gd name="connsiteY136" fmla="*/ 2074257 h 2237474"/>
              <a:gd name="connsiteX137" fmla="*/ 1877728 w 12192000"/>
              <a:gd name="connsiteY137" fmla="*/ 2101004 h 2237474"/>
              <a:gd name="connsiteX138" fmla="*/ 1759056 w 12192000"/>
              <a:gd name="connsiteY138" fmla="*/ 2125608 h 2237474"/>
              <a:gd name="connsiteX139" fmla="*/ 1637948 w 12192000"/>
              <a:gd name="connsiteY139" fmla="*/ 2172597 h 2237474"/>
              <a:gd name="connsiteX140" fmla="*/ 1434549 w 12192000"/>
              <a:gd name="connsiteY140" fmla="*/ 2234522 h 2237474"/>
              <a:gd name="connsiteX141" fmla="*/ 1398481 w 12192000"/>
              <a:gd name="connsiteY141" fmla="*/ 2237074 h 2237474"/>
              <a:gd name="connsiteX142" fmla="*/ 1398407 w 12192000"/>
              <a:gd name="connsiteY142" fmla="*/ 2237095 h 2237474"/>
              <a:gd name="connsiteX143" fmla="*/ 1370962 w 12192000"/>
              <a:gd name="connsiteY143" fmla="*/ 2237474 h 2237474"/>
              <a:gd name="connsiteX144" fmla="*/ 1356367 w 12192000"/>
              <a:gd name="connsiteY144" fmla="*/ 2235089 h 2237474"/>
              <a:gd name="connsiteX145" fmla="*/ 1324828 w 12192000"/>
              <a:gd name="connsiteY145" fmla="*/ 2231968 h 2237474"/>
              <a:gd name="connsiteX146" fmla="*/ 1297744 w 12192000"/>
              <a:gd name="connsiteY146" fmla="*/ 2235849 h 2237474"/>
              <a:gd name="connsiteX147" fmla="*/ 1286236 w 12192000"/>
              <a:gd name="connsiteY147" fmla="*/ 2233135 h 2237474"/>
              <a:gd name="connsiteX148" fmla="*/ 1283504 w 12192000"/>
              <a:gd name="connsiteY148" fmla="*/ 2233797 h 2237474"/>
              <a:gd name="connsiteX149" fmla="*/ 1279765 w 12192000"/>
              <a:gd name="connsiteY149" fmla="*/ 2229639 h 2237474"/>
              <a:gd name="connsiteX150" fmla="*/ 1195347 w 12192000"/>
              <a:gd name="connsiteY150" fmla="*/ 2212354 h 2237474"/>
              <a:gd name="connsiteX151" fmla="*/ 970251 w 12192000"/>
              <a:gd name="connsiteY151" fmla="*/ 2221029 h 2237474"/>
              <a:gd name="connsiteX152" fmla="*/ 812914 w 12192000"/>
              <a:gd name="connsiteY152" fmla="*/ 2202752 h 2237474"/>
              <a:gd name="connsiteX153" fmla="*/ 800195 w 12192000"/>
              <a:gd name="connsiteY153" fmla="*/ 2209407 h 2237474"/>
              <a:gd name="connsiteX154" fmla="*/ 784978 w 12192000"/>
              <a:gd name="connsiteY154" fmla="*/ 2212360 h 2237474"/>
              <a:gd name="connsiteX155" fmla="*/ 681987 w 12192000"/>
              <a:gd name="connsiteY155" fmla="*/ 2216757 h 2237474"/>
              <a:gd name="connsiteX156" fmla="*/ 669923 w 12192000"/>
              <a:gd name="connsiteY156" fmla="*/ 2211682 h 2237474"/>
              <a:gd name="connsiteX157" fmla="*/ 648680 w 12192000"/>
              <a:gd name="connsiteY157" fmla="*/ 2206229 h 2237474"/>
              <a:gd name="connsiteX158" fmla="*/ 597225 w 12192000"/>
              <a:gd name="connsiteY158" fmla="*/ 2180999 h 2237474"/>
              <a:gd name="connsiteX159" fmla="*/ 558449 w 12192000"/>
              <a:gd name="connsiteY159" fmla="*/ 2182346 h 2237474"/>
              <a:gd name="connsiteX160" fmla="*/ 550517 w 12192000"/>
              <a:gd name="connsiteY160" fmla="*/ 2182060 h 2237474"/>
              <a:gd name="connsiteX161" fmla="*/ 550309 w 12192000"/>
              <a:gd name="connsiteY161" fmla="*/ 2181825 h 2237474"/>
              <a:gd name="connsiteX162" fmla="*/ 541836 w 12192000"/>
              <a:gd name="connsiteY162" fmla="*/ 2181063 h 2237474"/>
              <a:gd name="connsiteX163" fmla="*/ 536057 w 12192000"/>
              <a:gd name="connsiteY163" fmla="*/ 2181537 h 2237474"/>
              <a:gd name="connsiteX164" fmla="*/ 520671 w 12192000"/>
              <a:gd name="connsiteY164" fmla="*/ 2180980 h 2237474"/>
              <a:gd name="connsiteX165" fmla="*/ 515024 w 12192000"/>
              <a:gd name="connsiteY165" fmla="*/ 2179258 h 2237474"/>
              <a:gd name="connsiteX166" fmla="*/ 512278 w 12192000"/>
              <a:gd name="connsiteY166" fmla="*/ 2176369 h 2237474"/>
              <a:gd name="connsiteX167" fmla="*/ 480419 w 12192000"/>
              <a:gd name="connsiteY167" fmla="*/ 2167807 h 2237474"/>
              <a:gd name="connsiteX168" fmla="*/ 413835 w 12192000"/>
              <a:gd name="connsiteY168" fmla="*/ 2156783 h 2237474"/>
              <a:gd name="connsiteX169" fmla="*/ 376513 w 12192000"/>
              <a:gd name="connsiteY169" fmla="*/ 2154014 h 2237474"/>
              <a:gd name="connsiteX170" fmla="*/ 273386 w 12192000"/>
              <a:gd name="connsiteY170" fmla="*/ 2142551 h 2237474"/>
              <a:gd name="connsiteX171" fmla="*/ 169207 w 12192000"/>
              <a:gd name="connsiteY171" fmla="*/ 2128100 h 2237474"/>
              <a:gd name="connsiteX172" fmla="*/ 93149 w 12192000"/>
              <a:gd name="connsiteY172" fmla="*/ 2105324 h 2237474"/>
              <a:gd name="connsiteX173" fmla="*/ 88109 w 12192000"/>
              <a:gd name="connsiteY173" fmla="*/ 2106704 h 2237474"/>
              <a:gd name="connsiteX174" fmla="*/ 80022 w 12192000"/>
              <a:gd name="connsiteY174" fmla="*/ 2107254 h 2237474"/>
              <a:gd name="connsiteX175" fmla="*/ 79717 w 12192000"/>
              <a:gd name="connsiteY175" fmla="*/ 2107046 h 2237474"/>
              <a:gd name="connsiteX176" fmla="*/ 72352 w 12192000"/>
              <a:gd name="connsiteY176" fmla="*/ 2107991 h 2237474"/>
              <a:gd name="connsiteX177" fmla="*/ 37645 w 12192000"/>
              <a:gd name="connsiteY177" fmla="*/ 2115401 h 2237474"/>
              <a:gd name="connsiteX178" fmla="*/ 4572 w 12192000"/>
              <a:gd name="connsiteY178" fmla="*/ 2111091 h 2237474"/>
              <a:gd name="connsiteX179" fmla="*/ 0 w 12192000"/>
              <a:gd name="connsiteY179" fmla="*/ 2110468 h 2237474"/>
              <a:gd name="connsiteX180" fmla="*/ 0 w 12192000"/>
              <a:gd name="connsiteY180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96128 w 12192000"/>
              <a:gd name="connsiteY114" fmla="*/ 1976403 h 2237474"/>
              <a:gd name="connsiteX115" fmla="*/ 2756784 w 12192000"/>
              <a:gd name="connsiteY115" fmla="*/ 1985116 h 2237474"/>
              <a:gd name="connsiteX116" fmla="*/ 2748833 w 12192000"/>
              <a:gd name="connsiteY116" fmla="*/ 1986323 h 2237474"/>
              <a:gd name="connsiteX117" fmla="*/ 2748661 w 12192000"/>
              <a:gd name="connsiteY117" fmla="*/ 1986122 h 2237474"/>
              <a:gd name="connsiteX118" fmla="*/ 2718916 w 12192000"/>
              <a:gd name="connsiteY118" fmla="*/ 1990867 h 2237474"/>
              <a:gd name="connsiteX119" fmla="*/ 2713522 w 12192000"/>
              <a:gd name="connsiteY119" fmla="*/ 1990173 h 2237474"/>
              <a:gd name="connsiteX120" fmla="*/ 2680597 w 12192000"/>
              <a:gd name="connsiteY120" fmla="*/ 1984996 h 2237474"/>
              <a:gd name="connsiteX121" fmla="*/ 2578178 w 12192000"/>
              <a:gd name="connsiteY121" fmla="*/ 1990531 h 2237474"/>
              <a:gd name="connsiteX122" fmla="*/ 2476147 w 12192000"/>
              <a:gd name="connsiteY122" fmla="*/ 1998305 h 2237474"/>
              <a:gd name="connsiteX123" fmla="*/ 2373568 w 12192000"/>
              <a:gd name="connsiteY123" fmla="*/ 2003219 h 2237474"/>
              <a:gd name="connsiteX124" fmla="*/ 2287219 w 12192000"/>
              <a:gd name="connsiteY124" fmla="*/ 1998750 h 2237474"/>
              <a:gd name="connsiteX125" fmla="*/ 2243069 w 12192000"/>
              <a:gd name="connsiteY125" fmla="*/ 2015111 h 2237474"/>
              <a:gd name="connsiteX126" fmla="*/ 2186609 w 12192000"/>
              <a:gd name="connsiteY126" fmla="*/ 2008263 h 2237474"/>
              <a:gd name="connsiteX127" fmla="*/ 2164831 w 12192000"/>
              <a:gd name="connsiteY127" fmla="*/ 2010143 h 2237474"/>
              <a:gd name="connsiteX128" fmla="*/ 2152836 w 12192000"/>
              <a:gd name="connsiteY128" fmla="*/ 2010048 h 2237474"/>
              <a:gd name="connsiteX129" fmla="*/ 2117102 w 12192000"/>
              <a:gd name="connsiteY129" fmla="*/ 2023004 h 2237474"/>
              <a:gd name="connsiteX130" fmla="*/ 2111935 w 12192000"/>
              <a:gd name="connsiteY130" fmla="*/ 2023163 h 2237474"/>
              <a:gd name="connsiteX131" fmla="*/ 2089991 w 12192000"/>
              <a:gd name="connsiteY131" fmla="*/ 2034193 h 2237474"/>
              <a:gd name="connsiteX132" fmla="*/ 2058061 w 12192000"/>
              <a:gd name="connsiteY132" fmla="*/ 2047942 h 2237474"/>
              <a:gd name="connsiteX133" fmla="*/ 2055737 w 12192000"/>
              <a:gd name="connsiteY133" fmla="*/ 2047704 h 2237474"/>
              <a:gd name="connsiteX134" fmla="*/ 2042244 w 12192000"/>
              <a:gd name="connsiteY134" fmla="*/ 2055560 h 2237474"/>
              <a:gd name="connsiteX135" fmla="*/ 1976224 w 12192000"/>
              <a:gd name="connsiteY135" fmla="*/ 2074257 h 2237474"/>
              <a:gd name="connsiteX136" fmla="*/ 1877728 w 12192000"/>
              <a:gd name="connsiteY136" fmla="*/ 2101004 h 2237474"/>
              <a:gd name="connsiteX137" fmla="*/ 1759056 w 12192000"/>
              <a:gd name="connsiteY137" fmla="*/ 2125608 h 2237474"/>
              <a:gd name="connsiteX138" fmla="*/ 1637948 w 12192000"/>
              <a:gd name="connsiteY138" fmla="*/ 2172597 h 2237474"/>
              <a:gd name="connsiteX139" fmla="*/ 1434549 w 12192000"/>
              <a:gd name="connsiteY139" fmla="*/ 2234522 h 2237474"/>
              <a:gd name="connsiteX140" fmla="*/ 1398481 w 12192000"/>
              <a:gd name="connsiteY140" fmla="*/ 2237074 h 2237474"/>
              <a:gd name="connsiteX141" fmla="*/ 1398407 w 12192000"/>
              <a:gd name="connsiteY141" fmla="*/ 2237095 h 2237474"/>
              <a:gd name="connsiteX142" fmla="*/ 1370962 w 12192000"/>
              <a:gd name="connsiteY142" fmla="*/ 2237474 h 2237474"/>
              <a:gd name="connsiteX143" fmla="*/ 1356367 w 12192000"/>
              <a:gd name="connsiteY143" fmla="*/ 2235089 h 2237474"/>
              <a:gd name="connsiteX144" fmla="*/ 1324828 w 12192000"/>
              <a:gd name="connsiteY144" fmla="*/ 2231968 h 2237474"/>
              <a:gd name="connsiteX145" fmla="*/ 1297744 w 12192000"/>
              <a:gd name="connsiteY145" fmla="*/ 2235849 h 2237474"/>
              <a:gd name="connsiteX146" fmla="*/ 1286236 w 12192000"/>
              <a:gd name="connsiteY146" fmla="*/ 2233135 h 2237474"/>
              <a:gd name="connsiteX147" fmla="*/ 1283504 w 12192000"/>
              <a:gd name="connsiteY147" fmla="*/ 2233797 h 2237474"/>
              <a:gd name="connsiteX148" fmla="*/ 1279765 w 12192000"/>
              <a:gd name="connsiteY148" fmla="*/ 2229639 h 2237474"/>
              <a:gd name="connsiteX149" fmla="*/ 1195347 w 12192000"/>
              <a:gd name="connsiteY149" fmla="*/ 2212354 h 2237474"/>
              <a:gd name="connsiteX150" fmla="*/ 970251 w 12192000"/>
              <a:gd name="connsiteY150" fmla="*/ 2221029 h 2237474"/>
              <a:gd name="connsiteX151" fmla="*/ 812914 w 12192000"/>
              <a:gd name="connsiteY151" fmla="*/ 2202752 h 2237474"/>
              <a:gd name="connsiteX152" fmla="*/ 800195 w 12192000"/>
              <a:gd name="connsiteY152" fmla="*/ 2209407 h 2237474"/>
              <a:gd name="connsiteX153" fmla="*/ 784978 w 12192000"/>
              <a:gd name="connsiteY153" fmla="*/ 2212360 h 2237474"/>
              <a:gd name="connsiteX154" fmla="*/ 681987 w 12192000"/>
              <a:gd name="connsiteY154" fmla="*/ 2216757 h 2237474"/>
              <a:gd name="connsiteX155" fmla="*/ 669923 w 12192000"/>
              <a:gd name="connsiteY155" fmla="*/ 2211682 h 2237474"/>
              <a:gd name="connsiteX156" fmla="*/ 648680 w 12192000"/>
              <a:gd name="connsiteY156" fmla="*/ 2206229 h 2237474"/>
              <a:gd name="connsiteX157" fmla="*/ 597225 w 12192000"/>
              <a:gd name="connsiteY157" fmla="*/ 2180999 h 2237474"/>
              <a:gd name="connsiteX158" fmla="*/ 558449 w 12192000"/>
              <a:gd name="connsiteY158" fmla="*/ 2182346 h 2237474"/>
              <a:gd name="connsiteX159" fmla="*/ 550517 w 12192000"/>
              <a:gd name="connsiteY159" fmla="*/ 2182060 h 2237474"/>
              <a:gd name="connsiteX160" fmla="*/ 550309 w 12192000"/>
              <a:gd name="connsiteY160" fmla="*/ 2181825 h 2237474"/>
              <a:gd name="connsiteX161" fmla="*/ 541836 w 12192000"/>
              <a:gd name="connsiteY161" fmla="*/ 2181063 h 2237474"/>
              <a:gd name="connsiteX162" fmla="*/ 536057 w 12192000"/>
              <a:gd name="connsiteY162" fmla="*/ 2181537 h 2237474"/>
              <a:gd name="connsiteX163" fmla="*/ 520671 w 12192000"/>
              <a:gd name="connsiteY163" fmla="*/ 2180980 h 2237474"/>
              <a:gd name="connsiteX164" fmla="*/ 515024 w 12192000"/>
              <a:gd name="connsiteY164" fmla="*/ 2179258 h 2237474"/>
              <a:gd name="connsiteX165" fmla="*/ 512278 w 12192000"/>
              <a:gd name="connsiteY165" fmla="*/ 2176369 h 2237474"/>
              <a:gd name="connsiteX166" fmla="*/ 480419 w 12192000"/>
              <a:gd name="connsiteY166" fmla="*/ 2167807 h 2237474"/>
              <a:gd name="connsiteX167" fmla="*/ 413835 w 12192000"/>
              <a:gd name="connsiteY167" fmla="*/ 2156783 h 2237474"/>
              <a:gd name="connsiteX168" fmla="*/ 376513 w 12192000"/>
              <a:gd name="connsiteY168" fmla="*/ 2154014 h 2237474"/>
              <a:gd name="connsiteX169" fmla="*/ 273386 w 12192000"/>
              <a:gd name="connsiteY169" fmla="*/ 2142551 h 2237474"/>
              <a:gd name="connsiteX170" fmla="*/ 169207 w 12192000"/>
              <a:gd name="connsiteY170" fmla="*/ 2128100 h 2237474"/>
              <a:gd name="connsiteX171" fmla="*/ 93149 w 12192000"/>
              <a:gd name="connsiteY171" fmla="*/ 2105324 h 2237474"/>
              <a:gd name="connsiteX172" fmla="*/ 88109 w 12192000"/>
              <a:gd name="connsiteY172" fmla="*/ 2106704 h 2237474"/>
              <a:gd name="connsiteX173" fmla="*/ 80022 w 12192000"/>
              <a:gd name="connsiteY173" fmla="*/ 2107254 h 2237474"/>
              <a:gd name="connsiteX174" fmla="*/ 79717 w 12192000"/>
              <a:gd name="connsiteY174" fmla="*/ 2107046 h 2237474"/>
              <a:gd name="connsiteX175" fmla="*/ 72352 w 12192000"/>
              <a:gd name="connsiteY175" fmla="*/ 2107991 h 2237474"/>
              <a:gd name="connsiteX176" fmla="*/ 37645 w 12192000"/>
              <a:gd name="connsiteY176" fmla="*/ 2115401 h 2237474"/>
              <a:gd name="connsiteX177" fmla="*/ 4572 w 12192000"/>
              <a:gd name="connsiteY177" fmla="*/ 2111091 h 2237474"/>
              <a:gd name="connsiteX178" fmla="*/ 0 w 12192000"/>
              <a:gd name="connsiteY178" fmla="*/ 2110468 h 2237474"/>
              <a:gd name="connsiteX179" fmla="*/ 0 w 12192000"/>
              <a:gd name="connsiteY179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96128 w 12192000"/>
              <a:gd name="connsiteY114" fmla="*/ 1976403 h 2237474"/>
              <a:gd name="connsiteX115" fmla="*/ 2756784 w 12192000"/>
              <a:gd name="connsiteY115" fmla="*/ 1985116 h 2237474"/>
              <a:gd name="connsiteX116" fmla="*/ 2748833 w 12192000"/>
              <a:gd name="connsiteY116" fmla="*/ 1986323 h 2237474"/>
              <a:gd name="connsiteX117" fmla="*/ 2748661 w 12192000"/>
              <a:gd name="connsiteY117" fmla="*/ 1986122 h 2237474"/>
              <a:gd name="connsiteX118" fmla="*/ 2718916 w 12192000"/>
              <a:gd name="connsiteY118" fmla="*/ 1990867 h 2237474"/>
              <a:gd name="connsiteX119" fmla="*/ 2713522 w 12192000"/>
              <a:gd name="connsiteY119" fmla="*/ 1990173 h 2237474"/>
              <a:gd name="connsiteX120" fmla="*/ 2578178 w 12192000"/>
              <a:gd name="connsiteY120" fmla="*/ 1990531 h 2237474"/>
              <a:gd name="connsiteX121" fmla="*/ 2476147 w 12192000"/>
              <a:gd name="connsiteY121" fmla="*/ 1998305 h 2237474"/>
              <a:gd name="connsiteX122" fmla="*/ 2373568 w 12192000"/>
              <a:gd name="connsiteY122" fmla="*/ 2003219 h 2237474"/>
              <a:gd name="connsiteX123" fmla="*/ 2287219 w 12192000"/>
              <a:gd name="connsiteY123" fmla="*/ 1998750 h 2237474"/>
              <a:gd name="connsiteX124" fmla="*/ 2243069 w 12192000"/>
              <a:gd name="connsiteY124" fmla="*/ 2015111 h 2237474"/>
              <a:gd name="connsiteX125" fmla="*/ 2186609 w 12192000"/>
              <a:gd name="connsiteY125" fmla="*/ 2008263 h 2237474"/>
              <a:gd name="connsiteX126" fmla="*/ 2164831 w 12192000"/>
              <a:gd name="connsiteY126" fmla="*/ 2010143 h 2237474"/>
              <a:gd name="connsiteX127" fmla="*/ 2152836 w 12192000"/>
              <a:gd name="connsiteY127" fmla="*/ 2010048 h 2237474"/>
              <a:gd name="connsiteX128" fmla="*/ 2117102 w 12192000"/>
              <a:gd name="connsiteY128" fmla="*/ 2023004 h 2237474"/>
              <a:gd name="connsiteX129" fmla="*/ 2111935 w 12192000"/>
              <a:gd name="connsiteY129" fmla="*/ 2023163 h 2237474"/>
              <a:gd name="connsiteX130" fmla="*/ 2089991 w 12192000"/>
              <a:gd name="connsiteY130" fmla="*/ 2034193 h 2237474"/>
              <a:gd name="connsiteX131" fmla="*/ 2058061 w 12192000"/>
              <a:gd name="connsiteY131" fmla="*/ 2047942 h 2237474"/>
              <a:gd name="connsiteX132" fmla="*/ 2055737 w 12192000"/>
              <a:gd name="connsiteY132" fmla="*/ 2047704 h 2237474"/>
              <a:gd name="connsiteX133" fmla="*/ 2042244 w 12192000"/>
              <a:gd name="connsiteY133" fmla="*/ 2055560 h 2237474"/>
              <a:gd name="connsiteX134" fmla="*/ 1976224 w 12192000"/>
              <a:gd name="connsiteY134" fmla="*/ 2074257 h 2237474"/>
              <a:gd name="connsiteX135" fmla="*/ 1877728 w 12192000"/>
              <a:gd name="connsiteY135" fmla="*/ 2101004 h 2237474"/>
              <a:gd name="connsiteX136" fmla="*/ 1759056 w 12192000"/>
              <a:gd name="connsiteY136" fmla="*/ 2125608 h 2237474"/>
              <a:gd name="connsiteX137" fmla="*/ 1637948 w 12192000"/>
              <a:gd name="connsiteY137" fmla="*/ 2172597 h 2237474"/>
              <a:gd name="connsiteX138" fmla="*/ 1434549 w 12192000"/>
              <a:gd name="connsiteY138" fmla="*/ 2234522 h 2237474"/>
              <a:gd name="connsiteX139" fmla="*/ 1398481 w 12192000"/>
              <a:gd name="connsiteY139" fmla="*/ 2237074 h 2237474"/>
              <a:gd name="connsiteX140" fmla="*/ 1398407 w 12192000"/>
              <a:gd name="connsiteY140" fmla="*/ 2237095 h 2237474"/>
              <a:gd name="connsiteX141" fmla="*/ 1370962 w 12192000"/>
              <a:gd name="connsiteY141" fmla="*/ 2237474 h 2237474"/>
              <a:gd name="connsiteX142" fmla="*/ 1356367 w 12192000"/>
              <a:gd name="connsiteY142" fmla="*/ 2235089 h 2237474"/>
              <a:gd name="connsiteX143" fmla="*/ 1324828 w 12192000"/>
              <a:gd name="connsiteY143" fmla="*/ 2231968 h 2237474"/>
              <a:gd name="connsiteX144" fmla="*/ 1297744 w 12192000"/>
              <a:gd name="connsiteY144" fmla="*/ 2235849 h 2237474"/>
              <a:gd name="connsiteX145" fmla="*/ 1286236 w 12192000"/>
              <a:gd name="connsiteY145" fmla="*/ 2233135 h 2237474"/>
              <a:gd name="connsiteX146" fmla="*/ 1283504 w 12192000"/>
              <a:gd name="connsiteY146" fmla="*/ 2233797 h 2237474"/>
              <a:gd name="connsiteX147" fmla="*/ 1279765 w 12192000"/>
              <a:gd name="connsiteY147" fmla="*/ 2229639 h 2237474"/>
              <a:gd name="connsiteX148" fmla="*/ 1195347 w 12192000"/>
              <a:gd name="connsiteY148" fmla="*/ 2212354 h 2237474"/>
              <a:gd name="connsiteX149" fmla="*/ 970251 w 12192000"/>
              <a:gd name="connsiteY149" fmla="*/ 2221029 h 2237474"/>
              <a:gd name="connsiteX150" fmla="*/ 812914 w 12192000"/>
              <a:gd name="connsiteY150" fmla="*/ 2202752 h 2237474"/>
              <a:gd name="connsiteX151" fmla="*/ 800195 w 12192000"/>
              <a:gd name="connsiteY151" fmla="*/ 2209407 h 2237474"/>
              <a:gd name="connsiteX152" fmla="*/ 784978 w 12192000"/>
              <a:gd name="connsiteY152" fmla="*/ 2212360 h 2237474"/>
              <a:gd name="connsiteX153" fmla="*/ 681987 w 12192000"/>
              <a:gd name="connsiteY153" fmla="*/ 2216757 h 2237474"/>
              <a:gd name="connsiteX154" fmla="*/ 669923 w 12192000"/>
              <a:gd name="connsiteY154" fmla="*/ 2211682 h 2237474"/>
              <a:gd name="connsiteX155" fmla="*/ 648680 w 12192000"/>
              <a:gd name="connsiteY155" fmla="*/ 2206229 h 2237474"/>
              <a:gd name="connsiteX156" fmla="*/ 597225 w 12192000"/>
              <a:gd name="connsiteY156" fmla="*/ 2180999 h 2237474"/>
              <a:gd name="connsiteX157" fmla="*/ 558449 w 12192000"/>
              <a:gd name="connsiteY157" fmla="*/ 2182346 h 2237474"/>
              <a:gd name="connsiteX158" fmla="*/ 550517 w 12192000"/>
              <a:gd name="connsiteY158" fmla="*/ 2182060 h 2237474"/>
              <a:gd name="connsiteX159" fmla="*/ 550309 w 12192000"/>
              <a:gd name="connsiteY159" fmla="*/ 2181825 h 2237474"/>
              <a:gd name="connsiteX160" fmla="*/ 541836 w 12192000"/>
              <a:gd name="connsiteY160" fmla="*/ 2181063 h 2237474"/>
              <a:gd name="connsiteX161" fmla="*/ 536057 w 12192000"/>
              <a:gd name="connsiteY161" fmla="*/ 2181537 h 2237474"/>
              <a:gd name="connsiteX162" fmla="*/ 520671 w 12192000"/>
              <a:gd name="connsiteY162" fmla="*/ 2180980 h 2237474"/>
              <a:gd name="connsiteX163" fmla="*/ 515024 w 12192000"/>
              <a:gd name="connsiteY163" fmla="*/ 2179258 h 2237474"/>
              <a:gd name="connsiteX164" fmla="*/ 512278 w 12192000"/>
              <a:gd name="connsiteY164" fmla="*/ 2176369 h 2237474"/>
              <a:gd name="connsiteX165" fmla="*/ 480419 w 12192000"/>
              <a:gd name="connsiteY165" fmla="*/ 2167807 h 2237474"/>
              <a:gd name="connsiteX166" fmla="*/ 413835 w 12192000"/>
              <a:gd name="connsiteY166" fmla="*/ 2156783 h 2237474"/>
              <a:gd name="connsiteX167" fmla="*/ 376513 w 12192000"/>
              <a:gd name="connsiteY167" fmla="*/ 2154014 h 2237474"/>
              <a:gd name="connsiteX168" fmla="*/ 273386 w 12192000"/>
              <a:gd name="connsiteY168" fmla="*/ 2142551 h 2237474"/>
              <a:gd name="connsiteX169" fmla="*/ 169207 w 12192000"/>
              <a:gd name="connsiteY169" fmla="*/ 2128100 h 2237474"/>
              <a:gd name="connsiteX170" fmla="*/ 93149 w 12192000"/>
              <a:gd name="connsiteY170" fmla="*/ 2105324 h 2237474"/>
              <a:gd name="connsiteX171" fmla="*/ 88109 w 12192000"/>
              <a:gd name="connsiteY171" fmla="*/ 2106704 h 2237474"/>
              <a:gd name="connsiteX172" fmla="*/ 80022 w 12192000"/>
              <a:gd name="connsiteY172" fmla="*/ 2107254 h 2237474"/>
              <a:gd name="connsiteX173" fmla="*/ 79717 w 12192000"/>
              <a:gd name="connsiteY173" fmla="*/ 2107046 h 2237474"/>
              <a:gd name="connsiteX174" fmla="*/ 72352 w 12192000"/>
              <a:gd name="connsiteY174" fmla="*/ 2107991 h 2237474"/>
              <a:gd name="connsiteX175" fmla="*/ 37645 w 12192000"/>
              <a:gd name="connsiteY175" fmla="*/ 2115401 h 2237474"/>
              <a:gd name="connsiteX176" fmla="*/ 4572 w 12192000"/>
              <a:gd name="connsiteY176" fmla="*/ 2111091 h 2237474"/>
              <a:gd name="connsiteX177" fmla="*/ 0 w 12192000"/>
              <a:gd name="connsiteY177" fmla="*/ 2110468 h 2237474"/>
              <a:gd name="connsiteX178" fmla="*/ 0 w 12192000"/>
              <a:gd name="connsiteY178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56784 w 12192000"/>
              <a:gd name="connsiteY114" fmla="*/ 1985116 h 2237474"/>
              <a:gd name="connsiteX115" fmla="*/ 2748833 w 12192000"/>
              <a:gd name="connsiteY115" fmla="*/ 1986323 h 2237474"/>
              <a:gd name="connsiteX116" fmla="*/ 2748661 w 12192000"/>
              <a:gd name="connsiteY116" fmla="*/ 1986122 h 2237474"/>
              <a:gd name="connsiteX117" fmla="*/ 2718916 w 12192000"/>
              <a:gd name="connsiteY117" fmla="*/ 1990867 h 2237474"/>
              <a:gd name="connsiteX118" fmla="*/ 2713522 w 12192000"/>
              <a:gd name="connsiteY118" fmla="*/ 1990173 h 2237474"/>
              <a:gd name="connsiteX119" fmla="*/ 2578178 w 12192000"/>
              <a:gd name="connsiteY119" fmla="*/ 1990531 h 2237474"/>
              <a:gd name="connsiteX120" fmla="*/ 2476147 w 12192000"/>
              <a:gd name="connsiteY120" fmla="*/ 1998305 h 2237474"/>
              <a:gd name="connsiteX121" fmla="*/ 2373568 w 12192000"/>
              <a:gd name="connsiteY121" fmla="*/ 2003219 h 2237474"/>
              <a:gd name="connsiteX122" fmla="*/ 2287219 w 12192000"/>
              <a:gd name="connsiteY122" fmla="*/ 1998750 h 2237474"/>
              <a:gd name="connsiteX123" fmla="*/ 2243069 w 12192000"/>
              <a:gd name="connsiteY123" fmla="*/ 2015111 h 2237474"/>
              <a:gd name="connsiteX124" fmla="*/ 2186609 w 12192000"/>
              <a:gd name="connsiteY124" fmla="*/ 2008263 h 2237474"/>
              <a:gd name="connsiteX125" fmla="*/ 2164831 w 12192000"/>
              <a:gd name="connsiteY125" fmla="*/ 2010143 h 2237474"/>
              <a:gd name="connsiteX126" fmla="*/ 2152836 w 12192000"/>
              <a:gd name="connsiteY126" fmla="*/ 2010048 h 2237474"/>
              <a:gd name="connsiteX127" fmla="*/ 2117102 w 12192000"/>
              <a:gd name="connsiteY127" fmla="*/ 2023004 h 2237474"/>
              <a:gd name="connsiteX128" fmla="*/ 2111935 w 12192000"/>
              <a:gd name="connsiteY128" fmla="*/ 2023163 h 2237474"/>
              <a:gd name="connsiteX129" fmla="*/ 2089991 w 12192000"/>
              <a:gd name="connsiteY129" fmla="*/ 2034193 h 2237474"/>
              <a:gd name="connsiteX130" fmla="*/ 2058061 w 12192000"/>
              <a:gd name="connsiteY130" fmla="*/ 2047942 h 2237474"/>
              <a:gd name="connsiteX131" fmla="*/ 2055737 w 12192000"/>
              <a:gd name="connsiteY131" fmla="*/ 2047704 h 2237474"/>
              <a:gd name="connsiteX132" fmla="*/ 2042244 w 12192000"/>
              <a:gd name="connsiteY132" fmla="*/ 2055560 h 2237474"/>
              <a:gd name="connsiteX133" fmla="*/ 1976224 w 12192000"/>
              <a:gd name="connsiteY133" fmla="*/ 2074257 h 2237474"/>
              <a:gd name="connsiteX134" fmla="*/ 1877728 w 12192000"/>
              <a:gd name="connsiteY134" fmla="*/ 2101004 h 2237474"/>
              <a:gd name="connsiteX135" fmla="*/ 1759056 w 12192000"/>
              <a:gd name="connsiteY135" fmla="*/ 2125608 h 2237474"/>
              <a:gd name="connsiteX136" fmla="*/ 1637948 w 12192000"/>
              <a:gd name="connsiteY136" fmla="*/ 2172597 h 2237474"/>
              <a:gd name="connsiteX137" fmla="*/ 1434549 w 12192000"/>
              <a:gd name="connsiteY137" fmla="*/ 2234522 h 2237474"/>
              <a:gd name="connsiteX138" fmla="*/ 1398481 w 12192000"/>
              <a:gd name="connsiteY138" fmla="*/ 2237074 h 2237474"/>
              <a:gd name="connsiteX139" fmla="*/ 1398407 w 12192000"/>
              <a:gd name="connsiteY139" fmla="*/ 2237095 h 2237474"/>
              <a:gd name="connsiteX140" fmla="*/ 1370962 w 12192000"/>
              <a:gd name="connsiteY140" fmla="*/ 2237474 h 2237474"/>
              <a:gd name="connsiteX141" fmla="*/ 1356367 w 12192000"/>
              <a:gd name="connsiteY141" fmla="*/ 2235089 h 2237474"/>
              <a:gd name="connsiteX142" fmla="*/ 1324828 w 12192000"/>
              <a:gd name="connsiteY142" fmla="*/ 2231968 h 2237474"/>
              <a:gd name="connsiteX143" fmla="*/ 1297744 w 12192000"/>
              <a:gd name="connsiteY143" fmla="*/ 2235849 h 2237474"/>
              <a:gd name="connsiteX144" fmla="*/ 1286236 w 12192000"/>
              <a:gd name="connsiteY144" fmla="*/ 2233135 h 2237474"/>
              <a:gd name="connsiteX145" fmla="*/ 1283504 w 12192000"/>
              <a:gd name="connsiteY145" fmla="*/ 2233797 h 2237474"/>
              <a:gd name="connsiteX146" fmla="*/ 1279765 w 12192000"/>
              <a:gd name="connsiteY146" fmla="*/ 2229639 h 2237474"/>
              <a:gd name="connsiteX147" fmla="*/ 1195347 w 12192000"/>
              <a:gd name="connsiteY147" fmla="*/ 2212354 h 2237474"/>
              <a:gd name="connsiteX148" fmla="*/ 970251 w 12192000"/>
              <a:gd name="connsiteY148" fmla="*/ 2221029 h 2237474"/>
              <a:gd name="connsiteX149" fmla="*/ 812914 w 12192000"/>
              <a:gd name="connsiteY149" fmla="*/ 2202752 h 2237474"/>
              <a:gd name="connsiteX150" fmla="*/ 800195 w 12192000"/>
              <a:gd name="connsiteY150" fmla="*/ 2209407 h 2237474"/>
              <a:gd name="connsiteX151" fmla="*/ 784978 w 12192000"/>
              <a:gd name="connsiteY151" fmla="*/ 2212360 h 2237474"/>
              <a:gd name="connsiteX152" fmla="*/ 681987 w 12192000"/>
              <a:gd name="connsiteY152" fmla="*/ 2216757 h 2237474"/>
              <a:gd name="connsiteX153" fmla="*/ 669923 w 12192000"/>
              <a:gd name="connsiteY153" fmla="*/ 2211682 h 2237474"/>
              <a:gd name="connsiteX154" fmla="*/ 648680 w 12192000"/>
              <a:gd name="connsiteY154" fmla="*/ 2206229 h 2237474"/>
              <a:gd name="connsiteX155" fmla="*/ 597225 w 12192000"/>
              <a:gd name="connsiteY155" fmla="*/ 2180999 h 2237474"/>
              <a:gd name="connsiteX156" fmla="*/ 558449 w 12192000"/>
              <a:gd name="connsiteY156" fmla="*/ 2182346 h 2237474"/>
              <a:gd name="connsiteX157" fmla="*/ 550517 w 12192000"/>
              <a:gd name="connsiteY157" fmla="*/ 2182060 h 2237474"/>
              <a:gd name="connsiteX158" fmla="*/ 550309 w 12192000"/>
              <a:gd name="connsiteY158" fmla="*/ 2181825 h 2237474"/>
              <a:gd name="connsiteX159" fmla="*/ 541836 w 12192000"/>
              <a:gd name="connsiteY159" fmla="*/ 2181063 h 2237474"/>
              <a:gd name="connsiteX160" fmla="*/ 536057 w 12192000"/>
              <a:gd name="connsiteY160" fmla="*/ 2181537 h 2237474"/>
              <a:gd name="connsiteX161" fmla="*/ 520671 w 12192000"/>
              <a:gd name="connsiteY161" fmla="*/ 2180980 h 2237474"/>
              <a:gd name="connsiteX162" fmla="*/ 515024 w 12192000"/>
              <a:gd name="connsiteY162" fmla="*/ 2179258 h 2237474"/>
              <a:gd name="connsiteX163" fmla="*/ 512278 w 12192000"/>
              <a:gd name="connsiteY163" fmla="*/ 2176369 h 2237474"/>
              <a:gd name="connsiteX164" fmla="*/ 480419 w 12192000"/>
              <a:gd name="connsiteY164" fmla="*/ 2167807 h 2237474"/>
              <a:gd name="connsiteX165" fmla="*/ 413835 w 12192000"/>
              <a:gd name="connsiteY165" fmla="*/ 2156783 h 2237474"/>
              <a:gd name="connsiteX166" fmla="*/ 376513 w 12192000"/>
              <a:gd name="connsiteY166" fmla="*/ 2154014 h 2237474"/>
              <a:gd name="connsiteX167" fmla="*/ 273386 w 12192000"/>
              <a:gd name="connsiteY167" fmla="*/ 2142551 h 2237474"/>
              <a:gd name="connsiteX168" fmla="*/ 169207 w 12192000"/>
              <a:gd name="connsiteY168" fmla="*/ 2128100 h 2237474"/>
              <a:gd name="connsiteX169" fmla="*/ 93149 w 12192000"/>
              <a:gd name="connsiteY169" fmla="*/ 2105324 h 2237474"/>
              <a:gd name="connsiteX170" fmla="*/ 88109 w 12192000"/>
              <a:gd name="connsiteY170" fmla="*/ 2106704 h 2237474"/>
              <a:gd name="connsiteX171" fmla="*/ 80022 w 12192000"/>
              <a:gd name="connsiteY171" fmla="*/ 2107254 h 2237474"/>
              <a:gd name="connsiteX172" fmla="*/ 79717 w 12192000"/>
              <a:gd name="connsiteY172" fmla="*/ 2107046 h 2237474"/>
              <a:gd name="connsiteX173" fmla="*/ 72352 w 12192000"/>
              <a:gd name="connsiteY173" fmla="*/ 2107991 h 2237474"/>
              <a:gd name="connsiteX174" fmla="*/ 37645 w 12192000"/>
              <a:gd name="connsiteY174" fmla="*/ 2115401 h 2237474"/>
              <a:gd name="connsiteX175" fmla="*/ 4572 w 12192000"/>
              <a:gd name="connsiteY175" fmla="*/ 2111091 h 2237474"/>
              <a:gd name="connsiteX176" fmla="*/ 0 w 12192000"/>
              <a:gd name="connsiteY176" fmla="*/ 2110468 h 2237474"/>
              <a:gd name="connsiteX177" fmla="*/ 0 w 12192000"/>
              <a:gd name="connsiteY177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56784 w 12192000"/>
              <a:gd name="connsiteY114" fmla="*/ 1985116 h 2237474"/>
              <a:gd name="connsiteX115" fmla="*/ 2748833 w 12192000"/>
              <a:gd name="connsiteY115" fmla="*/ 1986323 h 2237474"/>
              <a:gd name="connsiteX116" fmla="*/ 2718916 w 12192000"/>
              <a:gd name="connsiteY116" fmla="*/ 1990867 h 2237474"/>
              <a:gd name="connsiteX117" fmla="*/ 2713522 w 12192000"/>
              <a:gd name="connsiteY117" fmla="*/ 1990173 h 2237474"/>
              <a:gd name="connsiteX118" fmla="*/ 2578178 w 12192000"/>
              <a:gd name="connsiteY118" fmla="*/ 1990531 h 2237474"/>
              <a:gd name="connsiteX119" fmla="*/ 2476147 w 12192000"/>
              <a:gd name="connsiteY119" fmla="*/ 1998305 h 2237474"/>
              <a:gd name="connsiteX120" fmla="*/ 2373568 w 12192000"/>
              <a:gd name="connsiteY120" fmla="*/ 2003219 h 2237474"/>
              <a:gd name="connsiteX121" fmla="*/ 2287219 w 12192000"/>
              <a:gd name="connsiteY121" fmla="*/ 1998750 h 2237474"/>
              <a:gd name="connsiteX122" fmla="*/ 2243069 w 12192000"/>
              <a:gd name="connsiteY122" fmla="*/ 2015111 h 2237474"/>
              <a:gd name="connsiteX123" fmla="*/ 2186609 w 12192000"/>
              <a:gd name="connsiteY123" fmla="*/ 2008263 h 2237474"/>
              <a:gd name="connsiteX124" fmla="*/ 2164831 w 12192000"/>
              <a:gd name="connsiteY124" fmla="*/ 2010143 h 2237474"/>
              <a:gd name="connsiteX125" fmla="*/ 2152836 w 12192000"/>
              <a:gd name="connsiteY125" fmla="*/ 2010048 h 2237474"/>
              <a:gd name="connsiteX126" fmla="*/ 2117102 w 12192000"/>
              <a:gd name="connsiteY126" fmla="*/ 2023004 h 2237474"/>
              <a:gd name="connsiteX127" fmla="*/ 2111935 w 12192000"/>
              <a:gd name="connsiteY127" fmla="*/ 2023163 h 2237474"/>
              <a:gd name="connsiteX128" fmla="*/ 2089991 w 12192000"/>
              <a:gd name="connsiteY128" fmla="*/ 2034193 h 2237474"/>
              <a:gd name="connsiteX129" fmla="*/ 2058061 w 12192000"/>
              <a:gd name="connsiteY129" fmla="*/ 2047942 h 2237474"/>
              <a:gd name="connsiteX130" fmla="*/ 2055737 w 12192000"/>
              <a:gd name="connsiteY130" fmla="*/ 2047704 h 2237474"/>
              <a:gd name="connsiteX131" fmla="*/ 2042244 w 12192000"/>
              <a:gd name="connsiteY131" fmla="*/ 2055560 h 2237474"/>
              <a:gd name="connsiteX132" fmla="*/ 1976224 w 12192000"/>
              <a:gd name="connsiteY132" fmla="*/ 2074257 h 2237474"/>
              <a:gd name="connsiteX133" fmla="*/ 1877728 w 12192000"/>
              <a:gd name="connsiteY133" fmla="*/ 2101004 h 2237474"/>
              <a:gd name="connsiteX134" fmla="*/ 1759056 w 12192000"/>
              <a:gd name="connsiteY134" fmla="*/ 2125608 h 2237474"/>
              <a:gd name="connsiteX135" fmla="*/ 1637948 w 12192000"/>
              <a:gd name="connsiteY135" fmla="*/ 2172597 h 2237474"/>
              <a:gd name="connsiteX136" fmla="*/ 1434549 w 12192000"/>
              <a:gd name="connsiteY136" fmla="*/ 2234522 h 2237474"/>
              <a:gd name="connsiteX137" fmla="*/ 1398481 w 12192000"/>
              <a:gd name="connsiteY137" fmla="*/ 2237074 h 2237474"/>
              <a:gd name="connsiteX138" fmla="*/ 1398407 w 12192000"/>
              <a:gd name="connsiteY138" fmla="*/ 2237095 h 2237474"/>
              <a:gd name="connsiteX139" fmla="*/ 1370962 w 12192000"/>
              <a:gd name="connsiteY139" fmla="*/ 2237474 h 2237474"/>
              <a:gd name="connsiteX140" fmla="*/ 1356367 w 12192000"/>
              <a:gd name="connsiteY140" fmla="*/ 2235089 h 2237474"/>
              <a:gd name="connsiteX141" fmla="*/ 1324828 w 12192000"/>
              <a:gd name="connsiteY141" fmla="*/ 2231968 h 2237474"/>
              <a:gd name="connsiteX142" fmla="*/ 1297744 w 12192000"/>
              <a:gd name="connsiteY142" fmla="*/ 2235849 h 2237474"/>
              <a:gd name="connsiteX143" fmla="*/ 1286236 w 12192000"/>
              <a:gd name="connsiteY143" fmla="*/ 2233135 h 2237474"/>
              <a:gd name="connsiteX144" fmla="*/ 1283504 w 12192000"/>
              <a:gd name="connsiteY144" fmla="*/ 2233797 h 2237474"/>
              <a:gd name="connsiteX145" fmla="*/ 1279765 w 12192000"/>
              <a:gd name="connsiteY145" fmla="*/ 2229639 h 2237474"/>
              <a:gd name="connsiteX146" fmla="*/ 1195347 w 12192000"/>
              <a:gd name="connsiteY146" fmla="*/ 2212354 h 2237474"/>
              <a:gd name="connsiteX147" fmla="*/ 970251 w 12192000"/>
              <a:gd name="connsiteY147" fmla="*/ 2221029 h 2237474"/>
              <a:gd name="connsiteX148" fmla="*/ 812914 w 12192000"/>
              <a:gd name="connsiteY148" fmla="*/ 2202752 h 2237474"/>
              <a:gd name="connsiteX149" fmla="*/ 800195 w 12192000"/>
              <a:gd name="connsiteY149" fmla="*/ 2209407 h 2237474"/>
              <a:gd name="connsiteX150" fmla="*/ 784978 w 12192000"/>
              <a:gd name="connsiteY150" fmla="*/ 2212360 h 2237474"/>
              <a:gd name="connsiteX151" fmla="*/ 681987 w 12192000"/>
              <a:gd name="connsiteY151" fmla="*/ 2216757 h 2237474"/>
              <a:gd name="connsiteX152" fmla="*/ 669923 w 12192000"/>
              <a:gd name="connsiteY152" fmla="*/ 2211682 h 2237474"/>
              <a:gd name="connsiteX153" fmla="*/ 648680 w 12192000"/>
              <a:gd name="connsiteY153" fmla="*/ 2206229 h 2237474"/>
              <a:gd name="connsiteX154" fmla="*/ 597225 w 12192000"/>
              <a:gd name="connsiteY154" fmla="*/ 2180999 h 2237474"/>
              <a:gd name="connsiteX155" fmla="*/ 558449 w 12192000"/>
              <a:gd name="connsiteY155" fmla="*/ 2182346 h 2237474"/>
              <a:gd name="connsiteX156" fmla="*/ 550517 w 12192000"/>
              <a:gd name="connsiteY156" fmla="*/ 2182060 h 2237474"/>
              <a:gd name="connsiteX157" fmla="*/ 550309 w 12192000"/>
              <a:gd name="connsiteY157" fmla="*/ 2181825 h 2237474"/>
              <a:gd name="connsiteX158" fmla="*/ 541836 w 12192000"/>
              <a:gd name="connsiteY158" fmla="*/ 2181063 h 2237474"/>
              <a:gd name="connsiteX159" fmla="*/ 536057 w 12192000"/>
              <a:gd name="connsiteY159" fmla="*/ 2181537 h 2237474"/>
              <a:gd name="connsiteX160" fmla="*/ 520671 w 12192000"/>
              <a:gd name="connsiteY160" fmla="*/ 2180980 h 2237474"/>
              <a:gd name="connsiteX161" fmla="*/ 515024 w 12192000"/>
              <a:gd name="connsiteY161" fmla="*/ 2179258 h 2237474"/>
              <a:gd name="connsiteX162" fmla="*/ 512278 w 12192000"/>
              <a:gd name="connsiteY162" fmla="*/ 2176369 h 2237474"/>
              <a:gd name="connsiteX163" fmla="*/ 480419 w 12192000"/>
              <a:gd name="connsiteY163" fmla="*/ 2167807 h 2237474"/>
              <a:gd name="connsiteX164" fmla="*/ 413835 w 12192000"/>
              <a:gd name="connsiteY164" fmla="*/ 2156783 h 2237474"/>
              <a:gd name="connsiteX165" fmla="*/ 376513 w 12192000"/>
              <a:gd name="connsiteY165" fmla="*/ 2154014 h 2237474"/>
              <a:gd name="connsiteX166" fmla="*/ 273386 w 12192000"/>
              <a:gd name="connsiteY166" fmla="*/ 2142551 h 2237474"/>
              <a:gd name="connsiteX167" fmla="*/ 169207 w 12192000"/>
              <a:gd name="connsiteY167" fmla="*/ 2128100 h 2237474"/>
              <a:gd name="connsiteX168" fmla="*/ 93149 w 12192000"/>
              <a:gd name="connsiteY168" fmla="*/ 2105324 h 2237474"/>
              <a:gd name="connsiteX169" fmla="*/ 88109 w 12192000"/>
              <a:gd name="connsiteY169" fmla="*/ 2106704 h 2237474"/>
              <a:gd name="connsiteX170" fmla="*/ 80022 w 12192000"/>
              <a:gd name="connsiteY170" fmla="*/ 2107254 h 2237474"/>
              <a:gd name="connsiteX171" fmla="*/ 79717 w 12192000"/>
              <a:gd name="connsiteY171" fmla="*/ 2107046 h 2237474"/>
              <a:gd name="connsiteX172" fmla="*/ 72352 w 12192000"/>
              <a:gd name="connsiteY172" fmla="*/ 2107991 h 2237474"/>
              <a:gd name="connsiteX173" fmla="*/ 37645 w 12192000"/>
              <a:gd name="connsiteY173" fmla="*/ 2115401 h 2237474"/>
              <a:gd name="connsiteX174" fmla="*/ 4572 w 12192000"/>
              <a:gd name="connsiteY174" fmla="*/ 2111091 h 2237474"/>
              <a:gd name="connsiteX175" fmla="*/ 0 w 12192000"/>
              <a:gd name="connsiteY175" fmla="*/ 2110468 h 2237474"/>
              <a:gd name="connsiteX176" fmla="*/ 0 w 12192000"/>
              <a:gd name="connsiteY176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56784 w 12192000"/>
              <a:gd name="connsiteY114" fmla="*/ 1985116 h 2237474"/>
              <a:gd name="connsiteX115" fmla="*/ 2718916 w 12192000"/>
              <a:gd name="connsiteY115" fmla="*/ 1990867 h 2237474"/>
              <a:gd name="connsiteX116" fmla="*/ 2713522 w 12192000"/>
              <a:gd name="connsiteY116" fmla="*/ 1990173 h 2237474"/>
              <a:gd name="connsiteX117" fmla="*/ 2578178 w 12192000"/>
              <a:gd name="connsiteY117" fmla="*/ 1990531 h 2237474"/>
              <a:gd name="connsiteX118" fmla="*/ 2476147 w 12192000"/>
              <a:gd name="connsiteY118" fmla="*/ 1998305 h 2237474"/>
              <a:gd name="connsiteX119" fmla="*/ 2373568 w 12192000"/>
              <a:gd name="connsiteY119" fmla="*/ 2003219 h 2237474"/>
              <a:gd name="connsiteX120" fmla="*/ 2287219 w 12192000"/>
              <a:gd name="connsiteY120" fmla="*/ 1998750 h 2237474"/>
              <a:gd name="connsiteX121" fmla="*/ 2243069 w 12192000"/>
              <a:gd name="connsiteY121" fmla="*/ 2015111 h 2237474"/>
              <a:gd name="connsiteX122" fmla="*/ 2186609 w 12192000"/>
              <a:gd name="connsiteY122" fmla="*/ 2008263 h 2237474"/>
              <a:gd name="connsiteX123" fmla="*/ 2164831 w 12192000"/>
              <a:gd name="connsiteY123" fmla="*/ 2010143 h 2237474"/>
              <a:gd name="connsiteX124" fmla="*/ 2152836 w 12192000"/>
              <a:gd name="connsiteY124" fmla="*/ 2010048 h 2237474"/>
              <a:gd name="connsiteX125" fmla="*/ 2117102 w 12192000"/>
              <a:gd name="connsiteY125" fmla="*/ 2023004 h 2237474"/>
              <a:gd name="connsiteX126" fmla="*/ 2111935 w 12192000"/>
              <a:gd name="connsiteY126" fmla="*/ 2023163 h 2237474"/>
              <a:gd name="connsiteX127" fmla="*/ 2089991 w 12192000"/>
              <a:gd name="connsiteY127" fmla="*/ 2034193 h 2237474"/>
              <a:gd name="connsiteX128" fmla="*/ 2058061 w 12192000"/>
              <a:gd name="connsiteY128" fmla="*/ 2047942 h 2237474"/>
              <a:gd name="connsiteX129" fmla="*/ 2055737 w 12192000"/>
              <a:gd name="connsiteY129" fmla="*/ 2047704 h 2237474"/>
              <a:gd name="connsiteX130" fmla="*/ 2042244 w 12192000"/>
              <a:gd name="connsiteY130" fmla="*/ 2055560 h 2237474"/>
              <a:gd name="connsiteX131" fmla="*/ 1976224 w 12192000"/>
              <a:gd name="connsiteY131" fmla="*/ 2074257 h 2237474"/>
              <a:gd name="connsiteX132" fmla="*/ 1877728 w 12192000"/>
              <a:gd name="connsiteY132" fmla="*/ 2101004 h 2237474"/>
              <a:gd name="connsiteX133" fmla="*/ 1759056 w 12192000"/>
              <a:gd name="connsiteY133" fmla="*/ 2125608 h 2237474"/>
              <a:gd name="connsiteX134" fmla="*/ 1637948 w 12192000"/>
              <a:gd name="connsiteY134" fmla="*/ 2172597 h 2237474"/>
              <a:gd name="connsiteX135" fmla="*/ 1434549 w 12192000"/>
              <a:gd name="connsiteY135" fmla="*/ 2234522 h 2237474"/>
              <a:gd name="connsiteX136" fmla="*/ 1398481 w 12192000"/>
              <a:gd name="connsiteY136" fmla="*/ 2237074 h 2237474"/>
              <a:gd name="connsiteX137" fmla="*/ 1398407 w 12192000"/>
              <a:gd name="connsiteY137" fmla="*/ 2237095 h 2237474"/>
              <a:gd name="connsiteX138" fmla="*/ 1370962 w 12192000"/>
              <a:gd name="connsiteY138" fmla="*/ 2237474 h 2237474"/>
              <a:gd name="connsiteX139" fmla="*/ 1356367 w 12192000"/>
              <a:gd name="connsiteY139" fmla="*/ 2235089 h 2237474"/>
              <a:gd name="connsiteX140" fmla="*/ 1324828 w 12192000"/>
              <a:gd name="connsiteY140" fmla="*/ 2231968 h 2237474"/>
              <a:gd name="connsiteX141" fmla="*/ 1297744 w 12192000"/>
              <a:gd name="connsiteY141" fmla="*/ 2235849 h 2237474"/>
              <a:gd name="connsiteX142" fmla="*/ 1286236 w 12192000"/>
              <a:gd name="connsiteY142" fmla="*/ 2233135 h 2237474"/>
              <a:gd name="connsiteX143" fmla="*/ 1283504 w 12192000"/>
              <a:gd name="connsiteY143" fmla="*/ 2233797 h 2237474"/>
              <a:gd name="connsiteX144" fmla="*/ 1279765 w 12192000"/>
              <a:gd name="connsiteY144" fmla="*/ 2229639 h 2237474"/>
              <a:gd name="connsiteX145" fmla="*/ 1195347 w 12192000"/>
              <a:gd name="connsiteY145" fmla="*/ 2212354 h 2237474"/>
              <a:gd name="connsiteX146" fmla="*/ 970251 w 12192000"/>
              <a:gd name="connsiteY146" fmla="*/ 2221029 h 2237474"/>
              <a:gd name="connsiteX147" fmla="*/ 812914 w 12192000"/>
              <a:gd name="connsiteY147" fmla="*/ 2202752 h 2237474"/>
              <a:gd name="connsiteX148" fmla="*/ 800195 w 12192000"/>
              <a:gd name="connsiteY148" fmla="*/ 2209407 h 2237474"/>
              <a:gd name="connsiteX149" fmla="*/ 784978 w 12192000"/>
              <a:gd name="connsiteY149" fmla="*/ 2212360 h 2237474"/>
              <a:gd name="connsiteX150" fmla="*/ 681987 w 12192000"/>
              <a:gd name="connsiteY150" fmla="*/ 2216757 h 2237474"/>
              <a:gd name="connsiteX151" fmla="*/ 669923 w 12192000"/>
              <a:gd name="connsiteY151" fmla="*/ 2211682 h 2237474"/>
              <a:gd name="connsiteX152" fmla="*/ 648680 w 12192000"/>
              <a:gd name="connsiteY152" fmla="*/ 2206229 h 2237474"/>
              <a:gd name="connsiteX153" fmla="*/ 597225 w 12192000"/>
              <a:gd name="connsiteY153" fmla="*/ 2180999 h 2237474"/>
              <a:gd name="connsiteX154" fmla="*/ 558449 w 12192000"/>
              <a:gd name="connsiteY154" fmla="*/ 2182346 h 2237474"/>
              <a:gd name="connsiteX155" fmla="*/ 550517 w 12192000"/>
              <a:gd name="connsiteY155" fmla="*/ 2182060 h 2237474"/>
              <a:gd name="connsiteX156" fmla="*/ 550309 w 12192000"/>
              <a:gd name="connsiteY156" fmla="*/ 2181825 h 2237474"/>
              <a:gd name="connsiteX157" fmla="*/ 541836 w 12192000"/>
              <a:gd name="connsiteY157" fmla="*/ 2181063 h 2237474"/>
              <a:gd name="connsiteX158" fmla="*/ 536057 w 12192000"/>
              <a:gd name="connsiteY158" fmla="*/ 2181537 h 2237474"/>
              <a:gd name="connsiteX159" fmla="*/ 520671 w 12192000"/>
              <a:gd name="connsiteY159" fmla="*/ 2180980 h 2237474"/>
              <a:gd name="connsiteX160" fmla="*/ 515024 w 12192000"/>
              <a:gd name="connsiteY160" fmla="*/ 2179258 h 2237474"/>
              <a:gd name="connsiteX161" fmla="*/ 512278 w 12192000"/>
              <a:gd name="connsiteY161" fmla="*/ 2176369 h 2237474"/>
              <a:gd name="connsiteX162" fmla="*/ 480419 w 12192000"/>
              <a:gd name="connsiteY162" fmla="*/ 2167807 h 2237474"/>
              <a:gd name="connsiteX163" fmla="*/ 413835 w 12192000"/>
              <a:gd name="connsiteY163" fmla="*/ 2156783 h 2237474"/>
              <a:gd name="connsiteX164" fmla="*/ 376513 w 12192000"/>
              <a:gd name="connsiteY164" fmla="*/ 2154014 h 2237474"/>
              <a:gd name="connsiteX165" fmla="*/ 273386 w 12192000"/>
              <a:gd name="connsiteY165" fmla="*/ 2142551 h 2237474"/>
              <a:gd name="connsiteX166" fmla="*/ 169207 w 12192000"/>
              <a:gd name="connsiteY166" fmla="*/ 2128100 h 2237474"/>
              <a:gd name="connsiteX167" fmla="*/ 93149 w 12192000"/>
              <a:gd name="connsiteY167" fmla="*/ 2105324 h 2237474"/>
              <a:gd name="connsiteX168" fmla="*/ 88109 w 12192000"/>
              <a:gd name="connsiteY168" fmla="*/ 2106704 h 2237474"/>
              <a:gd name="connsiteX169" fmla="*/ 80022 w 12192000"/>
              <a:gd name="connsiteY169" fmla="*/ 2107254 h 2237474"/>
              <a:gd name="connsiteX170" fmla="*/ 79717 w 12192000"/>
              <a:gd name="connsiteY170" fmla="*/ 2107046 h 2237474"/>
              <a:gd name="connsiteX171" fmla="*/ 72352 w 12192000"/>
              <a:gd name="connsiteY171" fmla="*/ 2107991 h 2237474"/>
              <a:gd name="connsiteX172" fmla="*/ 37645 w 12192000"/>
              <a:gd name="connsiteY172" fmla="*/ 2115401 h 2237474"/>
              <a:gd name="connsiteX173" fmla="*/ 4572 w 12192000"/>
              <a:gd name="connsiteY173" fmla="*/ 2111091 h 2237474"/>
              <a:gd name="connsiteX174" fmla="*/ 0 w 12192000"/>
              <a:gd name="connsiteY174" fmla="*/ 2110468 h 2237474"/>
              <a:gd name="connsiteX175" fmla="*/ 0 w 12192000"/>
              <a:gd name="connsiteY17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15111 h 2237474"/>
              <a:gd name="connsiteX121" fmla="*/ 2186609 w 12192000"/>
              <a:gd name="connsiteY121" fmla="*/ 2008263 h 2237474"/>
              <a:gd name="connsiteX122" fmla="*/ 2164831 w 12192000"/>
              <a:gd name="connsiteY122" fmla="*/ 2010143 h 2237474"/>
              <a:gd name="connsiteX123" fmla="*/ 2152836 w 12192000"/>
              <a:gd name="connsiteY123" fmla="*/ 2010048 h 2237474"/>
              <a:gd name="connsiteX124" fmla="*/ 2117102 w 12192000"/>
              <a:gd name="connsiteY124" fmla="*/ 2023004 h 2237474"/>
              <a:gd name="connsiteX125" fmla="*/ 2111935 w 12192000"/>
              <a:gd name="connsiteY125" fmla="*/ 2023163 h 2237474"/>
              <a:gd name="connsiteX126" fmla="*/ 2089991 w 12192000"/>
              <a:gd name="connsiteY126" fmla="*/ 2034193 h 2237474"/>
              <a:gd name="connsiteX127" fmla="*/ 2058061 w 12192000"/>
              <a:gd name="connsiteY127" fmla="*/ 2047942 h 2237474"/>
              <a:gd name="connsiteX128" fmla="*/ 2055737 w 12192000"/>
              <a:gd name="connsiteY128" fmla="*/ 2047704 h 2237474"/>
              <a:gd name="connsiteX129" fmla="*/ 2042244 w 12192000"/>
              <a:gd name="connsiteY129" fmla="*/ 2055560 h 2237474"/>
              <a:gd name="connsiteX130" fmla="*/ 1976224 w 12192000"/>
              <a:gd name="connsiteY130" fmla="*/ 2074257 h 2237474"/>
              <a:gd name="connsiteX131" fmla="*/ 1877728 w 12192000"/>
              <a:gd name="connsiteY131" fmla="*/ 2101004 h 2237474"/>
              <a:gd name="connsiteX132" fmla="*/ 1759056 w 12192000"/>
              <a:gd name="connsiteY132" fmla="*/ 2125608 h 2237474"/>
              <a:gd name="connsiteX133" fmla="*/ 1637948 w 12192000"/>
              <a:gd name="connsiteY133" fmla="*/ 2172597 h 2237474"/>
              <a:gd name="connsiteX134" fmla="*/ 1434549 w 12192000"/>
              <a:gd name="connsiteY134" fmla="*/ 2234522 h 2237474"/>
              <a:gd name="connsiteX135" fmla="*/ 1398481 w 12192000"/>
              <a:gd name="connsiteY135" fmla="*/ 2237074 h 2237474"/>
              <a:gd name="connsiteX136" fmla="*/ 1398407 w 12192000"/>
              <a:gd name="connsiteY136" fmla="*/ 2237095 h 2237474"/>
              <a:gd name="connsiteX137" fmla="*/ 1370962 w 12192000"/>
              <a:gd name="connsiteY137" fmla="*/ 2237474 h 2237474"/>
              <a:gd name="connsiteX138" fmla="*/ 1356367 w 12192000"/>
              <a:gd name="connsiteY138" fmla="*/ 2235089 h 2237474"/>
              <a:gd name="connsiteX139" fmla="*/ 1324828 w 12192000"/>
              <a:gd name="connsiteY139" fmla="*/ 2231968 h 2237474"/>
              <a:gd name="connsiteX140" fmla="*/ 1297744 w 12192000"/>
              <a:gd name="connsiteY140" fmla="*/ 2235849 h 2237474"/>
              <a:gd name="connsiteX141" fmla="*/ 1286236 w 12192000"/>
              <a:gd name="connsiteY141" fmla="*/ 2233135 h 2237474"/>
              <a:gd name="connsiteX142" fmla="*/ 1283504 w 12192000"/>
              <a:gd name="connsiteY142" fmla="*/ 2233797 h 2237474"/>
              <a:gd name="connsiteX143" fmla="*/ 1279765 w 12192000"/>
              <a:gd name="connsiteY143" fmla="*/ 2229639 h 2237474"/>
              <a:gd name="connsiteX144" fmla="*/ 1195347 w 12192000"/>
              <a:gd name="connsiteY144" fmla="*/ 2212354 h 2237474"/>
              <a:gd name="connsiteX145" fmla="*/ 970251 w 12192000"/>
              <a:gd name="connsiteY145" fmla="*/ 2221029 h 2237474"/>
              <a:gd name="connsiteX146" fmla="*/ 812914 w 12192000"/>
              <a:gd name="connsiteY146" fmla="*/ 2202752 h 2237474"/>
              <a:gd name="connsiteX147" fmla="*/ 800195 w 12192000"/>
              <a:gd name="connsiteY147" fmla="*/ 2209407 h 2237474"/>
              <a:gd name="connsiteX148" fmla="*/ 784978 w 12192000"/>
              <a:gd name="connsiteY148" fmla="*/ 2212360 h 2237474"/>
              <a:gd name="connsiteX149" fmla="*/ 681987 w 12192000"/>
              <a:gd name="connsiteY149" fmla="*/ 2216757 h 2237474"/>
              <a:gd name="connsiteX150" fmla="*/ 669923 w 12192000"/>
              <a:gd name="connsiteY150" fmla="*/ 2211682 h 2237474"/>
              <a:gd name="connsiteX151" fmla="*/ 648680 w 12192000"/>
              <a:gd name="connsiteY151" fmla="*/ 2206229 h 2237474"/>
              <a:gd name="connsiteX152" fmla="*/ 597225 w 12192000"/>
              <a:gd name="connsiteY152" fmla="*/ 2180999 h 2237474"/>
              <a:gd name="connsiteX153" fmla="*/ 558449 w 12192000"/>
              <a:gd name="connsiteY153" fmla="*/ 2182346 h 2237474"/>
              <a:gd name="connsiteX154" fmla="*/ 550517 w 12192000"/>
              <a:gd name="connsiteY154" fmla="*/ 2182060 h 2237474"/>
              <a:gd name="connsiteX155" fmla="*/ 550309 w 12192000"/>
              <a:gd name="connsiteY155" fmla="*/ 2181825 h 2237474"/>
              <a:gd name="connsiteX156" fmla="*/ 541836 w 12192000"/>
              <a:gd name="connsiteY156" fmla="*/ 2181063 h 2237474"/>
              <a:gd name="connsiteX157" fmla="*/ 536057 w 12192000"/>
              <a:gd name="connsiteY157" fmla="*/ 2181537 h 2237474"/>
              <a:gd name="connsiteX158" fmla="*/ 520671 w 12192000"/>
              <a:gd name="connsiteY158" fmla="*/ 2180980 h 2237474"/>
              <a:gd name="connsiteX159" fmla="*/ 515024 w 12192000"/>
              <a:gd name="connsiteY159" fmla="*/ 2179258 h 2237474"/>
              <a:gd name="connsiteX160" fmla="*/ 512278 w 12192000"/>
              <a:gd name="connsiteY160" fmla="*/ 2176369 h 2237474"/>
              <a:gd name="connsiteX161" fmla="*/ 480419 w 12192000"/>
              <a:gd name="connsiteY161" fmla="*/ 2167807 h 2237474"/>
              <a:gd name="connsiteX162" fmla="*/ 413835 w 12192000"/>
              <a:gd name="connsiteY162" fmla="*/ 2156783 h 2237474"/>
              <a:gd name="connsiteX163" fmla="*/ 376513 w 12192000"/>
              <a:gd name="connsiteY163" fmla="*/ 2154014 h 2237474"/>
              <a:gd name="connsiteX164" fmla="*/ 273386 w 12192000"/>
              <a:gd name="connsiteY164" fmla="*/ 2142551 h 2237474"/>
              <a:gd name="connsiteX165" fmla="*/ 169207 w 12192000"/>
              <a:gd name="connsiteY165" fmla="*/ 2128100 h 2237474"/>
              <a:gd name="connsiteX166" fmla="*/ 93149 w 12192000"/>
              <a:gd name="connsiteY166" fmla="*/ 2105324 h 2237474"/>
              <a:gd name="connsiteX167" fmla="*/ 88109 w 12192000"/>
              <a:gd name="connsiteY167" fmla="*/ 2106704 h 2237474"/>
              <a:gd name="connsiteX168" fmla="*/ 80022 w 12192000"/>
              <a:gd name="connsiteY168" fmla="*/ 2107254 h 2237474"/>
              <a:gd name="connsiteX169" fmla="*/ 79717 w 12192000"/>
              <a:gd name="connsiteY169" fmla="*/ 2107046 h 2237474"/>
              <a:gd name="connsiteX170" fmla="*/ 72352 w 12192000"/>
              <a:gd name="connsiteY170" fmla="*/ 2107991 h 2237474"/>
              <a:gd name="connsiteX171" fmla="*/ 37645 w 12192000"/>
              <a:gd name="connsiteY171" fmla="*/ 2115401 h 2237474"/>
              <a:gd name="connsiteX172" fmla="*/ 4572 w 12192000"/>
              <a:gd name="connsiteY172" fmla="*/ 2111091 h 2237474"/>
              <a:gd name="connsiteX173" fmla="*/ 0 w 12192000"/>
              <a:gd name="connsiteY173" fmla="*/ 2110468 h 2237474"/>
              <a:gd name="connsiteX174" fmla="*/ 0 w 12192000"/>
              <a:gd name="connsiteY174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15111 h 2237474"/>
              <a:gd name="connsiteX121" fmla="*/ 2186609 w 12192000"/>
              <a:gd name="connsiteY121" fmla="*/ 2008263 h 2237474"/>
              <a:gd name="connsiteX122" fmla="*/ 2164831 w 12192000"/>
              <a:gd name="connsiteY122" fmla="*/ 2010143 h 2237474"/>
              <a:gd name="connsiteX123" fmla="*/ 2152836 w 12192000"/>
              <a:gd name="connsiteY123" fmla="*/ 2010048 h 2237474"/>
              <a:gd name="connsiteX124" fmla="*/ 2117102 w 12192000"/>
              <a:gd name="connsiteY124" fmla="*/ 2023004 h 2237474"/>
              <a:gd name="connsiteX125" fmla="*/ 2111935 w 12192000"/>
              <a:gd name="connsiteY125" fmla="*/ 2023163 h 2237474"/>
              <a:gd name="connsiteX126" fmla="*/ 2089991 w 12192000"/>
              <a:gd name="connsiteY126" fmla="*/ 2034193 h 2237474"/>
              <a:gd name="connsiteX127" fmla="*/ 2058061 w 12192000"/>
              <a:gd name="connsiteY127" fmla="*/ 2047942 h 2237474"/>
              <a:gd name="connsiteX128" fmla="*/ 2055737 w 12192000"/>
              <a:gd name="connsiteY128" fmla="*/ 2047704 h 2237474"/>
              <a:gd name="connsiteX129" fmla="*/ 2042244 w 12192000"/>
              <a:gd name="connsiteY129" fmla="*/ 2055560 h 2237474"/>
              <a:gd name="connsiteX130" fmla="*/ 1976224 w 12192000"/>
              <a:gd name="connsiteY130" fmla="*/ 2074257 h 2237474"/>
              <a:gd name="connsiteX131" fmla="*/ 1877728 w 12192000"/>
              <a:gd name="connsiteY131" fmla="*/ 2101004 h 2237474"/>
              <a:gd name="connsiteX132" fmla="*/ 1759056 w 12192000"/>
              <a:gd name="connsiteY132" fmla="*/ 2125608 h 2237474"/>
              <a:gd name="connsiteX133" fmla="*/ 1637948 w 12192000"/>
              <a:gd name="connsiteY133" fmla="*/ 2172597 h 2237474"/>
              <a:gd name="connsiteX134" fmla="*/ 1434549 w 12192000"/>
              <a:gd name="connsiteY134" fmla="*/ 2234522 h 2237474"/>
              <a:gd name="connsiteX135" fmla="*/ 1398481 w 12192000"/>
              <a:gd name="connsiteY135" fmla="*/ 2237074 h 2237474"/>
              <a:gd name="connsiteX136" fmla="*/ 1398407 w 12192000"/>
              <a:gd name="connsiteY136" fmla="*/ 2237095 h 2237474"/>
              <a:gd name="connsiteX137" fmla="*/ 1370962 w 12192000"/>
              <a:gd name="connsiteY137" fmla="*/ 2237474 h 2237474"/>
              <a:gd name="connsiteX138" fmla="*/ 1356367 w 12192000"/>
              <a:gd name="connsiteY138" fmla="*/ 2235089 h 2237474"/>
              <a:gd name="connsiteX139" fmla="*/ 1324828 w 12192000"/>
              <a:gd name="connsiteY139" fmla="*/ 2231968 h 2237474"/>
              <a:gd name="connsiteX140" fmla="*/ 1297744 w 12192000"/>
              <a:gd name="connsiteY140" fmla="*/ 2235849 h 2237474"/>
              <a:gd name="connsiteX141" fmla="*/ 1286236 w 12192000"/>
              <a:gd name="connsiteY141" fmla="*/ 2233135 h 2237474"/>
              <a:gd name="connsiteX142" fmla="*/ 1279765 w 12192000"/>
              <a:gd name="connsiteY142" fmla="*/ 2229639 h 2237474"/>
              <a:gd name="connsiteX143" fmla="*/ 1195347 w 12192000"/>
              <a:gd name="connsiteY143" fmla="*/ 2212354 h 2237474"/>
              <a:gd name="connsiteX144" fmla="*/ 970251 w 12192000"/>
              <a:gd name="connsiteY144" fmla="*/ 2221029 h 2237474"/>
              <a:gd name="connsiteX145" fmla="*/ 812914 w 12192000"/>
              <a:gd name="connsiteY145" fmla="*/ 2202752 h 2237474"/>
              <a:gd name="connsiteX146" fmla="*/ 800195 w 12192000"/>
              <a:gd name="connsiteY146" fmla="*/ 2209407 h 2237474"/>
              <a:gd name="connsiteX147" fmla="*/ 784978 w 12192000"/>
              <a:gd name="connsiteY147" fmla="*/ 2212360 h 2237474"/>
              <a:gd name="connsiteX148" fmla="*/ 681987 w 12192000"/>
              <a:gd name="connsiteY148" fmla="*/ 2216757 h 2237474"/>
              <a:gd name="connsiteX149" fmla="*/ 669923 w 12192000"/>
              <a:gd name="connsiteY149" fmla="*/ 2211682 h 2237474"/>
              <a:gd name="connsiteX150" fmla="*/ 648680 w 12192000"/>
              <a:gd name="connsiteY150" fmla="*/ 2206229 h 2237474"/>
              <a:gd name="connsiteX151" fmla="*/ 597225 w 12192000"/>
              <a:gd name="connsiteY151" fmla="*/ 2180999 h 2237474"/>
              <a:gd name="connsiteX152" fmla="*/ 558449 w 12192000"/>
              <a:gd name="connsiteY152" fmla="*/ 2182346 h 2237474"/>
              <a:gd name="connsiteX153" fmla="*/ 550517 w 12192000"/>
              <a:gd name="connsiteY153" fmla="*/ 2182060 h 2237474"/>
              <a:gd name="connsiteX154" fmla="*/ 550309 w 12192000"/>
              <a:gd name="connsiteY154" fmla="*/ 2181825 h 2237474"/>
              <a:gd name="connsiteX155" fmla="*/ 541836 w 12192000"/>
              <a:gd name="connsiteY155" fmla="*/ 2181063 h 2237474"/>
              <a:gd name="connsiteX156" fmla="*/ 536057 w 12192000"/>
              <a:gd name="connsiteY156" fmla="*/ 2181537 h 2237474"/>
              <a:gd name="connsiteX157" fmla="*/ 520671 w 12192000"/>
              <a:gd name="connsiteY157" fmla="*/ 2180980 h 2237474"/>
              <a:gd name="connsiteX158" fmla="*/ 515024 w 12192000"/>
              <a:gd name="connsiteY158" fmla="*/ 2179258 h 2237474"/>
              <a:gd name="connsiteX159" fmla="*/ 512278 w 12192000"/>
              <a:gd name="connsiteY159" fmla="*/ 2176369 h 2237474"/>
              <a:gd name="connsiteX160" fmla="*/ 480419 w 12192000"/>
              <a:gd name="connsiteY160" fmla="*/ 2167807 h 2237474"/>
              <a:gd name="connsiteX161" fmla="*/ 413835 w 12192000"/>
              <a:gd name="connsiteY161" fmla="*/ 2156783 h 2237474"/>
              <a:gd name="connsiteX162" fmla="*/ 376513 w 12192000"/>
              <a:gd name="connsiteY162" fmla="*/ 2154014 h 2237474"/>
              <a:gd name="connsiteX163" fmla="*/ 273386 w 12192000"/>
              <a:gd name="connsiteY163" fmla="*/ 2142551 h 2237474"/>
              <a:gd name="connsiteX164" fmla="*/ 169207 w 12192000"/>
              <a:gd name="connsiteY164" fmla="*/ 2128100 h 2237474"/>
              <a:gd name="connsiteX165" fmla="*/ 93149 w 12192000"/>
              <a:gd name="connsiteY165" fmla="*/ 2105324 h 2237474"/>
              <a:gd name="connsiteX166" fmla="*/ 88109 w 12192000"/>
              <a:gd name="connsiteY166" fmla="*/ 2106704 h 2237474"/>
              <a:gd name="connsiteX167" fmla="*/ 80022 w 12192000"/>
              <a:gd name="connsiteY167" fmla="*/ 2107254 h 2237474"/>
              <a:gd name="connsiteX168" fmla="*/ 79717 w 12192000"/>
              <a:gd name="connsiteY168" fmla="*/ 2107046 h 2237474"/>
              <a:gd name="connsiteX169" fmla="*/ 72352 w 12192000"/>
              <a:gd name="connsiteY169" fmla="*/ 2107991 h 2237474"/>
              <a:gd name="connsiteX170" fmla="*/ 37645 w 12192000"/>
              <a:gd name="connsiteY170" fmla="*/ 2115401 h 2237474"/>
              <a:gd name="connsiteX171" fmla="*/ 4572 w 12192000"/>
              <a:gd name="connsiteY171" fmla="*/ 2111091 h 2237474"/>
              <a:gd name="connsiteX172" fmla="*/ 0 w 12192000"/>
              <a:gd name="connsiteY172" fmla="*/ 2110468 h 2237474"/>
              <a:gd name="connsiteX173" fmla="*/ 0 w 12192000"/>
              <a:gd name="connsiteY173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15111 h 2237474"/>
              <a:gd name="connsiteX121" fmla="*/ 2186609 w 12192000"/>
              <a:gd name="connsiteY121" fmla="*/ 2008263 h 2237474"/>
              <a:gd name="connsiteX122" fmla="*/ 2164831 w 12192000"/>
              <a:gd name="connsiteY122" fmla="*/ 2010143 h 2237474"/>
              <a:gd name="connsiteX123" fmla="*/ 2152836 w 12192000"/>
              <a:gd name="connsiteY123" fmla="*/ 2010048 h 2237474"/>
              <a:gd name="connsiteX124" fmla="*/ 2117102 w 12192000"/>
              <a:gd name="connsiteY124" fmla="*/ 2023004 h 2237474"/>
              <a:gd name="connsiteX125" fmla="*/ 2111935 w 12192000"/>
              <a:gd name="connsiteY125" fmla="*/ 2023163 h 2237474"/>
              <a:gd name="connsiteX126" fmla="*/ 2089991 w 12192000"/>
              <a:gd name="connsiteY126" fmla="*/ 2034193 h 2237474"/>
              <a:gd name="connsiteX127" fmla="*/ 2058061 w 12192000"/>
              <a:gd name="connsiteY127" fmla="*/ 2047942 h 2237474"/>
              <a:gd name="connsiteX128" fmla="*/ 2055737 w 12192000"/>
              <a:gd name="connsiteY128" fmla="*/ 2047704 h 2237474"/>
              <a:gd name="connsiteX129" fmla="*/ 2042244 w 12192000"/>
              <a:gd name="connsiteY129" fmla="*/ 2055560 h 2237474"/>
              <a:gd name="connsiteX130" fmla="*/ 1976224 w 12192000"/>
              <a:gd name="connsiteY130" fmla="*/ 2074257 h 2237474"/>
              <a:gd name="connsiteX131" fmla="*/ 1877728 w 12192000"/>
              <a:gd name="connsiteY131" fmla="*/ 2101004 h 2237474"/>
              <a:gd name="connsiteX132" fmla="*/ 1759056 w 12192000"/>
              <a:gd name="connsiteY132" fmla="*/ 2125608 h 2237474"/>
              <a:gd name="connsiteX133" fmla="*/ 1637948 w 12192000"/>
              <a:gd name="connsiteY133" fmla="*/ 2172597 h 2237474"/>
              <a:gd name="connsiteX134" fmla="*/ 1434549 w 12192000"/>
              <a:gd name="connsiteY134" fmla="*/ 2234522 h 2237474"/>
              <a:gd name="connsiteX135" fmla="*/ 1398481 w 12192000"/>
              <a:gd name="connsiteY135" fmla="*/ 2237074 h 2237474"/>
              <a:gd name="connsiteX136" fmla="*/ 1398407 w 12192000"/>
              <a:gd name="connsiteY136" fmla="*/ 2237095 h 2237474"/>
              <a:gd name="connsiteX137" fmla="*/ 1370962 w 12192000"/>
              <a:gd name="connsiteY137" fmla="*/ 2237474 h 2237474"/>
              <a:gd name="connsiteX138" fmla="*/ 1356367 w 12192000"/>
              <a:gd name="connsiteY138" fmla="*/ 2235089 h 2237474"/>
              <a:gd name="connsiteX139" fmla="*/ 1324828 w 12192000"/>
              <a:gd name="connsiteY139" fmla="*/ 2231968 h 2237474"/>
              <a:gd name="connsiteX140" fmla="*/ 1297744 w 12192000"/>
              <a:gd name="connsiteY140" fmla="*/ 2235849 h 2237474"/>
              <a:gd name="connsiteX141" fmla="*/ 1279765 w 12192000"/>
              <a:gd name="connsiteY141" fmla="*/ 2229639 h 2237474"/>
              <a:gd name="connsiteX142" fmla="*/ 1195347 w 12192000"/>
              <a:gd name="connsiteY142" fmla="*/ 2212354 h 2237474"/>
              <a:gd name="connsiteX143" fmla="*/ 970251 w 12192000"/>
              <a:gd name="connsiteY143" fmla="*/ 2221029 h 2237474"/>
              <a:gd name="connsiteX144" fmla="*/ 812914 w 12192000"/>
              <a:gd name="connsiteY144" fmla="*/ 2202752 h 2237474"/>
              <a:gd name="connsiteX145" fmla="*/ 800195 w 12192000"/>
              <a:gd name="connsiteY145" fmla="*/ 2209407 h 2237474"/>
              <a:gd name="connsiteX146" fmla="*/ 784978 w 12192000"/>
              <a:gd name="connsiteY146" fmla="*/ 2212360 h 2237474"/>
              <a:gd name="connsiteX147" fmla="*/ 681987 w 12192000"/>
              <a:gd name="connsiteY147" fmla="*/ 2216757 h 2237474"/>
              <a:gd name="connsiteX148" fmla="*/ 669923 w 12192000"/>
              <a:gd name="connsiteY148" fmla="*/ 2211682 h 2237474"/>
              <a:gd name="connsiteX149" fmla="*/ 648680 w 12192000"/>
              <a:gd name="connsiteY149" fmla="*/ 2206229 h 2237474"/>
              <a:gd name="connsiteX150" fmla="*/ 597225 w 12192000"/>
              <a:gd name="connsiteY150" fmla="*/ 2180999 h 2237474"/>
              <a:gd name="connsiteX151" fmla="*/ 558449 w 12192000"/>
              <a:gd name="connsiteY151" fmla="*/ 2182346 h 2237474"/>
              <a:gd name="connsiteX152" fmla="*/ 550517 w 12192000"/>
              <a:gd name="connsiteY152" fmla="*/ 2182060 h 2237474"/>
              <a:gd name="connsiteX153" fmla="*/ 550309 w 12192000"/>
              <a:gd name="connsiteY153" fmla="*/ 2181825 h 2237474"/>
              <a:gd name="connsiteX154" fmla="*/ 541836 w 12192000"/>
              <a:gd name="connsiteY154" fmla="*/ 2181063 h 2237474"/>
              <a:gd name="connsiteX155" fmla="*/ 536057 w 12192000"/>
              <a:gd name="connsiteY155" fmla="*/ 2181537 h 2237474"/>
              <a:gd name="connsiteX156" fmla="*/ 520671 w 12192000"/>
              <a:gd name="connsiteY156" fmla="*/ 2180980 h 2237474"/>
              <a:gd name="connsiteX157" fmla="*/ 515024 w 12192000"/>
              <a:gd name="connsiteY157" fmla="*/ 2179258 h 2237474"/>
              <a:gd name="connsiteX158" fmla="*/ 512278 w 12192000"/>
              <a:gd name="connsiteY158" fmla="*/ 2176369 h 2237474"/>
              <a:gd name="connsiteX159" fmla="*/ 480419 w 12192000"/>
              <a:gd name="connsiteY159" fmla="*/ 2167807 h 2237474"/>
              <a:gd name="connsiteX160" fmla="*/ 413835 w 12192000"/>
              <a:gd name="connsiteY160" fmla="*/ 2156783 h 2237474"/>
              <a:gd name="connsiteX161" fmla="*/ 376513 w 12192000"/>
              <a:gd name="connsiteY161" fmla="*/ 2154014 h 2237474"/>
              <a:gd name="connsiteX162" fmla="*/ 273386 w 12192000"/>
              <a:gd name="connsiteY162" fmla="*/ 2142551 h 2237474"/>
              <a:gd name="connsiteX163" fmla="*/ 169207 w 12192000"/>
              <a:gd name="connsiteY163" fmla="*/ 2128100 h 2237474"/>
              <a:gd name="connsiteX164" fmla="*/ 93149 w 12192000"/>
              <a:gd name="connsiteY164" fmla="*/ 2105324 h 2237474"/>
              <a:gd name="connsiteX165" fmla="*/ 88109 w 12192000"/>
              <a:gd name="connsiteY165" fmla="*/ 2106704 h 2237474"/>
              <a:gd name="connsiteX166" fmla="*/ 80022 w 12192000"/>
              <a:gd name="connsiteY166" fmla="*/ 2107254 h 2237474"/>
              <a:gd name="connsiteX167" fmla="*/ 79717 w 12192000"/>
              <a:gd name="connsiteY167" fmla="*/ 2107046 h 2237474"/>
              <a:gd name="connsiteX168" fmla="*/ 72352 w 12192000"/>
              <a:gd name="connsiteY168" fmla="*/ 2107991 h 2237474"/>
              <a:gd name="connsiteX169" fmla="*/ 37645 w 12192000"/>
              <a:gd name="connsiteY169" fmla="*/ 2115401 h 2237474"/>
              <a:gd name="connsiteX170" fmla="*/ 4572 w 12192000"/>
              <a:gd name="connsiteY170" fmla="*/ 2111091 h 2237474"/>
              <a:gd name="connsiteX171" fmla="*/ 0 w 12192000"/>
              <a:gd name="connsiteY171" fmla="*/ 2110468 h 2237474"/>
              <a:gd name="connsiteX172" fmla="*/ 0 w 12192000"/>
              <a:gd name="connsiteY17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15111 h 2237474"/>
              <a:gd name="connsiteX121" fmla="*/ 2186609 w 12192000"/>
              <a:gd name="connsiteY121" fmla="*/ 2008263 h 2237474"/>
              <a:gd name="connsiteX122" fmla="*/ 2164831 w 12192000"/>
              <a:gd name="connsiteY122" fmla="*/ 2010143 h 2237474"/>
              <a:gd name="connsiteX123" fmla="*/ 2152836 w 12192000"/>
              <a:gd name="connsiteY123" fmla="*/ 2010048 h 2237474"/>
              <a:gd name="connsiteX124" fmla="*/ 2117102 w 12192000"/>
              <a:gd name="connsiteY124" fmla="*/ 2023004 h 2237474"/>
              <a:gd name="connsiteX125" fmla="*/ 2111935 w 12192000"/>
              <a:gd name="connsiteY125" fmla="*/ 2023163 h 2237474"/>
              <a:gd name="connsiteX126" fmla="*/ 2089991 w 12192000"/>
              <a:gd name="connsiteY126" fmla="*/ 2034193 h 2237474"/>
              <a:gd name="connsiteX127" fmla="*/ 2058061 w 12192000"/>
              <a:gd name="connsiteY127" fmla="*/ 2047942 h 2237474"/>
              <a:gd name="connsiteX128" fmla="*/ 2055737 w 12192000"/>
              <a:gd name="connsiteY128" fmla="*/ 2047704 h 2237474"/>
              <a:gd name="connsiteX129" fmla="*/ 2042244 w 12192000"/>
              <a:gd name="connsiteY129" fmla="*/ 2055560 h 2237474"/>
              <a:gd name="connsiteX130" fmla="*/ 1976224 w 12192000"/>
              <a:gd name="connsiteY130" fmla="*/ 2074257 h 2237474"/>
              <a:gd name="connsiteX131" fmla="*/ 1877728 w 12192000"/>
              <a:gd name="connsiteY131" fmla="*/ 2101004 h 2237474"/>
              <a:gd name="connsiteX132" fmla="*/ 1759056 w 12192000"/>
              <a:gd name="connsiteY132" fmla="*/ 2125608 h 2237474"/>
              <a:gd name="connsiteX133" fmla="*/ 1637948 w 12192000"/>
              <a:gd name="connsiteY133" fmla="*/ 2172597 h 2237474"/>
              <a:gd name="connsiteX134" fmla="*/ 1434549 w 12192000"/>
              <a:gd name="connsiteY134" fmla="*/ 2234522 h 2237474"/>
              <a:gd name="connsiteX135" fmla="*/ 1398481 w 12192000"/>
              <a:gd name="connsiteY135" fmla="*/ 2237074 h 2237474"/>
              <a:gd name="connsiteX136" fmla="*/ 1398407 w 12192000"/>
              <a:gd name="connsiteY136" fmla="*/ 2237095 h 2237474"/>
              <a:gd name="connsiteX137" fmla="*/ 1370962 w 12192000"/>
              <a:gd name="connsiteY137" fmla="*/ 2237474 h 2237474"/>
              <a:gd name="connsiteX138" fmla="*/ 1356367 w 12192000"/>
              <a:gd name="connsiteY138" fmla="*/ 2235089 h 2237474"/>
              <a:gd name="connsiteX139" fmla="*/ 1324828 w 12192000"/>
              <a:gd name="connsiteY139" fmla="*/ 2231968 h 2237474"/>
              <a:gd name="connsiteX140" fmla="*/ 1279765 w 12192000"/>
              <a:gd name="connsiteY140" fmla="*/ 2229639 h 2237474"/>
              <a:gd name="connsiteX141" fmla="*/ 1195347 w 12192000"/>
              <a:gd name="connsiteY141" fmla="*/ 2212354 h 2237474"/>
              <a:gd name="connsiteX142" fmla="*/ 970251 w 12192000"/>
              <a:gd name="connsiteY142" fmla="*/ 2221029 h 2237474"/>
              <a:gd name="connsiteX143" fmla="*/ 812914 w 12192000"/>
              <a:gd name="connsiteY143" fmla="*/ 2202752 h 2237474"/>
              <a:gd name="connsiteX144" fmla="*/ 800195 w 12192000"/>
              <a:gd name="connsiteY144" fmla="*/ 2209407 h 2237474"/>
              <a:gd name="connsiteX145" fmla="*/ 784978 w 12192000"/>
              <a:gd name="connsiteY145" fmla="*/ 2212360 h 2237474"/>
              <a:gd name="connsiteX146" fmla="*/ 681987 w 12192000"/>
              <a:gd name="connsiteY146" fmla="*/ 2216757 h 2237474"/>
              <a:gd name="connsiteX147" fmla="*/ 669923 w 12192000"/>
              <a:gd name="connsiteY147" fmla="*/ 2211682 h 2237474"/>
              <a:gd name="connsiteX148" fmla="*/ 648680 w 12192000"/>
              <a:gd name="connsiteY148" fmla="*/ 2206229 h 2237474"/>
              <a:gd name="connsiteX149" fmla="*/ 597225 w 12192000"/>
              <a:gd name="connsiteY149" fmla="*/ 2180999 h 2237474"/>
              <a:gd name="connsiteX150" fmla="*/ 558449 w 12192000"/>
              <a:gd name="connsiteY150" fmla="*/ 2182346 h 2237474"/>
              <a:gd name="connsiteX151" fmla="*/ 550517 w 12192000"/>
              <a:gd name="connsiteY151" fmla="*/ 2182060 h 2237474"/>
              <a:gd name="connsiteX152" fmla="*/ 550309 w 12192000"/>
              <a:gd name="connsiteY152" fmla="*/ 2181825 h 2237474"/>
              <a:gd name="connsiteX153" fmla="*/ 541836 w 12192000"/>
              <a:gd name="connsiteY153" fmla="*/ 2181063 h 2237474"/>
              <a:gd name="connsiteX154" fmla="*/ 536057 w 12192000"/>
              <a:gd name="connsiteY154" fmla="*/ 2181537 h 2237474"/>
              <a:gd name="connsiteX155" fmla="*/ 520671 w 12192000"/>
              <a:gd name="connsiteY155" fmla="*/ 2180980 h 2237474"/>
              <a:gd name="connsiteX156" fmla="*/ 515024 w 12192000"/>
              <a:gd name="connsiteY156" fmla="*/ 2179258 h 2237474"/>
              <a:gd name="connsiteX157" fmla="*/ 512278 w 12192000"/>
              <a:gd name="connsiteY157" fmla="*/ 2176369 h 2237474"/>
              <a:gd name="connsiteX158" fmla="*/ 480419 w 12192000"/>
              <a:gd name="connsiteY158" fmla="*/ 2167807 h 2237474"/>
              <a:gd name="connsiteX159" fmla="*/ 413835 w 12192000"/>
              <a:gd name="connsiteY159" fmla="*/ 2156783 h 2237474"/>
              <a:gd name="connsiteX160" fmla="*/ 376513 w 12192000"/>
              <a:gd name="connsiteY160" fmla="*/ 2154014 h 2237474"/>
              <a:gd name="connsiteX161" fmla="*/ 273386 w 12192000"/>
              <a:gd name="connsiteY161" fmla="*/ 2142551 h 2237474"/>
              <a:gd name="connsiteX162" fmla="*/ 169207 w 12192000"/>
              <a:gd name="connsiteY162" fmla="*/ 2128100 h 2237474"/>
              <a:gd name="connsiteX163" fmla="*/ 93149 w 12192000"/>
              <a:gd name="connsiteY163" fmla="*/ 2105324 h 2237474"/>
              <a:gd name="connsiteX164" fmla="*/ 88109 w 12192000"/>
              <a:gd name="connsiteY164" fmla="*/ 2106704 h 2237474"/>
              <a:gd name="connsiteX165" fmla="*/ 80022 w 12192000"/>
              <a:gd name="connsiteY165" fmla="*/ 2107254 h 2237474"/>
              <a:gd name="connsiteX166" fmla="*/ 79717 w 12192000"/>
              <a:gd name="connsiteY166" fmla="*/ 2107046 h 2237474"/>
              <a:gd name="connsiteX167" fmla="*/ 72352 w 12192000"/>
              <a:gd name="connsiteY167" fmla="*/ 2107991 h 2237474"/>
              <a:gd name="connsiteX168" fmla="*/ 37645 w 12192000"/>
              <a:gd name="connsiteY168" fmla="*/ 2115401 h 2237474"/>
              <a:gd name="connsiteX169" fmla="*/ 4572 w 12192000"/>
              <a:gd name="connsiteY169" fmla="*/ 2111091 h 2237474"/>
              <a:gd name="connsiteX170" fmla="*/ 0 w 12192000"/>
              <a:gd name="connsiteY170" fmla="*/ 2110468 h 2237474"/>
              <a:gd name="connsiteX171" fmla="*/ 0 w 12192000"/>
              <a:gd name="connsiteY171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15111 h 2237474"/>
              <a:gd name="connsiteX121" fmla="*/ 2186609 w 12192000"/>
              <a:gd name="connsiteY121" fmla="*/ 2008263 h 2237474"/>
              <a:gd name="connsiteX122" fmla="*/ 2164831 w 12192000"/>
              <a:gd name="connsiteY122" fmla="*/ 2010143 h 2237474"/>
              <a:gd name="connsiteX123" fmla="*/ 2152836 w 12192000"/>
              <a:gd name="connsiteY123" fmla="*/ 2010048 h 2237474"/>
              <a:gd name="connsiteX124" fmla="*/ 2117102 w 12192000"/>
              <a:gd name="connsiteY124" fmla="*/ 2023004 h 2237474"/>
              <a:gd name="connsiteX125" fmla="*/ 2111935 w 12192000"/>
              <a:gd name="connsiteY125" fmla="*/ 2023163 h 2237474"/>
              <a:gd name="connsiteX126" fmla="*/ 2089991 w 12192000"/>
              <a:gd name="connsiteY126" fmla="*/ 2034193 h 2237474"/>
              <a:gd name="connsiteX127" fmla="*/ 2058061 w 12192000"/>
              <a:gd name="connsiteY127" fmla="*/ 2047942 h 2237474"/>
              <a:gd name="connsiteX128" fmla="*/ 2055737 w 12192000"/>
              <a:gd name="connsiteY128" fmla="*/ 2047704 h 2237474"/>
              <a:gd name="connsiteX129" fmla="*/ 2042244 w 12192000"/>
              <a:gd name="connsiteY129" fmla="*/ 2055560 h 2237474"/>
              <a:gd name="connsiteX130" fmla="*/ 1877728 w 12192000"/>
              <a:gd name="connsiteY130" fmla="*/ 2101004 h 2237474"/>
              <a:gd name="connsiteX131" fmla="*/ 1759056 w 12192000"/>
              <a:gd name="connsiteY131" fmla="*/ 2125608 h 2237474"/>
              <a:gd name="connsiteX132" fmla="*/ 1637948 w 12192000"/>
              <a:gd name="connsiteY132" fmla="*/ 2172597 h 2237474"/>
              <a:gd name="connsiteX133" fmla="*/ 1434549 w 12192000"/>
              <a:gd name="connsiteY133" fmla="*/ 2234522 h 2237474"/>
              <a:gd name="connsiteX134" fmla="*/ 1398481 w 12192000"/>
              <a:gd name="connsiteY134" fmla="*/ 2237074 h 2237474"/>
              <a:gd name="connsiteX135" fmla="*/ 1398407 w 12192000"/>
              <a:gd name="connsiteY135" fmla="*/ 2237095 h 2237474"/>
              <a:gd name="connsiteX136" fmla="*/ 1370962 w 12192000"/>
              <a:gd name="connsiteY136" fmla="*/ 2237474 h 2237474"/>
              <a:gd name="connsiteX137" fmla="*/ 1356367 w 12192000"/>
              <a:gd name="connsiteY137" fmla="*/ 2235089 h 2237474"/>
              <a:gd name="connsiteX138" fmla="*/ 1324828 w 12192000"/>
              <a:gd name="connsiteY138" fmla="*/ 2231968 h 2237474"/>
              <a:gd name="connsiteX139" fmla="*/ 1279765 w 12192000"/>
              <a:gd name="connsiteY139" fmla="*/ 2229639 h 2237474"/>
              <a:gd name="connsiteX140" fmla="*/ 1195347 w 12192000"/>
              <a:gd name="connsiteY140" fmla="*/ 2212354 h 2237474"/>
              <a:gd name="connsiteX141" fmla="*/ 970251 w 12192000"/>
              <a:gd name="connsiteY141" fmla="*/ 2221029 h 2237474"/>
              <a:gd name="connsiteX142" fmla="*/ 812914 w 12192000"/>
              <a:gd name="connsiteY142" fmla="*/ 2202752 h 2237474"/>
              <a:gd name="connsiteX143" fmla="*/ 800195 w 12192000"/>
              <a:gd name="connsiteY143" fmla="*/ 2209407 h 2237474"/>
              <a:gd name="connsiteX144" fmla="*/ 784978 w 12192000"/>
              <a:gd name="connsiteY144" fmla="*/ 2212360 h 2237474"/>
              <a:gd name="connsiteX145" fmla="*/ 681987 w 12192000"/>
              <a:gd name="connsiteY145" fmla="*/ 2216757 h 2237474"/>
              <a:gd name="connsiteX146" fmla="*/ 669923 w 12192000"/>
              <a:gd name="connsiteY146" fmla="*/ 2211682 h 2237474"/>
              <a:gd name="connsiteX147" fmla="*/ 648680 w 12192000"/>
              <a:gd name="connsiteY147" fmla="*/ 2206229 h 2237474"/>
              <a:gd name="connsiteX148" fmla="*/ 597225 w 12192000"/>
              <a:gd name="connsiteY148" fmla="*/ 2180999 h 2237474"/>
              <a:gd name="connsiteX149" fmla="*/ 558449 w 12192000"/>
              <a:gd name="connsiteY149" fmla="*/ 2182346 h 2237474"/>
              <a:gd name="connsiteX150" fmla="*/ 550517 w 12192000"/>
              <a:gd name="connsiteY150" fmla="*/ 2182060 h 2237474"/>
              <a:gd name="connsiteX151" fmla="*/ 550309 w 12192000"/>
              <a:gd name="connsiteY151" fmla="*/ 2181825 h 2237474"/>
              <a:gd name="connsiteX152" fmla="*/ 541836 w 12192000"/>
              <a:gd name="connsiteY152" fmla="*/ 2181063 h 2237474"/>
              <a:gd name="connsiteX153" fmla="*/ 536057 w 12192000"/>
              <a:gd name="connsiteY153" fmla="*/ 2181537 h 2237474"/>
              <a:gd name="connsiteX154" fmla="*/ 520671 w 12192000"/>
              <a:gd name="connsiteY154" fmla="*/ 2180980 h 2237474"/>
              <a:gd name="connsiteX155" fmla="*/ 515024 w 12192000"/>
              <a:gd name="connsiteY155" fmla="*/ 2179258 h 2237474"/>
              <a:gd name="connsiteX156" fmla="*/ 512278 w 12192000"/>
              <a:gd name="connsiteY156" fmla="*/ 2176369 h 2237474"/>
              <a:gd name="connsiteX157" fmla="*/ 480419 w 12192000"/>
              <a:gd name="connsiteY157" fmla="*/ 2167807 h 2237474"/>
              <a:gd name="connsiteX158" fmla="*/ 413835 w 12192000"/>
              <a:gd name="connsiteY158" fmla="*/ 2156783 h 2237474"/>
              <a:gd name="connsiteX159" fmla="*/ 376513 w 12192000"/>
              <a:gd name="connsiteY159" fmla="*/ 2154014 h 2237474"/>
              <a:gd name="connsiteX160" fmla="*/ 273386 w 12192000"/>
              <a:gd name="connsiteY160" fmla="*/ 2142551 h 2237474"/>
              <a:gd name="connsiteX161" fmla="*/ 169207 w 12192000"/>
              <a:gd name="connsiteY161" fmla="*/ 2128100 h 2237474"/>
              <a:gd name="connsiteX162" fmla="*/ 93149 w 12192000"/>
              <a:gd name="connsiteY162" fmla="*/ 2105324 h 2237474"/>
              <a:gd name="connsiteX163" fmla="*/ 88109 w 12192000"/>
              <a:gd name="connsiteY163" fmla="*/ 2106704 h 2237474"/>
              <a:gd name="connsiteX164" fmla="*/ 80022 w 12192000"/>
              <a:gd name="connsiteY164" fmla="*/ 2107254 h 2237474"/>
              <a:gd name="connsiteX165" fmla="*/ 79717 w 12192000"/>
              <a:gd name="connsiteY165" fmla="*/ 2107046 h 2237474"/>
              <a:gd name="connsiteX166" fmla="*/ 72352 w 12192000"/>
              <a:gd name="connsiteY166" fmla="*/ 2107991 h 2237474"/>
              <a:gd name="connsiteX167" fmla="*/ 37645 w 12192000"/>
              <a:gd name="connsiteY167" fmla="*/ 2115401 h 2237474"/>
              <a:gd name="connsiteX168" fmla="*/ 4572 w 12192000"/>
              <a:gd name="connsiteY168" fmla="*/ 2111091 h 2237474"/>
              <a:gd name="connsiteX169" fmla="*/ 0 w 12192000"/>
              <a:gd name="connsiteY169" fmla="*/ 2110468 h 2237474"/>
              <a:gd name="connsiteX170" fmla="*/ 0 w 12192000"/>
              <a:gd name="connsiteY170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15111 h 2237474"/>
              <a:gd name="connsiteX121" fmla="*/ 2186609 w 12192000"/>
              <a:gd name="connsiteY121" fmla="*/ 2008263 h 2237474"/>
              <a:gd name="connsiteX122" fmla="*/ 2164831 w 12192000"/>
              <a:gd name="connsiteY122" fmla="*/ 2010143 h 2237474"/>
              <a:gd name="connsiteX123" fmla="*/ 2152836 w 12192000"/>
              <a:gd name="connsiteY123" fmla="*/ 2010048 h 2237474"/>
              <a:gd name="connsiteX124" fmla="*/ 2117102 w 12192000"/>
              <a:gd name="connsiteY124" fmla="*/ 2023004 h 2237474"/>
              <a:gd name="connsiteX125" fmla="*/ 2111935 w 12192000"/>
              <a:gd name="connsiteY125" fmla="*/ 2023163 h 2237474"/>
              <a:gd name="connsiteX126" fmla="*/ 2089991 w 12192000"/>
              <a:gd name="connsiteY126" fmla="*/ 2034193 h 2237474"/>
              <a:gd name="connsiteX127" fmla="*/ 2058061 w 12192000"/>
              <a:gd name="connsiteY127" fmla="*/ 2047942 h 2237474"/>
              <a:gd name="connsiteX128" fmla="*/ 2055737 w 12192000"/>
              <a:gd name="connsiteY128" fmla="*/ 2047704 h 2237474"/>
              <a:gd name="connsiteX129" fmla="*/ 2042244 w 12192000"/>
              <a:gd name="connsiteY129" fmla="*/ 2055560 h 2237474"/>
              <a:gd name="connsiteX130" fmla="*/ 1877728 w 12192000"/>
              <a:gd name="connsiteY130" fmla="*/ 2101004 h 2237474"/>
              <a:gd name="connsiteX131" fmla="*/ 1759056 w 12192000"/>
              <a:gd name="connsiteY131" fmla="*/ 2125608 h 2237474"/>
              <a:gd name="connsiteX132" fmla="*/ 1637948 w 12192000"/>
              <a:gd name="connsiteY132" fmla="*/ 2172597 h 2237474"/>
              <a:gd name="connsiteX133" fmla="*/ 1434549 w 12192000"/>
              <a:gd name="connsiteY133" fmla="*/ 2234522 h 2237474"/>
              <a:gd name="connsiteX134" fmla="*/ 1398481 w 12192000"/>
              <a:gd name="connsiteY134" fmla="*/ 2237074 h 2237474"/>
              <a:gd name="connsiteX135" fmla="*/ 1398407 w 12192000"/>
              <a:gd name="connsiteY135" fmla="*/ 2237095 h 2237474"/>
              <a:gd name="connsiteX136" fmla="*/ 1370962 w 12192000"/>
              <a:gd name="connsiteY136" fmla="*/ 2237474 h 2237474"/>
              <a:gd name="connsiteX137" fmla="*/ 1356367 w 12192000"/>
              <a:gd name="connsiteY137" fmla="*/ 2235089 h 2237474"/>
              <a:gd name="connsiteX138" fmla="*/ 1324828 w 12192000"/>
              <a:gd name="connsiteY138" fmla="*/ 2231968 h 2237474"/>
              <a:gd name="connsiteX139" fmla="*/ 1279765 w 12192000"/>
              <a:gd name="connsiteY139" fmla="*/ 2229639 h 2237474"/>
              <a:gd name="connsiteX140" fmla="*/ 1195347 w 12192000"/>
              <a:gd name="connsiteY140" fmla="*/ 2212354 h 2237474"/>
              <a:gd name="connsiteX141" fmla="*/ 970251 w 12192000"/>
              <a:gd name="connsiteY141" fmla="*/ 2221029 h 2237474"/>
              <a:gd name="connsiteX142" fmla="*/ 812914 w 12192000"/>
              <a:gd name="connsiteY142" fmla="*/ 2202752 h 2237474"/>
              <a:gd name="connsiteX143" fmla="*/ 800195 w 12192000"/>
              <a:gd name="connsiteY143" fmla="*/ 2209407 h 2237474"/>
              <a:gd name="connsiteX144" fmla="*/ 784978 w 12192000"/>
              <a:gd name="connsiteY144" fmla="*/ 2212360 h 2237474"/>
              <a:gd name="connsiteX145" fmla="*/ 681987 w 12192000"/>
              <a:gd name="connsiteY145" fmla="*/ 2216757 h 2237474"/>
              <a:gd name="connsiteX146" fmla="*/ 669923 w 12192000"/>
              <a:gd name="connsiteY146" fmla="*/ 2211682 h 2237474"/>
              <a:gd name="connsiteX147" fmla="*/ 648680 w 12192000"/>
              <a:gd name="connsiteY147" fmla="*/ 2206229 h 2237474"/>
              <a:gd name="connsiteX148" fmla="*/ 597225 w 12192000"/>
              <a:gd name="connsiteY148" fmla="*/ 2180999 h 2237474"/>
              <a:gd name="connsiteX149" fmla="*/ 558449 w 12192000"/>
              <a:gd name="connsiteY149" fmla="*/ 2182346 h 2237474"/>
              <a:gd name="connsiteX150" fmla="*/ 550517 w 12192000"/>
              <a:gd name="connsiteY150" fmla="*/ 2182060 h 2237474"/>
              <a:gd name="connsiteX151" fmla="*/ 550309 w 12192000"/>
              <a:gd name="connsiteY151" fmla="*/ 2181825 h 2237474"/>
              <a:gd name="connsiteX152" fmla="*/ 541836 w 12192000"/>
              <a:gd name="connsiteY152" fmla="*/ 2181063 h 2237474"/>
              <a:gd name="connsiteX153" fmla="*/ 536057 w 12192000"/>
              <a:gd name="connsiteY153" fmla="*/ 2181537 h 2237474"/>
              <a:gd name="connsiteX154" fmla="*/ 520671 w 12192000"/>
              <a:gd name="connsiteY154" fmla="*/ 2180980 h 2237474"/>
              <a:gd name="connsiteX155" fmla="*/ 515024 w 12192000"/>
              <a:gd name="connsiteY155" fmla="*/ 2179258 h 2237474"/>
              <a:gd name="connsiteX156" fmla="*/ 512278 w 12192000"/>
              <a:gd name="connsiteY156" fmla="*/ 2176369 h 2237474"/>
              <a:gd name="connsiteX157" fmla="*/ 480419 w 12192000"/>
              <a:gd name="connsiteY157" fmla="*/ 2167807 h 2237474"/>
              <a:gd name="connsiteX158" fmla="*/ 413835 w 12192000"/>
              <a:gd name="connsiteY158" fmla="*/ 2156783 h 2237474"/>
              <a:gd name="connsiteX159" fmla="*/ 376513 w 12192000"/>
              <a:gd name="connsiteY159" fmla="*/ 2154014 h 2237474"/>
              <a:gd name="connsiteX160" fmla="*/ 273386 w 12192000"/>
              <a:gd name="connsiteY160" fmla="*/ 2142551 h 2237474"/>
              <a:gd name="connsiteX161" fmla="*/ 169207 w 12192000"/>
              <a:gd name="connsiteY161" fmla="*/ 2128100 h 2237474"/>
              <a:gd name="connsiteX162" fmla="*/ 93149 w 12192000"/>
              <a:gd name="connsiteY162" fmla="*/ 2105324 h 2237474"/>
              <a:gd name="connsiteX163" fmla="*/ 88109 w 12192000"/>
              <a:gd name="connsiteY163" fmla="*/ 2106704 h 2237474"/>
              <a:gd name="connsiteX164" fmla="*/ 80022 w 12192000"/>
              <a:gd name="connsiteY164" fmla="*/ 2107254 h 2237474"/>
              <a:gd name="connsiteX165" fmla="*/ 79717 w 12192000"/>
              <a:gd name="connsiteY165" fmla="*/ 2107046 h 2237474"/>
              <a:gd name="connsiteX166" fmla="*/ 72352 w 12192000"/>
              <a:gd name="connsiteY166" fmla="*/ 2107991 h 2237474"/>
              <a:gd name="connsiteX167" fmla="*/ 37645 w 12192000"/>
              <a:gd name="connsiteY167" fmla="*/ 2115401 h 2237474"/>
              <a:gd name="connsiteX168" fmla="*/ 4572 w 12192000"/>
              <a:gd name="connsiteY168" fmla="*/ 2111091 h 2237474"/>
              <a:gd name="connsiteX169" fmla="*/ 0 w 12192000"/>
              <a:gd name="connsiteY169" fmla="*/ 2110468 h 2237474"/>
              <a:gd name="connsiteX170" fmla="*/ 0 w 12192000"/>
              <a:gd name="connsiteY170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15111 h 2237474"/>
              <a:gd name="connsiteX121" fmla="*/ 2186609 w 12192000"/>
              <a:gd name="connsiteY121" fmla="*/ 2008263 h 2237474"/>
              <a:gd name="connsiteX122" fmla="*/ 2164831 w 12192000"/>
              <a:gd name="connsiteY122" fmla="*/ 2010143 h 2237474"/>
              <a:gd name="connsiteX123" fmla="*/ 2152836 w 12192000"/>
              <a:gd name="connsiteY123" fmla="*/ 2010048 h 2237474"/>
              <a:gd name="connsiteX124" fmla="*/ 2117102 w 12192000"/>
              <a:gd name="connsiteY124" fmla="*/ 2023004 h 2237474"/>
              <a:gd name="connsiteX125" fmla="*/ 2111935 w 12192000"/>
              <a:gd name="connsiteY125" fmla="*/ 2023163 h 2237474"/>
              <a:gd name="connsiteX126" fmla="*/ 2089991 w 12192000"/>
              <a:gd name="connsiteY126" fmla="*/ 2034193 h 2237474"/>
              <a:gd name="connsiteX127" fmla="*/ 2058061 w 12192000"/>
              <a:gd name="connsiteY127" fmla="*/ 2047942 h 2237474"/>
              <a:gd name="connsiteX128" fmla="*/ 2042244 w 12192000"/>
              <a:gd name="connsiteY128" fmla="*/ 2055560 h 2237474"/>
              <a:gd name="connsiteX129" fmla="*/ 1877728 w 12192000"/>
              <a:gd name="connsiteY129" fmla="*/ 2101004 h 2237474"/>
              <a:gd name="connsiteX130" fmla="*/ 1759056 w 12192000"/>
              <a:gd name="connsiteY130" fmla="*/ 2125608 h 2237474"/>
              <a:gd name="connsiteX131" fmla="*/ 1637948 w 12192000"/>
              <a:gd name="connsiteY131" fmla="*/ 2172597 h 2237474"/>
              <a:gd name="connsiteX132" fmla="*/ 1434549 w 12192000"/>
              <a:gd name="connsiteY132" fmla="*/ 2234522 h 2237474"/>
              <a:gd name="connsiteX133" fmla="*/ 1398481 w 12192000"/>
              <a:gd name="connsiteY133" fmla="*/ 2237074 h 2237474"/>
              <a:gd name="connsiteX134" fmla="*/ 1398407 w 12192000"/>
              <a:gd name="connsiteY134" fmla="*/ 2237095 h 2237474"/>
              <a:gd name="connsiteX135" fmla="*/ 1370962 w 12192000"/>
              <a:gd name="connsiteY135" fmla="*/ 2237474 h 2237474"/>
              <a:gd name="connsiteX136" fmla="*/ 1356367 w 12192000"/>
              <a:gd name="connsiteY136" fmla="*/ 2235089 h 2237474"/>
              <a:gd name="connsiteX137" fmla="*/ 1324828 w 12192000"/>
              <a:gd name="connsiteY137" fmla="*/ 2231968 h 2237474"/>
              <a:gd name="connsiteX138" fmla="*/ 1279765 w 12192000"/>
              <a:gd name="connsiteY138" fmla="*/ 2229639 h 2237474"/>
              <a:gd name="connsiteX139" fmla="*/ 1195347 w 12192000"/>
              <a:gd name="connsiteY139" fmla="*/ 2212354 h 2237474"/>
              <a:gd name="connsiteX140" fmla="*/ 970251 w 12192000"/>
              <a:gd name="connsiteY140" fmla="*/ 2221029 h 2237474"/>
              <a:gd name="connsiteX141" fmla="*/ 812914 w 12192000"/>
              <a:gd name="connsiteY141" fmla="*/ 2202752 h 2237474"/>
              <a:gd name="connsiteX142" fmla="*/ 800195 w 12192000"/>
              <a:gd name="connsiteY142" fmla="*/ 2209407 h 2237474"/>
              <a:gd name="connsiteX143" fmla="*/ 784978 w 12192000"/>
              <a:gd name="connsiteY143" fmla="*/ 2212360 h 2237474"/>
              <a:gd name="connsiteX144" fmla="*/ 681987 w 12192000"/>
              <a:gd name="connsiteY144" fmla="*/ 2216757 h 2237474"/>
              <a:gd name="connsiteX145" fmla="*/ 669923 w 12192000"/>
              <a:gd name="connsiteY145" fmla="*/ 2211682 h 2237474"/>
              <a:gd name="connsiteX146" fmla="*/ 648680 w 12192000"/>
              <a:gd name="connsiteY146" fmla="*/ 2206229 h 2237474"/>
              <a:gd name="connsiteX147" fmla="*/ 597225 w 12192000"/>
              <a:gd name="connsiteY147" fmla="*/ 2180999 h 2237474"/>
              <a:gd name="connsiteX148" fmla="*/ 558449 w 12192000"/>
              <a:gd name="connsiteY148" fmla="*/ 2182346 h 2237474"/>
              <a:gd name="connsiteX149" fmla="*/ 550517 w 12192000"/>
              <a:gd name="connsiteY149" fmla="*/ 2182060 h 2237474"/>
              <a:gd name="connsiteX150" fmla="*/ 550309 w 12192000"/>
              <a:gd name="connsiteY150" fmla="*/ 2181825 h 2237474"/>
              <a:gd name="connsiteX151" fmla="*/ 541836 w 12192000"/>
              <a:gd name="connsiteY151" fmla="*/ 2181063 h 2237474"/>
              <a:gd name="connsiteX152" fmla="*/ 536057 w 12192000"/>
              <a:gd name="connsiteY152" fmla="*/ 2181537 h 2237474"/>
              <a:gd name="connsiteX153" fmla="*/ 520671 w 12192000"/>
              <a:gd name="connsiteY153" fmla="*/ 2180980 h 2237474"/>
              <a:gd name="connsiteX154" fmla="*/ 515024 w 12192000"/>
              <a:gd name="connsiteY154" fmla="*/ 2179258 h 2237474"/>
              <a:gd name="connsiteX155" fmla="*/ 512278 w 12192000"/>
              <a:gd name="connsiteY155" fmla="*/ 2176369 h 2237474"/>
              <a:gd name="connsiteX156" fmla="*/ 480419 w 12192000"/>
              <a:gd name="connsiteY156" fmla="*/ 2167807 h 2237474"/>
              <a:gd name="connsiteX157" fmla="*/ 413835 w 12192000"/>
              <a:gd name="connsiteY157" fmla="*/ 2156783 h 2237474"/>
              <a:gd name="connsiteX158" fmla="*/ 376513 w 12192000"/>
              <a:gd name="connsiteY158" fmla="*/ 2154014 h 2237474"/>
              <a:gd name="connsiteX159" fmla="*/ 273386 w 12192000"/>
              <a:gd name="connsiteY159" fmla="*/ 2142551 h 2237474"/>
              <a:gd name="connsiteX160" fmla="*/ 169207 w 12192000"/>
              <a:gd name="connsiteY160" fmla="*/ 2128100 h 2237474"/>
              <a:gd name="connsiteX161" fmla="*/ 93149 w 12192000"/>
              <a:gd name="connsiteY161" fmla="*/ 2105324 h 2237474"/>
              <a:gd name="connsiteX162" fmla="*/ 88109 w 12192000"/>
              <a:gd name="connsiteY162" fmla="*/ 2106704 h 2237474"/>
              <a:gd name="connsiteX163" fmla="*/ 80022 w 12192000"/>
              <a:gd name="connsiteY163" fmla="*/ 2107254 h 2237474"/>
              <a:gd name="connsiteX164" fmla="*/ 79717 w 12192000"/>
              <a:gd name="connsiteY164" fmla="*/ 2107046 h 2237474"/>
              <a:gd name="connsiteX165" fmla="*/ 72352 w 12192000"/>
              <a:gd name="connsiteY165" fmla="*/ 2107991 h 2237474"/>
              <a:gd name="connsiteX166" fmla="*/ 37645 w 12192000"/>
              <a:gd name="connsiteY166" fmla="*/ 2115401 h 2237474"/>
              <a:gd name="connsiteX167" fmla="*/ 4572 w 12192000"/>
              <a:gd name="connsiteY167" fmla="*/ 2111091 h 2237474"/>
              <a:gd name="connsiteX168" fmla="*/ 0 w 12192000"/>
              <a:gd name="connsiteY168" fmla="*/ 2110468 h 2237474"/>
              <a:gd name="connsiteX169" fmla="*/ 0 w 12192000"/>
              <a:gd name="connsiteY169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15111 h 2237474"/>
              <a:gd name="connsiteX121" fmla="*/ 2186609 w 12192000"/>
              <a:gd name="connsiteY121" fmla="*/ 2008263 h 2237474"/>
              <a:gd name="connsiteX122" fmla="*/ 2164831 w 12192000"/>
              <a:gd name="connsiteY122" fmla="*/ 2010143 h 2237474"/>
              <a:gd name="connsiteX123" fmla="*/ 2117102 w 12192000"/>
              <a:gd name="connsiteY123" fmla="*/ 2023004 h 2237474"/>
              <a:gd name="connsiteX124" fmla="*/ 2111935 w 12192000"/>
              <a:gd name="connsiteY124" fmla="*/ 2023163 h 2237474"/>
              <a:gd name="connsiteX125" fmla="*/ 2089991 w 12192000"/>
              <a:gd name="connsiteY125" fmla="*/ 2034193 h 2237474"/>
              <a:gd name="connsiteX126" fmla="*/ 2058061 w 12192000"/>
              <a:gd name="connsiteY126" fmla="*/ 2047942 h 2237474"/>
              <a:gd name="connsiteX127" fmla="*/ 2042244 w 12192000"/>
              <a:gd name="connsiteY127" fmla="*/ 2055560 h 2237474"/>
              <a:gd name="connsiteX128" fmla="*/ 1877728 w 12192000"/>
              <a:gd name="connsiteY128" fmla="*/ 2101004 h 2237474"/>
              <a:gd name="connsiteX129" fmla="*/ 1759056 w 12192000"/>
              <a:gd name="connsiteY129" fmla="*/ 2125608 h 2237474"/>
              <a:gd name="connsiteX130" fmla="*/ 1637948 w 12192000"/>
              <a:gd name="connsiteY130" fmla="*/ 2172597 h 2237474"/>
              <a:gd name="connsiteX131" fmla="*/ 1434549 w 12192000"/>
              <a:gd name="connsiteY131" fmla="*/ 2234522 h 2237474"/>
              <a:gd name="connsiteX132" fmla="*/ 1398481 w 12192000"/>
              <a:gd name="connsiteY132" fmla="*/ 2237074 h 2237474"/>
              <a:gd name="connsiteX133" fmla="*/ 1398407 w 12192000"/>
              <a:gd name="connsiteY133" fmla="*/ 2237095 h 2237474"/>
              <a:gd name="connsiteX134" fmla="*/ 1370962 w 12192000"/>
              <a:gd name="connsiteY134" fmla="*/ 2237474 h 2237474"/>
              <a:gd name="connsiteX135" fmla="*/ 1356367 w 12192000"/>
              <a:gd name="connsiteY135" fmla="*/ 2235089 h 2237474"/>
              <a:gd name="connsiteX136" fmla="*/ 1324828 w 12192000"/>
              <a:gd name="connsiteY136" fmla="*/ 2231968 h 2237474"/>
              <a:gd name="connsiteX137" fmla="*/ 1279765 w 12192000"/>
              <a:gd name="connsiteY137" fmla="*/ 2229639 h 2237474"/>
              <a:gd name="connsiteX138" fmla="*/ 1195347 w 12192000"/>
              <a:gd name="connsiteY138" fmla="*/ 2212354 h 2237474"/>
              <a:gd name="connsiteX139" fmla="*/ 970251 w 12192000"/>
              <a:gd name="connsiteY139" fmla="*/ 2221029 h 2237474"/>
              <a:gd name="connsiteX140" fmla="*/ 812914 w 12192000"/>
              <a:gd name="connsiteY140" fmla="*/ 2202752 h 2237474"/>
              <a:gd name="connsiteX141" fmla="*/ 800195 w 12192000"/>
              <a:gd name="connsiteY141" fmla="*/ 2209407 h 2237474"/>
              <a:gd name="connsiteX142" fmla="*/ 784978 w 12192000"/>
              <a:gd name="connsiteY142" fmla="*/ 2212360 h 2237474"/>
              <a:gd name="connsiteX143" fmla="*/ 681987 w 12192000"/>
              <a:gd name="connsiteY143" fmla="*/ 2216757 h 2237474"/>
              <a:gd name="connsiteX144" fmla="*/ 669923 w 12192000"/>
              <a:gd name="connsiteY144" fmla="*/ 2211682 h 2237474"/>
              <a:gd name="connsiteX145" fmla="*/ 648680 w 12192000"/>
              <a:gd name="connsiteY145" fmla="*/ 2206229 h 2237474"/>
              <a:gd name="connsiteX146" fmla="*/ 597225 w 12192000"/>
              <a:gd name="connsiteY146" fmla="*/ 2180999 h 2237474"/>
              <a:gd name="connsiteX147" fmla="*/ 558449 w 12192000"/>
              <a:gd name="connsiteY147" fmla="*/ 2182346 h 2237474"/>
              <a:gd name="connsiteX148" fmla="*/ 550517 w 12192000"/>
              <a:gd name="connsiteY148" fmla="*/ 2182060 h 2237474"/>
              <a:gd name="connsiteX149" fmla="*/ 550309 w 12192000"/>
              <a:gd name="connsiteY149" fmla="*/ 2181825 h 2237474"/>
              <a:gd name="connsiteX150" fmla="*/ 541836 w 12192000"/>
              <a:gd name="connsiteY150" fmla="*/ 2181063 h 2237474"/>
              <a:gd name="connsiteX151" fmla="*/ 536057 w 12192000"/>
              <a:gd name="connsiteY151" fmla="*/ 2181537 h 2237474"/>
              <a:gd name="connsiteX152" fmla="*/ 520671 w 12192000"/>
              <a:gd name="connsiteY152" fmla="*/ 2180980 h 2237474"/>
              <a:gd name="connsiteX153" fmla="*/ 515024 w 12192000"/>
              <a:gd name="connsiteY153" fmla="*/ 2179258 h 2237474"/>
              <a:gd name="connsiteX154" fmla="*/ 512278 w 12192000"/>
              <a:gd name="connsiteY154" fmla="*/ 2176369 h 2237474"/>
              <a:gd name="connsiteX155" fmla="*/ 480419 w 12192000"/>
              <a:gd name="connsiteY155" fmla="*/ 2167807 h 2237474"/>
              <a:gd name="connsiteX156" fmla="*/ 413835 w 12192000"/>
              <a:gd name="connsiteY156" fmla="*/ 2156783 h 2237474"/>
              <a:gd name="connsiteX157" fmla="*/ 376513 w 12192000"/>
              <a:gd name="connsiteY157" fmla="*/ 2154014 h 2237474"/>
              <a:gd name="connsiteX158" fmla="*/ 273386 w 12192000"/>
              <a:gd name="connsiteY158" fmla="*/ 2142551 h 2237474"/>
              <a:gd name="connsiteX159" fmla="*/ 169207 w 12192000"/>
              <a:gd name="connsiteY159" fmla="*/ 2128100 h 2237474"/>
              <a:gd name="connsiteX160" fmla="*/ 93149 w 12192000"/>
              <a:gd name="connsiteY160" fmla="*/ 2105324 h 2237474"/>
              <a:gd name="connsiteX161" fmla="*/ 88109 w 12192000"/>
              <a:gd name="connsiteY161" fmla="*/ 2106704 h 2237474"/>
              <a:gd name="connsiteX162" fmla="*/ 80022 w 12192000"/>
              <a:gd name="connsiteY162" fmla="*/ 2107254 h 2237474"/>
              <a:gd name="connsiteX163" fmla="*/ 79717 w 12192000"/>
              <a:gd name="connsiteY163" fmla="*/ 2107046 h 2237474"/>
              <a:gd name="connsiteX164" fmla="*/ 72352 w 12192000"/>
              <a:gd name="connsiteY164" fmla="*/ 2107991 h 2237474"/>
              <a:gd name="connsiteX165" fmla="*/ 37645 w 12192000"/>
              <a:gd name="connsiteY165" fmla="*/ 2115401 h 2237474"/>
              <a:gd name="connsiteX166" fmla="*/ 4572 w 12192000"/>
              <a:gd name="connsiteY166" fmla="*/ 2111091 h 2237474"/>
              <a:gd name="connsiteX167" fmla="*/ 0 w 12192000"/>
              <a:gd name="connsiteY167" fmla="*/ 2110468 h 2237474"/>
              <a:gd name="connsiteX168" fmla="*/ 0 w 12192000"/>
              <a:gd name="connsiteY168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15111 h 2237474"/>
              <a:gd name="connsiteX121" fmla="*/ 2186609 w 12192000"/>
              <a:gd name="connsiteY121" fmla="*/ 2008263 h 2237474"/>
              <a:gd name="connsiteX122" fmla="*/ 2164831 w 12192000"/>
              <a:gd name="connsiteY122" fmla="*/ 2010143 h 2237474"/>
              <a:gd name="connsiteX123" fmla="*/ 2117102 w 12192000"/>
              <a:gd name="connsiteY123" fmla="*/ 2023004 h 2237474"/>
              <a:gd name="connsiteX124" fmla="*/ 2089991 w 12192000"/>
              <a:gd name="connsiteY124" fmla="*/ 2034193 h 2237474"/>
              <a:gd name="connsiteX125" fmla="*/ 2058061 w 12192000"/>
              <a:gd name="connsiteY125" fmla="*/ 2047942 h 2237474"/>
              <a:gd name="connsiteX126" fmla="*/ 2042244 w 12192000"/>
              <a:gd name="connsiteY126" fmla="*/ 2055560 h 2237474"/>
              <a:gd name="connsiteX127" fmla="*/ 1877728 w 12192000"/>
              <a:gd name="connsiteY127" fmla="*/ 2101004 h 2237474"/>
              <a:gd name="connsiteX128" fmla="*/ 1759056 w 12192000"/>
              <a:gd name="connsiteY128" fmla="*/ 2125608 h 2237474"/>
              <a:gd name="connsiteX129" fmla="*/ 1637948 w 12192000"/>
              <a:gd name="connsiteY129" fmla="*/ 2172597 h 2237474"/>
              <a:gd name="connsiteX130" fmla="*/ 1434549 w 12192000"/>
              <a:gd name="connsiteY130" fmla="*/ 2234522 h 2237474"/>
              <a:gd name="connsiteX131" fmla="*/ 1398481 w 12192000"/>
              <a:gd name="connsiteY131" fmla="*/ 2237074 h 2237474"/>
              <a:gd name="connsiteX132" fmla="*/ 1398407 w 12192000"/>
              <a:gd name="connsiteY132" fmla="*/ 2237095 h 2237474"/>
              <a:gd name="connsiteX133" fmla="*/ 1370962 w 12192000"/>
              <a:gd name="connsiteY133" fmla="*/ 2237474 h 2237474"/>
              <a:gd name="connsiteX134" fmla="*/ 1356367 w 12192000"/>
              <a:gd name="connsiteY134" fmla="*/ 2235089 h 2237474"/>
              <a:gd name="connsiteX135" fmla="*/ 1324828 w 12192000"/>
              <a:gd name="connsiteY135" fmla="*/ 2231968 h 2237474"/>
              <a:gd name="connsiteX136" fmla="*/ 1279765 w 12192000"/>
              <a:gd name="connsiteY136" fmla="*/ 2229639 h 2237474"/>
              <a:gd name="connsiteX137" fmla="*/ 1195347 w 12192000"/>
              <a:gd name="connsiteY137" fmla="*/ 2212354 h 2237474"/>
              <a:gd name="connsiteX138" fmla="*/ 970251 w 12192000"/>
              <a:gd name="connsiteY138" fmla="*/ 2221029 h 2237474"/>
              <a:gd name="connsiteX139" fmla="*/ 812914 w 12192000"/>
              <a:gd name="connsiteY139" fmla="*/ 2202752 h 2237474"/>
              <a:gd name="connsiteX140" fmla="*/ 800195 w 12192000"/>
              <a:gd name="connsiteY140" fmla="*/ 2209407 h 2237474"/>
              <a:gd name="connsiteX141" fmla="*/ 784978 w 12192000"/>
              <a:gd name="connsiteY141" fmla="*/ 2212360 h 2237474"/>
              <a:gd name="connsiteX142" fmla="*/ 681987 w 12192000"/>
              <a:gd name="connsiteY142" fmla="*/ 2216757 h 2237474"/>
              <a:gd name="connsiteX143" fmla="*/ 669923 w 12192000"/>
              <a:gd name="connsiteY143" fmla="*/ 2211682 h 2237474"/>
              <a:gd name="connsiteX144" fmla="*/ 648680 w 12192000"/>
              <a:gd name="connsiteY144" fmla="*/ 2206229 h 2237474"/>
              <a:gd name="connsiteX145" fmla="*/ 597225 w 12192000"/>
              <a:gd name="connsiteY145" fmla="*/ 2180999 h 2237474"/>
              <a:gd name="connsiteX146" fmla="*/ 558449 w 12192000"/>
              <a:gd name="connsiteY146" fmla="*/ 2182346 h 2237474"/>
              <a:gd name="connsiteX147" fmla="*/ 550517 w 12192000"/>
              <a:gd name="connsiteY147" fmla="*/ 2182060 h 2237474"/>
              <a:gd name="connsiteX148" fmla="*/ 550309 w 12192000"/>
              <a:gd name="connsiteY148" fmla="*/ 2181825 h 2237474"/>
              <a:gd name="connsiteX149" fmla="*/ 541836 w 12192000"/>
              <a:gd name="connsiteY149" fmla="*/ 2181063 h 2237474"/>
              <a:gd name="connsiteX150" fmla="*/ 536057 w 12192000"/>
              <a:gd name="connsiteY150" fmla="*/ 2181537 h 2237474"/>
              <a:gd name="connsiteX151" fmla="*/ 520671 w 12192000"/>
              <a:gd name="connsiteY151" fmla="*/ 2180980 h 2237474"/>
              <a:gd name="connsiteX152" fmla="*/ 515024 w 12192000"/>
              <a:gd name="connsiteY152" fmla="*/ 2179258 h 2237474"/>
              <a:gd name="connsiteX153" fmla="*/ 512278 w 12192000"/>
              <a:gd name="connsiteY153" fmla="*/ 2176369 h 2237474"/>
              <a:gd name="connsiteX154" fmla="*/ 480419 w 12192000"/>
              <a:gd name="connsiteY154" fmla="*/ 2167807 h 2237474"/>
              <a:gd name="connsiteX155" fmla="*/ 413835 w 12192000"/>
              <a:gd name="connsiteY155" fmla="*/ 2156783 h 2237474"/>
              <a:gd name="connsiteX156" fmla="*/ 376513 w 12192000"/>
              <a:gd name="connsiteY156" fmla="*/ 2154014 h 2237474"/>
              <a:gd name="connsiteX157" fmla="*/ 273386 w 12192000"/>
              <a:gd name="connsiteY157" fmla="*/ 2142551 h 2237474"/>
              <a:gd name="connsiteX158" fmla="*/ 169207 w 12192000"/>
              <a:gd name="connsiteY158" fmla="*/ 2128100 h 2237474"/>
              <a:gd name="connsiteX159" fmla="*/ 93149 w 12192000"/>
              <a:gd name="connsiteY159" fmla="*/ 2105324 h 2237474"/>
              <a:gd name="connsiteX160" fmla="*/ 88109 w 12192000"/>
              <a:gd name="connsiteY160" fmla="*/ 2106704 h 2237474"/>
              <a:gd name="connsiteX161" fmla="*/ 80022 w 12192000"/>
              <a:gd name="connsiteY161" fmla="*/ 2107254 h 2237474"/>
              <a:gd name="connsiteX162" fmla="*/ 79717 w 12192000"/>
              <a:gd name="connsiteY162" fmla="*/ 2107046 h 2237474"/>
              <a:gd name="connsiteX163" fmla="*/ 72352 w 12192000"/>
              <a:gd name="connsiteY163" fmla="*/ 2107991 h 2237474"/>
              <a:gd name="connsiteX164" fmla="*/ 37645 w 12192000"/>
              <a:gd name="connsiteY164" fmla="*/ 2115401 h 2237474"/>
              <a:gd name="connsiteX165" fmla="*/ 4572 w 12192000"/>
              <a:gd name="connsiteY165" fmla="*/ 2111091 h 2237474"/>
              <a:gd name="connsiteX166" fmla="*/ 0 w 12192000"/>
              <a:gd name="connsiteY166" fmla="*/ 2110468 h 2237474"/>
              <a:gd name="connsiteX167" fmla="*/ 0 w 12192000"/>
              <a:gd name="connsiteY167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15111 h 2237474"/>
              <a:gd name="connsiteX121" fmla="*/ 2186609 w 12192000"/>
              <a:gd name="connsiteY121" fmla="*/ 2008263 h 2237474"/>
              <a:gd name="connsiteX122" fmla="*/ 2164831 w 12192000"/>
              <a:gd name="connsiteY122" fmla="*/ 2010143 h 2237474"/>
              <a:gd name="connsiteX123" fmla="*/ 2089991 w 12192000"/>
              <a:gd name="connsiteY123" fmla="*/ 2034193 h 2237474"/>
              <a:gd name="connsiteX124" fmla="*/ 2058061 w 12192000"/>
              <a:gd name="connsiteY124" fmla="*/ 2047942 h 2237474"/>
              <a:gd name="connsiteX125" fmla="*/ 2042244 w 12192000"/>
              <a:gd name="connsiteY125" fmla="*/ 2055560 h 2237474"/>
              <a:gd name="connsiteX126" fmla="*/ 1877728 w 12192000"/>
              <a:gd name="connsiteY126" fmla="*/ 2101004 h 2237474"/>
              <a:gd name="connsiteX127" fmla="*/ 1759056 w 12192000"/>
              <a:gd name="connsiteY127" fmla="*/ 2125608 h 2237474"/>
              <a:gd name="connsiteX128" fmla="*/ 1637948 w 12192000"/>
              <a:gd name="connsiteY128" fmla="*/ 2172597 h 2237474"/>
              <a:gd name="connsiteX129" fmla="*/ 1434549 w 12192000"/>
              <a:gd name="connsiteY129" fmla="*/ 2234522 h 2237474"/>
              <a:gd name="connsiteX130" fmla="*/ 1398481 w 12192000"/>
              <a:gd name="connsiteY130" fmla="*/ 2237074 h 2237474"/>
              <a:gd name="connsiteX131" fmla="*/ 1398407 w 12192000"/>
              <a:gd name="connsiteY131" fmla="*/ 2237095 h 2237474"/>
              <a:gd name="connsiteX132" fmla="*/ 1370962 w 12192000"/>
              <a:gd name="connsiteY132" fmla="*/ 2237474 h 2237474"/>
              <a:gd name="connsiteX133" fmla="*/ 1356367 w 12192000"/>
              <a:gd name="connsiteY133" fmla="*/ 2235089 h 2237474"/>
              <a:gd name="connsiteX134" fmla="*/ 1324828 w 12192000"/>
              <a:gd name="connsiteY134" fmla="*/ 2231968 h 2237474"/>
              <a:gd name="connsiteX135" fmla="*/ 1279765 w 12192000"/>
              <a:gd name="connsiteY135" fmla="*/ 2229639 h 2237474"/>
              <a:gd name="connsiteX136" fmla="*/ 1195347 w 12192000"/>
              <a:gd name="connsiteY136" fmla="*/ 2212354 h 2237474"/>
              <a:gd name="connsiteX137" fmla="*/ 970251 w 12192000"/>
              <a:gd name="connsiteY137" fmla="*/ 2221029 h 2237474"/>
              <a:gd name="connsiteX138" fmla="*/ 812914 w 12192000"/>
              <a:gd name="connsiteY138" fmla="*/ 2202752 h 2237474"/>
              <a:gd name="connsiteX139" fmla="*/ 800195 w 12192000"/>
              <a:gd name="connsiteY139" fmla="*/ 2209407 h 2237474"/>
              <a:gd name="connsiteX140" fmla="*/ 784978 w 12192000"/>
              <a:gd name="connsiteY140" fmla="*/ 2212360 h 2237474"/>
              <a:gd name="connsiteX141" fmla="*/ 681987 w 12192000"/>
              <a:gd name="connsiteY141" fmla="*/ 2216757 h 2237474"/>
              <a:gd name="connsiteX142" fmla="*/ 669923 w 12192000"/>
              <a:gd name="connsiteY142" fmla="*/ 2211682 h 2237474"/>
              <a:gd name="connsiteX143" fmla="*/ 648680 w 12192000"/>
              <a:gd name="connsiteY143" fmla="*/ 2206229 h 2237474"/>
              <a:gd name="connsiteX144" fmla="*/ 597225 w 12192000"/>
              <a:gd name="connsiteY144" fmla="*/ 2180999 h 2237474"/>
              <a:gd name="connsiteX145" fmla="*/ 558449 w 12192000"/>
              <a:gd name="connsiteY145" fmla="*/ 2182346 h 2237474"/>
              <a:gd name="connsiteX146" fmla="*/ 550517 w 12192000"/>
              <a:gd name="connsiteY146" fmla="*/ 2182060 h 2237474"/>
              <a:gd name="connsiteX147" fmla="*/ 550309 w 12192000"/>
              <a:gd name="connsiteY147" fmla="*/ 2181825 h 2237474"/>
              <a:gd name="connsiteX148" fmla="*/ 541836 w 12192000"/>
              <a:gd name="connsiteY148" fmla="*/ 2181063 h 2237474"/>
              <a:gd name="connsiteX149" fmla="*/ 536057 w 12192000"/>
              <a:gd name="connsiteY149" fmla="*/ 2181537 h 2237474"/>
              <a:gd name="connsiteX150" fmla="*/ 520671 w 12192000"/>
              <a:gd name="connsiteY150" fmla="*/ 2180980 h 2237474"/>
              <a:gd name="connsiteX151" fmla="*/ 515024 w 12192000"/>
              <a:gd name="connsiteY151" fmla="*/ 2179258 h 2237474"/>
              <a:gd name="connsiteX152" fmla="*/ 512278 w 12192000"/>
              <a:gd name="connsiteY152" fmla="*/ 2176369 h 2237474"/>
              <a:gd name="connsiteX153" fmla="*/ 480419 w 12192000"/>
              <a:gd name="connsiteY153" fmla="*/ 2167807 h 2237474"/>
              <a:gd name="connsiteX154" fmla="*/ 413835 w 12192000"/>
              <a:gd name="connsiteY154" fmla="*/ 2156783 h 2237474"/>
              <a:gd name="connsiteX155" fmla="*/ 376513 w 12192000"/>
              <a:gd name="connsiteY155" fmla="*/ 2154014 h 2237474"/>
              <a:gd name="connsiteX156" fmla="*/ 273386 w 12192000"/>
              <a:gd name="connsiteY156" fmla="*/ 2142551 h 2237474"/>
              <a:gd name="connsiteX157" fmla="*/ 169207 w 12192000"/>
              <a:gd name="connsiteY157" fmla="*/ 2128100 h 2237474"/>
              <a:gd name="connsiteX158" fmla="*/ 93149 w 12192000"/>
              <a:gd name="connsiteY158" fmla="*/ 2105324 h 2237474"/>
              <a:gd name="connsiteX159" fmla="*/ 88109 w 12192000"/>
              <a:gd name="connsiteY159" fmla="*/ 2106704 h 2237474"/>
              <a:gd name="connsiteX160" fmla="*/ 80022 w 12192000"/>
              <a:gd name="connsiteY160" fmla="*/ 2107254 h 2237474"/>
              <a:gd name="connsiteX161" fmla="*/ 79717 w 12192000"/>
              <a:gd name="connsiteY161" fmla="*/ 2107046 h 2237474"/>
              <a:gd name="connsiteX162" fmla="*/ 72352 w 12192000"/>
              <a:gd name="connsiteY162" fmla="*/ 2107991 h 2237474"/>
              <a:gd name="connsiteX163" fmla="*/ 37645 w 12192000"/>
              <a:gd name="connsiteY163" fmla="*/ 2115401 h 2237474"/>
              <a:gd name="connsiteX164" fmla="*/ 4572 w 12192000"/>
              <a:gd name="connsiteY164" fmla="*/ 2111091 h 2237474"/>
              <a:gd name="connsiteX165" fmla="*/ 0 w 12192000"/>
              <a:gd name="connsiteY165" fmla="*/ 2110468 h 2237474"/>
              <a:gd name="connsiteX166" fmla="*/ 0 w 12192000"/>
              <a:gd name="connsiteY166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15111 h 2237474"/>
              <a:gd name="connsiteX121" fmla="*/ 2186609 w 12192000"/>
              <a:gd name="connsiteY121" fmla="*/ 2008263 h 2237474"/>
              <a:gd name="connsiteX122" fmla="*/ 2164831 w 12192000"/>
              <a:gd name="connsiteY122" fmla="*/ 2010143 h 2237474"/>
              <a:gd name="connsiteX123" fmla="*/ 2085228 w 12192000"/>
              <a:gd name="connsiteY123" fmla="*/ 2046431 h 2237474"/>
              <a:gd name="connsiteX124" fmla="*/ 2058061 w 12192000"/>
              <a:gd name="connsiteY124" fmla="*/ 2047942 h 2237474"/>
              <a:gd name="connsiteX125" fmla="*/ 2042244 w 12192000"/>
              <a:gd name="connsiteY125" fmla="*/ 2055560 h 2237474"/>
              <a:gd name="connsiteX126" fmla="*/ 1877728 w 12192000"/>
              <a:gd name="connsiteY126" fmla="*/ 2101004 h 2237474"/>
              <a:gd name="connsiteX127" fmla="*/ 1759056 w 12192000"/>
              <a:gd name="connsiteY127" fmla="*/ 2125608 h 2237474"/>
              <a:gd name="connsiteX128" fmla="*/ 1637948 w 12192000"/>
              <a:gd name="connsiteY128" fmla="*/ 2172597 h 2237474"/>
              <a:gd name="connsiteX129" fmla="*/ 1434549 w 12192000"/>
              <a:gd name="connsiteY129" fmla="*/ 2234522 h 2237474"/>
              <a:gd name="connsiteX130" fmla="*/ 1398481 w 12192000"/>
              <a:gd name="connsiteY130" fmla="*/ 2237074 h 2237474"/>
              <a:gd name="connsiteX131" fmla="*/ 1398407 w 12192000"/>
              <a:gd name="connsiteY131" fmla="*/ 2237095 h 2237474"/>
              <a:gd name="connsiteX132" fmla="*/ 1370962 w 12192000"/>
              <a:gd name="connsiteY132" fmla="*/ 2237474 h 2237474"/>
              <a:gd name="connsiteX133" fmla="*/ 1356367 w 12192000"/>
              <a:gd name="connsiteY133" fmla="*/ 2235089 h 2237474"/>
              <a:gd name="connsiteX134" fmla="*/ 1324828 w 12192000"/>
              <a:gd name="connsiteY134" fmla="*/ 2231968 h 2237474"/>
              <a:gd name="connsiteX135" fmla="*/ 1279765 w 12192000"/>
              <a:gd name="connsiteY135" fmla="*/ 2229639 h 2237474"/>
              <a:gd name="connsiteX136" fmla="*/ 1195347 w 12192000"/>
              <a:gd name="connsiteY136" fmla="*/ 2212354 h 2237474"/>
              <a:gd name="connsiteX137" fmla="*/ 970251 w 12192000"/>
              <a:gd name="connsiteY137" fmla="*/ 2221029 h 2237474"/>
              <a:gd name="connsiteX138" fmla="*/ 812914 w 12192000"/>
              <a:gd name="connsiteY138" fmla="*/ 2202752 h 2237474"/>
              <a:gd name="connsiteX139" fmla="*/ 800195 w 12192000"/>
              <a:gd name="connsiteY139" fmla="*/ 2209407 h 2237474"/>
              <a:gd name="connsiteX140" fmla="*/ 784978 w 12192000"/>
              <a:gd name="connsiteY140" fmla="*/ 2212360 h 2237474"/>
              <a:gd name="connsiteX141" fmla="*/ 681987 w 12192000"/>
              <a:gd name="connsiteY141" fmla="*/ 2216757 h 2237474"/>
              <a:gd name="connsiteX142" fmla="*/ 669923 w 12192000"/>
              <a:gd name="connsiteY142" fmla="*/ 2211682 h 2237474"/>
              <a:gd name="connsiteX143" fmla="*/ 648680 w 12192000"/>
              <a:gd name="connsiteY143" fmla="*/ 2206229 h 2237474"/>
              <a:gd name="connsiteX144" fmla="*/ 597225 w 12192000"/>
              <a:gd name="connsiteY144" fmla="*/ 2180999 h 2237474"/>
              <a:gd name="connsiteX145" fmla="*/ 558449 w 12192000"/>
              <a:gd name="connsiteY145" fmla="*/ 2182346 h 2237474"/>
              <a:gd name="connsiteX146" fmla="*/ 550517 w 12192000"/>
              <a:gd name="connsiteY146" fmla="*/ 2182060 h 2237474"/>
              <a:gd name="connsiteX147" fmla="*/ 550309 w 12192000"/>
              <a:gd name="connsiteY147" fmla="*/ 2181825 h 2237474"/>
              <a:gd name="connsiteX148" fmla="*/ 541836 w 12192000"/>
              <a:gd name="connsiteY148" fmla="*/ 2181063 h 2237474"/>
              <a:gd name="connsiteX149" fmla="*/ 536057 w 12192000"/>
              <a:gd name="connsiteY149" fmla="*/ 2181537 h 2237474"/>
              <a:gd name="connsiteX150" fmla="*/ 520671 w 12192000"/>
              <a:gd name="connsiteY150" fmla="*/ 2180980 h 2237474"/>
              <a:gd name="connsiteX151" fmla="*/ 515024 w 12192000"/>
              <a:gd name="connsiteY151" fmla="*/ 2179258 h 2237474"/>
              <a:gd name="connsiteX152" fmla="*/ 512278 w 12192000"/>
              <a:gd name="connsiteY152" fmla="*/ 2176369 h 2237474"/>
              <a:gd name="connsiteX153" fmla="*/ 480419 w 12192000"/>
              <a:gd name="connsiteY153" fmla="*/ 2167807 h 2237474"/>
              <a:gd name="connsiteX154" fmla="*/ 413835 w 12192000"/>
              <a:gd name="connsiteY154" fmla="*/ 2156783 h 2237474"/>
              <a:gd name="connsiteX155" fmla="*/ 376513 w 12192000"/>
              <a:gd name="connsiteY155" fmla="*/ 2154014 h 2237474"/>
              <a:gd name="connsiteX156" fmla="*/ 273386 w 12192000"/>
              <a:gd name="connsiteY156" fmla="*/ 2142551 h 2237474"/>
              <a:gd name="connsiteX157" fmla="*/ 169207 w 12192000"/>
              <a:gd name="connsiteY157" fmla="*/ 2128100 h 2237474"/>
              <a:gd name="connsiteX158" fmla="*/ 93149 w 12192000"/>
              <a:gd name="connsiteY158" fmla="*/ 2105324 h 2237474"/>
              <a:gd name="connsiteX159" fmla="*/ 88109 w 12192000"/>
              <a:gd name="connsiteY159" fmla="*/ 2106704 h 2237474"/>
              <a:gd name="connsiteX160" fmla="*/ 80022 w 12192000"/>
              <a:gd name="connsiteY160" fmla="*/ 2107254 h 2237474"/>
              <a:gd name="connsiteX161" fmla="*/ 79717 w 12192000"/>
              <a:gd name="connsiteY161" fmla="*/ 2107046 h 2237474"/>
              <a:gd name="connsiteX162" fmla="*/ 72352 w 12192000"/>
              <a:gd name="connsiteY162" fmla="*/ 2107991 h 2237474"/>
              <a:gd name="connsiteX163" fmla="*/ 37645 w 12192000"/>
              <a:gd name="connsiteY163" fmla="*/ 2115401 h 2237474"/>
              <a:gd name="connsiteX164" fmla="*/ 4572 w 12192000"/>
              <a:gd name="connsiteY164" fmla="*/ 2111091 h 2237474"/>
              <a:gd name="connsiteX165" fmla="*/ 0 w 12192000"/>
              <a:gd name="connsiteY165" fmla="*/ 2110468 h 2237474"/>
              <a:gd name="connsiteX166" fmla="*/ 0 w 12192000"/>
              <a:gd name="connsiteY166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1511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02752 h 2237474"/>
              <a:gd name="connsiteX138" fmla="*/ 800195 w 12192000"/>
              <a:gd name="connsiteY138" fmla="*/ 2209407 h 2237474"/>
              <a:gd name="connsiteX139" fmla="*/ 784978 w 12192000"/>
              <a:gd name="connsiteY139" fmla="*/ 2212360 h 2237474"/>
              <a:gd name="connsiteX140" fmla="*/ 681987 w 12192000"/>
              <a:gd name="connsiteY140" fmla="*/ 2216757 h 2237474"/>
              <a:gd name="connsiteX141" fmla="*/ 669923 w 12192000"/>
              <a:gd name="connsiteY141" fmla="*/ 2211682 h 2237474"/>
              <a:gd name="connsiteX142" fmla="*/ 648680 w 12192000"/>
              <a:gd name="connsiteY142" fmla="*/ 2206229 h 2237474"/>
              <a:gd name="connsiteX143" fmla="*/ 597225 w 12192000"/>
              <a:gd name="connsiteY143" fmla="*/ 2180999 h 2237474"/>
              <a:gd name="connsiteX144" fmla="*/ 558449 w 12192000"/>
              <a:gd name="connsiteY144" fmla="*/ 2182346 h 2237474"/>
              <a:gd name="connsiteX145" fmla="*/ 550517 w 12192000"/>
              <a:gd name="connsiteY145" fmla="*/ 2182060 h 2237474"/>
              <a:gd name="connsiteX146" fmla="*/ 550309 w 12192000"/>
              <a:gd name="connsiteY146" fmla="*/ 2181825 h 2237474"/>
              <a:gd name="connsiteX147" fmla="*/ 541836 w 12192000"/>
              <a:gd name="connsiteY147" fmla="*/ 2181063 h 2237474"/>
              <a:gd name="connsiteX148" fmla="*/ 536057 w 12192000"/>
              <a:gd name="connsiteY148" fmla="*/ 2181537 h 2237474"/>
              <a:gd name="connsiteX149" fmla="*/ 520671 w 12192000"/>
              <a:gd name="connsiteY149" fmla="*/ 2180980 h 2237474"/>
              <a:gd name="connsiteX150" fmla="*/ 515024 w 12192000"/>
              <a:gd name="connsiteY150" fmla="*/ 2179258 h 2237474"/>
              <a:gd name="connsiteX151" fmla="*/ 512278 w 12192000"/>
              <a:gd name="connsiteY151" fmla="*/ 2176369 h 2237474"/>
              <a:gd name="connsiteX152" fmla="*/ 480419 w 12192000"/>
              <a:gd name="connsiteY152" fmla="*/ 2167807 h 2237474"/>
              <a:gd name="connsiteX153" fmla="*/ 413835 w 12192000"/>
              <a:gd name="connsiteY153" fmla="*/ 2156783 h 2237474"/>
              <a:gd name="connsiteX154" fmla="*/ 376513 w 12192000"/>
              <a:gd name="connsiteY154" fmla="*/ 2154014 h 2237474"/>
              <a:gd name="connsiteX155" fmla="*/ 273386 w 12192000"/>
              <a:gd name="connsiteY155" fmla="*/ 2142551 h 2237474"/>
              <a:gd name="connsiteX156" fmla="*/ 169207 w 12192000"/>
              <a:gd name="connsiteY156" fmla="*/ 2128100 h 2237474"/>
              <a:gd name="connsiteX157" fmla="*/ 93149 w 12192000"/>
              <a:gd name="connsiteY157" fmla="*/ 2105324 h 2237474"/>
              <a:gd name="connsiteX158" fmla="*/ 88109 w 12192000"/>
              <a:gd name="connsiteY158" fmla="*/ 2106704 h 2237474"/>
              <a:gd name="connsiteX159" fmla="*/ 80022 w 12192000"/>
              <a:gd name="connsiteY159" fmla="*/ 2107254 h 2237474"/>
              <a:gd name="connsiteX160" fmla="*/ 79717 w 12192000"/>
              <a:gd name="connsiteY160" fmla="*/ 2107046 h 2237474"/>
              <a:gd name="connsiteX161" fmla="*/ 72352 w 12192000"/>
              <a:gd name="connsiteY161" fmla="*/ 2107991 h 2237474"/>
              <a:gd name="connsiteX162" fmla="*/ 37645 w 12192000"/>
              <a:gd name="connsiteY162" fmla="*/ 2115401 h 2237474"/>
              <a:gd name="connsiteX163" fmla="*/ 4572 w 12192000"/>
              <a:gd name="connsiteY163" fmla="*/ 2111091 h 2237474"/>
              <a:gd name="connsiteX164" fmla="*/ 0 w 12192000"/>
              <a:gd name="connsiteY164" fmla="*/ 2110468 h 2237474"/>
              <a:gd name="connsiteX165" fmla="*/ 0 w 12192000"/>
              <a:gd name="connsiteY16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02752 h 2237474"/>
              <a:gd name="connsiteX138" fmla="*/ 800195 w 12192000"/>
              <a:gd name="connsiteY138" fmla="*/ 2209407 h 2237474"/>
              <a:gd name="connsiteX139" fmla="*/ 784978 w 12192000"/>
              <a:gd name="connsiteY139" fmla="*/ 2212360 h 2237474"/>
              <a:gd name="connsiteX140" fmla="*/ 681987 w 12192000"/>
              <a:gd name="connsiteY140" fmla="*/ 2216757 h 2237474"/>
              <a:gd name="connsiteX141" fmla="*/ 669923 w 12192000"/>
              <a:gd name="connsiteY141" fmla="*/ 2211682 h 2237474"/>
              <a:gd name="connsiteX142" fmla="*/ 648680 w 12192000"/>
              <a:gd name="connsiteY142" fmla="*/ 2206229 h 2237474"/>
              <a:gd name="connsiteX143" fmla="*/ 597225 w 12192000"/>
              <a:gd name="connsiteY143" fmla="*/ 2180999 h 2237474"/>
              <a:gd name="connsiteX144" fmla="*/ 558449 w 12192000"/>
              <a:gd name="connsiteY144" fmla="*/ 2182346 h 2237474"/>
              <a:gd name="connsiteX145" fmla="*/ 550517 w 12192000"/>
              <a:gd name="connsiteY145" fmla="*/ 2182060 h 2237474"/>
              <a:gd name="connsiteX146" fmla="*/ 550309 w 12192000"/>
              <a:gd name="connsiteY146" fmla="*/ 2181825 h 2237474"/>
              <a:gd name="connsiteX147" fmla="*/ 541836 w 12192000"/>
              <a:gd name="connsiteY147" fmla="*/ 2181063 h 2237474"/>
              <a:gd name="connsiteX148" fmla="*/ 536057 w 12192000"/>
              <a:gd name="connsiteY148" fmla="*/ 2181537 h 2237474"/>
              <a:gd name="connsiteX149" fmla="*/ 520671 w 12192000"/>
              <a:gd name="connsiteY149" fmla="*/ 2180980 h 2237474"/>
              <a:gd name="connsiteX150" fmla="*/ 515024 w 12192000"/>
              <a:gd name="connsiteY150" fmla="*/ 2179258 h 2237474"/>
              <a:gd name="connsiteX151" fmla="*/ 512278 w 12192000"/>
              <a:gd name="connsiteY151" fmla="*/ 2176369 h 2237474"/>
              <a:gd name="connsiteX152" fmla="*/ 480419 w 12192000"/>
              <a:gd name="connsiteY152" fmla="*/ 2167807 h 2237474"/>
              <a:gd name="connsiteX153" fmla="*/ 413835 w 12192000"/>
              <a:gd name="connsiteY153" fmla="*/ 2156783 h 2237474"/>
              <a:gd name="connsiteX154" fmla="*/ 376513 w 12192000"/>
              <a:gd name="connsiteY154" fmla="*/ 2154014 h 2237474"/>
              <a:gd name="connsiteX155" fmla="*/ 273386 w 12192000"/>
              <a:gd name="connsiteY155" fmla="*/ 2142551 h 2237474"/>
              <a:gd name="connsiteX156" fmla="*/ 169207 w 12192000"/>
              <a:gd name="connsiteY156" fmla="*/ 2128100 h 2237474"/>
              <a:gd name="connsiteX157" fmla="*/ 93149 w 12192000"/>
              <a:gd name="connsiteY157" fmla="*/ 2105324 h 2237474"/>
              <a:gd name="connsiteX158" fmla="*/ 88109 w 12192000"/>
              <a:gd name="connsiteY158" fmla="*/ 2106704 h 2237474"/>
              <a:gd name="connsiteX159" fmla="*/ 80022 w 12192000"/>
              <a:gd name="connsiteY159" fmla="*/ 2107254 h 2237474"/>
              <a:gd name="connsiteX160" fmla="*/ 79717 w 12192000"/>
              <a:gd name="connsiteY160" fmla="*/ 2107046 h 2237474"/>
              <a:gd name="connsiteX161" fmla="*/ 72352 w 12192000"/>
              <a:gd name="connsiteY161" fmla="*/ 2107991 h 2237474"/>
              <a:gd name="connsiteX162" fmla="*/ 37645 w 12192000"/>
              <a:gd name="connsiteY162" fmla="*/ 2115401 h 2237474"/>
              <a:gd name="connsiteX163" fmla="*/ 4572 w 12192000"/>
              <a:gd name="connsiteY163" fmla="*/ 2111091 h 2237474"/>
              <a:gd name="connsiteX164" fmla="*/ 0 w 12192000"/>
              <a:gd name="connsiteY164" fmla="*/ 2110468 h 2237474"/>
              <a:gd name="connsiteX165" fmla="*/ 0 w 12192000"/>
              <a:gd name="connsiteY16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02752 h 2237474"/>
              <a:gd name="connsiteX138" fmla="*/ 800195 w 12192000"/>
              <a:gd name="connsiteY138" fmla="*/ 2209407 h 2237474"/>
              <a:gd name="connsiteX139" fmla="*/ 784978 w 12192000"/>
              <a:gd name="connsiteY139" fmla="*/ 2212360 h 2237474"/>
              <a:gd name="connsiteX140" fmla="*/ 669923 w 12192000"/>
              <a:gd name="connsiteY140" fmla="*/ 2211682 h 2237474"/>
              <a:gd name="connsiteX141" fmla="*/ 648680 w 12192000"/>
              <a:gd name="connsiteY141" fmla="*/ 2206229 h 2237474"/>
              <a:gd name="connsiteX142" fmla="*/ 597225 w 12192000"/>
              <a:gd name="connsiteY142" fmla="*/ 2180999 h 2237474"/>
              <a:gd name="connsiteX143" fmla="*/ 558449 w 12192000"/>
              <a:gd name="connsiteY143" fmla="*/ 2182346 h 2237474"/>
              <a:gd name="connsiteX144" fmla="*/ 550517 w 12192000"/>
              <a:gd name="connsiteY144" fmla="*/ 2182060 h 2237474"/>
              <a:gd name="connsiteX145" fmla="*/ 550309 w 12192000"/>
              <a:gd name="connsiteY145" fmla="*/ 2181825 h 2237474"/>
              <a:gd name="connsiteX146" fmla="*/ 541836 w 12192000"/>
              <a:gd name="connsiteY146" fmla="*/ 2181063 h 2237474"/>
              <a:gd name="connsiteX147" fmla="*/ 536057 w 12192000"/>
              <a:gd name="connsiteY147" fmla="*/ 2181537 h 2237474"/>
              <a:gd name="connsiteX148" fmla="*/ 520671 w 12192000"/>
              <a:gd name="connsiteY148" fmla="*/ 2180980 h 2237474"/>
              <a:gd name="connsiteX149" fmla="*/ 515024 w 12192000"/>
              <a:gd name="connsiteY149" fmla="*/ 2179258 h 2237474"/>
              <a:gd name="connsiteX150" fmla="*/ 512278 w 12192000"/>
              <a:gd name="connsiteY150" fmla="*/ 2176369 h 2237474"/>
              <a:gd name="connsiteX151" fmla="*/ 480419 w 12192000"/>
              <a:gd name="connsiteY151" fmla="*/ 2167807 h 2237474"/>
              <a:gd name="connsiteX152" fmla="*/ 413835 w 12192000"/>
              <a:gd name="connsiteY152" fmla="*/ 2156783 h 2237474"/>
              <a:gd name="connsiteX153" fmla="*/ 376513 w 12192000"/>
              <a:gd name="connsiteY153" fmla="*/ 2154014 h 2237474"/>
              <a:gd name="connsiteX154" fmla="*/ 273386 w 12192000"/>
              <a:gd name="connsiteY154" fmla="*/ 2142551 h 2237474"/>
              <a:gd name="connsiteX155" fmla="*/ 169207 w 12192000"/>
              <a:gd name="connsiteY155" fmla="*/ 2128100 h 2237474"/>
              <a:gd name="connsiteX156" fmla="*/ 93149 w 12192000"/>
              <a:gd name="connsiteY156" fmla="*/ 2105324 h 2237474"/>
              <a:gd name="connsiteX157" fmla="*/ 88109 w 12192000"/>
              <a:gd name="connsiteY157" fmla="*/ 2106704 h 2237474"/>
              <a:gd name="connsiteX158" fmla="*/ 80022 w 12192000"/>
              <a:gd name="connsiteY158" fmla="*/ 2107254 h 2237474"/>
              <a:gd name="connsiteX159" fmla="*/ 79717 w 12192000"/>
              <a:gd name="connsiteY159" fmla="*/ 2107046 h 2237474"/>
              <a:gd name="connsiteX160" fmla="*/ 72352 w 12192000"/>
              <a:gd name="connsiteY160" fmla="*/ 2107991 h 2237474"/>
              <a:gd name="connsiteX161" fmla="*/ 37645 w 12192000"/>
              <a:gd name="connsiteY161" fmla="*/ 2115401 h 2237474"/>
              <a:gd name="connsiteX162" fmla="*/ 4572 w 12192000"/>
              <a:gd name="connsiteY162" fmla="*/ 2111091 h 2237474"/>
              <a:gd name="connsiteX163" fmla="*/ 0 w 12192000"/>
              <a:gd name="connsiteY163" fmla="*/ 2110468 h 2237474"/>
              <a:gd name="connsiteX164" fmla="*/ 0 w 12192000"/>
              <a:gd name="connsiteY164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02752 h 2237474"/>
              <a:gd name="connsiteX138" fmla="*/ 800195 w 12192000"/>
              <a:gd name="connsiteY138" fmla="*/ 2209407 h 2237474"/>
              <a:gd name="connsiteX139" fmla="*/ 784978 w 12192000"/>
              <a:gd name="connsiteY139" fmla="*/ 2212360 h 2237474"/>
              <a:gd name="connsiteX140" fmla="*/ 669923 w 12192000"/>
              <a:gd name="connsiteY140" fmla="*/ 2211682 h 2237474"/>
              <a:gd name="connsiteX141" fmla="*/ 648680 w 12192000"/>
              <a:gd name="connsiteY141" fmla="*/ 2206229 h 2237474"/>
              <a:gd name="connsiteX142" fmla="*/ 597225 w 12192000"/>
              <a:gd name="connsiteY142" fmla="*/ 2180999 h 2237474"/>
              <a:gd name="connsiteX143" fmla="*/ 558449 w 12192000"/>
              <a:gd name="connsiteY143" fmla="*/ 2182346 h 2237474"/>
              <a:gd name="connsiteX144" fmla="*/ 550517 w 12192000"/>
              <a:gd name="connsiteY144" fmla="*/ 2182060 h 2237474"/>
              <a:gd name="connsiteX145" fmla="*/ 550309 w 12192000"/>
              <a:gd name="connsiteY145" fmla="*/ 2181825 h 2237474"/>
              <a:gd name="connsiteX146" fmla="*/ 541836 w 12192000"/>
              <a:gd name="connsiteY146" fmla="*/ 2181063 h 2237474"/>
              <a:gd name="connsiteX147" fmla="*/ 520671 w 12192000"/>
              <a:gd name="connsiteY147" fmla="*/ 2180980 h 2237474"/>
              <a:gd name="connsiteX148" fmla="*/ 515024 w 12192000"/>
              <a:gd name="connsiteY148" fmla="*/ 2179258 h 2237474"/>
              <a:gd name="connsiteX149" fmla="*/ 512278 w 12192000"/>
              <a:gd name="connsiteY149" fmla="*/ 2176369 h 2237474"/>
              <a:gd name="connsiteX150" fmla="*/ 480419 w 12192000"/>
              <a:gd name="connsiteY150" fmla="*/ 2167807 h 2237474"/>
              <a:gd name="connsiteX151" fmla="*/ 413835 w 12192000"/>
              <a:gd name="connsiteY151" fmla="*/ 2156783 h 2237474"/>
              <a:gd name="connsiteX152" fmla="*/ 376513 w 12192000"/>
              <a:gd name="connsiteY152" fmla="*/ 2154014 h 2237474"/>
              <a:gd name="connsiteX153" fmla="*/ 273386 w 12192000"/>
              <a:gd name="connsiteY153" fmla="*/ 2142551 h 2237474"/>
              <a:gd name="connsiteX154" fmla="*/ 169207 w 12192000"/>
              <a:gd name="connsiteY154" fmla="*/ 2128100 h 2237474"/>
              <a:gd name="connsiteX155" fmla="*/ 93149 w 12192000"/>
              <a:gd name="connsiteY155" fmla="*/ 2105324 h 2237474"/>
              <a:gd name="connsiteX156" fmla="*/ 88109 w 12192000"/>
              <a:gd name="connsiteY156" fmla="*/ 2106704 h 2237474"/>
              <a:gd name="connsiteX157" fmla="*/ 80022 w 12192000"/>
              <a:gd name="connsiteY157" fmla="*/ 2107254 h 2237474"/>
              <a:gd name="connsiteX158" fmla="*/ 79717 w 12192000"/>
              <a:gd name="connsiteY158" fmla="*/ 2107046 h 2237474"/>
              <a:gd name="connsiteX159" fmla="*/ 72352 w 12192000"/>
              <a:gd name="connsiteY159" fmla="*/ 2107991 h 2237474"/>
              <a:gd name="connsiteX160" fmla="*/ 37645 w 12192000"/>
              <a:gd name="connsiteY160" fmla="*/ 2115401 h 2237474"/>
              <a:gd name="connsiteX161" fmla="*/ 4572 w 12192000"/>
              <a:gd name="connsiteY161" fmla="*/ 2111091 h 2237474"/>
              <a:gd name="connsiteX162" fmla="*/ 0 w 12192000"/>
              <a:gd name="connsiteY162" fmla="*/ 2110468 h 2237474"/>
              <a:gd name="connsiteX163" fmla="*/ 0 w 12192000"/>
              <a:gd name="connsiteY163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02752 h 2237474"/>
              <a:gd name="connsiteX138" fmla="*/ 800195 w 12192000"/>
              <a:gd name="connsiteY138" fmla="*/ 2209407 h 2237474"/>
              <a:gd name="connsiteX139" fmla="*/ 784978 w 12192000"/>
              <a:gd name="connsiteY139" fmla="*/ 2212360 h 2237474"/>
              <a:gd name="connsiteX140" fmla="*/ 669923 w 12192000"/>
              <a:gd name="connsiteY140" fmla="*/ 2211682 h 2237474"/>
              <a:gd name="connsiteX141" fmla="*/ 648680 w 12192000"/>
              <a:gd name="connsiteY141" fmla="*/ 2206229 h 2237474"/>
              <a:gd name="connsiteX142" fmla="*/ 597225 w 12192000"/>
              <a:gd name="connsiteY142" fmla="*/ 2180999 h 2237474"/>
              <a:gd name="connsiteX143" fmla="*/ 558449 w 12192000"/>
              <a:gd name="connsiteY143" fmla="*/ 2182346 h 2237474"/>
              <a:gd name="connsiteX144" fmla="*/ 550517 w 12192000"/>
              <a:gd name="connsiteY144" fmla="*/ 2182060 h 2237474"/>
              <a:gd name="connsiteX145" fmla="*/ 550309 w 12192000"/>
              <a:gd name="connsiteY145" fmla="*/ 2181825 h 2237474"/>
              <a:gd name="connsiteX146" fmla="*/ 520671 w 12192000"/>
              <a:gd name="connsiteY146" fmla="*/ 2180980 h 2237474"/>
              <a:gd name="connsiteX147" fmla="*/ 515024 w 12192000"/>
              <a:gd name="connsiteY147" fmla="*/ 2179258 h 2237474"/>
              <a:gd name="connsiteX148" fmla="*/ 512278 w 12192000"/>
              <a:gd name="connsiteY148" fmla="*/ 2176369 h 2237474"/>
              <a:gd name="connsiteX149" fmla="*/ 480419 w 12192000"/>
              <a:gd name="connsiteY149" fmla="*/ 2167807 h 2237474"/>
              <a:gd name="connsiteX150" fmla="*/ 413835 w 12192000"/>
              <a:gd name="connsiteY150" fmla="*/ 2156783 h 2237474"/>
              <a:gd name="connsiteX151" fmla="*/ 376513 w 12192000"/>
              <a:gd name="connsiteY151" fmla="*/ 2154014 h 2237474"/>
              <a:gd name="connsiteX152" fmla="*/ 273386 w 12192000"/>
              <a:gd name="connsiteY152" fmla="*/ 2142551 h 2237474"/>
              <a:gd name="connsiteX153" fmla="*/ 169207 w 12192000"/>
              <a:gd name="connsiteY153" fmla="*/ 2128100 h 2237474"/>
              <a:gd name="connsiteX154" fmla="*/ 93149 w 12192000"/>
              <a:gd name="connsiteY154" fmla="*/ 2105324 h 2237474"/>
              <a:gd name="connsiteX155" fmla="*/ 88109 w 12192000"/>
              <a:gd name="connsiteY155" fmla="*/ 2106704 h 2237474"/>
              <a:gd name="connsiteX156" fmla="*/ 80022 w 12192000"/>
              <a:gd name="connsiteY156" fmla="*/ 2107254 h 2237474"/>
              <a:gd name="connsiteX157" fmla="*/ 79717 w 12192000"/>
              <a:gd name="connsiteY157" fmla="*/ 2107046 h 2237474"/>
              <a:gd name="connsiteX158" fmla="*/ 72352 w 12192000"/>
              <a:gd name="connsiteY158" fmla="*/ 2107991 h 2237474"/>
              <a:gd name="connsiteX159" fmla="*/ 37645 w 12192000"/>
              <a:gd name="connsiteY159" fmla="*/ 2115401 h 2237474"/>
              <a:gd name="connsiteX160" fmla="*/ 4572 w 12192000"/>
              <a:gd name="connsiteY160" fmla="*/ 2111091 h 2237474"/>
              <a:gd name="connsiteX161" fmla="*/ 0 w 12192000"/>
              <a:gd name="connsiteY161" fmla="*/ 2110468 h 2237474"/>
              <a:gd name="connsiteX162" fmla="*/ 0 w 12192000"/>
              <a:gd name="connsiteY16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02752 h 2237474"/>
              <a:gd name="connsiteX138" fmla="*/ 800195 w 12192000"/>
              <a:gd name="connsiteY138" fmla="*/ 2209407 h 2237474"/>
              <a:gd name="connsiteX139" fmla="*/ 784978 w 12192000"/>
              <a:gd name="connsiteY139" fmla="*/ 2212360 h 2237474"/>
              <a:gd name="connsiteX140" fmla="*/ 669923 w 12192000"/>
              <a:gd name="connsiteY140" fmla="*/ 2211682 h 2237474"/>
              <a:gd name="connsiteX141" fmla="*/ 648680 w 12192000"/>
              <a:gd name="connsiteY141" fmla="*/ 2206229 h 2237474"/>
              <a:gd name="connsiteX142" fmla="*/ 597225 w 12192000"/>
              <a:gd name="connsiteY142" fmla="*/ 2180999 h 2237474"/>
              <a:gd name="connsiteX143" fmla="*/ 558449 w 12192000"/>
              <a:gd name="connsiteY143" fmla="*/ 2182346 h 2237474"/>
              <a:gd name="connsiteX144" fmla="*/ 550517 w 12192000"/>
              <a:gd name="connsiteY144" fmla="*/ 2182060 h 2237474"/>
              <a:gd name="connsiteX145" fmla="*/ 550309 w 12192000"/>
              <a:gd name="connsiteY145" fmla="*/ 2181825 h 2237474"/>
              <a:gd name="connsiteX146" fmla="*/ 520671 w 12192000"/>
              <a:gd name="connsiteY146" fmla="*/ 2180980 h 2237474"/>
              <a:gd name="connsiteX147" fmla="*/ 515024 w 12192000"/>
              <a:gd name="connsiteY147" fmla="*/ 2179258 h 2237474"/>
              <a:gd name="connsiteX148" fmla="*/ 480419 w 12192000"/>
              <a:gd name="connsiteY148" fmla="*/ 2167807 h 2237474"/>
              <a:gd name="connsiteX149" fmla="*/ 413835 w 12192000"/>
              <a:gd name="connsiteY149" fmla="*/ 2156783 h 2237474"/>
              <a:gd name="connsiteX150" fmla="*/ 376513 w 12192000"/>
              <a:gd name="connsiteY150" fmla="*/ 2154014 h 2237474"/>
              <a:gd name="connsiteX151" fmla="*/ 273386 w 12192000"/>
              <a:gd name="connsiteY151" fmla="*/ 2142551 h 2237474"/>
              <a:gd name="connsiteX152" fmla="*/ 169207 w 12192000"/>
              <a:gd name="connsiteY152" fmla="*/ 2128100 h 2237474"/>
              <a:gd name="connsiteX153" fmla="*/ 93149 w 12192000"/>
              <a:gd name="connsiteY153" fmla="*/ 2105324 h 2237474"/>
              <a:gd name="connsiteX154" fmla="*/ 88109 w 12192000"/>
              <a:gd name="connsiteY154" fmla="*/ 2106704 h 2237474"/>
              <a:gd name="connsiteX155" fmla="*/ 80022 w 12192000"/>
              <a:gd name="connsiteY155" fmla="*/ 2107254 h 2237474"/>
              <a:gd name="connsiteX156" fmla="*/ 79717 w 12192000"/>
              <a:gd name="connsiteY156" fmla="*/ 2107046 h 2237474"/>
              <a:gd name="connsiteX157" fmla="*/ 72352 w 12192000"/>
              <a:gd name="connsiteY157" fmla="*/ 2107991 h 2237474"/>
              <a:gd name="connsiteX158" fmla="*/ 37645 w 12192000"/>
              <a:gd name="connsiteY158" fmla="*/ 2115401 h 2237474"/>
              <a:gd name="connsiteX159" fmla="*/ 4572 w 12192000"/>
              <a:gd name="connsiteY159" fmla="*/ 2111091 h 2237474"/>
              <a:gd name="connsiteX160" fmla="*/ 0 w 12192000"/>
              <a:gd name="connsiteY160" fmla="*/ 2110468 h 2237474"/>
              <a:gd name="connsiteX161" fmla="*/ 0 w 12192000"/>
              <a:gd name="connsiteY161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02752 h 2237474"/>
              <a:gd name="connsiteX138" fmla="*/ 800195 w 12192000"/>
              <a:gd name="connsiteY138" fmla="*/ 2209407 h 2237474"/>
              <a:gd name="connsiteX139" fmla="*/ 784978 w 12192000"/>
              <a:gd name="connsiteY139" fmla="*/ 2212360 h 2237474"/>
              <a:gd name="connsiteX140" fmla="*/ 669923 w 12192000"/>
              <a:gd name="connsiteY140" fmla="*/ 2211682 h 2237474"/>
              <a:gd name="connsiteX141" fmla="*/ 648680 w 12192000"/>
              <a:gd name="connsiteY141" fmla="*/ 2206229 h 2237474"/>
              <a:gd name="connsiteX142" fmla="*/ 597225 w 12192000"/>
              <a:gd name="connsiteY142" fmla="*/ 2180999 h 2237474"/>
              <a:gd name="connsiteX143" fmla="*/ 558449 w 12192000"/>
              <a:gd name="connsiteY143" fmla="*/ 2182346 h 2237474"/>
              <a:gd name="connsiteX144" fmla="*/ 550517 w 12192000"/>
              <a:gd name="connsiteY144" fmla="*/ 2182060 h 2237474"/>
              <a:gd name="connsiteX145" fmla="*/ 550309 w 12192000"/>
              <a:gd name="connsiteY145" fmla="*/ 2181825 h 2237474"/>
              <a:gd name="connsiteX146" fmla="*/ 520671 w 12192000"/>
              <a:gd name="connsiteY146" fmla="*/ 2180980 h 2237474"/>
              <a:gd name="connsiteX147" fmla="*/ 515024 w 12192000"/>
              <a:gd name="connsiteY147" fmla="*/ 2179258 h 2237474"/>
              <a:gd name="connsiteX148" fmla="*/ 413835 w 12192000"/>
              <a:gd name="connsiteY148" fmla="*/ 2156783 h 2237474"/>
              <a:gd name="connsiteX149" fmla="*/ 376513 w 12192000"/>
              <a:gd name="connsiteY149" fmla="*/ 2154014 h 2237474"/>
              <a:gd name="connsiteX150" fmla="*/ 273386 w 12192000"/>
              <a:gd name="connsiteY150" fmla="*/ 2142551 h 2237474"/>
              <a:gd name="connsiteX151" fmla="*/ 169207 w 12192000"/>
              <a:gd name="connsiteY151" fmla="*/ 2128100 h 2237474"/>
              <a:gd name="connsiteX152" fmla="*/ 93149 w 12192000"/>
              <a:gd name="connsiteY152" fmla="*/ 2105324 h 2237474"/>
              <a:gd name="connsiteX153" fmla="*/ 88109 w 12192000"/>
              <a:gd name="connsiteY153" fmla="*/ 2106704 h 2237474"/>
              <a:gd name="connsiteX154" fmla="*/ 80022 w 12192000"/>
              <a:gd name="connsiteY154" fmla="*/ 2107254 h 2237474"/>
              <a:gd name="connsiteX155" fmla="*/ 79717 w 12192000"/>
              <a:gd name="connsiteY155" fmla="*/ 2107046 h 2237474"/>
              <a:gd name="connsiteX156" fmla="*/ 72352 w 12192000"/>
              <a:gd name="connsiteY156" fmla="*/ 2107991 h 2237474"/>
              <a:gd name="connsiteX157" fmla="*/ 37645 w 12192000"/>
              <a:gd name="connsiteY157" fmla="*/ 2115401 h 2237474"/>
              <a:gd name="connsiteX158" fmla="*/ 4572 w 12192000"/>
              <a:gd name="connsiteY158" fmla="*/ 2111091 h 2237474"/>
              <a:gd name="connsiteX159" fmla="*/ 0 w 12192000"/>
              <a:gd name="connsiteY159" fmla="*/ 2110468 h 2237474"/>
              <a:gd name="connsiteX160" fmla="*/ 0 w 12192000"/>
              <a:gd name="connsiteY160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02752 h 2237474"/>
              <a:gd name="connsiteX138" fmla="*/ 800195 w 12192000"/>
              <a:gd name="connsiteY138" fmla="*/ 2209407 h 2237474"/>
              <a:gd name="connsiteX139" fmla="*/ 784978 w 12192000"/>
              <a:gd name="connsiteY139" fmla="*/ 2212360 h 2237474"/>
              <a:gd name="connsiteX140" fmla="*/ 669923 w 12192000"/>
              <a:gd name="connsiteY140" fmla="*/ 2211682 h 2237474"/>
              <a:gd name="connsiteX141" fmla="*/ 648680 w 12192000"/>
              <a:gd name="connsiteY141" fmla="*/ 2206229 h 2237474"/>
              <a:gd name="connsiteX142" fmla="*/ 597225 w 12192000"/>
              <a:gd name="connsiteY142" fmla="*/ 2180999 h 2237474"/>
              <a:gd name="connsiteX143" fmla="*/ 558449 w 12192000"/>
              <a:gd name="connsiteY143" fmla="*/ 2182346 h 2237474"/>
              <a:gd name="connsiteX144" fmla="*/ 550517 w 12192000"/>
              <a:gd name="connsiteY144" fmla="*/ 2182060 h 2237474"/>
              <a:gd name="connsiteX145" fmla="*/ 550309 w 12192000"/>
              <a:gd name="connsiteY145" fmla="*/ 2181825 h 2237474"/>
              <a:gd name="connsiteX146" fmla="*/ 520671 w 12192000"/>
              <a:gd name="connsiteY146" fmla="*/ 2180980 h 2237474"/>
              <a:gd name="connsiteX147" fmla="*/ 515024 w 12192000"/>
              <a:gd name="connsiteY147" fmla="*/ 2179258 h 2237474"/>
              <a:gd name="connsiteX148" fmla="*/ 413835 w 12192000"/>
              <a:gd name="connsiteY148" fmla="*/ 2156783 h 2237474"/>
              <a:gd name="connsiteX149" fmla="*/ 376513 w 12192000"/>
              <a:gd name="connsiteY149" fmla="*/ 2154014 h 2237474"/>
              <a:gd name="connsiteX150" fmla="*/ 273386 w 12192000"/>
              <a:gd name="connsiteY150" fmla="*/ 2142551 h 2237474"/>
              <a:gd name="connsiteX151" fmla="*/ 169207 w 12192000"/>
              <a:gd name="connsiteY151" fmla="*/ 2128100 h 2237474"/>
              <a:gd name="connsiteX152" fmla="*/ 93149 w 12192000"/>
              <a:gd name="connsiteY152" fmla="*/ 2105324 h 2237474"/>
              <a:gd name="connsiteX153" fmla="*/ 88109 w 12192000"/>
              <a:gd name="connsiteY153" fmla="*/ 2106704 h 2237474"/>
              <a:gd name="connsiteX154" fmla="*/ 80022 w 12192000"/>
              <a:gd name="connsiteY154" fmla="*/ 2107254 h 2237474"/>
              <a:gd name="connsiteX155" fmla="*/ 72352 w 12192000"/>
              <a:gd name="connsiteY155" fmla="*/ 2107991 h 2237474"/>
              <a:gd name="connsiteX156" fmla="*/ 37645 w 12192000"/>
              <a:gd name="connsiteY156" fmla="*/ 2115401 h 2237474"/>
              <a:gd name="connsiteX157" fmla="*/ 4572 w 12192000"/>
              <a:gd name="connsiteY157" fmla="*/ 2111091 h 2237474"/>
              <a:gd name="connsiteX158" fmla="*/ 0 w 12192000"/>
              <a:gd name="connsiteY158" fmla="*/ 2110468 h 2237474"/>
              <a:gd name="connsiteX159" fmla="*/ 0 w 12192000"/>
              <a:gd name="connsiteY159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02752 h 2237474"/>
              <a:gd name="connsiteX138" fmla="*/ 800195 w 12192000"/>
              <a:gd name="connsiteY138" fmla="*/ 2209407 h 2237474"/>
              <a:gd name="connsiteX139" fmla="*/ 784978 w 12192000"/>
              <a:gd name="connsiteY139" fmla="*/ 2212360 h 2237474"/>
              <a:gd name="connsiteX140" fmla="*/ 669923 w 12192000"/>
              <a:gd name="connsiteY140" fmla="*/ 2211682 h 2237474"/>
              <a:gd name="connsiteX141" fmla="*/ 648680 w 12192000"/>
              <a:gd name="connsiteY141" fmla="*/ 2206229 h 2237474"/>
              <a:gd name="connsiteX142" fmla="*/ 597225 w 12192000"/>
              <a:gd name="connsiteY142" fmla="*/ 2180999 h 2237474"/>
              <a:gd name="connsiteX143" fmla="*/ 558449 w 12192000"/>
              <a:gd name="connsiteY143" fmla="*/ 2182346 h 2237474"/>
              <a:gd name="connsiteX144" fmla="*/ 550517 w 12192000"/>
              <a:gd name="connsiteY144" fmla="*/ 2182060 h 2237474"/>
              <a:gd name="connsiteX145" fmla="*/ 550309 w 12192000"/>
              <a:gd name="connsiteY145" fmla="*/ 2181825 h 2237474"/>
              <a:gd name="connsiteX146" fmla="*/ 520671 w 12192000"/>
              <a:gd name="connsiteY146" fmla="*/ 2180980 h 2237474"/>
              <a:gd name="connsiteX147" fmla="*/ 515024 w 12192000"/>
              <a:gd name="connsiteY147" fmla="*/ 2179258 h 2237474"/>
              <a:gd name="connsiteX148" fmla="*/ 413835 w 12192000"/>
              <a:gd name="connsiteY148" fmla="*/ 2156783 h 2237474"/>
              <a:gd name="connsiteX149" fmla="*/ 376513 w 12192000"/>
              <a:gd name="connsiteY149" fmla="*/ 2154014 h 2237474"/>
              <a:gd name="connsiteX150" fmla="*/ 273386 w 12192000"/>
              <a:gd name="connsiteY150" fmla="*/ 2142551 h 2237474"/>
              <a:gd name="connsiteX151" fmla="*/ 169207 w 12192000"/>
              <a:gd name="connsiteY151" fmla="*/ 2128100 h 2237474"/>
              <a:gd name="connsiteX152" fmla="*/ 93149 w 12192000"/>
              <a:gd name="connsiteY152" fmla="*/ 2105324 h 2237474"/>
              <a:gd name="connsiteX153" fmla="*/ 80022 w 12192000"/>
              <a:gd name="connsiteY153" fmla="*/ 2107254 h 2237474"/>
              <a:gd name="connsiteX154" fmla="*/ 72352 w 12192000"/>
              <a:gd name="connsiteY154" fmla="*/ 2107991 h 2237474"/>
              <a:gd name="connsiteX155" fmla="*/ 37645 w 12192000"/>
              <a:gd name="connsiteY155" fmla="*/ 2115401 h 2237474"/>
              <a:gd name="connsiteX156" fmla="*/ 4572 w 12192000"/>
              <a:gd name="connsiteY156" fmla="*/ 2111091 h 2237474"/>
              <a:gd name="connsiteX157" fmla="*/ 0 w 12192000"/>
              <a:gd name="connsiteY157" fmla="*/ 2110468 h 2237474"/>
              <a:gd name="connsiteX158" fmla="*/ 0 w 12192000"/>
              <a:gd name="connsiteY158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02752 h 2237474"/>
              <a:gd name="connsiteX138" fmla="*/ 800195 w 12192000"/>
              <a:gd name="connsiteY138" fmla="*/ 2209407 h 2237474"/>
              <a:gd name="connsiteX139" fmla="*/ 784978 w 12192000"/>
              <a:gd name="connsiteY139" fmla="*/ 2212360 h 2237474"/>
              <a:gd name="connsiteX140" fmla="*/ 669923 w 12192000"/>
              <a:gd name="connsiteY140" fmla="*/ 2211682 h 2237474"/>
              <a:gd name="connsiteX141" fmla="*/ 648680 w 12192000"/>
              <a:gd name="connsiteY141" fmla="*/ 2206229 h 2237474"/>
              <a:gd name="connsiteX142" fmla="*/ 597225 w 12192000"/>
              <a:gd name="connsiteY142" fmla="*/ 2180999 h 2237474"/>
              <a:gd name="connsiteX143" fmla="*/ 558449 w 12192000"/>
              <a:gd name="connsiteY143" fmla="*/ 2182346 h 2237474"/>
              <a:gd name="connsiteX144" fmla="*/ 550517 w 12192000"/>
              <a:gd name="connsiteY144" fmla="*/ 2182060 h 2237474"/>
              <a:gd name="connsiteX145" fmla="*/ 550309 w 12192000"/>
              <a:gd name="connsiteY145" fmla="*/ 2181825 h 2237474"/>
              <a:gd name="connsiteX146" fmla="*/ 520671 w 12192000"/>
              <a:gd name="connsiteY146" fmla="*/ 2180980 h 2237474"/>
              <a:gd name="connsiteX147" fmla="*/ 515024 w 12192000"/>
              <a:gd name="connsiteY147" fmla="*/ 2179258 h 2237474"/>
              <a:gd name="connsiteX148" fmla="*/ 413835 w 12192000"/>
              <a:gd name="connsiteY148" fmla="*/ 2156783 h 2237474"/>
              <a:gd name="connsiteX149" fmla="*/ 376513 w 12192000"/>
              <a:gd name="connsiteY149" fmla="*/ 2154014 h 2237474"/>
              <a:gd name="connsiteX150" fmla="*/ 273386 w 12192000"/>
              <a:gd name="connsiteY150" fmla="*/ 2142551 h 2237474"/>
              <a:gd name="connsiteX151" fmla="*/ 169207 w 12192000"/>
              <a:gd name="connsiteY151" fmla="*/ 2128100 h 2237474"/>
              <a:gd name="connsiteX152" fmla="*/ 80022 w 12192000"/>
              <a:gd name="connsiteY152" fmla="*/ 2107254 h 2237474"/>
              <a:gd name="connsiteX153" fmla="*/ 72352 w 12192000"/>
              <a:gd name="connsiteY153" fmla="*/ 2107991 h 2237474"/>
              <a:gd name="connsiteX154" fmla="*/ 37645 w 12192000"/>
              <a:gd name="connsiteY154" fmla="*/ 2115401 h 2237474"/>
              <a:gd name="connsiteX155" fmla="*/ 4572 w 12192000"/>
              <a:gd name="connsiteY155" fmla="*/ 2111091 h 2237474"/>
              <a:gd name="connsiteX156" fmla="*/ 0 w 12192000"/>
              <a:gd name="connsiteY156" fmla="*/ 2110468 h 2237474"/>
              <a:gd name="connsiteX157" fmla="*/ 0 w 12192000"/>
              <a:gd name="connsiteY157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02752 h 2237474"/>
              <a:gd name="connsiteX138" fmla="*/ 800195 w 12192000"/>
              <a:gd name="connsiteY138" fmla="*/ 2209407 h 2237474"/>
              <a:gd name="connsiteX139" fmla="*/ 784978 w 12192000"/>
              <a:gd name="connsiteY139" fmla="*/ 2212360 h 2237474"/>
              <a:gd name="connsiteX140" fmla="*/ 669923 w 12192000"/>
              <a:gd name="connsiteY140" fmla="*/ 2211682 h 2237474"/>
              <a:gd name="connsiteX141" fmla="*/ 648680 w 12192000"/>
              <a:gd name="connsiteY141" fmla="*/ 2206229 h 2237474"/>
              <a:gd name="connsiteX142" fmla="*/ 597225 w 12192000"/>
              <a:gd name="connsiteY142" fmla="*/ 2180999 h 2237474"/>
              <a:gd name="connsiteX143" fmla="*/ 558449 w 12192000"/>
              <a:gd name="connsiteY143" fmla="*/ 2182346 h 2237474"/>
              <a:gd name="connsiteX144" fmla="*/ 550517 w 12192000"/>
              <a:gd name="connsiteY144" fmla="*/ 2182060 h 2237474"/>
              <a:gd name="connsiteX145" fmla="*/ 520671 w 12192000"/>
              <a:gd name="connsiteY145" fmla="*/ 2180980 h 2237474"/>
              <a:gd name="connsiteX146" fmla="*/ 515024 w 12192000"/>
              <a:gd name="connsiteY146" fmla="*/ 2179258 h 2237474"/>
              <a:gd name="connsiteX147" fmla="*/ 413835 w 12192000"/>
              <a:gd name="connsiteY147" fmla="*/ 2156783 h 2237474"/>
              <a:gd name="connsiteX148" fmla="*/ 376513 w 12192000"/>
              <a:gd name="connsiteY148" fmla="*/ 2154014 h 2237474"/>
              <a:gd name="connsiteX149" fmla="*/ 273386 w 12192000"/>
              <a:gd name="connsiteY149" fmla="*/ 2142551 h 2237474"/>
              <a:gd name="connsiteX150" fmla="*/ 169207 w 12192000"/>
              <a:gd name="connsiteY150" fmla="*/ 2128100 h 2237474"/>
              <a:gd name="connsiteX151" fmla="*/ 80022 w 12192000"/>
              <a:gd name="connsiteY151" fmla="*/ 2107254 h 2237474"/>
              <a:gd name="connsiteX152" fmla="*/ 72352 w 12192000"/>
              <a:gd name="connsiteY152" fmla="*/ 2107991 h 2237474"/>
              <a:gd name="connsiteX153" fmla="*/ 37645 w 12192000"/>
              <a:gd name="connsiteY153" fmla="*/ 2115401 h 2237474"/>
              <a:gd name="connsiteX154" fmla="*/ 4572 w 12192000"/>
              <a:gd name="connsiteY154" fmla="*/ 2111091 h 2237474"/>
              <a:gd name="connsiteX155" fmla="*/ 0 w 12192000"/>
              <a:gd name="connsiteY155" fmla="*/ 2110468 h 2237474"/>
              <a:gd name="connsiteX156" fmla="*/ 0 w 12192000"/>
              <a:gd name="connsiteY156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02752 h 2237474"/>
              <a:gd name="connsiteX138" fmla="*/ 800195 w 12192000"/>
              <a:gd name="connsiteY138" fmla="*/ 2209407 h 2237474"/>
              <a:gd name="connsiteX139" fmla="*/ 784978 w 12192000"/>
              <a:gd name="connsiteY139" fmla="*/ 2212360 h 2237474"/>
              <a:gd name="connsiteX140" fmla="*/ 669923 w 12192000"/>
              <a:gd name="connsiteY140" fmla="*/ 2211682 h 2237474"/>
              <a:gd name="connsiteX141" fmla="*/ 648680 w 12192000"/>
              <a:gd name="connsiteY141" fmla="*/ 2206229 h 2237474"/>
              <a:gd name="connsiteX142" fmla="*/ 597225 w 12192000"/>
              <a:gd name="connsiteY142" fmla="*/ 2180999 h 2237474"/>
              <a:gd name="connsiteX143" fmla="*/ 558449 w 12192000"/>
              <a:gd name="connsiteY143" fmla="*/ 2182346 h 2237474"/>
              <a:gd name="connsiteX144" fmla="*/ 520671 w 12192000"/>
              <a:gd name="connsiteY144" fmla="*/ 2180980 h 2237474"/>
              <a:gd name="connsiteX145" fmla="*/ 515024 w 12192000"/>
              <a:gd name="connsiteY145" fmla="*/ 2179258 h 2237474"/>
              <a:gd name="connsiteX146" fmla="*/ 413835 w 12192000"/>
              <a:gd name="connsiteY146" fmla="*/ 2156783 h 2237474"/>
              <a:gd name="connsiteX147" fmla="*/ 376513 w 12192000"/>
              <a:gd name="connsiteY147" fmla="*/ 2154014 h 2237474"/>
              <a:gd name="connsiteX148" fmla="*/ 273386 w 12192000"/>
              <a:gd name="connsiteY148" fmla="*/ 2142551 h 2237474"/>
              <a:gd name="connsiteX149" fmla="*/ 169207 w 12192000"/>
              <a:gd name="connsiteY149" fmla="*/ 2128100 h 2237474"/>
              <a:gd name="connsiteX150" fmla="*/ 80022 w 12192000"/>
              <a:gd name="connsiteY150" fmla="*/ 2107254 h 2237474"/>
              <a:gd name="connsiteX151" fmla="*/ 72352 w 12192000"/>
              <a:gd name="connsiteY151" fmla="*/ 2107991 h 2237474"/>
              <a:gd name="connsiteX152" fmla="*/ 37645 w 12192000"/>
              <a:gd name="connsiteY152" fmla="*/ 2115401 h 2237474"/>
              <a:gd name="connsiteX153" fmla="*/ 4572 w 12192000"/>
              <a:gd name="connsiteY153" fmla="*/ 2111091 h 2237474"/>
              <a:gd name="connsiteX154" fmla="*/ 0 w 12192000"/>
              <a:gd name="connsiteY154" fmla="*/ 2110468 h 2237474"/>
              <a:gd name="connsiteX155" fmla="*/ 0 w 12192000"/>
              <a:gd name="connsiteY15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02752 h 2237474"/>
              <a:gd name="connsiteX138" fmla="*/ 800195 w 12192000"/>
              <a:gd name="connsiteY138" fmla="*/ 2209407 h 2237474"/>
              <a:gd name="connsiteX139" fmla="*/ 784978 w 12192000"/>
              <a:gd name="connsiteY139" fmla="*/ 2212360 h 2237474"/>
              <a:gd name="connsiteX140" fmla="*/ 669923 w 12192000"/>
              <a:gd name="connsiteY140" fmla="*/ 2211682 h 2237474"/>
              <a:gd name="connsiteX141" fmla="*/ 648680 w 12192000"/>
              <a:gd name="connsiteY141" fmla="*/ 2206229 h 2237474"/>
              <a:gd name="connsiteX142" fmla="*/ 597225 w 12192000"/>
              <a:gd name="connsiteY142" fmla="*/ 2180999 h 2237474"/>
              <a:gd name="connsiteX143" fmla="*/ 520671 w 12192000"/>
              <a:gd name="connsiteY143" fmla="*/ 2180980 h 2237474"/>
              <a:gd name="connsiteX144" fmla="*/ 515024 w 12192000"/>
              <a:gd name="connsiteY144" fmla="*/ 2179258 h 2237474"/>
              <a:gd name="connsiteX145" fmla="*/ 413835 w 12192000"/>
              <a:gd name="connsiteY145" fmla="*/ 2156783 h 2237474"/>
              <a:gd name="connsiteX146" fmla="*/ 376513 w 12192000"/>
              <a:gd name="connsiteY146" fmla="*/ 2154014 h 2237474"/>
              <a:gd name="connsiteX147" fmla="*/ 273386 w 12192000"/>
              <a:gd name="connsiteY147" fmla="*/ 2142551 h 2237474"/>
              <a:gd name="connsiteX148" fmla="*/ 169207 w 12192000"/>
              <a:gd name="connsiteY148" fmla="*/ 2128100 h 2237474"/>
              <a:gd name="connsiteX149" fmla="*/ 80022 w 12192000"/>
              <a:gd name="connsiteY149" fmla="*/ 2107254 h 2237474"/>
              <a:gd name="connsiteX150" fmla="*/ 72352 w 12192000"/>
              <a:gd name="connsiteY150" fmla="*/ 2107991 h 2237474"/>
              <a:gd name="connsiteX151" fmla="*/ 37645 w 12192000"/>
              <a:gd name="connsiteY151" fmla="*/ 2115401 h 2237474"/>
              <a:gd name="connsiteX152" fmla="*/ 4572 w 12192000"/>
              <a:gd name="connsiteY152" fmla="*/ 2111091 h 2237474"/>
              <a:gd name="connsiteX153" fmla="*/ 0 w 12192000"/>
              <a:gd name="connsiteY153" fmla="*/ 2110468 h 2237474"/>
              <a:gd name="connsiteX154" fmla="*/ 0 w 12192000"/>
              <a:gd name="connsiteY154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02752 h 2237474"/>
              <a:gd name="connsiteX138" fmla="*/ 800195 w 12192000"/>
              <a:gd name="connsiteY138" fmla="*/ 2209407 h 2237474"/>
              <a:gd name="connsiteX139" fmla="*/ 784978 w 12192000"/>
              <a:gd name="connsiteY139" fmla="*/ 2212360 h 2237474"/>
              <a:gd name="connsiteX140" fmla="*/ 648680 w 12192000"/>
              <a:gd name="connsiteY140" fmla="*/ 2206229 h 2237474"/>
              <a:gd name="connsiteX141" fmla="*/ 597225 w 12192000"/>
              <a:gd name="connsiteY141" fmla="*/ 2180999 h 2237474"/>
              <a:gd name="connsiteX142" fmla="*/ 520671 w 12192000"/>
              <a:gd name="connsiteY142" fmla="*/ 2180980 h 2237474"/>
              <a:gd name="connsiteX143" fmla="*/ 515024 w 12192000"/>
              <a:gd name="connsiteY143" fmla="*/ 2179258 h 2237474"/>
              <a:gd name="connsiteX144" fmla="*/ 413835 w 12192000"/>
              <a:gd name="connsiteY144" fmla="*/ 2156783 h 2237474"/>
              <a:gd name="connsiteX145" fmla="*/ 376513 w 12192000"/>
              <a:gd name="connsiteY145" fmla="*/ 2154014 h 2237474"/>
              <a:gd name="connsiteX146" fmla="*/ 273386 w 12192000"/>
              <a:gd name="connsiteY146" fmla="*/ 2142551 h 2237474"/>
              <a:gd name="connsiteX147" fmla="*/ 169207 w 12192000"/>
              <a:gd name="connsiteY147" fmla="*/ 2128100 h 2237474"/>
              <a:gd name="connsiteX148" fmla="*/ 80022 w 12192000"/>
              <a:gd name="connsiteY148" fmla="*/ 2107254 h 2237474"/>
              <a:gd name="connsiteX149" fmla="*/ 72352 w 12192000"/>
              <a:gd name="connsiteY149" fmla="*/ 2107991 h 2237474"/>
              <a:gd name="connsiteX150" fmla="*/ 37645 w 12192000"/>
              <a:gd name="connsiteY150" fmla="*/ 2115401 h 2237474"/>
              <a:gd name="connsiteX151" fmla="*/ 4572 w 12192000"/>
              <a:gd name="connsiteY151" fmla="*/ 2111091 h 2237474"/>
              <a:gd name="connsiteX152" fmla="*/ 0 w 12192000"/>
              <a:gd name="connsiteY152" fmla="*/ 2110468 h 2237474"/>
              <a:gd name="connsiteX153" fmla="*/ 0 w 12192000"/>
              <a:gd name="connsiteY153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02752 h 2237474"/>
              <a:gd name="connsiteX138" fmla="*/ 800195 w 12192000"/>
              <a:gd name="connsiteY138" fmla="*/ 2209407 h 2237474"/>
              <a:gd name="connsiteX139" fmla="*/ 784978 w 12192000"/>
              <a:gd name="connsiteY139" fmla="*/ 2212360 h 2237474"/>
              <a:gd name="connsiteX140" fmla="*/ 597225 w 12192000"/>
              <a:gd name="connsiteY140" fmla="*/ 2180999 h 2237474"/>
              <a:gd name="connsiteX141" fmla="*/ 520671 w 12192000"/>
              <a:gd name="connsiteY141" fmla="*/ 2180980 h 2237474"/>
              <a:gd name="connsiteX142" fmla="*/ 515024 w 12192000"/>
              <a:gd name="connsiteY142" fmla="*/ 2179258 h 2237474"/>
              <a:gd name="connsiteX143" fmla="*/ 413835 w 12192000"/>
              <a:gd name="connsiteY143" fmla="*/ 2156783 h 2237474"/>
              <a:gd name="connsiteX144" fmla="*/ 376513 w 12192000"/>
              <a:gd name="connsiteY144" fmla="*/ 2154014 h 2237474"/>
              <a:gd name="connsiteX145" fmla="*/ 273386 w 12192000"/>
              <a:gd name="connsiteY145" fmla="*/ 2142551 h 2237474"/>
              <a:gd name="connsiteX146" fmla="*/ 169207 w 12192000"/>
              <a:gd name="connsiteY146" fmla="*/ 2128100 h 2237474"/>
              <a:gd name="connsiteX147" fmla="*/ 80022 w 12192000"/>
              <a:gd name="connsiteY147" fmla="*/ 2107254 h 2237474"/>
              <a:gd name="connsiteX148" fmla="*/ 72352 w 12192000"/>
              <a:gd name="connsiteY148" fmla="*/ 2107991 h 2237474"/>
              <a:gd name="connsiteX149" fmla="*/ 37645 w 12192000"/>
              <a:gd name="connsiteY149" fmla="*/ 2115401 h 2237474"/>
              <a:gd name="connsiteX150" fmla="*/ 4572 w 12192000"/>
              <a:gd name="connsiteY150" fmla="*/ 2111091 h 2237474"/>
              <a:gd name="connsiteX151" fmla="*/ 0 w 12192000"/>
              <a:gd name="connsiteY151" fmla="*/ 2110468 h 2237474"/>
              <a:gd name="connsiteX152" fmla="*/ 0 w 12192000"/>
              <a:gd name="connsiteY15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02752 h 2237474"/>
              <a:gd name="connsiteX138" fmla="*/ 800195 w 12192000"/>
              <a:gd name="connsiteY138" fmla="*/ 2209407 h 2237474"/>
              <a:gd name="connsiteX139" fmla="*/ 784978 w 12192000"/>
              <a:gd name="connsiteY139" fmla="*/ 2212360 h 2237474"/>
              <a:gd name="connsiteX140" fmla="*/ 597225 w 12192000"/>
              <a:gd name="connsiteY140" fmla="*/ 2180999 h 2237474"/>
              <a:gd name="connsiteX141" fmla="*/ 520671 w 12192000"/>
              <a:gd name="connsiteY141" fmla="*/ 2180980 h 2237474"/>
              <a:gd name="connsiteX142" fmla="*/ 515024 w 12192000"/>
              <a:gd name="connsiteY142" fmla="*/ 2179258 h 2237474"/>
              <a:gd name="connsiteX143" fmla="*/ 413835 w 12192000"/>
              <a:gd name="connsiteY143" fmla="*/ 2156783 h 2237474"/>
              <a:gd name="connsiteX144" fmla="*/ 376513 w 12192000"/>
              <a:gd name="connsiteY144" fmla="*/ 2154014 h 2237474"/>
              <a:gd name="connsiteX145" fmla="*/ 273386 w 12192000"/>
              <a:gd name="connsiteY145" fmla="*/ 2142551 h 2237474"/>
              <a:gd name="connsiteX146" fmla="*/ 169207 w 12192000"/>
              <a:gd name="connsiteY146" fmla="*/ 2128100 h 2237474"/>
              <a:gd name="connsiteX147" fmla="*/ 80022 w 12192000"/>
              <a:gd name="connsiteY147" fmla="*/ 2107254 h 2237474"/>
              <a:gd name="connsiteX148" fmla="*/ 37645 w 12192000"/>
              <a:gd name="connsiteY148" fmla="*/ 2115401 h 2237474"/>
              <a:gd name="connsiteX149" fmla="*/ 4572 w 12192000"/>
              <a:gd name="connsiteY149" fmla="*/ 2111091 h 2237474"/>
              <a:gd name="connsiteX150" fmla="*/ 0 w 12192000"/>
              <a:gd name="connsiteY150" fmla="*/ 2110468 h 2237474"/>
              <a:gd name="connsiteX151" fmla="*/ 0 w 12192000"/>
              <a:gd name="connsiteY151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02752 h 2237474"/>
              <a:gd name="connsiteX138" fmla="*/ 800195 w 12192000"/>
              <a:gd name="connsiteY138" fmla="*/ 2209407 h 2237474"/>
              <a:gd name="connsiteX139" fmla="*/ 784978 w 12192000"/>
              <a:gd name="connsiteY139" fmla="*/ 2212360 h 2237474"/>
              <a:gd name="connsiteX140" fmla="*/ 597225 w 12192000"/>
              <a:gd name="connsiteY140" fmla="*/ 2180999 h 2237474"/>
              <a:gd name="connsiteX141" fmla="*/ 520671 w 12192000"/>
              <a:gd name="connsiteY141" fmla="*/ 2180980 h 2237474"/>
              <a:gd name="connsiteX142" fmla="*/ 515024 w 12192000"/>
              <a:gd name="connsiteY142" fmla="*/ 2179258 h 2237474"/>
              <a:gd name="connsiteX143" fmla="*/ 413835 w 12192000"/>
              <a:gd name="connsiteY143" fmla="*/ 2156783 h 2237474"/>
              <a:gd name="connsiteX144" fmla="*/ 376513 w 12192000"/>
              <a:gd name="connsiteY144" fmla="*/ 2154014 h 2237474"/>
              <a:gd name="connsiteX145" fmla="*/ 273386 w 12192000"/>
              <a:gd name="connsiteY145" fmla="*/ 2142551 h 2237474"/>
              <a:gd name="connsiteX146" fmla="*/ 169207 w 12192000"/>
              <a:gd name="connsiteY146" fmla="*/ 2128100 h 2237474"/>
              <a:gd name="connsiteX147" fmla="*/ 77641 w 12192000"/>
              <a:gd name="connsiteY147" fmla="*/ 2126835 h 2237474"/>
              <a:gd name="connsiteX148" fmla="*/ 37645 w 12192000"/>
              <a:gd name="connsiteY148" fmla="*/ 2115401 h 2237474"/>
              <a:gd name="connsiteX149" fmla="*/ 4572 w 12192000"/>
              <a:gd name="connsiteY149" fmla="*/ 2111091 h 2237474"/>
              <a:gd name="connsiteX150" fmla="*/ 0 w 12192000"/>
              <a:gd name="connsiteY150" fmla="*/ 2110468 h 2237474"/>
              <a:gd name="connsiteX151" fmla="*/ 0 w 12192000"/>
              <a:gd name="connsiteY151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02752 h 2237474"/>
              <a:gd name="connsiteX138" fmla="*/ 800195 w 12192000"/>
              <a:gd name="connsiteY138" fmla="*/ 2209407 h 2237474"/>
              <a:gd name="connsiteX139" fmla="*/ 597225 w 12192000"/>
              <a:gd name="connsiteY139" fmla="*/ 2180999 h 2237474"/>
              <a:gd name="connsiteX140" fmla="*/ 520671 w 12192000"/>
              <a:gd name="connsiteY140" fmla="*/ 2180980 h 2237474"/>
              <a:gd name="connsiteX141" fmla="*/ 515024 w 12192000"/>
              <a:gd name="connsiteY141" fmla="*/ 2179258 h 2237474"/>
              <a:gd name="connsiteX142" fmla="*/ 413835 w 12192000"/>
              <a:gd name="connsiteY142" fmla="*/ 2156783 h 2237474"/>
              <a:gd name="connsiteX143" fmla="*/ 376513 w 12192000"/>
              <a:gd name="connsiteY143" fmla="*/ 2154014 h 2237474"/>
              <a:gd name="connsiteX144" fmla="*/ 273386 w 12192000"/>
              <a:gd name="connsiteY144" fmla="*/ 2142551 h 2237474"/>
              <a:gd name="connsiteX145" fmla="*/ 169207 w 12192000"/>
              <a:gd name="connsiteY145" fmla="*/ 2128100 h 2237474"/>
              <a:gd name="connsiteX146" fmla="*/ 77641 w 12192000"/>
              <a:gd name="connsiteY146" fmla="*/ 2126835 h 2237474"/>
              <a:gd name="connsiteX147" fmla="*/ 37645 w 12192000"/>
              <a:gd name="connsiteY147" fmla="*/ 2115401 h 2237474"/>
              <a:gd name="connsiteX148" fmla="*/ 4572 w 12192000"/>
              <a:gd name="connsiteY148" fmla="*/ 2111091 h 2237474"/>
              <a:gd name="connsiteX149" fmla="*/ 0 w 12192000"/>
              <a:gd name="connsiteY149" fmla="*/ 2110468 h 2237474"/>
              <a:gd name="connsiteX150" fmla="*/ 0 w 12192000"/>
              <a:gd name="connsiteY150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02752 h 2237474"/>
              <a:gd name="connsiteX138" fmla="*/ 776382 w 12192000"/>
              <a:gd name="connsiteY138" fmla="*/ 2204512 h 2237474"/>
              <a:gd name="connsiteX139" fmla="*/ 597225 w 12192000"/>
              <a:gd name="connsiteY139" fmla="*/ 2180999 h 2237474"/>
              <a:gd name="connsiteX140" fmla="*/ 520671 w 12192000"/>
              <a:gd name="connsiteY140" fmla="*/ 2180980 h 2237474"/>
              <a:gd name="connsiteX141" fmla="*/ 515024 w 12192000"/>
              <a:gd name="connsiteY141" fmla="*/ 2179258 h 2237474"/>
              <a:gd name="connsiteX142" fmla="*/ 413835 w 12192000"/>
              <a:gd name="connsiteY142" fmla="*/ 2156783 h 2237474"/>
              <a:gd name="connsiteX143" fmla="*/ 376513 w 12192000"/>
              <a:gd name="connsiteY143" fmla="*/ 2154014 h 2237474"/>
              <a:gd name="connsiteX144" fmla="*/ 273386 w 12192000"/>
              <a:gd name="connsiteY144" fmla="*/ 2142551 h 2237474"/>
              <a:gd name="connsiteX145" fmla="*/ 169207 w 12192000"/>
              <a:gd name="connsiteY145" fmla="*/ 2128100 h 2237474"/>
              <a:gd name="connsiteX146" fmla="*/ 77641 w 12192000"/>
              <a:gd name="connsiteY146" fmla="*/ 2126835 h 2237474"/>
              <a:gd name="connsiteX147" fmla="*/ 37645 w 12192000"/>
              <a:gd name="connsiteY147" fmla="*/ 2115401 h 2237474"/>
              <a:gd name="connsiteX148" fmla="*/ 4572 w 12192000"/>
              <a:gd name="connsiteY148" fmla="*/ 2111091 h 2237474"/>
              <a:gd name="connsiteX149" fmla="*/ 0 w 12192000"/>
              <a:gd name="connsiteY149" fmla="*/ 2110468 h 2237474"/>
              <a:gd name="connsiteX150" fmla="*/ 0 w 12192000"/>
              <a:gd name="connsiteY150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10095 h 2237474"/>
              <a:gd name="connsiteX138" fmla="*/ 776382 w 12192000"/>
              <a:gd name="connsiteY138" fmla="*/ 2204512 h 2237474"/>
              <a:gd name="connsiteX139" fmla="*/ 597225 w 12192000"/>
              <a:gd name="connsiteY139" fmla="*/ 2180999 h 2237474"/>
              <a:gd name="connsiteX140" fmla="*/ 520671 w 12192000"/>
              <a:gd name="connsiteY140" fmla="*/ 2180980 h 2237474"/>
              <a:gd name="connsiteX141" fmla="*/ 515024 w 12192000"/>
              <a:gd name="connsiteY141" fmla="*/ 2179258 h 2237474"/>
              <a:gd name="connsiteX142" fmla="*/ 413835 w 12192000"/>
              <a:gd name="connsiteY142" fmla="*/ 2156783 h 2237474"/>
              <a:gd name="connsiteX143" fmla="*/ 376513 w 12192000"/>
              <a:gd name="connsiteY143" fmla="*/ 2154014 h 2237474"/>
              <a:gd name="connsiteX144" fmla="*/ 273386 w 12192000"/>
              <a:gd name="connsiteY144" fmla="*/ 2142551 h 2237474"/>
              <a:gd name="connsiteX145" fmla="*/ 169207 w 12192000"/>
              <a:gd name="connsiteY145" fmla="*/ 2128100 h 2237474"/>
              <a:gd name="connsiteX146" fmla="*/ 77641 w 12192000"/>
              <a:gd name="connsiteY146" fmla="*/ 2126835 h 2237474"/>
              <a:gd name="connsiteX147" fmla="*/ 37645 w 12192000"/>
              <a:gd name="connsiteY147" fmla="*/ 2115401 h 2237474"/>
              <a:gd name="connsiteX148" fmla="*/ 4572 w 12192000"/>
              <a:gd name="connsiteY148" fmla="*/ 2111091 h 2237474"/>
              <a:gd name="connsiteX149" fmla="*/ 0 w 12192000"/>
              <a:gd name="connsiteY149" fmla="*/ 2110468 h 2237474"/>
              <a:gd name="connsiteX150" fmla="*/ 0 w 12192000"/>
              <a:gd name="connsiteY150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324828 w 12192000"/>
              <a:gd name="connsiteY133" fmla="*/ 2231968 h 2237474"/>
              <a:gd name="connsiteX134" fmla="*/ 1279765 w 12192000"/>
              <a:gd name="connsiteY134" fmla="*/ 2229639 h 2237474"/>
              <a:gd name="connsiteX135" fmla="*/ 1195347 w 12192000"/>
              <a:gd name="connsiteY135" fmla="*/ 2212354 h 2237474"/>
              <a:gd name="connsiteX136" fmla="*/ 970251 w 12192000"/>
              <a:gd name="connsiteY136" fmla="*/ 2221029 h 2237474"/>
              <a:gd name="connsiteX137" fmla="*/ 812914 w 12192000"/>
              <a:gd name="connsiteY137" fmla="*/ 2210095 h 2237474"/>
              <a:gd name="connsiteX138" fmla="*/ 776382 w 12192000"/>
              <a:gd name="connsiteY138" fmla="*/ 2204512 h 2237474"/>
              <a:gd name="connsiteX139" fmla="*/ 597225 w 12192000"/>
              <a:gd name="connsiteY139" fmla="*/ 2180999 h 2237474"/>
              <a:gd name="connsiteX140" fmla="*/ 520671 w 12192000"/>
              <a:gd name="connsiteY140" fmla="*/ 2180980 h 2237474"/>
              <a:gd name="connsiteX141" fmla="*/ 515024 w 12192000"/>
              <a:gd name="connsiteY141" fmla="*/ 2179258 h 2237474"/>
              <a:gd name="connsiteX142" fmla="*/ 413835 w 12192000"/>
              <a:gd name="connsiteY142" fmla="*/ 2156783 h 2237474"/>
              <a:gd name="connsiteX143" fmla="*/ 376513 w 12192000"/>
              <a:gd name="connsiteY143" fmla="*/ 2154014 h 2237474"/>
              <a:gd name="connsiteX144" fmla="*/ 273386 w 12192000"/>
              <a:gd name="connsiteY144" fmla="*/ 2142551 h 2237474"/>
              <a:gd name="connsiteX145" fmla="*/ 169207 w 12192000"/>
              <a:gd name="connsiteY145" fmla="*/ 2128100 h 2237474"/>
              <a:gd name="connsiteX146" fmla="*/ 77641 w 12192000"/>
              <a:gd name="connsiteY146" fmla="*/ 2126835 h 2237474"/>
              <a:gd name="connsiteX147" fmla="*/ 37645 w 12192000"/>
              <a:gd name="connsiteY147" fmla="*/ 2115401 h 2237474"/>
              <a:gd name="connsiteX148" fmla="*/ 4572 w 12192000"/>
              <a:gd name="connsiteY148" fmla="*/ 2111091 h 2237474"/>
              <a:gd name="connsiteX149" fmla="*/ 0 w 12192000"/>
              <a:gd name="connsiteY149" fmla="*/ 2110468 h 2237474"/>
              <a:gd name="connsiteX150" fmla="*/ 0 w 12192000"/>
              <a:gd name="connsiteY150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123424 w 12192000"/>
              <a:gd name="connsiteY107" fmla="*/ 1952930 h 2237474"/>
              <a:gd name="connsiteX108" fmla="*/ 3009910 w 12192000"/>
              <a:gd name="connsiteY108" fmla="*/ 1957866 h 2237474"/>
              <a:gd name="connsiteX109" fmla="*/ 2995934 w 12192000"/>
              <a:gd name="connsiteY109" fmla="*/ 1967085 h 2237474"/>
              <a:gd name="connsiteX110" fmla="*/ 2942858 w 12192000"/>
              <a:gd name="connsiteY110" fmla="*/ 1981367 h 2237474"/>
              <a:gd name="connsiteX111" fmla="*/ 2875436 w 12192000"/>
              <a:gd name="connsiteY111" fmla="*/ 1996977 h 2237474"/>
              <a:gd name="connsiteX112" fmla="*/ 2874892 w 12192000"/>
              <a:gd name="connsiteY112" fmla="*/ 1996085 h 2237474"/>
              <a:gd name="connsiteX113" fmla="*/ 2843662 w 12192000"/>
              <a:gd name="connsiteY113" fmla="*/ 1992498 h 2237474"/>
              <a:gd name="connsiteX114" fmla="*/ 2718916 w 12192000"/>
              <a:gd name="connsiteY114" fmla="*/ 1990867 h 2237474"/>
              <a:gd name="connsiteX115" fmla="*/ 2713522 w 12192000"/>
              <a:gd name="connsiteY115" fmla="*/ 1990173 h 2237474"/>
              <a:gd name="connsiteX116" fmla="*/ 2578178 w 12192000"/>
              <a:gd name="connsiteY116" fmla="*/ 1990531 h 2237474"/>
              <a:gd name="connsiteX117" fmla="*/ 2476147 w 12192000"/>
              <a:gd name="connsiteY117" fmla="*/ 1998305 h 2237474"/>
              <a:gd name="connsiteX118" fmla="*/ 2373568 w 12192000"/>
              <a:gd name="connsiteY118" fmla="*/ 2003219 h 2237474"/>
              <a:gd name="connsiteX119" fmla="*/ 2287219 w 12192000"/>
              <a:gd name="connsiteY119" fmla="*/ 1998750 h 2237474"/>
              <a:gd name="connsiteX120" fmla="*/ 2243069 w 12192000"/>
              <a:gd name="connsiteY120" fmla="*/ 2005321 h 2237474"/>
              <a:gd name="connsiteX121" fmla="*/ 2164831 w 12192000"/>
              <a:gd name="connsiteY121" fmla="*/ 2010143 h 2237474"/>
              <a:gd name="connsiteX122" fmla="*/ 2085228 w 12192000"/>
              <a:gd name="connsiteY122" fmla="*/ 2046431 h 2237474"/>
              <a:gd name="connsiteX123" fmla="*/ 2058061 w 12192000"/>
              <a:gd name="connsiteY123" fmla="*/ 2047942 h 2237474"/>
              <a:gd name="connsiteX124" fmla="*/ 2042244 w 12192000"/>
              <a:gd name="connsiteY124" fmla="*/ 2055560 h 2237474"/>
              <a:gd name="connsiteX125" fmla="*/ 1877728 w 12192000"/>
              <a:gd name="connsiteY125" fmla="*/ 2101004 h 2237474"/>
              <a:gd name="connsiteX126" fmla="*/ 1759056 w 12192000"/>
              <a:gd name="connsiteY126" fmla="*/ 2125608 h 2237474"/>
              <a:gd name="connsiteX127" fmla="*/ 1637948 w 12192000"/>
              <a:gd name="connsiteY127" fmla="*/ 2172597 h 2237474"/>
              <a:gd name="connsiteX128" fmla="*/ 1434549 w 12192000"/>
              <a:gd name="connsiteY128" fmla="*/ 2234522 h 2237474"/>
              <a:gd name="connsiteX129" fmla="*/ 1398481 w 12192000"/>
              <a:gd name="connsiteY129" fmla="*/ 2237074 h 2237474"/>
              <a:gd name="connsiteX130" fmla="*/ 1398407 w 12192000"/>
              <a:gd name="connsiteY130" fmla="*/ 2237095 h 2237474"/>
              <a:gd name="connsiteX131" fmla="*/ 1370962 w 12192000"/>
              <a:gd name="connsiteY131" fmla="*/ 2237474 h 2237474"/>
              <a:gd name="connsiteX132" fmla="*/ 1356367 w 12192000"/>
              <a:gd name="connsiteY132" fmla="*/ 2235089 h 2237474"/>
              <a:gd name="connsiteX133" fmla="*/ 1279765 w 12192000"/>
              <a:gd name="connsiteY133" fmla="*/ 2229639 h 2237474"/>
              <a:gd name="connsiteX134" fmla="*/ 1195347 w 12192000"/>
              <a:gd name="connsiteY134" fmla="*/ 2212354 h 2237474"/>
              <a:gd name="connsiteX135" fmla="*/ 970251 w 12192000"/>
              <a:gd name="connsiteY135" fmla="*/ 2221029 h 2237474"/>
              <a:gd name="connsiteX136" fmla="*/ 812914 w 12192000"/>
              <a:gd name="connsiteY136" fmla="*/ 2210095 h 2237474"/>
              <a:gd name="connsiteX137" fmla="*/ 776382 w 12192000"/>
              <a:gd name="connsiteY137" fmla="*/ 2204512 h 2237474"/>
              <a:gd name="connsiteX138" fmla="*/ 597225 w 12192000"/>
              <a:gd name="connsiteY138" fmla="*/ 2180999 h 2237474"/>
              <a:gd name="connsiteX139" fmla="*/ 520671 w 12192000"/>
              <a:gd name="connsiteY139" fmla="*/ 2180980 h 2237474"/>
              <a:gd name="connsiteX140" fmla="*/ 515024 w 12192000"/>
              <a:gd name="connsiteY140" fmla="*/ 2179258 h 2237474"/>
              <a:gd name="connsiteX141" fmla="*/ 413835 w 12192000"/>
              <a:gd name="connsiteY141" fmla="*/ 2156783 h 2237474"/>
              <a:gd name="connsiteX142" fmla="*/ 376513 w 12192000"/>
              <a:gd name="connsiteY142" fmla="*/ 2154014 h 2237474"/>
              <a:gd name="connsiteX143" fmla="*/ 273386 w 12192000"/>
              <a:gd name="connsiteY143" fmla="*/ 2142551 h 2237474"/>
              <a:gd name="connsiteX144" fmla="*/ 169207 w 12192000"/>
              <a:gd name="connsiteY144" fmla="*/ 2128100 h 2237474"/>
              <a:gd name="connsiteX145" fmla="*/ 77641 w 12192000"/>
              <a:gd name="connsiteY145" fmla="*/ 2126835 h 2237474"/>
              <a:gd name="connsiteX146" fmla="*/ 37645 w 12192000"/>
              <a:gd name="connsiteY146" fmla="*/ 2115401 h 2237474"/>
              <a:gd name="connsiteX147" fmla="*/ 4572 w 12192000"/>
              <a:gd name="connsiteY147" fmla="*/ 2111091 h 2237474"/>
              <a:gd name="connsiteX148" fmla="*/ 0 w 12192000"/>
              <a:gd name="connsiteY148" fmla="*/ 2110468 h 2237474"/>
              <a:gd name="connsiteX149" fmla="*/ 0 w 12192000"/>
              <a:gd name="connsiteY149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009910 w 12192000"/>
              <a:gd name="connsiteY107" fmla="*/ 1957866 h 2237474"/>
              <a:gd name="connsiteX108" fmla="*/ 2995934 w 12192000"/>
              <a:gd name="connsiteY108" fmla="*/ 1967085 h 2237474"/>
              <a:gd name="connsiteX109" fmla="*/ 2942858 w 12192000"/>
              <a:gd name="connsiteY109" fmla="*/ 1981367 h 2237474"/>
              <a:gd name="connsiteX110" fmla="*/ 2875436 w 12192000"/>
              <a:gd name="connsiteY110" fmla="*/ 1996977 h 2237474"/>
              <a:gd name="connsiteX111" fmla="*/ 2874892 w 12192000"/>
              <a:gd name="connsiteY111" fmla="*/ 1996085 h 2237474"/>
              <a:gd name="connsiteX112" fmla="*/ 2843662 w 12192000"/>
              <a:gd name="connsiteY112" fmla="*/ 1992498 h 2237474"/>
              <a:gd name="connsiteX113" fmla="*/ 2718916 w 12192000"/>
              <a:gd name="connsiteY113" fmla="*/ 1990867 h 2237474"/>
              <a:gd name="connsiteX114" fmla="*/ 2713522 w 12192000"/>
              <a:gd name="connsiteY114" fmla="*/ 1990173 h 2237474"/>
              <a:gd name="connsiteX115" fmla="*/ 2578178 w 12192000"/>
              <a:gd name="connsiteY115" fmla="*/ 1990531 h 2237474"/>
              <a:gd name="connsiteX116" fmla="*/ 2476147 w 12192000"/>
              <a:gd name="connsiteY116" fmla="*/ 1998305 h 2237474"/>
              <a:gd name="connsiteX117" fmla="*/ 2373568 w 12192000"/>
              <a:gd name="connsiteY117" fmla="*/ 2003219 h 2237474"/>
              <a:gd name="connsiteX118" fmla="*/ 2287219 w 12192000"/>
              <a:gd name="connsiteY118" fmla="*/ 1998750 h 2237474"/>
              <a:gd name="connsiteX119" fmla="*/ 2243069 w 12192000"/>
              <a:gd name="connsiteY119" fmla="*/ 2005321 h 2237474"/>
              <a:gd name="connsiteX120" fmla="*/ 2164831 w 12192000"/>
              <a:gd name="connsiteY120" fmla="*/ 2010143 h 2237474"/>
              <a:gd name="connsiteX121" fmla="*/ 2085228 w 12192000"/>
              <a:gd name="connsiteY121" fmla="*/ 2046431 h 2237474"/>
              <a:gd name="connsiteX122" fmla="*/ 2058061 w 12192000"/>
              <a:gd name="connsiteY122" fmla="*/ 2047942 h 2237474"/>
              <a:gd name="connsiteX123" fmla="*/ 2042244 w 12192000"/>
              <a:gd name="connsiteY123" fmla="*/ 2055560 h 2237474"/>
              <a:gd name="connsiteX124" fmla="*/ 1877728 w 12192000"/>
              <a:gd name="connsiteY124" fmla="*/ 2101004 h 2237474"/>
              <a:gd name="connsiteX125" fmla="*/ 1759056 w 12192000"/>
              <a:gd name="connsiteY125" fmla="*/ 2125608 h 2237474"/>
              <a:gd name="connsiteX126" fmla="*/ 1637948 w 12192000"/>
              <a:gd name="connsiteY126" fmla="*/ 2172597 h 2237474"/>
              <a:gd name="connsiteX127" fmla="*/ 1434549 w 12192000"/>
              <a:gd name="connsiteY127" fmla="*/ 2234522 h 2237474"/>
              <a:gd name="connsiteX128" fmla="*/ 1398481 w 12192000"/>
              <a:gd name="connsiteY128" fmla="*/ 2237074 h 2237474"/>
              <a:gd name="connsiteX129" fmla="*/ 1398407 w 12192000"/>
              <a:gd name="connsiteY129" fmla="*/ 2237095 h 2237474"/>
              <a:gd name="connsiteX130" fmla="*/ 1370962 w 12192000"/>
              <a:gd name="connsiteY130" fmla="*/ 2237474 h 2237474"/>
              <a:gd name="connsiteX131" fmla="*/ 1356367 w 12192000"/>
              <a:gd name="connsiteY131" fmla="*/ 2235089 h 2237474"/>
              <a:gd name="connsiteX132" fmla="*/ 1279765 w 12192000"/>
              <a:gd name="connsiteY132" fmla="*/ 2229639 h 2237474"/>
              <a:gd name="connsiteX133" fmla="*/ 1195347 w 12192000"/>
              <a:gd name="connsiteY133" fmla="*/ 2212354 h 2237474"/>
              <a:gd name="connsiteX134" fmla="*/ 970251 w 12192000"/>
              <a:gd name="connsiteY134" fmla="*/ 2221029 h 2237474"/>
              <a:gd name="connsiteX135" fmla="*/ 812914 w 12192000"/>
              <a:gd name="connsiteY135" fmla="*/ 2210095 h 2237474"/>
              <a:gd name="connsiteX136" fmla="*/ 776382 w 12192000"/>
              <a:gd name="connsiteY136" fmla="*/ 2204512 h 2237474"/>
              <a:gd name="connsiteX137" fmla="*/ 597225 w 12192000"/>
              <a:gd name="connsiteY137" fmla="*/ 2180999 h 2237474"/>
              <a:gd name="connsiteX138" fmla="*/ 520671 w 12192000"/>
              <a:gd name="connsiteY138" fmla="*/ 2180980 h 2237474"/>
              <a:gd name="connsiteX139" fmla="*/ 515024 w 12192000"/>
              <a:gd name="connsiteY139" fmla="*/ 2179258 h 2237474"/>
              <a:gd name="connsiteX140" fmla="*/ 413835 w 12192000"/>
              <a:gd name="connsiteY140" fmla="*/ 2156783 h 2237474"/>
              <a:gd name="connsiteX141" fmla="*/ 376513 w 12192000"/>
              <a:gd name="connsiteY141" fmla="*/ 2154014 h 2237474"/>
              <a:gd name="connsiteX142" fmla="*/ 273386 w 12192000"/>
              <a:gd name="connsiteY142" fmla="*/ 2142551 h 2237474"/>
              <a:gd name="connsiteX143" fmla="*/ 169207 w 12192000"/>
              <a:gd name="connsiteY143" fmla="*/ 2128100 h 2237474"/>
              <a:gd name="connsiteX144" fmla="*/ 77641 w 12192000"/>
              <a:gd name="connsiteY144" fmla="*/ 2126835 h 2237474"/>
              <a:gd name="connsiteX145" fmla="*/ 37645 w 12192000"/>
              <a:gd name="connsiteY145" fmla="*/ 2115401 h 2237474"/>
              <a:gd name="connsiteX146" fmla="*/ 4572 w 12192000"/>
              <a:gd name="connsiteY146" fmla="*/ 2111091 h 2237474"/>
              <a:gd name="connsiteX147" fmla="*/ 0 w 12192000"/>
              <a:gd name="connsiteY147" fmla="*/ 2110468 h 2237474"/>
              <a:gd name="connsiteX148" fmla="*/ 0 w 12192000"/>
              <a:gd name="connsiteY148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009910 w 12192000"/>
              <a:gd name="connsiteY107" fmla="*/ 1957866 h 2237474"/>
              <a:gd name="connsiteX108" fmla="*/ 2995934 w 12192000"/>
              <a:gd name="connsiteY108" fmla="*/ 1967085 h 2237474"/>
              <a:gd name="connsiteX109" fmla="*/ 2942858 w 12192000"/>
              <a:gd name="connsiteY109" fmla="*/ 1981367 h 2237474"/>
              <a:gd name="connsiteX110" fmla="*/ 2875436 w 12192000"/>
              <a:gd name="connsiteY110" fmla="*/ 1996977 h 2237474"/>
              <a:gd name="connsiteX111" fmla="*/ 2874892 w 12192000"/>
              <a:gd name="connsiteY111" fmla="*/ 1996085 h 2237474"/>
              <a:gd name="connsiteX112" fmla="*/ 2843662 w 12192000"/>
              <a:gd name="connsiteY112" fmla="*/ 1992498 h 2237474"/>
              <a:gd name="connsiteX113" fmla="*/ 2718916 w 12192000"/>
              <a:gd name="connsiteY113" fmla="*/ 1990867 h 2237474"/>
              <a:gd name="connsiteX114" fmla="*/ 2713522 w 12192000"/>
              <a:gd name="connsiteY114" fmla="*/ 1990173 h 2237474"/>
              <a:gd name="connsiteX115" fmla="*/ 2578178 w 12192000"/>
              <a:gd name="connsiteY115" fmla="*/ 1990531 h 2237474"/>
              <a:gd name="connsiteX116" fmla="*/ 2476147 w 12192000"/>
              <a:gd name="connsiteY116" fmla="*/ 1998305 h 2237474"/>
              <a:gd name="connsiteX117" fmla="*/ 2373568 w 12192000"/>
              <a:gd name="connsiteY117" fmla="*/ 2003219 h 2237474"/>
              <a:gd name="connsiteX118" fmla="*/ 2287219 w 12192000"/>
              <a:gd name="connsiteY118" fmla="*/ 1998750 h 2237474"/>
              <a:gd name="connsiteX119" fmla="*/ 2243069 w 12192000"/>
              <a:gd name="connsiteY119" fmla="*/ 2005321 h 2237474"/>
              <a:gd name="connsiteX120" fmla="*/ 2164831 w 12192000"/>
              <a:gd name="connsiteY120" fmla="*/ 2010143 h 2237474"/>
              <a:gd name="connsiteX121" fmla="*/ 2085228 w 12192000"/>
              <a:gd name="connsiteY121" fmla="*/ 2046431 h 2237474"/>
              <a:gd name="connsiteX122" fmla="*/ 2058061 w 12192000"/>
              <a:gd name="connsiteY122" fmla="*/ 2047942 h 2237474"/>
              <a:gd name="connsiteX123" fmla="*/ 2042244 w 12192000"/>
              <a:gd name="connsiteY123" fmla="*/ 2055560 h 2237474"/>
              <a:gd name="connsiteX124" fmla="*/ 1877728 w 12192000"/>
              <a:gd name="connsiteY124" fmla="*/ 2101004 h 2237474"/>
              <a:gd name="connsiteX125" fmla="*/ 1759056 w 12192000"/>
              <a:gd name="connsiteY125" fmla="*/ 2125608 h 2237474"/>
              <a:gd name="connsiteX126" fmla="*/ 1637948 w 12192000"/>
              <a:gd name="connsiteY126" fmla="*/ 2172597 h 2237474"/>
              <a:gd name="connsiteX127" fmla="*/ 1434549 w 12192000"/>
              <a:gd name="connsiteY127" fmla="*/ 2234522 h 2237474"/>
              <a:gd name="connsiteX128" fmla="*/ 1398481 w 12192000"/>
              <a:gd name="connsiteY128" fmla="*/ 2237074 h 2237474"/>
              <a:gd name="connsiteX129" fmla="*/ 1398407 w 12192000"/>
              <a:gd name="connsiteY129" fmla="*/ 2237095 h 2237474"/>
              <a:gd name="connsiteX130" fmla="*/ 1370962 w 12192000"/>
              <a:gd name="connsiteY130" fmla="*/ 2237474 h 2237474"/>
              <a:gd name="connsiteX131" fmla="*/ 1356367 w 12192000"/>
              <a:gd name="connsiteY131" fmla="*/ 2235089 h 2237474"/>
              <a:gd name="connsiteX132" fmla="*/ 1279765 w 12192000"/>
              <a:gd name="connsiteY132" fmla="*/ 2229639 h 2237474"/>
              <a:gd name="connsiteX133" fmla="*/ 1195347 w 12192000"/>
              <a:gd name="connsiteY133" fmla="*/ 2212354 h 2237474"/>
              <a:gd name="connsiteX134" fmla="*/ 970251 w 12192000"/>
              <a:gd name="connsiteY134" fmla="*/ 2221029 h 2237474"/>
              <a:gd name="connsiteX135" fmla="*/ 812914 w 12192000"/>
              <a:gd name="connsiteY135" fmla="*/ 2210095 h 2237474"/>
              <a:gd name="connsiteX136" fmla="*/ 776382 w 12192000"/>
              <a:gd name="connsiteY136" fmla="*/ 2204512 h 2237474"/>
              <a:gd name="connsiteX137" fmla="*/ 597225 w 12192000"/>
              <a:gd name="connsiteY137" fmla="*/ 2180999 h 2237474"/>
              <a:gd name="connsiteX138" fmla="*/ 520671 w 12192000"/>
              <a:gd name="connsiteY138" fmla="*/ 2180980 h 2237474"/>
              <a:gd name="connsiteX139" fmla="*/ 515024 w 12192000"/>
              <a:gd name="connsiteY139" fmla="*/ 2179258 h 2237474"/>
              <a:gd name="connsiteX140" fmla="*/ 413835 w 12192000"/>
              <a:gd name="connsiteY140" fmla="*/ 2156783 h 2237474"/>
              <a:gd name="connsiteX141" fmla="*/ 376513 w 12192000"/>
              <a:gd name="connsiteY141" fmla="*/ 2154014 h 2237474"/>
              <a:gd name="connsiteX142" fmla="*/ 273386 w 12192000"/>
              <a:gd name="connsiteY142" fmla="*/ 2142551 h 2237474"/>
              <a:gd name="connsiteX143" fmla="*/ 169207 w 12192000"/>
              <a:gd name="connsiteY143" fmla="*/ 2128100 h 2237474"/>
              <a:gd name="connsiteX144" fmla="*/ 77641 w 12192000"/>
              <a:gd name="connsiteY144" fmla="*/ 2126835 h 2237474"/>
              <a:gd name="connsiteX145" fmla="*/ 37645 w 12192000"/>
              <a:gd name="connsiteY145" fmla="*/ 2115401 h 2237474"/>
              <a:gd name="connsiteX146" fmla="*/ 4572 w 12192000"/>
              <a:gd name="connsiteY146" fmla="*/ 2111091 h 2237474"/>
              <a:gd name="connsiteX147" fmla="*/ 0 w 12192000"/>
              <a:gd name="connsiteY147" fmla="*/ 2110468 h 2237474"/>
              <a:gd name="connsiteX148" fmla="*/ 0 w 12192000"/>
              <a:gd name="connsiteY148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009910 w 12192000"/>
              <a:gd name="connsiteY107" fmla="*/ 1957866 h 2237474"/>
              <a:gd name="connsiteX108" fmla="*/ 2995934 w 12192000"/>
              <a:gd name="connsiteY108" fmla="*/ 1967085 h 2237474"/>
              <a:gd name="connsiteX109" fmla="*/ 2942858 w 12192000"/>
              <a:gd name="connsiteY109" fmla="*/ 1981367 h 2237474"/>
              <a:gd name="connsiteX110" fmla="*/ 2875436 w 12192000"/>
              <a:gd name="connsiteY110" fmla="*/ 1996977 h 2237474"/>
              <a:gd name="connsiteX111" fmla="*/ 2874892 w 12192000"/>
              <a:gd name="connsiteY111" fmla="*/ 1996085 h 2237474"/>
              <a:gd name="connsiteX112" fmla="*/ 2843662 w 12192000"/>
              <a:gd name="connsiteY112" fmla="*/ 1992498 h 2237474"/>
              <a:gd name="connsiteX113" fmla="*/ 2718916 w 12192000"/>
              <a:gd name="connsiteY113" fmla="*/ 1990867 h 2237474"/>
              <a:gd name="connsiteX114" fmla="*/ 2713522 w 12192000"/>
              <a:gd name="connsiteY114" fmla="*/ 1990173 h 2237474"/>
              <a:gd name="connsiteX115" fmla="*/ 2578178 w 12192000"/>
              <a:gd name="connsiteY115" fmla="*/ 1990531 h 2237474"/>
              <a:gd name="connsiteX116" fmla="*/ 2476147 w 12192000"/>
              <a:gd name="connsiteY116" fmla="*/ 1998305 h 2237474"/>
              <a:gd name="connsiteX117" fmla="*/ 2373568 w 12192000"/>
              <a:gd name="connsiteY117" fmla="*/ 2003219 h 2237474"/>
              <a:gd name="connsiteX118" fmla="*/ 2287219 w 12192000"/>
              <a:gd name="connsiteY118" fmla="*/ 1998750 h 2237474"/>
              <a:gd name="connsiteX119" fmla="*/ 2243069 w 12192000"/>
              <a:gd name="connsiteY119" fmla="*/ 2005321 h 2237474"/>
              <a:gd name="connsiteX120" fmla="*/ 2164831 w 12192000"/>
              <a:gd name="connsiteY120" fmla="*/ 2010143 h 2237474"/>
              <a:gd name="connsiteX121" fmla="*/ 2085228 w 12192000"/>
              <a:gd name="connsiteY121" fmla="*/ 2046431 h 2237474"/>
              <a:gd name="connsiteX122" fmla="*/ 2058061 w 12192000"/>
              <a:gd name="connsiteY122" fmla="*/ 2047942 h 2237474"/>
              <a:gd name="connsiteX123" fmla="*/ 2042244 w 12192000"/>
              <a:gd name="connsiteY123" fmla="*/ 2055560 h 2237474"/>
              <a:gd name="connsiteX124" fmla="*/ 1877728 w 12192000"/>
              <a:gd name="connsiteY124" fmla="*/ 2101004 h 2237474"/>
              <a:gd name="connsiteX125" fmla="*/ 1759056 w 12192000"/>
              <a:gd name="connsiteY125" fmla="*/ 2125608 h 2237474"/>
              <a:gd name="connsiteX126" fmla="*/ 1637948 w 12192000"/>
              <a:gd name="connsiteY126" fmla="*/ 2172597 h 2237474"/>
              <a:gd name="connsiteX127" fmla="*/ 1434549 w 12192000"/>
              <a:gd name="connsiteY127" fmla="*/ 2234522 h 2237474"/>
              <a:gd name="connsiteX128" fmla="*/ 1398481 w 12192000"/>
              <a:gd name="connsiteY128" fmla="*/ 2237074 h 2237474"/>
              <a:gd name="connsiteX129" fmla="*/ 1398407 w 12192000"/>
              <a:gd name="connsiteY129" fmla="*/ 2237095 h 2237474"/>
              <a:gd name="connsiteX130" fmla="*/ 1370962 w 12192000"/>
              <a:gd name="connsiteY130" fmla="*/ 2237474 h 2237474"/>
              <a:gd name="connsiteX131" fmla="*/ 1356367 w 12192000"/>
              <a:gd name="connsiteY131" fmla="*/ 2235089 h 2237474"/>
              <a:gd name="connsiteX132" fmla="*/ 1279765 w 12192000"/>
              <a:gd name="connsiteY132" fmla="*/ 2229639 h 2237474"/>
              <a:gd name="connsiteX133" fmla="*/ 1195347 w 12192000"/>
              <a:gd name="connsiteY133" fmla="*/ 2212354 h 2237474"/>
              <a:gd name="connsiteX134" fmla="*/ 970251 w 12192000"/>
              <a:gd name="connsiteY134" fmla="*/ 2221029 h 2237474"/>
              <a:gd name="connsiteX135" fmla="*/ 812914 w 12192000"/>
              <a:gd name="connsiteY135" fmla="*/ 2210095 h 2237474"/>
              <a:gd name="connsiteX136" fmla="*/ 776382 w 12192000"/>
              <a:gd name="connsiteY136" fmla="*/ 2204512 h 2237474"/>
              <a:gd name="connsiteX137" fmla="*/ 597225 w 12192000"/>
              <a:gd name="connsiteY137" fmla="*/ 2180999 h 2237474"/>
              <a:gd name="connsiteX138" fmla="*/ 520671 w 12192000"/>
              <a:gd name="connsiteY138" fmla="*/ 2180980 h 2237474"/>
              <a:gd name="connsiteX139" fmla="*/ 515024 w 12192000"/>
              <a:gd name="connsiteY139" fmla="*/ 2179258 h 2237474"/>
              <a:gd name="connsiteX140" fmla="*/ 413835 w 12192000"/>
              <a:gd name="connsiteY140" fmla="*/ 2156783 h 2237474"/>
              <a:gd name="connsiteX141" fmla="*/ 376513 w 12192000"/>
              <a:gd name="connsiteY141" fmla="*/ 2154014 h 2237474"/>
              <a:gd name="connsiteX142" fmla="*/ 273386 w 12192000"/>
              <a:gd name="connsiteY142" fmla="*/ 2142551 h 2237474"/>
              <a:gd name="connsiteX143" fmla="*/ 169207 w 12192000"/>
              <a:gd name="connsiteY143" fmla="*/ 2128100 h 2237474"/>
              <a:gd name="connsiteX144" fmla="*/ 77641 w 12192000"/>
              <a:gd name="connsiteY144" fmla="*/ 2126835 h 2237474"/>
              <a:gd name="connsiteX145" fmla="*/ 37645 w 12192000"/>
              <a:gd name="connsiteY145" fmla="*/ 2115401 h 2237474"/>
              <a:gd name="connsiteX146" fmla="*/ 4572 w 12192000"/>
              <a:gd name="connsiteY146" fmla="*/ 2111091 h 2237474"/>
              <a:gd name="connsiteX147" fmla="*/ 0 w 12192000"/>
              <a:gd name="connsiteY147" fmla="*/ 2110468 h 2237474"/>
              <a:gd name="connsiteX148" fmla="*/ 0 w 12192000"/>
              <a:gd name="connsiteY148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7031309 w 12192000"/>
              <a:gd name="connsiteY58" fmla="*/ 1619451 h 2237474"/>
              <a:gd name="connsiteX59" fmla="*/ 6900177 w 12192000"/>
              <a:gd name="connsiteY59" fmla="*/ 1636016 h 2237474"/>
              <a:gd name="connsiteX60" fmla="*/ 6795372 w 12192000"/>
              <a:gd name="connsiteY60" fmla="*/ 1644845 h 2237474"/>
              <a:gd name="connsiteX61" fmla="*/ 6692251 w 12192000"/>
              <a:gd name="connsiteY61" fmla="*/ 1656357 h 2237474"/>
              <a:gd name="connsiteX62" fmla="*/ 6655235 w 12192000"/>
              <a:gd name="connsiteY62" fmla="*/ 1661869 h 2237474"/>
              <a:gd name="connsiteX63" fmla="*/ 6554894 w 12192000"/>
              <a:gd name="connsiteY63" fmla="*/ 1664428 h 2237474"/>
              <a:gd name="connsiteX64" fmla="*/ 6516595 w 12192000"/>
              <a:gd name="connsiteY64" fmla="*/ 1667475 h 2237474"/>
              <a:gd name="connsiteX65" fmla="*/ 6508541 w 12192000"/>
              <a:gd name="connsiteY65" fmla="*/ 1668757 h 2237474"/>
              <a:gd name="connsiteX66" fmla="*/ 6471012 w 12192000"/>
              <a:gd name="connsiteY66" fmla="*/ 1678604 h 2237474"/>
              <a:gd name="connsiteX67" fmla="*/ 6364035 w 12192000"/>
              <a:gd name="connsiteY67" fmla="*/ 1667683 h 2237474"/>
              <a:gd name="connsiteX68" fmla="*/ 6280959 w 12192000"/>
              <a:gd name="connsiteY68" fmla="*/ 1689329 h 2237474"/>
              <a:gd name="connsiteX69" fmla="*/ 6243319 w 12192000"/>
              <a:gd name="connsiteY69" fmla="*/ 1695560 h 2237474"/>
              <a:gd name="connsiteX70" fmla="*/ 6098321 w 12192000"/>
              <a:gd name="connsiteY70" fmla="*/ 1721646 h 2237474"/>
              <a:gd name="connsiteX71" fmla="*/ 5880652 w 12192000"/>
              <a:gd name="connsiteY71" fmla="*/ 1779643 h 2237474"/>
              <a:gd name="connsiteX72" fmla="*/ 5785959 w 12192000"/>
              <a:gd name="connsiteY72" fmla="*/ 1775307 h 2237474"/>
              <a:gd name="connsiteX73" fmla="*/ 5643534 w 12192000"/>
              <a:gd name="connsiteY73" fmla="*/ 1802919 h 2237474"/>
              <a:gd name="connsiteX74" fmla="*/ 5518799 w 12192000"/>
              <a:gd name="connsiteY74" fmla="*/ 1818312 h 2237474"/>
              <a:gd name="connsiteX75" fmla="*/ 5505014 w 12192000"/>
              <a:gd name="connsiteY75" fmla="*/ 1819259 h 2237474"/>
              <a:gd name="connsiteX76" fmla="*/ 5453307 w 12192000"/>
              <a:gd name="connsiteY76" fmla="*/ 1815450 h 2237474"/>
              <a:gd name="connsiteX77" fmla="*/ 5221533 w 12192000"/>
              <a:gd name="connsiteY77" fmla="*/ 1846950 h 2237474"/>
              <a:gd name="connsiteX78" fmla="*/ 5149802 w 12192000"/>
              <a:gd name="connsiteY78" fmla="*/ 1844846 h 2237474"/>
              <a:gd name="connsiteX79" fmla="*/ 5114927 w 12192000"/>
              <a:gd name="connsiteY79" fmla="*/ 1847827 h 2237474"/>
              <a:gd name="connsiteX80" fmla="*/ 5108970 w 12192000"/>
              <a:gd name="connsiteY80" fmla="*/ 1847935 h 2237474"/>
              <a:gd name="connsiteX81" fmla="*/ 5067961 w 12192000"/>
              <a:gd name="connsiteY81" fmla="*/ 1845917 h 2237474"/>
              <a:gd name="connsiteX82" fmla="*/ 5007075 w 12192000"/>
              <a:gd name="connsiteY82" fmla="*/ 1838626 h 2237474"/>
              <a:gd name="connsiteX83" fmla="*/ 4944087 w 12192000"/>
              <a:gd name="connsiteY83" fmla="*/ 1823332 h 2237474"/>
              <a:gd name="connsiteX84" fmla="*/ 4907662 w 12192000"/>
              <a:gd name="connsiteY84" fmla="*/ 1816900 h 2237474"/>
              <a:gd name="connsiteX85" fmla="*/ 4882386 w 12192000"/>
              <a:gd name="connsiteY85" fmla="*/ 1809844 h 2237474"/>
              <a:gd name="connsiteX86" fmla="*/ 4811440 w 12192000"/>
              <a:gd name="connsiteY86" fmla="*/ 1804655 h 2237474"/>
              <a:gd name="connsiteX87" fmla="*/ 4691075 w 12192000"/>
              <a:gd name="connsiteY87" fmla="*/ 1801389 h 2237474"/>
              <a:gd name="connsiteX88" fmla="*/ 4640313 w 12192000"/>
              <a:gd name="connsiteY88" fmla="*/ 1784307 h 2237474"/>
              <a:gd name="connsiteX89" fmla="*/ 4536503 w 12192000"/>
              <a:gd name="connsiteY89" fmla="*/ 1785334 h 2237474"/>
              <a:gd name="connsiteX90" fmla="*/ 4513724 w 12192000"/>
              <a:gd name="connsiteY90" fmla="*/ 1791996 h 2237474"/>
              <a:gd name="connsiteX91" fmla="*/ 4459810 w 12192000"/>
              <a:gd name="connsiteY91" fmla="*/ 1797886 h 2237474"/>
              <a:gd name="connsiteX92" fmla="*/ 4379064 w 12192000"/>
              <a:gd name="connsiteY92" fmla="*/ 1817177 h 2237474"/>
              <a:gd name="connsiteX93" fmla="*/ 4290981 w 12192000"/>
              <a:gd name="connsiteY93" fmla="*/ 1839677 h 2237474"/>
              <a:gd name="connsiteX94" fmla="*/ 4238372 w 12192000"/>
              <a:gd name="connsiteY94" fmla="*/ 1851480 h 2237474"/>
              <a:gd name="connsiteX95" fmla="*/ 4232517 w 12192000"/>
              <a:gd name="connsiteY95" fmla="*/ 1852567 h 2237474"/>
              <a:gd name="connsiteX96" fmla="*/ 4191732 w 12192000"/>
              <a:gd name="connsiteY96" fmla="*/ 1857328 h 2237474"/>
              <a:gd name="connsiteX97" fmla="*/ 4065532 w 12192000"/>
              <a:gd name="connsiteY97" fmla="*/ 1855477 h 2237474"/>
              <a:gd name="connsiteX98" fmla="*/ 4028460 w 12192000"/>
              <a:gd name="connsiteY98" fmla="*/ 1855137 h 2237474"/>
              <a:gd name="connsiteX99" fmla="*/ 4002267 w 12192000"/>
              <a:gd name="connsiteY99" fmla="*/ 1852352 h 2237474"/>
              <a:gd name="connsiteX100" fmla="*/ 3931396 w 12192000"/>
              <a:gd name="connsiteY100" fmla="*/ 1858915 h 2237474"/>
              <a:gd name="connsiteX101" fmla="*/ 3812162 w 12192000"/>
              <a:gd name="connsiteY101" fmla="*/ 1875501 h 2237474"/>
              <a:gd name="connsiteX102" fmla="*/ 3758105 w 12192000"/>
              <a:gd name="connsiteY102" fmla="*/ 1871856 h 2237474"/>
              <a:gd name="connsiteX103" fmla="*/ 3715896 w 12192000"/>
              <a:gd name="connsiteY103" fmla="*/ 1881552 h 2237474"/>
              <a:gd name="connsiteX104" fmla="*/ 3567259 w 12192000"/>
              <a:gd name="connsiteY104" fmla="*/ 1893482 h 2237474"/>
              <a:gd name="connsiteX105" fmla="*/ 3405770 w 12192000"/>
              <a:gd name="connsiteY105" fmla="*/ 1904591 h 2237474"/>
              <a:gd name="connsiteX106" fmla="*/ 3280097 w 12192000"/>
              <a:gd name="connsiteY106" fmla="*/ 1919610 h 2237474"/>
              <a:gd name="connsiteX107" fmla="*/ 3009910 w 12192000"/>
              <a:gd name="connsiteY107" fmla="*/ 1957866 h 2237474"/>
              <a:gd name="connsiteX108" fmla="*/ 2995934 w 12192000"/>
              <a:gd name="connsiteY108" fmla="*/ 1967085 h 2237474"/>
              <a:gd name="connsiteX109" fmla="*/ 2942858 w 12192000"/>
              <a:gd name="connsiteY109" fmla="*/ 1981367 h 2237474"/>
              <a:gd name="connsiteX110" fmla="*/ 2875436 w 12192000"/>
              <a:gd name="connsiteY110" fmla="*/ 1996977 h 2237474"/>
              <a:gd name="connsiteX111" fmla="*/ 2874892 w 12192000"/>
              <a:gd name="connsiteY111" fmla="*/ 1996085 h 2237474"/>
              <a:gd name="connsiteX112" fmla="*/ 2843662 w 12192000"/>
              <a:gd name="connsiteY112" fmla="*/ 1992498 h 2237474"/>
              <a:gd name="connsiteX113" fmla="*/ 2718916 w 12192000"/>
              <a:gd name="connsiteY113" fmla="*/ 1990867 h 2237474"/>
              <a:gd name="connsiteX114" fmla="*/ 2713522 w 12192000"/>
              <a:gd name="connsiteY114" fmla="*/ 1990173 h 2237474"/>
              <a:gd name="connsiteX115" fmla="*/ 2476147 w 12192000"/>
              <a:gd name="connsiteY115" fmla="*/ 1998305 h 2237474"/>
              <a:gd name="connsiteX116" fmla="*/ 2373568 w 12192000"/>
              <a:gd name="connsiteY116" fmla="*/ 2003219 h 2237474"/>
              <a:gd name="connsiteX117" fmla="*/ 2287219 w 12192000"/>
              <a:gd name="connsiteY117" fmla="*/ 1998750 h 2237474"/>
              <a:gd name="connsiteX118" fmla="*/ 2243069 w 12192000"/>
              <a:gd name="connsiteY118" fmla="*/ 2005321 h 2237474"/>
              <a:gd name="connsiteX119" fmla="*/ 2164831 w 12192000"/>
              <a:gd name="connsiteY119" fmla="*/ 2010143 h 2237474"/>
              <a:gd name="connsiteX120" fmla="*/ 2085228 w 12192000"/>
              <a:gd name="connsiteY120" fmla="*/ 2046431 h 2237474"/>
              <a:gd name="connsiteX121" fmla="*/ 2058061 w 12192000"/>
              <a:gd name="connsiteY121" fmla="*/ 2047942 h 2237474"/>
              <a:gd name="connsiteX122" fmla="*/ 2042244 w 12192000"/>
              <a:gd name="connsiteY122" fmla="*/ 2055560 h 2237474"/>
              <a:gd name="connsiteX123" fmla="*/ 1877728 w 12192000"/>
              <a:gd name="connsiteY123" fmla="*/ 2101004 h 2237474"/>
              <a:gd name="connsiteX124" fmla="*/ 1759056 w 12192000"/>
              <a:gd name="connsiteY124" fmla="*/ 2125608 h 2237474"/>
              <a:gd name="connsiteX125" fmla="*/ 1637948 w 12192000"/>
              <a:gd name="connsiteY125" fmla="*/ 2172597 h 2237474"/>
              <a:gd name="connsiteX126" fmla="*/ 1434549 w 12192000"/>
              <a:gd name="connsiteY126" fmla="*/ 2234522 h 2237474"/>
              <a:gd name="connsiteX127" fmla="*/ 1398481 w 12192000"/>
              <a:gd name="connsiteY127" fmla="*/ 2237074 h 2237474"/>
              <a:gd name="connsiteX128" fmla="*/ 1398407 w 12192000"/>
              <a:gd name="connsiteY128" fmla="*/ 2237095 h 2237474"/>
              <a:gd name="connsiteX129" fmla="*/ 1370962 w 12192000"/>
              <a:gd name="connsiteY129" fmla="*/ 2237474 h 2237474"/>
              <a:gd name="connsiteX130" fmla="*/ 1356367 w 12192000"/>
              <a:gd name="connsiteY130" fmla="*/ 2235089 h 2237474"/>
              <a:gd name="connsiteX131" fmla="*/ 1279765 w 12192000"/>
              <a:gd name="connsiteY131" fmla="*/ 2229639 h 2237474"/>
              <a:gd name="connsiteX132" fmla="*/ 1195347 w 12192000"/>
              <a:gd name="connsiteY132" fmla="*/ 2212354 h 2237474"/>
              <a:gd name="connsiteX133" fmla="*/ 970251 w 12192000"/>
              <a:gd name="connsiteY133" fmla="*/ 2221029 h 2237474"/>
              <a:gd name="connsiteX134" fmla="*/ 812914 w 12192000"/>
              <a:gd name="connsiteY134" fmla="*/ 2210095 h 2237474"/>
              <a:gd name="connsiteX135" fmla="*/ 776382 w 12192000"/>
              <a:gd name="connsiteY135" fmla="*/ 2204512 h 2237474"/>
              <a:gd name="connsiteX136" fmla="*/ 597225 w 12192000"/>
              <a:gd name="connsiteY136" fmla="*/ 2180999 h 2237474"/>
              <a:gd name="connsiteX137" fmla="*/ 520671 w 12192000"/>
              <a:gd name="connsiteY137" fmla="*/ 2180980 h 2237474"/>
              <a:gd name="connsiteX138" fmla="*/ 515024 w 12192000"/>
              <a:gd name="connsiteY138" fmla="*/ 2179258 h 2237474"/>
              <a:gd name="connsiteX139" fmla="*/ 413835 w 12192000"/>
              <a:gd name="connsiteY139" fmla="*/ 2156783 h 2237474"/>
              <a:gd name="connsiteX140" fmla="*/ 376513 w 12192000"/>
              <a:gd name="connsiteY140" fmla="*/ 2154014 h 2237474"/>
              <a:gd name="connsiteX141" fmla="*/ 273386 w 12192000"/>
              <a:gd name="connsiteY141" fmla="*/ 2142551 h 2237474"/>
              <a:gd name="connsiteX142" fmla="*/ 169207 w 12192000"/>
              <a:gd name="connsiteY142" fmla="*/ 2128100 h 2237474"/>
              <a:gd name="connsiteX143" fmla="*/ 77641 w 12192000"/>
              <a:gd name="connsiteY143" fmla="*/ 2126835 h 2237474"/>
              <a:gd name="connsiteX144" fmla="*/ 37645 w 12192000"/>
              <a:gd name="connsiteY144" fmla="*/ 2115401 h 2237474"/>
              <a:gd name="connsiteX145" fmla="*/ 4572 w 12192000"/>
              <a:gd name="connsiteY145" fmla="*/ 2111091 h 2237474"/>
              <a:gd name="connsiteX146" fmla="*/ 0 w 12192000"/>
              <a:gd name="connsiteY146" fmla="*/ 2110468 h 2237474"/>
              <a:gd name="connsiteX147" fmla="*/ 0 w 12192000"/>
              <a:gd name="connsiteY147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139997 w 12192000"/>
              <a:gd name="connsiteY45" fmla="*/ 1282713 h 2237474"/>
              <a:gd name="connsiteX46" fmla="*/ 8074238 w 12192000"/>
              <a:gd name="connsiteY46" fmla="*/ 1301895 h 2237474"/>
              <a:gd name="connsiteX47" fmla="*/ 7942099 w 12192000"/>
              <a:gd name="connsiteY47" fmla="*/ 1336332 h 2237474"/>
              <a:gd name="connsiteX48" fmla="*/ 7902328 w 12192000"/>
              <a:gd name="connsiteY48" fmla="*/ 1345865 h 2237474"/>
              <a:gd name="connsiteX49" fmla="*/ 7840612 w 12192000"/>
              <a:gd name="connsiteY49" fmla="*/ 1369373 h 2237474"/>
              <a:gd name="connsiteX50" fmla="*/ 7786819 w 12192000"/>
              <a:gd name="connsiteY50" fmla="*/ 1378970 h 2237474"/>
              <a:gd name="connsiteX51" fmla="*/ 7548172 w 12192000"/>
              <a:gd name="connsiteY51" fmla="*/ 1417460 h 2237474"/>
              <a:gd name="connsiteX52" fmla="*/ 7483437 w 12192000"/>
              <a:gd name="connsiteY52" fmla="*/ 1478152 h 2237474"/>
              <a:gd name="connsiteX53" fmla="*/ 7377870 w 12192000"/>
              <a:gd name="connsiteY53" fmla="*/ 1523319 h 2237474"/>
              <a:gd name="connsiteX54" fmla="*/ 7230737 w 12192000"/>
              <a:gd name="connsiteY54" fmla="*/ 1562633 h 2237474"/>
              <a:gd name="connsiteX55" fmla="*/ 7224458 w 12192000"/>
              <a:gd name="connsiteY55" fmla="*/ 1573008 h 2237474"/>
              <a:gd name="connsiteX56" fmla="*/ 7183121 w 12192000"/>
              <a:gd name="connsiteY56" fmla="*/ 1595162 h 2237474"/>
              <a:gd name="connsiteX57" fmla="*/ 7164601 w 12192000"/>
              <a:gd name="connsiteY57" fmla="*/ 1606490 h 2237474"/>
              <a:gd name="connsiteX58" fmla="*/ 6900177 w 12192000"/>
              <a:gd name="connsiteY58" fmla="*/ 1636016 h 2237474"/>
              <a:gd name="connsiteX59" fmla="*/ 6795372 w 12192000"/>
              <a:gd name="connsiteY59" fmla="*/ 1644845 h 2237474"/>
              <a:gd name="connsiteX60" fmla="*/ 6692251 w 12192000"/>
              <a:gd name="connsiteY60" fmla="*/ 1656357 h 2237474"/>
              <a:gd name="connsiteX61" fmla="*/ 6655235 w 12192000"/>
              <a:gd name="connsiteY61" fmla="*/ 1661869 h 2237474"/>
              <a:gd name="connsiteX62" fmla="*/ 6554894 w 12192000"/>
              <a:gd name="connsiteY62" fmla="*/ 1664428 h 2237474"/>
              <a:gd name="connsiteX63" fmla="*/ 6516595 w 12192000"/>
              <a:gd name="connsiteY63" fmla="*/ 1667475 h 2237474"/>
              <a:gd name="connsiteX64" fmla="*/ 6508541 w 12192000"/>
              <a:gd name="connsiteY64" fmla="*/ 1668757 h 2237474"/>
              <a:gd name="connsiteX65" fmla="*/ 6471012 w 12192000"/>
              <a:gd name="connsiteY65" fmla="*/ 1678604 h 2237474"/>
              <a:gd name="connsiteX66" fmla="*/ 6364035 w 12192000"/>
              <a:gd name="connsiteY66" fmla="*/ 1667683 h 2237474"/>
              <a:gd name="connsiteX67" fmla="*/ 6280959 w 12192000"/>
              <a:gd name="connsiteY67" fmla="*/ 1689329 h 2237474"/>
              <a:gd name="connsiteX68" fmla="*/ 6243319 w 12192000"/>
              <a:gd name="connsiteY68" fmla="*/ 1695560 h 2237474"/>
              <a:gd name="connsiteX69" fmla="*/ 6098321 w 12192000"/>
              <a:gd name="connsiteY69" fmla="*/ 1721646 h 2237474"/>
              <a:gd name="connsiteX70" fmla="*/ 5880652 w 12192000"/>
              <a:gd name="connsiteY70" fmla="*/ 1779643 h 2237474"/>
              <a:gd name="connsiteX71" fmla="*/ 5785959 w 12192000"/>
              <a:gd name="connsiteY71" fmla="*/ 1775307 h 2237474"/>
              <a:gd name="connsiteX72" fmla="*/ 5643534 w 12192000"/>
              <a:gd name="connsiteY72" fmla="*/ 1802919 h 2237474"/>
              <a:gd name="connsiteX73" fmla="*/ 5518799 w 12192000"/>
              <a:gd name="connsiteY73" fmla="*/ 1818312 h 2237474"/>
              <a:gd name="connsiteX74" fmla="*/ 5505014 w 12192000"/>
              <a:gd name="connsiteY74" fmla="*/ 1819259 h 2237474"/>
              <a:gd name="connsiteX75" fmla="*/ 5453307 w 12192000"/>
              <a:gd name="connsiteY75" fmla="*/ 1815450 h 2237474"/>
              <a:gd name="connsiteX76" fmla="*/ 5221533 w 12192000"/>
              <a:gd name="connsiteY76" fmla="*/ 1846950 h 2237474"/>
              <a:gd name="connsiteX77" fmla="*/ 5149802 w 12192000"/>
              <a:gd name="connsiteY77" fmla="*/ 1844846 h 2237474"/>
              <a:gd name="connsiteX78" fmla="*/ 5114927 w 12192000"/>
              <a:gd name="connsiteY78" fmla="*/ 1847827 h 2237474"/>
              <a:gd name="connsiteX79" fmla="*/ 5108970 w 12192000"/>
              <a:gd name="connsiteY79" fmla="*/ 1847935 h 2237474"/>
              <a:gd name="connsiteX80" fmla="*/ 5067961 w 12192000"/>
              <a:gd name="connsiteY80" fmla="*/ 1845917 h 2237474"/>
              <a:gd name="connsiteX81" fmla="*/ 5007075 w 12192000"/>
              <a:gd name="connsiteY81" fmla="*/ 1838626 h 2237474"/>
              <a:gd name="connsiteX82" fmla="*/ 4944087 w 12192000"/>
              <a:gd name="connsiteY82" fmla="*/ 1823332 h 2237474"/>
              <a:gd name="connsiteX83" fmla="*/ 4907662 w 12192000"/>
              <a:gd name="connsiteY83" fmla="*/ 1816900 h 2237474"/>
              <a:gd name="connsiteX84" fmla="*/ 4882386 w 12192000"/>
              <a:gd name="connsiteY84" fmla="*/ 1809844 h 2237474"/>
              <a:gd name="connsiteX85" fmla="*/ 4811440 w 12192000"/>
              <a:gd name="connsiteY85" fmla="*/ 1804655 h 2237474"/>
              <a:gd name="connsiteX86" fmla="*/ 4691075 w 12192000"/>
              <a:gd name="connsiteY86" fmla="*/ 1801389 h 2237474"/>
              <a:gd name="connsiteX87" fmla="*/ 4640313 w 12192000"/>
              <a:gd name="connsiteY87" fmla="*/ 1784307 h 2237474"/>
              <a:gd name="connsiteX88" fmla="*/ 4536503 w 12192000"/>
              <a:gd name="connsiteY88" fmla="*/ 1785334 h 2237474"/>
              <a:gd name="connsiteX89" fmla="*/ 4513724 w 12192000"/>
              <a:gd name="connsiteY89" fmla="*/ 1791996 h 2237474"/>
              <a:gd name="connsiteX90" fmla="*/ 4459810 w 12192000"/>
              <a:gd name="connsiteY90" fmla="*/ 1797886 h 2237474"/>
              <a:gd name="connsiteX91" fmla="*/ 4379064 w 12192000"/>
              <a:gd name="connsiteY91" fmla="*/ 1817177 h 2237474"/>
              <a:gd name="connsiteX92" fmla="*/ 4290981 w 12192000"/>
              <a:gd name="connsiteY92" fmla="*/ 1839677 h 2237474"/>
              <a:gd name="connsiteX93" fmla="*/ 4238372 w 12192000"/>
              <a:gd name="connsiteY93" fmla="*/ 1851480 h 2237474"/>
              <a:gd name="connsiteX94" fmla="*/ 4232517 w 12192000"/>
              <a:gd name="connsiteY94" fmla="*/ 1852567 h 2237474"/>
              <a:gd name="connsiteX95" fmla="*/ 4191732 w 12192000"/>
              <a:gd name="connsiteY95" fmla="*/ 1857328 h 2237474"/>
              <a:gd name="connsiteX96" fmla="*/ 4065532 w 12192000"/>
              <a:gd name="connsiteY96" fmla="*/ 1855477 h 2237474"/>
              <a:gd name="connsiteX97" fmla="*/ 4028460 w 12192000"/>
              <a:gd name="connsiteY97" fmla="*/ 1855137 h 2237474"/>
              <a:gd name="connsiteX98" fmla="*/ 4002267 w 12192000"/>
              <a:gd name="connsiteY98" fmla="*/ 1852352 h 2237474"/>
              <a:gd name="connsiteX99" fmla="*/ 3931396 w 12192000"/>
              <a:gd name="connsiteY99" fmla="*/ 1858915 h 2237474"/>
              <a:gd name="connsiteX100" fmla="*/ 3812162 w 12192000"/>
              <a:gd name="connsiteY100" fmla="*/ 1875501 h 2237474"/>
              <a:gd name="connsiteX101" fmla="*/ 3758105 w 12192000"/>
              <a:gd name="connsiteY101" fmla="*/ 1871856 h 2237474"/>
              <a:gd name="connsiteX102" fmla="*/ 3715896 w 12192000"/>
              <a:gd name="connsiteY102" fmla="*/ 1881552 h 2237474"/>
              <a:gd name="connsiteX103" fmla="*/ 3567259 w 12192000"/>
              <a:gd name="connsiteY103" fmla="*/ 1893482 h 2237474"/>
              <a:gd name="connsiteX104" fmla="*/ 3405770 w 12192000"/>
              <a:gd name="connsiteY104" fmla="*/ 1904591 h 2237474"/>
              <a:gd name="connsiteX105" fmla="*/ 3280097 w 12192000"/>
              <a:gd name="connsiteY105" fmla="*/ 1919610 h 2237474"/>
              <a:gd name="connsiteX106" fmla="*/ 3009910 w 12192000"/>
              <a:gd name="connsiteY106" fmla="*/ 1957866 h 2237474"/>
              <a:gd name="connsiteX107" fmla="*/ 2995934 w 12192000"/>
              <a:gd name="connsiteY107" fmla="*/ 1967085 h 2237474"/>
              <a:gd name="connsiteX108" fmla="*/ 2942858 w 12192000"/>
              <a:gd name="connsiteY108" fmla="*/ 1981367 h 2237474"/>
              <a:gd name="connsiteX109" fmla="*/ 2875436 w 12192000"/>
              <a:gd name="connsiteY109" fmla="*/ 1996977 h 2237474"/>
              <a:gd name="connsiteX110" fmla="*/ 2874892 w 12192000"/>
              <a:gd name="connsiteY110" fmla="*/ 1996085 h 2237474"/>
              <a:gd name="connsiteX111" fmla="*/ 2843662 w 12192000"/>
              <a:gd name="connsiteY111" fmla="*/ 1992498 h 2237474"/>
              <a:gd name="connsiteX112" fmla="*/ 2718916 w 12192000"/>
              <a:gd name="connsiteY112" fmla="*/ 1990867 h 2237474"/>
              <a:gd name="connsiteX113" fmla="*/ 2713522 w 12192000"/>
              <a:gd name="connsiteY113" fmla="*/ 1990173 h 2237474"/>
              <a:gd name="connsiteX114" fmla="*/ 2476147 w 12192000"/>
              <a:gd name="connsiteY114" fmla="*/ 1998305 h 2237474"/>
              <a:gd name="connsiteX115" fmla="*/ 2373568 w 12192000"/>
              <a:gd name="connsiteY115" fmla="*/ 2003219 h 2237474"/>
              <a:gd name="connsiteX116" fmla="*/ 2287219 w 12192000"/>
              <a:gd name="connsiteY116" fmla="*/ 1998750 h 2237474"/>
              <a:gd name="connsiteX117" fmla="*/ 2243069 w 12192000"/>
              <a:gd name="connsiteY117" fmla="*/ 2005321 h 2237474"/>
              <a:gd name="connsiteX118" fmla="*/ 2164831 w 12192000"/>
              <a:gd name="connsiteY118" fmla="*/ 2010143 h 2237474"/>
              <a:gd name="connsiteX119" fmla="*/ 2085228 w 12192000"/>
              <a:gd name="connsiteY119" fmla="*/ 2046431 h 2237474"/>
              <a:gd name="connsiteX120" fmla="*/ 2058061 w 12192000"/>
              <a:gd name="connsiteY120" fmla="*/ 2047942 h 2237474"/>
              <a:gd name="connsiteX121" fmla="*/ 2042244 w 12192000"/>
              <a:gd name="connsiteY121" fmla="*/ 2055560 h 2237474"/>
              <a:gd name="connsiteX122" fmla="*/ 1877728 w 12192000"/>
              <a:gd name="connsiteY122" fmla="*/ 2101004 h 2237474"/>
              <a:gd name="connsiteX123" fmla="*/ 1759056 w 12192000"/>
              <a:gd name="connsiteY123" fmla="*/ 2125608 h 2237474"/>
              <a:gd name="connsiteX124" fmla="*/ 1637948 w 12192000"/>
              <a:gd name="connsiteY124" fmla="*/ 2172597 h 2237474"/>
              <a:gd name="connsiteX125" fmla="*/ 1434549 w 12192000"/>
              <a:gd name="connsiteY125" fmla="*/ 2234522 h 2237474"/>
              <a:gd name="connsiteX126" fmla="*/ 1398481 w 12192000"/>
              <a:gd name="connsiteY126" fmla="*/ 2237074 h 2237474"/>
              <a:gd name="connsiteX127" fmla="*/ 1398407 w 12192000"/>
              <a:gd name="connsiteY127" fmla="*/ 2237095 h 2237474"/>
              <a:gd name="connsiteX128" fmla="*/ 1370962 w 12192000"/>
              <a:gd name="connsiteY128" fmla="*/ 2237474 h 2237474"/>
              <a:gd name="connsiteX129" fmla="*/ 1356367 w 12192000"/>
              <a:gd name="connsiteY129" fmla="*/ 2235089 h 2237474"/>
              <a:gd name="connsiteX130" fmla="*/ 1279765 w 12192000"/>
              <a:gd name="connsiteY130" fmla="*/ 2229639 h 2237474"/>
              <a:gd name="connsiteX131" fmla="*/ 1195347 w 12192000"/>
              <a:gd name="connsiteY131" fmla="*/ 2212354 h 2237474"/>
              <a:gd name="connsiteX132" fmla="*/ 970251 w 12192000"/>
              <a:gd name="connsiteY132" fmla="*/ 2221029 h 2237474"/>
              <a:gd name="connsiteX133" fmla="*/ 812914 w 12192000"/>
              <a:gd name="connsiteY133" fmla="*/ 2210095 h 2237474"/>
              <a:gd name="connsiteX134" fmla="*/ 776382 w 12192000"/>
              <a:gd name="connsiteY134" fmla="*/ 2204512 h 2237474"/>
              <a:gd name="connsiteX135" fmla="*/ 597225 w 12192000"/>
              <a:gd name="connsiteY135" fmla="*/ 2180999 h 2237474"/>
              <a:gd name="connsiteX136" fmla="*/ 520671 w 12192000"/>
              <a:gd name="connsiteY136" fmla="*/ 2180980 h 2237474"/>
              <a:gd name="connsiteX137" fmla="*/ 515024 w 12192000"/>
              <a:gd name="connsiteY137" fmla="*/ 2179258 h 2237474"/>
              <a:gd name="connsiteX138" fmla="*/ 413835 w 12192000"/>
              <a:gd name="connsiteY138" fmla="*/ 2156783 h 2237474"/>
              <a:gd name="connsiteX139" fmla="*/ 376513 w 12192000"/>
              <a:gd name="connsiteY139" fmla="*/ 2154014 h 2237474"/>
              <a:gd name="connsiteX140" fmla="*/ 273386 w 12192000"/>
              <a:gd name="connsiteY140" fmla="*/ 2142551 h 2237474"/>
              <a:gd name="connsiteX141" fmla="*/ 169207 w 12192000"/>
              <a:gd name="connsiteY141" fmla="*/ 2128100 h 2237474"/>
              <a:gd name="connsiteX142" fmla="*/ 77641 w 12192000"/>
              <a:gd name="connsiteY142" fmla="*/ 2126835 h 2237474"/>
              <a:gd name="connsiteX143" fmla="*/ 37645 w 12192000"/>
              <a:gd name="connsiteY143" fmla="*/ 2115401 h 2237474"/>
              <a:gd name="connsiteX144" fmla="*/ 4572 w 12192000"/>
              <a:gd name="connsiteY144" fmla="*/ 2111091 h 2237474"/>
              <a:gd name="connsiteX145" fmla="*/ 0 w 12192000"/>
              <a:gd name="connsiteY145" fmla="*/ 2110468 h 2237474"/>
              <a:gd name="connsiteX146" fmla="*/ 0 w 12192000"/>
              <a:gd name="connsiteY146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206287 w 12192000"/>
              <a:gd name="connsiteY44" fmla="*/ 1273060 h 2237474"/>
              <a:gd name="connsiteX45" fmla="*/ 8074238 w 12192000"/>
              <a:gd name="connsiteY45" fmla="*/ 1301895 h 2237474"/>
              <a:gd name="connsiteX46" fmla="*/ 7942099 w 12192000"/>
              <a:gd name="connsiteY46" fmla="*/ 1336332 h 2237474"/>
              <a:gd name="connsiteX47" fmla="*/ 7902328 w 12192000"/>
              <a:gd name="connsiteY47" fmla="*/ 1345865 h 2237474"/>
              <a:gd name="connsiteX48" fmla="*/ 7840612 w 12192000"/>
              <a:gd name="connsiteY48" fmla="*/ 1369373 h 2237474"/>
              <a:gd name="connsiteX49" fmla="*/ 7786819 w 12192000"/>
              <a:gd name="connsiteY49" fmla="*/ 1378970 h 2237474"/>
              <a:gd name="connsiteX50" fmla="*/ 7548172 w 12192000"/>
              <a:gd name="connsiteY50" fmla="*/ 1417460 h 2237474"/>
              <a:gd name="connsiteX51" fmla="*/ 7483437 w 12192000"/>
              <a:gd name="connsiteY51" fmla="*/ 1478152 h 2237474"/>
              <a:gd name="connsiteX52" fmla="*/ 7377870 w 12192000"/>
              <a:gd name="connsiteY52" fmla="*/ 1523319 h 2237474"/>
              <a:gd name="connsiteX53" fmla="*/ 7230737 w 12192000"/>
              <a:gd name="connsiteY53" fmla="*/ 1562633 h 2237474"/>
              <a:gd name="connsiteX54" fmla="*/ 7224458 w 12192000"/>
              <a:gd name="connsiteY54" fmla="*/ 1573008 h 2237474"/>
              <a:gd name="connsiteX55" fmla="*/ 7183121 w 12192000"/>
              <a:gd name="connsiteY55" fmla="*/ 1595162 h 2237474"/>
              <a:gd name="connsiteX56" fmla="*/ 7164601 w 12192000"/>
              <a:gd name="connsiteY56" fmla="*/ 1606490 h 2237474"/>
              <a:gd name="connsiteX57" fmla="*/ 6900177 w 12192000"/>
              <a:gd name="connsiteY57" fmla="*/ 1636016 h 2237474"/>
              <a:gd name="connsiteX58" fmla="*/ 6795372 w 12192000"/>
              <a:gd name="connsiteY58" fmla="*/ 1644845 h 2237474"/>
              <a:gd name="connsiteX59" fmla="*/ 6692251 w 12192000"/>
              <a:gd name="connsiteY59" fmla="*/ 1656357 h 2237474"/>
              <a:gd name="connsiteX60" fmla="*/ 6655235 w 12192000"/>
              <a:gd name="connsiteY60" fmla="*/ 1661869 h 2237474"/>
              <a:gd name="connsiteX61" fmla="*/ 6554894 w 12192000"/>
              <a:gd name="connsiteY61" fmla="*/ 1664428 h 2237474"/>
              <a:gd name="connsiteX62" fmla="*/ 6516595 w 12192000"/>
              <a:gd name="connsiteY62" fmla="*/ 1667475 h 2237474"/>
              <a:gd name="connsiteX63" fmla="*/ 6508541 w 12192000"/>
              <a:gd name="connsiteY63" fmla="*/ 1668757 h 2237474"/>
              <a:gd name="connsiteX64" fmla="*/ 6471012 w 12192000"/>
              <a:gd name="connsiteY64" fmla="*/ 1678604 h 2237474"/>
              <a:gd name="connsiteX65" fmla="*/ 6364035 w 12192000"/>
              <a:gd name="connsiteY65" fmla="*/ 1667683 h 2237474"/>
              <a:gd name="connsiteX66" fmla="*/ 6280959 w 12192000"/>
              <a:gd name="connsiteY66" fmla="*/ 1689329 h 2237474"/>
              <a:gd name="connsiteX67" fmla="*/ 6243319 w 12192000"/>
              <a:gd name="connsiteY67" fmla="*/ 1695560 h 2237474"/>
              <a:gd name="connsiteX68" fmla="*/ 6098321 w 12192000"/>
              <a:gd name="connsiteY68" fmla="*/ 1721646 h 2237474"/>
              <a:gd name="connsiteX69" fmla="*/ 5880652 w 12192000"/>
              <a:gd name="connsiteY69" fmla="*/ 1779643 h 2237474"/>
              <a:gd name="connsiteX70" fmla="*/ 5785959 w 12192000"/>
              <a:gd name="connsiteY70" fmla="*/ 1775307 h 2237474"/>
              <a:gd name="connsiteX71" fmla="*/ 5643534 w 12192000"/>
              <a:gd name="connsiteY71" fmla="*/ 1802919 h 2237474"/>
              <a:gd name="connsiteX72" fmla="*/ 5518799 w 12192000"/>
              <a:gd name="connsiteY72" fmla="*/ 1818312 h 2237474"/>
              <a:gd name="connsiteX73" fmla="*/ 5505014 w 12192000"/>
              <a:gd name="connsiteY73" fmla="*/ 1819259 h 2237474"/>
              <a:gd name="connsiteX74" fmla="*/ 5453307 w 12192000"/>
              <a:gd name="connsiteY74" fmla="*/ 1815450 h 2237474"/>
              <a:gd name="connsiteX75" fmla="*/ 5221533 w 12192000"/>
              <a:gd name="connsiteY75" fmla="*/ 1846950 h 2237474"/>
              <a:gd name="connsiteX76" fmla="*/ 5149802 w 12192000"/>
              <a:gd name="connsiteY76" fmla="*/ 1844846 h 2237474"/>
              <a:gd name="connsiteX77" fmla="*/ 5114927 w 12192000"/>
              <a:gd name="connsiteY77" fmla="*/ 1847827 h 2237474"/>
              <a:gd name="connsiteX78" fmla="*/ 5108970 w 12192000"/>
              <a:gd name="connsiteY78" fmla="*/ 1847935 h 2237474"/>
              <a:gd name="connsiteX79" fmla="*/ 5067961 w 12192000"/>
              <a:gd name="connsiteY79" fmla="*/ 1845917 h 2237474"/>
              <a:gd name="connsiteX80" fmla="*/ 5007075 w 12192000"/>
              <a:gd name="connsiteY80" fmla="*/ 1838626 h 2237474"/>
              <a:gd name="connsiteX81" fmla="*/ 4944087 w 12192000"/>
              <a:gd name="connsiteY81" fmla="*/ 1823332 h 2237474"/>
              <a:gd name="connsiteX82" fmla="*/ 4907662 w 12192000"/>
              <a:gd name="connsiteY82" fmla="*/ 1816900 h 2237474"/>
              <a:gd name="connsiteX83" fmla="*/ 4882386 w 12192000"/>
              <a:gd name="connsiteY83" fmla="*/ 1809844 h 2237474"/>
              <a:gd name="connsiteX84" fmla="*/ 4811440 w 12192000"/>
              <a:gd name="connsiteY84" fmla="*/ 1804655 h 2237474"/>
              <a:gd name="connsiteX85" fmla="*/ 4691075 w 12192000"/>
              <a:gd name="connsiteY85" fmla="*/ 1801389 h 2237474"/>
              <a:gd name="connsiteX86" fmla="*/ 4640313 w 12192000"/>
              <a:gd name="connsiteY86" fmla="*/ 1784307 h 2237474"/>
              <a:gd name="connsiteX87" fmla="*/ 4536503 w 12192000"/>
              <a:gd name="connsiteY87" fmla="*/ 1785334 h 2237474"/>
              <a:gd name="connsiteX88" fmla="*/ 4513724 w 12192000"/>
              <a:gd name="connsiteY88" fmla="*/ 1791996 h 2237474"/>
              <a:gd name="connsiteX89" fmla="*/ 4459810 w 12192000"/>
              <a:gd name="connsiteY89" fmla="*/ 1797886 h 2237474"/>
              <a:gd name="connsiteX90" fmla="*/ 4379064 w 12192000"/>
              <a:gd name="connsiteY90" fmla="*/ 1817177 h 2237474"/>
              <a:gd name="connsiteX91" fmla="*/ 4290981 w 12192000"/>
              <a:gd name="connsiteY91" fmla="*/ 1839677 h 2237474"/>
              <a:gd name="connsiteX92" fmla="*/ 4238372 w 12192000"/>
              <a:gd name="connsiteY92" fmla="*/ 1851480 h 2237474"/>
              <a:gd name="connsiteX93" fmla="*/ 4232517 w 12192000"/>
              <a:gd name="connsiteY93" fmla="*/ 1852567 h 2237474"/>
              <a:gd name="connsiteX94" fmla="*/ 4191732 w 12192000"/>
              <a:gd name="connsiteY94" fmla="*/ 1857328 h 2237474"/>
              <a:gd name="connsiteX95" fmla="*/ 4065532 w 12192000"/>
              <a:gd name="connsiteY95" fmla="*/ 1855477 h 2237474"/>
              <a:gd name="connsiteX96" fmla="*/ 4028460 w 12192000"/>
              <a:gd name="connsiteY96" fmla="*/ 1855137 h 2237474"/>
              <a:gd name="connsiteX97" fmla="*/ 4002267 w 12192000"/>
              <a:gd name="connsiteY97" fmla="*/ 1852352 h 2237474"/>
              <a:gd name="connsiteX98" fmla="*/ 3931396 w 12192000"/>
              <a:gd name="connsiteY98" fmla="*/ 1858915 h 2237474"/>
              <a:gd name="connsiteX99" fmla="*/ 3812162 w 12192000"/>
              <a:gd name="connsiteY99" fmla="*/ 1875501 h 2237474"/>
              <a:gd name="connsiteX100" fmla="*/ 3758105 w 12192000"/>
              <a:gd name="connsiteY100" fmla="*/ 1871856 h 2237474"/>
              <a:gd name="connsiteX101" fmla="*/ 3715896 w 12192000"/>
              <a:gd name="connsiteY101" fmla="*/ 1881552 h 2237474"/>
              <a:gd name="connsiteX102" fmla="*/ 3567259 w 12192000"/>
              <a:gd name="connsiteY102" fmla="*/ 1893482 h 2237474"/>
              <a:gd name="connsiteX103" fmla="*/ 3405770 w 12192000"/>
              <a:gd name="connsiteY103" fmla="*/ 1904591 h 2237474"/>
              <a:gd name="connsiteX104" fmla="*/ 3280097 w 12192000"/>
              <a:gd name="connsiteY104" fmla="*/ 1919610 h 2237474"/>
              <a:gd name="connsiteX105" fmla="*/ 3009910 w 12192000"/>
              <a:gd name="connsiteY105" fmla="*/ 1957866 h 2237474"/>
              <a:gd name="connsiteX106" fmla="*/ 2995934 w 12192000"/>
              <a:gd name="connsiteY106" fmla="*/ 1967085 h 2237474"/>
              <a:gd name="connsiteX107" fmla="*/ 2942858 w 12192000"/>
              <a:gd name="connsiteY107" fmla="*/ 1981367 h 2237474"/>
              <a:gd name="connsiteX108" fmla="*/ 2875436 w 12192000"/>
              <a:gd name="connsiteY108" fmla="*/ 1996977 h 2237474"/>
              <a:gd name="connsiteX109" fmla="*/ 2874892 w 12192000"/>
              <a:gd name="connsiteY109" fmla="*/ 1996085 h 2237474"/>
              <a:gd name="connsiteX110" fmla="*/ 2843662 w 12192000"/>
              <a:gd name="connsiteY110" fmla="*/ 1992498 h 2237474"/>
              <a:gd name="connsiteX111" fmla="*/ 2718916 w 12192000"/>
              <a:gd name="connsiteY111" fmla="*/ 1990867 h 2237474"/>
              <a:gd name="connsiteX112" fmla="*/ 2713522 w 12192000"/>
              <a:gd name="connsiteY112" fmla="*/ 1990173 h 2237474"/>
              <a:gd name="connsiteX113" fmla="*/ 2476147 w 12192000"/>
              <a:gd name="connsiteY113" fmla="*/ 1998305 h 2237474"/>
              <a:gd name="connsiteX114" fmla="*/ 2373568 w 12192000"/>
              <a:gd name="connsiteY114" fmla="*/ 2003219 h 2237474"/>
              <a:gd name="connsiteX115" fmla="*/ 2287219 w 12192000"/>
              <a:gd name="connsiteY115" fmla="*/ 1998750 h 2237474"/>
              <a:gd name="connsiteX116" fmla="*/ 2243069 w 12192000"/>
              <a:gd name="connsiteY116" fmla="*/ 2005321 h 2237474"/>
              <a:gd name="connsiteX117" fmla="*/ 2164831 w 12192000"/>
              <a:gd name="connsiteY117" fmla="*/ 2010143 h 2237474"/>
              <a:gd name="connsiteX118" fmla="*/ 2085228 w 12192000"/>
              <a:gd name="connsiteY118" fmla="*/ 2046431 h 2237474"/>
              <a:gd name="connsiteX119" fmla="*/ 2058061 w 12192000"/>
              <a:gd name="connsiteY119" fmla="*/ 2047942 h 2237474"/>
              <a:gd name="connsiteX120" fmla="*/ 2042244 w 12192000"/>
              <a:gd name="connsiteY120" fmla="*/ 2055560 h 2237474"/>
              <a:gd name="connsiteX121" fmla="*/ 1877728 w 12192000"/>
              <a:gd name="connsiteY121" fmla="*/ 2101004 h 2237474"/>
              <a:gd name="connsiteX122" fmla="*/ 1759056 w 12192000"/>
              <a:gd name="connsiteY122" fmla="*/ 2125608 h 2237474"/>
              <a:gd name="connsiteX123" fmla="*/ 1637948 w 12192000"/>
              <a:gd name="connsiteY123" fmla="*/ 2172597 h 2237474"/>
              <a:gd name="connsiteX124" fmla="*/ 1434549 w 12192000"/>
              <a:gd name="connsiteY124" fmla="*/ 2234522 h 2237474"/>
              <a:gd name="connsiteX125" fmla="*/ 1398481 w 12192000"/>
              <a:gd name="connsiteY125" fmla="*/ 2237074 h 2237474"/>
              <a:gd name="connsiteX126" fmla="*/ 1398407 w 12192000"/>
              <a:gd name="connsiteY126" fmla="*/ 2237095 h 2237474"/>
              <a:gd name="connsiteX127" fmla="*/ 1370962 w 12192000"/>
              <a:gd name="connsiteY127" fmla="*/ 2237474 h 2237474"/>
              <a:gd name="connsiteX128" fmla="*/ 1356367 w 12192000"/>
              <a:gd name="connsiteY128" fmla="*/ 2235089 h 2237474"/>
              <a:gd name="connsiteX129" fmla="*/ 1279765 w 12192000"/>
              <a:gd name="connsiteY129" fmla="*/ 2229639 h 2237474"/>
              <a:gd name="connsiteX130" fmla="*/ 1195347 w 12192000"/>
              <a:gd name="connsiteY130" fmla="*/ 2212354 h 2237474"/>
              <a:gd name="connsiteX131" fmla="*/ 970251 w 12192000"/>
              <a:gd name="connsiteY131" fmla="*/ 2221029 h 2237474"/>
              <a:gd name="connsiteX132" fmla="*/ 812914 w 12192000"/>
              <a:gd name="connsiteY132" fmla="*/ 2210095 h 2237474"/>
              <a:gd name="connsiteX133" fmla="*/ 776382 w 12192000"/>
              <a:gd name="connsiteY133" fmla="*/ 2204512 h 2237474"/>
              <a:gd name="connsiteX134" fmla="*/ 597225 w 12192000"/>
              <a:gd name="connsiteY134" fmla="*/ 2180999 h 2237474"/>
              <a:gd name="connsiteX135" fmla="*/ 520671 w 12192000"/>
              <a:gd name="connsiteY135" fmla="*/ 2180980 h 2237474"/>
              <a:gd name="connsiteX136" fmla="*/ 515024 w 12192000"/>
              <a:gd name="connsiteY136" fmla="*/ 2179258 h 2237474"/>
              <a:gd name="connsiteX137" fmla="*/ 413835 w 12192000"/>
              <a:gd name="connsiteY137" fmla="*/ 2156783 h 2237474"/>
              <a:gd name="connsiteX138" fmla="*/ 376513 w 12192000"/>
              <a:gd name="connsiteY138" fmla="*/ 2154014 h 2237474"/>
              <a:gd name="connsiteX139" fmla="*/ 273386 w 12192000"/>
              <a:gd name="connsiteY139" fmla="*/ 2142551 h 2237474"/>
              <a:gd name="connsiteX140" fmla="*/ 169207 w 12192000"/>
              <a:gd name="connsiteY140" fmla="*/ 2128100 h 2237474"/>
              <a:gd name="connsiteX141" fmla="*/ 77641 w 12192000"/>
              <a:gd name="connsiteY141" fmla="*/ 2126835 h 2237474"/>
              <a:gd name="connsiteX142" fmla="*/ 37645 w 12192000"/>
              <a:gd name="connsiteY142" fmla="*/ 2115401 h 2237474"/>
              <a:gd name="connsiteX143" fmla="*/ 4572 w 12192000"/>
              <a:gd name="connsiteY143" fmla="*/ 2111091 h 2237474"/>
              <a:gd name="connsiteX144" fmla="*/ 0 w 12192000"/>
              <a:gd name="connsiteY144" fmla="*/ 2110468 h 2237474"/>
              <a:gd name="connsiteX145" fmla="*/ 0 w 12192000"/>
              <a:gd name="connsiteY145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074238 w 12192000"/>
              <a:gd name="connsiteY44" fmla="*/ 1301895 h 2237474"/>
              <a:gd name="connsiteX45" fmla="*/ 7942099 w 12192000"/>
              <a:gd name="connsiteY45" fmla="*/ 1336332 h 2237474"/>
              <a:gd name="connsiteX46" fmla="*/ 7902328 w 12192000"/>
              <a:gd name="connsiteY46" fmla="*/ 1345865 h 2237474"/>
              <a:gd name="connsiteX47" fmla="*/ 7840612 w 12192000"/>
              <a:gd name="connsiteY47" fmla="*/ 1369373 h 2237474"/>
              <a:gd name="connsiteX48" fmla="*/ 7786819 w 12192000"/>
              <a:gd name="connsiteY48" fmla="*/ 1378970 h 2237474"/>
              <a:gd name="connsiteX49" fmla="*/ 7548172 w 12192000"/>
              <a:gd name="connsiteY49" fmla="*/ 1417460 h 2237474"/>
              <a:gd name="connsiteX50" fmla="*/ 7483437 w 12192000"/>
              <a:gd name="connsiteY50" fmla="*/ 1478152 h 2237474"/>
              <a:gd name="connsiteX51" fmla="*/ 7377870 w 12192000"/>
              <a:gd name="connsiteY51" fmla="*/ 1523319 h 2237474"/>
              <a:gd name="connsiteX52" fmla="*/ 7230737 w 12192000"/>
              <a:gd name="connsiteY52" fmla="*/ 1562633 h 2237474"/>
              <a:gd name="connsiteX53" fmla="*/ 7224458 w 12192000"/>
              <a:gd name="connsiteY53" fmla="*/ 1573008 h 2237474"/>
              <a:gd name="connsiteX54" fmla="*/ 7183121 w 12192000"/>
              <a:gd name="connsiteY54" fmla="*/ 1595162 h 2237474"/>
              <a:gd name="connsiteX55" fmla="*/ 7164601 w 12192000"/>
              <a:gd name="connsiteY55" fmla="*/ 1606490 h 2237474"/>
              <a:gd name="connsiteX56" fmla="*/ 6900177 w 12192000"/>
              <a:gd name="connsiteY56" fmla="*/ 1636016 h 2237474"/>
              <a:gd name="connsiteX57" fmla="*/ 6795372 w 12192000"/>
              <a:gd name="connsiteY57" fmla="*/ 1644845 h 2237474"/>
              <a:gd name="connsiteX58" fmla="*/ 6692251 w 12192000"/>
              <a:gd name="connsiteY58" fmla="*/ 1656357 h 2237474"/>
              <a:gd name="connsiteX59" fmla="*/ 6655235 w 12192000"/>
              <a:gd name="connsiteY59" fmla="*/ 1661869 h 2237474"/>
              <a:gd name="connsiteX60" fmla="*/ 6554894 w 12192000"/>
              <a:gd name="connsiteY60" fmla="*/ 1664428 h 2237474"/>
              <a:gd name="connsiteX61" fmla="*/ 6516595 w 12192000"/>
              <a:gd name="connsiteY61" fmla="*/ 1667475 h 2237474"/>
              <a:gd name="connsiteX62" fmla="*/ 6508541 w 12192000"/>
              <a:gd name="connsiteY62" fmla="*/ 1668757 h 2237474"/>
              <a:gd name="connsiteX63" fmla="*/ 6471012 w 12192000"/>
              <a:gd name="connsiteY63" fmla="*/ 1678604 h 2237474"/>
              <a:gd name="connsiteX64" fmla="*/ 6364035 w 12192000"/>
              <a:gd name="connsiteY64" fmla="*/ 1667683 h 2237474"/>
              <a:gd name="connsiteX65" fmla="*/ 6280959 w 12192000"/>
              <a:gd name="connsiteY65" fmla="*/ 1689329 h 2237474"/>
              <a:gd name="connsiteX66" fmla="*/ 6243319 w 12192000"/>
              <a:gd name="connsiteY66" fmla="*/ 1695560 h 2237474"/>
              <a:gd name="connsiteX67" fmla="*/ 6098321 w 12192000"/>
              <a:gd name="connsiteY67" fmla="*/ 1721646 h 2237474"/>
              <a:gd name="connsiteX68" fmla="*/ 5880652 w 12192000"/>
              <a:gd name="connsiteY68" fmla="*/ 1779643 h 2237474"/>
              <a:gd name="connsiteX69" fmla="*/ 5785959 w 12192000"/>
              <a:gd name="connsiteY69" fmla="*/ 1775307 h 2237474"/>
              <a:gd name="connsiteX70" fmla="*/ 5643534 w 12192000"/>
              <a:gd name="connsiteY70" fmla="*/ 1802919 h 2237474"/>
              <a:gd name="connsiteX71" fmla="*/ 5518799 w 12192000"/>
              <a:gd name="connsiteY71" fmla="*/ 1818312 h 2237474"/>
              <a:gd name="connsiteX72" fmla="*/ 5505014 w 12192000"/>
              <a:gd name="connsiteY72" fmla="*/ 1819259 h 2237474"/>
              <a:gd name="connsiteX73" fmla="*/ 5453307 w 12192000"/>
              <a:gd name="connsiteY73" fmla="*/ 1815450 h 2237474"/>
              <a:gd name="connsiteX74" fmla="*/ 5221533 w 12192000"/>
              <a:gd name="connsiteY74" fmla="*/ 1846950 h 2237474"/>
              <a:gd name="connsiteX75" fmla="*/ 5149802 w 12192000"/>
              <a:gd name="connsiteY75" fmla="*/ 1844846 h 2237474"/>
              <a:gd name="connsiteX76" fmla="*/ 5114927 w 12192000"/>
              <a:gd name="connsiteY76" fmla="*/ 1847827 h 2237474"/>
              <a:gd name="connsiteX77" fmla="*/ 5108970 w 12192000"/>
              <a:gd name="connsiteY77" fmla="*/ 1847935 h 2237474"/>
              <a:gd name="connsiteX78" fmla="*/ 5067961 w 12192000"/>
              <a:gd name="connsiteY78" fmla="*/ 1845917 h 2237474"/>
              <a:gd name="connsiteX79" fmla="*/ 5007075 w 12192000"/>
              <a:gd name="connsiteY79" fmla="*/ 1838626 h 2237474"/>
              <a:gd name="connsiteX80" fmla="*/ 4944087 w 12192000"/>
              <a:gd name="connsiteY80" fmla="*/ 1823332 h 2237474"/>
              <a:gd name="connsiteX81" fmla="*/ 4907662 w 12192000"/>
              <a:gd name="connsiteY81" fmla="*/ 1816900 h 2237474"/>
              <a:gd name="connsiteX82" fmla="*/ 4882386 w 12192000"/>
              <a:gd name="connsiteY82" fmla="*/ 1809844 h 2237474"/>
              <a:gd name="connsiteX83" fmla="*/ 4811440 w 12192000"/>
              <a:gd name="connsiteY83" fmla="*/ 1804655 h 2237474"/>
              <a:gd name="connsiteX84" fmla="*/ 4691075 w 12192000"/>
              <a:gd name="connsiteY84" fmla="*/ 1801389 h 2237474"/>
              <a:gd name="connsiteX85" fmla="*/ 4640313 w 12192000"/>
              <a:gd name="connsiteY85" fmla="*/ 1784307 h 2237474"/>
              <a:gd name="connsiteX86" fmla="*/ 4536503 w 12192000"/>
              <a:gd name="connsiteY86" fmla="*/ 1785334 h 2237474"/>
              <a:gd name="connsiteX87" fmla="*/ 4513724 w 12192000"/>
              <a:gd name="connsiteY87" fmla="*/ 1791996 h 2237474"/>
              <a:gd name="connsiteX88" fmla="*/ 4459810 w 12192000"/>
              <a:gd name="connsiteY88" fmla="*/ 1797886 h 2237474"/>
              <a:gd name="connsiteX89" fmla="*/ 4379064 w 12192000"/>
              <a:gd name="connsiteY89" fmla="*/ 1817177 h 2237474"/>
              <a:gd name="connsiteX90" fmla="*/ 4290981 w 12192000"/>
              <a:gd name="connsiteY90" fmla="*/ 1839677 h 2237474"/>
              <a:gd name="connsiteX91" fmla="*/ 4238372 w 12192000"/>
              <a:gd name="connsiteY91" fmla="*/ 1851480 h 2237474"/>
              <a:gd name="connsiteX92" fmla="*/ 4232517 w 12192000"/>
              <a:gd name="connsiteY92" fmla="*/ 1852567 h 2237474"/>
              <a:gd name="connsiteX93" fmla="*/ 4191732 w 12192000"/>
              <a:gd name="connsiteY93" fmla="*/ 1857328 h 2237474"/>
              <a:gd name="connsiteX94" fmla="*/ 4065532 w 12192000"/>
              <a:gd name="connsiteY94" fmla="*/ 1855477 h 2237474"/>
              <a:gd name="connsiteX95" fmla="*/ 4028460 w 12192000"/>
              <a:gd name="connsiteY95" fmla="*/ 1855137 h 2237474"/>
              <a:gd name="connsiteX96" fmla="*/ 4002267 w 12192000"/>
              <a:gd name="connsiteY96" fmla="*/ 1852352 h 2237474"/>
              <a:gd name="connsiteX97" fmla="*/ 3931396 w 12192000"/>
              <a:gd name="connsiteY97" fmla="*/ 1858915 h 2237474"/>
              <a:gd name="connsiteX98" fmla="*/ 3812162 w 12192000"/>
              <a:gd name="connsiteY98" fmla="*/ 1875501 h 2237474"/>
              <a:gd name="connsiteX99" fmla="*/ 3758105 w 12192000"/>
              <a:gd name="connsiteY99" fmla="*/ 1871856 h 2237474"/>
              <a:gd name="connsiteX100" fmla="*/ 3715896 w 12192000"/>
              <a:gd name="connsiteY100" fmla="*/ 1881552 h 2237474"/>
              <a:gd name="connsiteX101" fmla="*/ 3567259 w 12192000"/>
              <a:gd name="connsiteY101" fmla="*/ 1893482 h 2237474"/>
              <a:gd name="connsiteX102" fmla="*/ 3405770 w 12192000"/>
              <a:gd name="connsiteY102" fmla="*/ 1904591 h 2237474"/>
              <a:gd name="connsiteX103" fmla="*/ 3280097 w 12192000"/>
              <a:gd name="connsiteY103" fmla="*/ 1919610 h 2237474"/>
              <a:gd name="connsiteX104" fmla="*/ 3009910 w 12192000"/>
              <a:gd name="connsiteY104" fmla="*/ 1957866 h 2237474"/>
              <a:gd name="connsiteX105" fmla="*/ 2995934 w 12192000"/>
              <a:gd name="connsiteY105" fmla="*/ 1967085 h 2237474"/>
              <a:gd name="connsiteX106" fmla="*/ 2942858 w 12192000"/>
              <a:gd name="connsiteY106" fmla="*/ 1981367 h 2237474"/>
              <a:gd name="connsiteX107" fmla="*/ 2875436 w 12192000"/>
              <a:gd name="connsiteY107" fmla="*/ 1996977 h 2237474"/>
              <a:gd name="connsiteX108" fmla="*/ 2874892 w 12192000"/>
              <a:gd name="connsiteY108" fmla="*/ 1996085 h 2237474"/>
              <a:gd name="connsiteX109" fmla="*/ 2843662 w 12192000"/>
              <a:gd name="connsiteY109" fmla="*/ 1992498 h 2237474"/>
              <a:gd name="connsiteX110" fmla="*/ 2718916 w 12192000"/>
              <a:gd name="connsiteY110" fmla="*/ 1990867 h 2237474"/>
              <a:gd name="connsiteX111" fmla="*/ 2713522 w 12192000"/>
              <a:gd name="connsiteY111" fmla="*/ 1990173 h 2237474"/>
              <a:gd name="connsiteX112" fmla="*/ 2476147 w 12192000"/>
              <a:gd name="connsiteY112" fmla="*/ 1998305 h 2237474"/>
              <a:gd name="connsiteX113" fmla="*/ 2373568 w 12192000"/>
              <a:gd name="connsiteY113" fmla="*/ 2003219 h 2237474"/>
              <a:gd name="connsiteX114" fmla="*/ 2287219 w 12192000"/>
              <a:gd name="connsiteY114" fmla="*/ 1998750 h 2237474"/>
              <a:gd name="connsiteX115" fmla="*/ 2243069 w 12192000"/>
              <a:gd name="connsiteY115" fmla="*/ 2005321 h 2237474"/>
              <a:gd name="connsiteX116" fmla="*/ 2164831 w 12192000"/>
              <a:gd name="connsiteY116" fmla="*/ 2010143 h 2237474"/>
              <a:gd name="connsiteX117" fmla="*/ 2085228 w 12192000"/>
              <a:gd name="connsiteY117" fmla="*/ 2046431 h 2237474"/>
              <a:gd name="connsiteX118" fmla="*/ 2058061 w 12192000"/>
              <a:gd name="connsiteY118" fmla="*/ 2047942 h 2237474"/>
              <a:gd name="connsiteX119" fmla="*/ 2042244 w 12192000"/>
              <a:gd name="connsiteY119" fmla="*/ 2055560 h 2237474"/>
              <a:gd name="connsiteX120" fmla="*/ 1877728 w 12192000"/>
              <a:gd name="connsiteY120" fmla="*/ 2101004 h 2237474"/>
              <a:gd name="connsiteX121" fmla="*/ 1759056 w 12192000"/>
              <a:gd name="connsiteY121" fmla="*/ 2125608 h 2237474"/>
              <a:gd name="connsiteX122" fmla="*/ 1637948 w 12192000"/>
              <a:gd name="connsiteY122" fmla="*/ 2172597 h 2237474"/>
              <a:gd name="connsiteX123" fmla="*/ 1434549 w 12192000"/>
              <a:gd name="connsiteY123" fmla="*/ 2234522 h 2237474"/>
              <a:gd name="connsiteX124" fmla="*/ 1398481 w 12192000"/>
              <a:gd name="connsiteY124" fmla="*/ 2237074 h 2237474"/>
              <a:gd name="connsiteX125" fmla="*/ 1398407 w 12192000"/>
              <a:gd name="connsiteY125" fmla="*/ 2237095 h 2237474"/>
              <a:gd name="connsiteX126" fmla="*/ 1370962 w 12192000"/>
              <a:gd name="connsiteY126" fmla="*/ 2237474 h 2237474"/>
              <a:gd name="connsiteX127" fmla="*/ 1356367 w 12192000"/>
              <a:gd name="connsiteY127" fmla="*/ 2235089 h 2237474"/>
              <a:gd name="connsiteX128" fmla="*/ 1279765 w 12192000"/>
              <a:gd name="connsiteY128" fmla="*/ 2229639 h 2237474"/>
              <a:gd name="connsiteX129" fmla="*/ 1195347 w 12192000"/>
              <a:gd name="connsiteY129" fmla="*/ 2212354 h 2237474"/>
              <a:gd name="connsiteX130" fmla="*/ 970251 w 12192000"/>
              <a:gd name="connsiteY130" fmla="*/ 2221029 h 2237474"/>
              <a:gd name="connsiteX131" fmla="*/ 812914 w 12192000"/>
              <a:gd name="connsiteY131" fmla="*/ 2210095 h 2237474"/>
              <a:gd name="connsiteX132" fmla="*/ 776382 w 12192000"/>
              <a:gd name="connsiteY132" fmla="*/ 2204512 h 2237474"/>
              <a:gd name="connsiteX133" fmla="*/ 597225 w 12192000"/>
              <a:gd name="connsiteY133" fmla="*/ 2180999 h 2237474"/>
              <a:gd name="connsiteX134" fmla="*/ 520671 w 12192000"/>
              <a:gd name="connsiteY134" fmla="*/ 2180980 h 2237474"/>
              <a:gd name="connsiteX135" fmla="*/ 515024 w 12192000"/>
              <a:gd name="connsiteY135" fmla="*/ 2179258 h 2237474"/>
              <a:gd name="connsiteX136" fmla="*/ 413835 w 12192000"/>
              <a:gd name="connsiteY136" fmla="*/ 2156783 h 2237474"/>
              <a:gd name="connsiteX137" fmla="*/ 376513 w 12192000"/>
              <a:gd name="connsiteY137" fmla="*/ 2154014 h 2237474"/>
              <a:gd name="connsiteX138" fmla="*/ 273386 w 12192000"/>
              <a:gd name="connsiteY138" fmla="*/ 2142551 h 2237474"/>
              <a:gd name="connsiteX139" fmla="*/ 169207 w 12192000"/>
              <a:gd name="connsiteY139" fmla="*/ 2128100 h 2237474"/>
              <a:gd name="connsiteX140" fmla="*/ 77641 w 12192000"/>
              <a:gd name="connsiteY140" fmla="*/ 2126835 h 2237474"/>
              <a:gd name="connsiteX141" fmla="*/ 37645 w 12192000"/>
              <a:gd name="connsiteY141" fmla="*/ 2115401 h 2237474"/>
              <a:gd name="connsiteX142" fmla="*/ 4572 w 12192000"/>
              <a:gd name="connsiteY142" fmla="*/ 2111091 h 2237474"/>
              <a:gd name="connsiteX143" fmla="*/ 0 w 12192000"/>
              <a:gd name="connsiteY143" fmla="*/ 2110468 h 2237474"/>
              <a:gd name="connsiteX144" fmla="*/ 0 w 12192000"/>
              <a:gd name="connsiteY144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28195 w 12192000"/>
              <a:gd name="connsiteY25" fmla="*/ 986225 h 2237474"/>
              <a:gd name="connsiteX26" fmla="*/ 9410017 w 12192000"/>
              <a:gd name="connsiteY26" fmla="*/ 993931 h 2237474"/>
              <a:gd name="connsiteX27" fmla="*/ 9392919 w 12192000"/>
              <a:gd name="connsiteY27" fmla="*/ 994656 h 2237474"/>
              <a:gd name="connsiteX28" fmla="*/ 9268019 w 12192000"/>
              <a:gd name="connsiteY28" fmla="*/ 1007442 h 2237474"/>
              <a:gd name="connsiteX29" fmla="*/ 9234662 w 12192000"/>
              <a:gd name="connsiteY29" fmla="*/ 1023056 h 2237474"/>
              <a:gd name="connsiteX30" fmla="*/ 9181033 w 12192000"/>
              <a:gd name="connsiteY30" fmla="*/ 1037921 h 2237474"/>
              <a:gd name="connsiteX31" fmla="*/ 9155969 w 12192000"/>
              <a:gd name="connsiteY31" fmla="*/ 1046804 h 2237474"/>
              <a:gd name="connsiteX32" fmla="*/ 9133985 w 12192000"/>
              <a:gd name="connsiteY32" fmla="*/ 1046450 h 2237474"/>
              <a:gd name="connsiteX33" fmla="*/ 9003462 w 12192000"/>
              <a:gd name="connsiteY33" fmla="*/ 1042406 h 2237474"/>
              <a:gd name="connsiteX34" fmla="*/ 8968445 w 12192000"/>
              <a:gd name="connsiteY34" fmla="*/ 1052169 h 2237474"/>
              <a:gd name="connsiteX35" fmla="*/ 8886001 w 12192000"/>
              <a:gd name="connsiteY35" fmla="*/ 1067468 h 2237474"/>
              <a:gd name="connsiteX36" fmla="*/ 8838610 w 12192000"/>
              <a:gd name="connsiteY36" fmla="*/ 1075091 h 2237474"/>
              <a:gd name="connsiteX37" fmla="*/ 8750383 w 12192000"/>
              <a:gd name="connsiteY37" fmla="*/ 1097387 h 2237474"/>
              <a:gd name="connsiteX38" fmla="*/ 8665605 w 12192000"/>
              <a:gd name="connsiteY38" fmla="*/ 1110791 h 2237474"/>
              <a:gd name="connsiteX39" fmla="*/ 8584946 w 12192000"/>
              <a:gd name="connsiteY39" fmla="*/ 1135226 h 2237474"/>
              <a:gd name="connsiteX40" fmla="*/ 8419755 w 12192000"/>
              <a:gd name="connsiteY40" fmla="*/ 1216260 h 2237474"/>
              <a:gd name="connsiteX41" fmla="*/ 8411626 w 12192000"/>
              <a:gd name="connsiteY41" fmla="*/ 1214397 h 2237474"/>
              <a:gd name="connsiteX42" fmla="*/ 8363469 w 12192000"/>
              <a:gd name="connsiteY42" fmla="*/ 1246658 h 2237474"/>
              <a:gd name="connsiteX43" fmla="*/ 8275497 w 12192000"/>
              <a:gd name="connsiteY43" fmla="*/ 1264396 h 2237474"/>
              <a:gd name="connsiteX44" fmla="*/ 8074238 w 12192000"/>
              <a:gd name="connsiteY44" fmla="*/ 1301895 h 2237474"/>
              <a:gd name="connsiteX45" fmla="*/ 7942099 w 12192000"/>
              <a:gd name="connsiteY45" fmla="*/ 1336332 h 2237474"/>
              <a:gd name="connsiteX46" fmla="*/ 7902328 w 12192000"/>
              <a:gd name="connsiteY46" fmla="*/ 1345865 h 2237474"/>
              <a:gd name="connsiteX47" fmla="*/ 7840612 w 12192000"/>
              <a:gd name="connsiteY47" fmla="*/ 1369373 h 2237474"/>
              <a:gd name="connsiteX48" fmla="*/ 7786819 w 12192000"/>
              <a:gd name="connsiteY48" fmla="*/ 1378970 h 2237474"/>
              <a:gd name="connsiteX49" fmla="*/ 7548172 w 12192000"/>
              <a:gd name="connsiteY49" fmla="*/ 1417460 h 2237474"/>
              <a:gd name="connsiteX50" fmla="*/ 7483437 w 12192000"/>
              <a:gd name="connsiteY50" fmla="*/ 1478152 h 2237474"/>
              <a:gd name="connsiteX51" fmla="*/ 7377870 w 12192000"/>
              <a:gd name="connsiteY51" fmla="*/ 1523319 h 2237474"/>
              <a:gd name="connsiteX52" fmla="*/ 7230737 w 12192000"/>
              <a:gd name="connsiteY52" fmla="*/ 1562633 h 2237474"/>
              <a:gd name="connsiteX53" fmla="*/ 7224458 w 12192000"/>
              <a:gd name="connsiteY53" fmla="*/ 1573008 h 2237474"/>
              <a:gd name="connsiteX54" fmla="*/ 7183121 w 12192000"/>
              <a:gd name="connsiteY54" fmla="*/ 1595162 h 2237474"/>
              <a:gd name="connsiteX55" fmla="*/ 7164601 w 12192000"/>
              <a:gd name="connsiteY55" fmla="*/ 1606490 h 2237474"/>
              <a:gd name="connsiteX56" fmla="*/ 6900177 w 12192000"/>
              <a:gd name="connsiteY56" fmla="*/ 1636016 h 2237474"/>
              <a:gd name="connsiteX57" fmla="*/ 6795372 w 12192000"/>
              <a:gd name="connsiteY57" fmla="*/ 1644845 h 2237474"/>
              <a:gd name="connsiteX58" fmla="*/ 6692251 w 12192000"/>
              <a:gd name="connsiteY58" fmla="*/ 1656357 h 2237474"/>
              <a:gd name="connsiteX59" fmla="*/ 6655235 w 12192000"/>
              <a:gd name="connsiteY59" fmla="*/ 1661869 h 2237474"/>
              <a:gd name="connsiteX60" fmla="*/ 6554894 w 12192000"/>
              <a:gd name="connsiteY60" fmla="*/ 1664428 h 2237474"/>
              <a:gd name="connsiteX61" fmla="*/ 6516595 w 12192000"/>
              <a:gd name="connsiteY61" fmla="*/ 1667475 h 2237474"/>
              <a:gd name="connsiteX62" fmla="*/ 6508541 w 12192000"/>
              <a:gd name="connsiteY62" fmla="*/ 1668757 h 2237474"/>
              <a:gd name="connsiteX63" fmla="*/ 6471012 w 12192000"/>
              <a:gd name="connsiteY63" fmla="*/ 1678604 h 2237474"/>
              <a:gd name="connsiteX64" fmla="*/ 6364035 w 12192000"/>
              <a:gd name="connsiteY64" fmla="*/ 1667683 h 2237474"/>
              <a:gd name="connsiteX65" fmla="*/ 6280959 w 12192000"/>
              <a:gd name="connsiteY65" fmla="*/ 1689329 h 2237474"/>
              <a:gd name="connsiteX66" fmla="*/ 6243319 w 12192000"/>
              <a:gd name="connsiteY66" fmla="*/ 1695560 h 2237474"/>
              <a:gd name="connsiteX67" fmla="*/ 6098321 w 12192000"/>
              <a:gd name="connsiteY67" fmla="*/ 1721646 h 2237474"/>
              <a:gd name="connsiteX68" fmla="*/ 5880652 w 12192000"/>
              <a:gd name="connsiteY68" fmla="*/ 1779643 h 2237474"/>
              <a:gd name="connsiteX69" fmla="*/ 5785959 w 12192000"/>
              <a:gd name="connsiteY69" fmla="*/ 1775307 h 2237474"/>
              <a:gd name="connsiteX70" fmla="*/ 5643534 w 12192000"/>
              <a:gd name="connsiteY70" fmla="*/ 1802919 h 2237474"/>
              <a:gd name="connsiteX71" fmla="*/ 5518799 w 12192000"/>
              <a:gd name="connsiteY71" fmla="*/ 1818312 h 2237474"/>
              <a:gd name="connsiteX72" fmla="*/ 5505014 w 12192000"/>
              <a:gd name="connsiteY72" fmla="*/ 1819259 h 2237474"/>
              <a:gd name="connsiteX73" fmla="*/ 5453307 w 12192000"/>
              <a:gd name="connsiteY73" fmla="*/ 1815450 h 2237474"/>
              <a:gd name="connsiteX74" fmla="*/ 5221533 w 12192000"/>
              <a:gd name="connsiteY74" fmla="*/ 1846950 h 2237474"/>
              <a:gd name="connsiteX75" fmla="*/ 5149802 w 12192000"/>
              <a:gd name="connsiteY75" fmla="*/ 1844846 h 2237474"/>
              <a:gd name="connsiteX76" fmla="*/ 5114927 w 12192000"/>
              <a:gd name="connsiteY76" fmla="*/ 1847827 h 2237474"/>
              <a:gd name="connsiteX77" fmla="*/ 5108970 w 12192000"/>
              <a:gd name="connsiteY77" fmla="*/ 1847935 h 2237474"/>
              <a:gd name="connsiteX78" fmla="*/ 5067961 w 12192000"/>
              <a:gd name="connsiteY78" fmla="*/ 1845917 h 2237474"/>
              <a:gd name="connsiteX79" fmla="*/ 5007075 w 12192000"/>
              <a:gd name="connsiteY79" fmla="*/ 1838626 h 2237474"/>
              <a:gd name="connsiteX80" fmla="*/ 4944087 w 12192000"/>
              <a:gd name="connsiteY80" fmla="*/ 1823332 h 2237474"/>
              <a:gd name="connsiteX81" fmla="*/ 4907662 w 12192000"/>
              <a:gd name="connsiteY81" fmla="*/ 1816900 h 2237474"/>
              <a:gd name="connsiteX82" fmla="*/ 4882386 w 12192000"/>
              <a:gd name="connsiteY82" fmla="*/ 1809844 h 2237474"/>
              <a:gd name="connsiteX83" fmla="*/ 4811440 w 12192000"/>
              <a:gd name="connsiteY83" fmla="*/ 1804655 h 2237474"/>
              <a:gd name="connsiteX84" fmla="*/ 4691075 w 12192000"/>
              <a:gd name="connsiteY84" fmla="*/ 1801389 h 2237474"/>
              <a:gd name="connsiteX85" fmla="*/ 4640313 w 12192000"/>
              <a:gd name="connsiteY85" fmla="*/ 1784307 h 2237474"/>
              <a:gd name="connsiteX86" fmla="*/ 4536503 w 12192000"/>
              <a:gd name="connsiteY86" fmla="*/ 1785334 h 2237474"/>
              <a:gd name="connsiteX87" fmla="*/ 4513724 w 12192000"/>
              <a:gd name="connsiteY87" fmla="*/ 1791996 h 2237474"/>
              <a:gd name="connsiteX88" fmla="*/ 4459810 w 12192000"/>
              <a:gd name="connsiteY88" fmla="*/ 1797886 h 2237474"/>
              <a:gd name="connsiteX89" fmla="*/ 4379064 w 12192000"/>
              <a:gd name="connsiteY89" fmla="*/ 1817177 h 2237474"/>
              <a:gd name="connsiteX90" fmla="*/ 4290981 w 12192000"/>
              <a:gd name="connsiteY90" fmla="*/ 1839677 h 2237474"/>
              <a:gd name="connsiteX91" fmla="*/ 4238372 w 12192000"/>
              <a:gd name="connsiteY91" fmla="*/ 1851480 h 2237474"/>
              <a:gd name="connsiteX92" fmla="*/ 4232517 w 12192000"/>
              <a:gd name="connsiteY92" fmla="*/ 1852567 h 2237474"/>
              <a:gd name="connsiteX93" fmla="*/ 4191732 w 12192000"/>
              <a:gd name="connsiteY93" fmla="*/ 1857328 h 2237474"/>
              <a:gd name="connsiteX94" fmla="*/ 4065532 w 12192000"/>
              <a:gd name="connsiteY94" fmla="*/ 1855477 h 2237474"/>
              <a:gd name="connsiteX95" fmla="*/ 4028460 w 12192000"/>
              <a:gd name="connsiteY95" fmla="*/ 1855137 h 2237474"/>
              <a:gd name="connsiteX96" fmla="*/ 4002267 w 12192000"/>
              <a:gd name="connsiteY96" fmla="*/ 1852352 h 2237474"/>
              <a:gd name="connsiteX97" fmla="*/ 3931396 w 12192000"/>
              <a:gd name="connsiteY97" fmla="*/ 1858915 h 2237474"/>
              <a:gd name="connsiteX98" fmla="*/ 3812162 w 12192000"/>
              <a:gd name="connsiteY98" fmla="*/ 1875501 h 2237474"/>
              <a:gd name="connsiteX99" fmla="*/ 3758105 w 12192000"/>
              <a:gd name="connsiteY99" fmla="*/ 1871856 h 2237474"/>
              <a:gd name="connsiteX100" fmla="*/ 3715896 w 12192000"/>
              <a:gd name="connsiteY100" fmla="*/ 1881552 h 2237474"/>
              <a:gd name="connsiteX101" fmla="*/ 3567259 w 12192000"/>
              <a:gd name="connsiteY101" fmla="*/ 1893482 h 2237474"/>
              <a:gd name="connsiteX102" fmla="*/ 3405770 w 12192000"/>
              <a:gd name="connsiteY102" fmla="*/ 1904591 h 2237474"/>
              <a:gd name="connsiteX103" fmla="*/ 3280097 w 12192000"/>
              <a:gd name="connsiteY103" fmla="*/ 1919610 h 2237474"/>
              <a:gd name="connsiteX104" fmla="*/ 3009910 w 12192000"/>
              <a:gd name="connsiteY104" fmla="*/ 1957866 h 2237474"/>
              <a:gd name="connsiteX105" fmla="*/ 2995934 w 12192000"/>
              <a:gd name="connsiteY105" fmla="*/ 1967085 h 2237474"/>
              <a:gd name="connsiteX106" fmla="*/ 2942858 w 12192000"/>
              <a:gd name="connsiteY106" fmla="*/ 1981367 h 2237474"/>
              <a:gd name="connsiteX107" fmla="*/ 2875436 w 12192000"/>
              <a:gd name="connsiteY107" fmla="*/ 1996977 h 2237474"/>
              <a:gd name="connsiteX108" fmla="*/ 2874892 w 12192000"/>
              <a:gd name="connsiteY108" fmla="*/ 1996085 h 2237474"/>
              <a:gd name="connsiteX109" fmla="*/ 2843662 w 12192000"/>
              <a:gd name="connsiteY109" fmla="*/ 1992498 h 2237474"/>
              <a:gd name="connsiteX110" fmla="*/ 2718916 w 12192000"/>
              <a:gd name="connsiteY110" fmla="*/ 1990867 h 2237474"/>
              <a:gd name="connsiteX111" fmla="*/ 2713522 w 12192000"/>
              <a:gd name="connsiteY111" fmla="*/ 1990173 h 2237474"/>
              <a:gd name="connsiteX112" fmla="*/ 2476147 w 12192000"/>
              <a:gd name="connsiteY112" fmla="*/ 1998305 h 2237474"/>
              <a:gd name="connsiteX113" fmla="*/ 2373568 w 12192000"/>
              <a:gd name="connsiteY113" fmla="*/ 2003219 h 2237474"/>
              <a:gd name="connsiteX114" fmla="*/ 2287219 w 12192000"/>
              <a:gd name="connsiteY114" fmla="*/ 1998750 h 2237474"/>
              <a:gd name="connsiteX115" fmla="*/ 2243069 w 12192000"/>
              <a:gd name="connsiteY115" fmla="*/ 2005321 h 2237474"/>
              <a:gd name="connsiteX116" fmla="*/ 2164831 w 12192000"/>
              <a:gd name="connsiteY116" fmla="*/ 2010143 h 2237474"/>
              <a:gd name="connsiteX117" fmla="*/ 2085228 w 12192000"/>
              <a:gd name="connsiteY117" fmla="*/ 2046431 h 2237474"/>
              <a:gd name="connsiteX118" fmla="*/ 2058061 w 12192000"/>
              <a:gd name="connsiteY118" fmla="*/ 2047942 h 2237474"/>
              <a:gd name="connsiteX119" fmla="*/ 2042244 w 12192000"/>
              <a:gd name="connsiteY119" fmla="*/ 2055560 h 2237474"/>
              <a:gd name="connsiteX120" fmla="*/ 1877728 w 12192000"/>
              <a:gd name="connsiteY120" fmla="*/ 2101004 h 2237474"/>
              <a:gd name="connsiteX121" fmla="*/ 1759056 w 12192000"/>
              <a:gd name="connsiteY121" fmla="*/ 2125608 h 2237474"/>
              <a:gd name="connsiteX122" fmla="*/ 1637948 w 12192000"/>
              <a:gd name="connsiteY122" fmla="*/ 2172597 h 2237474"/>
              <a:gd name="connsiteX123" fmla="*/ 1434549 w 12192000"/>
              <a:gd name="connsiteY123" fmla="*/ 2234522 h 2237474"/>
              <a:gd name="connsiteX124" fmla="*/ 1398481 w 12192000"/>
              <a:gd name="connsiteY124" fmla="*/ 2237074 h 2237474"/>
              <a:gd name="connsiteX125" fmla="*/ 1398407 w 12192000"/>
              <a:gd name="connsiteY125" fmla="*/ 2237095 h 2237474"/>
              <a:gd name="connsiteX126" fmla="*/ 1370962 w 12192000"/>
              <a:gd name="connsiteY126" fmla="*/ 2237474 h 2237474"/>
              <a:gd name="connsiteX127" fmla="*/ 1356367 w 12192000"/>
              <a:gd name="connsiteY127" fmla="*/ 2235089 h 2237474"/>
              <a:gd name="connsiteX128" fmla="*/ 1279765 w 12192000"/>
              <a:gd name="connsiteY128" fmla="*/ 2229639 h 2237474"/>
              <a:gd name="connsiteX129" fmla="*/ 1195347 w 12192000"/>
              <a:gd name="connsiteY129" fmla="*/ 2212354 h 2237474"/>
              <a:gd name="connsiteX130" fmla="*/ 970251 w 12192000"/>
              <a:gd name="connsiteY130" fmla="*/ 2221029 h 2237474"/>
              <a:gd name="connsiteX131" fmla="*/ 812914 w 12192000"/>
              <a:gd name="connsiteY131" fmla="*/ 2210095 h 2237474"/>
              <a:gd name="connsiteX132" fmla="*/ 776382 w 12192000"/>
              <a:gd name="connsiteY132" fmla="*/ 2204512 h 2237474"/>
              <a:gd name="connsiteX133" fmla="*/ 597225 w 12192000"/>
              <a:gd name="connsiteY133" fmla="*/ 2180999 h 2237474"/>
              <a:gd name="connsiteX134" fmla="*/ 520671 w 12192000"/>
              <a:gd name="connsiteY134" fmla="*/ 2180980 h 2237474"/>
              <a:gd name="connsiteX135" fmla="*/ 515024 w 12192000"/>
              <a:gd name="connsiteY135" fmla="*/ 2179258 h 2237474"/>
              <a:gd name="connsiteX136" fmla="*/ 413835 w 12192000"/>
              <a:gd name="connsiteY136" fmla="*/ 2156783 h 2237474"/>
              <a:gd name="connsiteX137" fmla="*/ 376513 w 12192000"/>
              <a:gd name="connsiteY137" fmla="*/ 2154014 h 2237474"/>
              <a:gd name="connsiteX138" fmla="*/ 273386 w 12192000"/>
              <a:gd name="connsiteY138" fmla="*/ 2142551 h 2237474"/>
              <a:gd name="connsiteX139" fmla="*/ 169207 w 12192000"/>
              <a:gd name="connsiteY139" fmla="*/ 2128100 h 2237474"/>
              <a:gd name="connsiteX140" fmla="*/ 77641 w 12192000"/>
              <a:gd name="connsiteY140" fmla="*/ 2126835 h 2237474"/>
              <a:gd name="connsiteX141" fmla="*/ 37645 w 12192000"/>
              <a:gd name="connsiteY141" fmla="*/ 2115401 h 2237474"/>
              <a:gd name="connsiteX142" fmla="*/ 4572 w 12192000"/>
              <a:gd name="connsiteY142" fmla="*/ 2111091 h 2237474"/>
              <a:gd name="connsiteX143" fmla="*/ 0 w 12192000"/>
              <a:gd name="connsiteY143" fmla="*/ 2110468 h 2237474"/>
              <a:gd name="connsiteX144" fmla="*/ 0 w 12192000"/>
              <a:gd name="connsiteY144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10017 w 12192000"/>
              <a:gd name="connsiteY25" fmla="*/ 993931 h 2237474"/>
              <a:gd name="connsiteX26" fmla="*/ 9392919 w 12192000"/>
              <a:gd name="connsiteY26" fmla="*/ 994656 h 2237474"/>
              <a:gd name="connsiteX27" fmla="*/ 9268019 w 12192000"/>
              <a:gd name="connsiteY27" fmla="*/ 1007442 h 2237474"/>
              <a:gd name="connsiteX28" fmla="*/ 9234662 w 12192000"/>
              <a:gd name="connsiteY28" fmla="*/ 1023056 h 2237474"/>
              <a:gd name="connsiteX29" fmla="*/ 9181033 w 12192000"/>
              <a:gd name="connsiteY29" fmla="*/ 1037921 h 2237474"/>
              <a:gd name="connsiteX30" fmla="*/ 9155969 w 12192000"/>
              <a:gd name="connsiteY30" fmla="*/ 1046804 h 2237474"/>
              <a:gd name="connsiteX31" fmla="*/ 9133985 w 12192000"/>
              <a:gd name="connsiteY31" fmla="*/ 1046450 h 2237474"/>
              <a:gd name="connsiteX32" fmla="*/ 9003462 w 12192000"/>
              <a:gd name="connsiteY32" fmla="*/ 1042406 h 2237474"/>
              <a:gd name="connsiteX33" fmla="*/ 8968445 w 12192000"/>
              <a:gd name="connsiteY33" fmla="*/ 1052169 h 2237474"/>
              <a:gd name="connsiteX34" fmla="*/ 8886001 w 12192000"/>
              <a:gd name="connsiteY34" fmla="*/ 1067468 h 2237474"/>
              <a:gd name="connsiteX35" fmla="*/ 8838610 w 12192000"/>
              <a:gd name="connsiteY35" fmla="*/ 1075091 h 2237474"/>
              <a:gd name="connsiteX36" fmla="*/ 8750383 w 12192000"/>
              <a:gd name="connsiteY36" fmla="*/ 1097387 h 2237474"/>
              <a:gd name="connsiteX37" fmla="*/ 8665605 w 12192000"/>
              <a:gd name="connsiteY37" fmla="*/ 1110791 h 2237474"/>
              <a:gd name="connsiteX38" fmla="*/ 8584946 w 12192000"/>
              <a:gd name="connsiteY38" fmla="*/ 1135226 h 2237474"/>
              <a:gd name="connsiteX39" fmla="*/ 8419755 w 12192000"/>
              <a:gd name="connsiteY39" fmla="*/ 1216260 h 2237474"/>
              <a:gd name="connsiteX40" fmla="*/ 8411626 w 12192000"/>
              <a:gd name="connsiteY40" fmla="*/ 1214397 h 2237474"/>
              <a:gd name="connsiteX41" fmla="*/ 8363469 w 12192000"/>
              <a:gd name="connsiteY41" fmla="*/ 1246658 h 2237474"/>
              <a:gd name="connsiteX42" fmla="*/ 8275497 w 12192000"/>
              <a:gd name="connsiteY42" fmla="*/ 1264396 h 2237474"/>
              <a:gd name="connsiteX43" fmla="*/ 8074238 w 12192000"/>
              <a:gd name="connsiteY43" fmla="*/ 1301895 h 2237474"/>
              <a:gd name="connsiteX44" fmla="*/ 7942099 w 12192000"/>
              <a:gd name="connsiteY44" fmla="*/ 1336332 h 2237474"/>
              <a:gd name="connsiteX45" fmla="*/ 7902328 w 12192000"/>
              <a:gd name="connsiteY45" fmla="*/ 1345865 h 2237474"/>
              <a:gd name="connsiteX46" fmla="*/ 7840612 w 12192000"/>
              <a:gd name="connsiteY46" fmla="*/ 1369373 h 2237474"/>
              <a:gd name="connsiteX47" fmla="*/ 7786819 w 12192000"/>
              <a:gd name="connsiteY47" fmla="*/ 1378970 h 2237474"/>
              <a:gd name="connsiteX48" fmla="*/ 7548172 w 12192000"/>
              <a:gd name="connsiteY48" fmla="*/ 1417460 h 2237474"/>
              <a:gd name="connsiteX49" fmla="*/ 7483437 w 12192000"/>
              <a:gd name="connsiteY49" fmla="*/ 1478152 h 2237474"/>
              <a:gd name="connsiteX50" fmla="*/ 7377870 w 12192000"/>
              <a:gd name="connsiteY50" fmla="*/ 1523319 h 2237474"/>
              <a:gd name="connsiteX51" fmla="*/ 7230737 w 12192000"/>
              <a:gd name="connsiteY51" fmla="*/ 1562633 h 2237474"/>
              <a:gd name="connsiteX52" fmla="*/ 7224458 w 12192000"/>
              <a:gd name="connsiteY52" fmla="*/ 1573008 h 2237474"/>
              <a:gd name="connsiteX53" fmla="*/ 7183121 w 12192000"/>
              <a:gd name="connsiteY53" fmla="*/ 1595162 h 2237474"/>
              <a:gd name="connsiteX54" fmla="*/ 7164601 w 12192000"/>
              <a:gd name="connsiteY54" fmla="*/ 1606490 h 2237474"/>
              <a:gd name="connsiteX55" fmla="*/ 6900177 w 12192000"/>
              <a:gd name="connsiteY55" fmla="*/ 1636016 h 2237474"/>
              <a:gd name="connsiteX56" fmla="*/ 6795372 w 12192000"/>
              <a:gd name="connsiteY56" fmla="*/ 1644845 h 2237474"/>
              <a:gd name="connsiteX57" fmla="*/ 6692251 w 12192000"/>
              <a:gd name="connsiteY57" fmla="*/ 1656357 h 2237474"/>
              <a:gd name="connsiteX58" fmla="*/ 6655235 w 12192000"/>
              <a:gd name="connsiteY58" fmla="*/ 1661869 h 2237474"/>
              <a:gd name="connsiteX59" fmla="*/ 6554894 w 12192000"/>
              <a:gd name="connsiteY59" fmla="*/ 1664428 h 2237474"/>
              <a:gd name="connsiteX60" fmla="*/ 6516595 w 12192000"/>
              <a:gd name="connsiteY60" fmla="*/ 1667475 h 2237474"/>
              <a:gd name="connsiteX61" fmla="*/ 6508541 w 12192000"/>
              <a:gd name="connsiteY61" fmla="*/ 1668757 h 2237474"/>
              <a:gd name="connsiteX62" fmla="*/ 6471012 w 12192000"/>
              <a:gd name="connsiteY62" fmla="*/ 1678604 h 2237474"/>
              <a:gd name="connsiteX63" fmla="*/ 6364035 w 12192000"/>
              <a:gd name="connsiteY63" fmla="*/ 1667683 h 2237474"/>
              <a:gd name="connsiteX64" fmla="*/ 6280959 w 12192000"/>
              <a:gd name="connsiteY64" fmla="*/ 1689329 h 2237474"/>
              <a:gd name="connsiteX65" fmla="*/ 6243319 w 12192000"/>
              <a:gd name="connsiteY65" fmla="*/ 1695560 h 2237474"/>
              <a:gd name="connsiteX66" fmla="*/ 6098321 w 12192000"/>
              <a:gd name="connsiteY66" fmla="*/ 1721646 h 2237474"/>
              <a:gd name="connsiteX67" fmla="*/ 5880652 w 12192000"/>
              <a:gd name="connsiteY67" fmla="*/ 1779643 h 2237474"/>
              <a:gd name="connsiteX68" fmla="*/ 5785959 w 12192000"/>
              <a:gd name="connsiteY68" fmla="*/ 1775307 h 2237474"/>
              <a:gd name="connsiteX69" fmla="*/ 5643534 w 12192000"/>
              <a:gd name="connsiteY69" fmla="*/ 1802919 h 2237474"/>
              <a:gd name="connsiteX70" fmla="*/ 5518799 w 12192000"/>
              <a:gd name="connsiteY70" fmla="*/ 1818312 h 2237474"/>
              <a:gd name="connsiteX71" fmla="*/ 5505014 w 12192000"/>
              <a:gd name="connsiteY71" fmla="*/ 1819259 h 2237474"/>
              <a:gd name="connsiteX72" fmla="*/ 5453307 w 12192000"/>
              <a:gd name="connsiteY72" fmla="*/ 1815450 h 2237474"/>
              <a:gd name="connsiteX73" fmla="*/ 5221533 w 12192000"/>
              <a:gd name="connsiteY73" fmla="*/ 1846950 h 2237474"/>
              <a:gd name="connsiteX74" fmla="*/ 5149802 w 12192000"/>
              <a:gd name="connsiteY74" fmla="*/ 1844846 h 2237474"/>
              <a:gd name="connsiteX75" fmla="*/ 5114927 w 12192000"/>
              <a:gd name="connsiteY75" fmla="*/ 1847827 h 2237474"/>
              <a:gd name="connsiteX76" fmla="*/ 5108970 w 12192000"/>
              <a:gd name="connsiteY76" fmla="*/ 1847935 h 2237474"/>
              <a:gd name="connsiteX77" fmla="*/ 5067961 w 12192000"/>
              <a:gd name="connsiteY77" fmla="*/ 1845917 h 2237474"/>
              <a:gd name="connsiteX78" fmla="*/ 5007075 w 12192000"/>
              <a:gd name="connsiteY78" fmla="*/ 1838626 h 2237474"/>
              <a:gd name="connsiteX79" fmla="*/ 4944087 w 12192000"/>
              <a:gd name="connsiteY79" fmla="*/ 1823332 h 2237474"/>
              <a:gd name="connsiteX80" fmla="*/ 4907662 w 12192000"/>
              <a:gd name="connsiteY80" fmla="*/ 1816900 h 2237474"/>
              <a:gd name="connsiteX81" fmla="*/ 4882386 w 12192000"/>
              <a:gd name="connsiteY81" fmla="*/ 1809844 h 2237474"/>
              <a:gd name="connsiteX82" fmla="*/ 4811440 w 12192000"/>
              <a:gd name="connsiteY82" fmla="*/ 1804655 h 2237474"/>
              <a:gd name="connsiteX83" fmla="*/ 4691075 w 12192000"/>
              <a:gd name="connsiteY83" fmla="*/ 1801389 h 2237474"/>
              <a:gd name="connsiteX84" fmla="*/ 4640313 w 12192000"/>
              <a:gd name="connsiteY84" fmla="*/ 1784307 h 2237474"/>
              <a:gd name="connsiteX85" fmla="*/ 4536503 w 12192000"/>
              <a:gd name="connsiteY85" fmla="*/ 1785334 h 2237474"/>
              <a:gd name="connsiteX86" fmla="*/ 4513724 w 12192000"/>
              <a:gd name="connsiteY86" fmla="*/ 1791996 h 2237474"/>
              <a:gd name="connsiteX87" fmla="*/ 4459810 w 12192000"/>
              <a:gd name="connsiteY87" fmla="*/ 1797886 h 2237474"/>
              <a:gd name="connsiteX88" fmla="*/ 4379064 w 12192000"/>
              <a:gd name="connsiteY88" fmla="*/ 1817177 h 2237474"/>
              <a:gd name="connsiteX89" fmla="*/ 4290981 w 12192000"/>
              <a:gd name="connsiteY89" fmla="*/ 1839677 h 2237474"/>
              <a:gd name="connsiteX90" fmla="*/ 4238372 w 12192000"/>
              <a:gd name="connsiteY90" fmla="*/ 1851480 h 2237474"/>
              <a:gd name="connsiteX91" fmla="*/ 4232517 w 12192000"/>
              <a:gd name="connsiteY91" fmla="*/ 1852567 h 2237474"/>
              <a:gd name="connsiteX92" fmla="*/ 4191732 w 12192000"/>
              <a:gd name="connsiteY92" fmla="*/ 1857328 h 2237474"/>
              <a:gd name="connsiteX93" fmla="*/ 4065532 w 12192000"/>
              <a:gd name="connsiteY93" fmla="*/ 1855477 h 2237474"/>
              <a:gd name="connsiteX94" fmla="*/ 4028460 w 12192000"/>
              <a:gd name="connsiteY94" fmla="*/ 1855137 h 2237474"/>
              <a:gd name="connsiteX95" fmla="*/ 4002267 w 12192000"/>
              <a:gd name="connsiteY95" fmla="*/ 1852352 h 2237474"/>
              <a:gd name="connsiteX96" fmla="*/ 3931396 w 12192000"/>
              <a:gd name="connsiteY96" fmla="*/ 1858915 h 2237474"/>
              <a:gd name="connsiteX97" fmla="*/ 3812162 w 12192000"/>
              <a:gd name="connsiteY97" fmla="*/ 1875501 h 2237474"/>
              <a:gd name="connsiteX98" fmla="*/ 3758105 w 12192000"/>
              <a:gd name="connsiteY98" fmla="*/ 1871856 h 2237474"/>
              <a:gd name="connsiteX99" fmla="*/ 3715896 w 12192000"/>
              <a:gd name="connsiteY99" fmla="*/ 1881552 h 2237474"/>
              <a:gd name="connsiteX100" fmla="*/ 3567259 w 12192000"/>
              <a:gd name="connsiteY100" fmla="*/ 1893482 h 2237474"/>
              <a:gd name="connsiteX101" fmla="*/ 3405770 w 12192000"/>
              <a:gd name="connsiteY101" fmla="*/ 1904591 h 2237474"/>
              <a:gd name="connsiteX102" fmla="*/ 3280097 w 12192000"/>
              <a:gd name="connsiteY102" fmla="*/ 1919610 h 2237474"/>
              <a:gd name="connsiteX103" fmla="*/ 3009910 w 12192000"/>
              <a:gd name="connsiteY103" fmla="*/ 1957866 h 2237474"/>
              <a:gd name="connsiteX104" fmla="*/ 2995934 w 12192000"/>
              <a:gd name="connsiteY104" fmla="*/ 1967085 h 2237474"/>
              <a:gd name="connsiteX105" fmla="*/ 2942858 w 12192000"/>
              <a:gd name="connsiteY105" fmla="*/ 1981367 h 2237474"/>
              <a:gd name="connsiteX106" fmla="*/ 2875436 w 12192000"/>
              <a:gd name="connsiteY106" fmla="*/ 1996977 h 2237474"/>
              <a:gd name="connsiteX107" fmla="*/ 2874892 w 12192000"/>
              <a:gd name="connsiteY107" fmla="*/ 1996085 h 2237474"/>
              <a:gd name="connsiteX108" fmla="*/ 2843662 w 12192000"/>
              <a:gd name="connsiteY108" fmla="*/ 1992498 h 2237474"/>
              <a:gd name="connsiteX109" fmla="*/ 2718916 w 12192000"/>
              <a:gd name="connsiteY109" fmla="*/ 1990867 h 2237474"/>
              <a:gd name="connsiteX110" fmla="*/ 2713522 w 12192000"/>
              <a:gd name="connsiteY110" fmla="*/ 1990173 h 2237474"/>
              <a:gd name="connsiteX111" fmla="*/ 2476147 w 12192000"/>
              <a:gd name="connsiteY111" fmla="*/ 1998305 h 2237474"/>
              <a:gd name="connsiteX112" fmla="*/ 2373568 w 12192000"/>
              <a:gd name="connsiteY112" fmla="*/ 2003219 h 2237474"/>
              <a:gd name="connsiteX113" fmla="*/ 2287219 w 12192000"/>
              <a:gd name="connsiteY113" fmla="*/ 1998750 h 2237474"/>
              <a:gd name="connsiteX114" fmla="*/ 2243069 w 12192000"/>
              <a:gd name="connsiteY114" fmla="*/ 2005321 h 2237474"/>
              <a:gd name="connsiteX115" fmla="*/ 2164831 w 12192000"/>
              <a:gd name="connsiteY115" fmla="*/ 2010143 h 2237474"/>
              <a:gd name="connsiteX116" fmla="*/ 2085228 w 12192000"/>
              <a:gd name="connsiteY116" fmla="*/ 2046431 h 2237474"/>
              <a:gd name="connsiteX117" fmla="*/ 2058061 w 12192000"/>
              <a:gd name="connsiteY117" fmla="*/ 2047942 h 2237474"/>
              <a:gd name="connsiteX118" fmla="*/ 2042244 w 12192000"/>
              <a:gd name="connsiteY118" fmla="*/ 2055560 h 2237474"/>
              <a:gd name="connsiteX119" fmla="*/ 1877728 w 12192000"/>
              <a:gd name="connsiteY119" fmla="*/ 2101004 h 2237474"/>
              <a:gd name="connsiteX120" fmla="*/ 1759056 w 12192000"/>
              <a:gd name="connsiteY120" fmla="*/ 2125608 h 2237474"/>
              <a:gd name="connsiteX121" fmla="*/ 1637948 w 12192000"/>
              <a:gd name="connsiteY121" fmla="*/ 2172597 h 2237474"/>
              <a:gd name="connsiteX122" fmla="*/ 1434549 w 12192000"/>
              <a:gd name="connsiteY122" fmla="*/ 2234522 h 2237474"/>
              <a:gd name="connsiteX123" fmla="*/ 1398481 w 12192000"/>
              <a:gd name="connsiteY123" fmla="*/ 2237074 h 2237474"/>
              <a:gd name="connsiteX124" fmla="*/ 1398407 w 12192000"/>
              <a:gd name="connsiteY124" fmla="*/ 2237095 h 2237474"/>
              <a:gd name="connsiteX125" fmla="*/ 1370962 w 12192000"/>
              <a:gd name="connsiteY125" fmla="*/ 2237474 h 2237474"/>
              <a:gd name="connsiteX126" fmla="*/ 1356367 w 12192000"/>
              <a:gd name="connsiteY126" fmla="*/ 2235089 h 2237474"/>
              <a:gd name="connsiteX127" fmla="*/ 1279765 w 12192000"/>
              <a:gd name="connsiteY127" fmla="*/ 2229639 h 2237474"/>
              <a:gd name="connsiteX128" fmla="*/ 1195347 w 12192000"/>
              <a:gd name="connsiteY128" fmla="*/ 2212354 h 2237474"/>
              <a:gd name="connsiteX129" fmla="*/ 970251 w 12192000"/>
              <a:gd name="connsiteY129" fmla="*/ 2221029 h 2237474"/>
              <a:gd name="connsiteX130" fmla="*/ 812914 w 12192000"/>
              <a:gd name="connsiteY130" fmla="*/ 2210095 h 2237474"/>
              <a:gd name="connsiteX131" fmla="*/ 776382 w 12192000"/>
              <a:gd name="connsiteY131" fmla="*/ 2204512 h 2237474"/>
              <a:gd name="connsiteX132" fmla="*/ 597225 w 12192000"/>
              <a:gd name="connsiteY132" fmla="*/ 2180999 h 2237474"/>
              <a:gd name="connsiteX133" fmla="*/ 520671 w 12192000"/>
              <a:gd name="connsiteY133" fmla="*/ 2180980 h 2237474"/>
              <a:gd name="connsiteX134" fmla="*/ 515024 w 12192000"/>
              <a:gd name="connsiteY134" fmla="*/ 2179258 h 2237474"/>
              <a:gd name="connsiteX135" fmla="*/ 413835 w 12192000"/>
              <a:gd name="connsiteY135" fmla="*/ 2156783 h 2237474"/>
              <a:gd name="connsiteX136" fmla="*/ 376513 w 12192000"/>
              <a:gd name="connsiteY136" fmla="*/ 2154014 h 2237474"/>
              <a:gd name="connsiteX137" fmla="*/ 273386 w 12192000"/>
              <a:gd name="connsiteY137" fmla="*/ 2142551 h 2237474"/>
              <a:gd name="connsiteX138" fmla="*/ 169207 w 12192000"/>
              <a:gd name="connsiteY138" fmla="*/ 2128100 h 2237474"/>
              <a:gd name="connsiteX139" fmla="*/ 77641 w 12192000"/>
              <a:gd name="connsiteY139" fmla="*/ 2126835 h 2237474"/>
              <a:gd name="connsiteX140" fmla="*/ 37645 w 12192000"/>
              <a:gd name="connsiteY140" fmla="*/ 2115401 h 2237474"/>
              <a:gd name="connsiteX141" fmla="*/ 4572 w 12192000"/>
              <a:gd name="connsiteY141" fmla="*/ 2111091 h 2237474"/>
              <a:gd name="connsiteX142" fmla="*/ 0 w 12192000"/>
              <a:gd name="connsiteY142" fmla="*/ 2110468 h 2237474"/>
              <a:gd name="connsiteX143" fmla="*/ 0 w 12192000"/>
              <a:gd name="connsiteY143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10017 w 12192000"/>
              <a:gd name="connsiteY25" fmla="*/ 993931 h 2237474"/>
              <a:gd name="connsiteX26" fmla="*/ 9392919 w 12192000"/>
              <a:gd name="connsiteY26" fmla="*/ 994656 h 2237474"/>
              <a:gd name="connsiteX27" fmla="*/ 9268019 w 12192000"/>
              <a:gd name="connsiteY27" fmla="*/ 1007442 h 2237474"/>
              <a:gd name="connsiteX28" fmla="*/ 9234662 w 12192000"/>
              <a:gd name="connsiteY28" fmla="*/ 1023056 h 2237474"/>
              <a:gd name="connsiteX29" fmla="*/ 9181033 w 12192000"/>
              <a:gd name="connsiteY29" fmla="*/ 1037921 h 2237474"/>
              <a:gd name="connsiteX30" fmla="*/ 9155969 w 12192000"/>
              <a:gd name="connsiteY30" fmla="*/ 1046804 h 2237474"/>
              <a:gd name="connsiteX31" fmla="*/ 9133985 w 12192000"/>
              <a:gd name="connsiteY31" fmla="*/ 1046450 h 2237474"/>
              <a:gd name="connsiteX32" fmla="*/ 9003462 w 12192000"/>
              <a:gd name="connsiteY32" fmla="*/ 1042406 h 2237474"/>
              <a:gd name="connsiteX33" fmla="*/ 8968445 w 12192000"/>
              <a:gd name="connsiteY33" fmla="*/ 1052169 h 2237474"/>
              <a:gd name="connsiteX34" fmla="*/ 8886001 w 12192000"/>
              <a:gd name="connsiteY34" fmla="*/ 1067468 h 2237474"/>
              <a:gd name="connsiteX35" fmla="*/ 8838610 w 12192000"/>
              <a:gd name="connsiteY35" fmla="*/ 1075091 h 2237474"/>
              <a:gd name="connsiteX36" fmla="*/ 8750383 w 12192000"/>
              <a:gd name="connsiteY36" fmla="*/ 1097387 h 2237474"/>
              <a:gd name="connsiteX37" fmla="*/ 8665605 w 12192000"/>
              <a:gd name="connsiteY37" fmla="*/ 1110791 h 2237474"/>
              <a:gd name="connsiteX38" fmla="*/ 8584946 w 12192000"/>
              <a:gd name="connsiteY38" fmla="*/ 1135226 h 2237474"/>
              <a:gd name="connsiteX39" fmla="*/ 8419755 w 12192000"/>
              <a:gd name="connsiteY39" fmla="*/ 1216260 h 2237474"/>
              <a:gd name="connsiteX40" fmla="*/ 8411626 w 12192000"/>
              <a:gd name="connsiteY40" fmla="*/ 1214397 h 2237474"/>
              <a:gd name="connsiteX41" fmla="*/ 8363469 w 12192000"/>
              <a:gd name="connsiteY41" fmla="*/ 1246658 h 2237474"/>
              <a:gd name="connsiteX42" fmla="*/ 8275497 w 12192000"/>
              <a:gd name="connsiteY42" fmla="*/ 1264396 h 2237474"/>
              <a:gd name="connsiteX43" fmla="*/ 8074238 w 12192000"/>
              <a:gd name="connsiteY43" fmla="*/ 1301895 h 2237474"/>
              <a:gd name="connsiteX44" fmla="*/ 7942099 w 12192000"/>
              <a:gd name="connsiteY44" fmla="*/ 1336332 h 2237474"/>
              <a:gd name="connsiteX45" fmla="*/ 7902328 w 12192000"/>
              <a:gd name="connsiteY45" fmla="*/ 1345865 h 2237474"/>
              <a:gd name="connsiteX46" fmla="*/ 7840612 w 12192000"/>
              <a:gd name="connsiteY46" fmla="*/ 1369373 h 2237474"/>
              <a:gd name="connsiteX47" fmla="*/ 7786819 w 12192000"/>
              <a:gd name="connsiteY47" fmla="*/ 1378970 h 2237474"/>
              <a:gd name="connsiteX48" fmla="*/ 7548172 w 12192000"/>
              <a:gd name="connsiteY48" fmla="*/ 1417460 h 2237474"/>
              <a:gd name="connsiteX49" fmla="*/ 7483437 w 12192000"/>
              <a:gd name="connsiteY49" fmla="*/ 1478152 h 2237474"/>
              <a:gd name="connsiteX50" fmla="*/ 7377870 w 12192000"/>
              <a:gd name="connsiteY50" fmla="*/ 1523319 h 2237474"/>
              <a:gd name="connsiteX51" fmla="*/ 7230737 w 12192000"/>
              <a:gd name="connsiteY51" fmla="*/ 1562633 h 2237474"/>
              <a:gd name="connsiteX52" fmla="*/ 7224458 w 12192000"/>
              <a:gd name="connsiteY52" fmla="*/ 1573008 h 2237474"/>
              <a:gd name="connsiteX53" fmla="*/ 7183121 w 12192000"/>
              <a:gd name="connsiteY53" fmla="*/ 1595162 h 2237474"/>
              <a:gd name="connsiteX54" fmla="*/ 7164601 w 12192000"/>
              <a:gd name="connsiteY54" fmla="*/ 1606490 h 2237474"/>
              <a:gd name="connsiteX55" fmla="*/ 6900177 w 12192000"/>
              <a:gd name="connsiteY55" fmla="*/ 1636016 h 2237474"/>
              <a:gd name="connsiteX56" fmla="*/ 6795372 w 12192000"/>
              <a:gd name="connsiteY56" fmla="*/ 1644845 h 2237474"/>
              <a:gd name="connsiteX57" fmla="*/ 6692251 w 12192000"/>
              <a:gd name="connsiteY57" fmla="*/ 1656357 h 2237474"/>
              <a:gd name="connsiteX58" fmla="*/ 6655235 w 12192000"/>
              <a:gd name="connsiteY58" fmla="*/ 1661869 h 2237474"/>
              <a:gd name="connsiteX59" fmla="*/ 6554894 w 12192000"/>
              <a:gd name="connsiteY59" fmla="*/ 1664428 h 2237474"/>
              <a:gd name="connsiteX60" fmla="*/ 6516595 w 12192000"/>
              <a:gd name="connsiteY60" fmla="*/ 1667475 h 2237474"/>
              <a:gd name="connsiteX61" fmla="*/ 6508541 w 12192000"/>
              <a:gd name="connsiteY61" fmla="*/ 1668757 h 2237474"/>
              <a:gd name="connsiteX62" fmla="*/ 6471012 w 12192000"/>
              <a:gd name="connsiteY62" fmla="*/ 1678604 h 2237474"/>
              <a:gd name="connsiteX63" fmla="*/ 6364035 w 12192000"/>
              <a:gd name="connsiteY63" fmla="*/ 1667683 h 2237474"/>
              <a:gd name="connsiteX64" fmla="*/ 6280959 w 12192000"/>
              <a:gd name="connsiteY64" fmla="*/ 1689329 h 2237474"/>
              <a:gd name="connsiteX65" fmla="*/ 6243319 w 12192000"/>
              <a:gd name="connsiteY65" fmla="*/ 1695560 h 2237474"/>
              <a:gd name="connsiteX66" fmla="*/ 6098321 w 12192000"/>
              <a:gd name="connsiteY66" fmla="*/ 1721646 h 2237474"/>
              <a:gd name="connsiteX67" fmla="*/ 5880652 w 12192000"/>
              <a:gd name="connsiteY67" fmla="*/ 1779643 h 2237474"/>
              <a:gd name="connsiteX68" fmla="*/ 5785959 w 12192000"/>
              <a:gd name="connsiteY68" fmla="*/ 1775307 h 2237474"/>
              <a:gd name="connsiteX69" fmla="*/ 5643534 w 12192000"/>
              <a:gd name="connsiteY69" fmla="*/ 1802919 h 2237474"/>
              <a:gd name="connsiteX70" fmla="*/ 5518799 w 12192000"/>
              <a:gd name="connsiteY70" fmla="*/ 1818312 h 2237474"/>
              <a:gd name="connsiteX71" fmla="*/ 5505014 w 12192000"/>
              <a:gd name="connsiteY71" fmla="*/ 1819259 h 2237474"/>
              <a:gd name="connsiteX72" fmla="*/ 5453307 w 12192000"/>
              <a:gd name="connsiteY72" fmla="*/ 1815450 h 2237474"/>
              <a:gd name="connsiteX73" fmla="*/ 5221533 w 12192000"/>
              <a:gd name="connsiteY73" fmla="*/ 1846950 h 2237474"/>
              <a:gd name="connsiteX74" fmla="*/ 5149802 w 12192000"/>
              <a:gd name="connsiteY74" fmla="*/ 1844846 h 2237474"/>
              <a:gd name="connsiteX75" fmla="*/ 5114927 w 12192000"/>
              <a:gd name="connsiteY75" fmla="*/ 1847827 h 2237474"/>
              <a:gd name="connsiteX76" fmla="*/ 5108970 w 12192000"/>
              <a:gd name="connsiteY76" fmla="*/ 1847935 h 2237474"/>
              <a:gd name="connsiteX77" fmla="*/ 5067961 w 12192000"/>
              <a:gd name="connsiteY77" fmla="*/ 1845917 h 2237474"/>
              <a:gd name="connsiteX78" fmla="*/ 5007075 w 12192000"/>
              <a:gd name="connsiteY78" fmla="*/ 1838626 h 2237474"/>
              <a:gd name="connsiteX79" fmla="*/ 4944087 w 12192000"/>
              <a:gd name="connsiteY79" fmla="*/ 1823332 h 2237474"/>
              <a:gd name="connsiteX80" fmla="*/ 4907662 w 12192000"/>
              <a:gd name="connsiteY80" fmla="*/ 1816900 h 2237474"/>
              <a:gd name="connsiteX81" fmla="*/ 4882386 w 12192000"/>
              <a:gd name="connsiteY81" fmla="*/ 1809844 h 2237474"/>
              <a:gd name="connsiteX82" fmla="*/ 4811440 w 12192000"/>
              <a:gd name="connsiteY82" fmla="*/ 1804655 h 2237474"/>
              <a:gd name="connsiteX83" fmla="*/ 4691075 w 12192000"/>
              <a:gd name="connsiteY83" fmla="*/ 1801389 h 2237474"/>
              <a:gd name="connsiteX84" fmla="*/ 4640313 w 12192000"/>
              <a:gd name="connsiteY84" fmla="*/ 1784307 h 2237474"/>
              <a:gd name="connsiteX85" fmla="*/ 4536503 w 12192000"/>
              <a:gd name="connsiteY85" fmla="*/ 1785334 h 2237474"/>
              <a:gd name="connsiteX86" fmla="*/ 4513724 w 12192000"/>
              <a:gd name="connsiteY86" fmla="*/ 1791996 h 2237474"/>
              <a:gd name="connsiteX87" fmla="*/ 4459810 w 12192000"/>
              <a:gd name="connsiteY87" fmla="*/ 1797886 h 2237474"/>
              <a:gd name="connsiteX88" fmla="*/ 4379064 w 12192000"/>
              <a:gd name="connsiteY88" fmla="*/ 1817177 h 2237474"/>
              <a:gd name="connsiteX89" fmla="*/ 4290981 w 12192000"/>
              <a:gd name="connsiteY89" fmla="*/ 1839677 h 2237474"/>
              <a:gd name="connsiteX90" fmla="*/ 4238372 w 12192000"/>
              <a:gd name="connsiteY90" fmla="*/ 1851480 h 2237474"/>
              <a:gd name="connsiteX91" fmla="*/ 4232517 w 12192000"/>
              <a:gd name="connsiteY91" fmla="*/ 1852567 h 2237474"/>
              <a:gd name="connsiteX92" fmla="*/ 4191732 w 12192000"/>
              <a:gd name="connsiteY92" fmla="*/ 1857328 h 2237474"/>
              <a:gd name="connsiteX93" fmla="*/ 4065532 w 12192000"/>
              <a:gd name="connsiteY93" fmla="*/ 1855477 h 2237474"/>
              <a:gd name="connsiteX94" fmla="*/ 4028460 w 12192000"/>
              <a:gd name="connsiteY94" fmla="*/ 1855137 h 2237474"/>
              <a:gd name="connsiteX95" fmla="*/ 4002267 w 12192000"/>
              <a:gd name="connsiteY95" fmla="*/ 1852352 h 2237474"/>
              <a:gd name="connsiteX96" fmla="*/ 3931396 w 12192000"/>
              <a:gd name="connsiteY96" fmla="*/ 1858915 h 2237474"/>
              <a:gd name="connsiteX97" fmla="*/ 3812162 w 12192000"/>
              <a:gd name="connsiteY97" fmla="*/ 1875501 h 2237474"/>
              <a:gd name="connsiteX98" fmla="*/ 3758105 w 12192000"/>
              <a:gd name="connsiteY98" fmla="*/ 1871856 h 2237474"/>
              <a:gd name="connsiteX99" fmla="*/ 3715896 w 12192000"/>
              <a:gd name="connsiteY99" fmla="*/ 1881552 h 2237474"/>
              <a:gd name="connsiteX100" fmla="*/ 3567259 w 12192000"/>
              <a:gd name="connsiteY100" fmla="*/ 1893482 h 2237474"/>
              <a:gd name="connsiteX101" fmla="*/ 3405770 w 12192000"/>
              <a:gd name="connsiteY101" fmla="*/ 1904591 h 2237474"/>
              <a:gd name="connsiteX102" fmla="*/ 3280097 w 12192000"/>
              <a:gd name="connsiteY102" fmla="*/ 1919610 h 2237474"/>
              <a:gd name="connsiteX103" fmla="*/ 3009910 w 12192000"/>
              <a:gd name="connsiteY103" fmla="*/ 1957866 h 2237474"/>
              <a:gd name="connsiteX104" fmla="*/ 2995934 w 12192000"/>
              <a:gd name="connsiteY104" fmla="*/ 1967085 h 2237474"/>
              <a:gd name="connsiteX105" fmla="*/ 2942858 w 12192000"/>
              <a:gd name="connsiteY105" fmla="*/ 1981367 h 2237474"/>
              <a:gd name="connsiteX106" fmla="*/ 2875436 w 12192000"/>
              <a:gd name="connsiteY106" fmla="*/ 1996977 h 2237474"/>
              <a:gd name="connsiteX107" fmla="*/ 2874892 w 12192000"/>
              <a:gd name="connsiteY107" fmla="*/ 1996085 h 2237474"/>
              <a:gd name="connsiteX108" fmla="*/ 2843662 w 12192000"/>
              <a:gd name="connsiteY108" fmla="*/ 1992498 h 2237474"/>
              <a:gd name="connsiteX109" fmla="*/ 2718916 w 12192000"/>
              <a:gd name="connsiteY109" fmla="*/ 1990867 h 2237474"/>
              <a:gd name="connsiteX110" fmla="*/ 2713522 w 12192000"/>
              <a:gd name="connsiteY110" fmla="*/ 1990173 h 2237474"/>
              <a:gd name="connsiteX111" fmla="*/ 2476147 w 12192000"/>
              <a:gd name="connsiteY111" fmla="*/ 1998305 h 2237474"/>
              <a:gd name="connsiteX112" fmla="*/ 2373568 w 12192000"/>
              <a:gd name="connsiteY112" fmla="*/ 2003219 h 2237474"/>
              <a:gd name="connsiteX113" fmla="*/ 2287219 w 12192000"/>
              <a:gd name="connsiteY113" fmla="*/ 1998750 h 2237474"/>
              <a:gd name="connsiteX114" fmla="*/ 2243069 w 12192000"/>
              <a:gd name="connsiteY114" fmla="*/ 2005321 h 2237474"/>
              <a:gd name="connsiteX115" fmla="*/ 2164831 w 12192000"/>
              <a:gd name="connsiteY115" fmla="*/ 2010143 h 2237474"/>
              <a:gd name="connsiteX116" fmla="*/ 2085228 w 12192000"/>
              <a:gd name="connsiteY116" fmla="*/ 2046431 h 2237474"/>
              <a:gd name="connsiteX117" fmla="*/ 2058061 w 12192000"/>
              <a:gd name="connsiteY117" fmla="*/ 2047942 h 2237474"/>
              <a:gd name="connsiteX118" fmla="*/ 2042244 w 12192000"/>
              <a:gd name="connsiteY118" fmla="*/ 2055560 h 2237474"/>
              <a:gd name="connsiteX119" fmla="*/ 1877728 w 12192000"/>
              <a:gd name="connsiteY119" fmla="*/ 2101004 h 2237474"/>
              <a:gd name="connsiteX120" fmla="*/ 1759056 w 12192000"/>
              <a:gd name="connsiteY120" fmla="*/ 2125608 h 2237474"/>
              <a:gd name="connsiteX121" fmla="*/ 1637948 w 12192000"/>
              <a:gd name="connsiteY121" fmla="*/ 2172597 h 2237474"/>
              <a:gd name="connsiteX122" fmla="*/ 1434549 w 12192000"/>
              <a:gd name="connsiteY122" fmla="*/ 2234522 h 2237474"/>
              <a:gd name="connsiteX123" fmla="*/ 1398481 w 12192000"/>
              <a:gd name="connsiteY123" fmla="*/ 2237074 h 2237474"/>
              <a:gd name="connsiteX124" fmla="*/ 1398407 w 12192000"/>
              <a:gd name="connsiteY124" fmla="*/ 2237095 h 2237474"/>
              <a:gd name="connsiteX125" fmla="*/ 1370962 w 12192000"/>
              <a:gd name="connsiteY125" fmla="*/ 2237474 h 2237474"/>
              <a:gd name="connsiteX126" fmla="*/ 1356367 w 12192000"/>
              <a:gd name="connsiteY126" fmla="*/ 2235089 h 2237474"/>
              <a:gd name="connsiteX127" fmla="*/ 1279765 w 12192000"/>
              <a:gd name="connsiteY127" fmla="*/ 2229639 h 2237474"/>
              <a:gd name="connsiteX128" fmla="*/ 1195347 w 12192000"/>
              <a:gd name="connsiteY128" fmla="*/ 2212354 h 2237474"/>
              <a:gd name="connsiteX129" fmla="*/ 970251 w 12192000"/>
              <a:gd name="connsiteY129" fmla="*/ 2221029 h 2237474"/>
              <a:gd name="connsiteX130" fmla="*/ 812914 w 12192000"/>
              <a:gd name="connsiteY130" fmla="*/ 2210095 h 2237474"/>
              <a:gd name="connsiteX131" fmla="*/ 776382 w 12192000"/>
              <a:gd name="connsiteY131" fmla="*/ 2204512 h 2237474"/>
              <a:gd name="connsiteX132" fmla="*/ 597225 w 12192000"/>
              <a:gd name="connsiteY132" fmla="*/ 2180999 h 2237474"/>
              <a:gd name="connsiteX133" fmla="*/ 520671 w 12192000"/>
              <a:gd name="connsiteY133" fmla="*/ 2180980 h 2237474"/>
              <a:gd name="connsiteX134" fmla="*/ 515024 w 12192000"/>
              <a:gd name="connsiteY134" fmla="*/ 2179258 h 2237474"/>
              <a:gd name="connsiteX135" fmla="*/ 413835 w 12192000"/>
              <a:gd name="connsiteY135" fmla="*/ 2156783 h 2237474"/>
              <a:gd name="connsiteX136" fmla="*/ 376513 w 12192000"/>
              <a:gd name="connsiteY136" fmla="*/ 2154014 h 2237474"/>
              <a:gd name="connsiteX137" fmla="*/ 273386 w 12192000"/>
              <a:gd name="connsiteY137" fmla="*/ 2142551 h 2237474"/>
              <a:gd name="connsiteX138" fmla="*/ 169207 w 12192000"/>
              <a:gd name="connsiteY138" fmla="*/ 2128100 h 2237474"/>
              <a:gd name="connsiteX139" fmla="*/ 77641 w 12192000"/>
              <a:gd name="connsiteY139" fmla="*/ 2126835 h 2237474"/>
              <a:gd name="connsiteX140" fmla="*/ 37645 w 12192000"/>
              <a:gd name="connsiteY140" fmla="*/ 2115401 h 2237474"/>
              <a:gd name="connsiteX141" fmla="*/ 4572 w 12192000"/>
              <a:gd name="connsiteY141" fmla="*/ 2111091 h 2237474"/>
              <a:gd name="connsiteX142" fmla="*/ 0 w 12192000"/>
              <a:gd name="connsiteY142" fmla="*/ 2110468 h 2237474"/>
              <a:gd name="connsiteX143" fmla="*/ 0 w 12192000"/>
              <a:gd name="connsiteY143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10017 w 12192000"/>
              <a:gd name="connsiteY25" fmla="*/ 993931 h 2237474"/>
              <a:gd name="connsiteX26" fmla="*/ 9392919 w 12192000"/>
              <a:gd name="connsiteY26" fmla="*/ 994656 h 2237474"/>
              <a:gd name="connsiteX27" fmla="*/ 9268019 w 12192000"/>
              <a:gd name="connsiteY27" fmla="*/ 1007442 h 2237474"/>
              <a:gd name="connsiteX28" fmla="*/ 9181033 w 12192000"/>
              <a:gd name="connsiteY28" fmla="*/ 1037921 h 2237474"/>
              <a:gd name="connsiteX29" fmla="*/ 9155969 w 12192000"/>
              <a:gd name="connsiteY29" fmla="*/ 1046804 h 2237474"/>
              <a:gd name="connsiteX30" fmla="*/ 9133985 w 12192000"/>
              <a:gd name="connsiteY30" fmla="*/ 1046450 h 2237474"/>
              <a:gd name="connsiteX31" fmla="*/ 9003462 w 12192000"/>
              <a:gd name="connsiteY31" fmla="*/ 1042406 h 2237474"/>
              <a:gd name="connsiteX32" fmla="*/ 8968445 w 12192000"/>
              <a:gd name="connsiteY32" fmla="*/ 1052169 h 2237474"/>
              <a:gd name="connsiteX33" fmla="*/ 8886001 w 12192000"/>
              <a:gd name="connsiteY33" fmla="*/ 1067468 h 2237474"/>
              <a:gd name="connsiteX34" fmla="*/ 8838610 w 12192000"/>
              <a:gd name="connsiteY34" fmla="*/ 1075091 h 2237474"/>
              <a:gd name="connsiteX35" fmla="*/ 8750383 w 12192000"/>
              <a:gd name="connsiteY35" fmla="*/ 1097387 h 2237474"/>
              <a:gd name="connsiteX36" fmla="*/ 8665605 w 12192000"/>
              <a:gd name="connsiteY36" fmla="*/ 1110791 h 2237474"/>
              <a:gd name="connsiteX37" fmla="*/ 8584946 w 12192000"/>
              <a:gd name="connsiteY37" fmla="*/ 1135226 h 2237474"/>
              <a:gd name="connsiteX38" fmla="*/ 8419755 w 12192000"/>
              <a:gd name="connsiteY38" fmla="*/ 1216260 h 2237474"/>
              <a:gd name="connsiteX39" fmla="*/ 8411626 w 12192000"/>
              <a:gd name="connsiteY39" fmla="*/ 1214397 h 2237474"/>
              <a:gd name="connsiteX40" fmla="*/ 8363469 w 12192000"/>
              <a:gd name="connsiteY40" fmla="*/ 1246658 h 2237474"/>
              <a:gd name="connsiteX41" fmla="*/ 8275497 w 12192000"/>
              <a:gd name="connsiteY41" fmla="*/ 1264396 h 2237474"/>
              <a:gd name="connsiteX42" fmla="*/ 8074238 w 12192000"/>
              <a:gd name="connsiteY42" fmla="*/ 1301895 h 2237474"/>
              <a:gd name="connsiteX43" fmla="*/ 7942099 w 12192000"/>
              <a:gd name="connsiteY43" fmla="*/ 1336332 h 2237474"/>
              <a:gd name="connsiteX44" fmla="*/ 7902328 w 12192000"/>
              <a:gd name="connsiteY44" fmla="*/ 1345865 h 2237474"/>
              <a:gd name="connsiteX45" fmla="*/ 7840612 w 12192000"/>
              <a:gd name="connsiteY45" fmla="*/ 1369373 h 2237474"/>
              <a:gd name="connsiteX46" fmla="*/ 7786819 w 12192000"/>
              <a:gd name="connsiteY46" fmla="*/ 1378970 h 2237474"/>
              <a:gd name="connsiteX47" fmla="*/ 7548172 w 12192000"/>
              <a:gd name="connsiteY47" fmla="*/ 1417460 h 2237474"/>
              <a:gd name="connsiteX48" fmla="*/ 7483437 w 12192000"/>
              <a:gd name="connsiteY48" fmla="*/ 1478152 h 2237474"/>
              <a:gd name="connsiteX49" fmla="*/ 7377870 w 12192000"/>
              <a:gd name="connsiteY49" fmla="*/ 1523319 h 2237474"/>
              <a:gd name="connsiteX50" fmla="*/ 7230737 w 12192000"/>
              <a:gd name="connsiteY50" fmla="*/ 1562633 h 2237474"/>
              <a:gd name="connsiteX51" fmla="*/ 7224458 w 12192000"/>
              <a:gd name="connsiteY51" fmla="*/ 1573008 h 2237474"/>
              <a:gd name="connsiteX52" fmla="*/ 7183121 w 12192000"/>
              <a:gd name="connsiteY52" fmla="*/ 1595162 h 2237474"/>
              <a:gd name="connsiteX53" fmla="*/ 7164601 w 12192000"/>
              <a:gd name="connsiteY53" fmla="*/ 1606490 h 2237474"/>
              <a:gd name="connsiteX54" fmla="*/ 6900177 w 12192000"/>
              <a:gd name="connsiteY54" fmla="*/ 1636016 h 2237474"/>
              <a:gd name="connsiteX55" fmla="*/ 6795372 w 12192000"/>
              <a:gd name="connsiteY55" fmla="*/ 1644845 h 2237474"/>
              <a:gd name="connsiteX56" fmla="*/ 6692251 w 12192000"/>
              <a:gd name="connsiteY56" fmla="*/ 1656357 h 2237474"/>
              <a:gd name="connsiteX57" fmla="*/ 6655235 w 12192000"/>
              <a:gd name="connsiteY57" fmla="*/ 1661869 h 2237474"/>
              <a:gd name="connsiteX58" fmla="*/ 6554894 w 12192000"/>
              <a:gd name="connsiteY58" fmla="*/ 1664428 h 2237474"/>
              <a:gd name="connsiteX59" fmla="*/ 6516595 w 12192000"/>
              <a:gd name="connsiteY59" fmla="*/ 1667475 h 2237474"/>
              <a:gd name="connsiteX60" fmla="*/ 6508541 w 12192000"/>
              <a:gd name="connsiteY60" fmla="*/ 1668757 h 2237474"/>
              <a:gd name="connsiteX61" fmla="*/ 6471012 w 12192000"/>
              <a:gd name="connsiteY61" fmla="*/ 1678604 h 2237474"/>
              <a:gd name="connsiteX62" fmla="*/ 6364035 w 12192000"/>
              <a:gd name="connsiteY62" fmla="*/ 1667683 h 2237474"/>
              <a:gd name="connsiteX63" fmla="*/ 6280959 w 12192000"/>
              <a:gd name="connsiteY63" fmla="*/ 1689329 h 2237474"/>
              <a:gd name="connsiteX64" fmla="*/ 6243319 w 12192000"/>
              <a:gd name="connsiteY64" fmla="*/ 1695560 h 2237474"/>
              <a:gd name="connsiteX65" fmla="*/ 6098321 w 12192000"/>
              <a:gd name="connsiteY65" fmla="*/ 1721646 h 2237474"/>
              <a:gd name="connsiteX66" fmla="*/ 5880652 w 12192000"/>
              <a:gd name="connsiteY66" fmla="*/ 1779643 h 2237474"/>
              <a:gd name="connsiteX67" fmla="*/ 5785959 w 12192000"/>
              <a:gd name="connsiteY67" fmla="*/ 1775307 h 2237474"/>
              <a:gd name="connsiteX68" fmla="*/ 5643534 w 12192000"/>
              <a:gd name="connsiteY68" fmla="*/ 1802919 h 2237474"/>
              <a:gd name="connsiteX69" fmla="*/ 5518799 w 12192000"/>
              <a:gd name="connsiteY69" fmla="*/ 1818312 h 2237474"/>
              <a:gd name="connsiteX70" fmla="*/ 5505014 w 12192000"/>
              <a:gd name="connsiteY70" fmla="*/ 1819259 h 2237474"/>
              <a:gd name="connsiteX71" fmla="*/ 5453307 w 12192000"/>
              <a:gd name="connsiteY71" fmla="*/ 1815450 h 2237474"/>
              <a:gd name="connsiteX72" fmla="*/ 5221533 w 12192000"/>
              <a:gd name="connsiteY72" fmla="*/ 1846950 h 2237474"/>
              <a:gd name="connsiteX73" fmla="*/ 5149802 w 12192000"/>
              <a:gd name="connsiteY73" fmla="*/ 1844846 h 2237474"/>
              <a:gd name="connsiteX74" fmla="*/ 5114927 w 12192000"/>
              <a:gd name="connsiteY74" fmla="*/ 1847827 h 2237474"/>
              <a:gd name="connsiteX75" fmla="*/ 5108970 w 12192000"/>
              <a:gd name="connsiteY75" fmla="*/ 1847935 h 2237474"/>
              <a:gd name="connsiteX76" fmla="*/ 5067961 w 12192000"/>
              <a:gd name="connsiteY76" fmla="*/ 1845917 h 2237474"/>
              <a:gd name="connsiteX77" fmla="*/ 5007075 w 12192000"/>
              <a:gd name="connsiteY77" fmla="*/ 1838626 h 2237474"/>
              <a:gd name="connsiteX78" fmla="*/ 4944087 w 12192000"/>
              <a:gd name="connsiteY78" fmla="*/ 1823332 h 2237474"/>
              <a:gd name="connsiteX79" fmla="*/ 4907662 w 12192000"/>
              <a:gd name="connsiteY79" fmla="*/ 1816900 h 2237474"/>
              <a:gd name="connsiteX80" fmla="*/ 4882386 w 12192000"/>
              <a:gd name="connsiteY80" fmla="*/ 1809844 h 2237474"/>
              <a:gd name="connsiteX81" fmla="*/ 4811440 w 12192000"/>
              <a:gd name="connsiteY81" fmla="*/ 1804655 h 2237474"/>
              <a:gd name="connsiteX82" fmla="*/ 4691075 w 12192000"/>
              <a:gd name="connsiteY82" fmla="*/ 1801389 h 2237474"/>
              <a:gd name="connsiteX83" fmla="*/ 4640313 w 12192000"/>
              <a:gd name="connsiteY83" fmla="*/ 1784307 h 2237474"/>
              <a:gd name="connsiteX84" fmla="*/ 4536503 w 12192000"/>
              <a:gd name="connsiteY84" fmla="*/ 1785334 h 2237474"/>
              <a:gd name="connsiteX85" fmla="*/ 4513724 w 12192000"/>
              <a:gd name="connsiteY85" fmla="*/ 1791996 h 2237474"/>
              <a:gd name="connsiteX86" fmla="*/ 4459810 w 12192000"/>
              <a:gd name="connsiteY86" fmla="*/ 1797886 h 2237474"/>
              <a:gd name="connsiteX87" fmla="*/ 4379064 w 12192000"/>
              <a:gd name="connsiteY87" fmla="*/ 1817177 h 2237474"/>
              <a:gd name="connsiteX88" fmla="*/ 4290981 w 12192000"/>
              <a:gd name="connsiteY88" fmla="*/ 1839677 h 2237474"/>
              <a:gd name="connsiteX89" fmla="*/ 4238372 w 12192000"/>
              <a:gd name="connsiteY89" fmla="*/ 1851480 h 2237474"/>
              <a:gd name="connsiteX90" fmla="*/ 4232517 w 12192000"/>
              <a:gd name="connsiteY90" fmla="*/ 1852567 h 2237474"/>
              <a:gd name="connsiteX91" fmla="*/ 4191732 w 12192000"/>
              <a:gd name="connsiteY91" fmla="*/ 1857328 h 2237474"/>
              <a:gd name="connsiteX92" fmla="*/ 4065532 w 12192000"/>
              <a:gd name="connsiteY92" fmla="*/ 1855477 h 2237474"/>
              <a:gd name="connsiteX93" fmla="*/ 4028460 w 12192000"/>
              <a:gd name="connsiteY93" fmla="*/ 1855137 h 2237474"/>
              <a:gd name="connsiteX94" fmla="*/ 4002267 w 12192000"/>
              <a:gd name="connsiteY94" fmla="*/ 1852352 h 2237474"/>
              <a:gd name="connsiteX95" fmla="*/ 3931396 w 12192000"/>
              <a:gd name="connsiteY95" fmla="*/ 1858915 h 2237474"/>
              <a:gd name="connsiteX96" fmla="*/ 3812162 w 12192000"/>
              <a:gd name="connsiteY96" fmla="*/ 1875501 h 2237474"/>
              <a:gd name="connsiteX97" fmla="*/ 3758105 w 12192000"/>
              <a:gd name="connsiteY97" fmla="*/ 1871856 h 2237474"/>
              <a:gd name="connsiteX98" fmla="*/ 3715896 w 12192000"/>
              <a:gd name="connsiteY98" fmla="*/ 1881552 h 2237474"/>
              <a:gd name="connsiteX99" fmla="*/ 3567259 w 12192000"/>
              <a:gd name="connsiteY99" fmla="*/ 1893482 h 2237474"/>
              <a:gd name="connsiteX100" fmla="*/ 3405770 w 12192000"/>
              <a:gd name="connsiteY100" fmla="*/ 1904591 h 2237474"/>
              <a:gd name="connsiteX101" fmla="*/ 3280097 w 12192000"/>
              <a:gd name="connsiteY101" fmla="*/ 1919610 h 2237474"/>
              <a:gd name="connsiteX102" fmla="*/ 3009910 w 12192000"/>
              <a:gd name="connsiteY102" fmla="*/ 1957866 h 2237474"/>
              <a:gd name="connsiteX103" fmla="*/ 2995934 w 12192000"/>
              <a:gd name="connsiteY103" fmla="*/ 1967085 h 2237474"/>
              <a:gd name="connsiteX104" fmla="*/ 2942858 w 12192000"/>
              <a:gd name="connsiteY104" fmla="*/ 1981367 h 2237474"/>
              <a:gd name="connsiteX105" fmla="*/ 2875436 w 12192000"/>
              <a:gd name="connsiteY105" fmla="*/ 1996977 h 2237474"/>
              <a:gd name="connsiteX106" fmla="*/ 2874892 w 12192000"/>
              <a:gd name="connsiteY106" fmla="*/ 1996085 h 2237474"/>
              <a:gd name="connsiteX107" fmla="*/ 2843662 w 12192000"/>
              <a:gd name="connsiteY107" fmla="*/ 1992498 h 2237474"/>
              <a:gd name="connsiteX108" fmla="*/ 2718916 w 12192000"/>
              <a:gd name="connsiteY108" fmla="*/ 1990867 h 2237474"/>
              <a:gd name="connsiteX109" fmla="*/ 2713522 w 12192000"/>
              <a:gd name="connsiteY109" fmla="*/ 1990173 h 2237474"/>
              <a:gd name="connsiteX110" fmla="*/ 2476147 w 12192000"/>
              <a:gd name="connsiteY110" fmla="*/ 1998305 h 2237474"/>
              <a:gd name="connsiteX111" fmla="*/ 2373568 w 12192000"/>
              <a:gd name="connsiteY111" fmla="*/ 2003219 h 2237474"/>
              <a:gd name="connsiteX112" fmla="*/ 2287219 w 12192000"/>
              <a:gd name="connsiteY112" fmla="*/ 1998750 h 2237474"/>
              <a:gd name="connsiteX113" fmla="*/ 2243069 w 12192000"/>
              <a:gd name="connsiteY113" fmla="*/ 2005321 h 2237474"/>
              <a:gd name="connsiteX114" fmla="*/ 2164831 w 12192000"/>
              <a:gd name="connsiteY114" fmla="*/ 2010143 h 2237474"/>
              <a:gd name="connsiteX115" fmla="*/ 2085228 w 12192000"/>
              <a:gd name="connsiteY115" fmla="*/ 2046431 h 2237474"/>
              <a:gd name="connsiteX116" fmla="*/ 2058061 w 12192000"/>
              <a:gd name="connsiteY116" fmla="*/ 2047942 h 2237474"/>
              <a:gd name="connsiteX117" fmla="*/ 2042244 w 12192000"/>
              <a:gd name="connsiteY117" fmla="*/ 2055560 h 2237474"/>
              <a:gd name="connsiteX118" fmla="*/ 1877728 w 12192000"/>
              <a:gd name="connsiteY118" fmla="*/ 2101004 h 2237474"/>
              <a:gd name="connsiteX119" fmla="*/ 1759056 w 12192000"/>
              <a:gd name="connsiteY119" fmla="*/ 2125608 h 2237474"/>
              <a:gd name="connsiteX120" fmla="*/ 1637948 w 12192000"/>
              <a:gd name="connsiteY120" fmla="*/ 2172597 h 2237474"/>
              <a:gd name="connsiteX121" fmla="*/ 1434549 w 12192000"/>
              <a:gd name="connsiteY121" fmla="*/ 2234522 h 2237474"/>
              <a:gd name="connsiteX122" fmla="*/ 1398481 w 12192000"/>
              <a:gd name="connsiteY122" fmla="*/ 2237074 h 2237474"/>
              <a:gd name="connsiteX123" fmla="*/ 1398407 w 12192000"/>
              <a:gd name="connsiteY123" fmla="*/ 2237095 h 2237474"/>
              <a:gd name="connsiteX124" fmla="*/ 1370962 w 12192000"/>
              <a:gd name="connsiteY124" fmla="*/ 2237474 h 2237474"/>
              <a:gd name="connsiteX125" fmla="*/ 1356367 w 12192000"/>
              <a:gd name="connsiteY125" fmla="*/ 2235089 h 2237474"/>
              <a:gd name="connsiteX126" fmla="*/ 1279765 w 12192000"/>
              <a:gd name="connsiteY126" fmla="*/ 2229639 h 2237474"/>
              <a:gd name="connsiteX127" fmla="*/ 1195347 w 12192000"/>
              <a:gd name="connsiteY127" fmla="*/ 2212354 h 2237474"/>
              <a:gd name="connsiteX128" fmla="*/ 970251 w 12192000"/>
              <a:gd name="connsiteY128" fmla="*/ 2221029 h 2237474"/>
              <a:gd name="connsiteX129" fmla="*/ 812914 w 12192000"/>
              <a:gd name="connsiteY129" fmla="*/ 2210095 h 2237474"/>
              <a:gd name="connsiteX130" fmla="*/ 776382 w 12192000"/>
              <a:gd name="connsiteY130" fmla="*/ 2204512 h 2237474"/>
              <a:gd name="connsiteX131" fmla="*/ 597225 w 12192000"/>
              <a:gd name="connsiteY131" fmla="*/ 2180999 h 2237474"/>
              <a:gd name="connsiteX132" fmla="*/ 520671 w 12192000"/>
              <a:gd name="connsiteY132" fmla="*/ 2180980 h 2237474"/>
              <a:gd name="connsiteX133" fmla="*/ 515024 w 12192000"/>
              <a:gd name="connsiteY133" fmla="*/ 2179258 h 2237474"/>
              <a:gd name="connsiteX134" fmla="*/ 413835 w 12192000"/>
              <a:gd name="connsiteY134" fmla="*/ 2156783 h 2237474"/>
              <a:gd name="connsiteX135" fmla="*/ 376513 w 12192000"/>
              <a:gd name="connsiteY135" fmla="*/ 2154014 h 2237474"/>
              <a:gd name="connsiteX136" fmla="*/ 273386 w 12192000"/>
              <a:gd name="connsiteY136" fmla="*/ 2142551 h 2237474"/>
              <a:gd name="connsiteX137" fmla="*/ 169207 w 12192000"/>
              <a:gd name="connsiteY137" fmla="*/ 2128100 h 2237474"/>
              <a:gd name="connsiteX138" fmla="*/ 77641 w 12192000"/>
              <a:gd name="connsiteY138" fmla="*/ 2126835 h 2237474"/>
              <a:gd name="connsiteX139" fmla="*/ 37645 w 12192000"/>
              <a:gd name="connsiteY139" fmla="*/ 2115401 h 2237474"/>
              <a:gd name="connsiteX140" fmla="*/ 4572 w 12192000"/>
              <a:gd name="connsiteY140" fmla="*/ 2111091 h 2237474"/>
              <a:gd name="connsiteX141" fmla="*/ 0 w 12192000"/>
              <a:gd name="connsiteY141" fmla="*/ 2110468 h 2237474"/>
              <a:gd name="connsiteX142" fmla="*/ 0 w 12192000"/>
              <a:gd name="connsiteY14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047364 w 12192000"/>
              <a:gd name="connsiteY4" fmla="*/ 749662 h 2237474"/>
              <a:gd name="connsiteX5" fmla="*/ 11890686 w 12192000"/>
              <a:gd name="connsiteY5" fmla="*/ 732766 h 2237474"/>
              <a:gd name="connsiteX6" fmla="*/ 11820512 w 12192000"/>
              <a:gd name="connsiteY6" fmla="*/ 745392 h 2237474"/>
              <a:gd name="connsiteX7" fmla="*/ 11649954 w 12192000"/>
              <a:gd name="connsiteY7" fmla="*/ 749628 h 2237474"/>
              <a:gd name="connsiteX8" fmla="*/ 11560424 w 12192000"/>
              <a:gd name="connsiteY8" fmla="*/ 748017 h 2237474"/>
              <a:gd name="connsiteX9" fmla="*/ 11358455 w 12192000"/>
              <a:gd name="connsiteY9" fmla="*/ 747593 h 2237474"/>
              <a:gd name="connsiteX10" fmla="*/ 11165209 w 12192000"/>
              <a:gd name="connsiteY10" fmla="*/ 748852 h 2237474"/>
              <a:gd name="connsiteX11" fmla="*/ 11058755 w 12192000"/>
              <a:gd name="connsiteY11" fmla="*/ 749617 h 2237474"/>
              <a:gd name="connsiteX12" fmla="*/ 10846594 w 12192000"/>
              <a:gd name="connsiteY12" fmla="*/ 765069 h 2237474"/>
              <a:gd name="connsiteX13" fmla="*/ 10739478 w 12192000"/>
              <a:gd name="connsiteY13" fmla="*/ 776841 h 2237474"/>
              <a:gd name="connsiteX14" fmla="*/ 10458762 w 12192000"/>
              <a:gd name="connsiteY14" fmla="*/ 755400 h 2237474"/>
              <a:gd name="connsiteX15" fmla="*/ 10211200 w 12192000"/>
              <a:gd name="connsiteY15" fmla="*/ 767513 h 2237474"/>
              <a:gd name="connsiteX16" fmla="*/ 10167995 w 12192000"/>
              <a:gd name="connsiteY16" fmla="*/ 760843 h 2237474"/>
              <a:gd name="connsiteX17" fmla="*/ 9997044 w 12192000"/>
              <a:gd name="connsiteY17" fmla="*/ 780129 h 2237474"/>
              <a:gd name="connsiteX18" fmla="*/ 9943887 w 12192000"/>
              <a:gd name="connsiteY18" fmla="*/ 804141 h 2237474"/>
              <a:gd name="connsiteX19" fmla="*/ 9918248 w 12192000"/>
              <a:gd name="connsiteY19" fmla="*/ 816628 h 2237474"/>
              <a:gd name="connsiteX20" fmla="*/ 9767091 w 12192000"/>
              <a:gd name="connsiteY20" fmla="*/ 870550 h 2237474"/>
              <a:gd name="connsiteX21" fmla="*/ 9683005 w 12192000"/>
              <a:gd name="connsiteY21" fmla="*/ 894128 h 2237474"/>
              <a:gd name="connsiteX22" fmla="*/ 9594438 w 12192000"/>
              <a:gd name="connsiteY22" fmla="*/ 919051 h 2237474"/>
              <a:gd name="connsiteX23" fmla="*/ 9544189 w 12192000"/>
              <a:gd name="connsiteY23" fmla="*/ 938966 h 2237474"/>
              <a:gd name="connsiteX24" fmla="*/ 9500499 w 12192000"/>
              <a:gd name="connsiteY24" fmla="*/ 954680 h 2237474"/>
              <a:gd name="connsiteX25" fmla="*/ 9410017 w 12192000"/>
              <a:gd name="connsiteY25" fmla="*/ 993931 h 2237474"/>
              <a:gd name="connsiteX26" fmla="*/ 9392919 w 12192000"/>
              <a:gd name="connsiteY26" fmla="*/ 994656 h 2237474"/>
              <a:gd name="connsiteX27" fmla="*/ 9268019 w 12192000"/>
              <a:gd name="connsiteY27" fmla="*/ 1007442 h 2237474"/>
              <a:gd name="connsiteX28" fmla="*/ 9188177 w 12192000"/>
              <a:gd name="connsiteY28" fmla="*/ 1035474 h 2237474"/>
              <a:gd name="connsiteX29" fmla="*/ 9155969 w 12192000"/>
              <a:gd name="connsiteY29" fmla="*/ 1046804 h 2237474"/>
              <a:gd name="connsiteX30" fmla="*/ 9133985 w 12192000"/>
              <a:gd name="connsiteY30" fmla="*/ 1046450 h 2237474"/>
              <a:gd name="connsiteX31" fmla="*/ 9003462 w 12192000"/>
              <a:gd name="connsiteY31" fmla="*/ 1042406 h 2237474"/>
              <a:gd name="connsiteX32" fmla="*/ 8968445 w 12192000"/>
              <a:gd name="connsiteY32" fmla="*/ 1052169 h 2237474"/>
              <a:gd name="connsiteX33" fmla="*/ 8886001 w 12192000"/>
              <a:gd name="connsiteY33" fmla="*/ 1067468 h 2237474"/>
              <a:gd name="connsiteX34" fmla="*/ 8838610 w 12192000"/>
              <a:gd name="connsiteY34" fmla="*/ 1075091 h 2237474"/>
              <a:gd name="connsiteX35" fmla="*/ 8750383 w 12192000"/>
              <a:gd name="connsiteY35" fmla="*/ 1097387 h 2237474"/>
              <a:gd name="connsiteX36" fmla="*/ 8665605 w 12192000"/>
              <a:gd name="connsiteY36" fmla="*/ 1110791 h 2237474"/>
              <a:gd name="connsiteX37" fmla="*/ 8584946 w 12192000"/>
              <a:gd name="connsiteY37" fmla="*/ 1135226 h 2237474"/>
              <a:gd name="connsiteX38" fmla="*/ 8419755 w 12192000"/>
              <a:gd name="connsiteY38" fmla="*/ 1216260 h 2237474"/>
              <a:gd name="connsiteX39" fmla="*/ 8411626 w 12192000"/>
              <a:gd name="connsiteY39" fmla="*/ 1214397 h 2237474"/>
              <a:gd name="connsiteX40" fmla="*/ 8363469 w 12192000"/>
              <a:gd name="connsiteY40" fmla="*/ 1246658 h 2237474"/>
              <a:gd name="connsiteX41" fmla="*/ 8275497 w 12192000"/>
              <a:gd name="connsiteY41" fmla="*/ 1264396 h 2237474"/>
              <a:gd name="connsiteX42" fmla="*/ 8074238 w 12192000"/>
              <a:gd name="connsiteY42" fmla="*/ 1301895 h 2237474"/>
              <a:gd name="connsiteX43" fmla="*/ 7942099 w 12192000"/>
              <a:gd name="connsiteY43" fmla="*/ 1336332 h 2237474"/>
              <a:gd name="connsiteX44" fmla="*/ 7902328 w 12192000"/>
              <a:gd name="connsiteY44" fmla="*/ 1345865 h 2237474"/>
              <a:gd name="connsiteX45" fmla="*/ 7840612 w 12192000"/>
              <a:gd name="connsiteY45" fmla="*/ 1369373 h 2237474"/>
              <a:gd name="connsiteX46" fmla="*/ 7786819 w 12192000"/>
              <a:gd name="connsiteY46" fmla="*/ 1378970 h 2237474"/>
              <a:gd name="connsiteX47" fmla="*/ 7548172 w 12192000"/>
              <a:gd name="connsiteY47" fmla="*/ 1417460 h 2237474"/>
              <a:gd name="connsiteX48" fmla="*/ 7483437 w 12192000"/>
              <a:gd name="connsiteY48" fmla="*/ 1478152 h 2237474"/>
              <a:gd name="connsiteX49" fmla="*/ 7377870 w 12192000"/>
              <a:gd name="connsiteY49" fmla="*/ 1523319 h 2237474"/>
              <a:gd name="connsiteX50" fmla="*/ 7230737 w 12192000"/>
              <a:gd name="connsiteY50" fmla="*/ 1562633 h 2237474"/>
              <a:gd name="connsiteX51" fmla="*/ 7224458 w 12192000"/>
              <a:gd name="connsiteY51" fmla="*/ 1573008 h 2237474"/>
              <a:gd name="connsiteX52" fmla="*/ 7183121 w 12192000"/>
              <a:gd name="connsiteY52" fmla="*/ 1595162 h 2237474"/>
              <a:gd name="connsiteX53" fmla="*/ 7164601 w 12192000"/>
              <a:gd name="connsiteY53" fmla="*/ 1606490 h 2237474"/>
              <a:gd name="connsiteX54" fmla="*/ 6900177 w 12192000"/>
              <a:gd name="connsiteY54" fmla="*/ 1636016 h 2237474"/>
              <a:gd name="connsiteX55" fmla="*/ 6795372 w 12192000"/>
              <a:gd name="connsiteY55" fmla="*/ 1644845 h 2237474"/>
              <a:gd name="connsiteX56" fmla="*/ 6692251 w 12192000"/>
              <a:gd name="connsiteY56" fmla="*/ 1656357 h 2237474"/>
              <a:gd name="connsiteX57" fmla="*/ 6655235 w 12192000"/>
              <a:gd name="connsiteY57" fmla="*/ 1661869 h 2237474"/>
              <a:gd name="connsiteX58" fmla="*/ 6554894 w 12192000"/>
              <a:gd name="connsiteY58" fmla="*/ 1664428 h 2237474"/>
              <a:gd name="connsiteX59" fmla="*/ 6516595 w 12192000"/>
              <a:gd name="connsiteY59" fmla="*/ 1667475 h 2237474"/>
              <a:gd name="connsiteX60" fmla="*/ 6508541 w 12192000"/>
              <a:gd name="connsiteY60" fmla="*/ 1668757 h 2237474"/>
              <a:gd name="connsiteX61" fmla="*/ 6471012 w 12192000"/>
              <a:gd name="connsiteY61" fmla="*/ 1678604 h 2237474"/>
              <a:gd name="connsiteX62" fmla="*/ 6364035 w 12192000"/>
              <a:gd name="connsiteY62" fmla="*/ 1667683 h 2237474"/>
              <a:gd name="connsiteX63" fmla="*/ 6280959 w 12192000"/>
              <a:gd name="connsiteY63" fmla="*/ 1689329 h 2237474"/>
              <a:gd name="connsiteX64" fmla="*/ 6243319 w 12192000"/>
              <a:gd name="connsiteY64" fmla="*/ 1695560 h 2237474"/>
              <a:gd name="connsiteX65" fmla="*/ 6098321 w 12192000"/>
              <a:gd name="connsiteY65" fmla="*/ 1721646 h 2237474"/>
              <a:gd name="connsiteX66" fmla="*/ 5880652 w 12192000"/>
              <a:gd name="connsiteY66" fmla="*/ 1779643 h 2237474"/>
              <a:gd name="connsiteX67" fmla="*/ 5785959 w 12192000"/>
              <a:gd name="connsiteY67" fmla="*/ 1775307 h 2237474"/>
              <a:gd name="connsiteX68" fmla="*/ 5643534 w 12192000"/>
              <a:gd name="connsiteY68" fmla="*/ 1802919 h 2237474"/>
              <a:gd name="connsiteX69" fmla="*/ 5518799 w 12192000"/>
              <a:gd name="connsiteY69" fmla="*/ 1818312 h 2237474"/>
              <a:gd name="connsiteX70" fmla="*/ 5505014 w 12192000"/>
              <a:gd name="connsiteY70" fmla="*/ 1819259 h 2237474"/>
              <a:gd name="connsiteX71" fmla="*/ 5453307 w 12192000"/>
              <a:gd name="connsiteY71" fmla="*/ 1815450 h 2237474"/>
              <a:gd name="connsiteX72" fmla="*/ 5221533 w 12192000"/>
              <a:gd name="connsiteY72" fmla="*/ 1846950 h 2237474"/>
              <a:gd name="connsiteX73" fmla="*/ 5149802 w 12192000"/>
              <a:gd name="connsiteY73" fmla="*/ 1844846 h 2237474"/>
              <a:gd name="connsiteX74" fmla="*/ 5114927 w 12192000"/>
              <a:gd name="connsiteY74" fmla="*/ 1847827 h 2237474"/>
              <a:gd name="connsiteX75" fmla="*/ 5108970 w 12192000"/>
              <a:gd name="connsiteY75" fmla="*/ 1847935 h 2237474"/>
              <a:gd name="connsiteX76" fmla="*/ 5067961 w 12192000"/>
              <a:gd name="connsiteY76" fmla="*/ 1845917 h 2237474"/>
              <a:gd name="connsiteX77" fmla="*/ 5007075 w 12192000"/>
              <a:gd name="connsiteY77" fmla="*/ 1838626 h 2237474"/>
              <a:gd name="connsiteX78" fmla="*/ 4944087 w 12192000"/>
              <a:gd name="connsiteY78" fmla="*/ 1823332 h 2237474"/>
              <a:gd name="connsiteX79" fmla="*/ 4907662 w 12192000"/>
              <a:gd name="connsiteY79" fmla="*/ 1816900 h 2237474"/>
              <a:gd name="connsiteX80" fmla="*/ 4882386 w 12192000"/>
              <a:gd name="connsiteY80" fmla="*/ 1809844 h 2237474"/>
              <a:gd name="connsiteX81" fmla="*/ 4811440 w 12192000"/>
              <a:gd name="connsiteY81" fmla="*/ 1804655 h 2237474"/>
              <a:gd name="connsiteX82" fmla="*/ 4691075 w 12192000"/>
              <a:gd name="connsiteY82" fmla="*/ 1801389 h 2237474"/>
              <a:gd name="connsiteX83" fmla="*/ 4640313 w 12192000"/>
              <a:gd name="connsiteY83" fmla="*/ 1784307 h 2237474"/>
              <a:gd name="connsiteX84" fmla="*/ 4536503 w 12192000"/>
              <a:gd name="connsiteY84" fmla="*/ 1785334 h 2237474"/>
              <a:gd name="connsiteX85" fmla="*/ 4513724 w 12192000"/>
              <a:gd name="connsiteY85" fmla="*/ 1791996 h 2237474"/>
              <a:gd name="connsiteX86" fmla="*/ 4459810 w 12192000"/>
              <a:gd name="connsiteY86" fmla="*/ 1797886 h 2237474"/>
              <a:gd name="connsiteX87" fmla="*/ 4379064 w 12192000"/>
              <a:gd name="connsiteY87" fmla="*/ 1817177 h 2237474"/>
              <a:gd name="connsiteX88" fmla="*/ 4290981 w 12192000"/>
              <a:gd name="connsiteY88" fmla="*/ 1839677 h 2237474"/>
              <a:gd name="connsiteX89" fmla="*/ 4238372 w 12192000"/>
              <a:gd name="connsiteY89" fmla="*/ 1851480 h 2237474"/>
              <a:gd name="connsiteX90" fmla="*/ 4232517 w 12192000"/>
              <a:gd name="connsiteY90" fmla="*/ 1852567 h 2237474"/>
              <a:gd name="connsiteX91" fmla="*/ 4191732 w 12192000"/>
              <a:gd name="connsiteY91" fmla="*/ 1857328 h 2237474"/>
              <a:gd name="connsiteX92" fmla="*/ 4065532 w 12192000"/>
              <a:gd name="connsiteY92" fmla="*/ 1855477 h 2237474"/>
              <a:gd name="connsiteX93" fmla="*/ 4028460 w 12192000"/>
              <a:gd name="connsiteY93" fmla="*/ 1855137 h 2237474"/>
              <a:gd name="connsiteX94" fmla="*/ 4002267 w 12192000"/>
              <a:gd name="connsiteY94" fmla="*/ 1852352 h 2237474"/>
              <a:gd name="connsiteX95" fmla="*/ 3931396 w 12192000"/>
              <a:gd name="connsiteY95" fmla="*/ 1858915 h 2237474"/>
              <a:gd name="connsiteX96" fmla="*/ 3812162 w 12192000"/>
              <a:gd name="connsiteY96" fmla="*/ 1875501 h 2237474"/>
              <a:gd name="connsiteX97" fmla="*/ 3758105 w 12192000"/>
              <a:gd name="connsiteY97" fmla="*/ 1871856 h 2237474"/>
              <a:gd name="connsiteX98" fmla="*/ 3715896 w 12192000"/>
              <a:gd name="connsiteY98" fmla="*/ 1881552 h 2237474"/>
              <a:gd name="connsiteX99" fmla="*/ 3567259 w 12192000"/>
              <a:gd name="connsiteY99" fmla="*/ 1893482 h 2237474"/>
              <a:gd name="connsiteX100" fmla="*/ 3405770 w 12192000"/>
              <a:gd name="connsiteY100" fmla="*/ 1904591 h 2237474"/>
              <a:gd name="connsiteX101" fmla="*/ 3280097 w 12192000"/>
              <a:gd name="connsiteY101" fmla="*/ 1919610 h 2237474"/>
              <a:gd name="connsiteX102" fmla="*/ 3009910 w 12192000"/>
              <a:gd name="connsiteY102" fmla="*/ 1957866 h 2237474"/>
              <a:gd name="connsiteX103" fmla="*/ 2995934 w 12192000"/>
              <a:gd name="connsiteY103" fmla="*/ 1967085 h 2237474"/>
              <a:gd name="connsiteX104" fmla="*/ 2942858 w 12192000"/>
              <a:gd name="connsiteY104" fmla="*/ 1981367 h 2237474"/>
              <a:gd name="connsiteX105" fmla="*/ 2875436 w 12192000"/>
              <a:gd name="connsiteY105" fmla="*/ 1996977 h 2237474"/>
              <a:gd name="connsiteX106" fmla="*/ 2874892 w 12192000"/>
              <a:gd name="connsiteY106" fmla="*/ 1996085 h 2237474"/>
              <a:gd name="connsiteX107" fmla="*/ 2843662 w 12192000"/>
              <a:gd name="connsiteY107" fmla="*/ 1992498 h 2237474"/>
              <a:gd name="connsiteX108" fmla="*/ 2718916 w 12192000"/>
              <a:gd name="connsiteY108" fmla="*/ 1990867 h 2237474"/>
              <a:gd name="connsiteX109" fmla="*/ 2713522 w 12192000"/>
              <a:gd name="connsiteY109" fmla="*/ 1990173 h 2237474"/>
              <a:gd name="connsiteX110" fmla="*/ 2476147 w 12192000"/>
              <a:gd name="connsiteY110" fmla="*/ 1998305 h 2237474"/>
              <a:gd name="connsiteX111" fmla="*/ 2373568 w 12192000"/>
              <a:gd name="connsiteY111" fmla="*/ 2003219 h 2237474"/>
              <a:gd name="connsiteX112" fmla="*/ 2287219 w 12192000"/>
              <a:gd name="connsiteY112" fmla="*/ 1998750 h 2237474"/>
              <a:gd name="connsiteX113" fmla="*/ 2243069 w 12192000"/>
              <a:gd name="connsiteY113" fmla="*/ 2005321 h 2237474"/>
              <a:gd name="connsiteX114" fmla="*/ 2164831 w 12192000"/>
              <a:gd name="connsiteY114" fmla="*/ 2010143 h 2237474"/>
              <a:gd name="connsiteX115" fmla="*/ 2085228 w 12192000"/>
              <a:gd name="connsiteY115" fmla="*/ 2046431 h 2237474"/>
              <a:gd name="connsiteX116" fmla="*/ 2058061 w 12192000"/>
              <a:gd name="connsiteY116" fmla="*/ 2047942 h 2237474"/>
              <a:gd name="connsiteX117" fmla="*/ 2042244 w 12192000"/>
              <a:gd name="connsiteY117" fmla="*/ 2055560 h 2237474"/>
              <a:gd name="connsiteX118" fmla="*/ 1877728 w 12192000"/>
              <a:gd name="connsiteY118" fmla="*/ 2101004 h 2237474"/>
              <a:gd name="connsiteX119" fmla="*/ 1759056 w 12192000"/>
              <a:gd name="connsiteY119" fmla="*/ 2125608 h 2237474"/>
              <a:gd name="connsiteX120" fmla="*/ 1637948 w 12192000"/>
              <a:gd name="connsiteY120" fmla="*/ 2172597 h 2237474"/>
              <a:gd name="connsiteX121" fmla="*/ 1434549 w 12192000"/>
              <a:gd name="connsiteY121" fmla="*/ 2234522 h 2237474"/>
              <a:gd name="connsiteX122" fmla="*/ 1398481 w 12192000"/>
              <a:gd name="connsiteY122" fmla="*/ 2237074 h 2237474"/>
              <a:gd name="connsiteX123" fmla="*/ 1398407 w 12192000"/>
              <a:gd name="connsiteY123" fmla="*/ 2237095 h 2237474"/>
              <a:gd name="connsiteX124" fmla="*/ 1370962 w 12192000"/>
              <a:gd name="connsiteY124" fmla="*/ 2237474 h 2237474"/>
              <a:gd name="connsiteX125" fmla="*/ 1356367 w 12192000"/>
              <a:gd name="connsiteY125" fmla="*/ 2235089 h 2237474"/>
              <a:gd name="connsiteX126" fmla="*/ 1279765 w 12192000"/>
              <a:gd name="connsiteY126" fmla="*/ 2229639 h 2237474"/>
              <a:gd name="connsiteX127" fmla="*/ 1195347 w 12192000"/>
              <a:gd name="connsiteY127" fmla="*/ 2212354 h 2237474"/>
              <a:gd name="connsiteX128" fmla="*/ 970251 w 12192000"/>
              <a:gd name="connsiteY128" fmla="*/ 2221029 h 2237474"/>
              <a:gd name="connsiteX129" fmla="*/ 812914 w 12192000"/>
              <a:gd name="connsiteY129" fmla="*/ 2210095 h 2237474"/>
              <a:gd name="connsiteX130" fmla="*/ 776382 w 12192000"/>
              <a:gd name="connsiteY130" fmla="*/ 2204512 h 2237474"/>
              <a:gd name="connsiteX131" fmla="*/ 597225 w 12192000"/>
              <a:gd name="connsiteY131" fmla="*/ 2180999 h 2237474"/>
              <a:gd name="connsiteX132" fmla="*/ 520671 w 12192000"/>
              <a:gd name="connsiteY132" fmla="*/ 2180980 h 2237474"/>
              <a:gd name="connsiteX133" fmla="*/ 515024 w 12192000"/>
              <a:gd name="connsiteY133" fmla="*/ 2179258 h 2237474"/>
              <a:gd name="connsiteX134" fmla="*/ 413835 w 12192000"/>
              <a:gd name="connsiteY134" fmla="*/ 2156783 h 2237474"/>
              <a:gd name="connsiteX135" fmla="*/ 376513 w 12192000"/>
              <a:gd name="connsiteY135" fmla="*/ 2154014 h 2237474"/>
              <a:gd name="connsiteX136" fmla="*/ 273386 w 12192000"/>
              <a:gd name="connsiteY136" fmla="*/ 2142551 h 2237474"/>
              <a:gd name="connsiteX137" fmla="*/ 169207 w 12192000"/>
              <a:gd name="connsiteY137" fmla="*/ 2128100 h 2237474"/>
              <a:gd name="connsiteX138" fmla="*/ 77641 w 12192000"/>
              <a:gd name="connsiteY138" fmla="*/ 2126835 h 2237474"/>
              <a:gd name="connsiteX139" fmla="*/ 37645 w 12192000"/>
              <a:gd name="connsiteY139" fmla="*/ 2115401 h 2237474"/>
              <a:gd name="connsiteX140" fmla="*/ 4572 w 12192000"/>
              <a:gd name="connsiteY140" fmla="*/ 2111091 h 2237474"/>
              <a:gd name="connsiteX141" fmla="*/ 0 w 12192000"/>
              <a:gd name="connsiteY141" fmla="*/ 2110468 h 2237474"/>
              <a:gd name="connsiteX142" fmla="*/ 0 w 12192000"/>
              <a:gd name="connsiteY142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1890686 w 12192000"/>
              <a:gd name="connsiteY4" fmla="*/ 732766 h 2237474"/>
              <a:gd name="connsiteX5" fmla="*/ 11820512 w 12192000"/>
              <a:gd name="connsiteY5" fmla="*/ 745392 h 2237474"/>
              <a:gd name="connsiteX6" fmla="*/ 11649954 w 12192000"/>
              <a:gd name="connsiteY6" fmla="*/ 749628 h 2237474"/>
              <a:gd name="connsiteX7" fmla="*/ 11560424 w 12192000"/>
              <a:gd name="connsiteY7" fmla="*/ 748017 h 2237474"/>
              <a:gd name="connsiteX8" fmla="*/ 11358455 w 12192000"/>
              <a:gd name="connsiteY8" fmla="*/ 747593 h 2237474"/>
              <a:gd name="connsiteX9" fmla="*/ 11165209 w 12192000"/>
              <a:gd name="connsiteY9" fmla="*/ 748852 h 2237474"/>
              <a:gd name="connsiteX10" fmla="*/ 11058755 w 12192000"/>
              <a:gd name="connsiteY10" fmla="*/ 749617 h 2237474"/>
              <a:gd name="connsiteX11" fmla="*/ 10846594 w 12192000"/>
              <a:gd name="connsiteY11" fmla="*/ 765069 h 2237474"/>
              <a:gd name="connsiteX12" fmla="*/ 10739478 w 12192000"/>
              <a:gd name="connsiteY12" fmla="*/ 776841 h 2237474"/>
              <a:gd name="connsiteX13" fmla="*/ 10458762 w 12192000"/>
              <a:gd name="connsiteY13" fmla="*/ 755400 h 2237474"/>
              <a:gd name="connsiteX14" fmla="*/ 10211200 w 12192000"/>
              <a:gd name="connsiteY14" fmla="*/ 767513 h 2237474"/>
              <a:gd name="connsiteX15" fmla="*/ 10167995 w 12192000"/>
              <a:gd name="connsiteY15" fmla="*/ 760843 h 2237474"/>
              <a:gd name="connsiteX16" fmla="*/ 9997044 w 12192000"/>
              <a:gd name="connsiteY16" fmla="*/ 780129 h 2237474"/>
              <a:gd name="connsiteX17" fmla="*/ 9943887 w 12192000"/>
              <a:gd name="connsiteY17" fmla="*/ 804141 h 2237474"/>
              <a:gd name="connsiteX18" fmla="*/ 9918248 w 12192000"/>
              <a:gd name="connsiteY18" fmla="*/ 816628 h 2237474"/>
              <a:gd name="connsiteX19" fmla="*/ 9767091 w 12192000"/>
              <a:gd name="connsiteY19" fmla="*/ 870550 h 2237474"/>
              <a:gd name="connsiteX20" fmla="*/ 9683005 w 12192000"/>
              <a:gd name="connsiteY20" fmla="*/ 894128 h 2237474"/>
              <a:gd name="connsiteX21" fmla="*/ 9594438 w 12192000"/>
              <a:gd name="connsiteY21" fmla="*/ 919051 h 2237474"/>
              <a:gd name="connsiteX22" fmla="*/ 9544189 w 12192000"/>
              <a:gd name="connsiteY22" fmla="*/ 938966 h 2237474"/>
              <a:gd name="connsiteX23" fmla="*/ 9500499 w 12192000"/>
              <a:gd name="connsiteY23" fmla="*/ 954680 h 2237474"/>
              <a:gd name="connsiteX24" fmla="*/ 9410017 w 12192000"/>
              <a:gd name="connsiteY24" fmla="*/ 993931 h 2237474"/>
              <a:gd name="connsiteX25" fmla="*/ 9392919 w 12192000"/>
              <a:gd name="connsiteY25" fmla="*/ 994656 h 2237474"/>
              <a:gd name="connsiteX26" fmla="*/ 9268019 w 12192000"/>
              <a:gd name="connsiteY26" fmla="*/ 1007442 h 2237474"/>
              <a:gd name="connsiteX27" fmla="*/ 9188177 w 12192000"/>
              <a:gd name="connsiteY27" fmla="*/ 1035474 h 2237474"/>
              <a:gd name="connsiteX28" fmla="*/ 9155969 w 12192000"/>
              <a:gd name="connsiteY28" fmla="*/ 1046804 h 2237474"/>
              <a:gd name="connsiteX29" fmla="*/ 9133985 w 12192000"/>
              <a:gd name="connsiteY29" fmla="*/ 1046450 h 2237474"/>
              <a:gd name="connsiteX30" fmla="*/ 9003462 w 12192000"/>
              <a:gd name="connsiteY30" fmla="*/ 1042406 h 2237474"/>
              <a:gd name="connsiteX31" fmla="*/ 8968445 w 12192000"/>
              <a:gd name="connsiteY31" fmla="*/ 1052169 h 2237474"/>
              <a:gd name="connsiteX32" fmla="*/ 8886001 w 12192000"/>
              <a:gd name="connsiteY32" fmla="*/ 1067468 h 2237474"/>
              <a:gd name="connsiteX33" fmla="*/ 8838610 w 12192000"/>
              <a:gd name="connsiteY33" fmla="*/ 1075091 h 2237474"/>
              <a:gd name="connsiteX34" fmla="*/ 8750383 w 12192000"/>
              <a:gd name="connsiteY34" fmla="*/ 1097387 h 2237474"/>
              <a:gd name="connsiteX35" fmla="*/ 8665605 w 12192000"/>
              <a:gd name="connsiteY35" fmla="*/ 1110791 h 2237474"/>
              <a:gd name="connsiteX36" fmla="*/ 8584946 w 12192000"/>
              <a:gd name="connsiteY36" fmla="*/ 1135226 h 2237474"/>
              <a:gd name="connsiteX37" fmla="*/ 8419755 w 12192000"/>
              <a:gd name="connsiteY37" fmla="*/ 1216260 h 2237474"/>
              <a:gd name="connsiteX38" fmla="*/ 8411626 w 12192000"/>
              <a:gd name="connsiteY38" fmla="*/ 1214397 h 2237474"/>
              <a:gd name="connsiteX39" fmla="*/ 8363469 w 12192000"/>
              <a:gd name="connsiteY39" fmla="*/ 1246658 h 2237474"/>
              <a:gd name="connsiteX40" fmla="*/ 8275497 w 12192000"/>
              <a:gd name="connsiteY40" fmla="*/ 1264396 h 2237474"/>
              <a:gd name="connsiteX41" fmla="*/ 8074238 w 12192000"/>
              <a:gd name="connsiteY41" fmla="*/ 1301895 h 2237474"/>
              <a:gd name="connsiteX42" fmla="*/ 7942099 w 12192000"/>
              <a:gd name="connsiteY42" fmla="*/ 1336332 h 2237474"/>
              <a:gd name="connsiteX43" fmla="*/ 7902328 w 12192000"/>
              <a:gd name="connsiteY43" fmla="*/ 1345865 h 2237474"/>
              <a:gd name="connsiteX44" fmla="*/ 7840612 w 12192000"/>
              <a:gd name="connsiteY44" fmla="*/ 1369373 h 2237474"/>
              <a:gd name="connsiteX45" fmla="*/ 7786819 w 12192000"/>
              <a:gd name="connsiteY45" fmla="*/ 1378970 h 2237474"/>
              <a:gd name="connsiteX46" fmla="*/ 7548172 w 12192000"/>
              <a:gd name="connsiteY46" fmla="*/ 1417460 h 2237474"/>
              <a:gd name="connsiteX47" fmla="*/ 7483437 w 12192000"/>
              <a:gd name="connsiteY47" fmla="*/ 1478152 h 2237474"/>
              <a:gd name="connsiteX48" fmla="*/ 7377870 w 12192000"/>
              <a:gd name="connsiteY48" fmla="*/ 1523319 h 2237474"/>
              <a:gd name="connsiteX49" fmla="*/ 7230737 w 12192000"/>
              <a:gd name="connsiteY49" fmla="*/ 1562633 h 2237474"/>
              <a:gd name="connsiteX50" fmla="*/ 7224458 w 12192000"/>
              <a:gd name="connsiteY50" fmla="*/ 1573008 h 2237474"/>
              <a:gd name="connsiteX51" fmla="*/ 7183121 w 12192000"/>
              <a:gd name="connsiteY51" fmla="*/ 1595162 h 2237474"/>
              <a:gd name="connsiteX52" fmla="*/ 7164601 w 12192000"/>
              <a:gd name="connsiteY52" fmla="*/ 1606490 h 2237474"/>
              <a:gd name="connsiteX53" fmla="*/ 6900177 w 12192000"/>
              <a:gd name="connsiteY53" fmla="*/ 1636016 h 2237474"/>
              <a:gd name="connsiteX54" fmla="*/ 6795372 w 12192000"/>
              <a:gd name="connsiteY54" fmla="*/ 1644845 h 2237474"/>
              <a:gd name="connsiteX55" fmla="*/ 6692251 w 12192000"/>
              <a:gd name="connsiteY55" fmla="*/ 1656357 h 2237474"/>
              <a:gd name="connsiteX56" fmla="*/ 6655235 w 12192000"/>
              <a:gd name="connsiteY56" fmla="*/ 1661869 h 2237474"/>
              <a:gd name="connsiteX57" fmla="*/ 6554894 w 12192000"/>
              <a:gd name="connsiteY57" fmla="*/ 1664428 h 2237474"/>
              <a:gd name="connsiteX58" fmla="*/ 6516595 w 12192000"/>
              <a:gd name="connsiteY58" fmla="*/ 1667475 h 2237474"/>
              <a:gd name="connsiteX59" fmla="*/ 6508541 w 12192000"/>
              <a:gd name="connsiteY59" fmla="*/ 1668757 h 2237474"/>
              <a:gd name="connsiteX60" fmla="*/ 6471012 w 12192000"/>
              <a:gd name="connsiteY60" fmla="*/ 1678604 h 2237474"/>
              <a:gd name="connsiteX61" fmla="*/ 6364035 w 12192000"/>
              <a:gd name="connsiteY61" fmla="*/ 1667683 h 2237474"/>
              <a:gd name="connsiteX62" fmla="*/ 6280959 w 12192000"/>
              <a:gd name="connsiteY62" fmla="*/ 1689329 h 2237474"/>
              <a:gd name="connsiteX63" fmla="*/ 6243319 w 12192000"/>
              <a:gd name="connsiteY63" fmla="*/ 1695560 h 2237474"/>
              <a:gd name="connsiteX64" fmla="*/ 6098321 w 12192000"/>
              <a:gd name="connsiteY64" fmla="*/ 1721646 h 2237474"/>
              <a:gd name="connsiteX65" fmla="*/ 5880652 w 12192000"/>
              <a:gd name="connsiteY65" fmla="*/ 1779643 h 2237474"/>
              <a:gd name="connsiteX66" fmla="*/ 5785959 w 12192000"/>
              <a:gd name="connsiteY66" fmla="*/ 1775307 h 2237474"/>
              <a:gd name="connsiteX67" fmla="*/ 5643534 w 12192000"/>
              <a:gd name="connsiteY67" fmla="*/ 1802919 h 2237474"/>
              <a:gd name="connsiteX68" fmla="*/ 5518799 w 12192000"/>
              <a:gd name="connsiteY68" fmla="*/ 1818312 h 2237474"/>
              <a:gd name="connsiteX69" fmla="*/ 5505014 w 12192000"/>
              <a:gd name="connsiteY69" fmla="*/ 1819259 h 2237474"/>
              <a:gd name="connsiteX70" fmla="*/ 5453307 w 12192000"/>
              <a:gd name="connsiteY70" fmla="*/ 1815450 h 2237474"/>
              <a:gd name="connsiteX71" fmla="*/ 5221533 w 12192000"/>
              <a:gd name="connsiteY71" fmla="*/ 1846950 h 2237474"/>
              <a:gd name="connsiteX72" fmla="*/ 5149802 w 12192000"/>
              <a:gd name="connsiteY72" fmla="*/ 1844846 h 2237474"/>
              <a:gd name="connsiteX73" fmla="*/ 5114927 w 12192000"/>
              <a:gd name="connsiteY73" fmla="*/ 1847827 h 2237474"/>
              <a:gd name="connsiteX74" fmla="*/ 5108970 w 12192000"/>
              <a:gd name="connsiteY74" fmla="*/ 1847935 h 2237474"/>
              <a:gd name="connsiteX75" fmla="*/ 5067961 w 12192000"/>
              <a:gd name="connsiteY75" fmla="*/ 1845917 h 2237474"/>
              <a:gd name="connsiteX76" fmla="*/ 5007075 w 12192000"/>
              <a:gd name="connsiteY76" fmla="*/ 1838626 h 2237474"/>
              <a:gd name="connsiteX77" fmla="*/ 4944087 w 12192000"/>
              <a:gd name="connsiteY77" fmla="*/ 1823332 h 2237474"/>
              <a:gd name="connsiteX78" fmla="*/ 4907662 w 12192000"/>
              <a:gd name="connsiteY78" fmla="*/ 1816900 h 2237474"/>
              <a:gd name="connsiteX79" fmla="*/ 4882386 w 12192000"/>
              <a:gd name="connsiteY79" fmla="*/ 1809844 h 2237474"/>
              <a:gd name="connsiteX80" fmla="*/ 4811440 w 12192000"/>
              <a:gd name="connsiteY80" fmla="*/ 1804655 h 2237474"/>
              <a:gd name="connsiteX81" fmla="*/ 4691075 w 12192000"/>
              <a:gd name="connsiteY81" fmla="*/ 1801389 h 2237474"/>
              <a:gd name="connsiteX82" fmla="*/ 4640313 w 12192000"/>
              <a:gd name="connsiteY82" fmla="*/ 1784307 h 2237474"/>
              <a:gd name="connsiteX83" fmla="*/ 4536503 w 12192000"/>
              <a:gd name="connsiteY83" fmla="*/ 1785334 h 2237474"/>
              <a:gd name="connsiteX84" fmla="*/ 4513724 w 12192000"/>
              <a:gd name="connsiteY84" fmla="*/ 1791996 h 2237474"/>
              <a:gd name="connsiteX85" fmla="*/ 4459810 w 12192000"/>
              <a:gd name="connsiteY85" fmla="*/ 1797886 h 2237474"/>
              <a:gd name="connsiteX86" fmla="*/ 4379064 w 12192000"/>
              <a:gd name="connsiteY86" fmla="*/ 1817177 h 2237474"/>
              <a:gd name="connsiteX87" fmla="*/ 4290981 w 12192000"/>
              <a:gd name="connsiteY87" fmla="*/ 1839677 h 2237474"/>
              <a:gd name="connsiteX88" fmla="*/ 4238372 w 12192000"/>
              <a:gd name="connsiteY88" fmla="*/ 1851480 h 2237474"/>
              <a:gd name="connsiteX89" fmla="*/ 4232517 w 12192000"/>
              <a:gd name="connsiteY89" fmla="*/ 1852567 h 2237474"/>
              <a:gd name="connsiteX90" fmla="*/ 4191732 w 12192000"/>
              <a:gd name="connsiteY90" fmla="*/ 1857328 h 2237474"/>
              <a:gd name="connsiteX91" fmla="*/ 4065532 w 12192000"/>
              <a:gd name="connsiteY91" fmla="*/ 1855477 h 2237474"/>
              <a:gd name="connsiteX92" fmla="*/ 4028460 w 12192000"/>
              <a:gd name="connsiteY92" fmla="*/ 1855137 h 2237474"/>
              <a:gd name="connsiteX93" fmla="*/ 4002267 w 12192000"/>
              <a:gd name="connsiteY93" fmla="*/ 1852352 h 2237474"/>
              <a:gd name="connsiteX94" fmla="*/ 3931396 w 12192000"/>
              <a:gd name="connsiteY94" fmla="*/ 1858915 h 2237474"/>
              <a:gd name="connsiteX95" fmla="*/ 3812162 w 12192000"/>
              <a:gd name="connsiteY95" fmla="*/ 1875501 h 2237474"/>
              <a:gd name="connsiteX96" fmla="*/ 3758105 w 12192000"/>
              <a:gd name="connsiteY96" fmla="*/ 1871856 h 2237474"/>
              <a:gd name="connsiteX97" fmla="*/ 3715896 w 12192000"/>
              <a:gd name="connsiteY97" fmla="*/ 1881552 h 2237474"/>
              <a:gd name="connsiteX98" fmla="*/ 3567259 w 12192000"/>
              <a:gd name="connsiteY98" fmla="*/ 1893482 h 2237474"/>
              <a:gd name="connsiteX99" fmla="*/ 3405770 w 12192000"/>
              <a:gd name="connsiteY99" fmla="*/ 1904591 h 2237474"/>
              <a:gd name="connsiteX100" fmla="*/ 3280097 w 12192000"/>
              <a:gd name="connsiteY100" fmla="*/ 1919610 h 2237474"/>
              <a:gd name="connsiteX101" fmla="*/ 3009910 w 12192000"/>
              <a:gd name="connsiteY101" fmla="*/ 1957866 h 2237474"/>
              <a:gd name="connsiteX102" fmla="*/ 2995934 w 12192000"/>
              <a:gd name="connsiteY102" fmla="*/ 1967085 h 2237474"/>
              <a:gd name="connsiteX103" fmla="*/ 2942858 w 12192000"/>
              <a:gd name="connsiteY103" fmla="*/ 1981367 h 2237474"/>
              <a:gd name="connsiteX104" fmla="*/ 2875436 w 12192000"/>
              <a:gd name="connsiteY104" fmla="*/ 1996977 h 2237474"/>
              <a:gd name="connsiteX105" fmla="*/ 2874892 w 12192000"/>
              <a:gd name="connsiteY105" fmla="*/ 1996085 h 2237474"/>
              <a:gd name="connsiteX106" fmla="*/ 2843662 w 12192000"/>
              <a:gd name="connsiteY106" fmla="*/ 1992498 h 2237474"/>
              <a:gd name="connsiteX107" fmla="*/ 2718916 w 12192000"/>
              <a:gd name="connsiteY107" fmla="*/ 1990867 h 2237474"/>
              <a:gd name="connsiteX108" fmla="*/ 2713522 w 12192000"/>
              <a:gd name="connsiteY108" fmla="*/ 1990173 h 2237474"/>
              <a:gd name="connsiteX109" fmla="*/ 2476147 w 12192000"/>
              <a:gd name="connsiteY109" fmla="*/ 1998305 h 2237474"/>
              <a:gd name="connsiteX110" fmla="*/ 2373568 w 12192000"/>
              <a:gd name="connsiteY110" fmla="*/ 2003219 h 2237474"/>
              <a:gd name="connsiteX111" fmla="*/ 2287219 w 12192000"/>
              <a:gd name="connsiteY111" fmla="*/ 1998750 h 2237474"/>
              <a:gd name="connsiteX112" fmla="*/ 2243069 w 12192000"/>
              <a:gd name="connsiteY112" fmla="*/ 2005321 h 2237474"/>
              <a:gd name="connsiteX113" fmla="*/ 2164831 w 12192000"/>
              <a:gd name="connsiteY113" fmla="*/ 2010143 h 2237474"/>
              <a:gd name="connsiteX114" fmla="*/ 2085228 w 12192000"/>
              <a:gd name="connsiteY114" fmla="*/ 2046431 h 2237474"/>
              <a:gd name="connsiteX115" fmla="*/ 2058061 w 12192000"/>
              <a:gd name="connsiteY115" fmla="*/ 2047942 h 2237474"/>
              <a:gd name="connsiteX116" fmla="*/ 2042244 w 12192000"/>
              <a:gd name="connsiteY116" fmla="*/ 2055560 h 2237474"/>
              <a:gd name="connsiteX117" fmla="*/ 1877728 w 12192000"/>
              <a:gd name="connsiteY117" fmla="*/ 2101004 h 2237474"/>
              <a:gd name="connsiteX118" fmla="*/ 1759056 w 12192000"/>
              <a:gd name="connsiteY118" fmla="*/ 2125608 h 2237474"/>
              <a:gd name="connsiteX119" fmla="*/ 1637948 w 12192000"/>
              <a:gd name="connsiteY119" fmla="*/ 2172597 h 2237474"/>
              <a:gd name="connsiteX120" fmla="*/ 1434549 w 12192000"/>
              <a:gd name="connsiteY120" fmla="*/ 2234522 h 2237474"/>
              <a:gd name="connsiteX121" fmla="*/ 1398481 w 12192000"/>
              <a:gd name="connsiteY121" fmla="*/ 2237074 h 2237474"/>
              <a:gd name="connsiteX122" fmla="*/ 1398407 w 12192000"/>
              <a:gd name="connsiteY122" fmla="*/ 2237095 h 2237474"/>
              <a:gd name="connsiteX123" fmla="*/ 1370962 w 12192000"/>
              <a:gd name="connsiteY123" fmla="*/ 2237474 h 2237474"/>
              <a:gd name="connsiteX124" fmla="*/ 1356367 w 12192000"/>
              <a:gd name="connsiteY124" fmla="*/ 2235089 h 2237474"/>
              <a:gd name="connsiteX125" fmla="*/ 1279765 w 12192000"/>
              <a:gd name="connsiteY125" fmla="*/ 2229639 h 2237474"/>
              <a:gd name="connsiteX126" fmla="*/ 1195347 w 12192000"/>
              <a:gd name="connsiteY126" fmla="*/ 2212354 h 2237474"/>
              <a:gd name="connsiteX127" fmla="*/ 970251 w 12192000"/>
              <a:gd name="connsiteY127" fmla="*/ 2221029 h 2237474"/>
              <a:gd name="connsiteX128" fmla="*/ 812914 w 12192000"/>
              <a:gd name="connsiteY128" fmla="*/ 2210095 h 2237474"/>
              <a:gd name="connsiteX129" fmla="*/ 776382 w 12192000"/>
              <a:gd name="connsiteY129" fmla="*/ 2204512 h 2237474"/>
              <a:gd name="connsiteX130" fmla="*/ 597225 w 12192000"/>
              <a:gd name="connsiteY130" fmla="*/ 2180999 h 2237474"/>
              <a:gd name="connsiteX131" fmla="*/ 520671 w 12192000"/>
              <a:gd name="connsiteY131" fmla="*/ 2180980 h 2237474"/>
              <a:gd name="connsiteX132" fmla="*/ 515024 w 12192000"/>
              <a:gd name="connsiteY132" fmla="*/ 2179258 h 2237474"/>
              <a:gd name="connsiteX133" fmla="*/ 413835 w 12192000"/>
              <a:gd name="connsiteY133" fmla="*/ 2156783 h 2237474"/>
              <a:gd name="connsiteX134" fmla="*/ 376513 w 12192000"/>
              <a:gd name="connsiteY134" fmla="*/ 2154014 h 2237474"/>
              <a:gd name="connsiteX135" fmla="*/ 273386 w 12192000"/>
              <a:gd name="connsiteY135" fmla="*/ 2142551 h 2237474"/>
              <a:gd name="connsiteX136" fmla="*/ 169207 w 12192000"/>
              <a:gd name="connsiteY136" fmla="*/ 2128100 h 2237474"/>
              <a:gd name="connsiteX137" fmla="*/ 77641 w 12192000"/>
              <a:gd name="connsiteY137" fmla="*/ 2126835 h 2237474"/>
              <a:gd name="connsiteX138" fmla="*/ 37645 w 12192000"/>
              <a:gd name="connsiteY138" fmla="*/ 2115401 h 2237474"/>
              <a:gd name="connsiteX139" fmla="*/ 4572 w 12192000"/>
              <a:gd name="connsiteY139" fmla="*/ 2111091 h 2237474"/>
              <a:gd name="connsiteX140" fmla="*/ 0 w 12192000"/>
              <a:gd name="connsiteY140" fmla="*/ 2110468 h 2237474"/>
              <a:gd name="connsiteX141" fmla="*/ 0 w 12192000"/>
              <a:gd name="connsiteY141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38659 w 12192000"/>
              <a:gd name="connsiteY3" fmla="*/ 756742 h 2237474"/>
              <a:gd name="connsiteX4" fmla="*/ 11890686 w 12192000"/>
              <a:gd name="connsiteY4" fmla="*/ 732766 h 2237474"/>
              <a:gd name="connsiteX5" fmla="*/ 11820512 w 12192000"/>
              <a:gd name="connsiteY5" fmla="*/ 745392 h 2237474"/>
              <a:gd name="connsiteX6" fmla="*/ 11649954 w 12192000"/>
              <a:gd name="connsiteY6" fmla="*/ 749628 h 2237474"/>
              <a:gd name="connsiteX7" fmla="*/ 11560424 w 12192000"/>
              <a:gd name="connsiteY7" fmla="*/ 748017 h 2237474"/>
              <a:gd name="connsiteX8" fmla="*/ 11358455 w 12192000"/>
              <a:gd name="connsiteY8" fmla="*/ 747593 h 2237474"/>
              <a:gd name="connsiteX9" fmla="*/ 11165209 w 12192000"/>
              <a:gd name="connsiteY9" fmla="*/ 748852 h 2237474"/>
              <a:gd name="connsiteX10" fmla="*/ 11058755 w 12192000"/>
              <a:gd name="connsiteY10" fmla="*/ 749617 h 2237474"/>
              <a:gd name="connsiteX11" fmla="*/ 10846594 w 12192000"/>
              <a:gd name="connsiteY11" fmla="*/ 765069 h 2237474"/>
              <a:gd name="connsiteX12" fmla="*/ 10739478 w 12192000"/>
              <a:gd name="connsiteY12" fmla="*/ 776841 h 2237474"/>
              <a:gd name="connsiteX13" fmla="*/ 10458762 w 12192000"/>
              <a:gd name="connsiteY13" fmla="*/ 755400 h 2237474"/>
              <a:gd name="connsiteX14" fmla="*/ 10211200 w 12192000"/>
              <a:gd name="connsiteY14" fmla="*/ 767513 h 2237474"/>
              <a:gd name="connsiteX15" fmla="*/ 10167995 w 12192000"/>
              <a:gd name="connsiteY15" fmla="*/ 760843 h 2237474"/>
              <a:gd name="connsiteX16" fmla="*/ 9997044 w 12192000"/>
              <a:gd name="connsiteY16" fmla="*/ 780129 h 2237474"/>
              <a:gd name="connsiteX17" fmla="*/ 9943887 w 12192000"/>
              <a:gd name="connsiteY17" fmla="*/ 804141 h 2237474"/>
              <a:gd name="connsiteX18" fmla="*/ 9918248 w 12192000"/>
              <a:gd name="connsiteY18" fmla="*/ 816628 h 2237474"/>
              <a:gd name="connsiteX19" fmla="*/ 9767091 w 12192000"/>
              <a:gd name="connsiteY19" fmla="*/ 870550 h 2237474"/>
              <a:gd name="connsiteX20" fmla="*/ 9683005 w 12192000"/>
              <a:gd name="connsiteY20" fmla="*/ 894128 h 2237474"/>
              <a:gd name="connsiteX21" fmla="*/ 9594438 w 12192000"/>
              <a:gd name="connsiteY21" fmla="*/ 919051 h 2237474"/>
              <a:gd name="connsiteX22" fmla="*/ 9544189 w 12192000"/>
              <a:gd name="connsiteY22" fmla="*/ 938966 h 2237474"/>
              <a:gd name="connsiteX23" fmla="*/ 9500499 w 12192000"/>
              <a:gd name="connsiteY23" fmla="*/ 954680 h 2237474"/>
              <a:gd name="connsiteX24" fmla="*/ 9410017 w 12192000"/>
              <a:gd name="connsiteY24" fmla="*/ 993931 h 2237474"/>
              <a:gd name="connsiteX25" fmla="*/ 9392919 w 12192000"/>
              <a:gd name="connsiteY25" fmla="*/ 994656 h 2237474"/>
              <a:gd name="connsiteX26" fmla="*/ 9268019 w 12192000"/>
              <a:gd name="connsiteY26" fmla="*/ 1007442 h 2237474"/>
              <a:gd name="connsiteX27" fmla="*/ 9188177 w 12192000"/>
              <a:gd name="connsiteY27" fmla="*/ 1035474 h 2237474"/>
              <a:gd name="connsiteX28" fmla="*/ 9155969 w 12192000"/>
              <a:gd name="connsiteY28" fmla="*/ 1046804 h 2237474"/>
              <a:gd name="connsiteX29" fmla="*/ 9133985 w 12192000"/>
              <a:gd name="connsiteY29" fmla="*/ 1046450 h 2237474"/>
              <a:gd name="connsiteX30" fmla="*/ 9003462 w 12192000"/>
              <a:gd name="connsiteY30" fmla="*/ 1042406 h 2237474"/>
              <a:gd name="connsiteX31" fmla="*/ 8968445 w 12192000"/>
              <a:gd name="connsiteY31" fmla="*/ 1052169 h 2237474"/>
              <a:gd name="connsiteX32" fmla="*/ 8886001 w 12192000"/>
              <a:gd name="connsiteY32" fmla="*/ 1067468 h 2237474"/>
              <a:gd name="connsiteX33" fmla="*/ 8838610 w 12192000"/>
              <a:gd name="connsiteY33" fmla="*/ 1075091 h 2237474"/>
              <a:gd name="connsiteX34" fmla="*/ 8750383 w 12192000"/>
              <a:gd name="connsiteY34" fmla="*/ 1097387 h 2237474"/>
              <a:gd name="connsiteX35" fmla="*/ 8665605 w 12192000"/>
              <a:gd name="connsiteY35" fmla="*/ 1110791 h 2237474"/>
              <a:gd name="connsiteX36" fmla="*/ 8584946 w 12192000"/>
              <a:gd name="connsiteY36" fmla="*/ 1135226 h 2237474"/>
              <a:gd name="connsiteX37" fmla="*/ 8419755 w 12192000"/>
              <a:gd name="connsiteY37" fmla="*/ 1216260 h 2237474"/>
              <a:gd name="connsiteX38" fmla="*/ 8411626 w 12192000"/>
              <a:gd name="connsiteY38" fmla="*/ 1214397 h 2237474"/>
              <a:gd name="connsiteX39" fmla="*/ 8363469 w 12192000"/>
              <a:gd name="connsiteY39" fmla="*/ 1246658 h 2237474"/>
              <a:gd name="connsiteX40" fmla="*/ 8275497 w 12192000"/>
              <a:gd name="connsiteY40" fmla="*/ 1264396 h 2237474"/>
              <a:gd name="connsiteX41" fmla="*/ 8074238 w 12192000"/>
              <a:gd name="connsiteY41" fmla="*/ 1301895 h 2237474"/>
              <a:gd name="connsiteX42" fmla="*/ 7942099 w 12192000"/>
              <a:gd name="connsiteY42" fmla="*/ 1336332 h 2237474"/>
              <a:gd name="connsiteX43" fmla="*/ 7902328 w 12192000"/>
              <a:gd name="connsiteY43" fmla="*/ 1345865 h 2237474"/>
              <a:gd name="connsiteX44" fmla="*/ 7840612 w 12192000"/>
              <a:gd name="connsiteY44" fmla="*/ 1369373 h 2237474"/>
              <a:gd name="connsiteX45" fmla="*/ 7786819 w 12192000"/>
              <a:gd name="connsiteY45" fmla="*/ 1378970 h 2237474"/>
              <a:gd name="connsiteX46" fmla="*/ 7548172 w 12192000"/>
              <a:gd name="connsiteY46" fmla="*/ 1417460 h 2237474"/>
              <a:gd name="connsiteX47" fmla="*/ 7483437 w 12192000"/>
              <a:gd name="connsiteY47" fmla="*/ 1478152 h 2237474"/>
              <a:gd name="connsiteX48" fmla="*/ 7377870 w 12192000"/>
              <a:gd name="connsiteY48" fmla="*/ 1523319 h 2237474"/>
              <a:gd name="connsiteX49" fmla="*/ 7230737 w 12192000"/>
              <a:gd name="connsiteY49" fmla="*/ 1562633 h 2237474"/>
              <a:gd name="connsiteX50" fmla="*/ 7224458 w 12192000"/>
              <a:gd name="connsiteY50" fmla="*/ 1573008 h 2237474"/>
              <a:gd name="connsiteX51" fmla="*/ 7183121 w 12192000"/>
              <a:gd name="connsiteY51" fmla="*/ 1595162 h 2237474"/>
              <a:gd name="connsiteX52" fmla="*/ 7164601 w 12192000"/>
              <a:gd name="connsiteY52" fmla="*/ 1606490 h 2237474"/>
              <a:gd name="connsiteX53" fmla="*/ 6900177 w 12192000"/>
              <a:gd name="connsiteY53" fmla="*/ 1636016 h 2237474"/>
              <a:gd name="connsiteX54" fmla="*/ 6795372 w 12192000"/>
              <a:gd name="connsiteY54" fmla="*/ 1644845 h 2237474"/>
              <a:gd name="connsiteX55" fmla="*/ 6692251 w 12192000"/>
              <a:gd name="connsiteY55" fmla="*/ 1656357 h 2237474"/>
              <a:gd name="connsiteX56" fmla="*/ 6655235 w 12192000"/>
              <a:gd name="connsiteY56" fmla="*/ 1661869 h 2237474"/>
              <a:gd name="connsiteX57" fmla="*/ 6554894 w 12192000"/>
              <a:gd name="connsiteY57" fmla="*/ 1664428 h 2237474"/>
              <a:gd name="connsiteX58" fmla="*/ 6516595 w 12192000"/>
              <a:gd name="connsiteY58" fmla="*/ 1667475 h 2237474"/>
              <a:gd name="connsiteX59" fmla="*/ 6508541 w 12192000"/>
              <a:gd name="connsiteY59" fmla="*/ 1668757 h 2237474"/>
              <a:gd name="connsiteX60" fmla="*/ 6471012 w 12192000"/>
              <a:gd name="connsiteY60" fmla="*/ 1678604 h 2237474"/>
              <a:gd name="connsiteX61" fmla="*/ 6364035 w 12192000"/>
              <a:gd name="connsiteY61" fmla="*/ 1667683 h 2237474"/>
              <a:gd name="connsiteX62" fmla="*/ 6280959 w 12192000"/>
              <a:gd name="connsiteY62" fmla="*/ 1689329 h 2237474"/>
              <a:gd name="connsiteX63" fmla="*/ 6243319 w 12192000"/>
              <a:gd name="connsiteY63" fmla="*/ 1695560 h 2237474"/>
              <a:gd name="connsiteX64" fmla="*/ 6098321 w 12192000"/>
              <a:gd name="connsiteY64" fmla="*/ 1721646 h 2237474"/>
              <a:gd name="connsiteX65" fmla="*/ 5880652 w 12192000"/>
              <a:gd name="connsiteY65" fmla="*/ 1779643 h 2237474"/>
              <a:gd name="connsiteX66" fmla="*/ 5785959 w 12192000"/>
              <a:gd name="connsiteY66" fmla="*/ 1775307 h 2237474"/>
              <a:gd name="connsiteX67" fmla="*/ 5643534 w 12192000"/>
              <a:gd name="connsiteY67" fmla="*/ 1802919 h 2237474"/>
              <a:gd name="connsiteX68" fmla="*/ 5518799 w 12192000"/>
              <a:gd name="connsiteY68" fmla="*/ 1818312 h 2237474"/>
              <a:gd name="connsiteX69" fmla="*/ 5505014 w 12192000"/>
              <a:gd name="connsiteY69" fmla="*/ 1819259 h 2237474"/>
              <a:gd name="connsiteX70" fmla="*/ 5453307 w 12192000"/>
              <a:gd name="connsiteY70" fmla="*/ 1815450 h 2237474"/>
              <a:gd name="connsiteX71" fmla="*/ 5221533 w 12192000"/>
              <a:gd name="connsiteY71" fmla="*/ 1846950 h 2237474"/>
              <a:gd name="connsiteX72" fmla="*/ 5149802 w 12192000"/>
              <a:gd name="connsiteY72" fmla="*/ 1844846 h 2237474"/>
              <a:gd name="connsiteX73" fmla="*/ 5114927 w 12192000"/>
              <a:gd name="connsiteY73" fmla="*/ 1847827 h 2237474"/>
              <a:gd name="connsiteX74" fmla="*/ 5108970 w 12192000"/>
              <a:gd name="connsiteY74" fmla="*/ 1847935 h 2237474"/>
              <a:gd name="connsiteX75" fmla="*/ 5067961 w 12192000"/>
              <a:gd name="connsiteY75" fmla="*/ 1845917 h 2237474"/>
              <a:gd name="connsiteX76" fmla="*/ 5007075 w 12192000"/>
              <a:gd name="connsiteY76" fmla="*/ 1838626 h 2237474"/>
              <a:gd name="connsiteX77" fmla="*/ 4944087 w 12192000"/>
              <a:gd name="connsiteY77" fmla="*/ 1823332 h 2237474"/>
              <a:gd name="connsiteX78" fmla="*/ 4907662 w 12192000"/>
              <a:gd name="connsiteY78" fmla="*/ 1816900 h 2237474"/>
              <a:gd name="connsiteX79" fmla="*/ 4882386 w 12192000"/>
              <a:gd name="connsiteY79" fmla="*/ 1809844 h 2237474"/>
              <a:gd name="connsiteX80" fmla="*/ 4811440 w 12192000"/>
              <a:gd name="connsiteY80" fmla="*/ 1804655 h 2237474"/>
              <a:gd name="connsiteX81" fmla="*/ 4691075 w 12192000"/>
              <a:gd name="connsiteY81" fmla="*/ 1801389 h 2237474"/>
              <a:gd name="connsiteX82" fmla="*/ 4640313 w 12192000"/>
              <a:gd name="connsiteY82" fmla="*/ 1784307 h 2237474"/>
              <a:gd name="connsiteX83" fmla="*/ 4536503 w 12192000"/>
              <a:gd name="connsiteY83" fmla="*/ 1785334 h 2237474"/>
              <a:gd name="connsiteX84" fmla="*/ 4513724 w 12192000"/>
              <a:gd name="connsiteY84" fmla="*/ 1791996 h 2237474"/>
              <a:gd name="connsiteX85" fmla="*/ 4459810 w 12192000"/>
              <a:gd name="connsiteY85" fmla="*/ 1797886 h 2237474"/>
              <a:gd name="connsiteX86" fmla="*/ 4379064 w 12192000"/>
              <a:gd name="connsiteY86" fmla="*/ 1817177 h 2237474"/>
              <a:gd name="connsiteX87" fmla="*/ 4290981 w 12192000"/>
              <a:gd name="connsiteY87" fmla="*/ 1839677 h 2237474"/>
              <a:gd name="connsiteX88" fmla="*/ 4238372 w 12192000"/>
              <a:gd name="connsiteY88" fmla="*/ 1851480 h 2237474"/>
              <a:gd name="connsiteX89" fmla="*/ 4232517 w 12192000"/>
              <a:gd name="connsiteY89" fmla="*/ 1852567 h 2237474"/>
              <a:gd name="connsiteX90" fmla="*/ 4191732 w 12192000"/>
              <a:gd name="connsiteY90" fmla="*/ 1857328 h 2237474"/>
              <a:gd name="connsiteX91" fmla="*/ 4065532 w 12192000"/>
              <a:gd name="connsiteY91" fmla="*/ 1855477 h 2237474"/>
              <a:gd name="connsiteX92" fmla="*/ 4028460 w 12192000"/>
              <a:gd name="connsiteY92" fmla="*/ 1855137 h 2237474"/>
              <a:gd name="connsiteX93" fmla="*/ 4002267 w 12192000"/>
              <a:gd name="connsiteY93" fmla="*/ 1852352 h 2237474"/>
              <a:gd name="connsiteX94" fmla="*/ 3931396 w 12192000"/>
              <a:gd name="connsiteY94" fmla="*/ 1858915 h 2237474"/>
              <a:gd name="connsiteX95" fmla="*/ 3812162 w 12192000"/>
              <a:gd name="connsiteY95" fmla="*/ 1875501 h 2237474"/>
              <a:gd name="connsiteX96" fmla="*/ 3758105 w 12192000"/>
              <a:gd name="connsiteY96" fmla="*/ 1871856 h 2237474"/>
              <a:gd name="connsiteX97" fmla="*/ 3715896 w 12192000"/>
              <a:gd name="connsiteY97" fmla="*/ 1881552 h 2237474"/>
              <a:gd name="connsiteX98" fmla="*/ 3567259 w 12192000"/>
              <a:gd name="connsiteY98" fmla="*/ 1893482 h 2237474"/>
              <a:gd name="connsiteX99" fmla="*/ 3405770 w 12192000"/>
              <a:gd name="connsiteY99" fmla="*/ 1904591 h 2237474"/>
              <a:gd name="connsiteX100" fmla="*/ 3280097 w 12192000"/>
              <a:gd name="connsiteY100" fmla="*/ 1919610 h 2237474"/>
              <a:gd name="connsiteX101" fmla="*/ 3009910 w 12192000"/>
              <a:gd name="connsiteY101" fmla="*/ 1957866 h 2237474"/>
              <a:gd name="connsiteX102" fmla="*/ 2995934 w 12192000"/>
              <a:gd name="connsiteY102" fmla="*/ 1967085 h 2237474"/>
              <a:gd name="connsiteX103" fmla="*/ 2942858 w 12192000"/>
              <a:gd name="connsiteY103" fmla="*/ 1981367 h 2237474"/>
              <a:gd name="connsiteX104" fmla="*/ 2875436 w 12192000"/>
              <a:gd name="connsiteY104" fmla="*/ 1996977 h 2237474"/>
              <a:gd name="connsiteX105" fmla="*/ 2874892 w 12192000"/>
              <a:gd name="connsiteY105" fmla="*/ 1996085 h 2237474"/>
              <a:gd name="connsiteX106" fmla="*/ 2843662 w 12192000"/>
              <a:gd name="connsiteY106" fmla="*/ 1992498 h 2237474"/>
              <a:gd name="connsiteX107" fmla="*/ 2718916 w 12192000"/>
              <a:gd name="connsiteY107" fmla="*/ 1990867 h 2237474"/>
              <a:gd name="connsiteX108" fmla="*/ 2713522 w 12192000"/>
              <a:gd name="connsiteY108" fmla="*/ 1990173 h 2237474"/>
              <a:gd name="connsiteX109" fmla="*/ 2476147 w 12192000"/>
              <a:gd name="connsiteY109" fmla="*/ 1998305 h 2237474"/>
              <a:gd name="connsiteX110" fmla="*/ 2373568 w 12192000"/>
              <a:gd name="connsiteY110" fmla="*/ 2003219 h 2237474"/>
              <a:gd name="connsiteX111" fmla="*/ 2287219 w 12192000"/>
              <a:gd name="connsiteY111" fmla="*/ 1998750 h 2237474"/>
              <a:gd name="connsiteX112" fmla="*/ 2243069 w 12192000"/>
              <a:gd name="connsiteY112" fmla="*/ 2005321 h 2237474"/>
              <a:gd name="connsiteX113" fmla="*/ 2164831 w 12192000"/>
              <a:gd name="connsiteY113" fmla="*/ 2010143 h 2237474"/>
              <a:gd name="connsiteX114" fmla="*/ 2085228 w 12192000"/>
              <a:gd name="connsiteY114" fmla="*/ 2046431 h 2237474"/>
              <a:gd name="connsiteX115" fmla="*/ 2058061 w 12192000"/>
              <a:gd name="connsiteY115" fmla="*/ 2047942 h 2237474"/>
              <a:gd name="connsiteX116" fmla="*/ 2042244 w 12192000"/>
              <a:gd name="connsiteY116" fmla="*/ 2055560 h 2237474"/>
              <a:gd name="connsiteX117" fmla="*/ 1877728 w 12192000"/>
              <a:gd name="connsiteY117" fmla="*/ 2101004 h 2237474"/>
              <a:gd name="connsiteX118" fmla="*/ 1759056 w 12192000"/>
              <a:gd name="connsiteY118" fmla="*/ 2125608 h 2237474"/>
              <a:gd name="connsiteX119" fmla="*/ 1637948 w 12192000"/>
              <a:gd name="connsiteY119" fmla="*/ 2172597 h 2237474"/>
              <a:gd name="connsiteX120" fmla="*/ 1434549 w 12192000"/>
              <a:gd name="connsiteY120" fmla="*/ 2234522 h 2237474"/>
              <a:gd name="connsiteX121" fmla="*/ 1398481 w 12192000"/>
              <a:gd name="connsiteY121" fmla="*/ 2237074 h 2237474"/>
              <a:gd name="connsiteX122" fmla="*/ 1398407 w 12192000"/>
              <a:gd name="connsiteY122" fmla="*/ 2237095 h 2237474"/>
              <a:gd name="connsiteX123" fmla="*/ 1370962 w 12192000"/>
              <a:gd name="connsiteY123" fmla="*/ 2237474 h 2237474"/>
              <a:gd name="connsiteX124" fmla="*/ 1356367 w 12192000"/>
              <a:gd name="connsiteY124" fmla="*/ 2235089 h 2237474"/>
              <a:gd name="connsiteX125" fmla="*/ 1279765 w 12192000"/>
              <a:gd name="connsiteY125" fmla="*/ 2229639 h 2237474"/>
              <a:gd name="connsiteX126" fmla="*/ 1195347 w 12192000"/>
              <a:gd name="connsiteY126" fmla="*/ 2212354 h 2237474"/>
              <a:gd name="connsiteX127" fmla="*/ 970251 w 12192000"/>
              <a:gd name="connsiteY127" fmla="*/ 2221029 h 2237474"/>
              <a:gd name="connsiteX128" fmla="*/ 812914 w 12192000"/>
              <a:gd name="connsiteY128" fmla="*/ 2210095 h 2237474"/>
              <a:gd name="connsiteX129" fmla="*/ 776382 w 12192000"/>
              <a:gd name="connsiteY129" fmla="*/ 2204512 h 2237474"/>
              <a:gd name="connsiteX130" fmla="*/ 597225 w 12192000"/>
              <a:gd name="connsiteY130" fmla="*/ 2180999 h 2237474"/>
              <a:gd name="connsiteX131" fmla="*/ 520671 w 12192000"/>
              <a:gd name="connsiteY131" fmla="*/ 2180980 h 2237474"/>
              <a:gd name="connsiteX132" fmla="*/ 515024 w 12192000"/>
              <a:gd name="connsiteY132" fmla="*/ 2179258 h 2237474"/>
              <a:gd name="connsiteX133" fmla="*/ 413835 w 12192000"/>
              <a:gd name="connsiteY133" fmla="*/ 2156783 h 2237474"/>
              <a:gd name="connsiteX134" fmla="*/ 376513 w 12192000"/>
              <a:gd name="connsiteY134" fmla="*/ 2154014 h 2237474"/>
              <a:gd name="connsiteX135" fmla="*/ 273386 w 12192000"/>
              <a:gd name="connsiteY135" fmla="*/ 2142551 h 2237474"/>
              <a:gd name="connsiteX136" fmla="*/ 169207 w 12192000"/>
              <a:gd name="connsiteY136" fmla="*/ 2128100 h 2237474"/>
              <a:gd name="connsiteX137" fmla="*/ 77641 w 12192000"/>
              <a:gd name="connsiteY137" fmla="*/ 2126835 h 2237474"/>
              <a:gd name="connsiteX138" fmla="*/ 37645 w 12192000"/>
              <a:gd name="connsiteY138" fmla="*/ 2115401 h 2237474"/>
              <a:gd name="connsiteX139" fmla="*/ 4572 w 12192000"/>
              <a:gd name="connsiteY139" fmla="*/ 2111091 h 2237474"/>
              <a:gd name="connsiteX140" fmla="*/ 0 w 12192000"/>
              <a:gd name="connsiteY140" fmla="*/ 2110468 h 2237474"/>
              <a:gd name="connsiteX141" fmla="*/ 0 w 12192000"/>
              <a:gd name="connsiteY141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1890686 w 12192000"/>
              <a:gd name="connsiteY3" fmla="*/ 732766 h 2237474"/>
              <a:gd name="connsiteX4" fmla="*/ 11820512 w 12192000"/>
              <a:gd name="connsiteY4" fmla="*/ 745392 h 2237474"/>
              <a:gd name="connsiteX5" fmla="*/ 11649954 w 12192000"/>
              <a:gd name="connsiteY5" fmla="*/ 749628 h 2237474"/>
              <a:gd name="connsiteX6" fmla="*/ 11560424 w 12192000"/>
              <a:gd name="connsiteY6" fmla="*/ 748017 h 2237474"/>
              <a:gd name="connsiteX7" fmla="*/ 11358455 w 12192000"/>
              <a:gd name="connsiteY7" fmla="*/ 747593 h 2237474"/>
              <a:gd name="connsiteX8" fmla="*/ 11165209 w 12192000"/>
              <a:gd name="connsiteY8" fmla="*/ 748852 h 2237474"/>
              <a:gd name="connsiteX9" fmla="*/ 11058755 w 12192000"/>
              <a:gd name="connsiteY9" fmla="*/ 749617 h 2237474"/>
              <a:gd name="connsiteX10" fmla="*/ 10846594 w 12192000"/>
              <a:gd name="connsiteY10" fmla="*/ 765069 h 2237474"/>
              <a:gd name="connsiteX11" fmla="*/ 10739478 w 12192000"/>
              <a:gd name="connsiteY11" fmla="*/ 776841 h 2237474"/>
              <a:gd name="connsiteX12" fmla="*/ 10458762 w 12192000"/>
              <a:gd name="connsiteY12" fmla="*/ 755400 h 2237474"/>
              <a:gd name="connsiteX13" fmla="*/ 10211200 w 12192000"/>
              <a:gd name="connsiteY13" fmla="*/ 767513 h 2237474"/>
              <a:gd name="connsiteX14" fmla="*/ 10167995 w 12192000"/>
              <a:gd name="connsiteY14" fmla="*/ 760843 h 2237474"/>
              <a:gd name="connsiteX15" fmla="*/ 9997044 w 12192000"/>
              <a:gd name="connsiteY15" fmla="*/ 780129 h 2237474"/>
              <a:gd name="connsiteX16" fmla="*/ 9943887 w 12192000"/>
              <a:gd name="connsiteY16" fmla="*/ 804141 h 2237474"/>
              <a:gd name="connsiteX17" fmla="*/ 9918248 w 12192000"/>
              <a:gd name="connsiteY17" fmla="*/ 816628 h 2237474"/>
              <a:gd name="connsiteX18" fmla="*/ 9767091 w 12192000"/>
              <a:gd name="connsiteY18" fmla="*/ 870550 h 2237474"/>
              <a:gd name="connsiteX19" fmla="*/ 9683005 w 12192000"/>
              <a:gd name="connsiteY19" fmla="*/ 894128 h 2237474"/>
              <a:gd name="connsiteX20" fmla="*/ 9594438 w 12192000"/>
              <a:gd name="connsiteY20" fmla="*/ 919051 h 2237474"/>
              <a:gd name="connsiteX21" fmla="*/ 9544189 w 12192000"/>
              <a:gd name="connsiteY21" fmla="*/ 938966 h 2237474"/>
              <a:gd name="connsiteX22" fmla="*/ 9500499 w 12192000"/>
              <a:gd name="connsiteY22" fmla="*/ 954680 h 2237474"/>
              <a:gd name="connsiteX23" fmla="*/ 9410017 w 12192000"/>
              <a:gd name="connsiteY23" fmla="*/ 993931 h 2237474"/>
              <a:gd name="connsiteX24" fmla="*/ 9392919 w 12192000"/>
              <a:gd name="connsiteY24" fmla="*/ 994656 h 2237474"/>
              <a:gd name="connsiteX25" fmla="*/ 9268019 w 12192000"/>
              <a:gd name="connsiteY25" fmla="*/ 1007442 h 2237474"/>
              <a:gd name="connsiteX26" fmla="*/ 9188177 w 12192000"/>
              <a:gd name="connsiteY26" fmla="*/ 1035474 h 2237474"/>
              <a:gd name="connsiteX27" fmla="*/ 9155969 w 12192000"/>
              <a:gd name="connsiteY27" fmla="*/ 1046804 h 2237474"/>
              <a:gd name="connsiteX28" fmla="*/ 9133985 w 12192000"/>
              <a:gd name="connsiteY28" fmla="*/ 1046450 h 2237474"/>
              <a:gd name="connsiteX29" fmla="*/ 9003462 w 12192000"/>
              <a:gd name="connsiteY29" fmla="*/ 1042406 h 2237474"/>
              <a:gd name="connsiteX30" fmla="*/ 8968445 w 12192000"/>
              <a:gd name="connsiteY30" fmla="*/ 1052169 h 2237474"/>
              <a:gd name="connsiteX31" fmla="*/ 8886001 w 12192000"/>
              <a:gd name="connsiteY31" fmla="*/ 1067468 h 2237474"/>
              <a:gd name="connsiteX32" fmla="*/ 8838610 w 12192000"/>
              <a:gd name="connsiteY32" fmla="*/ 1075091 h 2237474"/>
              <a:gd name="connsiteX33" fmla="*/ 8750383 w 12192000"/>
              <a:gd name="connsiteY33" fmla="*/ 1097387 h 2237474"/>
              <a:gd name="connsiteX34" fmla="*/ 8665605 w 12192000"/>
              <a:gd name="connsiteY34" fmla="*/ 1110791 h 2237474"/>
              <a:gd name="connsiteX35" fmla="*/ 8584946 w 12192000"/>
              <a:gd name="connsiteY35" fmla="*/ 1135226 h 2237474"/>
              <a:gd name="connsiteX36" fmla="*/ 8419755 w 12192000"/>
              <a:gd name="connsiteY36" fmla="*/ 1216260 h 2237474"/>
              <a:gd name="connsiteX37" fmla="*/ 8411626 w 12192000"/>
              <a:gd name="connsiteY37" fmla="*/ 1214397 h 2237474"/>
              <a:gd name="connsiteX38" fmla="*/ 8363469 w 12192000"/>
              <a:gd name="connsiteY38" fmla="*/ 1246658 h 2237474"/>
              <a:gd name="connsiteX39" fmla="*/ 8275497 w 12192000"/>
              <a:gd name="connsiteY39" fmla="*/ 1264396 h 2237474"/>
              <a:gd name="connsiteX40" fmla="*/ 8074238 w 12192000"/>
              <a:gd name="connsiteY40" fmla="*/ 1301895 h 2237474"/>
              <a:gd name="connsiteX41" fmla="*/ 7942099 w 12192000"/>
              <a:gd name="connsiteY41" fmla="*/ 1336332 h 2237474"/>
              <a:gd name="connsiteX42" fmla="*/ 7902328 w 12192000"/>
              <a:gd name="connsiteY42" fmla="*/ 1345865 h 2237474"/>
              <a:gd name="connsiteX43" fmla="*/ 7840612 w 12192000"/>
              <a:gd name="connsiteY43" fmla="*/ 1369373 h 2237474"/>
              <a:gd name="connsiteX44" fmla="*/ 7786819 w 12192000"/>
              <a:gd name="connsiteY44" fmla="*/ 1378970 h 2237474"/>
              <a:gd name="connsiteX45" fmla="*/ 7548172 w 12192000"/>
              <a:gd name="connsiteY45" fmla="*/ 1417460 h 2237474"/>
              <a:gd name="connsiteX46" fmla="*/ 7483437 w 12192000"/>
              <a:gd name="connsiteY46" fmla="*/ 1478152 h 2237474"/>
              <a:gd name="connsiteX47" fmla="*/ 7377870 w 12192000"/>
              <a:gd name="connsiteY47" fmla="*/ 1523319 h 2237474"/>
              <a:gd name="connsiteX48" fmla="*/ 7230737 w 12192000"/>
              <a:gd name="connsiteY48" fmla="*/ 1562633 h 2237474"/>
              <a:gd name="connsiteX49" fmla="*/ 7224458 w 12192000"/>
              <a:gd name="connsiteY49" fmla="*/ 1573008 h 2237474"/>
              <a:gd name="connsiteX50" fmla="*/ 7183121 w 12192000"/>
              <a:gd name="connsiteY50" fmla="*/ 1595162 h 2237474"/>
              <a:gd name="connsiteX51" fmla="*/ 7164601 w 12192000"/>
              <a:gd name="connsiteY51" fmla="*/ 1606490 h 2237474"/>
              <a:gd name="connsiteX52" fmla="*/ 6900177 w 12192000"/>
              <a:gd name="connsiteY52" fmla="*/ 1636016 h 2237474"/>
              <a:gd name="connsiteX53" fmla="*/ 6795372 w 12192000"/>
              <a:gd name="connsiteY53" fmla="*/ 1644845 h 2237474"/>
              <a:gd name="connsiteX54" fmla="*/ 6692251 w 12192000"/>
              <a:gd name="connsiteY54" fmla="*/ 1656357 h 2237474"/>
              <a:gd name="connsiteX55" fmla="*/ 6655235 w 12192000"/>
              <a:gd name="connsiteY55" fmla="*/ 1661869 h 2237474"/>
              <a:gd name="connsiteX56" fmla="*/ 6554894 w 12192000"/>
              <a:gd name="connsiteY56" fmla="*/ 1664428 h 2237474"/>
              <a:gd name="connsiteX57" fmla="*/ 6516595 w 12192000"/>
              <a:gd name="connsiteY57" fmla="*/ 1667475 h 2237474"/>
              <a:gd name="connsiteX58" fmla="*/ 6508541 w 12192000"/>
              <a:gd name="connsiteY58" fmla="*/ 1668757 h 2237474"/>
              <a:gd name="connsiteX59" fmla="*/ 6471012 w 12192000"/>
              <a:gd name="connsiteY59" fmla="*/ 1678604 h 2237474"/>
              <a:gd name="connsiteX60" fmla="*/ 6364035 w 12192000"/>
              <a:gd name="connsiteY60" fmla="*/ 1667683 h 2237474"/>
              <a:gd name="connsiteX61" fmla="*/ 6280959 w 12192000"/>
              <a:gd name="connsiteY61" fmla="*/ 1689329 h 2237474"/>
              <a:gd name="connsiteX62" fmla="*/ 6243319 w 12192000"/>
              <a:gd name="connsiteY62" fmla="*/ 1695560 h 2237474"/>
              <a:gd name="connsiteX63" fmla="*/ 6098321 w 12192000"/>
              <a:gd name="connsiteY63" fmla="*/ 1721646 h 2237474"/>
              <a:gd name="connsiteX64" fmla="*/ 5880652 w 12192000"/>
              <a:gd name="connsiteY64" fmla="*/ 1779643 h 2237474"/>
              <a:gd name="connsiteX65" fmla="*/ 5785959 w 12192000"/>
              <a:gd name="connsiteY65" fmla="*/ 1775307 h 2237474"/>
              <a:gd name="connsiteX66" fmla="*/ 5643534 w 12192000"/>
              <a:gd name="connsiteY66" fmla="*/ 1802919 h 2237474"/>
              <a:gd name="connsiteX67" fmla="*/ 5518799 w 12192000"/>
              <a:gd name="connsiteY67" fmla="*/ 1818312 h 2237474"/>
              <a:gd name="connsiteX68" fmla="*/ 5505014 w 12192000"/>
              <a:gd name="connsiteY68" fmla="*/ 1819259 h 2237474"/>
              <a:gd name="connsiteX69" fmla="*/ 5453307 w 12192000"/>
              <a:gd name="connsiteY69" fmla="*/ 1815450 h 2237474"/>
              <a:gd name="connsiteX70" fmla="*/ 5221533 w 12192000"/>
              <a:gd name="connsiteY70" fmla="*/ 1846950 h 2237474"/>
              <a:gd name="connsiteX71" fmla="*/ 5149802 w 12192000"/>
              <a:gd name="connsiteY71" fmla="*/ 1844846 h 2237474"/>
              <a:gd name="connsiteX72" fmla="*/ 5114927 w 12192000"/>
              <a:gd name="connsiteY72" fmla="*/ 1847827 h 2237474"/>
              <a:gd name="connsiteX73" fmla="*/ 5108970 w 12192000"/>
              <a:gd name="connsiteY73" fmla="*/ 1847935 h 2237474"/>
              <a:gd name="connsiteX74" fmla="*/ 5067961 w 12192000"/>
              <a:gd name="connsiteY74" fmla="*/ 1845917 h 2237474"/>
              <a:gd name="connsiteX75" fmla="*/ 5007075 w 12192000"/>
              <a:gd name="connsiteY75" fmla="*/ 1838626 h 2237474"/>
              <a:gd name="connsiteX76" fmla="*/ 4944087 w 12192000"/>
              <a:gd name="connsiteY76" fmla="*/ 1823332 h 2237474"/>
              <a:gd name="connsiteX77" fmla="*/ 4907662 w 12192000"/>
              <a:gd name="connsiteY77" fmla="*/ 1816900 h 2237474"/>
              <a:gd name="connsiteX78" fmla="*/ 4882386 w 12192000"/>
              <a:gd name="connsiteY78" fmla="*/ 1809844 h 2237474"/>
              <a:gd name="connsiteX79" fmla="*/ 4811440 w 12192000"/>
              <a:gd name="connsiteY79" fmla="*/ 1804655 h 2237474"/>
              <a:gd name="connsiteX80" fmla="*/ 4691075 w 12192000"/>
              <a:gd name="connsiteY80" fmla="*/ 1801389 h 2237474"/>
              <a:gd name="connsiteX81" fmla="*/ 4640313 w 12192000"/>
              <a:gd name="connsiteY81" fmla="*/ 1784307 h 2237474"/>
              <a:gd name="connsiteX82" fmla="*/ 4536503 w 12192000"/>
              <a:gd name="connsiteY82" fmla="*/ 1785334 h 2237474"/>
              <a:gd name="connsiteX83" fmla="*/ 4513724 w 12192000"/>
              <a:gd name="connsiteY83" fmla="*/ 1791996 h 2237474"/>
              <a:gd name="connsiteX84" fmla="*/ 4459810 w 12192000"/>
              <a:gd name="connsiteY84" fmla="*/ 1797886 h 2237474"/>
              <a:gd name="connsiteX85" fmla="*/ 4379064 w 12192000"/>
              <a:gd name="connsiteY85" fmla="*/ 1817177 h 2237474"/>
              <a:gd name="connsiteX86" fmla="*/ 4290981 w 12192000"/>
              <a:gd name="connsiteY86" fmla="*/ 1839677 h 2237474"/>
              <a:gd name="connsiteX87" fmla="*/ 4238372 w 12192000"/>
              <a:gd name="connsiteY87" fmla="*/ 1851480 h 2237474"/>
              <a:gd name="connsiteX88" fmla="*/ 4232517 w 12192000"/>
              <a:gd name="connsiteY88" fmla="*/ 1852567 h 2237474"/>
              <a:gd name="connsiteX89" fmla="*/ 4191732 w 12192000"/>
              <a:gd name="connsiteY89" fmla="*/ 1857328 h 2237474"/>
              <a:gd name="connsiteX90" fmla="*/ 4065532 w 12192000"/>
              <a:gd name="connsiteY90" fmla="*/ 1855477 h 2237474"/>
              <a:gd name="connsiteX91" fmla="*/ 4028460 w 12192000"/>
              <a:gd name="connsiteY91" fmla="*/ 1855137 h 2237474"/>
              <a:gd name="connsiteX92" fmla="*/ 4002267 w 12192000"/>
              <a:gd name="connsiteY92" fmla="*/ 1852352 h 2237474"/>
              <a:gd name="connsiteX93" fmla="*/ 3931396 w 12192000"/>
              <a:gd name="connsiteY93" fmla="*/ 1858915 h 2237474"/>
              <a:gd name="connsiteX94" fmla="*/ 3812162 w 12192000"/>
              <a:gd name="connsiteY94" fmla="*/ 1875501 h 2237474"/>
              <a:gd name="connsiteX95" fmla="*/ 3758105 w 12192000"/>
              <a:gd name="connsiteY95" fmla="*/ 1871856 h 2237474"/>
              <a:gd name="connsiteX96" fmla="*/ 3715896 w 12192000"/>
              <a:gd name="connsiteY96" fmla="*/ 1881552 h 2237474"/>
              <a:gd name="connsiteX97" fmla="*/ 3567259 w 12192000"/>
              <a:gd name="connsiteY97" fmla="*/ 1893482 h 2237474"/>
              <a:gd name="connsiteX98" fmla="*/ 3405770 w 12192000"/>
              <a:gd name="connsiteY98" fmla="*/ 1904591 h 2237474"/>
              <a:gd name="connsiteX99" fmla="*/ 3280097 w 12192000"/>
              <a:gd name="connsiteY99" fmla="*/ 1919610 h 2237474"/>
              <a:gd name="connsiteX100" fmla="*/ 3009910 w 12192000"/>
              <a:gd name="connsiteY100" fmla="*/ 1957866 h 2237474"/>
              <a:gd name="connsiteX101" fmla="*/ 2995934 w 12192000"/>
              <a:gd name="connsiteY101" fmla="*/ 1967085 h 2237474"/>
              <a:gd name="connsiteX102" fmla="*/ 2942858 w 12192000"/>
              <a:gd name="connsiteY102" fmla="*/ 1981367 h 2237474"/>
              <a:gd name="connsiteX103" fmla="*/ 2875436 w 12192000"/>
              <a:gd name="connsiteY103" fmla="*/ 1996977 h 2237474"/>
              <a:gd name="connsiteX104" fmla="*/ 2874892 w 12192000"/>
              <a:gd name="connsiteY104" fmla="*/ 1996085 h 2237474"/>
              <a:gd name="connsiteX105" fmla="*/ 2843662 w 12192000"/>
              <a:gd name="connsiteY105" fmla="*/ 1992498 h 2237474"/>
              <a:gd name="connsiteX106" fmla="*/ 2718916 w 12192000"/>
              <a:gd name="connsiteY106" fmla="*/ 1990867 h 2237474"/>
              <a:gd name="connsiteX107" fmla="*/ 2713522 w 12192000"/>
              <a:gd name="connsiteY107" fmla="*/ 1990173 h 2237474"/>
              <a:gd name="connsiteX108" fmla="*/ 2476147 w 12192000"/>
              <a:gd name="connsiteY108" fmla="*/ 1998305 h 2237474"/>
              <a:gd name="connsiteX109" fmla="*/ 2373568 w 12192000"/>
              <a:gd name="connsiteY109" fmla="*/ 2003219 h 2237474"/>
              <a:gd name="connsiteX110" fmla="*/ 2287219 w 12192000"/>
              <a:gd name="connsiteY110" fmla="*/ 1998750 h 2237474"/>
              <a:gd name="connsiteX111" fmla="*/ 2243069 w 12192000"/>
              <a:gd name="connsiteY111" fmla="*/ 2005321 h 2237474"/>
              <a:gd name="connsiteX112" fmla="*/ 2164831 w 12192000"/>
              <a:gd name="connsiteY112" fmla="*/ 2010143 h 2237474"/>
              <a:gd name="connsiteX113" fmla="*/ 2085228 w 12192000"/>
              <a:gd name="connsiteY113" fmla="*/ 2046431 h 2237474"/>
              <a:gd name="connsiteX114" fmla="*/ 2058061 w 12192000"/>
              <a:gd name="connsiteY114" fmla="*/ 2047942 h 2237474"/>
              <a:gd name="connsiteX115" fmla="*/ 2042244 w 12192000"/>
              <a:gd name="connsiteY115" fmla="*/ 2055560 h 2237474"/>
              <a:gd name="connsiteX116" fmla="*/ 1877728 w 12192000"/>
              <a:gd name="connsiteY116" fmla="*/ 2101004 h 2237474"/>
              <a:gd name="connsiteX117" fmla="*/ 1759056 w 12192000"/>
              <a:gd name="connsiteY117" fmla="*/ 2125608 h 2237474"/>
              <a:gd name="connsiteX118" fmla="*/ 1637948 w 12192000"/>
              <a:gd name="connsiteY118" fmla="*/ 2172597 h 2237474"/>
              <a:gd name="connsiteX119" fmla="*/ 1434549 w 12192000"/>
              <a:gd name="connsiteY119" fmla="*/ 2234522 h 2237474"/>
              <a:gd name="connsiteX120" fmla="*/ 1398481 w 12192000"/>
              <a:gd name="connsiteY120" fmla="*/ 2237074 h 2237474"/>
              <a:gd name="connsiteX121" fmla="*/ 1398407 w 12192000"/>
              <a:gd name="connsiteY121" fmla="*/ 2237095 h 2237474"/>
              <a:gd name="connsiteX122" fmla="*/ 1370962 w 12192000"/>
              <a:gd name="connsiteY122" fmla="*/ 2237474 h 2237474"/>
              <a:gd name="connsiteX123" fmla="*/ 1356367 w 12192000"/>
              <a:gd name="connsiteY123" fmla="*/ 2235089 h 2237474"/>
              <a:gd name="connsiteX124" fmla="*/ 1279765 w 12192000"/>
              <a:gd name="connsiteY124" fmla="*/ 2229639 h 2237474"/>
              <a:gd name="connsiteX125" fmla="*/ 1195347 w 12192000"/>
              <a:gd name="connsiteY125" fmla="*/ 2212354 h 2237474"/>
              <a:gd name="connsiteX126" fmla="*/ 970251 w 12192000"/>
              <a:gd name="connsiteY126" fmla="*/ 2221029 h 2237474"/>
              <a:gd name="connsiteX127" fmla="*/ 812914 w 12192000"/>
              <a:gd name="connsiteY127" fmla="*/ 2210095 h 2237474"/>
              <a:gd name="connsiteX128" fmla="*/ 776382 w 12192000"/>
              <a:gd name="connsiteY128" fmla="*/ 2204512 h 2237474"/>
              <a:gd name="connsiteX129" fmla="*/ 597225 w 12192000"/>
              <a:gd name="connsiteY129" fmla="*/ 2180999 h 2237474"/>
              <a:gd name="connsiteX130" fmla="*/ 520671 w 12192000"/>
              <a:gd name="connsiteY130" fmla="*/ 2180980 h 2237474"/>
              <a:gd name="connsiteX131" fmla="*/ 515024 w 12192000"/>
              <a:gd name="connsiteY131" fmla="*/ 2179258 h 2237474"/>
              <a:gd name="connsiteX132" fmla="*/ 413835 w 12192000"/>
              <a:gd name="connsiteY132" fmla="*/ 2156783 h 2237474"/>
              <a:gd name="connsiteX133" fmla="*/ 376513 w 12192000"/>
              <a:gd name="connsiteY133" fmla="*/ 2154014 h 2237474"/>
              <a:gd name="connsiteX134" fmla="*/ 273386 w 12192000"/>
              <a:gd name="connsiteY134" fmla="*/ 2142551 h 2237474"/>
              <a:gd name="connsiteX135" fmla="*/ 169207 w 12192000"/>
              <a:gd name="connsiteY135" fmla="*/ 2128100 h 2237474"/>
              <a:gd name="connsiteX136" fmla="*/ 77641 w 12192000"/>
              <a:gd name="connsiteY136" fmla="*/ 2126835 h 2237474"/>
              <a:gd name="connsiteX137" fmla="*/ 37645 w 12192000"/>
              <a:gd name="connsiteY137" fmla="*/ 2115401 h 2237474"/>
              <a:gd name="connsiteX138" fmla="*/ 4572 w 12192000"/>
              <a:gd name="connsiteY138" fmla="*/ 2111091 h 2237474"/>
              <a:gd name="connsiteX139" fmla="*/ 0 w 12192000"/>
              <a:gd name="connsiteY139" fmla="*/ 2110468 h 2237474"/>
              <a:gd name="connsiteX140" fmla="*/ 0 w 12192000"/>
              <a:gd name="connsiteY140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1890686 w 12192000"/>
              <a:gd name="connsiteY3" fmla="*/ 732766 h 2237474"/>
              <a:gd name="connsiteX4" fmla="*/ 11820512 w 12192000"/>
              <a:gd name="connsiteY4" fmla="*/ 745392 h 2237474"/>
              <a:gd name="connsiteX5" fmla="*/ 11649954 w 12192000"/>
              <a:gd name="connsiteY5" fmla="*/ 749628 h 2237474"/>
              <a:gd name="connsiteX6" fmla="*/ 11560424 w 12192000"/>
              <a:gd name="connsiteY6" fmla="*/ 748017 h 2237474"/>
              <a:gd name="connsiteX7" fmla="*/ 11358455 w 12192000"/>
              <a:gd name="connsiteY7" fmla="*/ 747593 h 2237474"/>
              <a:gd name="connsiteX8" fmla="*/ 11165209 w 12192000"/>
              <a:gd name="connsiteY8" fmla="*/ 748852 h 2237474"/>
              <a:gd name="connsiteX9" fmla="*/ 11058755 w 12192000"/>
              <a:gd name="connsiteY9" fmla="*/ 749617 h 2237474"/>
              <a:gd name="connsiteX10" fmla="*/ 10846594 w 12192000"/>
              <a:gd name="connsiteY10" fmla="*/ 765069 h 2237474"/>
              <a:gd name="connsiteX11" fmla="*/ 10739478 w 12192000"/>
              <a:gd name="connsiteY11" fmla="*/ 776841 h 2237474"/>
              <a:gd name="connsiteX12" fmla="*/ 10458762 w 12192000"/>
              <a:gd name="connsiteY12" fmla="*/ 755400 h 2237474"/>
              <a:gd name="connsiteX13" fmla="*/ 10211200 w 12192000"/>
              <a:gd name="connsiteY13" fmla="*/ 767513 h 2237474"/>
              <a:gd name="connsiteX14" fmla="*/ 10167995 w 12192000"/>
              <a:gd name="connsiteY14" fmla="*/ 760843 h 2237474"/>
              <a:gd name="connsiteX15" fmla="*/ 9997044 w 12192000"/>
              <a:gd name="connsiteY15" fmla="*/ 780129 h 2237474"/>
              <a:gd name="connsiteX16" fmla="*/ 9943887 w 12192000"/>
              <a:gd name="connsiteY16" fmla="*/ 804141 h 2237474"/>
              <a:gd name="connsiteX17" fmla="*/ 9918248 w 12192000"/>
              <a:gd name="connsiteY17" fmla="*/ 816628 h 2237474"/>
              <a:gd name="connsiteX18" fmla="*/ 9767091 w 12192000"/>
              <a:gd name="connsiteY18" fmla="*/ 870550 h 2237474"/>
              <a:gd name="connsiteX19" fmla="*/ 9683005 w 12192000"/>
              <a:gd name="connsiteY19" fmla="*/ 894128 h 2237474"/>
              <a:gd name="connsiteX20" fmla="*/ 9594438 w 12192000"/>
              <a:gd name="connsiteY20" fmla="*/ 919051 h 2237474"/>
              <a:gd name="connsiteX21" fmla="*/ 9544189 w 12192000"/>
              <a:gd name="connsiteY21" fmla="*/ 938966 h 2237474"/>
              <a:gd name="connsiteX22" fmla="*/ 9500499 w 12192000"/>
              <a:gd name="connsiteY22" fmla="*/ 954680 h 2237474"/>
              <a:gd name="connsiteX23" fmla="*/ 9410017 w 12192000"/>
              <a:gd name="connsiteY23" fmla="*/ 993931 h 2237474"/>
              <a:gd name="connsiteX24" fmla="*/ 9392919 w 12192000"/>
              <a:gd name="connsiteY24" fmla="*/ 994656 h 2237474"/>
              <a:gd name="connsiteX25" fmla="*/ 9268019 w 12192000"/>
              <a:gd name="connsiteY25" fmla="*/ 1007442 h 2237474"/>
              <a:gd name="connsiteX26" fmla="*/ 9188177 w 12192000"/>
              <a:gd name="connsiteY26" fmla="*/ 1035474 h 2237474"/>
              <a:gd name="connsiteX27" fmla="*/ 9155969 w 12192000"/>
              <a:gd name="connsiteY27" fmla="*/ 1046804 h 2237474"/>
              <a:gd name="connsiteX28" fmla="*/ 9133985 w 12192000"/>
              <a:gd name="connsiteY28" fmla="*/ 1046450 h 2237474"/>
              <a:gd name="connsiteX29" fmla="*/ 9003462 w 12192000"/>
              <a:gd name="connsiteY29" fmla="*/ 1042406 h 2237474"/>
              <a:gd name="connsiteX30" fmla="*/ 8968445 w 12192000"/>
              <a:gd name="connsiteY30" fmla="*/ 1052169 h 2237474"/>
              <a:gd name="connsiteX31" fmla="*/ 8886001 w 12192000"/>
              <a:gd name="connsiteY31" fmla="*/ 1067468 h 2237474"/>
              <a:gd name="connsiteX32" fmla="*/ 8838610 w 12192000"/>
              <a:gd name="connsiteY32" fmla="*/ 1075091 h 2237474"/>
              <a:gd name="connsiteX33" fmla="*/ 8750383 w 12192000"/>
              <a:gd name="connsiteY33" fmla="*/ 1097387 h 2237474"/>
              <a:gd name="connsiteX34" fmla="*/ 8665605 w 12192000"/>
              <a:gd name="connsiteY34" fmla="*/ 1110791 h 2237474"/>
              <a:gd name="connsiteX35" fmla="*/ 8584946 w 12192000"/>
              <a:gd name="connsiteY35" fmla="*/ 1135226 h 2237474"/>
              <a:gd name="connsiteX36" fmla="*/ 8419755 w 12192000"/>
              <a:gd name="connsiteY36" fmla="*/ 1216260 h 2237474"/>
              <a:gd name="connsiteX37" fmla="*/ 8411626 w 12192000"/>
              <a:gd name="connsiteY37" fmla="*/ 1214397 h 2237474"/>
              <a:gd name="connsiteX38" fmla="*/ 8363469 w 12192000"/>
              <a:gd name="connsiteY38" fmla="*/ 1246658 h 2237474"/>
              <a:gd name="connsiteX39" fmla="*/ 8275497 w 12192000"/>
              <a:gd name="connsiteY39" fmla="*/ 1264396 h 2237474"/>
              <a:gd name="connsiteX40" fmla="*/ 8074238 w 12192000"/>
              <a:gd name="connsiteY40" fmla="*/ 1301895 h 2237474"/>
              <a:gd name="connsiteX41" fmla="*/ 7942099 w 12192000"/>
              <a:gd name="connsiteY41" fmla="*/ 1336332 h 2237474"/>
              <a:gd name="connsiteX42" fmla="*/ 7902328 w 12192000"/>
              <a:gd name="connsiteY42" fmla="*/ 1345865 h 2237474"/>
              <a:gd name="connsiteX43" fmla="*/ 7840612 w 12192000"/>
              <a:gd name="connsiteY43" fmla="*/ 1369373 h 2237474"/>
              <a:gd name="connsiteX44" fmla="*/ 7786819 w 12192000"/>
              <a:gd name="connsiteY44" fmla="*/ 1378970 h 2237474"/>
              <a:gd name="connsiteX45" fmla="*/ 7548172 w 12192000"/>
              <a:gd name="connsiteY45" fmla="*/ 1417460 h 2237474"/>
              <a:gd name="connsiteX46" fmla="*/ 7483437 w 12192000"/>
              <a:gd name="connsiteY46" fmla="*/ 1478152 h 2237474"/>
              <a:gd name="connsiteX47" fmla="*/ 7377870 w 12192000"/>
              <a:gd name="connsiteY47" fmla="*/ 1523319 h 2237474"/>
              <a:gd name="connsiteX48" fmla="*/ 7230737 w 12192000"/>
              <a:gd name="connsiteY48" fmla="*/ 1562633 h 2237474"/>
              <a:gd name="connsiteX49" fmla="*/ 7224458 w 12192000"/>
              <a:gd name="connsiteY49" fmla="*/ 1573008 h 2237474"/>
              <a:gd name="connsiteX50" fmla="*/ 7183121 w 12192000"/>
              <a:gd name="connsiteY50" fmla="*/ 1595162 h 2237474"/>
              <a:gd name="connsiteX51" fmla="*/ 7164601 w 12192000"/>
              <a:gd name="connsiteY51" fmla="*/ 1606490 h 2237474"/>
              <a:gd name="connsiteX52" fmla="*/ 6900177 w 12192000"/>
              <a:gd name="connsiteY52" fmla="*/ 1636016 h 2237474"/>
              <a:gd name="connsiteX53" fmla="*/ 6795372 w 12192000"/>
              <a:gd name="connsiteY53" fmla="*/ 1644845 h 2237474"/>
              <a:gd name="connsiteX54" fmla="*/ 6692251 w 12192000"/>
              <a:gd name="connsiteY54" fmla="*/ 1656357 h 2237474"/>
              <a:gd name="connsiteX55" fmla="*/ 6655235 w 12192000"/>
              <a:gd name="connsiteY55" fmla="*/ 1661869 h 2237474"/>
              <a:gd name="connsiteX56" fmla="*/ 6554894 w 12192000"/>
              <a:gd name="connsiteY56" fmla="*/ 1664428 h 2237474"/>
              <a:gd name="connsiteX57" fmla="*/ 6516595 w 12192000"/>
              <a:gd name="connsiteY57" fmla="*/ 1667475 h 2237474"/>
              <a:gd name="connsiteX58" fmla="*/ 6508541 w 12192000"/>
              <a:gd name="connsiteY58" fmla="*/ 1668757 h 2237474"/>
              <a:gd name="connsiteX59" fmla="*/ 6471012 w 12192000"/>
              <a:gd name="connsiteY59" fmla="*/ 1678604 h 2237474"/>
              <a:gd name="connsiteX60" fmla="*/ 6364035 w 12192000"/>
              <a:gd name="connsiteY60" fmla="*/ 1667683 h 2237474"/>
              <a:gd name="connsiteX61" fmla="*/ 6280959 w 12192000"/>
              <a:gd name="connsiteY61" fmla="*/ 1689329 h 2237474"/>
              <a:gd name="connsiteX62" fmla="*/ 6243319 w 12192000"/>
              <a:gd name="connsiteY62" fmla="*/ 1695560 h 2237474"/>
              <a:gd name="connsiteX63" fmla="*/ 6098321 w 12192000"/>
              <a:gd name="connsiteY63" fmla="*/ 1721646 h 2237474"/>
              <a:gd name="connsiteX64" fmla="*/ 5880652 w 12192000"/>
              <a:gd name="connsiteY64" fmla="*/ 1779643 h 2237474"/>
              <a:gd name="connsiteX65" fmla="*/ 5785959 w 12192000"/>
              <a:gd name="connsiteY65" fmla="*/ 1775307 h 2237474"/>
              <a:gd name="connsiteX66" fmla="*/ 5643534 w 12192000"/>
              <a:gd name="connsiteY66" fmla="*/ 1802919 h 2237474"/>
              <a:gd name="connsiteX67" fmla="*/ 5518799 w 12192000"/>
              <a:gd name="connsiteY67" fmla="*/ 1818312 h 2237474"/>
              <a:gd name="connsiteX68" fmla="*/ 5505014 w 12192000"/>
              <a:gd name="connsiteY68" fmla="*/ 1819259 h 2237474"/>
              <a:gd name="connsiteX69" fmla="*/ 5453307 w 12192000"/>
              <a:gd name="connsiteY69" fmla="*/ 1815450 h 2237474"/>
              <a:gd name="connsiteX70" fmla="*/ 5221533 w 12192000"/>
              <a:gd name="connsiteY70" fmla="*/ 1846950 h 2237474"/>
              <a:gd name="connsiteX71" fmla="*/ 5149802 w 12192000"/>
              <a:gd name="connsiteY71" fmla="*/ 1844846 h 2237474"/>
              <a:gd name="connsiteX72" fmla="*/ 5114927 w 12192000"/>
              <a:gd name="connsiteY72" fmla="*/ 1847827 h 2237474"/>
              <a:gd name="connsiteX73" fmla="*/ 5108970 w 12192000"/>
              <a:gd name="connsiteY73" fmla="*/ 1847935 h 2237474"/>
              <a:gd name="connsiteX74" fmla="*/ 5067961 w 12192000"/>
              <a:gd name="connsiteY74" fmla="*/ 1845917 h 2237474"/>
              <a:gd name="connsiteX75" fmla="*/ 5007075 w 12192000"/>
              <a:gd name="connsiteY75" fmla="*/ 1838626 h 2237474"/>
              <a:gd name="connsiteX76" fmla="*/ 4944087 w 12192000"/>
              <a:gd name="connsiteY76" fmla="*/ 1823332 h 2237474"/>
              <a:gd name="connsiteX77" fmla="*/ 4907662 w 12192000"/>
              <a:gd name="connsiteY77" fmla="*/ 1816900 h 2237474"/>
              <a:gd name="connsiteX78" fmla="*/ 4882386 w 12192000"/>
              <a:gd name="connsiteY78" fmla="*/ 1809844 h 2237474"/>
              <a:gd name="connsiteX79" fmla="*/ 4811440 w 12192000"/>
              <a:gd name="connsiteY79" fmla="*/ 1804655 h 2237474"/>
              <a:gd name="connsiteX80" fmla="*/ 4691075 w 12192000"/>
              <a:gd name="connsiteY80" fmla="*/ 1801389 h 2237474"/>
              <a:gd name="connsiteX81" fmla="*/ 4640313 w 12192000"/>
              <a:gd name="connsiteY81" fmla="*/ 1784307 h 2237474"/>
              <a:gd name="connsiteX82" fmla="*/ 4536503 w 12192000"/>
              <a:gd name="connsiteY82" fmla="*/ 1785334 h 2237474"/>
              <a:gd name="connsiteX83" fmla="*/ 4513724 w 12192000"/>
              <a:gd name="connsiteY83" fmla="*/ 1791996 h 2237474"/>
              <a:gd name="connsiteX84" fmla="*/ 4459810 w 12192000"/>
              <a:gd name="connsiteY84" fmla="*/ 1797886 h 2237474"/>
              <a:gd name="connsiteX85" fmla="*/ 4379064 w 12192000"/>
              <a:gd name="connsiteY85" fmla="*/ 1817177 h 2237474"/>
              <a:gd name="connsiteX86" fmla="*/ 4290981 w 12192000"/>
              <a:gd name="connsiteY86" fmla="*/ 1839677 h 2237474"/>
              <a:gd name="connsiteX87" fmla="*/ 4238372 w 12192000"/>
              <a:gd name="connsiteY87" fmla="*/ 1851480 h 2237474"/>
              <a:gd name="connsiteX88" fmla="*/ 4232517 w 12192000"/>
              <a:gd name="connsiteY88" fmla="*/ 1852567 h 2237474"/>
              <a:gd name="connsiteX89" fmla="*/ 4191732 w 12192000"/>
              <a:gd name="connsiteY89" fmla="*/ 1857328 h 2237474"/>
              <a:gd name="connsiteX90" fmla="*/ 4065532 w 12192000"/>
              <a:gd name="connsiteY90" fmla="*/ 1855477 h 2237474"/>
              <a:gd name="connsiteX91" fmla="*/ 4028460 w 12192000"/>
              <a:gd name="connsiteY91" fmla="*/ 1855137 h 2237474"/>
              <a:gd name="connsiteX92" fmla="*/ 4002267 w 12192000"/>
              <a:gd name="connsiteY92" fmla="*/ 1852352 h 2237474"/>
              <a:gd name="connsiteX93" fmla="*/ 3931396 w 12192000"/>
              <a:gd name="connsiteY93" fmla="*/ 1858915 h 2237474"/>
              <a:gd name="connsiteX94" fmla="*/ 3812162 w 12192000"/>
              <a:gd name="connsiteY94" fmla="*/ 1875501 h 2237474"/>
              <a:gd name="connsiteX95" fmla="*/ 3758105 w 12192000"/>
              <a:gd name="connsiteY95" fmla="*/ 1871856 h 2237474"/>
              <a:gd name="connsiteX96" fmla="*/ 3715896 w 12192000"/>
              <a:gd name="connsiteY96" fmla="*/ 1881552 h 2237474"/>
              <a:gd name="connsiteX97" fmla="*/ 3567259 w 12192000"/>
              <a:gd name="connsiteY97" fmla="*/ 1893482 h 2237474"/>
              <a:gd name="connsiteX98" fmla="*/ 3405770 w 12192000"/>
              <a:gd name="connsiteY98" fmla="*/ 1904591 h 2237474"/>
              <a:gd name="connsiteX99" fmla="*/ 3280097 w 12192000"/>
              <a:gd name="connsiteY99" fmla="*/ 1919610 h 2237474"/>
              <a:gd name="connsiteX100" fmla="*/ 3009910 w 12192000"/>
              <a:gd name="connsiteY100" fmla="*/ 1957866 h 2237474"/>
              <a:gd name="connsiteX101" fmla="*/ 2995934 w 12192000"/>
              <a:gd name="connsiteY101" fmla="*/ 1967085 h 2237474"/>
              <a:gd name="connsiteX102" fmla="*/ 2942858 w 12192000"/>
              <a:gd name="connsiteY102" fmla="*/ 1981367 h 2237474"/>
              <a:gd name="connsiteX103" fmla="*/ 2875436 w 12192000"/>
              <a:gd name="connsiteY103" fmla="*/ 1996977 h 2237474"/>
              <a:gd name="connsiteX104" fmla="*/ 2874892 w 12192000"/>
              <a:gd name="connsiteY104" fmla="*/ 1996085 h 2237474"/>
              <a:gd name="connsiteX105" fmla="*/ 2843662 w 12192000"/>
              <a:gd name="connsiteY105" fmla="*/ 1992498 h 2237474"/>
              <a:gd name="connsiteX106" fmla="*/ 2718916 w 12192000"/>
              <a:gd name="connsiteY106" fmla="*/ 1990867 h 2237474"/>
              <a:gd name="connsiteX107" fmla="*/ 2713522 w 12192000"/>
              <a:gd name="connsiteY107" fmla="*/ 1990173 h 2237474"/>
              <a:gd name="connsiteX108" fmla="*/ 2476147 w 12192000"/>
              <a:gd name="connsiteY108" fmla="*/ 1998305 h 2237474"/>
              <a:gd name="connsiteX109" fmla="*/ 2373568 w 12192000"/>
              <a:gd name="connsiteY109" fmla="*/ 2003219 h 2237474"/>
              <a:gd name="connsiteX110" fmla="*/ 2287219 w 12192000"/>
              <a:gd name="connsiteY110" fmla="*/ 1998750 h 2237474"/>
              <a:gd name="connsiteX111" fmla="*/ 2243069 w 12192000"/>
              <a:gd name="connsiteY111" fmla="*/ 2005321 h 2237474"/>
              <a:gd name="connsiteX112" fmla="*/ 2164831 w 12192000"/>
              <a:gd name="connsiteY112" fmla="*/ 2010143 h 2237474"/>
              <a:gd name="connsiteX113" fmla="*/ 2085228 w 12192000"/>
              <a:gd name="connsiteY113" fmla="*/ 2046431 h 2237474"/>
              <a:gd name="connsiteX114" fmla="*/ 2058061 w 12192000"/>
              <a:gd name="connsiteY114" fmla="*/ 2047942 h 2237474"/>
              <a:gd name="connsiteX115" fmla="*/ 2042244 w 12192000"/>
              <a:gd name="connsiteY115" fmla="*/ 2055560 h 2237474"/>
              <a:gd name="connsiteX116" fmla="*/ 1877728 w 12192000"/>
              <a:gd name="connsiteY116" fmla="*/ 2101004 h 2237474"/>
              <a:gd name="connsiteX117" fmla="*/ 1759056 w 12192000"/>
              <a:gd name="connsiteY117" fmla="*/ 2125608 h 2237474"/>
              <a:gd name="connsiteX118" fmla="*/ 1637948 w 12192000"/>
              <a:gd name="connsiteY118" fmla="*/ 2172597 h 2237474"/>
              <a:gd name="connsiteX119" fmla="*/ 1434549 w 12192000"/>
              <a:gd name="connsiteY119" fmla="*/ 2234522 h 2237474"/>
              <a:gd name="connsiteX120" fmla="*/ 1398481 w 12192000"/>
              <a:gd name="connsiteY120" fmla="*/ 2237074 h 2237474"/>
              <a:gd name="connsiteX121" fmla="*/ 1398407 w 12192000"/>
              <a:gd name="connsiteY121" fmla="*/ 2237095 h 2237474"/>
              <a:gd name="connsiteX122" fmla="*/ 1370962 w 12192000"/>
              <a:gd name="connsiteY122" fmla="*/ 2237474 h 2237474"/>
              <a:gd name="connsiteX123" fmla="*/ 1356367 w 12192000"/>
              <a:gd name="connsiteY123" fmla="*/ 2235089 h 2237474"/>
              <a:gd name="connsiteX124" fmla="*/ 1279765 w 12192000"/>
              <a:gd name="connsiteY124" fmla="*/ 2229639 h 2237474"/>
              <a:gd name="connsiteX125" fmla="*/ 1195347 w 12192000"/>
              <a:gd name="connsiteY125" fmla="*/ 2212354 h 2237474"/>
              <a:gd name="connsiteX126" fmla="*/ 970251 w 12192000"/>
              <a:gd name="connsiteY126" fmla="*/ 2221029 h 2237474"/>
              <a:gd name="connsiteX127" fmla="*/ 812914 w 12192000"/>
              <a:gd name="connsiteY127" fmla="*/ 2210095 h 2237474"/>
              <a:gd name="connsiteX128" fmla="*/ 776382 w 12192000"/>
              <a:gd name="connsiteY128" fmla="*/ 2204512 h 2237474"/>
              <a:gd name="connsiteX129" fmla="*/ 597225 w 12192000"/>
              <a:gd name="connsiteY129" fmla="*/ 2180999 h 2237474"/>
              <a:gd name="connsiteX130" fmla="*/ 520671 w 12192000"/>
              <a:gd name="connsiteY130" fmla="*/ 2180980 h 2237474"/>
              <a:gd name="connsiteX131" fmla="*/ 515024 w 12192000"/>
              <a:gd name="connsiteY131" fmla="*/ 2179258 h 2237474"/>
              <a:gd name="connsiteX132" fmla="*/ 413835 w 12192000"/>
              <a:gd name="connsiteY132" fmla="*/ 2156783 h 2237474"/>
              <a:gd name="connsiteX133" fmla="*/ 376513 w 12192000"/>
              <a:gd name="connsiteY133" fmla="*/ 2154014 h 2237474"/>
              <a:gd name="connsiteX134" fmla="*/ 273386 w 12192000"/>
              <a:gd name="connsiteY134" fmla="*/ 2142551 h 2237474"/>
              <a:gd name="connsiteX135" fmla="*/ 169207 w 12192000"/>
              <a:gd name="connsiteY135" fmla="*/ 2128100 h 2237474"/>
              <a:gd name="connsiteX136" fmla="*/ 77641 w 12192000"/>
              <a:gd name="connsiteY136" fmla="*/ 2126835 h 2237474"/>
              <a:gd name="connsiteX137" fmla="*/ 37645 w 12192000"/>
              <a:gd name="connsiteY137" fmla="*/ 2115401 h 2237474"/>
              <a:gd name="connsiteX138" fmla="*/ 4572 w 12192000"/>
              <a:gd name="connsiteY138" fmla="*/ 2111091 h 2237474"/>
              <a:gd name="connsiteX139" fmla="*/ 0 w 12192000"/>
              <a:gd name="connsiteY139" fmla="*/ 2110468 h 2237474"/>
              <a:gd name="connsiteX140" fmla="*/ 0 w 12192000"/>
              <a:gd name="connsiteY140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1890686 w 12192000"/>
              <a:gd name="connsiteY3" fmla="*/ 732766 h 2237474"/>
              <a:gd name="connsiteX4" fmla="*/ 11820512 w 12192000"/>
              <a:gd name="connsiteY4" fmla="*/ 745392 h 2237474"/>
              <a:gd name="connsiteX5" fmla="*/ 11649954 w 12192000"/>
              <a:gd name="connsiteY5" fmla="*/ 749628 h 2237474"/>
              <a:gd name="connsiteX6" fmla="*/ 11560424 w 12192000"/>
              <a:gd name="connsiteY6" fmla="*/ 748017 h 2237474"/>
              <a:gd name="connsiteX7" fmla="*/ 11358455 w 12192000"/>
              <a:gd name="connsiteY7" fmla="*/ 747593 h 2237474"/>
              <a:gd name="connsiteX8" fmla="*/ 11165209 w 12192000"/>
              <a:gd name="connsiteY8" fmla="*/ 748852 h 2237474"/>
              <a:gd name="connsiteX9" fmla="*/ 11058755 w 12192000"/>
              <a:gd name="connsiteY9" fmla="*/ 749617 h 2237474"/>
              <a:gd name="connsiteX10" fmla="*/ 10846594 w 12192000"/>
              <a:gd name="connsiteY10" fmla="*/ 765069 h 2237474"/>
              <a:gd name="connsiteX11" fmla="*/ 10739478 w 12192000"/>
              <a:gd name="connsiteY11" fmla="*/ 776841 h 2237474"/>
              <a:gd name="connsiteX12" fmla="*/ 10458762 w 12192000"/>
              <a:gd name="connsiteY12" fmla="*/ 755400 h 2237474"/>
              <a:gd name="connsiteX13" fmla="*/ 10211200 w 12192000"/>
              <a:gd name="connsiteY13" fmla="*/ 767513 h 2237474"/>
              <a:gd name="connsiteX14" fmla="*/ 10167995 w 12192000"/>
              <a:gd name="connsiteY14" fmla="*/ 760843 h 2237474"/>
              <a:gd name="connsiteX15" fmla="*/ 9997044 w 12192000"/>
              <a:gd name="connsiteY15" fmla="*/ 780129 h 2237474"/>
              <a:gd name="connsiteX16" fmla="*/ 9943887 w 12192000"/>
              <a:gd name="connsiteY16" fmla="*/ 804141 h 2237474"/>
              <a:gd name="connsiteX17" fmla="*/ 9918248 w 12192000"/>
              <a:gd name="connsiteY17" fmla="*/ 816628 h 2237474"/>
              <a:gd name="connsiteX18" fmla="*/ 9767091 w 12192000"/>
              <a:gd name="connsiteY18" fmla="*/ 870550 h 2237474"/>
              <a:gd name="connsiteX19" fmla="*/ 9683005 w 12192000"/>
              <a:gd name="connsiteY19" fmla="*/ 894128 h 2237474"/>
              <a:gd name="connsiteX20" fmla="*/ 9594438 w 12192000"/>
              <a:gd name="connsiteY20" fmla="*/ 919051 h 2237474"/>
              <a:gd name="connsiteX21" fmla="*/ 9544189 w 12192000"/>
              <a:gd name="connsiteY21" fmla="*/ 938966 h 2237474"/>
              <a:gd name="connsiteX22" fmla="*/ 9500499 w 12192000"/>
              <a:gd name="connsiteY22" fmla="*/ 954680 h 2237474"/>
              <a:gd name="connsiteX23" fmla="*/ 9410017 w 12192000"/>
              <a:gd name="connsiteY23" fmla="*/ 993931 h 2237474"/>
              <a:gd name="connsiteX24" fmla="*/ 9392919 w 12192000"/>
              <a:gd name="connsiteY24" fmla="*/ 994656 h 2237474"/>
              <a:gd name="connsiteX25" fmla="*/ 9268019 w 12192000"/>
              <a:gd name="connsiteY25" fmla="*/ 1007442 h 2237474"/>
              <a:gd name="connsiteX26" fmla="*/ 9188177 w 12192000"/>
              <a:gd name="connsiteY26" fmla="*/ 1035474 h 2237474"/>
              <a:gd name="connsiteX27" fmla="*/ 9155969 w 12192000"/>
              <a:gd name="connsiteY27" fmla="*/ 1046804 h 2237474"/>
              <a:gd name="connsiteX28" fmla="*/ 9133985 w 12192000"/>
              <a:gd name="connsiteY28" fmla="*/ 1046450 h 2237474"/>
              <a:gd name="connsiteX29" fmla="*/ 9003462 w 12192000"/>
              <a:gd name="connsiteY29" fmla="*/ 1042406 h 2237474"/>
              <a:gd name="connsiteX30" fmla="*/ 8968445 w 12192000"/>
              <a:gd name="connsiteY30" fmla="*/ 1052169 h 2237474"/>
              <a:gd name="connsiteX31" fmla="*/ 8886001 w 12192000"/>
              <a:gd name="connsiteY31" fmla="*/ 1067468 h 2237474"/>
              <a:gd name="connsiteX32" fmla="*/ 8838610 w 12192000"/>
              <a:gd name="connsiteY32" fmla="*/ 1075091 h 2237474"/>
              <a:gd name="connsiteX33" fmla="*/ 8750383 w 12192000"/>
              <a:gd name="connsiteY33" fmla="*/ 1097387 h 2237474"/>
              <a:gd name="connsiteX34" fmla="*/ 8665605 w 12192000"/>
              <a:gd name="connsiteY34" fmla="*/ 1110791 h 2237474"/>
              <a:gd name="connsiteX35" fmla="*/ 8584946 w 12192000"/>
              <a:gd name="connsiteY35" fmla="*/ 1135226 h 2237474"/>
              <a:gd name="connsiteX36" fmla="*/ 8419755 w 12192000"/>
              <a:gd name="connsiteY36" fmla="*/ 1216260 h 2237474"/>
              <a:gd name="connsiteX37" fmla="*/ 8411626 w 12192000"/>
              <a:gd name="connsiteY37" fmla="*/ 1214397 h 2237474"/>
              <a:gd name="connsiteX38" fmla="*/ 8363469 w 12192000"/>
              <a:gd name="connsiteY38" fmla="*/ 1246658 h 2237474"/>
              <a:gd name="connsiteX39" fmla="*/ 8275497 w 12192000"/>
              <a:gd name="connsiteY39" fmla="*/ 1264396 h 2237474"/>
              <a:gd name="connsiteX40" fmla="*/ 8074238 w 12192000"/>
              <a:gd name="connsiteY40" fmla="*/ 1301895 h 2237474"/>
              <a:gd name="connsiteX41" fmla="*/ 7942099 w 12192000"/>
              <a:gd name="connsiteY41" fmla="*/ 1336332 h 2237474"/>
              <a:gd name="connsiteX42" fmla="*/ 7902328 w 12192000"/>
              <a:gd name="connsiteY42" fmla="*/ 1345865 h 2237474"/>
              <a:gd name="connsiteX43" fmla="*/ 7840612 w 12192000"/>
              <a:gd name="connsiteY43" fmla="*/ 1369373 h 2237474"/>
              <a:gd name="connsiteX44" fmla="*/ 7786819 w 12192000"/>
              <a:gd name="connsiteY44" fmla="*/ 1378970 h 2237474"/>
              <a:gd name="connsiteX45" fmla="*/ 7548172 w 12192000"/>
              <a:gd name="connsiteY45" fmla="*/ 1417460 h 2237474"/>
              <a:gd name="connsiteX46" fmla="*/ 7483437 w 12192000"/>
              <a:gd name="connsiteY46" fmla="*/ 1478152 h 2237474"/>
              <a:gd name="connsiteX47" fmla="*/ 7377870 w 12192000"/>
              <a:gd name="connsiteY47" fmla="*/ 1523319 h 2237474"/>
              <a:gd name="connsiteX48" fmla="*/ 7230737 w 12192000"/>
              <a:gd name="connsiteY48" fmla="*/ 1562633 h 2237474"/>
              <a:gd name="connsiteX49" fmla="*/ 7224458 w 12192000"/>
              <a:gd name="connsiteY49" fmla="*/ 1573008 h 2237474"/>
              <a:gd name="connsiteX50" fmla="*/ 7183121 w 12192000"/>
              <a:gd name="connsiteY50" fmla="*/ 1595162 h 2237474"/>
              <a:gd name="connsiteX51" fmla="*/ 7164601 w 12192000"/>
              <a:gd name="connsiteY51" fmla="*/ 1606490 h 2237474"/>
              <a:gd name="connsiteX52" fmla="*/ 6900177 w 12192000"/>
              <a:gd name="connsiteY52" fmla="*/ 1636016 h 2237474"/>
              <a:gd name="connsiteX53" fmla="*/ 6795372 w 12192000"/>
              <a:gd name="connsiteY53" fmla="*/ 1644845 h 2237474"/>
              <a:gd name="connsiteX54" fmla="*/ 6692251 w 12192000"/>
              <a:gd name="connsiteY54" fmla="*/ 1656357 h 2237474"/>
              <a:gd name="connsiteX55" fmla="*/ 6655235 w 12192000"/>
              <a:gd name="connsiteY55" fmla="*/ 1661869 h 2237474"/>
              <a:gd name="connsiteX56" fmla="*/ 6554894 w 12192000"/>
              <a:gd name="connsiteY56" fmla="*/ 1664428 h 2237474"/>
              <a:gd name="connsiteX57" fmla="*/ 6516595 w 12192000"/>
              <a:gd name="connsiteY57" fmla="*/ 1667475 h 2237474"/>
              <a:gd name="connsiteX58" fmla="*/ 6508541 w 12192000"/>
              <a:gd name="connsiteY58" fmla="*/ 1668757 h 2237474"/>
              <a:gd name="connsiteX59" fmla="*/ 6471012 w 12192000"/>
              <a:gd name="connsiteY59" fmla="*/ 1678604 h 2237474"/>
              <a:gd name="connsiteX60" fmla="*/ 6364035 w 12192000"/>
              <a:gd name="connsiteY60" fmla="*/ 1667683 h 2237474"/>
              <a:gd name="connsiteX61" fmla="*/ 6280959 w 12192000"/>
              <a:gd name="connsiteY61" fmla="*/ 1689329 h 2237474"/>
              <a:gd name="connsiteX62" fmla="*/ 6243319 w 12192000"/>
              <a:gd name="connsiteY62" fmla="*/ 1695560 h 2237474"/>
              <a:gd name="connsiteX63" fmla="*/ 6098321 w 12192000"/>
              <a:gd name="connsiteY63" fmla="*/ 1721646 h 2237474"/>
              <a:gd name="connsiteX64" fmla="*/ 5880652 w 12192000"/>
              <a:gd name="connsiteY64" fmla="*/ 1779643 h 2237474"/>
              <a:gd name="connsiteX65" fmla="*/ 5785959 w 12192000"/>
              <a:gd name="connsiteY65" fmla="*/ 1775307 h 2237474"/>
              <a:gd name="connsiteX66" fmla="*/ 5643534 w 12192000"/>
              <a:gd name="connsiteY66" fmla="*/ 1802919 h 2237474"/>
              <a:gd name="connsiteX67" fmla="*/ 5518799 w 12192000"/>
              <a:gd name="connsiteY67" fmla="*/ 1818312 h 2237474"/>
              <a:gd name="connsiteX68" fmla="*/ 5505014 w 12192000"/>
              <a:gd name="connsiteY68" fmla="*/ 1819259 h 2237474"/>
              <a:gd name="connsiteX69" fmla="*/ 5453307 w 12192000"/>
              <a:gd name="connsiteY69" fmla="*/ 1815450 h 2237474"/>
              <a:gd name="connsiteX70" fmla="*/ 5221533 w 12192000"/>
              <a:gd name="connsiteY70" fmla="*/ 1846950 h 2237474"/>
              <a:gd name="connsiteX71" fmla="*/ 5149802 w 12192000"/>
              <a:gd name="connsiteY71" fmla="*/ 1844846 h 2237474"/>
              <a:gd name="connsiteX72" fmla="*/ 5114927 w 12192000"/>
              <a:gd name="connsiteY72" fmla="*/ 1847827 h 2237474"/>
              <a:gd name="connsiteX73" fmla="*/ 5108970 w 12192000"/>
              <a:gd name="connsiteY73" fmla="*/ 1847935 h 2237474"/>
              <a:gd name="connsiteX74" fmla="*/ 5067961 w 12192000"/>
              <a:gd name="connsiteY74" fmla="*/ 1845917 h 2237474"/>
              <a:gd name="connsiteX75" fmla="*/ 5007075 w 12192000"/>
              <a:gd name="connsiteY75" fmla="*/ 1838626 h 2237474"/>
              <a:gd name="connsiteX76" fmla="*/ 4944087 w 12192000"/>
              <a:gd name="connsiteY76" fmla="*/ 1823332 h 2237474"/>
              <a:gd name="connsiteX77" fmla="*/ 4907662 w 12192000"/>
              <a:gd name="connsiteY77" fmla="*/ 1816900 h 2237474"/>
              <a:gd name="connsiteX78" fmla="*/ 4882386 w 12192000"/>
              <a:gd name="connsiteY78" fmla="*/ 1809844 h 2237474"/>
              <a:gd name="connsiteX79" fmla="*/ 4811440 w 12192000"/>
              <a:gd name="connsiteY79" fmla="*/ 1804655 h 2237474"/>
              <a:gd name="connsiteX80" fmla="*/ 4691075 w 12192000"/>
              <a:gd name="connsiteY80" fmla="*/ 1801389 h 2237474"/>
              <a:gd name="connsiteX81" fmla="*/ 4640313 w 12192000"/>
              <a:gd name="connsiteY81" fmla="*/ 1784307 h 2237474"/>
              <a:gd name="connsiteX82" fmla="*/ 4536503 w 12192000"/>
              <a:gd name="connsiteY82" fmla="*/ 1785334 h 2237474"/>
              <a:gd name="connsiteX83" fmla="*/ 4513724 w 12192000"/>
              <a:gd name="connsiteY83" fmla="*/ 1791996 h 2237474"/>
              <a:gd name="connsiteX84" fmla="*/ 4459810 w 12192000"/>
              <a:gd name="connsiteY84" fmla="*/ 1797886 h 2237474"/>
              <a:gd name="connsiteX85" fmla="*/ 4379064 w 12192000"/>
              <a:gd name="connsiteY85" fmla="*/ 1817177 h 2237474"/>
              <a:gd name="connsiteX86" fmla="*/ 4290981 w 12192000"/>
              <a:gd name="connsiteY86" fmla="*/ 1839677 h 2237474"/>
              <a:gd name="connsiteX87" fmla="*/ 4238372 w 12192000"/>
              <a:gd name="connsiteY87" fmla="*/ 1851480 h 2237474"/>
              <a:gd name="connsiteX88" fmla="*/ 4232517 w 12192000"/>
              <a:gd name="connsiteY88" fmla="*/ 1852567 h 2237474"/>
              <a:gd name="connsiteX89" fmla="*/ 4191732 w 12192000"/>
              <a:gd name="connsiteY89" fmla="*/ 1857328 h 2237474"/>
              <a:gd name="connsiteX90" fmla="*/ 4065532 w 12192000"/>
              <a:gd name="connsiteY90" fmla="*/ 1855477 h 2237474"/>
              <a:gd name="connsiteX91" fmla="*/ 4028460 w 12192000"/>
              <a:gd name="connsiteY91" fmla="*/ 1855137 h 2237474"/>
              <a:gd name="connsiteX92" fmla="*/ 4002267 w 12192000"/>
              <a:gd name="connsiteY92" fmla="*/ 1852352 h 2237474"/>
              <a:gd name="connsiteX93" fmla="*/ 3931396 w 12192000"/>
              <a:gd name="connsiteY93" fmla="*/ 1858915 h 2237474"/>
              <a:gd name="connsiteX94" fmla="*/ 3812162 w 12192000"/>
              <a:gd name="connsiteY94" fmla="*/ 1875501 h 2237474"/>
              <a:gd name="connsiteX95" fmla="*/ 3758105 w 12192000"/>
              <a:gd name="connsiteY95" fmla="*/ 1871856 h 2237474"/>
              <a:gd name="connsiteX96" fmla="*/ 3567259 w 12192000"/>
              <a:gd name="connsiteY96" fmla="*/ 1893482 h 2237474"/>
              <a:gd name="connsiteX97" fmla="*/ 3405770 w 12192000"/>
              <a:gd name="connsiteY97" fmla="*/ 1904591 h 2237474"/>
              <a:gd name="connsiteX98" fmla="*/ 3280097 w 12192000"/>
              <a:gd name="connsiteY98" fmla="*/ 1919610 h 2237474"/>
              <a:gd name="connsiteX99" fmla="*/ 3009910 w 12192000"/>
              <a:gd name="connsiteY99" fmla="*/ 1957866 h 2237474"/>
              <a:gd name="connsiteX100" fmla="*/ 2995934 w 12192000"/>
              <a:gd name="connsiteY100" fmla="*/ 1967085 h 2237474"/>
              <a:gd name="connsiteX101" fmla="*/ 2942858 w 12192000"/>
              <a:gd name="connsiteY101" fmla="*/ 1981367 h 2237474"/>
              <a:gd name="connsiteX102" fmla="*/ 2875436 w 12192000"/>
              <a:gd name="connsiteY102" fmla="*/ 1996977 h 2237474"/>
              <a:gd name="connsiteX103" fmla="*/ 2874892 w 12192000"/>
              <a:gd name="connsiteY103" fmla="*/ 1996085 h 2237474"/>
              <a:gd name="connsiteX104" fmla="*/ 2843662 w 12192000"/>
              <a:gd name="connsiteY104" fmla="*/ 1992498 h 2237474"/>
              <a:gd name="connsiteX105" fmla="*/ 2718916 w 12192000"/>
              <a:gd name="connsiteY105" fmla="*/ 1990867 h 2237474"/>
              <a:gd name="connsiteX106" fmla="*/ 2713522 w 12192000"/>
              <a:gd name="connsiteY106" fmla="*/ 1990173 h 2237474"/>
              <a:gd name="connsiteX107" fmla="*/ 2476147 w 12192000"/>
              <a:gd name="connsiteY107" fmla="*/ 1998305 h 2237474"/>
              <a:gd name="connsiteX108" fmla="*/ 2373568 w 12192000"/>
              <a:gd name="connsiteY108" fmla="*/ 2003219 h 2237474"/>
              <a:gd name="connsiteX109" fmla="*/ 2287219 w 12192000"/>
              <a:gd name="connsiteY109" fmla="*/ 1998750 h 2237474"/>
              <a:gd name="connsiteX110" fmla="*/ 2243069 w 12192000"/>
              <a:gd name="connsiteY110" fmla="*/ 2005321 h 2237474"/>
              <a:gd name="connsiteX111" fmla="*/ 2164831 w 12192000"/>
              <a:gd name="connsiteY111" fmla="*/ 2010143 h 2237474"/>
              <a:gd name="connsiteX112" fmla="*/ 2085228 w 12192000"/>
              <a:gd name="connsiteY112" fmla="*/ 2046431 h 2237474"/>
              <a:gd name="connsiteX113" fmla="*/ 2058061 w 12192000"/>
              <a:gd name="connsiteY113" fmla="*/ 2047942 h 2237474"/>
              <a:gd name="connsiteX114" fmla="*/ 2042244 w 12192000"/>
              <a:gd name="connsiteY114" fmla="*/ 2055560 h 2237474"/>
              <a:gd name="connsiteX115" fmla="*/ 1877728 w 12192000"/>
              <a:gd name="connsiteY115" fmla="*/ 2101004 h 2237474"/>
              <a:gd name="connsiteX116" fmla="*/ 1759056 w 12192000"/>
              <a:gd name="connsiteY116" fmla="*/ 2125608 h 2237474"/>
              <a:gd name="connsiteX117" fmla="*/ 1637948 w 12192000"/>
              <a:gd name="connsiteY117" fmla="*/ 2172597 h 2237474"/>
              <a:gd name="connsiteX118" fmla="*/ 1434549 w 12192000"/>
              <a:gd name="connsiteY118" fmla="*/ 2234522 h 2237474"/>
              <a:gd name="connsiteX119" fmla="*/ 1398481 w 12192000"/>
              <a:gd name="connsiteY119" fmla="*/ 2237074 h 2237474"/>
              <a:gd name="connsiteX120" fmla="*/ 1398407 w 12192000"/>
              <a:gd name="connsiteY120" fmla="*/ 2237095 h 2237474"/>
              <a:gd name="connsiteX121" fmla="*/ 1370962 w 12192000"/>
              <a:gd name="connsiteY121" fmla="*/ 2237474 h 2237474"/>
              <a:gd name="connsiteX122" fmla="*/ 1356367 w 12192000"/>
              <a:gd name="connsiteY122" fmla="*/ 2235089 h 2237474"/>
              <a:gd name="connsiteX123" fmla="*/ 1279765 w 12192000"/>
              <a:gd name="connsiteY123" fmla="*/ 2229639 h 2237474"/>
              <a:gd name="connsiteX124" fmla="*/ 1195347 w 12192000"/>
              <a:gd name="connsiteY124" fmla="*/ 2212354 h 2237474"/>
              <a:gd name="connsiteX125" fmla="*/ 970251 w 12192000"/>
              <a:gd name="connsiteY125" fmla="*/ 2221029 h 2237474"/>
              <a:gd name="connsiteX126" fmla="*/ 812914 w 12192000"/>
              <a:gd name="connsiteY126" fmla="*/ 2210095 h 2237474"/>
              <a:gd name="connsiteX127" fmla="*/ 776382 w 12192000"/>
              <a:gd name="connsiteY127" fmla="*/ 2204512 h 2237474"/>
              <a:gd name="connsiteX128" fmla="*/ 597225 w 12192000"/>
              <a:gd name="connsiteY128" fmla="*/ 2180999 h 2237474"/>
              <a:gd name="connsiteX129" fmla="*/ 520671 w 12192000"/>
              <a:gd name="connsiteY129" fmla="*/ 2180980 h 2237474"/>
              <a:gd name="connsiteX130" fmla="*/ 515024 w 12192000"/>
              <a:gd name="connsiteY130" fmla="*/ 2179258 h 2237474"/>
              <a:gd name="connsiteX131" fmla="*/ 413835 w 12192000"/>
              <a:gd name="connsiteY131" fmla="*/ 2156783 h 2237474"/>
              <a:gd name="connsiteX132" fmla="*/ 376513 w 12192000"/>
              <a:gd name="connsiteY132" fmla="*/ 2154014 h 2237474"/>
              <a:gd name="connsiteX133" fmla="*/ 273386 w 12192000"/>
              <a:gd name="connsiteY133" fmla="*/ 2142551 h 2237474"/>
              <a:gd name="connsiteX134" fmla="*/ 169207 w 12192000"/>
              <a:gd name="connsiteY134" fmla="*/ 2128100 h 2237474"/>
              <a:gd name="connsiteX135" fmla="*/ 77641 w 12192000"/>
              <a:gd name="connsiteY135" fmla="*/ 2126835 h 2237474"/>
              <a:gd name="connsiteX136" fmla="*/ 37645 w 12192000"/>
              <a:gd name="connsiteY136" fmla="*/ 2115401 h 2237474"/>
              <a:gd name="connsiteX137" fmla="*/ 4572 w 12192000"/>
              <a:gd name="connsiteY137" fmla="*/ 2111091 h 2237474"/>
              <a:gd name="connsiteX138" fmla="*/ 0 w 12192000"/>
              <a:gd name="connsiteY138" fmla="*/ 2110468 h 2237474"/>
              <a:gd name="connsiteX139" fmla="*/ 0 w 12192000"/>
              <a:gd name="connsiteY139" fmla="*/ 0 h 2237474"/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1890686 w 12192000"/>
              <a:gd name="connsiteY3" fmla="*/ 732766 h 2237474"/>
              <a:gd name="connsiteX4" fmla="*/ 11820512 w 12192000"/>
              <a:gd name="connsiteY4" fmla="*/ 745392 h 2237474"/>
              <a:gd name="connsiteX5" fmla="*/ 11649954 w 12192000"/>
              <a:gd name="connsiteY5" fmla="*/ 749628 h 2237474"/>
              <a:gd name="connsiteX6" fmla="*/ 11560424 w 12192000"/>
              <a:gd name="connsiteY6" fmla="*/ 748017 h 2237474"/>
              <a:gd name="connsiteX7" fmla="*/ 11358455 w 12192000"/>
              <a:gd name="connsiteY7" fmla="*/ 747593 h 2237474"/>
              <a:gd name="connsiteX8" fmla="*/ 11165209 w 12192000"/>
              <a:gd name="connsiteY8" fmla="*/ 748852 h 2237474"/>
              <a:gd name="connsiteX9" fmla="*/ 11058755 w 12192000"/>
              <a:gd name="connsiteY9" fmla="*/ 749617 h 2237474"/>
              <a:gd name="connsiteX10" fmla="*/ 10846594 w 12192000"/>
              <a:gd name="connsiteY10" fmla="*/ 765069 h 2237474"/>
              <a:gd name="connsiteX11" fmla="*/ 10739478 w 12192000"/>
              <a:gd name="connsiteY11" fmla="*/ 776841 h 2237474"/>
              <a:gd name="connsiteX12" fmla="*/ 10458762 w 12192000"/>
              <a:gd name="connsiteY12" fmla="*/ 755400 h 2237474"/>
              <a:gd name="connsiteX13" fmla="*/ 10211200 w 12192000"/>
              <a:gd name="connsiteY13" fmla="*/ 767513 h 2237474"/>
              <a:gd name="connsiteX14" fmla="*/ 10167995 w 12192000"/>
              <a:gd name="connsiteY14" fmla="*/ 760843 h 2237474"/>
              <a:gd name="connsiteX15" fmla="*/ 9997044 w 12192000"/>
              <a:gd name="connsiteY15" fmla="*/ 780129 h 2237474"/>
              <a:gd name="connsiteX16" fmla="*/ 9943887 w 12192000"/>
              <a:gd name="connsiteY16" fmla="*/ 804141 h 2237474"/>
              <a:gd name="connsiteX17" fmla="*/ 9918248 w 12192000"/>
              <a:gd name="connsiteY17" fmla="*/ 816628 h 2237474"/>
              <a:gd name="connsiteX18" fmla="*/ 9767091 w 12192000"/>
              <a:gd name="connsiteY18" fmla="*/ 870550 h 2237474"/>
              <a:gd name="connsiteX19" fmla="*/ 9683005 w 12192000"/>
              <a:gd name="connsiteY19" fmla="*/ 894128 h 2237474"/>
              <a:gd name="connsiteX20" fmla="*/ 9594438 w 12192000"/>
              <a:gd name="connsiteY20" fmla="*/ 919051 h 2237474"/>
              <a:gd name="connsiteX21" fmla="*/ 9544189 w 12192000"/>
              <a:gd name="connsiteY21" fmla="*/ 938966 h 2237474"/>
              <a:gd name="connsiteX22" fmla="*/ 9500499 w 12192000"/>
              <a:gd name="connsiteY22" fmla="*/ 954680 h 2237474"/>
              <a:gd name="connsiteX23" fmla="*/ 9410017 w 12192000"/>
              <a:gd name="connsiteY23" fmla="*/ 993931 h 2237474"/>
              <a:gd name="connsiteX24" fmla="*/ 9392919 w 12192000"/>
              <a:gd name="connsiteY24" fmla="*/ 994656 h 2237474"/>
              <a:gd name="connsiteX25" fmla="*/ 9268019 w 12192000"/>
              <a:gd name="connsiteY25" fmla="*/ 1007442 h 2237474"/>
              <a:gd name="connsiteX26" fmla="*/ 9188177 w 12192000"/>
              <a:gd name="connsiteY26" fmla="*/ 1035474 h 2237474"/>
              <a:gd name="connsiteX27" fmla="*/ 9155969 w 12192000"/>
              <a:gd name="connsiteY27" fmla="*/ 1046804 h 2237474"/>
              <a:gd name="connsiteX28" fmla="*/ 9133985 w 12192000"/>
              <a:gd name="connsiteY28" fmla="*/ 1046450 h 2237474"/>
              <a:gd name="connsiteX29" fmla="*/ 9003462 w 12192000"/>
              <a:gd name="connsiteY29" fmla="*/ 1042406 h 2237474"/>
              <a:gd name="connsiteX30" fmla="*/ 8968445 w 12192000"/>
              <a:gd name="connsiteY30" fmla="*/ 1052169 h 2237474"/>
              <a:gd name="connsiteX31" fmla="*/ 8886001 w 12192000"/>
              <a:gd name="connsiteY31" fmla="*/ 1067468 h 2237474"/>
              <a:gd name="connsiteX32" fmla="*/ 8838610 w 12192000"/>
              <a:gd name="connsiteY32" fmla="*/ 1075091 h 2237474"/>
              <a:gd name="connsiteX33" fmla="*/ 8750383 w 12192000"/>
              <a:gd name="connsiteY33" fmla="*/ 1097387 h 2237474"/>
              <a:gd name="connsiteX34" fmla="*/ 8665605 w 12192000"/>
              <a:gd name="connsiteY34" fmla="*/ 1110791 h 2237474"/>
              <a:gd name="connsiteX35" fmla="*/ 8584946 w 12192000"/>
              <a:gd name="connsiteY35" fmla="*/ 1135226 h 2237474"/>
              <a:gd name="connsiteX36" fmla="*/ 8419755 w 12192000"/>
              <a:gd name="connsiteY36" fmla="*/ 1216260 h 2237474"/>
              <a:gd name="connsiteX37" fmla="*/ 8411626 w 12192000"/>
              <a:gd name="connsiteY37" fmla="*/ 1214397 h 2237474"/>
              <a:gd name="connsiteX38" fmla="*/ 8363469 w 12192000"/>
              <a:gd name="connsiteY38" fmla="*/ 1246658 h 2237474"/>
              <a:gd name="connsiteX39" fmla="*/ 8275497 w 12192000"/>
              <a:gd name="connsiteY39" fmla="*/ 1264396 h 2237474"/>
              <a:gd name="connsiteX40" fmla="*/ 8074238 w 12192000"/>
              <a:gd name="connsiteY40" fmla="*/ 1301895 h 2237474"/>
              <a:gd name="connsiteX41" fmla="*/ 7942099 w 12192000"/>
              <a:gd name="connsiteY41" fmla="*/ 1336332 h 2237474"/>
              <a:gd name="connsiteX42" fmla="*/ 7902328 w 12192000"/>
              <a:gd name="connsiteY42" fmla="*/ 1345865 h 2237474"/>
              <a:gd name="connsiteX43" fmla="*/ 7840612 w 12192000"/>
              <a:gd name="connsiteY43" fmla="*/ 1369373 h 2237474"/>
              <a:gd name="connsiteX44" fmla="*/ 7786819 w 12192000"/>
              <a:gd name="connsiteY44" fmla="*/ 1378970 h 2237474"/>
              <a:gd name="connsiteX45" fmla="*/ 7548172 w 12192000"/>
              <a:gd name="connsiteY45" fmla="*/ 1417460 h 2237474"/>
              <a:gd name="connsiteX46" fmla="*/ 7483437 w 12192000"/>
              <a:gd name="connsiteY46" fmla="*/ 1478152 h 2237474"/>
              <a:gd name="connsiteX47" fmla="*/ 7377870 w 12192000"/>
              <a:gd name="connsiteY47" fmla="*/ 1523319 h 2237474"/>
              <a:gd name="connsiteX48" fmla="*/ 7230737 w 12192000"/>
              <a:gd name="connsiteY48" fmla="*/ 1562633 h 2237474"/>
              <a:gd name="connsiteX49" fmla="*/ 7224458 w 12192000"/>
              <a:gd name="connsiteY49" fmla="*/ 1573008 h 2237474"/>
              <a:gd name="connsiteX50" fmla="*/ 7183121 w 12192000"/>
              <a:gd name="connsiteY50" fmla="*/ 1595162 h 2237474"/>
              <a:gd name="connsiteX51" fmla="*/ 7164601 w 12192000"/>
              <a:gd name="connsiteY51" fmla="*/ 1606490 h 2237474"/>
              <a:gd name="connsiteX52" fmla="*/ 6900177 w 12192000"/>
              <a:gd name="connsiteY52" fmla="*/ 1636016 h 2237474"/>
              <a:gd name="connsiteX53" fmla="*/ 6795372 w 12192000"/>
              <a:gd name="connsiteY53" fmla="*/ 1644845 h 2237474"/>
              <a:gd name="connsiteX54" fmla="*/ 6692251 w 12192000"/>
              <a:gd name="connsiteY54" fmla="*/ 1656357 h 2237474"/>
              <a:gd name="connsiteX55" fmla="*/ 6655235 w 12192000"/>
              <a:gd name="connsiteY55" fmla="*/ 1661869 h 2237474"/>
              <a:gd name="connsiteX56" fmla="*/ 6554894 w 12192000"/>
              <a:gd name="connsiteY56" fmla="*/ 1664428 h 2237474"/>
              <a:gd name="connsiteX57" fmla="*/ 6516595 w 12192000"/>
              <a:gd name="connsiteY57" fmla="*/ 1667475 h 2237474"/>
              <a:gd name="connsiteX58" fmla="*/ 6508541 w 12192000"/>
              <a:gd name="connsiteY58" fmla="*/ 1668757 h 2237474"/>
              <a:gd name="connsiteX59" fmla="*/ 6471012 w 12192000"/>
              <a:gd name="connsiteY59" fmla="*/ 1678604 h 2237474"/>
              <a:gd name="connsiteX60" fmla="*/ 6364035 w 12192000"/>
              <a:gd name="connsiteY60" fmla="*/ 1667683 h 2237474"/>
              <a:gd name="connsiteX61" fmla="*/ 6280959 w 12192000"/>
              <a:gd name="connsiteY61" fmla="*/ 1689329 h 2237474"/>
              <a:gd name="connsiteX62" fmla="*/ 6243319 w 12192000"/>
              <a:gd name="connsiteY62" fmla="*/ 1695560 h 2237474"/>
              <a:gd name="connsiteX63" fmla="*/ 6098321 w 12192000"/>
              <a:gd name="connsiteY63" fmla="*/ 1721646 h 2237474"/>
              <a:gd name="connsiteX64" fmla="*/ 5880652 w 12192000"/>
              <a:gd name="connsiteY64" fmla="*/ 1779643 h 2237474"/>
              <a:gd name="connsiteX65" fmla="*/ 5785959 w 12192000"/>
              <a:gd name="connsiteY65" fmla="*/ 1775307 h 2237474"/>
              <a:gd name="connsiteX66" fmla="*/ 5643534 w 12192000"/>
              <a:gd name="connsiteY66" fmla="*/ 1802919 h 2237474"/>
              <a:gd name="connsiteX67" fmla="*/ 5518799 w 12192000"/>
              <a:gd name="connsiteY67" fmla="*/ 1818312 h 2237474"/>
              <a:gd name="connsiteX68" fmla="*/ 5505014 w 12192000"/>
              <a:gd name="connsiteY68" fmla="*/ 1819259 h 2237474"/>
              <a:gd name="connsiteX69" fmla="*/ 5453307 w 12192000"/>
              <a:gd name="connsiteY69" fmla="*/ 1815450 h 2237474"/>
              <a:gd name="connsiteX70" fmla="*/ 5221533 w 12192000"/>
              <a:gd name="connsiteY70" fmla="*/ 1846950 h 2237474"/>
              <a:gd name="connsiteX71" fmla="*/ 5149802 w 12192000"/>
              <a:gd name="connsiteY71" fmla="*/ 1844846 h 2237474"/>
              <a:gd name="connsiteX72" fmla="*/ 5114927 w 12192000"/>
              <a:gd name="connsiteY72" fmla="*/ 1847827 h 2237474"/>
              <a:gd name="connsiteX73" fmla="*/ 5108970 w 12192000"/>
              <a:gd name="connsiteY73" fmla="*/ 1847935 h 2237474"/>
              <a:gd name="connsiteX74" fmla="*/ 5067961 w 12192000"/>
              <a:gd name="connsiteY74" fmla="*/ 1845917 h 2237474"/>
              <a:gd name="connsiteX75" fmla="*/ 5007075 w 12192000"/>
              <a:gd name="connsiteY75" fmla="*/ 1838626 h 2237474"/>
              <a:gd name="connsiteX76" fmla="*/ 4944087 w 12192000"/>
              <a:gd name="connsiteY76" fmla="*/ 1823332 h 2237474"/>
              <a:gd name="connsiteX77" fmla="*/ 4907662 w 12192000"/>
              <a:gd name="connsiteY77" fmla="*/ 1816900 h 2237474"/>
              <a:gd name="connsiteX78" fmla="*/ 4882386 w 12192000"/>
              <a:gd name="connsiteY78" fmla="*/ 1809844 h 2237474"/>
              <a:gd name="connsiteX79" fmla="*/ 4811440 w 12192000"/>
              <a:gd name="connsiteY79" fmla="*/ 1804655 h 2237474"/>
              <a:gd name="connsiteX80" fmla="*/ 4691075 w 12192000"/>
              <a:gd name="connsiteY80" fmla="*/ 1801389 h 2237474"/>
              <a:gd name="connsiteX81" fmla="*/ 4640313 w 12192000"/>
              <a:gd name="connsiteY81" fmla="*/ 1784307 h 2237474"/>
              <a:gd name="connsiteX82" fmla="*/ 4536503 w 12192000"/>
              <a:gd name="connsiteY82" fmla="*/ 1785334 h 2237474"/>
              <a:gd name="connsiteX83" fmla="*/ 4513724 w 12192000"/>
              <a:gd name="connsiteY83" fmla="*/ 1791996 h 2237474"/>
              <a:gd name="connsiteX84" fmla="*/ 4459810 w 12192000"/>
              <a:gd name="connsiteY84" fmla="*/ 1797886 h 2237474"/>
              <a:gd name="connsiteX85" fmla="*/ 4379064 w 12192000"/>
              <a:gd name="connsiteY85" fmla="*/ 1817177 h 2237474"/>
              <a:gd name="connsiteX86" fmla="*/ 4290981 w 12192000"/>
              <a:gd name="connsiteY86" fmla="*/ 1839677 h 2237474"/>
              <a:gd name="connsiteX87" fmla="*/ 4238372 w 12192000"/>
              <a:gd name="connsiteY87" fmla="*/ 1851480 h 2237474"/>
              <a:gd name="connsiteX88" fmla="*/ 4232517 w 12192000"/>
              <a:gd name="connsiteY88" fmla="*/ 1852567 h 2237474"/>
              <a:gd name="connsiteX89" fmla="*/ 4191732 w 12192000"/>
              <a:gd name="connsiteY89" fmla="*/ 1857328 h 2237474"/>
              <a:gd name="connsiteX90" fmla="*/ 4065532 w 12192000"/>
              <a:gd name="connsiteY90" fmla="*/ 1855477 h 2237474"/>
              <a:gd name="connsiteX91" fmla="*/ 4028460 w 12192000"/>
              <a:gd name="connsiteY91" fmla="*/ 1855137 h 2237474"/>
              <a:gd name="connsiteX92" fmla="*/ 4002267 w 12192000"/>
              <a:gd name="connsiteY92" fmla="*/ 1852352 h 2237474"/>
              <a:gd name="connsiteX93" fmla="*/ 3931396 w 12192000"/>
              <a:gd name="connsiteY93" fmla="*/ 1858915 h 2237474"/>
              <a:gd name="connsiteX94" fmla="*/ 3812162 w 12192000"/>
              <a:gd name="connsiteY94" fmla="*/ 1875501 h 2237474"/>
              <a:gd name="connsiteX95" fmla="*/ 3758105 w 12192000"/>
              <a:gd name="connsiteY95" fmla="*/ 1871856 h 2237474"/>
              <a:gd name="connsiteX96" fmla="*/ 3567259 w 12192000"/>
              <a:gd name="connsiteY96" fmla="*/ 1893482 h 2237474"/>
              <a:gd name="connsiteX97" fmla="*/ 3405770 w 12192000"/>
              <a:gd name="connsiteY97" fmla="*/ 1904591 h 2237474"/>
              <a:gd name="connsiteX98" fmla="*/ 3280097 w 12192000"/>
              <a:gd name="connsiteY98" fmla="*/ 1919610 h 2237474"/>
              <a:gd name="connsiteX99" fmla="*/ 3009910 w 12192000"/>
              <a:gd name="connsiteY99" fmla="*/ 1957866 h 2237474"/>
              <a:gd name="connsiteX100" fmla="*/ 2995934 w 12192000"/>
              <a:gd name="connsiteY100" fmla="*/ 1967085 h 2237474"/>
              <a:gd name="connsiteX101" fmla="*/ 2942858 w 12192000"/>
              <a:gd name="connsiteY101" fmla="*/ 1981367 h 2237474"/>
              <a:gd name="connsiteX102" fmla="*/ 2875436 w 12192000"/>
              <a:gd name="connsiteY102" fmla="*/ 1996977 h 2237474"/>
              <a:gd name="connsiteX103" fmla="*/ 2874892 w 12192000"/>
              <a:gd name="connsiteY103" fmla="*/ 1996085 h 2237474"/>
              <a:gd name="connsiteX104" fmla="*/ 2843662 w 12192000"/>
              <a:gd name="connsiteY104" fmla="*/ 1992498 h 2237474"/>
              <a:gd name="connsiteX105" fmla="*/ 2718916 w 12192000"/>
              <a:gd name="connsiteY105" fmla="*/ 1990867 h 2237474"/>
              <a:gd name="connsiteX106" fmla="*/ 2713522 w 12192000"/>
              <a:gd name="connsiteY106" fmla="*/ 1990173 h 2237474"/>
              <a:gd name="connsiteX107" fmla="*/ 2476147 w 12192000"/>
              <a:gd name="connsiteY107" fmla="*/ 1998305 h 2237474"/>
              <a:gd name="connsiteX108" fmla="*/ 2373568 w 12192000"/>
              <a:gd name="connsiteY108" fmla="*/ 2003219 h 2237474"/>
              <a:gd name="connsiteX109" fmla="*/ 2287219 w 12192000"/>
              <a:gd name="connsiteY109" fmla="*/ 1998750 h 2237474"/>
              <a:gd name="connsiteX110" fmla="*/ 2243069 w 12192000"/>
              <a:gd name="connsiteY110" fmla="*/ 2005321 h 2237474"/>
              <a:gd name="connsiteX111" fmla="*/ 2164831 w 12192000"/>
              <a:gd name="connsiteY111" fmla="*/ 2010143 h 2237474"/>
              <a:gd name="connsiteX112" fmla="*/ 2085228 w 12192000"/>
              <a:gd name="connsiteY112" fmla="*/ 2046431 h 2237474"/>
              <a:gd name="connsiteX113" fmla="*/ 2058061 w 12192000"/>
              <a:gd name="connsiteY113" fmla="*/ 2047942 h 2237474"/>
              <a:gd name="connsiteX114" fmla="*/ 2042244 w 12192000"/>
              <a:gd name="connsiteY114" fmla="*/ 2055560 h 2237474"/>
              <a:gd name="connsiteX115" fmla="*/ 1877728 w 12192000"/>
              <a:gd name="connsiteY115" fmla="*/ 2101004 h 2237474"/>
              <a:gd name="connsiteX116" fmla="*/ 1759056 w 12192000"/>
              <a:gd name="connsiteY116" fmla="*/ 2125608 h 2237474"/>
              <a:gd name="connsiteX117" fmla="*/ 1637948 w 12192000"/>
              <a:gd name="connsiteY117" fmla="*/ 2172597 h 2237474"/>
              <a:gd name="connsiteX118" fmla="*/ 1434549 w 12192000"/>
              <a:gd name="connsiteY118" fmla="*/ 2234522 h 2237474"/>
              <a:gd name="connsiteX119" fmla="*/ 1398481 w 12192000"/>
              <a:gd name="connsiteY119" fmla="*/ 2237074 h 2237474"/>
              <a:gd name="connsiteX120" fmla="*/ 1398407 w 12192000"/>
              <a:gd name="connsiteY120" fmla="*/ 2237095 h 2237474"/>
              <a:gd name="connsiteX121" fmla="*/ 1370962 w 12192000"/>
              <a:gd name="connsiteY121" fmla="*/ 2237474 h 2237474"/>
              <a:gd name="connsiteX122" fmla="*/ 1356367 w 12192000"/>
              <a:gd name="connsiteY122" fmla="*/ 2235089 h 2237474"/>
              <a:gd name="connsiteX123" fmla="*/ 1279765 w 12192000"/>
              <a:gd name="connsiteY123" fmla="*/ 2229639 h 2237474"/>
              <a:gd name="connsiteX124" fmla="*/ 1195347 w 12192000"/>
              <a:gd name="connsiteY124" fmla="*/ 2212354 h 2237474"/>
              <a:gd name="connsiteX125" fmla="*/ 970251 w 12192000"/>
              <a:gd name="connsiteY125" fmla="*/ 2221029 h 2237474"/>
              <a:gd name="connsiteX126" fmla="*/ 812914 w 12192000"/>
              <a:gd name="connsiteY126" fmla="*/ 2210095 h 2237474"/>
              <a:gd name="connsiteX127" fmla="*/ 776382 w 12192000"/>
              <a:gd name="connsiteY127" fmla="*/ 2204512 h 2237474"/>
              <a:gd name="connsiteX128" fmla="*/ 597225 w 12192000"/>
              <a:gd name="connsiteY128" fmla="*/ 2180999 h 2237474"/>
              <a:gd name="connsiteX129" fmla="*/ 520671 w 12192000"/>
              <a:gd name="connsiteY129" fmla="*/ 2180980 h 2237474"/>
              <a:gd name="connsiteX130" fmla="*/ 515024 w 12192000"/>
              <a:gd name="connsiteY130" fmla="*/ 2179258 h 2237474"/>
              <a:gd name="connsiteX131" fmla="*/ 413835 w 12192000"/>
              <a:gd name="connsiteY131" fmla="*/ 2156783 h 2237474"/>
              <a:gd name="connsiteX132" fmla="*/ 376513 w 12192000"/>
              <a:gd name="connsiteY132" fmla="*/ 2154014 h 2237474"/>
              <a:gd name="connsiteX133" fmla="*/ 273386 w 12192000"/>
              <a:gd name="connsiteY133" fmla="*/ 2142551 h 2237474"/>
              <a:gd name="connsiteX134" fmla="*/ 77641 w 12192000"/>
              <a:gd name="connsiteY134" fmla="*/ 2126835 h 2237474"/>
              <a:gd name="connsiteX135" fmla="*/ 37645 w 12192000"/>
              <a:gd name="connsiteY135" fmla="*/ 2115401 h 2237474"/>
              <a:gd name="connsiteX136" fmla="*/ 4572 w 12192000"/>
              <a:gd name="connsiteY136" fmla="*/ 2111091 h 2237474"/>
              <a:gd name="connsiteX137" fmla="*/ 0 w 12192000"/>
              <a:gd name="connsiteY137" fmla="*/ 2110468 h 2237474"/>
              <a:gd name="connsiteX138" fmla="*/ 0 w 12192000"/>
              <a:gd name="connsiteY138" fmla="*/ 0 h 2237474"/>
              <a:gd name="connsiteX0" fmla="*/ 0 w 12192000"/>
              <a:gd name="connsiteY0" fmla="*/ 0 h 2237627"/>
              <a:gd name="connsiteX1" fmla="*/ 12192000 w 12192000"/>
              <a:gd name="connsiteY1" fmla="*/ 0 h 2237627"/>
              <a:gd name="connsiteX2" fmla="*/ 12192000 w 12192000"/>
              <a:gd name="connsiteY2" fmla="*/ 751299 h 2237627"/>
              <a:gd name="connsiteX3" fmla="*/ 11890686 w 12192000"/>
              <a:gd name="connsiteY3" fmla="*/ 732766 h 2237627"/>
              <a:gd name="connsiteX4" fmla="*/ 11820512 w 12192000"/>
              <a:gd name="connsiteY4" fmla="*/ 745392 h 2237627"/>
              <a:gd name="connsiteX5" fmla="*/ 11649954 w 12192000"/>
              <a:gd name="connsiteY5" fmla="*/ 749628 h 2237627"/>
              <a:gd name="connsiteX6" fmla="*/ 11560424 w 12192000"/>
              <a:gd name="connsiteY6" fmla="*/ 748017 h 2237627"/>
              <a:gd name="connsiteX7" fmla="*/ 11358455 w 12192000"/>
              <a:gd name="connsiteY7" fmla="*/ 747593 h 2237627"/>
              <a:gd name="connsiteX8" fmla="*/ 11165209 w 12192000"/>
              <a:gd name="connsiteY8" fmla="*/ 748852 h 2237627"/>
              <a:gd name="connsiteX9" fmla="*/ 11058755 w 12192000"/>
              <a:gd name="connsiteY9" fmla="*/ 749617 h 2237627"/>
              <a:gd name="connsiteX10" fmla="*/ 10846594 w 12192000"/>
              <a:gd name="connsiteY10" fmla="*/ 765069 h 2237627"/>
              <a:gd name="connsiteX11" fmla="*/ 10739478 w 12192000"/>
              <a:gd name="connsiteY11" fmla="*/ 776841 h 2237627"/>
              <a:gd name="connsiteX12" fmla="*/ 10458762 w 12192000"/>
              <a:gd name="connsiteY12" fmla="*/ 755400 h 2237627"/>
              <a:gd name="connsiteX13" fmla="*/ 10211200 w 12192000"/>
              <a:gd name="connsiteY13" fmla="*/ 767513 h 2237627"/>
              <a:gd name="connsiteX14" fmla="*/ 10167995 w 12192000"/>
              <a:gd name="connsiteY14" fmla="*/ 760843 h 2237627"/>
              <a:gd name="connsiteX15" fmla="*/ 9997044 w 12192000"/>
              <a:gd name="connsiteY15" fmla="*/ 780129 h 2237627"/>
              <a:gd name="connsiteX16" fmla="*/ 9943887 w 12192000"/>
              <a:gd name="connsiteY16" fmla="*/ 804141 h 2237627"/>
              <a:gd name="connsiteX17" fmla="*/ 9918248 w 12192000"/>
              <a:gd name="connsiteY17" fmla="*/ 816628 h 2237627"/>
              <a:gd name="connsiteX18" fmla="*/ 9767091 w 12192000"/>
              <a:gd name="connsiteY18" fmla="*/ 870550 h 2237627"/>
              <a:gd name="connsiteX19" fmla="*/ 9683005 w 12192000"/>
              <a:gd name="connsiteY19" fmla="*/ 894128 h 2237627"/>
              <a:gd name="connsiteX20" fmla="*/ 9594438 w 12192000"/>
              <a:gd name="connsiteY20" fmla="*/ 919051 h 2237627"/>
              <a:gd name="connsiteX21" fmla="*/ 9544189 w 12192000"/>
              <a:gd name="connsiteY21" fmla="*/ 938966 h 2237627"/>
              <a:gd name="connsiteX22" fmla="*/ 9500499 w 12192000"/>
              <a:gd name="connsiteY22" fmla="*/ 954680 h 2237627"/>
              <a:gd name="connsiteX23" fmla="*/ 9410017 w 12192000"/>
              <a:gd name="connsiteY23" fmla="*/ 993931 h 2237627"/>
              <a:gd name="connsiteX24" fmla="*/ 9392919 w 12192000"/>
              <a:gd name="connsiteY24" fmla="*/ 994656 h 2237627"/>
              <a:gd name="connsiteX25" fmla="*/ 9268019 w 12192000"/>
              <a:gd name="connsiteY25" fmla="*/ 1007442 h 2237627"/>
              <a:gd name="connsiteX26" fmla="*/ 9188177 w 12192000"/>
              <a:gd name="connsiteY26" fmla="*/ 1035474 h 2237627"/>
              <a:gd name="connsiteX27" fmla="*/ 9155969 w 12192000"/>
              <a:gd name="connsiteY27" fmla="*/ 1046804 h 2237627"/>
              <a:gd name="connsiteX28" fmla="*/ 9133985 w 12192000"/>
              <a:gd name="connsiteY28" fmla="*/ 1046450 h 2237627"/>
              <a:gd name="connsiteX29" fmla="*/ 9003462 w 12192000"/>
              <a:gd name="connsiteY29" fmla="*/ 1042406 h 2237627"/>
              <a:gd name="connsiteX30" fmla="*/ 8968445 w 12192000"/>
              <a:gd name="connsiteY30" fmla="*/ 1052169 h 2237627"/>
              <a:gd name="connsiteX31" fmla="*/ 8886001 w 12192000"/>
              <a:gd name="connsiteY31" fmla="*/ 1067468 h 2237627"/>
              <a:gd name="connsiteX32" fmla="*/ 8838610 w 12192000"/>
              <a:gd name="connsiteY32" fmla="*/ 1075091 h 2237627"/>
              <a:gd name="connsiteX33" fmla="*/ 8750383 w 12192000"/>
              <a:gd name="connsiteY33" fmla="*/ 1097387 h 2237627"/>
              <a:gd name="connsiteX34" fmla="*/ 8665605 w 12192000"/>
              <a:gd name="connsiteY34" fmla="*/ 1110791 h 2237627"/>
              <a:gd name="connsiteX35" fmla="*/ 8584946 w 12192000"/>
              <a:gd name="connsiteY35" fmla="*/ 1135226 h 2237627"/>
              <a:gd name="connsiteX36" fmla="*/ 8419755 w 12192000"/>
              <a:gd name="connsiteY36" fmla="*/ 1216260 h 2237627"/>
              <a:gd name="connsiteX37" fmla="*/ 8411626 w 12192000"/>
              <a:gd name="connsiteY37" fmla="*/ 1214397 h 2237627"/>
              <a:gd name="connsiteX38" fmla="*/ 8363469 w 12192000"/>
              <a:gd name="connsiteY38" fmla="*/ 1246658 h 2237627"/>
              <a:gd name="connsiteX39" fmla="*/ 8275497 w 12192000"/>
              <a:gd name="connsiteY39" fmla="*/ 1264396 h 2237627"/>
              <a:gd name="connsiteX40" fmla="*/ 8074238 w 12192000"/>
              <a:gd name="connsiteY40" fmla="*/ 1301895 h 2237627"/>
              <a:gd name="connsiteX41" fmla="*/ 7942099 w 12192000"/>
              <a:gd name="connsiteY41" fmla="*/ 1336332 h 2237627"/>
              <a:gd name="connsiteX42" fmla="*/ 7902328 w 12192000"/>
              <a:gd name="connsiteY42" fmla="*/ 1345865 h 2237627"/>
              <a:gd name="connsiteX43" fmla="*/ 7840612 w 12192000"/>
              <a:gd name="connsiteY43" fmla="*/ 1369373 h 2237627"/>
              <a:gd name="connsiteX44" fmla="*/ 7786819 w 12192000"/>
              <a:gd name="connsiteY44" fmla="*/ 1378970 h 2237627"/>
              <a:gd name="connsiteX45" fmla="*/ 7548172 w 12192000"/>
              <a:gd name="connsiteY45" fmla="*/ 1417460 h 2237627"/>
              <a:gd name="connsiteX46" fmla="*/ 7483437 w 12192000"/>
              <a:gd name="connsiteY46" fmla="*/ 1478152 h 2237627"/>
              <a:gd name="connsiteX47" fmla="*/ 7377870 w 12192000"/>
              <a:gd name="connsiteY47" fmla="*/ 1523319 h 2237627"/>
              <a:gd name="connsiteX48" fmla="*/ 7230737 w 12192000"/>
              <a:gd name="connsiteY48" fmla="*/ 1562633 h 2237627"/>
              <a:gd name="connsiteX49" fmla="*/ 7224458 w 12192000"/>
              <a:gd name="connsiteY49" fmla="*/ 1573008 h 2237627"/>
              <a:gd name="connsiteX50" fmla="*/ 7183121 w 12192000"/>
              <a:gd name="connsiteY50" fmla="*/ 1595162 h 2237627"/>
              <a:gd name="connsiteX51" fmla="*/ 7164601 w 12192000"/>
              <a:gd name="connsiteY51" fmla="*/ 1606490 h 2237627"/>
              <a:gd name="connsiteX52" fmla="*/ 6900177 w 12192000"/>
              <a:gd name="connsiteY52" fmla="*/ 1636016 h 2237627"/>
              <a:gd name="connsiteX53" fmla="*/ 6795372 w 12192000"/>
              <a:gd name="connsiteY53" fmla="*/ 1644845 h 2237627"/>
              <a:gd name="connsiteX54" fmla="*/ 6692251 w 12192000"/>
              <a:gd name="connsiteY54" fmla="*/ 1656357 h 2237627"/>
              <a:gd name="connsiteX55" fmla="*/ 6655235 w 12192000"/>
              <a:gd name="connsiteY55" fmla="*/ 1661869 h 2237627"/>
              <a:gd name="connsiteX56" fmla="*/ 6554894 w 12192000"/>
              <a:gd name="connsiteY56" fmla="*/ 1664428 h 2237627"/>
              <a:gd name="connsiteX57" fmla="*/ 6516595 w 12192000"/>
              <a:gd name="connsiteY57" fmla="*/ 1667475 h 2237627"/>
              <a:gd name="connsiteX58" fmla="*/ 6508541 w 12192000"/>
              <a:gd name="connsiteY58" fmla="*/ 1668757 h 2237627"/>
              <a:gd name="connsiteX59" fmla="*/ 6471012 w 12192000"/>
              <a:gd name="connsiteY59" fmla="*/ 1678604 h 2237627"/>
              <a:gd name="connsiteX60" fmla="*/ 6364035 w 12192000"/>
              <a:gd name="connsiteY60" fmla="*/ 1667683 h 2237627"/>
              <a:gd name="connsiteX61" fmla="*/ 6280959 w 12192000"/>
              <a:gd name="connsiteY61" fmla="*/ 1689329 h 2237627"/>
              <a:gd name="connsiteX62" fmla="*/ 6243319 w 12192000"/>
              <a:gd name="connsiteY62" fmla="*/ 1695560 h 2237627"/>
              <a:gd name="connsiteX63" fmla="*/ 6098321 w 12192000"/>
              <a:gd name="connsiteY63" fmla="*/ 1721646 h 2237627"/>
              <a:gd name="connsiteX64" fmla="*/ 5880652 w 12192000"/>
              <a:gd name="connsiteY64" fmla="*/ 1779643 h 2237627"/>
              <a:gd name="connsiteX65" fmla="*/ 5785959 w 12192000"/>
              <a:gd name="connsiteY65" fmla="*/ 1775307 h 2237627"/>
              <a:gd name="connsiteX66" fmla="*/ 5643534 w 12192000"/>
              <a:gd name="connsiteY66" fmla="*/ 1802919 h 2237627"/>
              <a:gd name="connsiteX67" fmla="*/ 5518799 w 12192000"/>
              <a:gd name="connsiteY67" fmla="*/ 1818312 h 2237627"/>
              <a:gd name="connsiteX68" fmla="*/ 5505014 w 12192000"/>
              <a:gd name="connsiteY68" fmla="*/ 1819259 h 2237627"/>
              <a:gd name="connsiteX69" fmla="*/ 5453307 w 12192000"/>
              <a:gd name="connsiteY69" fmla="*/ 1815450 h 2237627"/>
              <a:gd name="connsiteX70" fmla="*/ 5221533 w 12192000"/>
              <a:gd name="connsiteY70" fmla="*/ 1846950 h 2237627"/>
              <a:gd name="connsiteX71" fmla="*/ 5149802 w 12192000"/>
              <a:gd name="connsiteY71" fmla="*/ 1844846 h 2237627"/>
              <a:gd name="connsiteX72" fmla="*/ 5114927 w 12192000"/>
              <a:gd name="connsiteY72" fmla="*/ 1847827 h 2237627"/>
              <a:gd name="connsiteX73" fmla="*/ 5108970 w 12192000"/>
              <a:gd name="connsiteY73" fmla="*/ 1847935 h 2237627"/>
              <a:gd name="connsiteX74" fmla="*/ 5067961 w 12192000"/>
              <a:gd name="connsiteY74" fmla="*/ 1845917 h 2237627"/>
              <a:gd name="connsiteX75" fmla="*/ 5007075 w 12192000"/>
              <a:gd name="connsiteY75" fmla="*/ 1838626 h 2237627"/>
              <a:gd name="connsiteX76" fmla="*/ 4944087 w 12192000"/>
              <a:gd name="connsiteY76" fmla="*/ 1823332 h 2237627"/>
              <a:gd name="connsiteX77" fmla="*/ 4907662 w 12192000"/>
              <a:gd name="connsiteY77" fmla="*/ 1816900 h 2237627"/>
              <a:gd name="connsiteX78" fmla="*/ 4882386 w 12192000"/>
              <a:gd name="connsiteY78" fmla="*/ 1809844 h 2237627"/>
              <a:gd name="connsiteX79" fmla="*/ 4811440 w 12192000"/>
              <a:gd name="connsiteY79" fmla="*/ 1804655 h 2237627"/>
              <a:gd name="connsiteX80" fmla="*/ 4691075 w 12192000"/>
              <a:gd name="connsiteY80" fmla="*/ 1801389 h 2237627"/>
              <a:gd name="connsiteX81" fmla="*/ 4640313 w 12192000"/>
              <a:gd name="connsiteY81" fmla="*/ 1784307 h 2237627"/>
              <a:gd name="connsiteX82" fmla="*/ 4536503 w 12192000"/>
              <a:gd name="connsiteY82" fmla="*/ 1785334 h 2237627"/>
              <a:gd name="connsiteX83" fmla="*/ 4513724 w 12192000"/>
              <a:gd name="connsiteY83" fmla="*/ 1791996 h 2237627"/>
              <a:gd name="connsiteX84" fmla="*/ 4459810 w 12192000"/>
              <a:gd name="connsiteY84" fmla="*/ 1797886 h 2237627"/>
              <a:gd name="connsiteX85" fmla="*/ 4379064 w 12192000"/>
              <a:gd name="connsiteY85" fmla="*/ 1817177 h 2237627"/>
              <a:gd name="connsiteX86" fmla="*/ 4290981 w 12192000"/>
              <a:gd name="connsiteY86" fmla="*/ 1839677 h 2237627"/>
              <a:gd name="connsiteX87" fmla="*/ 4238372 w 12192000"/>
              <a:gd name="connsiteY87" fmla="*/ 1851480 h 2237627"/>
              <a:gd name="connsiteX88" fmla="*/ 4232517 w 12192000"/>
              <a:gd name="connsiteY88" fmla="*/ 1852567 h 2237627"/>
              <a:gd name="connsiteX89" fmla="*/ 4191732 w 12192000"/>
              <a:gd name="connsiteY89" fmla="*/ 1857328 h 2237627"/>
              <a:gd name="connsiteX90" fmla="*/ 4065532 w 12192000"/>
              <a:gd name="connsiteY90" fmla="*/ 1855477 h 2237627"/>
              <a:gd name="connsiteX91" fmla="*/ 4028460 w 12192000"/>
              <a:gd name="connsiteY91" fmla="*/ 1855137 h 2237627"/>
              <a:gd name="connsiteX92" fmla="*/ 4002267 w 12192000"/>
              <a:gd name="connsiteY92" fmla="*/ 1852352 h 2237627"/>
              <a:gd name="connsiteX93" fmla="*/ 3931396 w 12192000"/>
              <a:gd name="connsiteY93" fmla="*/ 1858915 h 2237627"/>
              <a:gd name="connsiteX94" fmla="*/ 3812162 w 12192000"/>
              <a:gd name="connsiteY94" fmla="*/ 1875501 h 2237627"/>
              <a:gd name="connsiteX95" fmla="*/ 3758105 w 12192000"/>
              <a:gd name="connsiteY95" fmla="*/ 1871856 h 2237627"/>
              <a:gd name="connsiteX96" fmla="*/ 3567259 w 12192000"/>
              <a:gd name="connsiteY96" fmla="*/ 1893482 h 2237627"/>
              <a:gd name="connsiteX97" fmla="*/ 3405770 w 12192000"/>
              <a:gd name="connsiteY97" fmla="*/ 1904591 h 2237627"/>
              <a:gd name="connsiteX98" fmla="*/ 3280097 w 12192000"/>
              <a:gd name="connsiteY98" fmla="*/ 1919610 h 2237627"/>
              <a:gd name="connsiteX99" fmla="*/ 3009910 w 12192000"/>
              <a:gd name="connsiteY99" fmla="*/ 1957866 h 2237627"/>
              <a:gd name="connsiteX100" fmla="*/ 2995934 w 12192000"/>
              <a:gd name="connsiteY100" fmla="*/ 1967085 h 2237627"/>
              <a:gd name="connsiteX101" fmla="*/ 2942858 w 12192000"/>
              <a:gd name="connsiteY101" fmla="*/ 1981367 h 2237627"/>
              <a:gd name="connsiteX102" fmla="*/ 2875436 w 12192000"/>
              <a:gd name="connsiteY102" fmla="*/ 1996977 h 2237627"/>
              <a:gd name="connsiteX103" fmla="*/ 2874892 w 12192000"/>
              <a:gd name="connsiteY103" fmla="*/ 1996085 h 2237627"/>
              <a:gd name="connsiteX104" fmla="*/ 2843662 w 12192000"/>
              <a:gd name="connsiteY104" fmla="*/ 1992498 h 2237627"/>
              <a:gd name="connsiteX105" fmla="*/ 2718916 w 12192000"/>
              <a:gd name="connsiteY105" fmla="*/ 1990867 h 2237627"/>
              <a:gd name="connsiteX106" fmla="*/ 2713522 w 12192000"/>
              <a:gd name="connsiteY106" fmla="*/ 1990173 h 2237627"/>
              <a:gd name="connsiteX107" fmla="*/ 2476147 w 12192000"/>
              <a:gd name="connsiteY107" fmla="*/ 1998305 h 2237627"/>
              <a:gd name="connsiteX108" fmla="*/ 2373568 w 12192000"/>
              <a:gd name="connsiteY108" fmla="*/ 2003219 h 2237627"/>
              <a:gd name="connsiteX109" fmla="*/ 2287219 w 12192000"/>
              <a:gd name="connsiteY109" fmla="*/ 1998750 h 2237627"/>
              <a:gd name="connsiteX110" fmla="*/ 2243069 w 12192000"/>
              <a:gd name="connsiteY110" fmla="*/ 2005321 h 2237627"/>
              <a:gd name="connsiteX111" fmla="*/ 2164831 w 12192000"/>
              <a:gd name="connsiteY111" fmla="*/ 2010143 h 2237627"/>
              <a:gd name="connsiteX112" fmla="*/ 2085228 w 12192000"/>
              <a:gd name="connsiteY112" fmla="*/ 2046431 h 2237627"/>
              <a:gd name="connsiteX113" fmla="*/ 2058061 w 12192000"/>
              <a:gd name="connsiteY113" fmla="*/ 2047942 h 2237627"/>
              <a:gd name="connsiteX114" fmla="*/ 2042244 w 12192000"/>
              <a:gd name="connsiteY114" fmla="*/ 2055560 h 2237627"/>
              <a:gd name="connsiteX115" fmla="*/ 1877728 w 12192000"/>
              <a:gd name="connsiteY115" fmla="*/ 2101004 h 2237627"/>
              <a:gd name="connsiteX116" fmla="*/ 1759056 w 12192000"/>
              <a:gd name="connsiteY116" fmla="*/ 2125608 h 2237627"/>
              <a:gd name="connsiteX117" fmla="*/ 1637948 w 12192000"/>
              <a:gd name="connsiteY117" fmla="*/ 2172597 h 2237627"/>
              <a:gd name="connsiteX118" fmla="*/ 1434549 w 12192000"/>
              <a:gd name="connsiteY118" fmla="*/ 2234522 h 2237627"/>
              <a:gd name="connsiteX119" fmla="*/ 1398481 w 12192000"/>
              <a:gd name="connsiteY119" fmla="*/ 2237074 h 2237627"/>
              <a:gd name="connsiteX120" fmla="*/ 1370962 w 12192000"/>
              <a:gd name="connsiteY120" fmla="*/ 2237474 h 2237627"/>
              <a:gd name="connsiteX121" fmla="*/ 1356367 w 12192000"/>
              <a:gd name="connsiteY121" fmla="*/ 2235089 h 2237627"/>
              <a:gd name="connsiteX122" fmla="*/ 1279765 w 12192000"/>
              <a:gd name="connsiteY122" fmla="*/ 2229639 h 2237627"/>
              <a:gd name="connsiteX123" fmla="*/ 1195347 w 12192000"/>
              <a:gd name="connsiteY123" fmla="*/ 2212354 h 2237627"/>
              <a:gd name="connsiteX124" fmla="*/ 970251 w 12192000"/>
              <a:gd name="connsiteY124" fmla="*/ 2221029 h 2237627"/>
              <a:gd name="connsiteX125" fmla="*/ 812914 w 12192000"/>
              <a:gd name="connsiteY125" fmla="*/ 2210095 h 2237627"/>
              <a:gd name="connsiteX126" fmla="*/ 776382 w 12192000"/>
              <a:gd name="connsiteY126" fmla="*/ 2204512 h 2237627"/>
              <a:gd name="connsiteX127" fmla="*/ 597225 w 12192000"/>
              <a:gd name="connsiteY127" fmla="*/ 2180999 h 2237627"/>
              <a:gd name="connsiteX128" fmla="*/ 520671 w 12192000"/>
              <a:gd name="connsiteY128" fmla="*/ 2180980 h 2237627"/>
              <a:gd name="connsiteX129" fmla="*/ 515024 w 12192000"/>
              <a:gd name="connsiteY129" fmla="*/ 2179258 h 2237627"/>
              <a:gd name="connsiteX130" fmla="*/ 413835 w 12192000"/>
              <a:gd name="connsiteY130" fmla="*/ 2156783 h 2237627"/>
              <a:gd name="connsiteX131" fmla="*/ 376513 w 12192000"/>
              <a:gd name="connsiteY131" fmla="*/ 2154014 h 2237627"/>
              <a:gd name="connsiteX132" fmla="*/ 273386 w 12192000"/>
              <a:gd name="connsiteY132" fmla="*/ 2142551 h 2237627"/>
              <a:gd name="connsiteX133" fmla="*/ 77641 w 12192000"/>
              <a:gd name="connsiteY133" fmla="*/ 2126835 h 2237627"/>
              <a:gd name="connsiteX134" fmla="*/ 37645 w 12192000"/>
              <a:gd name="connsiteY134" fmla="*/ 2115401 h 2237627"/>
              <a:gd name="connsiteX135" fmla="*/ 4572 w 12192000"/>
              <a:gd name="connsiteY135" fmla="*/ 2111091 h 2237627"/>
              <a:gd name="connsiteX136" fmla="*/ 0 w 12192000"/>
              <a:gd name="connsiteY136" fmla="*/ 2110468 h 2237627"/>
              <a:gd name="connsiteX137" fmla="*/ 0 w 12192000"/>
              <a:gd name="connsiteY137" fmla="*/ 0 h 2237627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820512 w 12192000"/>
              <a:gd name="connsiteY4" fmla="*/ 745392 h 2240205"/>
              <a:gd name="connsiteX5" fmla="*/ 11649954 w 12192000"/>
              <a:gd name="connsiteY5" fmla="*/ 749628 h 2240205"/>
              <a:gd name="connsiteX6" fmla="*/ 11560424 w 12192000"/>
              <a:gd name="connsiteY6" fmla="*/ 748017 h 2240205"/>
              <a:gd name="connsiteX7" fmla="*/ 11358455 w 12192000"/>
              <a:gd name="connsiteY7" fmla="*/ 747593 h 2240205"/>
              <a:gd name="connsiteX8" fmla="*/ 11165209 w 12192000"/>
              <a:gd name="connsiteY8" fmla="*/ 748852 h 2240205"/>
              <a:gd name="connsiteX9" fmla="*/ 11058755 w 12192000"/>
              <a:gd name="connsiteY9" fmla="*/ 749617 h 2240205"/>
              <a:gd name="connsiteX10" fmla="*/ 10846594 w 12192000"/>
              <a:gd name="connsiteY10" fmla="*/ 765069 h 2240205"/>
              <a:gd name="connsiteX11" fmla="*/ 10739478 w 12192000"/>
              <a:gd name="connsiteY11" fmla="*/ 776841 h 2240205"/>
              <a:gd name="connsiteX12" fmla="*/ 10458762 w 12192000"/>
              <a:gd name="connsiteY12" fmla="*/ 755400 h 2240205"/>
              <a:gd name="connsiteX13" fmla="*/ 10211200 w 12192000"/>
              <a:gd name="connsiteY13" fmla="*/ 767513 h 2240205"/>
              <a:gd name="connsiteX14" fmla="*/ 10167995 w 12192000"/>
              <a:gd name="connsiteY14" fmla="*/ 760843 h 2240205"/>
              <a:gd name="connsiteX15" fmla="*/ 9997044 w 12192000"/>
              <a:gd name="connsiteY15" fmla="*/ 780129 h 2240205"/>
              <a:gd name="connsiteX16" fmla="*/ 9943887 w 12192000"/>
              <a:gd name="connsiteY16" fmla="*/ 804141 h 2240205"/>
              <a:gd name="connsiteX17" fmla="*/ 9918248 w 12192000"/>
              <a:gd name="connsiteY17" fmla="*/ 816628 h 2240205"/>
              <a:gd name="connsiteX18" fmla="*/ 9767091 w 12192000"/>
              <a:gd name="connsiteY18" fmla="*/ 870550 h 2240205"/>
              <a:gd name="connsiteX19" fmla="*/ 9683005 w 12192000"/>
              <a:gd name="connsiteY19" fmla="*/ 894128 h 2240205"/>
              <a:gd name="connsiteX20" fmla="*/ 9594438 w 12192000"/>
              <a:gd name="connsiteY20" fmla="*/ 919051 h 2240205"/>
              <a:gd name="connsiteX21" fmla="*/ 9544189 w 12192000"/>
              <a:gd name="connsiteY21" fmla="*/ 938966 h 2240205"/>
              <a:gd name="connsiteX22" fmla="*/ 9500499 w 12192000"/>
              <a:gd name="connsiteY22" fmla="*/ 954680 h 2240205"/>
              <a:gd name="connsiteX23" fmla="*/ 9410017 w 12192000"/>
              <a:gd name="connsiteY23" fmla="*/ 993931 h 2240205"/>
              <a:gd name="connsiteX24" fmla="*/ 9392919 w 12192000"/>
              <a:gd name="connsiteY24" fmla="*/ 994656 h 2240205"/>
              <a:gd name="connsiteX25" fmla="*/ 9268019 w 12192000"/>
              <a:gd name="connsiteY25" fmla="*/ 1007442 h 2240205"/>
              <a:gd name="connsiteX26" fmla="*/ 9188177 w 12192000"/>
              <a:gd name="connsiteY26" fmla="*/ 1035474 h 2240205"/>
              <a:gd name="connsiteX27" fmla="*/ 9155969 w 12192000"/>
              <a:gd name="connsiteY27" fmla="*/ 1046804 h 2240205"/>
              <a:gd name="connsiteX28" fmla="*/ 9133985 w 12192000"/>
              <a:gd name="connsiteY28" fmla="*/ 1046450 h 2240205"/>
              <a:gd name="connsiteX29" fmla="*/ 9003462 w 12192000"/>
              <a:gd name="connsiteY29" fmla="*/ 1042406 h 2240205"/>
              <a:gd name="connsiteX30" fmla="*/ 8968445 w 12192000"/>
              <a:gd name="connsiteY30" fmla="*/ 1052169 h 2240205"/>
              <a:gd name="connsiteX31" fmla="*/ 8886001 w 12192000"/>
              <a:gd name="connsiteY31" fmla="*/ 1067468 h 2240205"/>
              <a:gd name="connsiteX32" fmla="*/ 8838610 w 12192000"/>
              <a:gd name="connsiteY32" fmla="*/ 1075091 h 2240205"/>
              <a:gd name="connsiteX33" fmla="*/ 8750383 w 12192000"/>
              <a:gd name="connsiteY33" fmla="*/ 1097387 h 2240205"/>
              <a:gd name="connsiteX34" fmla="*/ 8665605 w 12192000"/>
              <a:gd name="connsiteY34" fmla="*/ 1110791 h 2240205"/>
              <a:gd name="connsiteX35" fmla="*/ 8584946 w 12192000"/>
              <a:gd name="connsiteY35" fmla="*/ 1135226 h 2240205"/>
              <a:gd name="connsiteX36" fmla="*/ 8419755 w 12192000"/>
              <a:gd name="connsiteY36" fmla="*/ 1216260 h 2240205"/>
              <a:gd name="connsiteX37" fmla="*/ 8411626 w 12192000"/>
              <a:gd name="connsiteY37" fmla="*/ 1214397 h 2240205"/>
              <a:gd name="connsiteX38" fmla="*/ 8363469 w 12192000"/>
              <a:gd name="connsiteY38" fmla="*/ 1246658 h 2240205"/>
              <a:gd name="connsiteX39" fmla="*/ 8275497 w 12192000"/>
              <a:gd name="connsiteY39" fmla="*/ 1264396 h 2240205"/>
              <a:gd name="connsiteX40" fmla="*/ 8074238 w 12192000"/>
              <a:gd name="connsiteY40" fmla="*/ 1301895 h 2240205"/>
              <a:gd name="connsiteX41" fmla="*/ 7942099 w 12192000"/>
              <a:gd name="connsiteY41" fmla="*/ 1336332 h 2240205"/>
              <a:gd name="connsiteX42" fmla="*/ 7902328 w 12192000"/>
              <a:gd name="connsiteY42" fmla="*/ 1345865 h 2240205"/>
              <a:gd name="connsiteX43" fmla="*/ 7840612 w 12192000"/>
              <a:gd name="connsiteY43" fmla="*/ 1369373 h 2240205"/>
              <a:gd name="connsiteX44" fmla="*/ 7786819 w 12192000"/>
              <a:gd name="connsiteY44" fmla="*/ 1378970 h 2240205"/>
              <a:gd name="connsiteX45" fmla="*/ 7548172 w 12192000"/>
              <a:gd name="connsiteY45" fmla="*/ 1417460 h 2240205"/>
              <a:gd name="connsiteX46" fmla="*/ 7483437 w 12192000"/>
              <a:gd name="connsiteY46" fmla="*/ 1478152 h 2240205"/>
              <a:gd name="connsiteX47" fmla="*/ 7377870 w 12192000"/>
              <a:gd name="connsiteY47" fmla="*/ 1523319 h 2240205"/>
              <a:gd name="connsiteX48" fmla="*/ 7230737 w 12192000"/>
              <a:gd name="connsiteY48" fmla="*/ 1562633 h 2240205"/>
              <a:gd name="connsiteX49" fmla="*/ 7224458 w 12192000"/>
              <a:gd name="connsiteY49" fmla="*/ 1573008 h 2240205"/>
              <a:gd name="connsiteX50" fmla="*/ 7183121 w 12192000"/>
              <a:gd name="connsiteY50" fmla="*/ 1595162 h 2240205"/>
              <a:gd name="connsiteX51" fmla="*/ 7164601 w 12192000"/>
              <a:gd name="connsiteY51" fmla="*/ 1606490 h 2240205"/>
              <a:gd name="connsiteX52" fmla="*/ 6900177 w 12192000"/>
              <a:gd name="connsiteY52" fmla="*/ 1636016 h 2240205"/>
              <a:gd name="connsiteX53" fmla="*/ 6795372 w 12192000"/>
              <a:gd name="connsiteY53" fmla="*/ 1644845 h 2240205"/>
              <a:gd name="connsiteX54" fmla="*/ 6692251 w 12192000"/>
              <a:gd name="connsiteY54" fmla="*/ 1656357 h 2240205"/>
              <a:gd name="connsiteX55" fmla="*/ 6655235 w 12192000"/>
              <a:gd name="connsiteY55" fmla="*/ 1661869 h 2240205"/>
              <a:gd name="connsiteX56" fmla="*/ 6554894 w 12192000"/>
              <a:gd name="connsiteY56" fmla="*/ 1664428 h 2240205"/>
              <a:gd name="connsiteX57" fmla="*/ 6516595 w 12192000"/>
              <a:gd name="connsiteY57" fmla="*/ 1667475 h 2240205"/>
              <a:gd name="connsiteX58" fmla="*/ 6508541 w 12192000"/>
              <a:gd name="connsiteY58" fmla="*/ 1668757 h 2240205"/>
              <a:gd name="connsiteX59" fmla="*/ 6471012 w 12192000"/>
              <a:gd name="connsiteY59" fmla="*/ 1678604 h 2240205"/>
              <a:gd name="connsiteX60" fmla="*/ 6364035 w 12192000"/>
              <a:gd name="connsiteY60" fmla="*/ 1667683 h 2240205"/>
              <a:gd name="connsiteX61" fmla="*/ 6280959 w 12192000"/>
              <a:gd name="connsiteY61" fmla="*/ 1689329 h 2240205"/>
              <a:gd name="connsiteX62" fmla="*/ 6243319 w 12192000"/>
              <a:gd name="connsiteY62" fmla="*/ 1695560 h 2240205"/>
              <a:gd name="connsiteX63" fmla="*/ 6098321 w 12192000"/>
              <a:gd name="connsiteY63" fmla="*/ 1721646 h 2240205"/>
              <a:gd name="connsiteX64" fmla="*/ 5880652 w 12192000"/>
              <a:gd name="connsiteY64" fmla="*/ 1779643 h 2240205"/>
              <a:gd name="connsiteX65" fmla="*/ 5785959 w 12192000"/>
              <a:gd name="connsiteY65" fmla="*/ 1775307 h 2240205"/>
              <a:gd name="connsiteX66" fmla="*/ 5643534 w 12192000"/>
              <a:gd name="connsiteY66" fmla="*/ 1802919 h 2240205"/>
              <a:gd name="connsiteX67" fmla="*/ 5518799 w 12192000"/>
              <a:gd name="connsiteY67" fmla="*/ 1818312 h 2240205"/>
              <a:gd name="connsiteX68" fmla="*/ 5505014 w 12192000"/>
              <a:gd name="connsiteY68" fmla="*/ 1819259 h 2240205"/>
              <a:gd name="connsiteX69" fmla="*/ 5453307 w 12192000"/>
              <a:gd name="connsiteY69" fmla="*/ 1815450 h 2240205"/>
              <a:gd name="connsiteX70" fmla="*/ 5221533 w 12192000"/>
              <a:gd name="connsiteY70" fmla="*/ 1846950 h 2240205"/>
              <a:gd name="connsiteX71" fmla="*/ 5149802 w 12192000"/>
              <a:gd name="connsiteY71" fmla="*/ 1844846 h 2240205"/>
              <a:gd name="connsiteX72" fmla="*/ 5114927 w 12192000"/>
              <a:gd name="connsiteY72" fmla="*/ 1847827 h 2240205"/>
              <a:gd name="connsiteX73" fmla="*/ 5108970 w 12192000"/>
              <a:gd name="connsiteY73" fmla="*/ 1847935 h 2240205"/>
              <a:gd name="connsiteX74" fmla="*/ 5067961 w 12192000"/>
              <a:gd name="connsiteY74" fmla="*/ 1845917 h 2240205"/>
              <a:gd name="connsiteX75" fmla="*/ 5007075 w 12192000"/>
              <a:gd name="connsiteY75" fmla="*/ 1838626 h 2240205"/>
              <a:gd name="connsiteX76" fmla="*/ 4944087 w 12192000"/>
              <a:gd name="connsiteY76" fmla="*/ 1823332 h 2240205"/>
              <a:gd name="connsiteX77" fmla="*/ 4907662 w 12192000"/>
              <a:gd name="connsiteY77" fmla="*/ 1816900 h 2240205"/>
              <a:gd name="connsiteX78" fmla="*/ 4882386 w 12192000"/>
              <a:gd name="connsiteY78" fmla="*/ 1809844 h 2240205"/>
              <a:gd name="connsiteX79" fmla="*/ 4811440 w 12192000"/>
              <a:gd name="connsiteY79" fmla="*/ 1804655 h 2240205"/>
              <a:gd name="connsiteX80" fmla="*/ 4691075 w 12192000"/>
              <a:gd name="connsiteY80" fmla="*/ 1801389 h 2240205"/>
              <a:gd name="connsiteX81" fmla="*/ 4640313 w 12192000"/>
              <a:gd name="connsiteY81" fmla="*/ 1784307 h 2240205"/>
              <a:gd name="connsiteX82" fmla="*/ 4536503 w 12192000"/>
              <a:gd name="connsiteY82" fmla="*/ 1785334 h 2240205"/>
              <a:gd name="connsiteX83" fmla="*/ 4513724 w 12192000"/>
              <a:gd name="connsiteY83" fmla="*/ 1791996 h 2240205"/>
              <a:gd name="connsiteX84" fmla="*/ 4459810 w 12192000"/>
              <a:gd name="connsiteY84" fmla="*/ 1797886 h 2240205"/>
              <a:gd name="connsiteX85" fmla="*/ 4379064 w 12192000"/>
              <a:gd name="connsiteY85" fmla="*/ 1817177 h 2240205"/>
              <a:gd name="connsiteX86" fmla="*/ 4290981 w 12192000"/>
              <a:gd name="connsiteY86" fmla="*/ 1839677 h 2240205"/>
              <a:gd name="connsiteX87" fmla="*/ 4238372 w 12192000"/>
              <a:gd name="connsiteY87" fmla="*/ 1851480 h 2240205"/>
              <a:gd name="connsiteX88" fmla="*/ 4232517 w 12192000"/>
              <a:gd name="connsiteY88" fmla="*/ 1852567 h 2240205"/>
              <a:gd name="connsiteX89" fmla="*/ 4191732 w 12192000"/>
              <a:gd name="connsiteY89" fmla="*/ 1857328 h 2240205"/>
              <a:gd name="connsiteX90" fmla="*/ 4065532 w 12192000"/>
              <a:gd name="connsiteY90" fmla="*/ 1855477 h 2240205"/>
              <a:gd name="connsiteX91" fmla="*/ 4028460 w 12192000"/>
              <a:gd name="connsiteY91" fmla="*/ 1855137 h 2240205"/>
              <a:gd name="connsiteX92" fmla="*/ 4002267 w 12192000"/>
              <a:gd name="connsiteY92" fmla="*/ 1852352 h 2240205"/>
              <a:gd name="connsiteX93" fmla="*/ 3931396 w 12192000"/>
              <a:gd name="connsiteY93" fmla="*/ 1858915 h 2240205"/>
              <a:gd name="connsiteX94" fmla="*/ 3812162 w 12192000"/>
              <a:gd name="connsiteY94" fmla="*/ 1875501 h 2240205"/>
              <a:gd name="connsiteX95" fmla="*/ 3758105 w 12192000"/>
              <a:gd name="connsiteY95" fmla="*/ 1871856 h 2240205"/>
              <a:gd name="connsiteX96" fmla="*/ 3567259 w 12192000"/>
              <a:gd name="connsiteY96" fmla="*/ 1893482 h 2240205"/>
              <a:gd name="connsiteX97" fmla="*/ 3405770 w 12192000"/>
              <a:gd name="connsiteY97" fmla="*/ 1904591 h 2240205"/>
              <a:gd name="connsiteX98" fmla="*/ 3280097 w 12192000"/>
              <a:gd name="connsiteY98" fmla="*/ 1919610 h 2240205"/>
              <a:gd name="connsiteX99" fmla="*/ 3009910 w 12192000"/>
              <a:gd name="connsiteY99" fmla="*/ 1957866 h 2240205"/>
              <a:gd name="connsiteX100" fmla="*/ 2995934 w 12192000"/>
              <a:gd name="connsiteY100" fmla="*/ 1967085 h 2240205"/>
              <a:gd name="connsiteX101" fmla="*/ 2942858 w 12192000"/>
              <a:gd name="connsiteY101" fmla="*/ 1981367 h 2240205"/>
              <a:gd name="connsiteX102" fmla="*/ 2875436 w 12192000"/>
              <a:gd name="connsiteY102" fmla="*/ 1996977 h 2240205"/>
              <a:gd name="connsiteX103" fmla="*/ 2874892 w 12192000"/>
              <a:gd name="connsiteY103" fmla="*/ 1996085 h 2240205"/>
              <a:gd name="connsiteX104" fmla="*/ 2843662 w 12192000"/>
              <a:gd name="connsiteY104" fmla="*/ 1992498 h 2240205"/>
              <a:gd name="connsiteX105" fmla="*/ 2718916 w 12192000"/>
              <a:gd name="connsiteY105" fmla="*/ 1990867 h 2240205"/>
              <a:gd name="connsiteX106" fmla="*/ 2713522 w 12192000"/>
              <a:gd name="connsiteY106" fmla="*/ 1990173 h 2240205"/>
              <a:gd name="connsiteX107" fmla="*/ 2476147 w 12192000"/>
              <a:gd name="connsiteY107" fmla="*/ 1998305 h 2240205"/>
              <a:gd name="connsiteX108" fmla="*/ 2373568 w 12192000"/>
              <a:gd name="connsiteY108" fmla="*/ 2003219 h 2240205"/>
              <a:gd name="connsiteX109" fmla="*/ 2287219 w 12192000"/>
              <a:gd name="connsiteY109" fmla="*/ 1998750 h 2240205"/>
              <a:gd name="connsiteX110" fmla="*/ 2243069 w 12192000"/>
              <a:gd name="connsiteY110" fmla="*/ 2005321 h 2240205"/>
              <a:gd name="connsiteX111" fmla="*/ 2164831 w 12192000"/>
              <a:gd name="connsiteY111" fmla="*/ 2010143 h 2240205"/>
              <a:gd name="connsiteX112" fmla="*/ 2085228 w 12192000"/>
              <a:gd name="connsiteY112" fmla="*/ 2046431 h 2240205"/>
              <a:gd name="connsiteX113" fmla="*/ 2058061 w 12192000"/>
              <a:gd name="connsiteY113" fmla="*/ 2047942 h 2240205"/>
              <a:gd name="connsiteX114" fmla="*/ 2042244 w 12192000"/>
              <a:gd name="connsiteY114" fmla="*/ 2055560 h 2240205"/>
              <a:gd name="connsiteX115" fmla="*/ 1877728 w 12192000"/>
              <a:gd name="connsiteY115" fmla="*/ 2101004 h 2240205"/>
              <a:gd name="connsiteX116" fmla="*/ 1759056 w 12192000"/>
              <a:gd name="connsiteY116" fmla="*/ 2125608 h 2240205"/>
              <a:gd name="connsiteX117" fmla="*/ 1637948 w 12192000"/>
              <a:gd name="connsiteY117" fmla="*/ 2172597 h 2240205"/>
              <a:gd name="connsiteX118" fmla="*/ 1434549 w 12192000"/>
              <a:gd name="connsiteY118" fmla="*/ 2234522 h 2240205"/>
              <a:gd name="connsiteX119" fmla="*/ 1370962 w 12192000"/>
              <a:gd name="connsiteY119" fmla="*/ 2237474 h 2240205"/>
              <a:gd name="connsiteX120" fmla="*/ 1356367 w 12192000"/>
              <a:gd name="connsiteY120" fmla="*/ 2235089 h 2240205"/>
              <a:gd name="connsiteX121" fmla="*/ 1279765 w 12192000"/>
              <a:gd name="connsiteY121" fmla="*/ 2229639 h 2240205"/>
              <a:gd name="connsiteX122" fmla="*/ 1195347 w 12192000"/>
              <a:gd name="connsiteY122" fmla="*/ 2212354 h 2240205"/>
              <a:gd name="connsiteX123" fmla="*/ 970251 w 12192000"/>
              <a:gd name="connsiteY123" fmla="*/ 2221029 h 2240205"/>
              <a:gd name="connsiteX124" fmla="*/ 812914 w 12192000"/>
              <a:gd name="connsiteY124" fmla="*/ 2210095 h 2240205"/>
              <a:gd name="connsiteX125" fmla="*/ 776382 w 12192000"/>
              <a:gd name="connsiteY125" fmla="*/ 2204512 h 2240205"/>
              <a:gd name="connsiteX126" fmla="*/ 597225 w 12192000"/>
              <a:gd name="connsiteY126" fmla="*/ 2180999 h 2240205"/>
              <a:gd name="connsiteX127" fmla="*/ 520671 w 12192000"/>
              <a:gd name="connsiteY127" fmla="*/ 2180980 h 2240205"/>
              <a:gd name="connsiteX128" fmla="*/ 515024 w 12192000"/>
              <a:gd name="connsiteY128" fmla="*/ 2179258 h 2240205"/>
              <a:gd name="connsiteX129" fmla="*/ 413835 w 12192000"/>
              <a:gd name="connsiteY129" fmla="*/ 2156783 h 2240205"/>
              <a:gd name="connsiteX130" fmla="*/ 376513 w 12192000"/>
              <a:gd name="connsiteY130" fmla="*/ 2154014 h 2240205"/>
              <a:gd name="connsiteX131" fmla="*/ 273386 w 12192000"/>
              <a:gd name="connsiteY131" fmla="*/ 2142551 h 2240205"/>
              <a:gd name="connsiteX132" fmla="*/ 77641 w 12192000"/>
              <a:gd name="connsiteY132" fmla="*/ 2126835 h 2240205"/>
              <a:gd name="connsiteX133" fmla="*/ 37645 w 12192000"/>
              <a:gd name="connsiteY133" fmla="*/ 2115401 h 2240205"/>
              <a:gd name="connsiteX134" fmla="*/ 4572 w 12192000"/>
              <a:gd name="connsiteY134" fmla="*/ 2111091 h 2240205"/>
              <a:gd name="connsiteX135" fmla="*/ 0 w 12192000"/>
              <a:gd name="connsiteY135" fmla="*/ 2110468 h 2240205"/>
              <a:gd name="connsiteX136" fmla="*/ 0 w 12192000"/>
              <a:gd name="connsiteY136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820512 w 12192000"/>
              <a:gd name="connsiteY4" fmla="*/ 745392 h 2240205"/>
              <a:gd name="connsiteX5" fmla="*/ 11649954 w 12192000"/>
              <a:gd name="connsiteY5" fmla="*/ 749628 h 2240205"/>
              <a:gd name="connsiteX6" fmla="*/ 11560424 w 12192000"/>
              <a:gd name="connsiteY6" fmla="*/ 748017 h 2240205"/>
              <a:gd name="connsiteX7" fmla="*/ 11358455 w 12192000"/>
              <a:gd name="connsiteY7" fmla="*/ 747593 h 2240205"/>
              <a:gd name="connsiteX8" fmla="*/ 11165209 w 12192000"/>
              <a:gd name="connsiteY8" fmla="*/ 748852 h 2240205"/>
              <a:gd name="connsiteX9" fmla="*/ 11058755 w 12192000"/>
              <a:gd name="connsiteY9" fmla="*/ 749617 h 2240205"/>
              <a:gd name="connsiteX10" fmla="*/ 10846594 w 12192000"/>
              <a:gd name="connsiteY10" fmla="*/ 765069 h 2240205"/>
              <a:gd name="connsiteX11" fmla="*/ 10739478 w 12192000"/>
              <a:gd name="connsiteY11" fmla="*/ 776841 h 2240205"/>
              <a:gd name="connsiteX12" fmla="*/ 10458762 w 12192000"/>
              <a:gd name="connsiteY12" fmla="*/ 755400 h 2240205"/>
              <a:gd name="connsiteX13" fmla="*/ 10211200 w 12192000"/>
              <a:gd name="connsiteY13" fmla="*/ 767513 h 2240205"/>
              <a:gd name="connsiteX14" fmla="*/ 10167995 w 12192000"/>
              <a:gd name="connsiteY14" fmla="*/ 760843 h 2240205"/>
              <a:gd name="connsiteX15" fmla="*/ 9997044 w 12192000"/>
              <a:gd name="connsiteY15" fmla="*/ 780129 h 2240205"/>
              <a:gd name="connsiteX16" fmla="*/ 9943887 w 12192000"/>
              <a:gd name="connsiteY16" fmla="*/ 804141 h 2240205"/>
              <a:gd name="connsiteX17" fmla="*/ 9918248 w 12192000"/>
              <a:gd name="connsiteY17" fmla="*/ 816628 h 2240205"/>
              <a:gd name="connsiteX18" fmla="*/ 9767091 w 12192000"/>
              <a:gd name="connsiteY18" fmla="*/ 870550 h 2240205"/>
              <a:gd name="connsiteX19" fmla="*/ 9683005 w 12192000"/>
              <a:gd name="connsiteY19" fmla="*/ 894128 h 2240205"/>
              <a:gd name="connsiteX20" fmla="*/ 9594438 w 12192000"/>
              <a:gd name="connsiteY20" fmla="*/ 919051 h 2240205"/>
              <a:gd name="connsiteX21" fmla="*/ 9544189 w 12192000"/>
              <a:gd name="connsiteY21" fmla="*/ 938966 h 2240205"/>
              <a:gd name="connsiteX22" fmla="*/ 9500499 w 12192000"/>
              <a:gd name="connsiteY22" fmla="*/ 954680 h 2240205"/>
              <a:gd name="connsiteX23" fmla="*/ 9410017 w 12192000"/>
              <a:gd name="connsiteY23" fmla="*/ 993931 h 2240205"/>
              <a:gd name="connsiteX24" fmla="*/ 9392919 w 12192000"/>
              <a:gd name="connsiteY24" fmla="*/ 994656 h 2240205"/>
              <a:gd name="connsiteX25" fmla="*/ 9268019 w 12192000"/>
              <a:gd name="connsiteY25" fmla="*/ 1007442 h 2240205"/>
              <a:gd name="connsiteX26" fmla="*/ 9188177 w 12192000"/>
              <a:gd name="connsiteY26" fmla="*/ 1035474 h 2240205"/>
              <a:gd name="connsiteX27" fmla="*/ 9155969 w 12192000"/>
              <a:gd name="connsiteY27" fmla="*/ 1046804 h 2240205"/>
              <a:gd name="connsiteX28" fmla="*/ 9133985 w 12192000"/>
              <a:gd name="connsiteY28" fmla="*/ 1046450 h 2240205"/>
              <a:gd name="connsiteX29" fmla="*/ 9003462 w 12192000"/>
              <a:gd name="connsiteY29" fmla="*/ 1042406 h 2240205"/>
              <a:gd name="connsiteX30" fmla="*/ 8968445 w 12192000"/>
              <a:gd name="connsiteY30" fmla="*/ 1052169 h 2240205"/>
              <a:gd name="connsiteX31" fmla="*/ 8886001 w 12192000"/>
              <a:gd name="connsiteY31" fmla="*/ 1067468 h 2240205"/>
              <a:gd name="connsiteX32" fmla="*/ 8838610 w 12192000"/>
              <a:gd name="connsiteY32" fmla="*/ 1075091 h 2240205"/>
              <a:gd name="connsiteX33" fmla="*/ 8750383 w 12192000"/>
              <a:gd name="connsiteY33" fmla="*/ 1097387 h 2240205"/>
              <a:gd name="connsiteX34" fmla="*/ 8665605 w 12192000"/>
              <a:gd name="connsiteY34" fmla="*/ 1110791 h 2240205"/>
              <a:gd name="connsiteX35" fmla="*/ 8584946 w 12192000"/>
              <a:gd name="connsiteY35" fmla="*/ 1135226 h 2240205"/>
              <a:gd name="connsiteX36" fmla="*/ 8419755 w 12192000"/>
              <a:gd name="connsiteY36" fmla="*/ 1216260 h 2240205"/>
              <a:gd name="connsiteX37" fmla="*/ 8411626 w 12192000"/>
              <a:gd name="connsiteY37" fmla="*/ 1214397 h 2240205"/>
              <a:gd name="connsiteX38" fmla="*/ 8363469 w 12192000"/>
              <a:gd name="connsiteY38" fmla="*/ 1246658 h 2240205"/>
              <a:gd name="connsiteX39" fmla="*/ 8275497 w 12192000"/>
              <a:gd name="connsiteY39" fmla="*/ 1264396 h 2240205"/>
              <a:gd name="connsiteX40" fmla="*/ 8074238 w 12192000"/>
              <a:gd name="connsiteY40" fmla="*/ 1301895 h 2240205"/>
              <a:gd name="connsiteX41" fmla="*/ 7942099 w 12192000"/>
              <a:gd name="connsiteY41" fmla="*/ 1336332 h 2240205"/>
              <a:gd name="connsiteX42" fmla="*/ 7902328 w 12192000"/>
              <a:gd name="connsiteY42" fmla="*/ 1345865 h 2240205"/>
              <a:gd name="connsiteX43" fmla="*/ 7840612 w 12192000"/>
              <a:gd name="connsiteY43" fmla="*/ 1369373 h 2240205"/>
              <a:gd name="connsiteX44" fmla="*/ 7786819 w 12192000"/>
              <a:gd name="connsiteY44" fmla="*/ 1378970 h 2240205"/>
              <a:gd name="connsiteX45" fmla="*/ 7548172 w 12192000"/>
              <a:gd name="connsiteY45" fmla="*/ 1417460 h 2240205"/>
              <a:gd name="connsiteX46" fmla="*/ 7483437 w 12192000"/>
              <a:gd name="connsiteY46" fmla="*/ 1478152 h 2240205"/>
              <a:gd name="connsiteX47" fmla="*/ 7377870 w 12192000"/>
              <a:gd name="connsiteY47" fmla="*/ 1523319 h 2240205"/>
              <a:gd name="connsiteX48" fmla="*/ 7230737 w 12192000"/>
              <a:gd name="connsiteY48" fmla="*/ 1562633 h 2240205"/>
              <a:gd name="connsiteX49" fmla="*/ 7224458 w 12192000"/>
              <a:gd name="connsiteY49" fmla="*/ 1573008 h 2240205"/>
              <a:gd name="connsiteX50" fmla="*/ 7183121 w 12192000"/>
              <a:gd name="connsiteY50" fmla="*/ 1595162 h 2240205"/>
              <a:gd name="connsiteX51" fmla="*/ 7164601 w 12192000"/>
              <a:gd name="connsiteY51" fmla="*/ 1606490 h 2240205"/>
              <a:gd name="connsiteX52" fmla="*/ 6900177 w 12192000"/>
              <a:gd name="connsiteY52" fmla="*/ 1636016 h 2240205"/>
              <a:gd name="connsiteX53" fmla="*/ 6795372 w 12192000"/>
              <a:gd name="connsiteY53" fmla="*/ 1644845 h 2240205"/>
              <a:gd name="connsiteX54" fmla="*/ 6692251 w 12192000"/>
              <a:gd name="connsiteY54" fmla="*/ 1656357 h 2240205"/>
              <a:gd name="connsiteX55" fmla="*/ 6655235 w 12192000"/>
              <a:gd name="connsiteY55" fmla="*/ 1661869 h 2240205"/>
              <a:gd name="connsiteX56" fmla="*/ 6554894 w 12192000"/>
              <a:gd name="connsiteY56" fmla="*/ 1664428 h 2240205"/>
              <a:gd name="connsiteX57" fmla="*/ 6516595 w 12192000"/>
              <a:gd name="connsiteY57" fmla="*/ 1667475 h 2240205"/>
              <a:gd name="connsiteX58" fmla="*/ 6508541 w 12192000"/>
              <a:gd name="connsiteY58" fmla="*/ 1668757 h 2240205"/>
              <a:gd name="connsiteX59" fmla="*/ 6471012 w 12192000"/>
              <a:gd name="connsiteY59" fmla="*/ 1678604 h 2240205"/>
              <a:gd name="connsiteX60" fmla="*/ 6364035 w 12192000"/>
              <a:gd name="connsiteY60" fmla="*/ 1667683 h 2240205"/>
              <a:gd name="connsiteX61" fmla="*/ 6243319 w 12192000"/>
              <a:gd name="connsiteY61" fmla="*/ 1695560 h 2240205"/>
              <a:gd name="connsiteX62" fmla="*/ 6098321 w 12192000"/>
              <a:gd name="connsiteY62" fmla="*/ 1721646 h 2240205"/>
              <a:gd name="connsiteX63" fmla="*/ 5880652 w 12192000"/>
              <a:gd name="connsiteY63" fmla="*/ 1779643 h 2240205"/>
              <a:gd name="connsiteX64" fmla="*/ 5785959 w 12192000"/>
              <a:gd name="connsiteY64" fmla="*/ 1775307 h 2240205"/>
              <a:gd name="connsiteX65" fmla="*/ 5643534 w 12192000"/>
              <a:gd name="connsiteY65" fmla="*/ 1802919 h 2240205"/>
              <a:gd name="connsiteX66" fmla="*/ 5518799 w 12192000"/>
              <a:gd name="connsiteY66" fmla="*/ 1818312 h 2240205"/>
              <a:gd name="connsiteX67" fmla="*/ 5505014 w 12192000"/>
              <a:gd name="connsiteY67" fmla="*/ 1819259 h 2240205"/>
              <a:gd name="connsiteX68" fmla="*/ 5453307 w 12192000"/>
              <a:gd name="connsiteY68" fmla="*/ 1815450 h 2240205"/>
              <a:gd name="connsiteX69" fmla="*/ 5221533 w 12192000"/>
              <a:gd name="connsiteY69" fmla="*/ 1846950 h 2240205"/>
              <a:gd name="connsiteX70" fmla="*/ 5149802 w 12192000"/>
              <a:gd name="connsiteY70" fmla="*/ 1844846 h 2240205"/>
              <a:gd name="connsiteX71" fmla="*/ 5114927 w 12192000"/>
              <a:gd name="connsiteY71" fmla="*/ 1847827 h 2240205"/>
              <a:gd name="connsiteX72" fmla="*/ 5108970 w 12192000"/>
              <a:gd name="connsiteY72" fmla="*/ 1847935 h 2240205"/>
              <a:gd name="connsiteX73" fmla="*/ 5067961 w 12192000"/>
              <a:gd name="connsiteY73" fmla="*/ 1845917 h 2240205"/>
              <a:gd name="connsiteX74" fmla="*/ 5007075 w 12192000"/>
              <a:gd name="connsiteY74" fmla="*/ 1838626 h 2240205"/>
              <a:gd name="connsiteX75" fmla="*/ 4944087 w 12192000"/>
              <a:gd name="connsiteY75" fmla="*/ 1823332 h 2240205"/>
              <a:gd name="connsiteX76" fmla="*/ 4907662 w 12192000"/>
              <a:gd name="connsiteY76" fmla="*/ 1816900 h 2240205"/>
              <a:gd name="connsiteX77" fmla="*/ 4882386 w 12192000"/>
              <a:gd name="connsiteY77" fmla="*/ 1809844 h 2240205"/>
              <a:gd name="connsiteX78" fmla="*/ 4811440 w 12192000"/>
              <a:gd name="connsiteY78" fmla="*/ 1804655 h 2240205"/>
              <a:gd name="connsiteX79" fmla="*/ 4691075 w 12192000"/>
              <a:gd name="connsiteY79" fmla="*/ 1801389 h 2240205"/>
              <a:gd name="connsiteX80" fmla="*/ 4640313 w 12192000"/>
              <a:gd name="connsiteY80" fmla="*/ 1784307 h 2240205"/>
              <a:gd name="connsiteX81" fmla="*/ 4536503 w 12192000"/>
              <a:gd name="connsiteY81" fmla="*/ 1785334 h 2240205"/>
              <a:gd name="connsiteX82" fmla="*/ 4513724 w 12192000"/>
              <a:gd name="connsiteY82" fmla="*/ 1791996 h 2240205"/>
              <a:gd name="connsiteX83" fmla="*/ 4459810 w 12192000"/>
              <a:gd name="connsiteY83" fmla="*/ 1797886 h 2240205"/>
              <a:gd name="connsiteX84" fmla="*/ 4379064 w 12192000"/>
              <a:gd name="connsiteY84" fmla="*/ 1817177 h 2240205"/>
              <a:gd name="connsiteX85" fmla="*/ 4290981 w 12192000"/>
              <a:gd name="connsiteY85" fmla="*/ 1839677 h 2240205"/>
              <a:gd name="connsiteX86" fmla="*/ 4238372 w 12192000"/>
              <a:gd name="connsiteY86" fmla="*/ 1851480 h 2240205"/>
              <a:gd name="connsiteX87" fmla="*/ 4232517 w 12192000"/>
              <a:gd name="connsiteY87" fmla="*/ 1852567 h 2240205"/>
              <a:gd name="connsiteX88" fmla="*/ 4191732 w 12192000"/>
              <a:gd name="connsiteY88" fmla="*/ 1857328 h 2240205"/>
              <a:gd name="connsiteX89" fmla="*/ 4065532 w 12192000"/>
              <a:gd name="connsiteY89" fmla="*/ 1855477 h 2240205"/>
              <a:gd name="connsiteX90" fmla="*/ 4028460 w 12192000"/>
              <a:gd name="connsiteY90" fmla="*/ 1855137 h 2240205"/>
              <a:gd name="connsiteX91" fmla="*/ 4002267 w 12192000"/>
              <a:gd name="connsiteY91" fmla="*/ 1852352 h 2240205"/>
              <a:gd name="connsiteX92" fmla="*/ 3931396 w 12192000"/>
              <a:gd name="connsiteY92" fmla="*/ 1858915 h 2240205"/>
              <a:gd name="connsiteX93" fmla="*/ 3812162 w 12192000"/>
              <a:gd name="connsiteY93" fmla="*/ 1875501 h 2240205"/>
              <a:gd name="connsiteX94" fmla="*/ 3758105 w 12192000"/>
              <a:gd name="connsiteY94" fmla="*/ 1871856 h 2240205"/>
              <a:gd name="connsiteX95" fmla="*/ 3567259 w 12192000"/>
              <a:gd name="connsiteY95" fmla="*/ 1893482 h 2240205"/>
              <a:gd name="connsiteX96" fmla="*/ 3405770 w 12192000"/>
              <a:gd name="connsiteY96" fmla="*/ 1904591 h 2240205"/>
              <a:gd name="connsiteX97" fmla="*/ 3280097 w 12192000"/>
              <a:gd name="connsiteY97" fmla="*/ 1919610 h 2240205"/>
              <a:gd name="connsiteX98" fmla="*/ 3009910 w 12192000"/>
              <a:gd name="connsiteY98" fmla="*/ 1957866 h 2240205"/>
              <a:gd name="connsiteX99" fmla="*/ 2995934 w 12192000"/>
              <a:gd name="connsiteY99" fmla="*/ 1967085 h 2240205"/>
              <a:gd name="connsiteX100" fmla="*/ 2942858 w 12192000"/>
              <a:gd name="connsiteY100" fmla="*/ 1981367 h 2240205"/>
              <a:gd name="connsiteX101" fmla="*/ 2875436 w 12192000"/>
              <a:gd name="connsiteY101" fmla="*/ 1996977 h 2240205"/>
              <a:gd name="connsiteX102" fmla="*/ 2874892 w 12192000"/>
              <a:gd name="connsiteY102" fmla="*/ 1996085 h 2240205"/>
              <a:gd name="connsiteX103" fmla="*/ 2843662 w 12192000"/>
              <a:gd name="connsiteY103" fmla="*/ 1992498 h 2240205"/>
              <a:gd name="connsiteX104" fmla="*/ 2718916 w 12192000"/>
              <a:gd name="connsiteY104" fmla="*/ 1990867 h 2240205"/>
              <a:gd name="connsiteX105" fmla="*/ 2713522 w 12192000"/>
              <a:gd name="connsiteY105" fmla="*/ 1990173 h 2240205"/>
              <a:gd name="connsiteX106" fmla="*/ 2476147 w 12192000"/>
              <a:gd name="connsiteY106" fmla="*/ 1998305 h 2240205"/>
              <a:gd name="connsiteX107" fmla="*/ 2373568 w 12192000"/>
              <a:gd name="connsiteY107" fmla="*/ 2003219 h 2240205"/>
              <a:gd name="connsiteX108" fmla="*/ 2287219 w 12192000"/>
              <a:gd name="connsiteY108" fmla="*/ 1998750 h 2240205"/>
              <a:gd name="connsiteX109" fmla="*/ 2243069 w 12192000"/>
              <a:gd name="connsiteY109" fmla="*/ 2005321 h 2240205"/>
              <a:gd name="connsiteX110" fmla="*/ 2164831 w 12192000"/>
              <a:gd name="connsiteY110" fmla="*/ 2010143 h 2240205"/>
              <a:gd name="connsiteX111" fmla="*/ 2085228 w 12192000"/>
              <a:gd name="connsiteY111" fmla="*/ 2046431 h 2240205"/>
              <a:gd name="connsiteX112" fmla="*/ 2058061 w 12192000"/>
              <a:gd name="connsiteY112" fmla="*/ 2047942 h 2240205"/>
              <a:gd name="connsiteX113" fmla="*/ 2042244 w 12192000"/>
              <a:gd name="connsiteY113" fmla="*/ 2055560 h 2240205"/>
              <a:gd name="connsiteX114" fmla="*/ 1877728 w 12192000"/>
              <a:gd name="connsiteY114" fmla="*/ 2101004 h 2240205"/>
              <a:gd name="connsiteX115" fmla="*/ 1759056 w 12192000"/>
              <a:gd name="connsiteY115" fmla="*/ 2125608 h 2240205"/>
              <a:gd name="connsiteX116" fmla="*/ 1637948 w 12192000"/>
              <a:gd name="connsiteY116" fmla="*/ 2172597 h 2240205"/>
              <a:gd name="connsiteX117" fmla="*/ 1434549 w 12192000"/>
              <a:gd name="connsiteY117" fmla="*/ 2234522 h 2240205"/>
              <a:gd name="connsiteX118" fmla="*/ 1370962 w 12192000"/>
              <a:gd name="connsiteY118" fmla="*/ 2237474 h 2240205"/>
              <a:gd name="connsiteX119" fmla="*/ 1356367 w 12192000"/>
              <a:gd name="connsiteY119" fmla="*/ 2235089 h 2240205"/>
              <a:gd name="connsiteX120" fmla="*/ 1279765 w 12192000"/>
              <a:gd name="connsiteY120" fmla="*/ 2229639 h 2240205"/>
              <a:gd name="connsiteX121" fmla="*/ 1195347 w 12192000"/>
              <a:gd name="connsiteY121" fmla="*/ 2212354 h 2240205"/>
              <a:gd name="connsiteX122" fmla="*/ 970251 w 12192000"/>
              <a:gd name="connsiteY122" fmla="*/ 2221029 h 2240205"/>
              <a:gd name="connsiteX123" fmla="*/ 812914 w 12192000"/>
              <a:gd name="connsiteY123" fmla="*/ 2210095 h 2240205"/>
              <a:gd name="connsiteX124" fmla="*/ 776382 w 12192000"/>
              <a:gd name="connsiteY124" fmla="*/ 2204512 h 2240205"/>
              <a:gd name="connsiteX125" fmla="*/ 597225 w 12192000"/>
              <a:gd name="connsiteY125" fmla="*/ 2180999 h 2240205"/>
              <a:gd name="connsiteX126" fmla="*/ 520671 w 12192000"/>
              <a:gd name="connsiteY126" fmla="*/ 2180980 h 2240205"/>
              <a:gd name="connsiteX127" fmla="*/ 515024 w 12192000"/>
              <a:gd name="connsiteY127" fmla="*/ 2179258 h 2240205"/>
              <a:gd name="connsiteX128" fmla="*/ 413835 w 12192000"/>
              <a:gd name="connsiteY128" fmla="*/ 2156783 h 2240205"/>
              <a:gd name="connsiteX129" fmla="*/ 376513 w 12192000"/>
              <a:gd name="connsiteY129" fmla="*/ 2154014 h 2240205"/>
              <a:gd name="connsiteX130" fmla="*/ 273386 w 12192000"/>
              <a:gd name="connsiteY130" fmla="*/ 2142551 h 2240205"/>
              <a:gd name="connsiteX131" fmla="*/ 77641 w 12192000"/>
              <a:gd name="connsiteY131" fmla="*/ 2126835 h 2240205"/>
              <a:gd name="connsiteX132" fmla="*/ 37645 w 12192000"/>
              <a:gd name="connsiteY132" fmla="*/ 2115401 h 2240205"/>
              <a:gd name="connsiteX133" fmla="*/ 4572 w 12192000"/>
              <a:gd name="connsiteY133" fmla="*/ 2111091 h 2240205"/>
              <a:gd name="connsiteX134" fmla="*/ 0 w 12192000"/>
              <a:gd name="connsiteY134" fmla="*/ 2110468 h 2240205"/>
              <a:gd name="connsiteX135" fmla="*/ 0 w 12192000"/>
              <a:gd name="connsiteY135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820512 w 12192000"/>
              <a:gd name="connsiteY4" fmla="*/ 745392 h 2240205"/>
              <a:gd name="connsiteX5" fmla="*/ 11649954 w 12192000"/>
              <a:gd name="connsiteY5" fmla="*/ 749628 h 2240205"/>
              <a:gd name="connsiteX6" fmla="*/ 11560424 w 12192000"/>
              <a:gd name="connsiteY6" fmla="*/ 748017 h 2240205"/>
              <a:gd name="connsiteX7" fmla="*/ 11358455 w 12192000"/>
              <a:gd name="connsiteY7" fmla="*/ 747593 h 2240205"/>
              <a:gd name="connsiteX8" fmla="*/ 11165209 w 12192000"/>
              <a:gd name="connsiteY8" fmla="*/ 748852 h 2240205"/>
              <a:gd name="connsiteX9" fmla="*/ 11058755 w 12192000"/>
              <a:gd name="connsiteY9" fmla="*/ 749617 h 2240205"/>
              <a:gd name="connsiteX10" fmla="*/ 10846594 w 12192000"/>
              <a:gd name="connsiteY10" fmla="*/ 765069 h 2240205"/>
              <a:gd name="connsiteX11" fmla="*/ 10739478 w 12192000"/>
              <a:gd name="connsiteY11" fmla="*/ 776841 h 2240205"/>
              <a:gd name="connsiteX12" fmla="*/ 10458762 w 12192000"/>
              <a:gd name="connsiteY12" fmla="*/ 755400 h 2240205"/>
              <a:gd name="connsiteX13" fmla="*/ 10211200 w 12192000"/>
              <a:gd name="connsiteY13" fmla="*/ 767513 h 2240205"/>
              <a:gd name="connsiteX14" fmla="*/ 10167995 w 12192000"/>
              <a:gd name="connsiteY14" fmla="*/ 760843 h 2240205"/>
              <a:gd name="connsiteX15" fmla="*/ 9997044 w 12192000"/>
              <a:gd name="connsiteY15" fmla="*/ 780129 h 2240205"/>
              <a:gd name="connsiteX16" fmla="*/ 9943887 w 12192000"/>
              <a:gd name="connsiteY16" fmla="*/ 804141 h 2240205"/>
              <a:gd name="connsiteX17" fmla="*/ 9918248 w 12192000"/>
              <a:gd name="connsiteY17" fmla="*/ 816628 h 2240205"/>
              <a:gd name="connsiteX18" fmla="*/ 9767091 w 12192000"/>
              <a:gd name="connsiteY18" fmla="*/ 870550 h 2240205"/>
              <a:gd name="connsiteX19" fmla="*/ 9683005 w 12192000"/>
              <a:gd name="connsiteY19" fmla="*/ 894128 h 2240205"/>
              <a:gd name="connsiteX20" fmla="*/ 9594438 w 12192000"/>
              <a:gd name="connsiteY20" fmla="*/ 919051 h 2240205"/>
              <a:gd name="connsiteX21" fmla="*/ 9544189 w 12192000"/>
              <a:gd name="connsiteY21" fmla="*/ 938966 h 2240205"/>
              <a:gd name="connsiteX22" fmla="*/ 9500499 w 12192000"/>
              <a:gd name="connsiteY22" fmla="*/ 954680 h 2240205"/>
              <a:gd name="connsiteX23" fmla="*/ 9410017 w 12192000"/>
              <a:gd name="connsiteY23" fmla="*/ 993931 h 2240205"/>
              <a:gd name="connsiteX24" fmla="*/ 9392919 w 12192000"/>
              <a:gd name="connsiteY24" fmla="*/ 994656 h 2240205"/>
              <a:gd name="connsiteX25" fmla="*/ 9268019 w 12192000"/>
              <a:gd name="connsiteY25" fmla="*/ 1007442 h 2240205"/>
              <a:gd name="connsiteX26" fmla="*/ 9188177 w 12192000"/>
              <a:gd name="connsiteY26" fmla="*/ 1035474 h 2240205"/>
              <a:gd name="connsiteX27" fmla="*/ 9155969 w 12192000"/>
              <a:gd name="connsiteY27" fmla="*/ 1046804 h 2240205"/>
              <a:gd name="connsiteX28" fmla="*/ 9133985 w 12192000"/>
              <a:gd name="connsiteY28" fmla="*/ 1046450 h 2240205"/>
              <a:gd name="connsiteX29" fmla="*/ 9003462 w 12192000"/>
              <a:gd name="connsiteY29" fmla="*/ 1042406 h 2240205"/>
              <a:gd name="connsiteX30" fmla="*/ 8968445 w 12192000"/>
              <a:gd name="connsiteY30" fmla="*/ 1052169 h 2240205"/>
              <a:gd name="connsiteX31" fmla="*/ 8886001 w 12192000"/>
              <a:gd name="connsiteY31" fmla="*/ 1067468 h 2240205"/>
              <a:gd name="connsiteX32" fmla="*/ 8838610 w 12192000"/>
              <a:gd name="connsiteY32" fmla="*/ 1075091 h 2240205"/>
              <a:gd name="connsiteX33" fmla="*/ 8665605 w 12192000"/>
              <a:gd name="connsiteY33" fmla="*/ 1110791 h 2240205"/>
              <a:gd name="connsiteX34" fmla="*/ 8584946 w 12192000"/>
              <a:gd name="connsiteY34" fmla="*/ 1135226 h 2240205"/>
              <a:gd name="connsiteX35" fmla="*/ 8419755 w 12192000"/>
              <a:gd name="connsiteY35" fmla="*/ 1216260 h 2240205"/>
              <a:gd name="connsiteX36" fmla="*/ 8411626 w 12192000"/>
              <a:gd name="connsiteY36" fmla="*/ 1214397 h 2240205"/>
              <a:gd name="connsiteX37" fmla="*/ 8363469 w 12192000"/>
              <a:gd name="connsiteY37" fmla="*/ 1246658 h 2240205"/>
              <a:gd name="connsiteX38" fmla="*/ 8275497 w 12192000"/>
              <a:gd name="connsiteY38" fmla="*/ 1264396 h 2240205"/>
              <a:gd name="connsiteX39" fmla="*/ 8074238 w 12192000"/>
              <a:gd name="connsiteY39" fmla="*/ 1301895 h 2240205"/>
              <a:gd name="connsiteX40" fmla="*/ 7942099 w 12192000"/>
              <a:gd name="connsiteY40" fmla="*/ 1336332 h 2240205"/>
              <a:gd name="connsiteX41" fmla="*/ 7902328 w 12192000"/>
              <a:gd name="connsiteY41" fmla="*/ 1345865 h 2240205"/>
              <a:gd name="connsiteX42" fmla="*/ 7840612 w 12192000"/>
              <a:gd name="connsiteY42" fmla="*/ 1369373 h 2240205"/>
              <a:gd name="connsiteX43" fmla="*/ 7786819 w 12192000"/>
              <a:gd name="connsiteY43" fmla="*/ 1378970 h 2240205"/>
              <a:gd name="connsiteX44" fmla="*/ 7548172 w 12192000"/>
              <a:gd name="connsiteY44" fmla="*/ 1417460 h 2240205"/>
              <a:gd name="connsiteX45" fmla="*/ 7483437 w 12192000"/>
              <a:gd name="connsiteY45" fmla="*/ 1478152 h 2240205"/>
              <a:gd name="connsiteX46" fmla="*/ 7377870 w 12192000"/>
              <a:gd name="connsiteY46" fmla="*/ 1523319 h 2240205"/>
              <a:gd name="connsiteX47" fmla="*/ 7230737 w 12192000"/>
              <a:gd name="connsiteY47" fmla="*/ 1562633 h 2240205"/>
              <a:gd name="connsiteX48" fmla="*/ 7224458 w 12192000"/>
              <a:gd name="connsiteY48" fmla="*/ 1573008 h 2240205"/>
              <a:gd name="connsiteX49" fmla="*/ 7183121 w 12192000"/>
              <a:gd name="connsiteY49" fmla="*/ 1595162 h 2240205"/>
              <a:gd name="connsiteX50" fmla="*/ 7164601 w 12192000"/>
              <a:gd name="connsiteY50" fmla="*/ 1606490 h 2240205"/>
              <a:gd name="connsiteX51" fmla="*/ 6900177 w 12192000"/>
              <a:gd name="connsiteY51" fmla="*/ 1636016 h 2240205"/>
              <a:gd name="connsiteX52" fmla="*/ 6795372 w 12192000"/>
              <a:gd name="connsiteY52" fmla="*/ 1644845 h 2240205"/>
              <a:gd name="connsiteX53" fmla="*/ 6692251 w 12192000"/>
              <a:gd name="connsiteY53" fmla="*/ 1656357 h 2240205"/>
              <a:gd name="connsiteX54" fmla="*/ 6655235 w 12192000"/>
              <a:gd name="connsiteY54" fmla="*/ 1661869 h 2240205"/>
              <a:gd name="connsiteX55" fmla="*/ 6554894 w 12192000"/>
              <a:gd name="connsiteY55" fmla="*/ 1664428 h 2240205"/>
              <a:gd name="connsiteX56" fmla="*/ 6516595 w 12192000"/>
              <a:gd name="connsiteY56" fmla="*/ 1667475 h 2240205"/>
              <a:gd name="connsiteX57" fmla="*/ 6508541 w 12192000"/>
              <a:gd name="connsiteY57" fmla="*/ 1668757 h 2240205"/>
              <a:gd name="connsiteX58" fmla="*/ 6471012 w 12192000"/>
              <a:gd name="connsiteY58" fmla="*/ 1678604 h 2240205"/>
              <a:gd name="connsiteX59" fmla="*/ 6364035 w 12192000"/>
              <a:gd name="connsiteY59" fmla="*/ 1667683 h 2240205"/>
              <a:gd name="connsiteX60" fmla="*/ 6243319 w 12192000"/>
              <a:gd name="connsiteY60" fmla="*/ 1695560 h 2240205"/>
              <a:gd name="connsiteX61" fmla="*/ 6098321 w 12192000"/>
              <a:gd name="connsiteY61" fmla="*/ 1721646 h 2240205"/>
              <a:gd name="connsiteX62" fmla="*/ 5880652 w 12192000"/>
              <a:gd name="connsiteY62" fmla="*/ 1779643 h 2240205"/>
              <a:gd name="connsiteX63" fmla="*/ 5785959 w 12192000"/>
              <a:gd name="connsiteY63" fmla="*/ 1775307 h 2240205"/>
              <a:gd name="connsiteX64" fmla="*/ 5643534 w 12192000"/>
              <a:gd name="connsiteY64" fmla="*/ 1802919 h 2240205"/>
              <a:gd name="connsiteX65" fmla="*/ 5518799 w 12192000"/>
              <a:gd name="connsiteY65" fmla="*/ 1818312 h 2240205"/>
              <a:gd name="connsiteX66" fmla="*/ 5505014 w 12192000"/>
              <a:gd name="connsiteY66" fmla="*/ 1819259 h 2240205"/>
              <a:gd name="connsiteX67" fmla="*/ 5453307 w 12192000"/>
              <a:gd name="connsiteY67" fmla="*/ 1815450 h 2240205"/>
              <a:gd name="connsiteX68" fmla="*/ 5221533 w 12192000"/>
              <a:gd name="connsiteY68" fmla="*/ 1846950 h 2240205"/>
              <a:gd name="connsiteX69" fmla="*/ 5149802 w 12192000"/>
              <a:gd name="connsiteY69" fmla="*/ 1844846 h 2240205"/>
              <a:gd name="connsiteX70" fmla="*/ 5114927 w 12192000"/>
              <a:gd name="connsiteY70" fmla="*/ 1847827 h 2240205"/>
              <a:gd name="connsiteX71" fmla="*/ 5108970 w 12192000"/>
              <a:gd name="connsiteY71" fmla="*/ 1847935 h 2240205"/>
              <a:gd name="connsiteX72" fmla="*/ 5067961 w 12192000"/>
              <a:gd name="connsiteY72" fmla="*/ 1845917 h 2240205"/>
              <a:gd name="connsiteX73" fmla="*/ 5007075 w 12192000"/>
              <a:gd name="connsiteY73" fmla="*/ 1838626 h 2240205"/>
              <a:gd name="connsiteX74" fmla="*/ 4944087 w 12192000"/>
              <a:gd name="connsiteY74" fmla="*/ 1823332 h 2240205"/>
              <a:gd name="connsiteX75" fmla="*/ 4907662 w 12192000"/>
              <a:gd name="connsiteY75" fmla="*/ 1816900 h 2240205"/>
              <a:gd name="connsiteX76" fmla="*/ 4882386 w 12192000"/>
              <a:gd name="connsiteY76" fmla="*/ 1809844 h 2240205"/>
              <a:gd name="connsiteX77" fmla="*/ 4811440 w 12192000"/>
              <a:gd name="connsiteY77" fmla="*/ 1804655 h 2240205"/>
              <a:gd name="connsiteX78" fmla="*/ 4691075 w 12192000"/>
              <a:gd name="connsiteY78" fmla="*/ 1801389 h 2240205"/>
              <a:gd name="connsiteX79" fmla="*/ 4640313 w 12192000"/>
              <a:gd name="connsiteY79" fmla="*/ 1784307 h 2240205"/>
              <a:gd name="connsiteX80" fmla="*/ 4536503 w 12192000"/>
              <a:gd name="connsiteY80" fmla="*/ 1785334 h 2240205"/>
              <a:gd name="connsiteX81" fmla="*/ 4513724 w 12192000"/>
              <a:gd name="connsiteY81" fmla="*/ 1791996 h 2240205"/>
              <a:gd name="connsiteX82" fmla="*/ 4459810 w 12192000"/>
              <a:gd name="connsiteY82" fmla="*/ 1797886 h 2240205"/>
              <a:gd name="connsiteX83" fmla="*/ 4379064 w 12192000"/>
              <a:gd name="connsiteY83" fmla="*/ 1817177 h 2240205"/>
              <a:gd name="connsiteX84" fmla="*/ 4290981 w 12192000"/>
              <a:gd name="connsiteY84" fmla="*/ 1839677 h 2240205"/>
              <a:gd name="connsiteX85" fmla="*/ 4238372 w 12192000"/>
              <a:gd name="connsiteY85" fmla="*/ 1851480 h 2240205"/>
              <a:gd name="connsiteX86" fmla="*/ 4232517 w 12192000"/>
              <a:gd name="connsiteY86" fmla="*/ 1852567 h 2240205"/>
              <a:gd name="connsiteX87" fmla="*/ 4191732 w 12192000"/>
              <a:gd name="connsiteY87" fmla="*/ 1857328 h 2240205"/>
              <a:gd name="connsiteX88" fmla="*/ 4065532 w 12192000"/>
              <a:gd name="connsiteY88" fmla="*/ 1855477 h 2240205"/>
              <a:gd name="connsiteX89" fmla="*/ 4028460 w 12192000"/>
              <a:gd name="connsiteY89" fmla="*/ 1855137 h 2240205"/>
              <a:gd name="connsiteX90" fmla="*/ 4002267 w 12192000"/>
              <a:gd name="connsiteY90" fmla="*/ 1852352 h 2240205"/>
              <a:gd name="connsiteX91" fmla="*/ 3931396 w 12192000"/>
              <a:gd name="connsiteY91" fmla="*/ 1858915 h 2240205"/>
              <a:gd name="connsiteX92" fmla="*/ 3812162 w 12192000"/>
              <a:gd name="connsiteY92" fmla="*/ 1875501 h 2240205"/>
              <a:gd name="connsiteX93" fmla="*/ 3758105 w 12192000"/>
              <a:gd name="connsiteY93" fmla="*/ 1871856 h 2240205"/>
              <a:gd name="connsiteX94" fmla="*/ 3567259 w 12192000"/>
              <a:gd name="connsiteY94" fmla="*/ 1893482 h 2240205"/>
              <a:gd name="connsiteX95" fmla="*/ 3405770 w 12192000"/>
              <a:gd name="connsiteY95" fmla="*/ 1904591 h 2240205"/>
              <a:gd name="connsiteX96" fmla="*/ 3280097 w 12192000"/>
              <a:gd name="connsiteY96" fmla="*/ 1919610 h 2240205"/>
              <a:gd name="connsiteX97" fmla="*/ 3009910 w 12192000"/>
              <a:gd name="connsiteY97" fmla="*/ 1957866 h 2240205"/>
              <a:gd name="connsiteX98" fmla="*/ 2995934 w 12192000"/>
              <a:gd name="connsiteY98" fmla="*/ 1967085 h 2240205"/>
              <a:gd name="connsiteX99" fmla="*/ 2942858 w 12192000"/>
              <a:gd name="connsiteY99" fmla="*/ 1981367 h 2240205"/>
              <a:gd name="connsiteX100" fmla="*/ 2875436 w 12192000"/>
              <a:gd name="connsiteY100" fmla="*/ 1996977 h 2240205"/>
              <a:gd name="connsiteX101" fmla="*/ 2874892 w 12192000"/>
              <a:gd name="connsiteY101" fmla="*/ 1996085 h 2240205"/>
              <a:gd name="connsiteX102" fmla="*/ 2843662 w 12192000"/>
              <a:gd name="connsiteY102" fmla="*/ 1992498 h 2240205"/>
              <a:gd name="connsiteX103" fmla="*/ 2718916 w 12192000"/>
              <a:gd name="connsiteY103" fmla="*/ 1990867 h 2240205"/>
              <a:gd name="connsiteX104" fmla="*/ 2713522 w 12192000"/>
              <a:gd name="connsiteY104" fmla="*/ 1990173 h 2240205"/>
              <a:gd name="connsiteX105" fmla="*/ 2476147 w 12192000"/>
              <a:gd name="connsiteY105" fmla="*/ 1998305 h 2240205"/>
              <a:gd name="connsiteX106" fmla="*/ 2373568 w 12192000"/>
              <a:gd name="connsiteY106" fmla="*/ 2003219 h 2240205"/>
              <a:gd name="connsiteX107" fmla="*/ 2287219 w 12192000"/>
              <a:gd name="connsiteY107" fmla="*/ 1998750 h 2240205"/>
              <a:gd name="connsiteX108" fmla="*/ 2243069 w 12192000"/>
              <a:gd name="connsiteY108" fmla="*/ 2005321 h 2240205"/>
              <a:gd name="connsiteX109" fmla="*/ 2164831 w 12192000"/>
              <a:gd name="connsiteY109" fmla="*/ 2010143 h 2240205"/>
              <a:gd name="connsiteX110" fmla="*/ 2085228 w 12192000"/>
              <a:gd name="connsiteY110" fmla="*/ 2046431 h 2240205"/>
              <a:gd name="connsiteX111" fmla="*/ 2058061 w 12192000"/>
              <a:gd name="connsiteY111" fmla="*/ 2047942 h 2240205"/>
              <a:gd name="connsiteX112" fmla="*/ 2042244 w 12192000"/>
              <a:gd name="connsiteY112" fmla="*/ 2055560 h 2240205"/>
              <a:gd name="connsiteX113" fmla="*/ 1877728 w 12192000"/>
              <a:gd name="connsiteY113" fmla="*/ 2101004 h 2240205"/>
              <a:gd name="connsiteX114" fmla="*/ 1759056 w 12192000"/>
              <a:gd name="connsiteY114" fmla="*/ 2125608 h 2240205"/>
              <a:gd name="connsiteX115" fmla="*/ 1637948 w 12192000"/>
              <a:gd name="connsiteY115" fmla="*/ 2172597 h 2240205"/>
              <a:gd name="connsiteX116" fmla="*/ 1434549 w 12192000"/>
              <a:gd name="connsiteY116" fmla="*/ 2234522 h 2240205"/>
              <a:gd name="connsiteX117" fmla="*/ 1370962 w 12192000"/>
              <a:gd name="connsiteY117" fmla="*/ 2237474 h 2240205"/>
              <a:gd name="connsiteX118" fmla="*/ 1356367 w 12192000"/>
              <a:gd name="connsiteY118" fmla="*/ 2235089 h 2240205"/>
              <a:gd name="connsiteX119" fmla="*/ 1279765 w 12192000"/>
              <a:gd name="connsiteY119" fmla="*/ 2229639 h 2240205"/>
              <a:gd name="connsiteX120" fmla="*/ 1195347 w 12192000"/>
              <a:gd name="connsiteY120" fmla="*/ 2212354 h 2240205"/>
              <a:gd name="connsiteX121" fmla="*/ 970251 w 12192000"/>
              <a:gd name="connsiteY121" fmla="*/ 2221029 h 2240205"/>
              <a:gd name="connsiteX122" fmla="*/ 812914 w 12192000"/>
              <a:gd name="connsiteY122" fmla="*/ 2210095 h 2240205"/>
              <a:gd name="connsiteX123" fmla="*/ 776382 w 12192000"/>
              <a:gd name="connsiteY123" fmla="*/ 2204512 h 2240205"/>
              <a:gd name="connsiteX124" fmla="*/ 597225 w 12192000"/>
              <a:gd name="connsiteY124" fmla="*/ 2180999 h 2240205"/>
              <a:gd name="connsiteX125" fmla="*/ 520671 w 12192000"/>
              <a:gd name="connsiteY125" fmla="*/ 2180980 h 2240205"/>
              <a:gd name="connsiteX126" fmla="*/ 515024 w 12192000"/>
              <a:gd name="connsiteY126" fmla="*/ 2179258 h 2240205"/>
              <a:gd name="connsiteX127" fmla="*/ 413835 w 12192000"/>
              <a:gd name="connsiteY127" fmla="*/ 2156783 h 2240205"/>
              <a:gd name="connsiteX128" fmla="*/ 376513 w 12192000"/>
              <a:gd name="connsiteY128" fmla="*/ 2154014 h 2240205"/>
              <a:gd name="connsiteX129" fmla="*/ 273386 w 12192000"/>
              <a:gd name="connsiteY129" fmla="*/ 2142551 h 2240205"/>
              <a:gd name="connsiteX130" fmla="*/ 77641 w 12192000"/>
              <a:gd name="connsiteY130" fmla="*/ 2126835 h 2240205"/>
              <a:gd name="connsiteX131" fmla="*/ 37645 w 12192000"/>
              <a:gd name="connsiteY131" fmla="*/ 2115401 h 2240205"/>
              <a:gd name="connsiteX132" fmla="*/ 4572 w 12192000"/>
              <a:gd name="connsiteY132" fmla="*/ 2111091 h 2240205"/>
              <a:gd name="connsiteX133" fmla="*/ 0 w 12192000"/>
              <a:gd name="connsiteY133" fmla="*/ 2110468 h 2240205"/>
              <a:gd name="connsiteX134" fmla="*/ 0 w 12192000"/>
              <a:gd name="connsiteY134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820512 w 12192000"/>
              <a:gd name="connsiteY4" fmla="*/ 745392 h 2240205"/>
              <a:gd name="connsiteX5" fmla="*/ 11649954 w 12192000"/>
              <a:gd name="connsiteY5" fmla="*/ 749628 h 2240205"/>
              <a:gd name="connsiteX6" fmla="*/ 11560424 w 12192000"/>
              <a:gd name="connsiteY6" fmla="*/ 748017 h 2240205"/>
              <a:gd name="connsiteX7" fmla="*/ 11358455 w 12192000"/>
              <a:gd name="connsiteY7" fmla="*/ 747593 h 2240205"/>
              <a:gd name="connsiteX8" fmla="*/ 11165209 w 12192000"/>
              <a:gd name="connsiteY8" fmla="*/ 748852 h 2240205"/>
              <a:gd name="connsiteX9" fmla="*/ 11058755 w 12192000"/>
              <a:gd name="connsiteY9" fmla="*/ 749617 h 2240205"/>
              <a:gd name="connsiteX10" fmla="*/ 10846594 w 12192000"/>
              <a:gd name="connsiteY10" fmla="*/ 765069 h 2240205"/>
              <a:gd name="connsiteX11" fmla="*/ 10739478 w 12192000"/>
              <a:gd name="connsiteY11" fmla="*/ 776841 h 2240205"/>
              <a:gd name="connsiteX12" fmla="*/ 10458762 w 12192000"/>
              <a:gd name="connsiteY12" fmla="*/ 755400 h 2240205"/>
              <a:gd name="connsiteX13" fmla="*/ 10211200 w 12192000"/>
              <a:gd name="connsiteY13" fmla="*/ 767513 h 2240205"/>
              <a:gd name="connsiteX14" fmla="*/ 10167995 w 12192000"/>
              <a:gd name="connsiteY14" fmla="*/ 760843 h 2240205"/>
              <a:gd name="connsiteX15" fmla="*/ 9997044 w 12192000"/>
              <a:gd name="connsiteY15" fmla="*/ 780129 h 2240205"/>
              <a:gd name="connsiteX16" fmla="*/ 9943887 w 12192000"/>
              <a:gd name="connsiteY16" fmla="*/ 804141 h 2240205"/>
              <a:gd name="connsiteX17" fmla="*/ 9918248 w 12192000"/>
              <a:gd name="connsiteY17" fmla="*/ 816628 h 2240205"/>
              <a:gd name="connsiteX18" fmla="*/ 9767091 w 12192000"/>
              <a:gd name="connsiteY18" fmla="*/ 870550 h 2240205"/>
              <a:gd name="connsiteX19" fmla="*/ 9683005 w 12192000"/>
              <a:gd name="connsiteY19" fmla="*/ 894128 h 2240205"/>
              <a:gd name="connsiteX20" fmla="*/ 9594438 w 12192000"/>
              <a:gd name="connsiteY20" fmla="*/ 919051 h 2240205"/>
              <a:gd name="connsiteX21" fmla="*/ 9544189 w 12192000"/>
              <a:gd name="connsiteY21" fmla="*/ 938966 h 2240205"/>
              <a:gd name="connsiteX22" fmla="*/ 9500499 w 12192000"/>
              <a:gd name="connsiteY22" fmla="*/ 954680 h 2240205"/>
              <a:gd name="connsiteX23" fmla="*/ 9410017 w 12192000"/>
              <a:gd name="connsiteY23" fmla="*/ 993931 h 2240205"/>
              <a:gd name="connsiteX24" fmla="*/ 9392919 w 12192000"/>
              <a:gd name="connsiteY24" fmla="*/ 994656 h 2240205"/>
              <a:gd name="connsiteX25" fmla="*/ 9268019 w 12192000"/>
              <a:gd name="connsiteY25" fmla="*/ 1007442 h 2240205"/>
              <a:gd name="connsiteX26" fmla="*/ 9188177 w 12192000"/>
              <a:gd name="connsiteY26" fmla="*/ 1035474 h 2240205"/>
              <a:gd name="connsiteX27" fmla="*/ 9155969 w 12192000"/>
              <a:gd name="connsiteY27" fmla="*/ 1046804 h 2240205"/>
              <a:gd name="connsiteX28" fmla="*/ 9133985 w 12192000"/>
              <a:gd name="connsiteY28" fmla="*/ 1046450 h 2240205"/>
              <a:gd name="connsiteX29" fmla="*/ 9003462 w 12192000"/>
              <a:gd name="connsiteY29" fmla="*/ 1042406 h 2240205"/>
              <a:gd name="connsiteX30" fmla="*/ 8968445 w 12192000"/>
              <a:gd name="connsiteY30" fmla="*/ 1052169 h 2240205"/>
              <a:gd name="connsiteX31" fmla="*/ 8886001 w 12192000"/>
              <a:gd name="connsiteY31" fmla="*/ 1067468 h 2240205"/>
              <a:gd name="connsiteX32" fmla="*/ 8838610 w 12192000"/>
              <a:gd name="connsiteY32" fmla="*/ 1075091 h 2240205"/>
              <a:gd name="connsiteX33" fmla="*/ 8665605 w 12192000"/>
              <a:gd name="connsiteY33" fmla="*/ 1110791 h 2240205"/>
              <a:gd name="connsiteX34" fmla="*/ 8584946 w 12192000"/>
              <a:gd name="connsiteY34" fmla="*/ 1135226 h 2240205"/>
              <a:gd name="connsiteX35" fmla="*/ 8419755 w 12192000"/>
              <a:gd name="connsiteY35" fmla="*/ 1216260 h 2240205"/>
              <a:gd name="connsiteX36" fmla="*/ 8411626 w 12192000"/>
              <a:gd name="connsiteY36" fmla="*/ 1214397 h 2240205"/>
              <a:gd name="connsiteX37" fmla="*/ 8363469 w 12192000"/>
              <a:gd name="connsiteY37" fmla="*/ 1246658 h 2240205"/>
              <a:gd name="connsiteX38" fmla="*/ 8275497 w 12192000"/>
              <a:gd name="connsiteY38" fmla="*/ 1264396 h 2240205"/>
              <a:gd name="connsiteX39" fmla="*/ 8074238 w 12192000"/>
              <a:gd name="connsiteY39" fmla="*/ 1301895 h 2240205"/>
              <a:gd name="connsiteX40" fmla="*/ 7942099 w 12192000"/>
              <a:gd name="connsiteY40" fmla="*/ 1336332 h 2240205"/>
              <a:gd name="connsiteX41" fmla="*/ 7902328 w 12192000"/>
              <a:gd name="connsiteY41" fmla="*/ 1345865 h 2240205"/>
              <a:gd name="connsiteX42" fmla="*/ 7840612 w 12192000"/>
              <a:gd name="connsiteY42" fmla="*/ 1369373 h 2240205"/>
              <a:gd name="connsiteX43" fmla="*/ 7786819 w 12192000"/>
              <a:gd name="connsiteY43" fmla="*/ 1378970 h 2240205"/>
              <a:gd name="connsiteX44" fmla="*/ 7548172 w 12192000"/>
              <a:gd name="connsiteY44" fmla="*/ 1417460 h 2240205"/>
              <a:gd name="connsiteX45" fmla="*/ 7483437 w 12192000"/>
              <a:gd name="connsiteY45" fmla="*/ 1478152 h 2240205"/>
              <a:gd name="connsiteX46" fmla="*/ 7377870 w 12192000"/>
              <a:gd name="connsiteY46" fmla="*/ 1523319 h 2240205"/>
              <a:gd name="connsiteX47" fmla="*/ 7230737 w 12192000"/>
              <a:gd name="connsiteY47" fmla="*/ 1562633 h 2240205"/>
              <a:gd name="connsiteX48" fmla="*/ 7224458 w 12192000"/>
              <a:gd name="connsiteY48" fmla="*/ 1573008 h 2240205"/>
              <a:gd name="connsiteX49" fmla="*/ 7183121 w 12192000"/>
              <a:gd name="connsiteY49" fmla="*/ 1595162 h 2240205"/>
              <a:gd name="connsiteX50" fmla="*/ 7164601 w 12192000"/>
              <a:gd name="connsiteY50" fmla="*/ 1606490 h 2240205"/>
              <a:gd name="connsiteX51" fmla="*/ 6900177 w 12192000"/>
              <a:gd name="connsiteY51" fmla="*/ 1636016 h 2240205"/>
              <a:gd name="connsiteX52" fmla="*/ 6795372 w 12192000"/>
              <a:gd name="connsiteY52" fmla="*/ 1644845 h 2240205"/>
              <a:gd name="connsiteX53" fmla="*/ 6692251 w 12192000"/>
              <a:gd name="connsiteY53" fmla="*/ 1656357 h 2240205"/>
              <a:gd name="connsiteX54" fmla="*/ 6655235 w 12192000"/>
              <a:gd name="connsiteY54" fmla="*/ 1661869 h 2240205"/>
              <a:gd name="connsiteX55" fmla="*/ 6554894 w 12192000"/>
              <a:gd name="connsiteY55" fmla="*/ 1664428 h 2240205"/>
              <a:gd name="connsiteX56" fmla="*/ 6516595 w 12192000"/>
              <a:gd name="connsiteY56" fmla="*/ 1667475 h 2240205"/>
              <a:gd name="connsiteX57" fmla="*/ 6508541 w 12192000"/>
              <a:gd name="connsiteY57" fmla="*/ 1668757 h 2240205"/>
              <a:gd name="connsiteX58" fmla="*/ 6471012 w 12192000"/>
              <a:gd name="connsiteY58" fmla="*/ 1678604 h 2240205"/>
              <a:gd name="connsiteX59" fmla="*/ 6364035 w 12192000"/>
              <a:gd name="connsiteY59" fmla="*/ 1667683 h 2240205"/>
              <a:gd name="connsiteX60" fmla="*/ 6243319 w 12192000"/>
              <a:gd name="connsiteY60" fmla="*/ 1695560 h 2240205"/>
              <a:gd name="connsiteX61" fmla="*/ 6098321 w 12192000"/>
              <a:gd name="connsiteY61" fmla="*/ 1721646 h 2240205"/>
              <a:gd name="connsiteX62" fmla="*/ 5880652 w 12192000"/>
              <a:gd name="connsiteY62" fmla="*/ 1779643 h 2240205"/>
              <a:gd name="connsiteX63" fmla="*/ 5785959 w 12192000"/>
              <a:gd name="connsiteY63" fmla="*/ 1775307 h 2240205"/>
              <a:gd name="connsiteX64" fmla="*/ 5643534 w 12192000"/>
              <a:gd name="connsiteY64" fmla="*/ 1802919 h 2240205"/>
              <a:gd name="connsiteX65" fmla="*/ 5518799 w 12192000"/>
              <a:gd name="connsiteY65" fmla="*/ 1818312 h 2240205"/>
              <a:gd name="connsiteX66" fmla="*/ 5505014 w 12192000"/>
              <a:gd name="connsiteY66" fmla="*/ 1819259 h 2240205"/>
              <a:gd name="connsiteX67" fmla="*/ 5453307 w 12192000"/>
              <a:gd name="connsiteY67" fmla="*/ 1815450 h 2240205"/>
              <a:gd name="connsiteX68" fmla="*/ 5221533 w 12192000"/>
              <a:gd name="connsiteY68" fmla="*/ 1846950 h 2240205"/>
              <a:gd name="connsiteX69" fmla="*/ 5149802 w 12192000"/>
              <a:gd name="connsiteY69" fmla="*/ 1844846 h 2240205"/>
              <a:gd name="connsiteX70" fmla="*/ 5114927 w 12192000"/>
              <a:gd name="connsiteY70" fmla="*/ 1847827 h 2240205"/>
              <a:gd name="connsiteX71" fmla="*/ 5108970 w 12192000"/>
              <a:gd name="connsiteY71" fmla="*/ 1847935 h 2240205"/>
              <a:gd name="connsiteX72" fmla="*/ 5067961 w 12192000"/>
              <a:gd name="connsiteY72" fmla="*/ 1845917 h 2240205"/>
              <a:gd name="connsiteX73" fmla="*/ 5007075 w 12192000"/>
              <a:gd name="connsiteY73" fmla="*/ 1838626 h 2240205"/>
              <a:gd name="connsiteX74" fmla="*/ 4944087 w 12192000"/>
              <a:gd name="connsiteY74" fmla="*/ 1823332 h 2240205"/>
              <a:gd name="connsiteX75" fmla="*/ 4907662 w 12192000"/>
              <a:gd name="connsiteY75" fmla="*/ 1816900 h 2240205"/>
              <a:gd name="connsiteX76" fmla="*/ 4882386 w 12192000"/>
              <a:gd name="connsiteY76" fmla="*/ 1809844 h 2240205"/>
              <a:gd name="connsiteX77" fmla="*/ 4811440 w 12192000"/>
              <a:gd name="connsiteY77" fmla="*/ 1804655 h 2240205"/>
              <a:gd name="connsiteX78" fmla="*/ 4691075 w 12192000"/>
              <a:gd name="connsiteY78" fmla="*/ 1801389 h 2240205"/>
              <a:gd name="connsiteX79" fmla="*/ 4640313 w 12192000"/>
              <a:gd name="connsiteY79" fmla="*/ 1784307 h 2240205"/>
              <a:gd name="connsiteX80" fmla="*/ 4536503 w 12192000"/>
              <a:gd name="connsiteY80" fmla="*/ 1785334 h 2240205"/>
              <a:gd name="connsiteX81" fmla="*/ 4513724 w 12192000"/>
              <a:gd name="connsiteY81" fmla="*/ 1791996 h 2240205"/>
              <a:gd name="connsiteX82" fmla="*/ 4459810 w 12192000"/>
              <a:gd name="connsiteY82" fmla="*/ 1797886 h 2240205"/>
              <a:gd name="connsiteX83" fmla="*/ 4379064 w 12192000"/>
              <a:gd name="connsiteY83" fmla="*/ 1817177 h 2240205"/>
              <a:gd name="connsiteX84" fmla="*/ 4290981 w 12192000"/>
              <a:gd name="connsiteY84" fmla="*/ 1839677 h 2240205"/>
              <a:gd name="connsiteX85" fmla="*/ 4238372 w 12192000"/>
              <a:gd name="connsiteY85" fmla="*/ 1851480 h 2240205"/>
              <a:gd name="connsiteX86" fmla="*/ 4232517 w 12192000"/>
              <a:gd name="connsiteY86" fmla="*/ 1852567 h 2240205"/>
              <a:gd name="connsiteX87" fmla="*/ 4191732 w 12192000"/>
              <a:gd name="connsiteY87" fmla="*/ 1857328 h 2240205"/>
              <a:gd name="connsiteX88" fmla="*/ 4065532 w 12192000"/>
              <a:gd name="connsiteY88" fmla="*/ 1855477 h 2240205"/>
              <a:gd name="connsiteX89" fmla="*/ 4028460 w 12192000"/>
              <a:gd name="connsiteY89" fmla="*/ 1855137 h 2240205"/>
              <a:gd name="connsiteX90" fmla="*/ 4002267 w 12192000"/>
              <a:gd name="connsiteY90" fmla="*/ 1852352 h 2240205"/>
              <a:gd name="connsiteX91" fmla="*/ 3931396 w 12192000"/>
              <a:gd name="connsiteY91" fmla="*/ 1858915 h 2240205"/>
              <a:gd name="connsiteX92" fmla="*/ 3812162 w 12192000"/>
              <a:gd name="connsiteY92" fmla="*/ 1875501 h 2240205"/>
              <a:gd name="connsiteX93" fmla="*/ 3758105 w 12192000"/>
              <a:gd name="connsiteY93" fmla="*/ 1871856 h 2240205"/>
              <a:gd name="connsiteX94" fmla="*/ 3567259 w 12192000"/>
              <a:gd name="connsiteY94" fmla="*/ 1893482 h 2240205"/>
              <a:gd name="connsiteX95" fmla="*/ 3405770 w 12192000"/>
              <a:gd name="connsiteY95" fmla="*/ 1904591 h 2240205"/>
              <a:gd name="connsiteX96" fmla="*/ 3280097 w 12192000"/>
              <a:gd name="connsiteY96" fmla="*/ 1919610 h 2240205"/>
              <a:gd name="connsiteX97" fmla="*/ 3009910 w 12192000"/>
              <a:gd name="connsiteY97" fmla="*/ 1957866 h 2240205"/>
              <a:gd name="connsiteX98" fmla="*/ 2995934 w 12192000"/>
              <a:gd name="connsiteY98" fmla="*/ 1967085 h 2240205"/>
              <a:gd name="connsiteX99" fmla="*/ 2942858 w 12192000"/>
              <a:gd name="connsiteY99" fmla="*/ 1981367 h 2240205"/>
              <a:gd name="connsiteX100" fmla="*/ 2875436 w 12192000"/>
              <a:gd name="connsiteY100" fmla="*/ 1996977 h 2240205"/>
              <a:gd name="connsiteX101" fmla="*/ 2874892 w 12192000"/>
              <a:gd name="connsiteY101" fmla="*/ 1996085 h 2240205"/>
              <a:gd name="connsiteX102" fmla="*/ 2843662 w 12192000"/>
              <a:gd name="connsiteY102" fmla="*/ 1992498 h 2240205"/>
              <a:gd name="connsiteX103" fmla="*/ 2718916 w 12192000"/>
              <a:gd name="connsiteY103" fmla="*/ 1990867 h 2240205"/>
              <a:gd name="connsiteX104" fmla="*/ 2713522 w 12192000"/>
              <a:gd name="connsiteY104" fmla="*/ 1990173 h 2240205"/>
              <a:gd name="connsiteX105" fmla="*/ 2476147 w 12192000"/>
              <a:gd name="connsiteY105" fmla="*/ 1998305 h 2240205"/>
              <a:gd name="connsiteX106" fmla="*/ 2373568 w 12192000"/>
              <a:gd name="connsiteY106" fmla="*/ 2003219 h 2240205"/>
              <a:gd name="connsiteX107" fmla="*/ 2287219 w 12192000"/>
              <a:gd name="connsiteY107" fmla="*/ 1998750 h 2240205"/>
              <a:gd name="connsiteX108" fmla="*/ 2243069 w 12192000"/>
              <a:gd name="connsiteY108" fmla="*/ 2005321 h 2240205"/>
              <a:gd name="connsiteX109" fmla="*/ 2164831 w 12192000"/>
              <a:gd name="connsiteY109" fmla="*/ 2010143 h 2240205"/>
              <a:gd name="connsiteX110" fmla="*/ 2085228 w 12192000"/>
              <a:gd name="connsiteY110" fmla="*/ 2046431 h 2240205"/>
              <a:gd name="connsiteX111" fmla="*/ 2058061 w 12192000"/>
              <a:gd name="connsiteY111" fmla="*/ 2047942 h 2240205"/>
              <a:gd name="connsiteX112" fmla="*/ 2042244 w 12192000"/>
              <a:gd name="connsiteY112" fmla="*/ 2055560 h 2240205"/>
              <a:gd name="connsiteX113" fmla="*/ 1877728 w 12192000"/>
              <a:gd name="connsiteY113" fmla="*/ 2101004 h 2240205"/>
              <a:gd name="connsiteX114" fmla="*/ 1759056 w 12192000"/>
              <a:gd name="connsiteY114" fmla="*/ 2125608 h 2240205"/>
              <a:gd name="connsiteX115" fmla="*/ 1637948 w 12192000"/>
              <a:gd name="connsiteY115" fmla="*/ 2172597 h 2240205"/>
              <a:gd name="connsiteX116" fmla="*/ 1434549 w 12192000"/>
              <a:gd name="connsiteY116" fmla="*/ 2234522 h 2240205"/>
              <a:gd name="connsiteX117" fmla="*/ 1370962 w 12192000"/>
              <a:gd name="connsiteY117" fmla="*/ 2237474 h 2240205"/>
              <a:gd name="connsiteX118" fmla="*/ 1356367 w 12192000"/>
              <a:gd name="connsiteY118" fmla="*/ 2235089 h 2240205"/>
              <a:gd name="connsiteX119" fmla="*/ 1279765 w 12192000"/>
              <a:gd name="connsiteY119" fmla="*/ 2229639 h 2240205"/>
              <a:gd name="connsiteX120" fmla="*/ 1195347 w 12192000"/>
              <a:gd name="connsiteY120" fmla="*/ 2212354 h 2240205"/>
              <a:gd name="connsiteX121" fmla="*/ 970251 w 12192000"/>
              <a:gd name="connsiteY121" fmla="*/ 2221029 h 2240205"/>
              <a:gd name="connsiteX122" fmla="*/ 812914 w 12192000"/>
              <a:gd name="connsiteY122" fmla="*/ 2210095 h 2240205"/>
              <a:gd name="connsiteX123" fmla="*/ 776382 w 12192000"/>
              <a:gd name="connsiteY123" fmla="*/ 2204512 h 2240205"/>
              <a:gd name="connsiteX124" fmla="*/ 597225 w 12192000"/>
              <a:gd name="connsiteY124" fmla="*/ 2180999 h 2240205"/>
              <a:gd name="connsiteX125" fmla="*/ 520671 w 12192000"/>
              <a:gd name="connsiteY125" fmla="*/ 2180980 h 2240205"/>
              <a:gd name="connsiteX126" fmla="*/ 515024 w 12192000"/>
              <a:gd name="connsiteY126" fmla="*/ 2179258 h 2240205"/>
              <a:gd name="connsiteX127" fmla="*/ 413835 w 12192000"/>
              <a:gd name="connsiteY127" fmla="*/ 2156783 h 2240205"/>
              <a:gd name="connsiteX128" fmla="*/ 376513 w 12192000"/>
              <a:gd name="connsiteY128" fmla="*/ 2154014 h 2240205"/>
              <a:gd name="connsiteX129" fmla="*/ 273386 w 12192000"/>
              <a:gd name="connsiteY129" fmla="*/ 2142551 h 2240205"/>
              <a:gd name="connsiteX130" fmla="*/ 77641 w 12192000"/>
              <a:gd name="connsiteY130" fmla="*/ 2126835 h 2240205"/>
              <a:gd name="connsiteX131" fmla="*/ 37645 w 12192000"/>
              <a:gd name="connsiteY131" fmla="*/ 2115401 h 2240205"/>
              <a:gd name="connsiteX132" fmla="*/ 4572 w 12192000"/>
              <a:gd name="connsiteY132" fmla="*/ 2111091 h 2240205"/>
              <a:gd name="connsiteX133" fmla="*/ 0 w 12192000"/>
              <a:gd name="connsiteY133" fmla="*/ 2110468 h 2240205"/>
              <a:gd name="connsiteX134" fmla="*/ 0 w 12192000"/>
              <a:gd name="connsiteY134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820512 w 12192000"/>
              <a:gd name="connsiteY4" fmla="*/ 745392 h 2240205"/>
              <a:gd name="connsiteX5" fmla="*/ 11649954 w 12192000"/>
              <a:gd name="connsiteY5" fmla="*/ 749628 h 2240205"/>
              <a:gd name="connsiteX6" fmla="*/ 11560424 w 12192000"/>
              <a:gd name="connsiteY6" fmla="*/ 748017 h 2240205"/>
              <a:gd name="connsiteX7" fmla="*/ 11358455 w 12192000"/>
              <a:gd name="connsiteY7" fmla="*/ 747593 h 2240205"/>
              <a:gd name="connsiteX8" fmla="*/ 11165209 w 12192000"/>
              <a:gd name="connsiteY8" fmla="*/ 748852 h 2240205"/>
              <a:gd name="connsiteX9" fmla="*/ 11058755 w 12192000"/>
              <a:gd name="connsiteY9" fmla="*/ 749617 h 2240205"/>
              <a:gd name="connsiteX10" fmla="*/ 10846594 w 12192000"/>
              <a:gd name="connsiteY10" fmla="*/ 765069 h 2240205"/>
              <a:gd name="connsiteX11" fmla="*/ 10739478 w 12192000"/>
              <a:gd name="connsiteY11" fmla="*/ 776841 h 2240205"/>
              <a:gd name="connsiteX12" fmla="*/ 10458762 w 12192000"/>
              <a:gd name="connsiteY12" fmla="*/ 755400 h 2240205"/>
              <a:gd name="connsiteX13" fmla="*/ 10211200 w 12192000"/>
              <a:gd name="connsiteY13" fmla="*/ 767513 h 2240205"/>
              <a:gd name="connsiteX14" fmla="*/ 10167995 w 12192000"/>
              <a:gd name="connsiteY14" fmla="*/ 760843 h 2240205"/>
              <a:gd name="connsiteX15" fmla="*/ 9997044 w 12192000"/>
              <a:gd name="connsiteY15" fmla="*/ 780129 h 2240205"/>
              <a:gd name="connsiteX16" fmla="*/ 9943887 w 12192000"/>
              <a:gd name="connsiteY16" fmla="*/ 804141 h 2240205"/>
              <a:gd name="connsiteX17" fmla="*/ 9918248 w 12192000"/>
              <a:gd name="connsiteY17" fmla="*/ 816628 h 2240205"/>
              <a:gd name="connsiteX18" fmla="*/ 9767091 w 12192000"/>
              <a:gd name="connsiteY18" fmla="*/ 870550 h 2240205"/>
              <a:gd name="connsiteX19" fmla="*/ 9683005 w 12192000"/>
              <a:gd name="connsiteY19" fmla="*/ 894128 h 2240205"/>
              <a:gd name="connsiteX20" fmla="*/ 9594438 w 12192000"/>
              <a:gd name="connsiteY20" fmla="*/ 919051 h 2240205"/>
              <a:gd name="connsiteX21" fmla="*/ 9544189 w 12192000"/>
              <a:gd name="connsiteY21" fmla="*/ 938966 h 2240205"/>
              <a:gd name="connsiteX22" fmla="*/ 9500499 w 12192000"/>
              <a:gd name="connsiteY22" fmla="*/ 954680 h 2240205"/>
              <a:gd name="connsiteX23" fmla="*/ 9410017 w 12192000"/>
              <a:gd name="connsiteY23" fmla="*/ 993931 h 2240205"/>
              <a:gd name="connsiteX24" fmla="*/ 9392919 w 12192000"/>
              <a:gd name="connsiteY24" fmla="*/ 994656 h 2240205"/>
              <a:gd name="connsiteX25" fmla="*/ 9268019 w 12192000"/>
              <a:gd name="connsiteY25" fmla="*/ 1007442 h 2240205"/>
              <a:gd name="connsiteX26" fmla="*/ 9188177 w 12192000"/>
              <a:gd name="connsiteY26" fmla="*/ 1035474 h 2240205"/>
              <a:gd name="connsiteX27" fmla="*/ 9155969 w 12192000"/>
              <a:gd name="connsiteY27" fmla="*/ 1046804 h 2240205"/>
              <a:gd name="connsiteX28" fmla="*/ 9133985 w 12192000"/>
              <a:gd name="connsiteY28" fmla="*/ 1046450 h 2240205"/>
              <a:gd name="connsiteX29" fmla="*/ 9003462 w 12192000"/>
              <a:gd name="connsiteY29" fmla="*/ 1042406 h 2240205"/>
              <a:gd name="connsiteX30" fmla="*/ 8968445 w 12192000"/>
              <a:gd name="connsiteY30" fmla="*/ 1052169 h 2240205"/>
              <a:gd name="connsiteX31" fmla="*/ 8886001 w 12192000"/>
              <a:gd name="connsiteY31" fmla="*/ 1067468 h 2240205"/>
              <a:gd name="connsiteX32" fmla="*/ 8838610 w 12192000"/>
              <a:gd name="connsiteY32" fmla="*/ 1075091 h 2240205"/>
              <a:gd name="connsiteX33" fmla="*/ 8665605 w 12192000"/>
              <a:gd name="connsiteY33" fmla="*/ 1110791 h 2240205"/>
              <a:gd name="connsiteX34" fmla="*/ 8584946 w 12192000"/>
              <a:gd name="connsiteY34" fmla="*/ 1135226 h 2240205"/>
              <a:gd name="connsiteX35" fmla="*/ 8419755 w 12192000"/>
              <a:gd name="connsiteY35" fmla="*/ 1216260 h 2240205"/>
              <a:gd name="connsiteX36" fmla="*/ 8411626 w 12192000"/>
              <a:gd name="connsiteY36" fmla="*/ 1214397 h 2240205"/>
              <a:gd name="connsiteX37" fmla="*/ 8363469 w 12192000"/>
              <a:gd name="connsiteY37" fmla="*/ 1246658 h 2240205"/>
              <a:gd name="connsiteX38" fmla="*/ 8275497 w 12192000"/>
              <a:gd name="connsiteY38" fmla="*/ 1264396 h 2240205"/>
              <a:gd name="connsiteX39" fmla="*/ 8074238 w 12192000"/>
              <a:gd name="connsiteY39" fmla="*/ 1301895 h 2240205"/>
              <a:gd name="connsiteX40" fmla="*/ 7902328 w 12192000"/>
              <a:gd name="connsiteY40" fmla="*/ 1345865 h 2240205"/>
              <a:gd name="connsiteX41" fmla="*/ 7840612 w 12192000"/>
              <a:gd name="connsiteY41" fmla="*/ 1369373 h 2240205"/>
              <a:gd name="connsiteX42" fmla="*/ 7786819 w 12192000"/>
              <a:gd name="connsiteY42" fmla="*/ 1378970 h 2240205"/>
              <a:gd name="connsiteX43" fmla="*/ 7548172 w 12192000"/>
              <a:gd name="connsiteY43" fmla="*/ 1417460 h 2240205"/>
              <a:gd name="connsiteX44" fmla="*/ 7483437 w 12192000"/>
              <a:gd name="connsiteY44" fmla="*/ 1478152 h 2240205"/>
              <a:gd name="connsiteX45" fmla="*/ 7377870 w 12192000"/>
              <a:gd name="connsiteY45" fmla="*/ 1523319 h 2240205"/>
              <a:gd name="connsiteX46" fmla="*/ 7230737 w 12192000"/>
              <a:gd name="connsiteY46" fmla="*/ 1562633 h 2240205"/>
              <a:gd name="connsiteX47" fmla="*/ 7224458 w 12192000"/>
              <a:gd name="connsiteY47" fmla="*/ 1573008 h 2240205"/>
              <a:gd name="connsiteX48" fmla="*/ 7183121 w 12192000"/>
              <a:gd name="connsiteY48" fmla="*/ 1595162 h 2240205"/>
              <a:gd name="connsiteX49" fmla="*/ 7164601 w 12192000"/>
              <a:gd name="connsiteY49" fmla="*/ 1606490 h 2240205"/>
              <a:gd name="connsiteX50" fmla="*/ 6900177 w 12192000"/>
              <a:gd name="connsiteY50" fmla="*/ 1636016 h 2240205"/>
              <a:gd name="connsiteX51" fmla="*/ 6795372 w 12192000"/>
              <a:gd name="connsiteY51" fmla="*/ 1644845 h 2240205"/>
              <a:gd name="connsiteX52" fmla="*/ 6692251 w 12192000"/>
              <a:gd name="connsiteY52" fmla="*/ 1656357 h 2240205"/>
              <a:gd name="connsiteX53" fmla="*/ 6655235 w 12192000"/>
              <a:gd name="connsiteY53" fmla="*/ 1661869 h 2240205"/>
              <a:gd name="connsiteX54" fmla="*/ 6554894 w 12192000"/>
              <a:gd name="connsiteY54" fmla="*/ 1664428 h 2240205"/>
              <a:gd name="connsiteX55" fmla="*/ 6516595 w 12192000"/>
              <a:gd name="connsiteY55" fmla="*/ 1667475 h 2240205"/>
              <a:gd name="connsiteX56" fmla="*/ 6508541 w 12192000"/>
              <a:gd name="connsiteY56" fmla="*/ 1668757 h 2240205"/>
              <a:gd name="connsiteX57" fmla="*/ 6471012 w 12192000"/>
              <a:gd name="connsiteY57" fmla="*/ 1678604 h 2240205"/>
              <a:gd name="connsiteX58" fmla="*/ 6364035 w 12192000"/>
              <a:gd name="connsiteY58" fmla="*/ 1667683 h 2240205"/>
              <a:gd name="connsiteX59" fmla="*/ 6243319 w 12192000"/>
              <a:gd name="connsiteY59" fmla="*/ 1695560 h 2240205"/>
              <a:gd name="connsiteX60" fmla="*/ 6098321 w 12192000"/>
              <a:gd name="connsiteY60" fmla="*/ 1721646 h 2240205"/>
              <a:gd name="connsiteX61" fmla="*/ 5880652 w 12192000"/>
              <a:gd name="connsiteY61" fmla="*/ 1779643 h 2240205"/>
              <a:gd name="connsiteX62" fmla="*/ 5785959 w 12192000"/>
              <a:gd name="connsiteY62" fmla="*/ 1775307 h 2240205"/>
              <a:gd name="connsiteX63" fmla="*/ 5643534 w 12192000"/>
              <a:gd name="connsiteY63" fmla="*/ 1802919 h 2240205"/>
              <a:gd name="connsiteX64" fmla="*/ 5518799 w 12192000"/>
              <a:gd name="connsiteY64" fmla="*/ 1818312 h 2240205"/>
              <a:gd name="connsiteX65" fmla="*/ 5505014 w 12192000"/>
              <a:gd name="connsiteY65" fmla="*/ 1819259 h 2240205"/>
              <a:gd name="connsiteX66" fmla="*/ 5453307 w 12192000"/>
              <a:gd name="connsiteY66" fmla="*/ 1815450 h 2240205"/>
              <a:gd name="connsiteX67" fmla="*/ 5221533 w 12192000"/>
              <a:gd name="connsiteY67" fmla="*/ 1846950 h 2240205"/>
              <a:gd name="connsiteX68" fmla="*/ 5149802 w 12192000"/>
              <a:gd name="connsiteY68" fmla="*/ 1844846 h 2240205"/>
              <a:gd name="connsiteX69" fmla="*/ 5114927 w 12192000"/>
              <a:gd name="connsiteY69" fmla="*/ 1847827 h 2240205"/>
              <a:gd name="connsiteX70" fmla="*/ 5108970 w 12192000"/>
              <a:gd name="connsiteY70" fmla="*/ 1847935 h 2240205"/>
              <a:gd name="connsiteX71" fmla="*/ 5067961 w 12192000"/>
              <a:gd name="connsiteY71" fmla="*/ 1845917 h 2240205"/>
              <a:gd name="connsiteX72" fmla="*/ 5007075 w 12192000"/>
              <a:gd name="connsiteY72" fmla="*/ 1838626 h 2240205"/>
              <a:gd name="connsiteX73" fmla="*/ 4944087 w 12192000"/>
              <a:gd name="connsiteY73" fmla="*/ 1823332 h 2240205"/>
              <a:gd name="connsiteX74" fmla="*/ 4907662 w 12192000"/>
              <a:gd name="connsiteY74" fmla="*/ 1816900 h 2240205"/>
              <a:gd name="connsiteX75" fmla="*/ 4882386 w 12192000"/>
              <a:gd name="connsiteY75" fmla="*/ 1809844 h 2240205"/>
              <a:gd name="connsiteX76" fmla="*/ 4811440 w 12192000"/>
              <a:gd name="connsiteY76" fmla="*/ 1804655 h 2240205"/>
              <a:gd name="connsiteX77" fmla="*/ 4691075 w 12192000"/>
              <a:gd name="connsiteY77" fmla="*/ 1801389 h 2240205"/>
              <a:gd name="connsiteX78" fmla="*/ 4640313 w 12192000"/>
              <a:gd name="connsiteY78" fmla="*/ 1784307 h 2240205"/>
              <a:gd name="connsiteX79" fmla="*/ 4536503 w 12192000"/>
              <a:gd name="connsiteY79" fmla="*/ 1785334 h 2240205"/>
              <a:gd name="connsiteX80" fmla="*/ 4513724 w 12192000"/>
              <a:gd name="connsiteY80" fmla="*/ 1791996 h 2240205"/>
              <a:gd name="connsiteX81" fmla="*/ 4459810 w 12192000"/>
              <a:gd name="connsiteY81" fmla="*/ 1797886 h 2240205"/>
              <a:gd name="connsiteX82" fmla="*/ 4379064 w 12192000"/>
              <a:gd name="connsiteY82" fmla="*/ 1817177 h 2240205"/>
              <a:gd name="connsiteX83" fmla="*/ 4290981 w 12192000"/>
              <a:gd name="connsiteY83" fmla="*/ 1839677 h 2240205"/>
              <a:gd name="connsiteX84" fmla="*/ 4238372 w 12192000"/>
              <a:gd name="connsiteY84" fmla="*/ 1851480 h 2240205"/>
              <a:gd name="connsiteX85" fmla="*/ 4232517 w 12192000"/>
              <a:gd name="connsiteY85" fmla="*/ 1852567 h 2240205"/>
              <a:gd name="connsiteX86" fmla="*/ 4191732 w 12192000"/>
              <a:gd name="connsiteY86" fmla="*/ 1857328 h 2240205"/>
              <a:gd name="connsiteX87" fmla="*/ 4065532 w 12192000"/>
              <a:gd name="connsiteY87" fmla="*/ 1855477 h 2240205"/>
              <a:gd name="connsiteX88" fmla="*/ 4028460 w 12192000"/>
              <a:gd name="connsiteY88" fmla="*/ 1855137 h 2240205"/>
              <a:gd name="connsiteX89" fmla="*/ 4002267 w 12192000"/>
              <a:gd name="connsiteY89" fmla="*/ 1852352 h 2240205"/>
              <a:gd name="connsiteX90" fmla="*/ 3931396 w 12192000"/>
              <a:gd name="connsiteY90" fmla="*/ 1858915 h 2240205"/>
              <a:gd name="connsiteX91" fmla="*/ 3812162 w 12192000"/>
              <a:gd name="connsiteY91" fmla="*/ 1875501 h 2240205"/>
              <a:gd name="connsiteX92" fmla="*/ 3758105 w 12192000"/>
              <a:gd name="connsiteY92" fmla="*/ 1871856 h 2240205"/>
              <a:gd name="connsiteX93" fmla="*/ 3567259 w 12192000"/>
              <a:gd name="connsiteY93" fmla="*/ 1893482 h 2240205"/>
              <a:gd name="connsiteX94" fmla="*/ 3405770 w 12192000"/>
              <a:gd name="connsiteY94" fmla="*/ 1904591 h 2240205"/>
              <a:gd name="connsiteX95" fmla="*/ 3280097 w 12192000"/>
              <a:gd name="connsiteY95" fmla="*/ 1919610 h 2240205"/>
              <a:gd name="connsiteX96" fmla="*/ 3009910 w 12192000"/>
              <a:gd name="connsiteY96" fmla="*/ 1957866 h 2240205"/>
              <a:gd name="connsiteX97" fmla="*/ 2995934 w 12192000"/>
              <a:gd name="connsiteY97" fmla="*/ 1967085 h 2240205"/>
              <a:gd name="connsiteX98" fmla="*/ 2942858 w 12192000"/>
              <a:gd name="connsiteY98" fmla="*/ 1981367 h 2240205"/>
              <a:gd name="connsiteX99" fmla="*/ 2875436 w 12192000"/>
              <a:gd name="connsiteY99" fmla="*/ 1996977 h 2240205"/>
              <a:gd name="connsiteX100" fmla="*/ 2874892 w 12192000"/>
              <a:gd name="connsiteY100" fmla="*/ 1996085 h 2240205"/>
              <a:gd name="connsiteX101" fmla="*/ 2843662 w 12192000"/>
              <a:gd name="connsiteY101" fmla="*/ 1992498 h 2240205"/>
              <a:gd name="connsiteX102" fmla="*/ 2718916 w 12192000"/>
              <a:gd name="connsiteY102" fmla="*/ 1990867 h 2240205"/>
              <a:gd name="connsiteX103" fmla="*/ 2713522 w 12192000"/>
              <a:gd name="connsiteY103" fmla="*/ 1990173 h 2240205"/>
              <a:gd name="connsiteX104" fmla="*/ 2476147 w 12192000"/>
              <a:gd name="connsiteY104" fmla="*/ 1998305 h 2240205"/>
              <a:gd name="connsiteX105" fmla="*/ 2373568 w 12192000"/>
              <a:gd name="connsiteY105" fmla="*/ 2003219 h 2240205"/>
              <a:gd name="connsiteX106" fmla="*/ 2287219 w 12192000"/>
              <a:gd name="connsiteY106" fmla="*/ 1998750 h 2240205"/>
              <a:gd name="connsiteX107" fmla="*/ 2243069 w 12192000"/>
              <a:gd name="connsiteY107" fmla="*/ 2005321 h 2240205"/>
              <a:gd name="connsiteX108" fmla="*/ 2164831 w 12192000"/>
              <a:gd name="connsiteY108" fmla="*/ 2010143 h 2240205"/>
              <a:gd name="connsiteX109" fmla="*/ 2085228 w 12192000"/>
              <a:gd name="connsiteY109" fmla="*/ 2046431 h 2240205"/>
              <a:gd name="connsiteX110" fmla="*/ 2058061 w 12192000"/>
              <a:gd name="connsiteY110" fmla="*/ 2047942 h 2240205"/>
              <a:gd name="connsiteX111" fmla="*/ 2042244 w 12192000"/>
              <a:gd name="connsiteY111" fmla="*/ 2055560 h 2240205"/>
              <a:gd name="connsiteX112" fmla="*/ 1877728 w 12192000"/>
              <a:gd name="connsiteY112" fmla="*/ 2101004 h 2240205"/>
              <a:gd name="connsiteX113" fmla="*/ 1759056 w 12192000"/>
              <a:gd name="connsiteY113" fmla="*/ 2125608 h 2240205"/>
              <a:gd name="connsiteX114" fmla="*/ 1637948 w 12192000"/>
              <a:gd name="connsiteY114" fmla="*/ 2172597 h 2240205"/>
              <a:gd name="connsiteX115" fmla="*/ 1434549 w 12192000"/>
              <a:gd name="connsiteY115" fmla="*/ 2234522 h 2240205"/>
              <a:gd name="connsiteX116" fmla="*/ 1370962 w 12192000"/>
              <a:gd name="connsiteY116" fmla="*/ 2237474 h 2240205"/>
              <a:gd name="connsiteX117" fmla="*/ 1356367 w 12192000"/>
              <a:gd name="connsiteY117" fmla="*/ 2235089 h 2240205"/>
              <a:gd name="connsiteX118" fmla="*/ 1279765 w 12192000"/>
              <a:gd name="connsiteY118" fmla="*/ 2229639 h 2240205"/>
              <a:gd name="connsiteX119" fmla="*/ 1195347 w 12192000"/>
              <a:gd name="connsiteY119" fmla="*/ 2212354 h 2240205"/>
              <a:gd name="connsiteX120" fmla="*/ 970251 w 12192000"/>
              <a:gd name="connsiteY120" fmla="*/ 2221029 h 2240205"/>
              <a:gd name="connsiteX121" fmla="*/ 812914 w 12192000"/>
              <a:gd name="connsiteY121" fmla="*/ 2210095 h 2240205"/>
              <a:gd name="connsiteX122" fmla="*/ 776382 w 12192000"/>
              <a:gd name="connsiteY122" fmla="*/ 2204512 h 2240205"/>
              <a:gd name="connsiteX123" fmla="*/ 597225 w 12192000"/>
              <a:gd name="connsiteY123" fmla="*/ 2180999 h 2240205"/>
              <a:gd name="connsiteX124" fmla="*/ 520671 w 12192000"/>
              <a:gd name="connsiteY124" fmla="*/ 2180980 h 2240205"/>
              <a:gd name="connsiteX125" fmla="*/ 515024 w 12192000"/>
              <a:gd name="connsiteY125" fmla="*/ 2179258 h 2240205"/>
              <a:gd name="connsiteX126" fmla="*/ 413835 w 12192000"/>
              <a:gd name="connsiteY126" fmla="*/ 2156783 h 2240205"/>
              <a:gd name="connsiteX127" fmla="*/ 376513 w 12192000"/>
              <a:gd name="connsiteY127" fmla="*/ 2154014 h 2240205"/>
              <a:gd name="connsiteX128" fmla="*/ 273386 w 12192000"/>
              <a:gd name="connsiteY128" fmla="*/ 2142551 h 2240205"/>
              <a:gd name="connsiteX129" fmla="*/ 77641 w 12192000"/>
              <a:gd name="connsiteY129" fmla="*/ 2126835 h 2240205"/>
              <a:gd name="connsiteX130" fmla="*/ 37645 w 12192000"/>
              <a:gd name="connsiteY130" fmla="*/ 2115401 h 2240205"/>
              <a:gd name="connsiteX131" fmla="*/ 4572 w 12192000"/>
              <a:gd name="connsiteY131" fmla="*/ 2111091 h 2240205"/>
              <a:gd name="connsiteX132" fmla="*/ 0 w 12192000"/>
              <a:gd name="connsiteY132" fmla="*/ 2110468 h 2240205"/>
              <a:gd name="connsiteX133" fmla="*/ 0 w 12192000"/>
              <a:gd name="connsiteY133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820512 w 12192000"/>
              <a:gd name="connsiteY4" fmla="*/ 745392 h 2240205"/>
              <a:gd name="connsiteX5" fmla="*/ 11649954 w 12192000"/>
              <a:gd name="connsiteY5" fmla="*/ 749628 h 2240205"/>
              <a:gd name="connsiteX6" fmla="*/ 11560424 w 12192000"/>
              <a:gd name="connsiteY6" fmla="*/ 748017 h 2240205"/>
              <a:gd name="connsiteX7" fmla="*/ 11358455 w 12192000"/>
              <a:gd name="connsiteY7" fmla="*/ 747593 h 2240205"/>
              <a:gd name="connsiteX8" fmla="*/ 11165209 w 12192000"/>
              <a:gd name="connsiteY8" fmla="*/ 748852 h 2240205"/>
              <a:gd name="connsiteX9" fmla="*/ 11058755 w 12192000"/>
              <a:gd name="connsiteY9" fmla="*/ 749617 h 2240205"/>
              <a:gd name="connsiteX10" fmla="*/ 10846594 w 12192000"/>
              <a:gd name="connsiteY10" fmla="*/ 765069 h 2240205"/>
              <a:gd name="connsiteX11" fmla="*/ 10739478 w 12192000"/>
              <a:gd name="connsiteY11" fmla="*/ 776841 h 2240205"/>
              <a:gd name="connsiteX12" fmla="*/ 10458762 w 12192000"/>
              <a:gd name="connsiteY12" fmla="*/ 755400 h 2240205"/>
              <a:gd name="connsiteX13" fmla="*/ 10211200 w 12192000"/>
              <a:gd name="connsiteY13" fmla="*/ 767513 h 2240205"/>
              <a:gd name="connsiteX14" fmla="*/ 10167995 w 12192000"/>
              <a:gd name="connsiteY14" fmla="*/ 760843 h 2240205"/>
              <a:gd name="connsiteX15" fmla="*/ 9997044 w 12192000"/>
              <a:gd name="connsiteY15" fmla="*/ 780129 h 2240205"/>
              <a:gd name="connsiteX16" fmla="*/ 9943887 w 12192000"/>
              <a:gd name="connsiteY16" fmla="*/ 804141 h 2240205"/>
              <a:gd name="connsiteX17" fmla="*/ 9918248 w 12192000"/>
              <a:gd name="connsiteY17" fmla="*/ 816628 h 2240205"/>
              <a:gd name="connsiteX18" fmla="*/ 9767091 w 12192000"/>
              <a:gd name="connsiteY18" fmla="*/ 870550 h 2240205"/>
              <a:gd name="connsiteX19" fmla="*/ 9683005 w 12192000"/>
              <a:gd name="connsiteY19" fmla="*/ 894128 h 2240205"/>
              <a:gd name="connsiteX20" fmla="*/ 9594438 w 12192000"/>
              <a:gd name="connsiteY20" fmla="*/ 919051 h 2240205"/>
              <a:gd name="connsiteX21" fmla="*/ 9544189 w 12192000"/>
              <a:gd name="connsiteY21" fmla="*/ 938966 h 2240205"/>
              <a:gd name="connsiteX22" fmla="*/ 9500499 w 12192000"/>
              <a:gd name="connsiteY22" fmla="*/ 954680 h 2240205"/>
              <a:gd name="connsiteX23" fmla="*/ 9410017 w 12192000"/>
              <a:gd name="connsiteY23" fmla="*/ 993931 h 2240205"/>
              <a:gd name="connsiteX24" fmla="*/ 9392919 w 12192000"/>
              <a:gd name="connsiteY24" fmla="*/ 994656 h 2240205"/>
              <a:gd name="connsiteX25" fmla="*/ 9268019 w 12192000"/>
              <a:gd name="connsiteY25" fmla="*/ 1007442 h 2240205"/>
              <a:gd name="connsiteX26" fmla="*/ 9188177 w 12192000"/>
              <a:gd name="connsiteY26" fmla="*/ 1035474 h 2240205"/>
              <a:gd name="connsiteX27" fmla="*/ 9155969 w 12192000"/>
              <a:gd name="connsiteY27" fmla="*/ 1046804 h 2240205"/>
              <a:gd name="connsiteX28" fmla="*/ 9133985 w 12192000"/>
              <a:gd name="connsiteY28" fmla="*/ 1046450 h 2240205"/>
              <a:gd name="connsiteX29" fmla="*/ 9003462 w 12192000"/>
              <a:gd name="connsiteY29" fmla="*/ 1042406 h 2240205"/>
              <a:gd name="connsiteX30" fmla="*/ 8968445 w 12192000"/>
              <a:gd name="connsiteY30" fmla="*/ 1052169 h 2240205"/>
              <a:gd name="connsiteX31" fmla="*/ 8886001 w 12192000"/>
              <a:gd name="connsiteY31" fmla="*/ 1067468 h 2240205"/>
              <a:gd name="connsiteX32" fmla="*/ 8838610 w 12192000"/>
              <a:gd name="connsiteY32" fmla="*/ 1075091 h 2240205"/>
              <a:gd name="connsiteX33" fmla="*/ 8665605 w 12192000"/>
              <a:gd name="connsiteY33" fmla="*/ 1110791 h 2240205"/>
              <a:gd name="connsiteX34" fmla="*/ 8584946 w 12192000"/>
              <a:gd name="connsiteY34" fmla="*/ 1135226 h 2240205"/>
              <a:gd name="connsiteX35" fmla="*/ 8419755 w 12192000"/>
              <a:gd name="connsiteY35" fmla="*/ 1216260 h 2240205"/>
              <a:gd name="connsiteX36" fmla="*/ 8411626 w 12192000"/>
              <a:gd name="connsiteY36" fmla="*/ 1214397 h 2240205"/>
              <a:gd name="connsiteX37" fmla="*/ 8363469 w 12192000"/>
              <a:gd name="connsiteY37" fmla="*/ 1246658 h 2240205"/>
              <a:gd name="connsiteX38" fmla="*/ 8275497 w 12192000"/>
              <a:gd name="connsiteY38" fmla="*/ 1264396 h 2240205"/>
              <a:gd name="connsiteX39" fmla="*/ 8074238 w 12192000"/>
              <a:gd name="connsiteY39" fmla="*/ 1301895 h 2240205"/>
              <a:gd name="connsiteX40" fmla="*/ 7902328 w 12192000"/>
              <a:gd name="connsiteY40" fmla="*/ 1345865 h 2240205"/>
              <a:gd name="connsiteX41" fmla="*/ 7840612 w 12192000"/>
              <a:gd name="connsiteY41" fmla="*/ 1369373 h 2240205"/>
              <a:gd name="connsiteX42" fmla="*/ 7786819 w 12192000"/>
              <a:gd name="connsiteY42" fmla="*/ 1378970 h 2240205"/>
              <a:gd name="connsiteX43" fmla="*/ 7548172 w 12192000"/>
              <a:gd name="connsiteY43" fmla="*/ 1417460 h 2240205"/>
              <a:gd name="connsiteX44" fmla="*/ 7483437 w 12192000"/>
              <a:gd name="connsiteY44" fmla="*/ 1478152 h 2240205"/>
              <a:gd name="connsiteX45" fmla="*/ 7377870 w 12192000"/>
              <a:gd name="connsiteY45" fmla="*/ 1523319 h 2240205"/>
              <a:gd name="connsiteX46" fmla="*/ 7230737 w 12192000"/>
              <a:gd name="connsiteY46" fmla="*/ 1562633 h 2240205"/>
              <a:gd name="connsiteX47" fmla="*/ 7224458 w 12192000"/>
              <a:gd name="connsiteY47" fmla="*/ 1573008 h 2240205"/>
              <a:gd name="connsiteX48" fmla="*/ 7183121 w 12192000"/>
              <a:gd name="connsiteY48" fmla="*/ 1595162 h 2240205"/>
              <a:gd name="connsiteX49" fmla="*/ 7164601 w 12192000"/>
              <a:gd name="connsiteY49" fmla="*/ 1606490 h 2240205"/>
              <a:gd name="connsiteX50" fmla="*/ 6900177 w 12192000"/>
              <a:gd name="connsiteY50" fmla="*/ 1636016 h 2240205"/>
              <a:gd name="connsiteX51" fmla="*/ 6795372 w 12192000"/>
              <a:gd name="connsiteY51" fmla="*/ 1644845 h 2240205"/>
              <a:gd name="connsiteX52" fmla="*/ 6692251 w 12192000"/>
              <a:gd name="connsiteY52" fmla="*/ 1656357 h 2240205"/>
              <a:gd name="connsiteX53" fmla="*/ 6655235 w 12192000"/>
              <a:gd name="connsiteY53" fmla="*/ 1661869 h 2240205"/>
              <a:gd name="connsiteX54" fmla="*/ 6554894 w 12192000"/>
              <a:gd name="connsiteY54" fmla="*/ 1664428 h 2240205"/>
              <a:gd name="connsiteX55" fmla="*/ 6516595 w 12192000"/>
              <a:gd name="connsiteY55" fmla="*/ 1667475 h 2240205"/>
              <a:gd name="connsiteX56" fmla="*/ 6508541 w 12192000"/>
              <a:gd name="connsiteY56" fmla="*/ 1668757 h 2240205"/>
              <a:gd name="connsiteX57" fmla="*/ 6471012 w 12192000"/>
              <a:gd name="connsiteY57" fmla="*/ 1678604 h 2240205"/>
              <a:gd name="connsiteX58" fmla="*/ 6364035 w 12192000"/>
              <a:gd name="connsiteY58" fmla="*/ 1667683 h 2240205"/>
              <a:gd name="connsiteX59" fmla="*/ 6243319 w 12192000"/>
              <a:gd name="connsiteY59" fmla="*/ 1695560 h 2240205"/>
              <a:gd name="connsiteX60" fmla="*/ 6098321 w 12192000"/>
              <a:gd name="connsiteY60" fmla="*/ 1721646 h 2240205"/>
              <a:gd name="connsiteX61" fmla="*/ 5880652 w 12192000"/>
              <a:gd name="connsiteY61" fmla="*/ 1779643 h 2240205"/>
              <a:gd name="connsiteX62" fmla="*/ 5785959 w 12192000"/>
              <a:gd name="connsiteY62" fmla="*/ 1775307 h 2240205"/>
              <a:gd name="connsiteX63" fmla="*/ 5643534 w 12192000"/>
              <a:gd name="connsiteY63" fmla="*/ 1802919 h 2240205"/>
              <a:gd name="connsiteX64" fmla="*/ 5518799 w 12192000"/>
              <a:gd name="connsiteY64" fmla="*/ 1818312 h 2240205"/>
              <a:gd name="connsiteX65" fmla="*/ 5505014 w 12192000"/>
              <a:gd name="connsiteY65" fmla="*/ 1819259 h 2240205"/>
              <a:gd name="connsiteX66" fmla="*/ 5453307 w 12192000"/>
              <a:gd name="connsiteY66" fmla="*/ 1815450 h 2240205"/>
              <a:gd name="connsiteX67" fmla="*/ 5221533 w 12192000"/>
              <a:gd name="connsiteY67" fmla="*/ 1846950 h 2240205"/>
              <a:gd name="connsiteX68" fmla="*/ 5149802 w 12192000"/>
              <a:gd name="connsiteY68" fmla="*/ 1844846 h 2240205"/>
              <a:gd name="connsiteX69" fmla="*/ 5114927 w 12192000"/>
              <a:gd name="connsiteY69" fmla="*/ 1847827 h 2240205"/>
              <a:gd name="connsiteX70" fmla="*/ 5108970 w 12192000"/>
              <a:gd name="connsiteY70" fmla="*/ 1847935 h 2240205"/>
              <a:gd name="connsiteX71" fmla="*/ 5067961 w 12192000"/>
              <a:gd name="connsiteY71" fmla="*/ 1845917 h 2240205"/>
              <a:gd name="connsiteX72" fmla="*/ 5007075 w 12192000"/>
              <a:gd name="connsiteY72" fmla="*/ 1838626 h 2240205"/>
              <a:gd name="connsiteX73" fmla="*/ 4944087 w 12192000"/>
              <a:gd name="connsiteY73" fmla="*/ 1823332 h 2240205"/>
              <a:gd name="connsiteX74" fmla="*/ 4907662 w 12192000"/>
              <a:gd name="connsiteY74" fmla="*/ 1816900 h 2240205"/>
              <a:gd name="connsiteX75" fmla="*/ 4882386 w 12192000"/>
              <a:gd name="connsiteY75" fmla="*/ 1809844 h 2240205"/>
              <a:gd name="connsiteX76" fmla="*/ 4811440 w 12192000"/>
              <a:gd name="connsiteY76" fmla="*/ 1804655 h 2240205"/>
              <a:gd name="connsiteX77" fmla="*/ 4691075 w 12192000"/>
              <a:gd name="connsiteY77" fmla="*/ 1801389 h 2240205"/>
              <a:gd name="connsiteX78" fmla="*/ 4640313 w 12192000"/>
              <a:gd name="connsiteY78" fmla="*/ 1784307 h 2240205"/>
              <a:gd name="connsiteX79" fmla="*/ 4536503 w 12192000"/>
              <a:gd name="connsiteY79" fmla="*/ 1785334 h 2240205"/>
              <a:gd name="connsiteX80" fmla="*/ 4513724 w 12192000"/>
              <a:gd name="connsiteY80" fmla="*/ 1791996 h 2240205"/>
              <a:gd name="connsiteX81" fmla="*/ 4459810 w 12192000"/>
              <a:gd name="connsiteY81" fmla="*/ 1797886 h 2240205"/>
              <a:gd name="connsiteX82" fmla="*/ 4379064 w 12192000"/>
              <a:gd name="connsiteY82" fmla="*/ 1817177 h 2240205"/>
              <a:gd name="connsiteX83" fmla="*/ 4290981 w 12192000"/>
              <a:gd name="connsiteY83" fmla="*/ 1839677 h 2240205"/>
              <a:gd name="connsiteX84" fmla="*/ 4238372 w 12192000"/>
              <a:gd name="connsiteY84" fmla="*/ 1851480 h 2240205"/>
              <a:gd name="connsiteX85" fmla="*/ 4232517 w 12192000"/>
              <a:gd name="connsiteY85" fmla="*/ 1852567 h 2240205"/>
              <a:gd name="connsiteX86" fmla="*/ 4191732 w 12192000"/>
              <a:gd name="connsiteY86" fmla="*/ 1857328 h 2240205"/>
              <a:gd name="connsiteX87" fmla="*/ 4065532 w 12192000"/>
              <a:gd name="connsiteY87" fmla="*/ 1855477 h 2240205"/>
              <a:gd name="connsiteX88" fmla="*/ 4028460 w 12192000"/>
              <a:gd name="connsiteY88" fmla="*/ 1855137 h 2240205"/>
              <a:gd name="connsiteX89" fmla="*/ 4002267 w 12192000"/>
              <a:gd name="connsiteY89" fmla="*/ 1852352 h 2240205"/>
              <a:gd name="connsiteX90" fmla="*/ 3931396 w 12192000"/>
              <a:gd name="connsiteY90" fmla="*/ 1858915 h 2240205"/>
              <a:gd name="connsiteX91" fmla="*/ 3812162 w 12192000"/>
              <a:gd name="connsiteY91" fmla="*/ 1875501 h 2240205"/>
              <a:gd name="connsiteX92" fmla="*/ 3758105 w 12192000"/>
              <a:gd name="connsiteY92" fmla="*/ 1871856 h 2240205"/>
              <a:gd name="connsiteX93" fmla="*/ 3567259 w 12192000"/>
              <a:gd name="connsiteY93" fmla="*/ 1893482 h 2240205"/>
              <a:gd name="connsiteX94" fmla="*/ 3405770 w 12192000"/>
              <a:gd name="connsiteY94" fmla="*/ 1904591 h 2240205"/>
              <a:gd name="connsiteX95" fmla="*/ 3280097 w 12192000"/>
              <a:gd name="connsiteY95" fmla="*/ 1919610 h 2240205"/>
              <a:gd name="connsiteX96" fmla="*/ 3009910 w 12192000"/>
              <a:gd name="connsiteY96" fmla="*/ 1957866 h 2240205"/>
              <a:gd name="connsiteX97" fmla="*/ 2995934 w 12192000"/>
              <a:gd name="connsiteY97" fmla="*/ 1967085 h 2240205"/>
              <a:gd name="connsiteX98" fmla="*/ 2942858 w 12192000"/>
              <a:gd name="connsiteY98" fmla="*/ 1981367 h 2240205"/>
              <a:gd name="connsiteX99" fmla="*/ 2875436 w 12192000"/>
              <a:gd name="connsiteY99" fmla="*/ 1996977 h 2240205"/>
              <a:gd name="connsiteX100" fmla="*/ 2874892 w 12192000"/>
              <a:gd name="connsiteY100" fmla="*/ 1996085 h 2240205"/>
              <a:gd name="connsiteX101" fmla="*/ 2843662 w 12192000"/>
              <a:gd name="connsiteY101" fmla="*/ 1992498 h 2240205"/>
              <a:gd name="connsiteX102" fmla="*/ 2718916 w 12192000"/>
              <a:gd name="connsiteY102" fmla="*/ 1990867 h 2240205"/>
              <a:gd name="connsiteX103" fmla="*/ 2713522 w 12192000"/>
              <a:gd name="connsiteY103" fmla="*/ 1990173 h 2240205"/>
              <a:gd name="connsiteX104" fmla="*/ 2476147 w 12192000"/>
              <a:gd name="connsiteY104" fmla="*/ 1998305 h 2240205"/>
              <a:gd name="connsiteX105" fmla="*/ 2373568 w 12192000"/>
              <a:gd name="connsiteY105" fmla="*/ 2003219 h 2240205"/>
              <a:gd name="connsiteX106" fmla="*/ 2287219 w 12192000"/>
              <a:gd name="connsiteY106" fmla="*/ 1998750 h 2240205"/>
              <a:gd name="connsiteX107" fmla="*/ 2243069 w 12192000"/>
              <a:gd name="connsiteY107" fmla="*/ 2005321 h 2240205"/>
              <a:gd name="connsiteX108" fmla="*/ 2164831 w 12192000"/>
              <a:gd name="connsiteY108" fmla="*/ 2010143 h 2240205"/>
              <a:gd name="connsiteX109" fmla="*/ 2085228 w 12192000"/>
              <a:gd name="connsiteY109" fmla="*/ 2046431 h 2240205"/>
              <a:gd name="connsiteX110" fmla="*/ 2058061 w 12192000"/>
              <a:gd name="connsiteY110" fmla="*/ 2047942 h 2240205"/>
              <a:gd name="connsiteX111" fmla="*/ 2042244 w 12192000"/>
              <a:gd name="connsiteY111" fmla="*/ 2055560 h 2240205"/>
              <a:gd name="connsiteX112" fmla="*/ 1877728 w 12192000"/>
              <a:gd name="connsiteY112" fmla="*/ 2101004 h 2240205"/>
              <a:gd name="connsiteX113" fmla="*/ 1759056 w 12192000"/>
              <a:gd name="connsiteY113" fmla="*/ 2125608 h 2240205"/>
              <a:gd name="connsiteX114" fmla="*/ 1637948 w 12192000"/>
              <a:gd name="connsiteY114" fmla="*/ 2172597 h 2240205"/>
              <a:gd name="connsiteX115" fmla="*/ 1434549 w 12192000"/>
              <a:gd name="connsiteY115" fmla="*/ 2234522 h 2240205"/>
              <a:gd name="connsiteX116" fmla="*/ 1370962 w 12192000"/>
              <a:gd name="connsiteY116" fmla="*/ 2237474 h 2240205"/>
              <a:gd name="connsiteX117" fmla="*/ 1356367 w 12192000"/>
              <a:gd name="connsiteY117" fmla="*/ 2235089 h 2240205"/>
              <a:gd name="connsiteX118" fmla="*/ 1279765 w 12192000"/>
              <a:gd name="connsiteY118" fmla="*/ 2229639 h 2240205"/>
              <a:gd name="connsiteX119" fmla="*/ 1195347 w 12192000"/>
              <a:gd name="connsiteY119" fmla="*/ 2212354 h 2240205"/>
              <a:gd name="connsiteX120" fmla="*/ 970251 w 12192000"/>
              <a:gd name="connsiteY120" fmla="*/ 2221029 h 2240205"/>
              <a:gd name="connsiteX121" fmla="*/ 812914 w 12192000"/>
              <a:gd name="connsiteY121" fmla="*/ 2210095 h 2240205"/>
              <a:gd name="connsiteX122" fmla="*/ 776382 w 12192000"/>
              <a:gd name="connsiteY122" fmla="*/ 2204512 h 2240205"/>
              <a:gd name="connsiteX123" fmla="*/ 597225 w 12192000"/>
              <a:gd name="connsiteY123" fmla="*/ 2180999 h 2240205"/>
              <a:gd name="connsiteX124" fmla="*/ 520671 w 12192000"/>
              <a:gd name="connsiteY124" fmla="*/ 2180980 h 2240205"/>
              <a:gd name="connsiteX125" fmla="*/ 515024 w 12192000"/>
              <a:gd name="connsiteY125" fmla="*/ 2179258 h 2240205"/>
              <a:gd name="connsiteX126" fmla="*/ 413835 w 12192000"/>
              <a:gd name="connsiteY126" fmla="*/ 2156783 h 2240205"/>
              <a:gd name="connsiteX127" fmla="*/ 376513 w 12192000"/>
              <a:gd name="connsiteY127" fmla="*/ 2154014 h 2240205"/>
              <a:gd name="connsiteX128" fmla="*/ 273386 w 12192000"/>
              <a:gd name="connsiteY128" fmla="*/ 2142551 h 2240205"/>
              <a:gd name="connsiteX129" fmla="*/ 77641 w 12192000"/>
              <a:gd name="connsiteY129" fmla="*/ 2126835 h 2240205"/>
              <a:gd name="connsiteX130" fmla="*/ 37645 w 12192000"/>
              <a:gd name="connsiteY130" fmla="*/ 2115401 h 2240205"/>
              <a:gd name="connsiteX131" fmla="*/ 4572 w 12192000"/>
              <a:gd name="connsiteY131" fmla="*/ 2111091 h 2240205"/>
              <a:gd name="connsiteX132" fmla="*/ 0 w 12192000"/>
              <a:gd name="connsiteY132" fmla="*/ 2110468 h 2240205"/>
              <a:gd name="connsiteX133" fmla="*/ 0 w 12192000"/>
              <a:gd name="connsiteY133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820512 w 12192000"/>
              <a:gd name="connsiteY4" fmla="*/ 745392 h 2240205"/>
              <a:gd name="connsiteX5" fmla="*/ 11649954 w 12192000"/>
              <a:gd name="connsiteY5" fmla="*/ 749628 h 2240205"/>
              <a:gd name="connsiteX6" fmla="*/ 11560424 w 12192000"/>
              <a:gd name="connsiteY6" fmla="*/ 748017 h 2240205"/>
              <a:gd name="connsiteX7" fmla="*/ 11358455 w 12192000"/>
              <a:gd name="connsiteY7" fmla="*/ 747593 h 2240205"/>
              <a:gd name="connsiteX8" fmla="*/ 11165209 w 12192000"/>
              <a:gd name="connsiteY8" fmla="*/ 748852 h 2240205"/>
              <a:gd name="connsiteX9" fmla="*/ 11058755 w 12192000"/>
              <a:gd name="connsiteY9" fmla="*/ 749617 h 2240205"/>
              <a:gd name="connsiteX10" fmla="*/ 10846594 w 12192000"/>
              <a:gd name="connsiteY10" fmla="*/ 765069 h 2240205"/>
              <a:gd name="connsiteX11" fmla="*/ 10739478 w 12192000"/>
              <a:gd name="connsiteY11" fmla="*/ 776841 h 2240205"/>
              <a:gd name="connsiteX12" fmla="*/ 10458762 w 12192000"/>
              <a:gd name="connsiteY12" fmla="*/ 755400 h 2240205"/>
              <a:gd name="connsiteX13" fmla="*/ 10211200 w 12192000"/>
              <a:gd name="connsiteY13" fmla="*/ 767513 h 2240205"/>
              <a:gd name="connsiteX14" fmla="*/ 10167995 w 12192000"/>
              <a:gd name="connsiteY14" fmla="*/ 760843 h 2240205"/>
              <a:gd name="connsiteX15" fmla="*/ 9997044 w 12192000"/>
              <a:gd name="connsiteY15" fmla="*/ 780129 h 2240205"/>
              <a:gd name="connsiteX16" fmla="*/ 9943887 w 12192000"/>
              <a:gd name="connsiteY16" fmla="*/ 804141 h 2240205"/>
              <a:gd name="connsiteX17" fmla="*/ 9918248 w 12192000"/>
              <a:gd name="connsiteY17" fmla="*/ 816628 h 2240205"/>
              <a:gd name="connsiteX18" fmla="*/ 9767091 w 12192000"/>
              <a:gd name="connsiteY18" fmla="*/ 870550 h 2240205"/>
              <a:gd name="connsiteX19" fmla="*/ 9683005 w 12192000"/>
              <a:gd name="connsiteY19" fmla="*/ 894128 h 2240205"/>
              <a:gd name="connsiteX20" fmla="*/ 9544189 w 12192000"/>
              <a:gd name="connsiteY20" fmla="*/ 938966 h 2240205"/>
              <a:gd name="connsiteX21" fmla="*/ 9500499 w 12192000"/>
              <a:gd name="connsiteY21" fmla="*/ 954680 h 2240205"/>
              <a:gd name="connsiteX22" fmla="*/ 9410017 w 12192000"/>
              <a:gd name="connsiteY22" fmla="*/ 993931 h 2240205"/>
              <a:gd name="connsiteX23" fmla="*/ 9392919 w 12192000"/>
              <a:gd name="connsiteY23" fmla="*/ 994656 h 2240205"/>
              <a:gd name="connsiteX24" fmla="*/ 9268019 w 12192000"/>
              <a:gd name="connsiteY24" fmla="*/ 1007442 h 2240205"/>
              <a:gd name="connsiteX25" fmla="*/ 9188177 w 12192000"/>
              <a:gd name="connsiteY25" fmla="*/ 1035474 h 2240205"/>
              <a:gd name="connsiteX26" fmla="*/ 9155969 w 12192000"/>
              <a:gd name="connsiteY26" fmla="*/ 1046804 h 2240205"/>
              <a:gd name="connsiteX27" fmla="*/ 9133985 w 12192000"/>
              <a:gd name="connsiteY27" fmla="*/ 1046450 h 2240205"/>
              <a:gd name="connsiteX28" fmla="*/ 9003462 w 12192000"/>
              <a:gd name="connsiteY28" fmla="*/ 1042406 h 2240205"/>
              <a:gd name="connsiteX29" fmla="*/ 8968445 w 12192000"/>
              <a:gd name="connsiteY29" fmla="*/ 1052169 h 2240205"/>
              <a:gd name="connsiteX30" fmla="*/ 8886001 w 12192000"/>
              <a:gd name="connsiteY30" fmla="*/ 1067468 h 2240205"/>
              <a:gd name="connsiteX31" fmla="*/ 8838610 w 12192000"/>
              <a:gd name="connsiteY31" fmla="*/ 1075091 h 2240205"/>
              <a:gd name="connsiteX32" fmla="*/ 8665605 w 12192000"/>
              <a:gd name="connsiteY32" fmla="*/ 1110791 h 2240205"/>
              <a:gd name="connsiteX33" fmla="*/ 8584946 w 12192000"/>
              <a:gd name="connsiteY33" fmla="*/ 1135226 h 2240205"/>
              <a:gd name="connsiteX34" fmla="*/ 8419755 w 12192000"/>
              <a:gd name="connsiteY34" fmla="*/ 1216260 h 2240205"/>
              <a:gd name="connsiteX35" fmla="*/ 8411626 w 12192000"/>
              <a:gd name="connsiteY35" fmla="*/ 1214397 h 2240205"/>
              <a:gd name="connsiteX36" fmla="*/ 8363469 w 12192000"/>
              <a:gd name="connsiteY36" fmla="*/ 1246658 h 2240205"/>
              <a:gd name="connsiteX37" fmla="*/ 8275497 w 12192000"/>
              <a:gd name="connsiteY37" fmla="*/ 1264396 h 2240205"/>
              <a:gd name="connsiteX38" fmla="*/ 8074238 w 12192000"/>
              <a:gd name="connsiteY38" fmla="*/ 1301895 h 2240205"/>
              <a:gd name="connsiteX39" fmla="*/ 7902328 w 12192000"/>
              <a:gd name="connsiteY39" fmla="*/ 1345865 h 2240205"/>
              <a:gd name="connsiteX40" fmla="*/ 7840612 w 12192000"/>
              <a:gd name="connsiteY40" fmla="*/ 1369373 h 2240205"/>
              <a:gd name="connsiteX41" fmla="*/ 7786819 w 12192000"/>
              <a:gd name="connsiteY41" fmla="*/ 1378970 h 2240205"/>
              <a:gd name="connsiteX42" fmla="*/ 7548172 w 12192000"/>
              <a:gd name="connsiteY42" fmla="*/ 1417460 h 2240205"/>
              <a:gd name="connsiteX43" fmla="*/ 7483437 w 12192000"/>
              <a:gd name="connsiteY43" fmla="*/ 1478152 h 2240205"/>
              <a:gd name="connsiteX44" fmla="*/ 7377870 w 12192000"/>
              <a:gd name="connsiteY44" fmla="*/ 1523319 h 2240205"/>
              <a:gd name="connsiteX45" fmla="*/ 7230737 w 12192000"/>
              <a:gd name="connsiteY45" fmla="*/ 1562633 h 2240205"/>
              <a:gd name="connsiteX46" fmla="*/ 7224458 w 12192000"/>
              <a:gd name="connsiteY46" fmla="*/ 1573008 h 2240205"/>
              <a:gd name="connsiteX47" fmla="*/ 7183121 w 12192000"/>
              <a:gd name="connsiteY47" fmla="*/ 1595162 h 2240205"/>
              <a:gd name="connsiteX48" fmla="*/ 7164601 w 12192000"/>
              <a:gd name="connsiteY48" fmla="*/ 1606490 h 2240205"/>
              <a:gd name="connsiteX49" fmla="*/ 6900177 w 12192000"/>
              <a:gd name="connsiteY49" fmla="*/ 1636016 h 2240205"/>
              <a:gd name="connsiteX50" fmla="*/ 6795372 w 12192000"/>
              <a:gd name="connsiteY50" fmla="*/ 1644845 h 2240205"/>
              <a:gd name="connsiteX51" fmla="*/ 6692251 w 12192000"/>
              <a:gd name="connsiteY51" fmla="*/ 1656357 h 2240205"/>
              <a:gd name="connsiteX52" fmla="*/ 6655235 w 12192000"/>
              <a:gd name="connsiteY52" fmla="*/ 1661869 h 2240205"/>
              <a:gd name="connsiteX53" fmla="*/ 6554894 w 12192000"/>
              <a:gd name="connsiteY53" fmla="*/ 1664428 h 2240205"/>
              <a:gd name="connsiteX54" fmla="*/ 6516595 w 12192000"/>
              <a:gd name="connsiteY54" fmla="*/ 1667475 h 2240205"/>
              <a:gd name="connsiteX55" fmla="*/ 6508541 w 12192000"/>
              <a:gd name="connsiteY55" fmla="*/ 1668757 h 2240205"/>
              <a:gd name="connsiteX56" fmla="*/ 6471012 w 12192000"/>
              <a:gd name="connsiteY56" fmla="*/ 1678604 h 2240205"/>
              <a:gd name="connsiteX57" fmla="*/ 6364035 w 12192000"/>
              <a:gd name="connsiteY57" fmla="*/ 1667683 h 2240205"/>
              <a:gd name="connsiteX58" fmla="*/ 6243319 w 12192000"/>
              <a:gd name="connsiteY58" fmla="*/ 1695560 h 2240205"/>
              <a:gd name="connsiteX59" fmla="*/ 6098321 w 12192000"/>
              <a:gd name="connsiteY59" fmla="*/ 1721646 h 2240205"/>
              <a:gd name="connsiteX60" fmla="*/ 5880652 w 12192000"/>
              <a:gd name="connsiteY60" fmla="*/ 1779643 h 2240205"/>
              <a:gd name="connsiteX61" fmla="*/ 5785959 w 12192000"/>
              <a:gd name="connsiteY61" fmla="*/ 1775307 h 2240205"/>
              <a:gd name="connsiteX62" fmla="*/ 5643534 w 12192000"/>
              <a:gd name="connsiteY62" fmla="*/ 1802919 h 2240205"/>
              <a:gd name="connsiteX63" fmla="*/ 5518799 w 12192000"/>
              <a:gd name="connsiteY63" fmla="*/ 1818312 h 2240205"/>
              <a:gd name="connsiteX64" fmla="*/ 5505014 w 12192000"/>
              <a:gd name="connsiteY64" fmla="*/ 1819259 h 2240205"/>
              <a:gd name="connsiteX65" fmla="*/ 5453307 w 12192000"/>
              <a:gd name="connsiteY65" fmla="*/ 1815450 h 2240205"/>
              <a:gd name="connsiteX66" fmla="*/ 5221533 w 12192000"/>
              <a:gd name="connsiteY66" fmla="*/ 1846950 h 2240205"/>
              <a:gd name="connsiteX67" fmla="*/ 5149802 w 12192000"/>
              <a:gd name="connsiteY67" fmla="*/ 1844846 h 2240205"/>
              <a:gd name="connsiteX68" fmla="*/ 5114927 w 12192000"/>
              <a:gd name="connsiteY68" fmla="*/ 1847827 h 2240205"/>
              <a:gd name="connsiteX69" fmla="*/ 5108970 w 12192000"/>
              <a:gd name="connsiteY69" fmla="*/ 1847935 h 2240205"/>
              <a:gd name="connsiteX70" fmla="*/ 5067961 w 12192000"/>
              <a:gd name="connsiteY70" fmla="*/ 1845917 h 2240205"/>
              <a:gd name="connsiteX71" fmla="*/ 5007075 w 12192000"/>
              <a:gd name="connsiteY71" fmla="*/ 1838626 h 2240205"/>
              <a:gd name="connsiteX72" fmla="*/ 4944087 w 12192000"/>
              <a:gd name="connsiteY72" fmla="*/ 1823332 h 2240205"/>
              <a:gd name="connsiteX73" fmla="*/ 4907662 w 12192000"/>
              <a:gd name="connsiteY73" fmla="*/ 1816900 h 2240205"/>
              <a:gd name="connsiteX74" fmla="*/ 4882386 w 12192000"/>
              <a:gd name="connsiteY74" fmla="*/ 1809844 h 2240205"/>
              <a:gd name="connsiteX75" fmla="*/ 4811440 w 12192000"/>
              <a:gd name="connsiteY75" fmla="*/ 1804655 h 2240205"/>
              <a:gd name="connsiteX76" fmla="*/ 4691075 w 12192000"/>
              <a:gd name="connsiteY76" fmla="*/ 1801389 h 2240205"/>
              <a:gd name="connsiteX77" fmla="*/ 4640313 w 12192000"/>
              <a:gd name="connsiteY77" fmla="*/ 1784307 h 2240205"/>
              <a:gd name="connsiteX78" fmla="*/ 4536503 w 12192000"/>
              <a:gd name="connsiteY78" fmla="*/ 1785334 h 2240205"/>
              <a:gd name="connsiteX79" fmla="*/ 4513724 w 12192000"/>
              <a:gd name="connsiteY79" fmla="*/ 1791996 h 2240205"/>
              <a:gd name="connsiteX80" fmla="*/ 4459810 w 12192000"/>
              <a:gd name="connsiteY80" fmla="*/ 1797886 h 2240205"/>
              <a:gd name="connsiteX81" fmla="*/ 4379064 w 12192000"/>
              <a:gd name="connsiteY81" fmla="*/ 1817177 h 2240205"/>
              <a:gd name="connsiteX82" fmla="*/ 4290981 w 12192000"/>
              <a:gd name="connsiteY82" fmla="*/ 1839677 h 2240205"/>
              <a:gd name="connsiteX83" fmla="*/ 4238372 w 12192000"/>
              <a:gd name="connsiteY83" fmla="*/ 1851480 h 2240205"/>
              <a:gd name="connsiteX84" fmla="*/ 4232517 w 12192000"/>
              <a:gd name="connsiteY84" fmla="*/ 1852567 h 2240205"/>
              <a:gd name="connsiteX85" fmla="*/ 4191732 w 12192000"/>
              <a:gd name="connsiteY85" fmla="*/ 1857328 h 2240205"/>
              <a:gd name="connsiteX86" fmla="*/ 4065532 w 12192000"/>
              <a:gd name="connsiteY86" fmla="*/ 1855477 h 2240205"/>
              <a:gd name="connsiteX87" fmla="*/ 4028460 w 12192000"/>
              <a:gd name="connsiteY87" fmla="*/ 1855137 h 2240205"/>
              <a:gd name="connsiteX88" fmla="*/ 4002267 w 12192000"/>
              <a:gd name="connsiteY88" fmla="*/ 1852352 h 2240205"/>
              <a:gd name="connsiteX89" fmla="*/ 3931396 w 12192000"/>
              <a:gd name="connsiteY89" fmla="*/ 1858915 h 2240205"/>
              <a:gd name="connsiteX90" fmla="*/ 3812162 w 12192000"/>
              <a:gd name="connsiteY90" fmla="*/ 1875501 h 2240205"/>
              <a:gd name="connsiteX91" fmla="*/ 3758105 w 12192000"/>
              <a:gd name="connsiteY91" fmla="*/ 1871856 h 2240205"/>
              <a:gd name="connsiteX92" fmla="*/ 3567259 w 12192000"/>
              <a:gd name="connsiteY92" fmla="*/ 1893482 h 2240205"/>
              <a:gd name="connsiteX93" fmla="*/ 3405770 w 12192000"/>
              <a:gd name="connsiteY93" fmla="*/ 1904591 h 2240205"/>
              <a:gd name="connsiteX94" fmla="*/ 3280097 w 12192000"/>
              <a:gd name="connsiteY94" fmla="*/ 1919610 h 2240205"/>
              <a:gd name="connsiteX95" fmla="*/ 3009910 w 12192000"/>
              <a:gd name="connsiteY95" fmla="*/ 1957866 h 2240205"/>
              <a:gd name="connsiteX96" fmla="*/ 2995934 w 12192000"/>
              <a:gd name="connsiteY96" fmla="*/ 1967085 h 2240205"/>
              <a:gd name="connsiteX97" fmla="*/ 2942858 w 12192000"/>
              <a:gd name="connsiteY97" fmla="*/ 1981367 h 2240205"/>
              <a:gd name="connsiteX98" fmla="*/ 2875436 w 12192000"/>
              <a:gd name="connsiteY98" fmla="*/ 1996977 h 2240205"/>
              <a:gd name="connsiteX99" fmla="*/ 2874892 w 12192000"/>
              <a:gd name="connsiteY99" fmla="*/ 1996085 h 2240205"/>
              <a:gd name="connsiteX100" fmla="*/ 2843662 w 12192000"/>
              <a:gd name="connsiteY100" fmla="*/ 1992498 h 2240205"/>
              <a:gd name="connsiteX101" fmla="*/ 2718916 w 12192000"/>
              <a:gd name="connsiteY101" fmla="*/ 1990867 h 2240205"/>
              <a:gd name="connsiteX102" fmla="*/ 2713522 w 12192000"/>
              <a:gd name="connsiteY102" fmla="*/ 1990173 h 2240205"/>
              <a:gd name="connsiteX103" fmla="*/ 2476147 w 12192000"/>
              <a:gd name="connsiteY103" fmla="*/ 1998305 h 2240205"/>
              <a:gd name="connsiteX104" fmla="*/ 2373568 w 12192000"/>
              <a:gd name="connsiteY104" fmla="*/ 2003219 h 2240205"/>
              <a:gd name="connsiteX105" fmla="*/ 2287219 w 12192000"/>
              <a:gd name="connsiteY105" fmla="*/ 1998750 h 2240205"/>
              <a:gd name="connsiteX106" fmla="*/ 2243069 w 12192000"/>
              <a:gd name="connsiteY106" fmla="*/ 2005321 h 2240205"/>
              <a:gd name="connsiteX107" fmla="*/ 2164831 w 12192000"/>
              <a:gd name="connsiteY107" fmla="*/ 2010143 h 2240205"/>
              <a:gd name="connsiteX108" fmla="*/ 2085228 w 12192000"/>
              <a:gd name="connsiteY108" fmla="*/ 2046431 h 2240205"/>
              <a:gd name="connsiteX109" fmla="*/ 2058061 w 12192000"/>
              <a:gd name="connsiteY109" fmla="*/ 2047942 h 2240205"/>
              <a:gd name="connsiteX110" fmla="*/ 2042244 w 12192000"/>
              <a:gd name="connsiteY110" fmla="*/ 2055560 h 2240205"/>
              <a:gd name="connsiteX111" fmla="*/ 1877728 w 12192000"/>
              <a:gd name="connsiteY111" fmla="*/ 2101004 h 2240205"/>
              <a:gd name="connsiteX112" fmla="*/ 1759056 w 12192000"/>
              <a:gd name="connsiteY112" fmla="*/ 2125608 h 2240205"/>
              <a:gd name="connsiteX113" fmla="*/ 1637948 w 12192000"/>
              <a:gd name="connsiteY113" fmla="*/ 2172597 h 2240205"/>
              <a:gd name="connsiteX114" fmla="*/ 1434549 w 12192000"/>
              <a:gd name="connsiteY114" fmla="*/ 2234522 h 2240205"/>
              <a:gd name="connsiteX115" fmla="*/ 1370962 w 12192000"/>
              <a:gd name="connsiteY115" fmla="*/ 2237474 h 2240205"/>
              <a:gd name="connsiteX116" fmla="*/ 1356367 w 12192000"/>
              <a:gd name="connsiteY116" fmla="*/ 2235089 h 2240205"/>
              <a:gd name="connsiteX117" fmla="*/ 1279765 w 12192000"/>
              <a:gd name="connsiteY117" fmla="*/ 2229639 h 2240205"/>
              <a:gd name="connsiteX118" fmla="*/ 1195347 w 12192000"/>
              <a:gd name="connsiteY118" fmla="*/ 2212354 h 2240205"/>
              <a:gd name="connsiteX119" fmla="*/ 970251 w 12192000"/>
              <a:gd name="connsiteY119" fmla="*/ 2221029 h 2240205"/>
              <a:gd name="connsiteX120" fmla="*/ 812914 w 12192000"/>
              <a:gd name="connsiteY120" fmla="*/ 2210095 h 2240205"/>
              <a:gd name="connsiteX121" fmla="*/ 776382 w 12192000"/>
              <a:gd name="connsiteY121" fmla="*/ 2204512 h 2240205"/>
              <a:gd name="connsiteX122" fmla="*/ 597225 w 12192000"/>
              <a:gd name="connsiteY122" fmla="*/ 2180999 h 2240205"/>
              <a:gd name="connsiteX123" fmla="*/ 520671 w 12192000"/>
              <a:gd name="connsiteY123" fmla="*/ 2180980 h 2240205"/>
              <a:gd name="connsiteX124" fmla="*/ 515024 w 12192000"/>
              <a:gd name="connsiteY124" fmla="*/ 2179258 h 2240205"/>
              <a:gd name="connsiteX125" fmla="*/ 413835 w 12192000"/>
              <a:gd name="connsiteY125" fmla="*/ 2156783 h 2240205"/>
              <a:gd name="connsiteX126" fmla="*/ 376513 w 12192000"/>
              <a:gd name="connsiteY126" fmla="*/ 2154014 h 2240205"/>
              <a:gd name="connsiteX127" fmla="*/ 273386 w 12192000"/>
              <a:gd name="connsiteY127" fmla="*/ 2142551 h 2240205"/>
              <a:gd name="connsiteX128" fmla="*/ 77641 w 12192000"/>
              <a:gd name="connsiteY128" fmla="*/ 2126835 h 2240205"/>
              <a:gd name="connsiteX129" fmla="*/ 37645 w 12192000"/>
              <a:gd name="connsiteY129" fmla="*/ 2115401 h 2240205"/>
              <a:gd name="connsiteX130" fmla="*/ 4572 w 12192000"/>
              <a:gd name="connsiteY130" fmla="*/ 2111091 h 2240205"/>
              <a:gd name="connsiteX131" fmla="*/ 0 w 12192000"/>
              <a:gd name="connsiteY131" fmla="*/ 2110468 h 2240205"/>
              <a:gd name="connsiteX132" fmla="*/ 0 w 12192000"/>
              <a:gd name="connsiteY132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820512 w 12192000"/>
              <a:gd name="connsiteY4" fmla="*/ 745392 h 2240205"/>
              <a:gd name="connsiteX5" fmla="*/ 11649954 w 12192000"/>
              <a:gd name="connsiteY5" fmla="*/ 749628 h 2240205"/>
              <a:gd name="connsiteX6" fmla="*/ 11560424 w 12192000"/>
              <a:gd name="connsiteY6" fmla="*/ 748017 h 2240205"/>
              <a:gd name="connsiteX7" fmla="*/ 11358455 w 12192000"/>
              <a:gd name="connsiteY7" fmla="*/ 747593 h 2240205"/>
              <a:gd name="connsiteX8" fmla="*/ 11165209 w 12192000"/>
              <a:gd name="connsiteY8" fmla="*/ 748852 h 2240205"/>
              <a:gd name="connsiteX9" fmla="*/ 11058755 w 12192000"/>
              <a:gd name="connsiteY9" fmla="*/ 749617 h 2240205"/>
              <a:gd name="connsiteX10" fmla="*/ 10846594 w 12192000"/>
              <a:gd name="connsiteY10" fmla="*/ 765069 h 2240205"/>
              <a:gd name="connsiteX11" fmla="*/ 10739478 w 12192000"/>
              <a:gd name="connsiteY11" fmla="*/ 776841 h 2240205"/>
              <a:gd name="connsiteX12" fmla="*/ 10458762 w 12192000"/>
              <a:gd name="connsiteY12" fmla="*/ 755400 h 2240205"/>
              <a:gd name="connsiteX13" fmla="*/ 10211200 w 12192000"/>
              <a:gd name="connsiteY13" fmla="*/ 767513 h 2240205"/>
              <a:gd name="connsiteX14" fmla="*/ 10167995 w 12192000"/>
              <a:gd name="connsiteY14" fmla="*/ 760843 h 2240205"/>
              <a:gd name="connsiteX15" fmla="*/ 9997044 w 12192000"/>
              <a:gd name="connsiteY15" fmla="*/ 780129 h 2240205"/>
              <a:gd name="connsiteX16" fmla="*/ 9943887 w 12192000"/>
              <a:gd name="connsiteY16" fmla="*/ 804141 h 2240205"/>
              <a:gd name="connsiteX17" fmla="*/ 9918248 w 12192000"/>
              <a:gd name="connsiteY17" fmla="*/ 816628 h 2240205"/>
              <a:gd name="connsiteX18" fmla="*/ 9767091 w 12192000"/>
              <a:gd name="connsiteY18" fmla="*/ 870550 h 2240205"/>
              <a:gd name="connsiteX19" fmla="*/ 9683005 w 12192000"/>
              <a:gd name="connsiteY19" fmla="*/ 894128 h 2240205"/>
              <a:gd name="connsiteX20" fmla="*/ 9500499 w 12192000"/>
              <a:gd name="connsiteY20" fmla="*/ 954680 h 2240205"/>
              <a:gd name="connsiteX21" fmla="*/ 9410017 w 12192000"/>
              <a:gd name="connsiteY21" fmla="*/ 993931 h 2240205"/>
              <a:gd name="connsiteX22" fmla="*/ 9392919 w 12192000"/>
              <a:gd name="connsiteY22" fmla="*/ 994656 h 2240205"/>
              <a:gd name="connsiteX23" fmla="*/ 9268019 w 12192000"/>
              <a:gd name="connsiteY23" fmla="*/ 1007442 h 2240205"/>
              <a:gd name="connsiteX24" fmla="*/ 9188177 w 12192000"/>
              <a:gd name="connsiteY24" fmla="*/ 1035474 h 2240205"/>
              <a:gd name="connsiteX25" fmla="*/ 9155969 w 12192000"/>
              <a:gd name="connsiteY25" fmla="*/ 1046804 h 2240205"/>
              <a:gd name="connsiteX26" fmla="*/ 9133985 w 12192000"/>
              <a:gd name="connsiteY26" fmla="*/ 1046450 h 2240205"/>
              <a:gd name="connsiteX27" fmla="*/ 9003462 w 12192000"/>
              <a:gd name="connsiteY27" fmla="*/ 1042406 h 2240205"/>
              <a:gd name="connsiteX28" fmla="*/ 8968445 w 12192000"/>
              <a:gd name="connsiteY28" fmla="*/ 1052169 h 2240205"/>
              <a:gd name="connsiteX29" fmla="*/ 8886001 w 12192000"/>
              <a:gd name="connsiteY29" fmla="*/ 1067468 h 2240205"/>
              <a:gd name="connsiteX30" fmla="*/ 8838610 w 12192000"/>
              <a:gd name="connsiteY30" fmla="*/ 1075091 h 2240205"/>
              <a:gd name="connsiteX31" fmla="*/ 8665605 w 12192000"/>
              <a:gd name="connsiteY31" fmla="*/ 1110791 h 2240205"/>
              <a:gd name="connsiteX32" fmla="*/ 8584946 w 12192000"/>
              <a:gd name="connsiteY32" fmla="*/ 1135226 h 2240205"/>
              <a:gd name="connsiteX33" fmla="*/ 8419755 w 12192000"/>
              <a:gd name="connsiteY33" fmla="*/ 1216260 h 2240205"/>
              <a:gd name="connsiteX34" fmla="*/ 8411626 w 12192000"/>
              <a:gd name="connsiteY34" fmla="*/ 1214397 h 2240205"/>
              <a:gd name="connsiteX35" fmla="*/ 8363469 w 12192000"/>
              <a:gd name="connsiteY35" fmla="*/ 1246658 h 2240205"/>
              <a:gd name="connsiteX36" fmla="*/ 8275497 w 12192000"/>
              <a:gd name="connsiteY36" fmla="*/ 1264396 h 2240205"/>
              <a:gd name="connsiteX37" fmla="*/ 8074238 w 12192000"/>
              <a:gd name="connsiteY37" fmla="*/ 1301895 h 2240205"/>
              <a:gd name="connsiteX38" fmla="*/ 7902328 w 12192000"/>
              <a:gd name="connsiteY38" fmla="*/ 1345865 h 2240205"/>
              <a:gd name="connsiteX39" fmla="*/ 7840612 w 12192000"/>
              <a:gd name="connsiteY39" fmla="*/ 1369373 h 2240205"/>
              <a:gd name="connsiteX40" fmla="*/ 7786819 w 12192000"/>
              <a:gd name="connsiteY40" fmla="*/ 1378970 h 2240205"/>
              <a:gd name="connsiteX41" fmla="*/ 7548172 w 12192000"/>
              <a:gd name="connsiteY41" fmla="*/ 1417460 h 2240205"/>
              <a:gd name="connsiteX42" fmla="*/ 7483437 w 12192000"/>
              <a:gd name="connsiteY42" fmla="*/ 1478152 h 2240205"/>
              <a:gd name="connsiteX43" fmla="*/ 7377870 w 12192000"/>
              <a:gd name="connsiteY43" fmla="*/ 1523319 h 2240205"/>
              <a:gd name="connsiteX44" fmla="*/ 7230737 w 12192000"/>
              <a:gd name="connsiteY44" fmla="*/ 1562633 h 2240205"/>
              <a:gd name="connsiteX45" fmla="*/ 7224458 w 12192000"/>
              <a:gd name="connsiteY45" fmla="*/ 1573008 h 2240205"/>
              <a:gd name="connsiteX46" fmla="*/ 7183121 w 12192000"/>
              <a:gd name="connsiteY46" fmla="*/ 1595162 h 2240205"/>
              <a:gd name="connsiteX47" fmla="*/ 7164601 w 12192000"/>
              <a:gd name="connsiteY47" fmla="*/ 1606490 h 2240205"/>
              <a:gd name="connsiteX48" fmla="*/ 6900177 w 12192000"/>
              <a:gd name="connsiteY48" fmla="*/ 1636016 h 2240205"/>
              <a:gd name="connsiteX49" fmla="*/ 6795372 w 12192000"/>
              <a:gd name="connsiteY49" fmla="*/ 1644845 h 2240205"/>
              <a:gd name="connsiteX50" fmla="*/ 6692251 w 12192000"/>
              <a:gd name="connsiteY50" fmla="*/ 1656357 h 2240205"/>
              <a:gd name="connsiteX51" fmla="*/ 6655235 w 12192000"/>
              <a:gd name="connsiteY51" fmla="*/ 1661869 h 2240205"/>
              <a:gd name="connsiteX52" fmla="*/ 6554894 w 12192000"/>
              <a:gd name="connsiteY52" fmla="*/ 1664428 h 2240205"/>
              <a:gd name="connsiteX53" fmla="*/ 6516595 w 12192000"/>
              <a:gd name="connsiteY53" fmla="*/ 1667475 h 2240205"/>
              <a:gd name="connsiteX54" fmla="*/ 6508541 w 12192000"/>
              <a:gd name="connsiteY54" fmla="*/ 1668757 h 2240205"/>
              <a:gd name="connsiteX55" fmla="*/ 6471012 w 12192000"/>
              <a:gd name="connsiteY55" fmla="*/ 1678604 h 2240205"/>
              <a:gd name="connsiteX56" fmla="*/ 6364035 w 12192000"/>
              <a:gd name="connsiteY56" fmla="*/ 1667683 h 2240205"/>
              <a:gd name="connsiteX57" fmla="*/ 6243319 w 12192000"/>
              <a:gd name="connsiteY57" fmla="*/ 1695560 h 2240205"/>
              <a:gd name="connsiteX58" fmla="*/ 6098321 w 12192000"/>
              <a:gd name="connsiteY58" fmla="*/ 1721646 h 2240205"/>
              <a:gd name="connsiteX59" fmla="*/ 5880652 w 12192000"/>
              <a:gd name="connsiteY59" fmla="*/ 1779643 h 2240205"/>
              <a:gd name="connsiteX60" fmla="*/ 5785959 w 12192000"/>
              <a:gd name="connsiteY60" fmla="*/ 1775307 h 2240205"/>
              <a:gd name="connsiteX61" fmla="*/ 5643534 w 12192000"/>
              <a:gd name="connsiteY61" fmla="*/ 1802919 h 2240205"/>
              <a:gd name="connsiteX62" fmla="*/ 5518799 w 12192000"/>
              <a:gd name="connsiteY62" fmla="*/ 1818312 h 2240205"/>
              <a:gd name="connsiteX63" fmla="*/ 5505014 w 12192000"/>
              <a:gd name="connsiteY63" fmla="*/ 1819259 h 2240205"/>
              <a:gd name="connsiteX64" fmla="*/ 5453307 w 12192000"/>
              <a:gd name="connsiteY64" fmla="*/ 1815450 h 2240205"/>
              <a:gd name="connsiteX65" fmla="*/ 5221533 w 12192000"/>
              <a:gd name="connsiteY65" fmla="*/ 1846950 h 2240205"/>
              <a:gd name="connsiteX66" fmla="*/ 5149802 w 12192000"/>
              <a:gd name="connsiteY66" fmla="*/ 1844846 h 2240205"/>
              <a:gd name="connsiteX67" fmla="*/ 5114927 w 12192000"/>
              <a:gd name="connsiteY67" fmla="*/ 1847827 h 2240205"/>
              <a:gd name="connsiteX68" fmla="*/ 5108970 w 12192000"/>
              <a:gd name="connsiteY68" fmla="*/ 1847935 h 2240205"/>
              <a:gd name="connsiteX69" fmla="*/ 5067961 w 12192000"/>
              <a:gd name="connsiteY69" fmla="*/ 1845917 h 2240205"/>
              <a:gd name="connsiteX70" fmla="*/ 5007075 w 12192000"/>
              <a:gd name="connsiteY70" fmla="*/ 1838626 h 2240205"/>
              <a:gd name="connsiteX71" fmla="*/ 4944087 w 12192000"/>
              <a:gd name="connsiteY71" fmla="*/ 1823332 h 2240205"/>
              <a:gd name="connsiteX72" fmla="*/ 4907662 w 12192000"/>
              <a:gd name="connsiteY72" fmla="*/ 1816900 h 2240205"/>
              <a:gd name="connsiteX73" fmla="*/ 4882386 w 12192000"/>
              <a:gd name="connsiteY73" fmla="*/ 1809844 h 2240205"/>
              <a:gd name="connsiteX74" fmla="*/ 4811440 w 12192000"/>
              <a:gd name="connsiteY74" fmla="*/ 1804655 h 2240205"/>
              <a:gd name="connsiteX75" fmla="*/ 4691075 w 12192000"/>
              <a:gd name="connsiteY75" fmla="*/ 1801389 h 2240205"/>
              <a:gd name="connsiteX76" fmla="*/ 4640313 w 12192000"/>
              <a:gd name="connsiteY76" fmla="*/ 1784307 h 2240205"/>
              <a:gd name="connsiteX77" fmla="*/ 4536503 w 12192000"/>
              <a:gd name="connsiteY77" fmla="*/ 1785334 h 2240205"/>
              <a:gd name="connsiteX78" fmla="*/ 4513724 w 12192000"/>
              <a:gd name="connsiteY78" fmla="*/ 1791996 h 2240205"/>
              <a:gd name="connsiteX79" fmla="*/ 4459810 w 12192000"/>
              <a:gd name="connsiteY79" fmla="*/ 1797886 h 2240205"/>
              <a:gd name="connsiteX80" fmla="*/ 4379064 w 12192000"/>
              <a:gd name="connsiteY80" fmla="*/ 1817177 h 2240205"/>
              <a:gd name="connsiteX81" fmla="*/ 4290981 w 12192000"/>
              <a:gd name="connsiteY81" fmla="*/ 1839677 h 2240205"/>
              <a:gd name="connsiteX82" fmla="*/ 4238372 w 12192000"/>
              <a:gd name="connsiteY82" fmla="*/ 1851480 h 2240205"/>
              <a:gd name="connsiteX83" fmla="*/ 4232517 w 12192000"/>
              <a:gd name="connsiteY83" fmla="*/ 1852567 h 2240205"/>
              <a:gd name="connsiteX84" fmla="*/ 4191732 w 12192000"/>
              <a:gd name="connsiteY84" fmla="*/ 1857328 h 2240205"/>
              <a:gd name="connsiteX85" fmla="*/ 4065532 w 12192000"/>
              <a:gd name="connsiteY85" fmla="*/ 1855477 h 2240205"/>
              <a:gd name="connsiteX86" fmla="*/ 4028460 w 12192000"/>
              <a:gd name="connsiteY86" fmla="*/ 1855137 h 2240205"/>
              <a:gd name="connsiteX87" fmla="*/ 4002267 w 12192000"/>
              <a:gd name="connsiteY87" fmla="*/ 1852352 h 2240205"/>
              <a:gd name="connsiteX88" fmla="*/ 3931396 w 12192000"/>
              <a:gd name="connsiteY88" fmla="*/ 1858915 h 2240205"/>
              <a:gd name="connsiteX89" fmla="*/ 3812162 w 12192000"/>
              <a:gd name="connsiteY89" fmla="*/ 1875501 h 2240205"/>
              <a:gd name="connsiteX90" fmla="*/ 3758105 w 12192000"/>
              <a:gd name="connsiteY90" fmla="*/ 1871856 h 2240205"/>
              <a:gd name="connsiteX91" fmla="*/ 3567259 w 12192000"/>
              <a:gd name="connsiteY91" fmla="*/ 1893482 h 2240205"/>
              <a:gd name="connsiteX92" fmla="*/ 3405770 w 12192000"/>
              <a:gd name="connsiteY92" fmla="*/ 1904591 h 2240205"/>
              <a:gd name="connsiteX93" fmla="*/ 3280097 w 12192000"/>
              <a:gd name="connsiteY93" fmla="*/ 1919610 h 2240205"/>
              <a:gd name="connsiteX94" fmla="*/ 3009910 w 12192000"/>
              <a:gd name="connsiteY94" fmla="*/ 1957866 h 2240205"/>
              <a:gd name="connsiteX95" fmla="*/ 2995934 w 12192000"/>
              <a:gd name="connsiteY95" fmla="*/ 1967085 h 2240205"/>
              <a:gd name="connsiteX96" fmla="*/ 2942858 w 12192000"/>
              <a:gd name="connsiteY96" fmla="*/ 1981367 h 2240205"/>
              <a:gd name="connsiteX97" fmla="*/ 2875436 w 12192000"/>
              <a:gd name="connsiteY97" fmla="*/ 1996977 h 2240205"/>
              <a:gd name="connsiteX98" fmla="*/ 2874892 w 12192000"/>
              <a:gd name="connsiteY98" fmla="*/ 1996085 h 2240205"/>
              <a:gd name="connsiteX99" fmla="*/ 2843662 w 12192000"/>
              <a:gd name="connsiteY99" fmla="*/ 1992498 h 2240205"/>
              <a:gd name="connsiteX100" fmla="*/ 2718916 w 12192000"/>
              <a:gd name="connsiteY100" fmla="*/ 1990867 h 2240205"/>
              <a:gd name="connsiteX101" fmla="*/ 2713522 w 12192000"/>
              <a:gd name="connsiteY101" fmla="*/ 1990173 h 2240205"/>
              <a:gd name="connsiteX102" fmla="*/ 2476147 w 12192000"/>
              <a:gd name="connsiteY102" fmla="*/ 1998305 h 2240205"/>
              <a:gd name="connsiteX103" fmla="*/ 2373568 w 12192000"/>
              <a:gd name="connsiteY103" fmla="*/ 2003219 h 2240205"/>
              <a:gd name="connsiteX104" fmla="*/ 2287219 w 12192000"/>
              <a:gd name="connsiteY104" fmla="*/ 1998750 h 2240205"/>
              <a:gd name="connsiteX105" fmla="*/ 2243069 w 12192000"/>
              <a:gd name="connsiteY105" fmla="*/ 2005321 h 2240205"/>
              <a:gd name="connsiteX106" fmla="*/ 2164831 w 12192000"/>
              <a:gd name="connsiteY106" fmla="*/ 2010143 h 2240205"/>
              <a:gd name="connsiteX107" fmla="*/ 2085228 w 12192000"/>
              <a:gd name="connsiteY107" fmla="*/ 2046431 h 2240205"/>
              <a:gd name="connsiteX108" fmla="*/ 2058061 w 12192000"/>
              <a:gd name="connsiteY108" fmla="*/ 2047942 h 2240205"/>
              <a:gd name="connsiteX109" fmla="*/ 2042244 w 12192000"/>
              <a:gd name="connsiteY109" fmla="*/ 2055560 h 2240205"/>
              <a:gd name="connsiteX110" fmla="*/ 1877728 w 12192000"/>
              <a:gd name="connsiteY110" fmla="*/ 2101004 h 2240205"/>
              <a:gd name="connsiteX111" fmla="*/ 1759056 w 12192000"/>
              <a:gd name="connsiteY111" fmla="*/ 2125608 h 2240205"/>
              <a:gd name="connsiteX112" fmla="*/ 1637948 w 12192000"/>
              <a:gd name="connsiteY112" fmla="*/ 2172597 h 2240205"/>
              <a:gd name="connsiteX113" fmla="*/ 1434549 w 12192000"/>
              <a:gd name="connsiteY113" fmla="*/ 2234522 h 2240205"/>
              <a:gd name="connsiteX114" fmla="*/ 1370962 w 12192000"/>
              <a:gd name="connsiteY114" fmla="*/ 2237474 h 2240205"/>
              <a:gd name="connsiteX115" fmla="*/ 1356367 w 12192000"/>
              <a:gd name="connsiteY115" fmla="*/ 2235089 h 2240205"/>
              <a:gd name="connsiteX116" fmla="*/ 1279765 w 12192000"/>
              <a:gd name="connsiteY116" fmla="*/ 2229639 h 2240205"/>
              <a:gd name="connsiteX117" fmla="*/ 1195347 w 12192000"/>
              <a:gd name="connsiteY117" fmla="*/ 2212354 h 2240205"/>
              <a:gd name="connsiteX118" fmla="*/ 970251 w 12192000"/>
              <a:gd name="connsiteY118" fmla="*/ 2221029 h 2240205"/>
              <a:gd name="connsiteX119" fmla="*/ 812914 w 12192000"/>
              <a:gd name="connsiteY119" fmla="*/ 2210095 h 2240205"/>
              <a:gd name="connsiteX120" fmla="*/ 776382 w 12192000"/>
              <a:gd name="connsiteY120" fmla="*/ 2204512 h 2240205"/>
              <a:gd name="connsiteX121" fmla="*/ 597225 w 12192000"/>
              <a:gd name="connsiteY121" fmla="*/ 2180999 h 2240205"/>
              <a:gd name="connsiteX122" fmla="*/ 520671 w 12192000"/>
              <a:gd name="connsiteY122" fmla="*/ 2180980 h 2240205"/>
              <a:gd name="connsiteX123" fmla="*/ 515024 w 12192000"/>
              <a:gd name="connsiteY123" fmla="*/ 2179258 h 2240205"/>
              <a:gd name="connsiteX124" fmla="*/ 413835 w 12192000"/>
              <a:gd name="connsiteY124" fmla="*/ 2156783 h 2240205"/>
              <a:gd name="connsiteX125" fmla="*/ 376513 w 12192000"/>
              <a:gd name="connsiteY125" fmla="*/ 2154014 h 2240205"/>
              <a:gd name="connsiteX126" fmla="*/ 273386 w 12192000"/>
              <a:gd name="connsiteY126" fmla="*/ 2142551 h 2240205"/>
              <a:gd name="connsiteX127" fmla="*/ 77641 w 12192000"/>
              <a:gd name="connsiteY127" fmla="*/ 2126835 h 2240205"/>
              <a:gd name="connsiteX128" fmla="*/ 37645 w 12192000"/>
              <a:gd name="connsiteY128" fmla="*/ 2115401 h 2240205"/>
              <a:gd name="connsiteX129" fmla="*/ 4572 w 12192000"/>
              <a:gd name="connsiteY129" fmla="*/ 2111091 h 2240205"/>
              <a:gd name="connsiteX130" fmla="*/ 0 w 12192000"/>
              <a:gd name="connsiteY130" fmla="*/ 2110468 h 2240205"/>
              <a:gd name="connsiteX131" fmla="*/ 0 w 12192000"/>
              <a:gd name="connsiteY131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820512 w 12192000"/>
              <a:gd name="connsiteY4" fmla="*/ 745392 h 2240205"/>
              <a:gd name="connsiteX5" fmla="*/ 11649954 w 12192000"/>
              <a:gd name="connsiteY5" fmla="*/ 749628 h 2240205"/>
              <a:gd name="connsiteX6" fmla="*/ 11560424 w 12192000"/>
              <a:gd name="connsiteY6" fmla="*/ 748017 h 2240205"/>
              <a:gd name="connsiteX7" fmla="*/ 11358455 w 12192000"/>
              <a:gd name="connsiteY7" fmla="*/ 747593 h 2240205"/>
              <a:gd name="connsiteX8" fmla="*/ 11165209 w 12192000"/>
              <a:gd name="connsiteY8" fmla="*/ 748852 h 2240205"/>
              <a:gd name="connsiteX9" fmla="*/ 11058755 w 12192000"/>
              <a:gd name="connsiteY9" fmla="*/ 749617 h 2240205"/>
              <a:gd name="connsiteX10" fmla="*/ 10846594 w 12192000"/>
              <a:gd name="connsiteY10" fmla="*/ 765069 h 2240205"/>
              <a:gd name="connsiteX11" fmla="*/ 10739478 w 12192000"/>
              <a:gd name="connsiteY11" fmla="*/ 776841 h 2240205"/>
              <a:gd name="connsiteX12" fmla="*/ 10458762 w 12192000"/>
              <a:gd name="connsiteY12" fmla="*/ 755400 h 2240205"/>
              <a:gd name="connsiteX13" fmla="*/ 10211200 w 12192000"/>
              <a:gd name="connsiteY13" fmla="*/ 767513 h 2240205"/>
              <a:gd name="connsiteX14" fmla="*/ 10167995 w 12192000"/>
              <a:gd name="connsiteY14" fmla="*/ 760843 h 2240205"/>
              <a:gd name="connsiteX15" fmla="*/ 9997044 w 12192000"/>
              <a:gd name="connsiteY15" fmla="*/ 780129 h 2240205"/>
              <a:gd name="connsiteX16" fmla="*/ 9943887 w 12192000"/>
              <a:gd name="connsiteY16" fmla="*/ 804141 h 2240205"/>
              <a:gd name="connsiteX17" fmla="*/ 9918248 w 12192000"/>
              <a:gd name="connsiteY17" fmla="*/ 816628 h 2240205"/>
              <a:gd name="connsiteX18" fmla="*/ 9767091 w 12192000"/>
              <a:gd name="connsiteY18" fmla="*/ 870550 h 2240205"/>
              <a:gd name="connsiteX19" fmla="*/ 9683005 w 12192000"/>
              <a:gd name="connsiteY19" fmla="*/ 894128 h 2240205"/>
              <a:gd name="connsiteX20" fmla="*/ 9500499 w 12192000"/>
              <a:gd name="connsiteY20" fmla="*/ 954680 h 2240205"/>
              <a:gd name="connsiteX21" fmla="*/ 9410017 w 12192000"/>
              <a:gd name="connsiteY21" fmla="*/ 993931 h 2240205"/>
              <a:gd name="connsiteX22" fmla="*/ 9392919 w 12192000"/>
              <a:gd name="connsiteY22" fmla="*/ 994656 h 2240205"/>
              <a:gd name="connsiteX23" fmla="*/ 9268019 w 12192000"/>
              <a:gd name="connsiteY23" fmla="*/ 1007442 h 2240205"/>
              <a:gd name="connsiteX24" fmla="*/ 9188177 w 12192000"/>
              <a:gd name="connsiteY24" fmla="*/ 1035474 h 2240205"/>
              <a:gd name="connsiteX25" fmla="*/ 9155969 w 12192000"/>
              <a:gd name="connsiteY25" fmla="*/ 1046804 h 2240205"/>
              <a:gd name="connsiteX26" fmla="*/ 9133985 w 12192000"/>
              <a:gd name="connsiteY26" fmla="*/ 1046450 h 2240205"/>
              <a:gd name="connsiteX27" fmla="*/ 9003462 w 12192000"/>
              <a:gd name="connsiteY27" fmla="*/ 1042406 h 2240205"/>
              <a:gd name="connsiteX28" fmla="*/ 8968445 w 12192000"/>
              <a:gd name="connsiteY28" fmla="*/ 1052169 h 2240205"/>
              <a:gd name="connsiteX29" fmla="*/ 8886001 w 12192000"/>
              <a:gd name="connsiteY29" fmla="*/ 1067468 h 2240205"/>
              <a:gd name="connsiteX30" fmla="*/ 8838610 w 12192000"/>
              <a:gd name="connsiteY30" fmla="*/ 1075091 h 2240205"/>
              <a:gd name="connsiteX31" fmla="*/ 8665605 w 12192000"/>
              <a:gd name="connsiteY31" fmla="*/ 1110791 h 2240205"/>
              <a:gd name="connsiteX32" fmla="*/ 8584946 w 12192000"/>
              <a:gd name="connsiteY32" fmla="*/ 1135226 h 2240205"/>
              <a:gd name="connsiteX33" fmla="*/ 8419755 w 12192000"/>
              <a:gd name="connsiteY33" fmla="*/ 1216260 h 2240205"/>
              <a:gd name="connsiteX34" fmla="*/ 8411626 w 12192000"/>
              <a:gd name="connsiteY34" fmla="*/ 1214397 h 2240205"/>
              <a:gd name="connsiteX35" fmla="*/ 8363469 w 12192000"/>
              <a:gd name="connsiteY35" fmla="*/ 1246658 h 2240205"/>
              <a:gd name="connsiteX36" fmla="*/ 8275497 w 12192000"/>
              <a:gd name="connsiteY36" fmla="*/ 1264396 h 2240205"/>
              <a:gd name="connsiteX37" fmla="*/ 8074238 w 12192000"/>
              <a:gd name="connsiteY37" fmla="*/ 1301895 h 2240205"/>
              <a:gd name="connsiteX38" fmla="*/ 7902328 w 12192000"/>
              <a:gd name="connsiteY38" fmla="*/ 1345865 h 2240205"/>
              <a:gd name="connsiteX39" fmla="*/ 7840612 w 12192000"/>
              <a:gd name="connsiteY39" fmla="*/ 1369373 h 2240205"/>
              <a:gd name="connsiteX40" fmla="*/ 7786819 w 12192000"/>
              <a:gd name="connsiteY40" fmla="*/ 1378970 h 2240205"/>
              <a:gd name="connsiteX41" fmla="*/ 7548172 w 12192000"/>
              <a:gd name="connsiteY41" fmla="*/ 1417460 h 2240205"/>
              <a:gd name="connsiteX42" fmla="*/ 7483437 w 12192000"/>
              <a:gd name="connsiteY42" fmla="*/ 1478152 h 2240205"/>
              <a:gd name="connsiteX43" fmla="*/ 7377870 w 12192000"/>
              <a:gd name="connsiteY43" fmla="*/ 1523319 h 2240205"/>
              <a:gd name="connsiteX44" fmla="*/ 7230737 w 12192000"/>
              <a:gd name="connsiteY44" fmla="*/ 1562633 h 2240205"/>
              <a:gd name="connsiteX45" fmla="*/ 7224458 w 12192000"/>
              <a:gd name="connsiteY45" fmla="*/ 1573008 h 2240205"/>
              <a:gd name="connsiteX46" fmla="*/ 7183121 w 12192000"/>
              <a:gd name="connsiteY46" fmla="*/ 1595162 h 2240205"/>
              <a:gd name="connsiteX47" fmla="*/ 7164601 w 12192000"/>
              <a:gd name="connsiteY47" fmla="*/ 1606490 h 2240205"/>
              <a:gd name="connsiteX48" fmla="*/ 6900177 w 12192000"/>
              <a:gd name="connsiteY48" fmla="*/ 1636016 h 2240205"/>
              <a:gd name="connsiteX49" fmla="*/ 6795372 w 12192000"/>
              <a:gd name="connsiteY49" fmla="*/ 1644845 h 2240205"/>
              <a:gd name="connsiteX50" fmla="*/ 6692251 w 12192000"/>
              <a:gd name="connsiteY50" fmla="*/ 1656357 h 2240205"/>
              <a:gd name="connsiteX51" fmla="*/ 6655235 w 12192000"/>
              <a:gd name="connsiteY51" fmla="*/ 1661869 h 2240205"/>
              <a:gd name="connsiteX52" fmla="*/ 6554894 w 12192000"/>
              <a:gd name="connsiteY52" fmla="*/ 1664428 h 2240205"/>
              <a:gd name="connsiteX53" fmla="*/ 6516595 w 12192000"/>
              <a:gd name="connsiteY53" fmla="*/ 1667475 h 2240205"/>
              <a:gd name="connsiteX54" fmla="*/ 6508541 w 12192000"/>
              <a:gd name="connsiteY54" fmla="*/ 1668757 h 2240205"/>
              <a:gd name="connsiteX55" fmla="*/ 6471012 w 12192000"/>
              <a:gd name="connsiteY55" fmla="*/ 1678604 h 2240205"/>
              <a:gd name="connsiteX56" fmla="*/ 6364035 w 12192000"/>
              <a:gd name="connsiteY56" fmla="*/ 1667683 h 2240205"/>
              <a:gd name="connsiteX57" fmla="*/ 6243319 w 12192000"/>
              <a:gd name="connsiteY57" fmla="*/ 1695560 h 2240205"/>
              <a:gd name="connsiteX58" fmla="*/ 6098321 w 12192000"/>
              <a:gd name="connsiteY58" fmla="*/ 1721646 h 2240205"/>
              <a:gd name="connsiteX59" fmla="*/ 5880652 w 12192000"/>
              <a:gd name="connsiteY59" fmla="*/ 1779643 h 2240205"/>
              <a:gd name="connsiteX60" fmla="*/ 5785959 w 12192000"/>
              <a:gd name="connsiteY60" fmla="*/ 1775307 h 2240205"/>
              <a:gd name="connsiteX61" fmla="*/ 5643534 w 12192000"/>
              <a:gd name="connsiteY61" fmla="*/ 1802919 h 2240205"/>
              <a:gd name="connsiteX62" fmla="*/ 5518799 w 12192000"/>
              <a:gd name="connsiteY62" fmla="*/ 1818312 h 2240205"/>
              <a:gd name="connsiteX63" fmla="*/ 5505014 w 12192000"/>
              <a:gd name="connsiteY63" fmla="*/ 1819259 h 2240205"/>
              <a:gd name="connsiteX64" fmla="*/ 5453307 w 12192000"/>
              <a:gd name="connsiteY64" fmla="*/ 1815450 h 2240205"/>
              <a:gd name="connsiteX65" fmla="*/ 5221533 w 12192000"/>
              <a:gd name="connsiteY65" fmla="*/ 1846950 h 2240205"/>
              <a:gd name="connsiteX66" fmla="*/ 5149802 w 12192000"/>
              <a:gd name="connsiteY66" fmla="*/ 1844846 h 2240205"/>
              <a:gd name="connsiteX67" fmla="*/ 5114927 w 12192000"/>
              <a:gd name="connsiteY67" fmla="*/ 1847827 h 2240205"/>
              <a:gd name="connsiteX68" fmla="*/ 5108970 w 12192000"/>
              <a:gd name="connsiteY68" fmla="*/ 1847935 h 2240205"/>
              <a:gd name="connsiteX69" fmla="*/ 5067961 w 12192000"/>
              <a:gd name="connsiteY69" fmla="*/ 1845917 h 2240205"/>
              <a:gd name="connsiteX70" fmla="*/ 5007075 w 12192000"/>
              <a:gd name="connsiteY70" fmla="*/ 1838626 h 2240205"/>
              <a:gd name="connsiteX71" fmla="*/ 4944087 w 12192000"/>
              <a:gd name="connsiteY71" fmla="*/ 1823332 h 2240205"/>
              <a:gd name="connsiteX72" fmla="*/ 4907662 w 12192000"/>
              <a:gd name="connsiteY72" fmla="*/ 1816900 h 2240205"/>
              <a:gd name="connsiteX73" fmla="*/ 4882386 w 12192000"/>
              <a:gd name="connsiteY73" fmla="*/ 1809844 h 2240205"/>
              <a:gd name="connsiteX74" fmla="*/ 4811440 w 12192000"/>
              <a:gd name="connsiteY74" fmla="*/ 1804655 h 2240205"/>
              <a:gd name="connsiteX75" fmla="*/ 4691075 w 12192000"/>
              <a:gd name="connsiteY75" fmla="*/ 1801389 h 2240205"/>
              <a:gd name="connsiteX76" fmla="*/ 4640313 w 12192000"/>
              <a:gd name="connsiteY76" fmla="*/ 1784307 h 2240205"/>
              <a:gd name="connsiteX77" fmla="*/ 4536503 w 12192000"/>
              <a:gd name="connsiteY77" fmla="*/ 1785334 h 2240205"/>
              <a:gd name="connsiteX78" fmla="*/ 4513724 w 12192000"/>
              <a:gd name="connsiteY78" fmla="*/ 1791996 h 2240205"/>
              <a:gd name="connsiteX79" fmla="*/ 4459810 w 12192000"/>
              <a:gd name="connsiteY79" fmla="*/ 1797886 h 2240205"/>
              <a:gd name="connsiteX80" fmla="*/ 4379064 w 12192000"/>
              <a:gd name="connsiteY80" fmla="*/ 1817177 h 2240205"/>
              <a:gd name="connsiteX81" fmla="*/ 4290981 w 12192000"/>
              <a:gd name="connsiteY81" fmla="*/ 1839677 h 2240205"/>
              <a:gd name="connsiteX82" fmla="*/ 4238372 w 12192000"/>
              <a:gd name="connsiteY82" fmla="*/ 1851480 h 2240205"/>
              <a:gd name="connsiteX83" fmla="*/ 4232517 w 12192000"/>
              <a:gd name="connsiteY83" fmla="*/ 1852567 h 2240205"/>
              <a:gd name="connsiteX84" fmla="*/ 4191732 w 12192000"/>
              <a:gd name="connsiteY84" fmla="*/ 1857328 h 2240205"/>
              <a:gd name="connsiteX85" fmla="*/ 4065532 w 12192000"/>
              <a:gd name="connsiteY85" fmla="*/ 1855477 h 2240205"/>
              <a:gd name="connsiteX86" fmla="*/ 4028460 w 12192000"/>
              <a:gd name="connsiteY86" fmla="*/ 1855137 h 2240205"/>
              <a:gd name="connsiteX87" fmla="*/ 4002267 w 12192000"/>
              <a:gd name="connsiteY87" fmla="*/ 1852352 h 2240205"/>
              <a:gd name="connsiteX88" fmla="*/ 3931396 w 12192000"/>
              <a:gd name="connsiteY88" fmla="*/ 1858915 h 2240205"/>
              <a:gd name="connsiteX89" fmla="*/ 3812162 w 12192000"/>
              <a:gd name="connsiteY89" fmla="*/ 1875501 h 2240205"/>
              <a:gd name="connsiteX90" fmla="*/ 3758105 w 12192000"/>
              <a:gd name="connsiteY90" fmla="*/ 1871856 h 2240205"/>
              <a:gd name="connsiteX91" fmla="*/ 3567259 w 12192000"/>
              <a:gd name="connsiteY91" fmla="*/ 1893482 h 2240205"/>
              <a:gd name="connsiteX92" fmla="*/ 3405770 w 12192000"/>
              <a:gd name="connsiteY92" fmla="*/ 1904591 h 2240205"/>
              <a:gd name="connsiteX93" fmla="*/ 3280097 w 12192000"/>
              <a:gd name="connsiteY93" fmla="*/ 1919610 h 2240205"/>
              <a:gd name="connsiteX94" fmla="*/ 3009910 w 12192000"/>
              <a:gd name="connsiteY94" fmla="*/ 1957866 h 2240205"/>
              <a:gd name="connsiteX95" fmla="*/ 2995934 w 12192000"/>
              <a:gd name="connsiteY95" fmla="*/ 1967085 h 2240205"/>
              <a:gd name="connsiteX96" fmla="*/ 2942858 w 12192000"/>
              <a:gd name="connsiteY96" fmla="*/ 1981367 h 2240205"/>
              <a:gd name="connsiteX97" fmla="*/ 2875436 w 12192000"/>
              <a:gd name="connsiteY97" fmla="*/ 1996977 h 2240205"/>
              <a:gd name="connsiteX98" fmla="*/ 2874892 w 12192000"/>
              <a:gd name="connsiteY98" fmla="*/ 1996085 h 2240205"/>
              <a:gd name="connsiteX99" fmla="*/ 2843662 w 12192000"/>
              <a:gd name="connsiteY99" fmla="*/ 1992498 h 2240205"/>
              <a:gd name="connsiteX100" fmla="*/ 2718916 w 12192000"/>
              <a:gd name="connsiteY100" fmla="*/ 1990867 h 2240205"/>
              <a:gd name="connsiteX101" fmla="*/ 2713522 w 12192000"/>
              <a:gd name="connsiteY101" fmla="*/ 1990173 h 2240205"/>
              <a:gd name="connsiteX102" fmla="*/ 2476147 w 12192000"/>
              <a:gd name="connsiteY102" fmla="*/ 1998305 h 2240205"/>
              <a:gd name="connsiteX103" fmla="*/ 2373568 w 12192000"/>
              <a:gd name="connsiteY103" fmla="*/ 2003219 h 2240205"/>
              <a:gd name="connsiteX104" fmla="*/ 2287219 w 12192000"/>
              <a:gd name="connsiteY104" fmla="*/ 1998750 h 2240205"/>
              <a:gd name="connsiteX105" fmla="*/ 2243069 w 12192000"/>
              <a:gd name="connsiteY105" fmla="*/ 2005321 h 2240205"/>
              <a:gd name="connsiteX106" fmla="*/ 2164831 w 12192000"/>
              <a:gd name="connsiteY106" fmla="*/ 2010143 h 2240205"/>
              <a:gd name="connsiteX107" fmla="*/ 2085228 w 12192000"/>
              <a:gd name="connsiteY107" fmla="*/ 2046431 h 2240205"/>
              <a:gd name="connsiteX108" fmla="*/ 2058061 w 12192000"/>
              <a:gd name="connsiteY108" fmla="*/ 2047942 h 2240205"/>
              <a:gd name="connsiteX109" fmla="*/ 2042244 w 12192000"/>
              <a:gd name="connsiteY109" fmla="*/ 2055560 h 2240205"/>
              <a:gd name="connsiteX110" fmla="*/ 1877728 w 12192000"/>
              <a:gd name="connsiteY110" fmla="*/ 2101004 h 2240205"/>
              <a:gd name="connsiteX111" fmla="*/ 1759056 w 12192000"/>
              <a:gd name="connsiteY111" fmla="*/ 2125608 h 2240205"/>
              <a:gd name="connsiteX112" fmla="*/ 1637948 w 12192000"/>
              <a:gd name="connsiteY112" fmla="*/ 2172597 h 2240205"/>
              <a:gd name="connsiteX113" fmla="*/ 1434549 w 12192000"/>
              <a:gd name="connsiteY113" fmla="*/ 2234522 h 2240205"/>
              <a:gd name="connsiteX114" fmla="*/ 1370962 w 12192000"/>
              <a:gd name="connsiteY114" fmla="*/ 2237474 h 2240205"/>
              <a:gd name="connsiteX115" fmla="*/ 1356367 w 12192000"/>
              <a:gd name="connsiteY115" fmla="*/ 2235089 h 2240205"/>
              <a:gd name="connsiteX116" fmla="*/ 1279765 w 12192000"/>
              <a:gd name="connsiteY116" fmla="*/ 2229639 h 2240205"/>
              <a:gd name="connsiteX117" fmla="*/ 1195347 w 12192000"/>
              <a:gd name="connsiteY117" fmla="*/ 2212354 h 2240205"/>
              <a:gd name="connsiteX118" fmla="*/ 970251 w 12192000"/>
              <a:gd name="connsiteY118" fmla="*/ 2221029 h 2240205"/>
              <a:gd name="connsiteX119" fmla="*/ 812914 w 12192000"/>
              <a:gd name="connsiteY119" fmla="*/ 2210095 h 2240205"/>
              <a:gd name="connsiteX120" fmla="*/ 776382 w 12192000"/>
              <a:gd name="connsiteY120" fmla="*/ 2204512 h 2240205"/>
              <a:gd name="connsiteX121" fmla="*/ 597225 w 12192000"/>
              <a:gd name="connsiteY121" fmla="*/ 2180999 h 2240205"/>
              <a:gd name="connsiteX122" fmla="*/ 520671 w 12192000"/>
              <a:gd name="connsiteY122" fmla="*/ 2180980 h 2240205"/>
              <a:gd name="connsiteX123" fmla="*/ 515024 w 12192000"/>
              <a:gd name="connsiteY123" fmla="*/ 2179258 h 2240205"/>
              <a:gd name="connsiteX124" fmla="*/ 413835 w 12192000"/>
              <a:gd name="connsiteY124" fmla="*/ 2156783 h 2240205"/>
              <a:gd name="connsiteX125" fmla="*/ 376513 w 12192000"/>
              <a:gd name="connsiteY125" fmla="*/ 2154014 h 2240205"/>
              <a:gd name="connsiteX126" fmla="*/ 273386 w 12192000"/>
              <a:gd name="connsiteY126" fmla="*/ 2142551 h 2240205"/>
              <a:gd name="connsiteX127" fmla="*/ 77641 w 12192000"/>
              <a:gd name="connsiteY127" fmla="*/ 2126835 h 2240205"/>
              <a:gd name="connsiteX128" fmla="*/ 37645 w 12192000"/>
              <a:gd name="connsiteY128" fmla="*/ 2115401 h 2240205"/>
              <a:gd name="connsiteX129" fmla="*/ 4572 w 12192000"/>
              <a:gd name="connsiteY129" fmla="*/ 2111091 h 2240205"/>
              <a:gd name="connsiteX130" fmla="*/ 0 w 12192000"/>
              <a:gd name="connsiteY130" fmla="*/ 2110468 h 2240205"/>
              <a:gd name="connsiteX131" fmla="*/ 0 w 12192000"/>
              <a:gd name="connsiteY131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649954 w 12192000"/>
              <a:gd name="connsiteY4" fmla="*/ 749628 h 2240205"/>
              <a:gd name="connsiteX5" fmla="*/ 11560424 w 12192000"/>
              <a:gd name="connsiteY5" fmla="*/ 748017 h 2240205"/>
              <a:gd name="connsiteX6" fmla="*/ 11358455 w 12192000"/>
              <a:gd name="connsiteY6" fmla="*/ 747593 h 2240205"/>
              <a:gd name="connsiteX7" fmla="*/ 11165209 w 12192000"/>
              <a:gd name="connsiteY7" fmla="*/ 748852 h 2240205"/>
              <a:gd name="connsiteX8" fmla="*/ 11058755 w 12192000"/>
              <a:gd name="connsiteY8" fmla="*/ 749617 h 2240205"/>
              <a:gd name="connsiteX9" fmla="*/ 10846594 w 12192000"/>
              <a:gd name="connsiteY9" fmla="*/ 765069 h 2240205"/>
              <a:gd name="connsiteX10" fmla="*/ 10739478 w 12192000"/>
              <a:gd name="connsiteY10" fmla="*/ 776841 h 2240205"/>
              <a:gd name="connsiteX11" fmla="*/ 10458762 w 12192000"/>
              <a:gd name="connsiteY11" fmla="*/ 755400 h 2240205"/>
              <a:gd name="connsiteX12" fmla="*/ 10211200 w 12192000"/>
              <a:gd name="connsiteY12" fmla="*/ 767513 h 2240205"/>
              <a:gd name="connsiteX13" fmla="*/ 10167995 w 12192000"/>
              <a:gd name="connsiteY13" fmla="*/ 760843 h 2240205"/>
              <a:gd name="connsiteX14" fmla="*/ 9997044 w 12192000"/>
              <a:gd name="connsiteY14" fmla="*/ 780129 h 2240205"/>
              <a:gd name="connsiteX15" fmla="*/ 9943887 w 12192000"/>
              <a:gd name="connsiteY15" fmla="*/ 804141 h 2240205"/>
              <a:gd name="connsiteX16" fmla="*/ 9918248 w 12192000"/>
              <a:gd name="connsiteY16" fmla="*/ 816628 h 2240205"/>
              <a:gd name="connsiteX17" fmla="*/ 9767091 w 12192000"/>
              <a:gd name="connsiteY17" fmla="*/ 870550 h 2240205"/>
              <a:gd name="connsiteX18" fmla="*/ 9683005 w 12192000"/>
              <a:gd name="connsiteY18" fmla="*/ 894128 h 2240205"/>
              <a:gd name="connsiteX19" fmla="*/ 9500499 w 12192000"/>
              <a:gd name="connsiteY19" fmla="*/ 954680 h 2240205"/>
              <a:gd name="connsiteX20" fmla="*/ 9410017 w 12192000"/>
              <a:gd name="connsiteY20" fmla="*/ 993931 h 2240205"/>
              <a:gd name="connsiteX21" fmla="*/ 9392919 w 12192000"/>
              <a:gd name="connsiteY21" fmla="*/ 994656 h 2240205"/>
              <a:gd name="connsiteX22" fmla="*/ 9268019 w 12192000"/>
              <a:gd name="connsiteY22" fmla="*/ 1007442 h 2240205"/>
              <a:gd name="connsiteX23" fmla="*/ 9188177 w 12192000"/>
              <a:gd name="connsiteY23" fmla="*/ 1035474 h 2240205"/>
              <a:gd name="connsiteX24" fmla="*/ 9155969 w 12192000"/>
              <a:gd name="connsiteY24" fmla="*/ 1046804 h 2240205"/>
              <a:gd name="connsiteX25" fmla="*/ 9133985 w 12192000"/>
              <a:gd name="connsiteY25" fmla="*/ 1046450 h 2240205"/>
              <a:gd name="connsiteX26" fmla="*/ 9003462 w 12192000"/>
              <a:gd name="connsiteY26" fmla="*/ 1042406 h 2240205"/>
              <a:gd name="connsiteX27" fmla="*/ 8968445 w 12192000"/>
              <a:gd name="connsiteY27" fmla="*/ 1052169 h 2240205"/>
              <a:gd name="connsiteX28" fmla="*/ 8886001 w 12192000"/>
              <a:gd name="connsiteY28" fmla="*/ 1067468 h 2240205"/>
              <a:gd name="connsiteX29" fmla="*/ 8838610 w 12192000"/>
              <a:gd name="connsiteY29" fmla="*/ 1075091 h 2240205"/>
              <a:gd name="connsiteX30" fmla="*/ 8665605 w 12192000"/>
              <a:gd name="connsiteY30" fmla="*/ 1110791 h 2240205"/>
              <a:gd name="connsiteX31" fmla="*/ 8584946 w 12192000"/>
              <a:gd name="connsiteY31" fmla="*/ 1135226 h 2240205"/>
              <a:gd name="connsiteX32" fmla="*/ 8419755 w 12192000"/>
              <a:gd name="connsiteY32" fmla="*/ 1216260 h 2240205"/>
              <a:gd name="connsiteX33" fmla="*/ 8411626 w 12192000"/>
              <a:gd name="connsiteY33" fmla="*/ 1214397 h 2240205"/>
              <a:gd name="connsiteX34" fmla="*/ 8363469 w 12192000"/>
              <a:gd name="connsiteY34" fmla="*/ 1246658 h 2240205"/>
              <a:gd name="connsiteX35" fmla="*/ 8275497 w 12192000"/>
              <a:gd name="connsiteY35" fmla="*/ 1264396 h 2240205"/>
              <a:gd name="connsiteX36" fmla="*/ 8074238 w 12192000"/>
              <a:gd name="connsiteY36" fmla="*/ 1301895 h 2240205"/>
              <a:gd name="connsiteX37" fmla="*/ 7902328 w 12192000"/>
              <a:gd name="connsiteY37" fmla="*/ 1345865 h 2240205"/>
              <a:gd name="connsiteX38" fmla="*/ 7840612 w 12192000"/>
              <a:gd name="connsiteY38" fmla="*/ 1369373 h 2240205"/>
              <a:gd name="connsiteX39" fmla="*/ 7786819 w 12192000"/>
              <a:gd name="connsiteY39" fmla="*/ 1378970 h 2240205"/>
              <a:gd name="connsiteX40" fmla="*/ 7548172 w 12192000"/>
              <a:gd name="connsiteY40" fmla="*/ 1417460 h 2240205"/>
              <a:gd name="connsiteX41" fmla="*/ 7483437 w 12192000"/>
              <a:gd name="connsiteY41" fmla="*/ 1478152 h 2240205"/>
              <a:gd name="connsiteX42" fmla="*/ 7377870 w 12192000"/>
              <a:gd name="connsiteY42" fmla="*/ 1523319 h 2240205"/>
              <a:gd name="connsiteX43" fmla="*/ 7230737 w 12192000"/>
              <a:gd name="connsiteY43" fmla="*/ 1562633 h 2240205"/>
              <a:gd name="connsiteX44" fmla="*/ 7224458 w 12192000"/>
              <a:gd name="connsiteY44" fmla="*/ 1573008 h 2240205"/>
              <a:gd name="connsiteX45" fmla="*/ 7183121 w 12192000"/>
              <a:gd name="connsiteY45" fmla="*/ 1595162 h 2240205"/>
              <a:gd name="connsiteX46" fmla="*/ 7164601 w 12192000"/>
              <a:gd name="connsiteY46" fmla="*/ 1606490 h 2240205"/>
              <a:gd name="connsiteX47" fmla="*/ 6900177 w 12192000"/>
              <a:gd name="connsiteY47" fmla="*/ 1636016 h 2240205"/>
              <a:gd name="connsiteX48" fmla="*/ 6795372 w 12192000"/>
              <a:gd name="connsiteY48" fmla="*/ 1644845 h 2240205"/>
              <a:gd name="connsiteX49" fmla="*/ 6692251 w 12192000"/>
              <a:gd name="connsiteY49" fmla="*/ 1656357 h 2240205"/>
              <a:gd name="connsiteX50" fmla="*/ 6655235 w 12192000"/>
              <a:gd name="connsiteY50" fmla="*/ 1661869 h 2240205"/>
              <a:gd name="connsiteX51" fmla="*/ 6554894 w 12192000"/>
              <a:gd name="connsiteY51" fmla="*/ 1664428 h 2240205"/>
              <a:gd name="connsiteX52" fmla="*/ 6516595 w 12192000"/>
              <a:gd name="connsiteY52" fmla="*/ 1667475 h 2240205"/>
              <a:gd name="connsiteX53" fmla="*/ 6508541 w 12192000"/>
              <a:gd name="connsiteY53" fmla="*/ 1668757 h 2240205"/>
              <a:gd name="connsiteX54" fmla="*/ 6471012 w 12192000"/>
              <a:gd name="connsiteY54" fmla="*/ 1678604 h 2240205"/>
              <a:gd name="connsiteX55" fmla="*/ 6364035 w 12192000"/>
              <a:gd name="connsiteY55" fmla="*/ 1667683 h 2240205"/>
              <a:gd name="connsiteX56" fmla="*/ 6243319 w 12192000"/>
              <a:gd name="connsiteY56" fmla="*/ 1695560 h 2240205"/>
              <a:gd name="connsiteX57" fmla="*/ 6098321 w 12192000"/>
              <a:gd name="connsiteY57" fmla="*/ 1721646 h 2240205"/>
              <a:gd name="connsiteX58" fmla="*/ 5880652 w 12192000"/>
              <a:gd name="connsiteY58" fmla="*/ 1779643 h 2240205"/>
              <a:gd name="connsiteX59" fmla="*/ 5785959 w 12192000"/>
              <a:gd name="connsiteY59" fmla="*/ 1775307 h 2240205"/>
              <a:gd name="connsiteX60" fmla="*/ 5643534 w 12192000"/>
              <a:gd name="connsiteY60" fmla="*/ 1802919 h 2240205"/>
              <a:gd name="connsiteX61" fmla="*/ 5518799 w 12192000"/>
              <a:gd name="connsiteY61" fmla="*/ 1818312 h 2240205"/>
              <a:gd name="connsiteX62" fmla="*/ 5505014 w 12192000"/>
              <a:gd name="connsiteY62" fmla="*/ 1819259 h 2240205"/>
              <a:gd name="connsiteX63" fmla="*/ 5453307 w 12192000"/>
              <a:gd name="connsiteY63" fmla="*/ 1815450 h 2240205"/>
              <a:gd name="connsiteX64" fmla="*/ 5221533 w 12192000"/>
              <a:gd name="connsiteY64" fmla="*/ 1846950 h 2240205"/>
              <a:gd name="connsiteX65" fmla="*/ 5149802 w 12192000"/>
              <a:gd name="connsiteY65" fmla="*/ 1844846 h 2240205"/>
              <a:gd name="connsiteX66" fmla="*/ 5114927 w 12192000"/>
              <a:gd name="connsiteY66" fmla="*/ 1847827 h 2240205"/>
              <a:gd name="connsiteX67" fmla="*/ 5108970 w 12192000"/>
              <a:gd name="connsiteY67" fmla="*/ 1847935 h 2240205"/>
              <a:gd name="connsiteX68" fmla="*/ 5067961 w 12192000"/>
              <a:gd name="connsiteY68" fmla="*/ 1845917 h 2240205"/>
              <a:gd name="connsiteX69" fmla="*/ 5007075 w 12192000"/>
              <a:gd name="connsiteY69" fmla="*/ 1838626 h 2240205"/>
              <a:gd name="connsiteX70" fmla="*/ 4944087 w 12192000"/>
              <a:gd name="connsiteY70" fmla="*/ 1823332 h 2240205"/>
              <a:gd name="connsiteX71" fmla="*/ 4907662 w 12192000"/>
              <a:gd name="connsiteY71" fmla="*/ 1816900 h 2240205"/>
              <a:gd name="connsiteX72" fmla="*/ 4882386 w 12192000"/>
              <a:gd name="connsiteY72" fmla="*/ 1809844 h 2240205"/>
              <a:gd name="connsiteX73" fmla="*/ 4811440 w 12192000"/>
              <a:gd name="connsiteY73" fmla="*/ 1804655 h 2240205"/>
              <a:gd name="connsiteX74" fmla="*/ 4691075 w 12192000"/>
              <a:gd name="connsiteY74" fmla="*/ 1801389 h 2240205"/>
              <a:gd name="connsiteX75" fmla="*/ 4640313 w 12192000"/>
              <a:gd name="connsiteY75" fmla="*/ 1784307 h 2240205"/>
              <a:gd name="connsiteX76" fmla="*/ 4536503 w 12192000"/>
              <a:gd name="connsiteY76" fmla="*/ 1785334 h 2240205"/>
              <a:gd name="connsiteX77" fmla="*/ 4513724 w 12192000"/>
              <a:gd name="connsiteY77" fmla="*/ 1791996 h 2240205"/>
              <a:gd name="connsiteX78" fmla="*/ 4459810 w 12192000"/>
              <a:gd name="connsiteY78" fmla="*/ 1797886 h 2240205"/>
              <a:gd name="connsiteX79" fmla="*/ 4379064 w 12192000"/>
              <a:gd name="connsiteY79" fmla="*/ 1817177 h 2240205"/>
              <a:gd name="connsiteX80" fmla="*/ 4290981 w 12192000"/>
              <a:gd name="connsiteY80" fmla="*/ 1839677 h 2240205"/>
              <a:gd name="connsiteX81" fmla="*/ 4238372 w 12192000"/>
              <a:gd name="connsiteY81" fmla="*/ 1851480 h 2240205"/>
              <a:gd name="connsiteX82" fmla="*/ 4232517 w 12192000"/>
              <a:gd name="connsiteY82" fmla="*/ 1852567 h 2240205"/>
              <a:gd name="connsiteX83" fmla="*/ 4191732 w 12192000"/>
              <a:gd name="connsiteY83" fmla="*/ 1857328 h 2240205"/>
              <a:gd name="connsiteX84" fmla="*/ 4065532 w 12192000"/>
              <a:gd name="connsiteY84" fmla="*/ 1855477 h 2240205"/>
              <a:gd name="connsiteX85" fmla="*/ 4028460 w 12192000"/>
              <a:gd name="connsiteY85" fmla="*/ 1855137 h 2240205"/>
              <a:gd name="connsiteX86" fmla="*/ 4002267 w 12192000"/>
              <a:gd name="connsiteY86" fmla="*/ 1852352 h 2240205"/>
              <a:gd name="connsiteX87" fmla="*/ 3931396 w 12192000"/>
              <a:gd name="connsiteY87" fmla="*/ 1858915 h 2240205"/>
              <a:gd name="connsiteX88" fmla="*/ 3812162 w 12192000"/>
              <a:gd name="connsiteY88" fmla="*/ 1875501 h 2240205"/>
              <a:gd name="connsiteX89" fmla="*/ 3758105 w 12192000"/>
              <a:gd name="connsiteY89" fmla="*/ 1871856 h 2240205"/>
              <a:gd name="connsiteX90" fmla="*/ 3567259 w 12192000"/>
              <a:gd name="connsiteY90" fmla="*/ 1893482 h 2240205"/>
              <a:gd name="connsiteX91" fmla="*/ 3405770 w 12192000"/>
              <a:gd name="connsiteY91" fmla="*/ 1904591 h 2240205"/>
              <a:gd name="connsiteX92" fmla="*/ 3280097 w 12192000"/>
              <a:gd name="connsiteY92" fmla="*/ 1919610 h 2240205"/>
              <a:gd name="connsiteX93" fmla="*/ 3009910 w 12192000"/>
              <a:gd name="connsiteY93" fmla="*/ 1957866 h 2240205"/>
              <a:gd name="connsiteX94" fmla="*/ 2995934 w 12192000"/>
              <a:gd name="connsiteY94" fmla="*/ 1967085 h 2240205"/>
              <a:gd name="connsiteX95" fmla="*/ 2942858 w 12192000"/>
              <a:gd name="connsiteY95" fmla="*/ 1981367 h 2240205"/>
              <a:gd name="connsiteX96" fmla="*/ 2875436 w 12192000"/>
              <a:gd name="connsiteY96" fmla="*/ 1996977 h 2240205"/>
              <a:gd name="connsiteX97" fmla="*/ 2874892 w 12192000"/>
              <a:gd name="connsiteY97" fmla="*/ 1996085 h 2240205"/>
              <a:gd name="connsiteX98" fmla="*/ 2843662 w 12192000"/>
              <a:gd name="connsiteY98" fmla="*/ 1992498 h 2240205"/>
              <a:gd name="connsiteX99" fmla="*/ 2718916 w 12192000"/>
              <a:gd name="connsiteY99" fmla="*/ 1990867 h 2240205"/>
              <a:gd name="connsiteX100" fmla="*/ 2713522 w 12192000"/>
              <a:gd name="connsiteY100" fmla="*/ 1990173 h 2240205"/>
              <a:gd name="connsiteX101" fmla="*/ 2476147 w 12192000"/>
              <a:gd name="connsiteY101" fmla="*/ 1998305 h 2240205"/>
              <a:gd name="connsiteX102" fmla="*/ 2373568 w 12192000"/>
              <a:gd name="connsiteY102" fmla="*/ 2003219 h 2240205"/>
              <a:gd name="connsiteX103" fmla="*/ 2287219 w 12192000"/>
              <a:gd name="connsiteY103" fmla="*/ 1998750 h 2240205"/>
              <a:gd name="connsiteX104" fmla="*/ 2243069 w 12192000"/>
              <a:gd name="connsiteY104" fmla="*/ 2005321 h 2240205"/>
              <a:gd name="connsiteX105" fmla="*/ 2164831 w 12192000"/>
              <a:gd name="connsiteY105" fmla="*/ 2010143 h 2240205"/>
              <a:gd name="connsiteX106" fmla="*/ 2085228 w 12192000"/>
              <a:gd name="connsiteY106" fmla="*/ 2046431 h 2240205"/>
              <a:gd name="connsiteX107" fmla="*/ 2058061 w 12192000"/>
              <a:gd name="connsiteY107" fmla="*/ 2047942 h 2240205"/>
              <a:gd name="connsiteX108" fmla="*/ 2042244 w 12192000"/>
              <a:gd name="connsiteY108" fmla="*/ 2055560 h 2240205"/>
              <a:gd name="connsiteX109" fmla="*/ 1877728 w 12192000"/>
              <a:gd name="connsiteY109" fmla="*/ 2101004 h 2240205"/>
              <a:gd name="connsiteX110" fmla="*/ 1759056 w 12192000"/>
              <a:gd name="connsiteY110" fmla="*/ 2125608 h 2240205"/>
              <a:gd name="connsiteX111" fmla="*/ 1637948 w 12192000"/>
              <a:gd name="connsiteY111" fmla="*/ 2172597 h 2240205"/>
              <a:gd name="connsiteX112" fmla="*/ 1434549 w 12192000"/>
              <a:gd name="connsiteY112" fmla="*/ 2234522 h 2240205"/>
              <a:gd name="connsiteX113" fmla="*/ 1370962 w 12192000"/>
              <a:gd name="connsiteY113" fmla="*/ 2237474 h 2240205"/>
              <a:gd name="connsiteX114" fmla="*/ 1356367 w 12192000"/>
              <a:gd name="connsiteY114" fmla="*/ 2235089 h 2240205"/>
              <a:gd name="connsiteX115" fmla="*/ 1279765 w 12192000"/>
              <a:gd name="connsiteY115" fmla="*/ 2229639 h 2240205"/>
              <a:gd name="connsiteX116" fmla="*/ 1195347 w 12192000"/>
              <a:gd name="connsiteY116" fmla="*/ 2212354 h 2240205"/>
              <a:gd name="connsiteX117" fmla="*/ 970251 w 12192000"/>
              <a:gd name="connsiteY117" fmla="*/ 2221029 h 2240205"/>
              <a:gd name="connsiteX118" fmla="*/ 812914 w 12192000"/>
              <a:gd name="connsiteY118" fmla="*/ 2210095 h 2240205"/>
              <a:gd name="connsiteX119" fmla="*/ 776382 w 12192000"/>
              <a:gd name="connsiteY119" fmla="*/ 2204512 h 2240205"/>
              <a:gd name="connsiteX120" fmla="*/ 597225 w 12192000"/>
              <a:gd name="connsiteY120" fmla="*/ 2180999 h 2240205"/>
              <a:gd name="connsiteX121" fmla="*/ 520671 w 12192000"/>
              <a:gd name="connsiteY121" fmla="*/ 2180980 h 2240205"/>
              <a:gd name="connsiteX122" fmla="*/ 515024 w 12192000"/>
              <a:gd name="connsiteY122" fmla="*/ 2179258 h 2240205"/>
              <a:gd name="connsiteX123" fmla="*/ 413835 w 12192000"/>
              <a:gd name="connsiteY123" fmla="*/ 2156783 h 2240205"/>
              <a:gd name="connsiteX124" fmla="*/ 376513 w 12192000"/>
              <a:gd name="connsiteY124" fmla="*/ 2154014 h 2240205"/>
              <a:gd name="connsiteX125" fmla="*/ 273386 w 12192000"/>
              <a:gd name="connsiteY125" fmla="*/ 2142551 h 2240205"/>
              <a:gd name="connsiteX126" fmla="*/ 77641 w 12192000"/>
              <a:gd name="connsiteY126" fmla="*/ 2126835 h 2240205"/>
              <a:gd name="connsiteX127" fmla="*/ 37645 w 12192000"/>
              <a:gd name="connsiteY127" fmla="*/ 2115401 h 2240205"/>
              <a:gd name="connsiteX128" fmla="*/ 4572 w 12192000"/>
              <a:gd name="connsiteY128" fmla="*/ 2111091 h 2240205"/>
              <a:gd name="connsiteX129" fmla="*/ 0 w 12192000"/>
              <a:gd name="connsiteY129" fmla="*/ 2110468 h 2240205"/>
              <a:gd name="connsiteX130" fmla="*/ 0 w 12192000"/>
              <a:gd name="connsiteY130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649954 w 12192000"/>
              <a:gd name="connsiteY4" fmla="*/ 749628 h 2240205"/>
              <a:gd name="connsiteX5" fmla="*/ 11560424 w 12192000"/>
              <a:gd name="connsiteY5" fmla="*/ 748017 h 2240205"/>
              <a:gd name="connsiteX6" fmla="*/ 11358455 w 12192000"/>
              <a:gd name="connsiteY6" fmla="*/ 747593 h 2240205"/>
              <a:gd name="connsiteX7" fmla="*/ 11165209 w 12192000"/>
              <a:gd name="connsiteY7" fmla="*/ 748852 h 2240205"/>
              <a:gd name="connsiteX8" fmla="*/ 11058755 w 12192000"/>
              <a:gd name="connsiteY8" fmla="*/ 749617 h 2240205"/>
              <a:gd name="connsiteX9" fmla="*/ 10739478 w 12192000"/>
              <a:gd name="connsiteY9" fmla="*/ 776841 h 2240205"/>
              <a:gd name="connsiteX10" fmla="*/ 10458762 w 12192000"/>
              <a:gd name="connsiteY10" fmla="*/ 755400 h 2240205"/>
              <a:gd name="connsiteX11" fmla="*/ 10211200 w 12192000"/>
              <a:gd name="connsiteY11" fmla="*/ 767513 h 2240205"/>
              <a:gd name="connsiteX12" fmla="*/ 10167995 w 12192000"/>
              <a:gd name="connsiteY12" fmla="*/ 760843 h 2240205"/>
              <a:gd name="connsiteX13" fmla="*/ 9997044 w 12192000"/>
              <a:gd name="connsiteY13" fmla="*/ 780129 h 2240205"/>
              <a:gd name="connsiteX14" fmla="*/ 9943887 w 12192000"/>
              <a:gd name="connsiteY14" fmla="*/ 804141 h 2240205"/>
              <a:gd name="connsiteX15" fmla="*/ 9918248 w 12192000"/>
              <a:gd name="connsiteY15" fmla="*/ 816628 h 2240205"/>
              <a:gd name="connsiteX16" fmla="*/ 9767091 w 12192000"/>
              <a:gd name="connsiteY16" fmla="*/ 870550 h 2240205"/>
              <a:gd name="connsiteX17" fmla="*/ 9683005 w 12192000"/>
              <a:gd name="connsiteY17" fmla="*/ 894128 h 2240205"/>
              <a:gd name="connsiteX18" fmla="*/ 9500499 w 12192000"/>
              <a:gd name="connsiteY18" fmla="*/ 954680 h 2240205"/>
              <a:gd name="connsiteX19" fmla="*/ 9410017 w 12192000"/>
              <a:gd name="connsiteY19" fmla="*/ 993931 h 2240205"/>
              <a:gd name="connsiteX20" fmla="*/ 9392919 w 12192000"/>
              <a:gd name="connsiteY20" fmla="*/ 994656 h 2240205"/>
              <a:gd name="connsiteX21" fmla="*/ 9268019 w 12192000"/>
              <a:gd name="connsiteY21" fmla="*/ 1007442 h 2240205"/>
              <a:gd name="connsiteX22" fmla="*/ 9188177 w 12192000"/>
              <a:gd name="connsiteY22" fmla="*/ 1035474 h 2240205"/>
              <a:gd name="connsiteX23" fmla="*/ 9155969 w 12192000"/>
              <a:gd name="connsiteY23" fmla="*/ 1046804 h 2240205"/>
              <a:gd name="connsiteX24" fmla="*/ 9133985 w 12192000"/>
              <a:gd name="connsiteY24" fmla="*/ 1046450 h 2240205"/>
              <a:gd name="connsiteX25" fmla="*/ 9003462 w 12192000"/>
              <a:gd name="connsiteY25" fmla="*/ 1042406 h 2240205"/>
              <a:gd name="connsiteX26" fmla="*/ 8968445 w 12192000"/>
              <a:gd name="connsiteY26" fmla="*/ 1052169 h 2240205"/>
              <a:gd name="connsiteX27" fmla="*/ 8886001 w 12192000"/>
              <a:gd name="connsiteY27" fmla="*/ 1067468 h 2240205"/>
              <a:gd name="connsiteX28" fmla="*/ 8838610 w 12192000"/>
              <a:gd name="connsiteY28" fmla="*/ 1075091 h 2240205"/>
              <a:gd name="connsiteX29" fmla="*/ 8665605 w 12192000"/>
              <a:gd name="connsiteY29" fmla="*/ 1110791 h 2240205"/>
              <a:gd name="connsiteX30" fmla="*/ 8584946 w 12192000"/>
              <a:gd name="connsiteY30" fmla="*/ 1135226 h 2240205"/>
              <a:gd name="connsiteX31" fmla="*/ 8419755 w 12192000"/>
              <a:gd name="connsiteY31" fmla="*/ 1216260 h 2240205"/>
              <a:gd name="connsiteX32" fmla="*/ 8411626 w 12192000"/>
              <a:gd name="connsiteY32" fmla="*/ 1214397 h 2240205"/>
              <a:gd name="connsiteX33" fmla="*/ 8363469 w 12192000"/>
              <a:gd name="connsiteY33" fmla="*/ 1246658 h 2240205"/>
              <a:gd name="connsiteX34" fmla="*/ 8275497 w 12192000"/>
              <a:gd name="connsiteY34" fmla="*/ 1264396 h 2240205"/>
              <a:gd name="connsiteX35" fmla="*/ 8074238 w 12192000"/>
              <a:gd name="connsiteY35" fmla="*/ 1301895 h 2240205"/>
              <a:gd name="connsiteX36" fmla="*/ 7902328 w 12192000"/>
              <a:gd name="connsiteY36" fmla="*/ 1345865 h 2240205"/>
              <a:gd name="connsiteX37" fmla="*/ 7840612 w 12192000"/>
              <a:gd name="connsiteY37" fmla="*/ 1369373 h 2240205"/>
              <a:gd name="connsiteX38" fmla="*/ 7786819 w 12192000"/>
              <a:gd name="connsiteY38" fmla="*/ 1378970 h 2240205"/>
              <a:gd name="connsiteX39" fmla="*/ 7548172 w 12192000"/>
              <a:gd name="connsiteY39" fmla="*/ 1417460 h 2240205"/>
              <a:gd name="connsiteX40" fmla="*/ 7483437 w 12192000"/>
              <a:gd name="connsiteY40" fmla="*/ 1478152 h 2240205"/>
              <a:gd name="connsiteX41" fmla="*/ 7377870 w 12192000"/>
              <a:gd name="connsiteY41" fmla="*/ 1523319 h 2240205"/>
              <a:gd name="connsiteX42" fmla="*/ 7230737 w 12192000"/>
              <a:gd name="connsiteY42" fmla="*/ 1562633 h 2240205"/>
              <a:gd name="connsiteX43" fmla="*/ 7224458 w 12192000"/>
              <a:gd name="connsiteY43" fmla="*/ 1573008 h 2240205"/>
              <a:gd name="connsiteX44" fmla="*/ 7183121 w 12192000"/>
              <a:gd name="connsiteY44" fmla="*/ 1595162 h 2240205"/>
              <a:gd name="connsiteX45" fmla="*/ 7164601 w 12192000"/>
              <a:gd name="connsiteY45" fmla="*/ 1606490 h 2240205"/>
              <a:gd name="connsiteX46" fmla="*/ 6900177 w 12192000"/>
              <a:gd name="connsiteY46" fmla="*/ 1636016 h 2240205"/>
              <a:gd name="connsiteX47" fmla="*/ 6795372 w 12192000"/>
              <a:gd name="connsiteY47" fmla="*/ 1644845 h 2240205"/>
              <a:gd name="connsiteX48" fmla="*/ 6692251 w 12192000"/>
              <a:gd name="connsiteY48" fmla="*/ 1656357 h 2240205"/>
              <a:gd name="connsiteX49" fmla="*/ 6655235 w 12192000"/>
              <a:gd name="connsiteY49" fmla="*/ 1661869 h 2240205"/>
              <a:gd name="connsiteX50" fmla="*/ 6554894 w 12192000"/>
              <a:gd name="connsiteY50" fmla="*/ 1664428 h 2240205"/>
              <a:gd name="connsiteX51" fmla="*/ 6516595 w 12192000"/>
              <a:gd name="connsiteY51" fmla="*/ 1667475 h 2240205"/>
              <a:gd name="connsiteX52" fmla="*/ 6508541 w 12192000"/>
              <a:gd name="connsiteY52" fmla="*/ 1668757 h 2240205"/>
              <a:gd name="connsiteX53" fmla="*/ 6471012 w 12192000"/>
              <a:gd name="connsiteY53" fmla="*/ 1678604 h 2240205"/>
              <a:gd name="connsiteX54" fmla="*/ 6364035 w 12192000"/>
              <a:gd name="connsiteY54" fmla="*/ 1667683 h 2240205"/>
              <a:gd name="connsiteX55" fmla="*/ 6243319 w 12192000"/>
              <a:gd name="connsiteY55" fmla="*/ 1695560 h 2240205"/>
              <a:gd name="connsiteX56" fmla="*/ 6098321 w 12192000"/>
              <a:gd name="connsiteY56" fmla="*/ 1721646 h 2240205"/>
              <a:gd name="connsiteX57" fmla="*/ 5880652 w 12192000"/>
              <a:gd name="connsiteY57" fmla="*/ 1779643 h 2240205"/>
              <a:gd name="connsiteX58" fmla="*/ 5785959 w 12192000"/>
              <a:gd name="connsiteY58" fmla="*/ 1775307 h 2240205"/>
              <a:gd name="connsiteX59" fmla="*/ 5643534 w 12192000"/>
              <a:gd name="connsiteY59" fmla="*/ 1802919 h 2240205"/>
              <a:gd name="connsiteX60" fmla="*/ 5518799 w 12192000"/>
              <a:gd name="connsiteY60" fmla="*/ 1818312 h 2240205"/>
              <a:gd name="connsiteX61" fmla="*/ 5505014 w 12192000"/>
              <a:gd name="connsiteY61" fmla="*/ 1819259 h 2240205"/>
              <a:gd name="connsiteX62" fmla="*/ 5453307 w 12192000"/>
              <a:gd name="connsiteY62" fmla="*/ 1815450 h 2240205"/>
              <a:gd name="connsiteX63" fmla="*/ 5221533 w 12192000"/>
              <a:gd name="connsiteY63" fmla="*/ 1846950 h 2240205"/>
              <a:gd name="connsiteX64" fmla="*/ 5149802 w 12192000"/>
              <a:gd name="connsiteY64" fmla="*/ 1844846 h 2240205"/>
              <a:gd name="connsiteX65" fmla="*/ 5114927 w 12192000"/>
              <a:gd name="connsiteY65" fmla="*/ 1847827 h 2240205"/>
              <a:gd name="connsiteX66" fmla="*/ 5108970 w 12192000"/>
              <a:gd name="connsiteY66" fmla="*/ 1847935 h 2240205"/>
              <a:gd name="connsiteX67" fmla="*/ 5067961 w 12192000"/>
              <a:gd name="connsiteY67" fmla="*/ 1845917 h 2240205"/>
              <a:gd name="connsiteX68" fmla="*/ 5007075 w 12192000"/>
              <a:gd name="connsiteY68" fmla="*/ 1838626 h 2240205"/>
              <a:gd name="connsiteX69" fmla="*/ 4944087 w 12192000"/>
              <a:gd name="connsiteY69" fmla="*/ 1823332 h 2240205"/>
              <a:gd name="connsiteX70" fmla="*/ 4907662 w 12192000"/>
              <a:gd name="connsiteY70" fmla="*/ 1816900 h 2240205"/>
              <a:gd name="connsiteX71" fmla="*/ 4882386 w 12192000"/>
              <a:gd name="connsiteY71" fmla="*/ 1809844 h 2240205"/>
              <a:gd name="connsiteX72" fmla="*/ 4811440 w 12192000"/>
              <a:gd name="connsiteY72" fmla="*/ 1804655 h 2240205"/>
              <a:gd name="connsiteX73" fmla="*/ 4691075 w 12192000"/>
              <a:gd name="connsiteY73" fmla="*/ 1801389 h 2240205"/>
              <a:gd name="connsiteX74" fmla="*/ 4640313 w 12192000"/>
              <a:gd name="connsiteY74" fmla="*/ 1784307 h 2240205"/>
              <a:gd name="connsiteX75" fmla="*/ 4536503 w 12192000"/>
              <a:gd name="connsiteY75" fmla="*/ 1785334 h 2240205"/>
              <a:gd name="connsiteX76" fmla="*/ 4513724 w 12192000"/>
              <a:gd name="connsiteY76" fmla="*/ 1791996 h 2240205"/>
              <a:gd name="connsiteX77" fmla="*/ 4459810 w 12192000"/>
              <a:gd name="connsiteY77" fmla="*/ 1797886 h 2240205"/>
              <a:gd name="connsiteX78" fmla="*/ 4379064 w 12192000"/>
              <a:gd name="connsiteY78" fmla="*/ 1817177 h 2240205"/>
              <a:gd name="connsiteX79" fmla="*/ 4290981 w 12192000"/>
              <a:gd name="connsiteY79" fmla="*/ 1839677 h 2240205"/>
              <a:gd name="connsiteX80" fmla="*/ 4238372 w 12192000"/>
              <a:gd name="connsiteY80" fmla="*/ 1851480 h 2240205"/>
              <a:gd name="connsiteX81" fmla="*/ 4232517 w 12192000"/>
              <a:gd name="connsiteY81" fmla="*/ 1852567 h 2240205"/>
              <a:gd name="connsiteX82" fmla="*/ 4191732 w 12192000"/>
              <a:gd name="connsiteY82" fmla="*/ 1857328 h 2240205"/>
              <a:gd name="connsiteX83" fmla="*/ 4065532 w 12192000"/>
              <a:gd name="connsiteY83" fmla="*/ 1855477 h 2240205"/>
              <a:gd name="connsiteX84" fmla="*/ 4028460 w 12192000"/>
              <a:gd name="connsiteY84" fmla="*/ 1855137 h 2240205"/>
              <a:gd name="connsiteX85" fmla="*/ 4002267 w 12192000"/>
              <a:gd name="connsiteY85" fmla="*/ 1852352 h 2240205"/>
              <a:gd name="connsiteX86" fmla="*/ 3931396 w 12192000"/>
              <a:gd name="connsiteY86" fmla="*/ 1858915 h 2240205"/>
              <a:gd name="connsiteX87" fmla="*/ 3812162 w 12192000"/>
              <a:gd name="connsiteY87" fmla="*/ 1875501 h 2240205"/>
              <a:gd name="connsiteX88" fmla="*/ 3758105 w 12192000"/>
              <a:gd name="connsiteY88" fmla="*/ 1871856 h 2240205"/>
              <a:gd name="connsiteX89" fmla="*/ 3567259 w 12192000"/>
              <a:gd name="connsiteY89" fmla="*/ 1893482 h 2240205"/>
              <a:gd name="connsiteX90" fmla="*/ 3405770 w 12192000"/>
              <a:gd name="connsiteY90" fmla="*/ 1904591 h 2240205"/>
              <a:gd name="connsiteX91" fmla="*/ 3280097 w 12192000"/>
              <a:gd name="connsiteY91" fmla="*/ 1919610 h 2240205"/>
              <a:gd name="connsiteX92" fmla="*/ 3009910 w 12192000"/>
              <a:gd name="connsiteY92" fmla="*/ 1957866 h 2240205"/>
              <a:gd name="connsiteX93" fmla="*/ 2995934 w 12192000"/>
              <a:gd name="connsiteY93" fmla="*/ 1967085 h 2240205"/>
              <a:gd name="connsiteX94" fmla="*/ 2942858 w 12192000"/>
              <a:gd name="connsiteY94" fmla="*/ 1981367 h 2240205"/>
              <a:gd name="connsiteX95" fmla="*/ 2875436 w 12192000"/>
              <a:gd name="connsiteY95" fmla="*/ 1996977 h 2240205"/>
              <a:gd name="connsiteX96" fmla="*/ 2874892 w 12192000"/>
              <a:gd name="connsiteY96" fmla="*/ 1996085 h 2240205"/>
              <a:gd name="connsiteX97" fmla="*/ 2843662 w 12192000"/>
              <a:gd name="connsiteY97" fmla="*/ 1992498 h 2240205"/>
              <a:gd name="connsiteX98" fmla="*/ 2718916 w 12192000"/>
              <a:gd name="connsiteY98" fmla="*/ 1990867 h 2240205"/>
              <a:gd name="connsiteX99" fmla="*/ 2713522 w 12192000"/>
              <a:gd name="connsiteY99" fmla="*/ 1990173 h 2240205"/>
              <a:gd name="connsiteX100" fmla="*/ 2476147 w 12192000"/>
              <a:gd name="connsiteY100" fmla="*/ 1998305 h 2240205"/>
              <a:gd name="connsiteX101" fmla="*/ 2373568 w 12192000"/>
              <a:gd name="connsiteY101" fmla="*/ 2003219 h 2240205"/>
              <a:gd name="connsiteX102" fmla="*/ 2287219 w 12192000"/>
              <a:gd name="connsiteY102" fmla="*/ 1998750 h 2240205"/>
              <a:gd name="connsiteX103" fmla="*/ 2243069 w 12192000"/>
              <a:gd name="connsiteY103" fmla="*/ 2005321 h 2240205"/>
              <a:gd name="connsiteX104" fmla="*/ 2164831 w 12192000"/>
              <a:gd name="connsiteY104" fmla="*/ 2010143 h 2240205"/>
              <a:gd name="connsiteX105" fmla="*/ 2085228 w 12192000"/>
              <a:gd name="connsiteY105" fmla="*/ 2046431 h 2240205"/>
              <a:gd name="connsiteX106" fmla="*/ 2058061 w 12192000"/>
              <a:gd name="connsiteY106" fmla="*/ 2047942 h 2240205"/>
              <a:gd name="connsiteX107" fmla="*/ 2042244 w 12192000"/>
              <a:gd name="connsiteY107" fmla="*/ 2055560 h 2240205"/>
              <a:gd name="connsiteX108" fmla="*/ 1877728 w 12192000"/>
              <a:gd name="connsiteY108" fmla="*/ 2101004 h 2240205"/>
              <a:gd name="connsiteX109" fmla="*/ 1759056 w 12192000"/>
              <a:gd name="connsiteY109" fmla="*/ 2125608 h 2240205"/>
              <a:gd name="connsiteX110" fmla="*/ 1637948 w 12192000"/>
              <a:gd name="connsiteY110" fmla="*/ 2172597 h 2240205"/>
              <a:gd name="connsiteX111" fmla="*/ 1434549 w 12192000"/>
              <a:gd name="connsiteY111" fmla="*/ 2234522 h 2240205"/>
              <a:gd name="connsiteX112" fmla="*/ 1370962 w 12192000"/>
              <a:gd name="connsiteY112" fmla="*/ 2237474 h 2240205"/>
              <a:gd name="connsiteX113" fmla="*/ 1356367 w 12192000"/>
              <a:gd name="connsiteY113" fmla="*/ 2235089 h 2240205"/>
              <a:gd name="connsiteX114" fmla="*/ 1279765 w 12192000"/>
              <a:gd name="connsiteY114" fmla="*/ 2229639 h 2240205"/>
              <a:gd name="connsiteX115" fmla="*/ 1195347 w 12192000"/>
              <a:gd name="connsiteY115" fmla="*/ 2212354 h 2240205"/>
              <a:gd name="connsiteX116" fmla="*/ 970251 w 12192000"/>
              <a:gd name="connsiteY116" fmla="*/ 2221029 h 2240205"/>
              <a:gd name="connsiteX117" fmla="*/ 812914 w 12192000"/>
              <a:gd name="connsiteY117" fmla="*/ 2210095 h 2240205"/>
              <a:gd name="connsiteX118" fmla="*/ 776382 w 12192000"/>
              <a:gd name="connsiteY118" fmla="*/ 2204512 h 2240205"/>
              <a:gd name="connsiteX119" fmla="*/ 597225 w 12192000"/>
              <a:gd name="connsiteY119" fmla="*/ 2180999 h 2240205"/>
              <a:gd name="connsiteX120" fmla="*/ 520671 w 12192000"/>
              <a:gd name="connsiteY120" fmla="*/ 2180980 h 2240205"/>
              <a:gd name="connsiteX121" fmla="*/ 515024 w 12192000"/>
              <a:gd name="connsiteY121" fmla="*/ 2179258 h 2240205"/>
              <a:gd name="connsiteX122" fmla="*/ 413835 w 12192000"/>
              <a:gd name="connsiteY122" fmla="*/ 2156783 h 2240205"/>
              <a:gd name="connsiteX123" fmla="*/ 376513 w 12192000"/>
              <a:gd name="connsiteY123" fmla="*/ 2154014 h 2240205"/>
              <a:gd name="connsiteX124" fmla="*/ 273386 w 12192000"/>
              <a:gd name="connsiteY124" fmla="*/ 2142551 h 2240205"/>
              <a:gd name="connsiteX125" fmla="*/ 77641 w 12192000"/>
              <a:gd name="connsiteY125" fmla="*/ 2126835 h 2240205"/>
              <a:gd name="connsiteX126" fmla="*/ 37645 w 12192000"/>
              <a:gd name="connsiteY126" fmla="*/ 2115401 h 2240205"/>
              <a:gd name="connsiteX127" fmla="*/ 4572 w 12192000"/>
              <a:gd name="connsiteY127" fmla="*/ 2111091 h 2240205"/>
              <a:gd name="connsiteX128" fmla="*/ 0 w 12192000"/>
              <a:gd name="connsiteY128" fmla="*/ 2110468 h 2240205"/>
              <a:gd name="connsiteX129" fmla="*/ 0 w 12192000"/>
              <a:gd name="connsiteY129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649954 w 12192000"/>
              <a:gd name="connsiteY4" fmla="*/ 749628 h 2240205"/>
              <a:gd name="connsiteX5" fmla="*/ 11560424 w 12192000"/>
              <a:gd name="connsiteY5" fmla="*/ 748017 h 2240205"/>
              <a:gd name="connsiteX6" fmla="*/ 11358455 w 12192000"/>
              <a:gd name="connsiteY6" fmla="*/ 747593 h 2240205"/>
              <a:gd name="connsiteX7" fmla="*/ 11165209 w 12192000"/>
              <a:gd name="connsiteY7" fmla="*/ 748852 h 2240205"/>
              <a:gd name="connsiteX8" fmla="*/ 11058755 w 12192000"/>
              <a:gd name="connsiteY8" fmla="*/ 749617 h 2240205"/>
              <a:gd name="connsiteX9" fmla="*/ 10803046 w 12192000"/>
              <a:gd name="connsiteY9" fmla="*/ 774328 h 2240205"/>
              <a:gd name="connsiteX10" fmla="*/ 10458762 w 12192000"/>
              <a:gd name="connsiteY10" fmla="*/ 755400 h 2240205"/>
              <a:gd name="connsiteX11" fmla="*/ 10211200 w 12192000"/>
              <a:gd name="connsiteY11" fmla="*/ 767513 h 2240205"/>
              <a:gd name="connsiteX12" fmla="*/ 10167995 w 12192000"/>
              <a:gd name="connsiteY12" fmla="*/ 760843 h 2240205"/>
              <a:gd name="connsiteX13" fmla="*/ 9997044 w 12192000"/>
              <a:gd name="connsiteY13" fmla="*/ 780129 h 2240205"/>
              <a:gd name="connsiteX14" fmla="*/ 9943887 w 12192000"/>
              <a:gd name="connsiteY14" fmla="*/ 804141 h 2240205"/>
              <a:gd name="connsiteX15" fmla="*/ 9918248 w 12192000"/>
              <a:gd name="connsiteY15" fmla="*/ 816628 h 2240205"/>
              <a:gd name="connsiteX16" fmla="*/ 9767091 w 12192000"/>
              <a:gd name="connsiteY16" fmla="*/ 870550 h 2240205"/>
              <a:gd name="connsiteX17" fmla="*/ 9683005 w 12192000"/>
              <a:gd name="connsiteY17" fmla="*/ 894128 h 2240205"/>
              <a:gd name="connsiteX18" fmla="*/ 9500499 w 12192000"/>
              <a:gd name="connsiteY18" fmla="*/ 954680 h 2240205"/>
              <a:gd name="connsiteX19" fmla="*/ 9410017 w 12192000"/>
              <a:gd name="connsiteY19" fmla="*/ 993931 h 2240205"/>
              <a:gd name="connsiteX20" fmla="*/ 9392919 w 12192000"/>
              <a:gd name="connsiteY20" fmla="*/ 994656 h 2240205"/>
              <a:gd name="connsiteX21" fmla="*/ 9268019 w 12192000"/>
              <a:gd name="connsiteY21" fmla="*/ 1007442 h 2240205"/>
              <a:gd name="connsiteX22" fmla="*/ 9188177 w 12192000"/>
              <a:gd name="connsiteY22" fmla="*/ 1035474 h 2240205"/>
              <a:gd name="connsiteX23" fmla="*/ 9155969 w 12192000"/>
              <a:gd name="connsiteY23" fmla="*/ 1046804 h 2240205"/>
              <a:gd name="connsiteX24" fmla="*/ 9133985 w 12192000"/>
              <a:gd name="connsiteY24" fmla="*/ 1046450 h 2240205"/>
              <a:gd name="connsiteX25" fmla="*/ 9003462 w 12192000"/>
              <a:gd name="connsiteY25" fmla="*/ 1042406 h 2240205"/>
              <a:gd name="connsiteX26" fmla="*/ 8968445 w 12192000"/>
              <a:gd name="connsiteY26" fmla="*/ 1052169 h 2240205"/>
              <a:gd name="connsiteX27" fmla="*/ 8886001 w 12192000"/>
              <a:gd name="connsiteY27" fmla="*/ 1067468 h 2240205"/>
              <a:gd name="connsiteX28" fmla="*/ 8838610 w 12192000"/>
              <a:gd name="connsiteY28" fmla="*/ 1075091 h 2240205"/>
              <a:gd name="connsiteX29" fmla="*/ 8665605 w 12192000"/>
              <a:gd name="connsiteY29" fmla="*/ 1110791 h 2240205"/>
              <a:gd name="connsiteX30" fmla="*/ 8584946 w 12192000"/>
              <a:gd name="connsiteY30" fmla="*/ 1135226 h 2240205"/>
              <a:gd name="connsiteX31" fmla="*/ 8419755 w 12192000"/>
              <a:gd name="connsiteY31" fmla="*/ 1216260 h 2240205"/>
              <a:gd name="connsiteX32" fmla="*/ 8411626 w 12192000"/>
              <a:gd name="connsiteY32" fmla="*/ 1214397 h 2240205"/>
              <a:gd name="connsiteX33" fmla="*/ 8363469 w 12192000"/>
              <a:gd name="connsiteY33" fmla="*/ 1246658 h 2240205"/>
              <a:gd name="connsiteX34" fmla="*/ 8275497 w 12192000"/>
              <a:gd name="connsiteY34" fmla="*/ 1264396 h 2240205"/>
              <a:gd name="connsiteX35" fmla="*/ 8074238 w 12192000"/>
              <a:gd name="connsiteY35" fmla="*/ 1301895 h 2240205"/>
              <a:gd name="connsiteX36" fmla="*/ 7902328 w 12192000"/>
              <a:gd name="connsiteY36" fmla="*/ 1345865 h 2240205"/>
              <a:gd name="connsiteX37" fmla="*/ 7840612 w 12192000"/>
              <a:gd name="connsiteY37" fmla="*/ 1369373 h 2240205"/>
              <a:gd name="connsiteX38" fmla="*/ 7786819 w 12192000"/>
              <a:gd name="connsiteY38" fmla="*/ 1378970 h 2240205"/>
              <a:gd name="connsiteX39" fmla="*/ 7548172 w 12192000"/>
              <a:gd name="connsiteY39" fmla="*/ 1417460 h 2240205"/>
              <a:gd name="connsiteX40" fmla="*/ 7483437 w 12192000"/>
              <a:gd name="connsiteY40" fmla="*/ 1478152 h 2240205"/>
              <a:gd name="connsiteX41" fmla="*/ 7377870 w 12192000"/>
              <a:gd name="connsiteY41" fmla="*/ 1523319 h 2240205"/>
              <a:gd name="connsiteX42" fmla="*/ 7230737 w 12192000"/>
              <a:gd name="connsiteY42" fmla="*/ 1562633 h 2240205"/>
              <a:gd name="connsiteX43" fmla="*/ 7224458 w 12192000"/>
              <a:gd name="connsiteY43" fmla="*/ 1573008 h 2240205"/>
              <a:gd name="connsiteX44" fmla="*/ 7183121 w 12192000"/>
              <a:gd name="connsiteY44" fmla="*/ 1595162 h 2240205"/>
              <a:gd name="connsiteX45" fmla="*/ 7164601 w 12192000"/>
              <a:gd name="connsiteY45" fmla="*/ 1606490 h 2240205"/>
              <a:gd name="connsiteX46" fmla="*/ 6900177 w 12192000"/>
              <a:gd name="connsiteY46" fmla="*/ 1636016 h 2240205"/>
              <a:gd name="connsiteX47" fmla="*/ 6795372 w 12192000"/>
              <a:gd name="connsiteY47" fmla="*/ 1644845 h 2240205"/>
              <a:gd name="connsiteX48" fmla="*/ 6692251 w 12192000"/>
              <a:gd name="connsiteY48" fmla="*/ 1656357 h 2240205"/>
              <a:gd name="connsiteX49" fmla="*/ 6655235 w 12192000"/>
              <a:gd name="connsiteY49" fmla="*/ 1661869 h 2240205"/>
              <a:gd name="connsiteX50" fmla="*/ 6554894 w 12192000"/>
              <a:gd name="connsiteY50" fmla="*/ 1664428 h 2240205"/>
              <a:gd name="connsiteX51" fmla="*/ 6516595 w 12192000"/>
              <a:gd name="connsiteY51" fmla="*/ 1667475 h 2240205"/>
              <a:gd name="connsiteX52" fmla="*/ 6508541 w 12192000"/>
              <a:gd name="connsiteY52" fmla="*/ 1668757 h 2240205"/>
              <a:gd name="connsiteX53" fmla="*/ 6471012 w 12192000"/>
              <a:gd name="connsiteY53" fmla="*/ 1678604 h 2240205"/>
              <a:gd name="connsiteX54" fmla="*/ 6364035 w 12192000"/>
              <a:gd name="connsiteY54" fmla="*/ 1667683 h 2240205"/>
              <a:gd name="connsiteX55" fmla="*/ 6243319 w 12192000"/>
              <a:gd name="connsiteY55" fmla="*/ 1695560 h 2240205"/>
              <a:gd name="connsiteX56" fmla="*/ 6098321 w 12192000"/>
              <a:gd name="connsiteY56" fmla="*/ 1721646 h 2240205"/>
              <a:gd name="connsiteX57" fmla="*/ 5880652 w 12192000"/>
              <a:gd name="connsiteY57" fmla="*/ 1779643 h 2240205"/>
              <a:gd name="connsiteX58" fmla="*/ 5785959 w 12192000"/>
              <a:gd name="connsiteY58" fmla="*/ 1775307 h 2240205"/>
              <a:gd name="connsiteX59" fmla="*/ 5643534 w 12192000"/>
              <a:gd name="connsiteY59" fmla="*/ 1802919 h 2240205"/>
              <a:gd name="connsiteX60" fmla="*/ 5518799 w 12192000"/>
              <a:gd name="connsiteY60" fmla="*/ 1818312 h 2240205"/>
              <a:gd name="connsiteX61" fmla="*/ 5505014 w 12192000"/>
              <a:gd name="connsiteY61" fmla="*/ 1819259 h 2240205"/>
              <a:gd name="connsiteX62" fmla="*/ 5453307 w 12192000"/>
              <a:gd name="connsiteY62" fmla="*/ 1815450 h 2240205"/>
              <a:gd name="connsiteX63" fmla="*/ 5221533 w 12192000"/>
              <a:gd name="connsiteY63" fmla="*/ 1846950 h 2240205"/>
              <a:gd name="connsiteX64" fmla="*/ 5149802 w 12192000"/>
              <a:gd name="connsiteY64" fmla="*/ 1844846 h 2240205"/>
              <a:gd name="connsiteX65" fmla="*/ 5114927 w 12192000"/>
              <a:gd name="connsiteY65" fmla="*/ 1847827 h 2240205"/>
              <a:gd name="connsiteX66" fmla="*/ 5108970 w 12192000"/>
              <a:gd name="connsiteY66" fmla="*/ 1847935 h 2240205"/>
              <a:gd name="connsiteX67" fmla="*/ 5067961 w 12192000"/>
              <a:gd name="connsiteY67" fmla="*/ 1845917 h 2240205"/>
              <a:gd name="connsiteX68" fmla="*/ 5007075 w 12192000"/>
              <a:gd name="connsiteY68" fmla="*/ 1838626 h 2240205"/>
              <a:gd name="connsiteX69" fmla="*/ 4944087 w 12192000"/>
              <a:gd name="connsiteY69" fmla="*/ 1823332 h 2240205"/>
              <a:gd name="connsiteX70" fmla="*/ 4907662 w 12192000"/>
              <a:gd name="connsiteY70" fmla="*/ 1816900 h 2240205"/>
              <a:gd name="connsiteX71" fmla="*/ 4882386 w 12192000"/>
              <a:gd name="connsiteY71" fmla="*/ 1809844 h 2240205"/>
              <a:gd name="connsiteX72" fmla="*/ 4811440 w 12192000"/>
              <a:gd name="connsiteY72" fmla="*/ 1804655 h 2240205"/>
              <a:gd name="connsiteX73" fmla="*/ 4691075 w 12192000"/>
              <a:gd name="connsiteY73" fmla="*/ 1801389 h 2240205"/>
              <a:gd name="connsiteX74" fmla="*/ 4640313 w 12192000"/>
              <a:gd name="connsiteY74" fmla="*/ 1784307 h 2240205"/>
              <a:gd name="connsiteX75" fmla="*/ 4536503 w 12192000"/>
              <a:gd name="connsiteY75" fmla="*/ 1785334 h 2240205"/>
              <a:gd name="connsiteX76" fmla="*/ 4513724 w 12192000"/>
              <a:gd name="connsiteY76" fmla="*/ 1791996 h 2240205"/>
              <a:gd name="connsiteX77" fmla="*/ 4459810 w 12192000"/>
              <a:gd name="connsiteY77" fmla="*/ 1797886 h 2240205"/>
              <a:gd name="connsiteX78" fmla="*/ 4379064 w 12192000"/>
              <a:gd name="connsiteY78" fmla="*/ 1817177 h 2240205"/>
              <a:gd name="connsiteX79" fmla="*/ 4290981 w 12192000"/>
              <a:gd name="connsiteY79" fmla="*/ 1839677 h 2240205"/>
              <a:gd name="connsiteX80" fmla="*/ 4238372 w 12192000"/>
              <a:gd name="connsiteY80" fmla="*/ 1851480 h 2240205"/>
              <a:gd name="connsiteX81" fmla="*/ 4232517 w 12192000"/>
              <a:gd name="connsiteY81" fmla="*/ 1852567 h 2240205"/>
              <a:gd name="connsiteX82" fmla="*/ 4191732 w 12192000"/>
              <a:gd name="connsiteY82" fmla="*/ 1857328 h 2240205"/>
              <a:gd name="connsiteX83" fmla="*/ 4065532 w 12192000"/>
              <a:gd name="connsiteY83" fmla="*/ 1855477 h 2240205"/>
              <a:gd name="connsiteX84" fmla="*/ 4028460 w 12192000"/>
              <a:gd name="connsiteY84" fmla="*/ 1855137 h 2240205"/>
              <a:gd name="connsiteX85" fmla="*/ 4002267 w 12192000"/>
              <a:gd name="connsiteY85" fmla="*/ 1852352 h 2240205"/>
              <a:gd name="connsiteX86" fmla="*/ 3931396 w 12192000"/>
              <a:gd name="connsiteY86" fmla="*/ 1858915 h 2240205"/>
              <a:gd name="connsiteX87" fmla="*/ 3812162 w 12192000"/>
              <a:gd name="connsiteY87" fmla="*/ 1875501 h 2240205"/>
              <a:gd name="connsiteX88" fmla="*/ 3758105 w 12192000"/>
              <a:gd name="connsiteY88" fmla="*/ 1871856 h 2240205"/>
              <a:gd name="connsiteX89" fmla="*/ 3567259 w 12192000"/>
              <a:gd name="connsiteY89" fmla="*/ 1893482 h 2240205"/>
              <a:gd name="connsiteX90" fmla="*/ 3405770 w 12192000"/>
              <a:gd name="connsiteY90" fmla="*/ 1904591 h 2240205"/>
              <a:gd name="connsiteX91" fmla="*/ 3280097 w 12192000"/>
              <a:gd name="connsiteY91" fmla="*/ 1919610 h 2240205"/>
              <a:gd name="connsiteX92" fmla="*/ 3009910 w 12192000"/>
              <a:gd name="connsiteY92" fmla="*/ 1957866 h 2240205"/>
              <a:gd name="connsiteX93" fmla="*/ 2995934 w 12192000"/>
              <a:gd name="connsiteY93" fmla="*/ 1967085 h 2240205"/>
              <a:gd name="connsiteX94" fmla="*/ 2942858 w 12192000"/>
              <a:gd name="connsiteY94" fmla="*/ 1981367 h 2240205"/>
              <a:gd name="connsiteX95" fmla="*/ 2875436 w 12192000"/>
              <a:gd name="connsiteY95" fmla="*/ 1996977 h 2240205"/>
              <a:gd name="connsiteX96" fmla="*/ 2874892 w 12192000"/>
              <a:gd name="connsiteY96" fmla="*/ 1996085 h 2240205"/>
              <a:gd name="connsiteX97" fmla="*/ 2843662 w 12192000"/>
              <a:gd name="connsiteY97" fmla="*/ 1992498 h 2240205"/>
              <a:gd name="connsiteX98" fmla="*/ 2718916 w 12192000"/>
              <a:gd name="connsiteY98" fmla="*/ 1990867 h 2240205"/>
              <a:gd name="connsiteX99" fmla="*/ 2713522 w 12192000"/>
              <a:gd name="connsiteY99" fmla="*/ 1990173 h 2240205"/>
              <a:gd name="connsiteX100" fmla="*/ 2476147 w 12192000"/>
              <a:gd name="connsiteY100" fmla="*/ 1998305 h 2240205"/>
              <a:gd name="connsiteX101" fmla="*/ 2373568 w 12192000"/>
              <a:gd name="connsiteY101" fmla="*/ 2003219 h 2240205"/>
              <a:gd name="connsiteX102" fmla="*/ 2287219 w 12192000"/>
              <a:gd name="connsiteY102" fmla="*/ 1998750 h 2240205"/>
              <a:gd name="connsiteX103" fmla="*/ 2243069 w 12192000"/>
              <a:gd name="connsiteY103" fmla="*/ 2005321 h 2240205"/>
              <a:gd name="connsiteX104" fmla="*/ 2164831 w 12192000"/>
              <a:gd name="connsiteY104" fmla="*/ 2010143 h 2240205"/>
              <a:gd name="connsiteX105" fmla="*/ 2085228 w 12192000"/>
              <a:gd name="connsiteY105" fmla="*/ 2046431 h 2240205"/>
              <a:gd name="connsiteX106" fmla="*/ 2058061 w 12192000"/>
              <a:gd name="connsiteY106" fmla="*/ 2047942 h 2240205"/>
              <a:gd name="connsiteX107" fmla="*/ 2042244 w 12192000"/>
              <a:gd name="connsiteY107" fmla="*/ 2055560 h 2240205"/>
              <a:gd name="connsiteX108" fmla="*/ 1877728 w 12192000"/>
              <a:gd name="connsiteY108" fmla="*/ 2101004 h 2240205"/>
              <a:gd name="connsiteX109" fmla="*/ 1759056 w 12192000"/>
              <a:gd name="connsiteY109" fmla="*/ 2125608 h 2240205"/>
              <a:gd name="connsiteX110" fmla="*/ 1637948 w 12192000"/>
              <a:gd name="connsiteY110" fmla="*/ 2172597 h 2240205"/>
              <a:gd name="connsiteX111" fmla="*/ 1434549 w 12192000"/>
              <a:gd name="connsiteY111" fmla="*/ 2234522 h 2240205"/>
              <a:gd name="connsiteX112" fmla="*/ 1370962 w 12192000"/>
              <a:gd name="connsiteY112" fmla="*/ 2237474 h 2240205"/>
              <a:gd name="connsiteX113" fmla="*/ 1356367 w 12192000"/>
              <a:gd name="connsiteY113" fmla="*/ 2235089 h 2240205"/>
              <a:gd name="connsiteX114" fmla="*/ 1279765 w 12192000"/>
              <a:gd name="connsiteY114" fmla="*/ 2229639 h 2240205"/>
              <a:gd name="connsiteX115" fmla="*/ 1195347 w 12192000"/>
              <a:gd name="connsiteY115" fmla="*/ 2212354 h 2240205"/>
              <a:gd name="connsiteX116" fmla="*/ 970251 w 12192000"/>
              <a:gd name="connsiteY116" fmla="*/ 2221029 h 2240205"/>
              <a:gd name="connsiteX117" fmla="*/ 812914 w 12192000"/>
              <a:gd name="connsiteY117" fmla="*/ 2210095 h 2240205"/>
              <a:gd name="connsiteX118" fmla="*/ 776382 w 12192000"/>
              <a:gd name="connsiteY118" fmla="*/ 2204512 h 2240205"/>
              <a:gd name="connsiteX119" fmla="*/ 597225 w 12192000"/>
              <a:gd name="connsiteY119" fmla="*/ 2180999 h 2240205"/>
              <a:gd name="connsiteX120" fmla="*/ 520671 w 12192000"/>
              <a:gd name="connsiteY120" fmla="*/ 2180980 h 2240205"/>
              <a:gd name="connsiteX121" fmla="*/ 515024 w 12192000"/>
              <a:gd name="connsiteY121" fmla="*/ 2179258 h 2240205"/>
              <a:gd name="connsiteX122" fmla="*/ 413835 w 12192000"/>
              <a:gd name="connsiteY122" fmla="*/ 2156783 h 2240205"/>
              <a:gd name="connsiteX123" fmla="*/ 376513 w 12192000"/>
              <a:gd name="connsiteY123" fmla="*/ 2154014 h 2240205"/>
              <a:gd name="connsiteX124" fmla="*/ 273386 w 12192000"/>
              <a:gd name="connsiteY124" fmla="*/ 2142551 h 2240205"/>
              <a:gd name="connsiteX125" fmla="*/ 77641 w 12192000"/>
              <a:gd name="connsiteY125" fmla="*/ 2126835 h 2240205"/>
              <a:gd name="connsiteX126" fmla="*/ 37645 w 12192000"/>
              <a:gd name="connsiteY126" fmla="*/ 2115401 h 2240205"/>
              <a:gd name="connsiteX127" fmla="*/ 4572 w 12192000"/>
              <a:gd name="connsiteY127" fmla="*/ 2111091 h 2240205"/>
              <a:gd name="connsiteX128" fmla="*/ 0 w 12192000"/>
              <a:gd name="connsiteY128" fmla="*/ 2110468 h 2240205"/>
              <a:gd name="connsiteX129" fmla="*/ 0 w 12192000"/>
              <a:gd name="connsiteY129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649954 w 12192000"/>
              <a:gd name="connsiteY4" fmla="*/ 749628 h 2240205"/>
              <a:gd name="connsiteX5" fmla="*/ 11560424 w 12192000"/>
              <a:gd name="connsiteY5" fmla="*/ 748017 h 2240205"/>
              <a:gd name="connsiteX6" fmla="*/ 11358455 w 12192000"/>
              <a:gd name="connsiteY6" fmla="*/ 747593 h 2240205"/>
              <a:gd name="connsiteX7" fmla="*/ 11165209 w 12192000"/>
              <a:gd name="connsiteY7" fmla="*/ 748852 h 2240205"/>
              <a:gd name="connsiteX8" fmla="*/ 11058755 w 12192000"/>
              <a:gd name="connsiteY8" fmla="*/ 749617 h 2240205"/>
              <a:gd name="connsiteX9" fmla="*/ 10803046 w 12192000"/>
              <a:gd name="connsiteY9" fmla="*/ 774328 h 2240205"/>
              <a:gd name="connsiteX10" fmla="*/ 10458762 w 12192000"/>
              <a:gd name="connsiteY10" fmla="*/ 755400 h 2240205"/>
              <a:gd name="connsiteX11" fmla="*/ 10211200 w 12192000"/>
              <a:gd name="connsiteY11" fmla="*/ 767513 h 2240205"/>
              <a:gd name="connsiteX12" fmla="*/ 10167995 w 12192000"/>
              <a:gd name="connsiteY12" fmla="*/ 760843 h 2240205"/>
              <a:gd name="connsiteX13" fmla="*/ 9997044 w 12192000"/>
              <a:gd name="connsiteY13" fmla="*/ 780129 h 2240205"/>
              <a:gd name="connsiteX14" fmla="*/ 9943887 w 12192000"/>
              <a:gd name="connsiteY14" fmla="*/ 804141 h 2240205"/>
              <a:gd name="connsiteX15" fmla="*/ 9918248 w 12192000"/>
              <a:gd name="connsiteY15" fmla="*/ 816628 h 2240205"/>
              <a:gd name="connsiteX16" fmla="*/ 9767091 w 12192000"/>
              <a:gd name="connsiteY16" fmla="*/ 870550 h 2240205"/>
              <a:gd name="connsiteX17" fmla="*/ 9683005 w 12192000"/>
              <a:gd name="connsiteY17" fmla="*/ 894128 h 2240205"/>
              <a:gd name="connsiteX18" fmla="*/ 9500499 w 12192000"/>
              <a:gd name="connsiteY18" fmla="*/ 954680 h 2240205"/>
              <a:gd name="connsiteX19" fmla="*/ 9410017 w 12192000"/>
              <a:gd name="connsiteY19" fmla="*/ 993931 h 2240205"/>
              <a:gd name="connsiteX20" fmla="*/ 9392919 w 12192000"/>
              <a:gd name="connsiteY20" fmla="*/ 994656 h 2240205"/>
              <a:gd name="connsiteX21" fmla="*/ 9268019 w 12192000"/>
              <a:gd name="connsiteY21" fmla="*/ 1007442 h 2240205"/>
              <a:gd name="connsiteX22" fmla="*/ 9188177 w 12192000"/>
              <a:gd name="connsiteY22" fmla="*/ 1035474 h 2240205"/>
              <a:gd name="connsiteX23" fmla="*/ 9155969 w 12192000"/>
              <a:gd name="connsiteY23" fmla="*/ 1046804 h 2240205"/>
              <a:gd name="connsiteX24" fmla="*/ 9133985 w 12192000"/>
              <a:gd name="connsiteY24" fmla="*/ 1046450 h 2240205"/>
              <a:gd name="connsiteX25" fmla="*/ 9003462 w 12192000"/>
              <a:gd name="connsiteY25" fmla="*/ 1042406 h 2240205"/>
              <a:gd name="connsiteX26" fmla="*/ 8968445 w 12192000"/>
              <a:gd name="connsiteY26" fmla="*/ 1052169 h 2240205"/>
              <a:gd name="connsiteX27" fmla="*/ 8886001 w 12192000"/>
              <a:gd name="connsiteY27" fmla="*/ 1067468 h 2240205"/>
              <a:gd name="connsiteX28" fmla="*/ 8838610 w 12192000"/>
              <a:gd name="connsiteY28" fmla="*/ 1075091 h 2240205"/>
              <a:gd name="connsiteX29" fmla="*/ 8665605 w 12192000"/>
              <a:gd name="connsiteY29" fmla="*/ 1110791 h 2240205"/>
              <a:gd name="connsiteX30" fmla="*/ 8584946 w 12192000"/>
              <a:gd name="connsiteY30" fmla="*/ 1135226 h 2240205"/>
              <a:gd name="connsiteX31" fmla="*/ 8419755 w 12192000"/>
              <a:gd name="connsiteY31" fmla="*/ 1216260 h 2240205"/>
              <a:gd name="connsiteX32" fmla="*/ 8411626 w 12192000"/>
              <a:gd name="connsiteY32" fmla="*/ 1214397 h 2240205"/>
              <a:gd name="connsiteX33" fmla="*/ 8363469 w 12192000"/>
              <a:gd name="connsiteY33" fmla="*/ 1246658 h 2240205"/>
              <a:gd name="connsiteX34" fmla="*/ 8275497 w 12192000"/>
              <a:gd name="connsiteY34" fmla="*/ 1264396 h 2240205"/>
              <a:gd name="connsiteX35" fmla="*/ 8074238 w 12192000"/>
              <a:gd name="connsiteY35" fmla="*/ 1301895 h 2240205"/>
              <a:gd name="connsiteX36" fmla="*/ 7902328 w 12192000"/>
              <a:gd name="connsiteY36" fmla="*/ 1345865 h 2240205"/>
              <a:gd name="connsiteX37" fmla="*/ 7840612 w 12192000"/>
              <a:gd name="connsiteY37" fmla="*/ 1369373 h 2240205"/>
              <a:gd name="connsiteX38" fmla="*/ 7786819 w 12192000"/>
              <a:gd name="connsiteY38" fmla="*/ 1378970 h 2240205"/>
              <a:gd name="connsiteX39" fmla="*/ 7548172 w 12192000"/>
              <a:gd name="connsiteY39" fmla="*/ 1417460 h 2240205"/>
              <a:gd name="connsiteX40" fmla="*/ 7483437 w 12192000"/>
              <a:gd name="connsiteY40" fmla="*/ 1478152 h 2240205"/>
              <a:gd name="connsiteX41" fmla="*/ 7377870 w 12192000"/>
              <a:gd name="connsiteY41" fmla="*/ 1523319 h 2240205"/>
              <a:gd name="connsiteX42" fmla="*/ 7230737 w 12192000"/>
              <a:gd name="connsiteY42" fmla="*/ 1562633 h 2240205"/>
              <a:gd name="connsiteX43" fmla="*/ 7224458 w 12192000"/>
              <a:gd name="connsiteY43" fmla="*/ 1573008 h 2240205"/>
              <a:gd name="connsiteX44" fmla="*/ 7183121 w 12192000"/>
              <a:gd name="connsiteY44" fmla="*/ 1595162 h 2240205"/>
              <a:gd name="connsiteX45" fmla="*/ 7164601 w 12192000"/>
              <a:gd name="connsiteY45" fmla="*/ 1606490 h 2240205"/>
              <a:gd name="connsiteX46" fmla="*/ 6900177 w 12192000"/>
              <a:gd name="connsiteY46" fmla="*/ 1636016 h 2240205"/>
              <a:gd name="connsiteX47" fmla="*/ 6795372 w 12192000"/>
              <a:gd name="connsiteY47" fmla="*/ 1644845 h 2240205"/>
              <a:gd name="connsiteX48" fmla="*/ 6692251 w 12192000"/>
              <a:gd name="connsiteY48" fmla="*/ 1656357 h 2240205"/>
              <a:gd name="connsiteX49" fmla="*/ 6655235 w 12192000"/>
              <a:gd name="connsiteY49" fmla="*/ 1661869 h 2240205"/>
              <a:gd name="connsiteX50" fmla="*/ 6554894 w 12192000"/>
              <a:gd name="connsiteY50" fmla="*/ 1664428 h 2240205"/>
              <a:gd name="connsiteX51" fmla="*/ 6516595 w 12192000"/>
              <a:gd name="connsiteY51" fmla="*/ 1667475 h 2240205"/>
              <a:gd name="connsiteX52" fmla="*/ 6508541 w 12192000"/>
              <a:gd name="connsiteY52" fmla="*/ 1668757 h 2240205"/>
              <a:gd name="connsiteX53" fmla="*/ 6471012 w 12192000"/>
              <a:gd name="connsiteY53" fmla="*/ 1678604 h 2240205"/>
              <a:gd name="connsiteX54" fmla="*/ 6364035 w 12192000"/>
              <a:gd name="connsiteY54" fmla="*/ 1667683 h 2240205"/>
              <a:gd name="connsiteX55" fmla="*/ 6243319 w 12192000"/>
              <a:gd name="connsiteY55" fmla="*/ 1695560 h 2240205"/>
              <a:gd name="connsiteX56" fmla="*/ 6098321 w 12192000"/>
              <a:gd name="connsiteY56" fmla="*/ 1721646 h 2240205"/>
              <a:gd name="connsiteX57" fmla="*/ 5880652 w 12192000"/>
              <a:gd name="connsiteY57" fmla="*/ 1779643 h 2240205"/>
              <a:gd name="connsiteX58" fmla="*/ 5785959 w 12192000"/>
              <a:gd name="connsiteY58" fmla="*/ 1775307 h 2240205"/>
              <a:gd name="connsiteX59" fmla="*/ 5643534 w 12192000"/>
              <a:gd name="connsiteY59" fmla="*/ 1802919 h 2240205"/>
              <a:gd name="connsiteX60" fmla="*/ 5518799 w 12192000"/>
              <a:gd name="connsiteY60" fmla="*/ 1818312 h 2240205"/>
              <a:gd name="connsiteX61" fmla="*/ 5505014 w 12192000"/>
              <a:gd name="connsiteY61" fmla="*/ 1819259 h 2240205"/>
              <a:gd name="connsiteX62" fmla="*/ 5453307 w 12192000"/>
              <a:gd name="connsiteY62" fmla="*/ 1815450 h 2240205"/>
              <a:gd name="connsiteX63" fmla="*/ 5221533 w 12192000"/>
              <a:gd name="connsiteY63" fmla="*/ 1846950 h 2240205"/>
              <a:gd name="connsiteX64" fmla="*/ 5149802 w 12192000"/>
              <a:gd name="connsiteY64" fmla="*/ 1844846 h 2240205"/>
              <a:gd name="connsiteX65" fmla="*/ 5114927 w 12192000"/>
              <a:gd name="connsiteY65" fmla="*/ 1847827 h 2240205"/>
              <a:gd name="connsiteX66" fmla="*/ 5108970 w 12192000"/>
              <a:gd name="connsiteY66" fmla="*/ 1847935 h 2240205"/>
              <a:gd name="connsiteX67" fmla="*/ 5067961 w 12192000"/>
              <a:gd name="connsiteY67" fmla="*/ 1845917 h 2240205"/>
              <a:gd name="connsiteX68" fmla="*/ 5007075 w 12192000"/>
              <a:gd name="connsiteY68" fmla="*/ 1838626 h 2240205"/>
              <a:gd name="connsiteX69" fmla="*/ 4944087 w 12192000"/>
              <a:gd name="connsiteY69" fmla="*/ 1823332 h 2240205"/>
              <a:gd name="connsiteX70" fmla="*/ 4907662 w 12192000"/>
              <a:gd name="connsiteY70" fmla="*/ 1816900 h 2240205"/>
              <a:gd name="connsiteX71" fmla="*/ 4882386 w 12192000"/>
              <a:gd name="connsiteY71" fmla="*/ 1809844 h 2240205"/>
              <a:gd name="connsiteX72" fmla="*/ 4811440 w 12192000"/>
              <a:gd name="connsiteY72" fmla="*/ 1804655 h 2240205"/>
              <a:gd name="connsiteX73" fmla="*/ 4691075 w 12192000"/>
              <a:gd name="connsiteY73" fmla="*/ 1801389 h 2240205"/>
              <a:gd name="connsiteX74" fmla="*/ 4640313 w 12192000"/>
              <a:gd name="connsiteY74" fmla="*/ 1784307 h 2240205"/>
              <a:gd name="connsiteX75" fmla="*/ 4536503 w 12192000"/>
              <a:gd name="connsiteY75" fmla="*/ 1785334 h 2240205"/>
              <a:gd name="connsiteX76" fmla="*/ 4513724 w 12192000"/>
              <a:gd name="connsiteY76" fmla="*/ 1791996 h 2240205"/>
              <a:gd name="connsiteX77" fmla="*/ 4459810 w 12192000"/>
              <a:gd name="connsiteY77" fmla="*/ 1797886 h 2240205"/>
              <a:gd name="connsiteX78" fmla="*/ 4379064 w 12192000"/>
              <a:gd name="connsiteY78" fmla="*/ 1817177 h 2240205"/>
              <a:gd name="connsiteX79" fmla="*/ 4290981 w 12192000"/>
              <a:gd name="connsiteY79" fmla="*/ 1839677 h 2240205"/>
              <a:gd name="connsiteX80" fmla="*/ 4238372 w 12192000"/>
              <a:gd name="connsiteY80" fmla="*/ 1851480 h 2240205"/>
              <a:gd name="connsiteX81" fmla="*/ 4232517 w 12192000"/>
              <a:gd name="connsiteY81" fmla="*/ 1852567 h 2240205"/>
              <a:gd name="connsiteX82" fmla="*/ 4191732 w 12192000"/>
              <a:gd name="connsiteY82" fmla="*/ 1857328 h 2240205"/>
              <a:gd name="connsiteX83" fmla="*/ 4065532 w 12192000"/>
              <a:gd name="connsiteY83" fmla="*/ 1855477 h 2240205"/>
              <a:gd name="connsiteX84" fmla="*/ 4028460 w 12192000"/>
              <a:gd name="connsiteY84" fmla="*/ 1855137 h 2240205"/>
              <a:gd name="connsiteX85" fmla="*/ 4002267 w 12192000"/>
              <a:gd name="connsiteY85" fmla="*/ 1852352 h 2240205"/>
              <a:gd name="connsiteX86" fmla="*/ 3931396 w 12192000"/>
              <a:gd name="connsiteY86" fmla="*/ 1858915 h 2240205"/>
              <a:gd name="connsiteX87" fmla="*/ 3812162 w 12192000"/>
              <a:gd name="connsiteY87" fmla="*/ 1875501 h 2240205"/>
              <a:gd name="connsiteX88" fmla="*/ 3758105 w 12192000"/>
              <a:gd name="connsiteY88" fmla="*/ 1871856 h 2240205"/>
              <a:gd name="connsiteX89" fmla="*/ 3567259 w 12192000"/>
              <a:gd name="connsiteY89" fmla="*/ 1893482 h 2240205"/>
              <a:gd name="connsiteX90" fmla="*/ 3405770 w 12192000"/>
              <a:gd name="connsiteY90" fmla="*/ 1904591 h 2240205"/>
              <a:gd name="connsiteX91" fmla="*/ 3280097 w 12192000"/>
              <a:gd name="connsiteY91" fmla="*/ 1919610 h 2240205"/>
              <a:gd name="connsiteX92" fmla="*/ 3009910 w 12192000"/>
              <a:gd name="connsiteY92" fmla="*/ 1957866 h 2240205"/>
              <a:gd name="connsiteX93" fmla="*/ 2995934 w 12192000"/>
              <a:gd name="connsiteY93" fmla="*/ 1967085 h 2240205"/>
              <a:gd name="connsiteX94" fmla="*/ 2942858 w 12192000"/>
              <a:gd name="connsiteY94" fmla="*/ 1981367 h 2240205"/>
              <a:gd name="connsiteX95" fmla="*/ 2875436 w 12192000"/>
              <a:gd name="connsiteY95" fmla="*/ 1996977 h 2240205"/>
              <a:gd name="connsiteX96" fmla="*/ 2874892 w 12192000"/>
              <a:gd name="connsiteY96" fmla="*/ 1996085 h 2240205"/>
              <a:gd name="connsiteX97" fmla="*/ 2843662 w 12192000"/>
              <a:gd name="connsiteY97" fmla="*/ 1992498 h 2240205"/>
              <a:gd name="connsiteX98" fmla="*/ 2718916 w 12192000"/>
              <a:gd name="connsiteY98" fmla="*/ 1990867 h 2240205"/>
              <a:gd name="connsiteX99" fmla="*/ 2713522 w 12192000"/>
              <a:gd name="connsiteY99" fmla="*/ 1990173 h 2240205"/>
              <a:gd name="connsiteX100" fmla="*/ 2476147 w 12192000"/>
              <a:gd name="connsiteY100" fmla="*/ 1998305 h 2240205"/>
              <a:gd name="connsiteX101" fmla="*/ 2373568 w 12192000"/>
              <a:gd name="connsiteY101" fmla="*/ 2003219 h 2240205"/>
              <a:gd name="connsiteX102" fmla="*/ 2287219 w 12192000"/>
              <a:gd name="connsiteY102" fmla="*/ 1998750 h 2240205"/>
              <a:gd name="connsiteX103" fmla="*/ 2243069 w 12192000"/>
              <a:gd name="connsiteY103" fmla="*/ 2005321 h 2240205"/>
              <a:gd name="connsiteX104" fmla="*/ 2164831 w 12192000"/>
              <a:gd name="connsiteY104" fmla="*/ 2010143 h 2240205"/>
              <a:gd name="connsiteX105" fmla="*/ 2085228 w 12192000"/>
              <a:gd name="connsiteY105" fmla="*/ 2046431 h 2240205"/>
              <a:gd name="connsiteX106" fmla="*/ 2058061 w 12192000"/>
              <a:gd name="connsiteY106" fmla="*/ 2047942 h 2240205"/>
              <a:gd name="connsiteX107" fmla="*/ 2042244 w 12192000"/>
              <a:gd name="connsiteY107" fmla="*/ 2055560 h 2240205"/>
              <a:gd name="connsiteX108" fmla="*/ 1877728 w 12192000"/>
              <a:gd name="connsiteY108" fmla="*/ 2101004 h 2240205"/>
              <a:gd name="connsiteX109" fmla="*/ 1759056 w 12192000"/>
              <a:gd name="connsiteY109" fmla="*/ 2125608 h 2240205"/>
              <a:gd name="connsiteX110" fmla="*/ 1637948 w 12192000"/>
              <a:gd name="connsiteY110" fmla="*/ 2172597 h 2240205"/>
              <a:gd name="connsiteX111" fmla="*/ 1434549 w 12192000"/>
              <a:gd name="connsiteY111" fmla="*/ 2234522 h 2240205"/>
              <a:gd name="connsiteX112" fmla="*/ 1370962 w 12192000"/>
              <a:gd name="connsiteY112" fmla="*/ 2237474 h 2240205"/>
              <a:gd name="connsiteX113" fmla="*/ 1356367 w 12192000"/>
              <a:gd name="connsiteY113" fmla="*/ 2235089 h 2240205"/>
              <a:gd name="connsiteX114" fmla="*/ 1279765 w 12192000"/>
              <a:gd name="connsiteY114" fmla="*/ 2229639 h 2240205"/>
              <a:gd name="connsiteX115" fmla="*/ 1195347 w 12192000"/>
              <a:gd name="connsiteY115" fmla="*/ 2212354 h 2240205"/>
              <a:gd name="connsiteX116" fmla="*/ 970251 w 12192000"/>
              <a:gd name="connsiteY116" fmla="*/ 2221029 h 2240205"/>
              <a:gd name="connsiteX117" fmla="*/ 812914 w 12192000"/>
              <a:gd name="connsiteY117" fmla="*/ 2210095 h 2240205"/>
              <a:gd name="connsiteX118" fmla="*/ 776382 w 12192000"/>
              <a:gd name="connsiteY118" fmla="*/ 2204512 h 2240205"/>
              <a:gd name="connsiteX119" fmla="*/ 597225 w 12192000"/>
              <a:gd name="connsiteY119" fmla="*/ 2180999 h 2240205"/>
              <a:gd name="connsiteX120" fmla="*/ 520671 w 12192000"/>
              <a:gd name="connsiteY120" fmla="*/ 2180980 h 2240205"/>
              <a:gd name="connsiteX121" fmla="*/ 515024 w 12192000"/>
              <a:gd name="connsiteY121" fmla="*/ 2179258 h 2240205"/>
              <a:gd name="connsiteX122" fmla="*/ 413835 w 12192000"/>
              <a:gd name="connsiteY122" fmla="*/ 2156783 h 2240205"/>
              <a:gd name="connsiteX123" fmla="*/ 376513 w 12192000"/>
              <a:gd name="connsiteY123" fmla="*/ 2154014 h 2240205"/>
              <a:gd name="connsiteX124" fmla="*/ 273386 w 12192000"/>
              <a:gd name="connsiteY124" fmla="*/ 2142551 h 2240205"/>
              <a:gd name="connsiteX125" fmla="*/ 77641 w 12192000"/>
              <a:gd name="connsiteY125" fmla="*/ 2126835 h 2240205"/>
              <a:gd name="connsiteX126" fmla="*/ 37645 w 12192000"/>
              <a:gd name="connsiteY126" fmla="*/ 2115401 h 2240205"/>
              <a:gd name="connsiteX127" fmla="*/ 4572 w 12192000"/>
              <a:gd name="connsiteY127" fmla="*/ 2111091 h 2240205"/>
              <a:gd name="connsiteX128" fmla="*/ 0 w 12192000"/>
              <a:gd name="connsiteY128" fmla="*/ 2110468 h 2240205"/>
              <a:gd name="connsiteX129" fmla="*/ 0 w 12192000"/>
              <a:gd name="connsiteY129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649954 w 12192000"/>
              <a:gd name="connsiteY4" fmla="*/ 749628 h 2240205"/>
              <a:gd name="connsiteX5" fmla="*/ 11560424 w 12192000"/>
              <a:gd name="connsiteY5" fmla="*/ 748017 h 2240205"/>
              <a:gd name="connsiteX6" fmla="*/ 11358455 w 12192000"/>
              <a:gd name="connsiteY6" fmla="*/ 747593 h 2240205"/>
              <a:gd name="connsiteX7" fmla="*/ 11165209 w 12192000"/>
              <a:gd name="connsiteY7" fmla="*/ 748852 h 2240205"/>
              <a:gd name="connsiteX8" fmla="*/ 11058755 w 12192000"/>
              <a:gd name="connsiteY8" fmla="*/ 749617 h 2240205"/>
              <a:gd name="connsiteX9" fmla="*/ 10803046 w 12192000"/>
              <a:gd name="connsiteY9" fmla="*/ 774328 h 2240205"/>
              <a:gd name="connsiteX10" fmla="*/ 10458762 w 12192000"/>
              <a:gd name="connsiteY10" fmla="*/ 755400 h 2240205"/>
              <a:gd name="connsiteX11" fmla="*/ 10211200 w 12192000"/>
              <a:gd name="connsiteY11" fmla="*/ 767513 h 2240205"/>
              <a:gd name="connsiteX12" fmla="*/ 10167995 w 12192000"/>
              <a:gd name="connsiteY12" fmla="*/ 760843 h 2240205"/>
              <a:gd name="connsiteX13" fmla="*/ 9997044 w 12192000"/>
              <a:gd name="connsiteY13" fmla="*/ 780129 h 2240205"/>
              <a:gd name="connsiteX14" fmla="*/ 9943887 w 12192000"/>
              <a:gd name="connsiteY14" fmla="*/ 804141 h 2240205"/>
              <a:gd name="connsiteX15" fmla="*/ 9918248 w 12192000"/>
              <a:gd name="connsiteY15" fmla="*/ 816628 h 2240205"/>
              <a:gd name="connsiteX16" fmla="*/ 9767091 w 12192000"/>
              <a:gd name="connsiteY16" fmla="*/ 870550 h 2240205"/>
              <a:gd name="connsiteX17" fmla="*/ 9683005 w 12192000"/>
              <a:gd name="connsiteY17" fmla="*/ 894128 h 2240205"/>
              <a:gd name="connsiteX18" fmla="*/ 9500499 w 12192000"/>
              <a:gd name="connsiteY18" fmla="*/ 954680 h 2240205"/>
              <a:gd name="connsiteX19" fmla="*/ 9410017 w 12192000"/>
              <a:gd name="connsiteY19" fmla="*/ 993931 h 2240205"/>
              <a:gd name="connsiteX20" fmla="*/ 9392919 w 12192000"/>
              <a:gd name="connsiteY20" fmla="*/ 994656 h 2240205"/>
              <a:gd name="connsiteX21" fmla="*/ 9268019 w 12192000"/>
              <a:gd name="connsiteY21" fmla="*/ 1007442 h 2240205"/>
              <a:gd name="connsiteX22" fmla="*/ 9188177 w 12192000"/>
              <a:gd name="connsiteY22" fmla="*/ 1035474 h 2240205"/>
              <a:gd name="connsiteX23" fmla="*/ 9155969 w 12192000"/>
              <a:gd name="connsiteY23" fmla="*/ 1046804 h 2240205"/>
              <a:gd name="connsiteX24" fmla="*/ 9133985 w 12192000"/>
              <a:gd name="connsiteY24" fmla="*/ 1046450 h 2240205"/>
              <a:gd name="connsiteX25" fmla="*/ 9003462 w 12192000"/>
              <a:gd name="connsiteY25" fmla="*/ 1042406 h 2240205"/>
              <a:gd name="connsiteX26" fmla="*/ 8968445 w 12192000"/>
              <a:gd name="connsiteY26" fmla="*/ 1052169 h 2240205"/>
              <a:gd name="connsiteX27" fmla="*/ 8886001 w 12192000"/>
              <a:gd name="connsiteY27" fmla="*/ 1067468 h 2240205"/>
              <a:gd name="connsiteX28" fmla="*/ 8838610 w 12192000"/>
              <a:gd name="connsiteY28" fmla="*/ 1075091 h 2240205"/>
              <a:gd name="connsiteX29" fmla="*/ 8665605 w 12192000"/>
              <a:gd name="connsiteY29" fmla="*/ 1110791 h 2240205"/>
              <a:gd name="connsiteX30" fmla="*/ 8419755 w 12192000"/>
              <a:gd name="connsiteY30" fmla="*/ 1216260 h 2240205"/>
              <a:gd name="connsiteX31" fmla="*/ 8411626 w 12192000"/>
              <a:gd name="connsiteY31" fmla="*/ 1214397 h 2240205"/>
              <a:gd name="connsiteX32" fmla="*/ 8363469 w 12192000"/>
              <a:gd name="connsiteY32" fmla="*/ 1246658 h 2240205"/>
              <a:gd name="connsiteX33" fmla="*/ 8275497 w 12192000"/>
              <a:gd name="connsiteY33" fmla="*/ 1264396 h 2240205"/>
              <a:gd name="connsiteX34" fmla="*/ 8074238 w 12192000"/>
              <a:gd name="connsiteY34" fmla="*/ 1301895 h 2240205"/>
              <a:gd name="connsiteX35" fmla="*/ 7902328 w 12192000"/>
              <a:gd name="connsiteY35" fmla="*/ 1345865 h 2240205"/>
              <a:gd name="connsiteX36" fmla="*/ 7840612 w 12192000"/>
              <a:gd name="connsiteY36" fmla="*/ 1369373 h 2240205"/>
              <a:gd name="connsiteX37" fmla="*/ 7786819 w 12192000"/>
              <a:gd name="connsiteY37" fmla="*/ 1378970 h 2240205"/>
              <a:gd name="connsiteX38" fmla="*/ 7548172 w 12192000"/>
              <a:gd name="connsiteY38" fmla="*/ 1417460 h 2240205"/>
              <a:gd name="connsiteX39" fmla="*/ 7483437 w 12192000"/>
              <a:gd name="connsiteY39" fmla="*/ 1478152 h 2240205"/>
              <a:gd name="connsiteX40" fmla="*/ 7377870 w 12192000"/>
              <a:gd name="connsiteY40" fmla="*/ 1523319 h 2240205"/>
              <a:gd name="connsiteX41" fmla="*/ 7230737 w 12192000"/>
              <a:gd name="connsiteY41" fmla="*/ 1562633 h 2240205"/>
              <a:gd name="connsiteX42" fmla="*/ 7224458 w 12192000"/>
              <a:gd name="connsiteY42" fmla="*/ 1573008 h 2240205"/>
              <a:gd name="connsiteX43" fmla="*/ 7183121 w 12192000"/>
              <a:gd name="connsiteY43" fmla="*/ 1595162 h 2240205"/>
              <a:gd name="connsiteX44" fmla="*/ 7164601 w 12192000"/>
              <a:gd name="connsiteY44" fmla="*/ 1606490 h 2240205"/>
              <a:gd name="connsiteX45" fmla="*/ 6900177 w 12192000"/>
              <a:gd name="connsiteY45" fmla="*/ 1636016 h 2240205"/>
              <a:gd name="connsiteX46" fmla="*/ 6795372 w 12192000"/>
              <a:gd name="connsiteY46" fmla="*/ 1644845 h 2240205"/>
              <a:gd name="connsiteX47" fmla="*/ 6692251 w 12192000"/>
              <a:gd name="connsiteY47" fmla="*/ 1656357 h 2240205"/>
              <a:gd name="connsiteX48" fmla="*/ 6655235 w 12192000"/>
              <a:gd name="connsiteY48" fmla="*/ 1661869 h 2240205"/>
              <a:gd name="connsiteX49" fmla="*/ 6554894 w 12192000"/>
              <a:gd name="connsiteY49" fmla="*/ 1664428 h 2240205"/>
              <a:gd name="connsiteX50" fmla="*/ 6516595 w 12192000"/>
              <a:gd name="connsiteY50" fmla="*/ 1667475 h 2240205"/>
              <a:gd name="connsiteX51" fmla="*/ 6508541 w 12192000"/>
              <a:gd name="connsiteY51" fmla="*/ 1668757 h 2240205"/>
              <a:gd name="connsiteX52" fmla="*/ 6471012 w 12192000"/>
              <a:gd name="connsiteY52" fmla="*/ 1678604 h 2240205"/>
              <a:gd name="connsiteX53" fmla="*/ 6364035 w 12192000"/>
              <a:gd name="connsiteY53" fmla="*/ 1667683 h 2240205"/>
              <a:gd name="connsiteX54" fmla="*/ 6243319 w 12192000"/>
              <a:gd name="connsiteY54" fmla="*/ 1695560 h 2240205"/>
              <a:gd name="connsiteX55" fmla="*/ 6098321 w 12192000"/>
              <a:gd name="connsiteY55" fmla="*/ 1721646 h 2240205"/>
              <a:gd name="connsiteX56" fmla="*/ 5880652 w 12192000"/>
              <a:gd name="connsiteY56" fmla="*/ 1779643 h 2240205"/>
              <a:gd name="connsiteX57" fmla="*/ 5785959 w 12192000"/>
              <a:gd name="connsiteY57" fmla="*/ 1775307 h 2240205"/>
              <a:gd name="connsiteX58" fmla="*/ 5643534 w 12192000"/>
              <a:gd name="connsiteY58" fmla="*/ 1802919 h 2240205"/>
              <a:gd name="connsiteX59" fmla="*/ 5518799 w 12192000"/>
              <a:gd name="connsiteY59" fmla="*/ 1818312 h 2240205"/>
              <a:gd name="connsiteX60" fmla="*/ 5505014 w 12192000"/>
              <a:gd name="connsiteY60" fmla="*/ 1819259 h 2240205"/>
              <a:gd name="connsiteX61" fmla="*/ 5453307 w 12192000"/>
              <a:gd name="connsiteY61" fmla="*/ 1815450 h 2240205"/>
              <a:gd name="connsiteX62" fmla="*/ 5221533 w 12192000"/>
              <a:gd name="connsiteY62" fmla="*/ 1846950 h 2240205"/>
              <a:gd name="connsiteX63" fmla="*/ 5149802 w 12192000"/>
              <a:gd name="connsiteY63" fmla="*/ 1844846 h 2240205"/>
              <a:gd name="connsiteX64" fmla="*/ 5114927 w 12192000"/>
              <a:gd name="connsiteY64" fmla="*/ 1847827 h 2240205"/>
              <a:gd name="connsiteX65" fmla="*/ 5108970 w 12192000"/>
              <a:gd name="connsiteY65" fmla="*/ 1847935 h 2240205"/>
              <a:gd name="connsiteX66" fmla="*/ 5067961 w 12192000"/>
              <a:gd name="connsiteY66" fmla="*/ 1845917 h 2240205"/>
              <a:gd name="connsiteX67" fmla="*/ 5007075 w 12192000"/>
              <a:gd name="connsiteY67" fmla="*/ 1838626 h 2240205"/>
              <a:gd name="connsiteX68" fmla="*/ 4944087 w 12192000"/>
              <a:gd name="connsiteY68" fmla="*/ 1823332 h 2240205"/>
              <a:gd name="connsiteX69" fmla="*/ 4907662 w 12192000"/>
              <a:gd name="connsiteY69" fmla="*/ 1816900 h 2240205"/>
              <a:gd name="connsiteX70" fmla="*/ 4882386 w 12192000"/>
              <a:gd name="connsiteY70" fmla="*/ 1809844 h 2240205"/>
              <a:gd name="connsiteX71" fmla="*/ 4811440 w 12192000"/>
              <a:gd name="connsiteY71" fmla="*/ 1804655 h 2240205"/>
              <a:gd name="connsiteX72" fmla="*/ 4691075 w 12192000"/>
              <a:gd name="connsiteY72" fmla="*/ 1801389 h 2240205"/>
              <a:gd name="connsiteX73" fmla="*/ 4640313 w 12192000"/>
              <a:gd name="connsiteY73" fmla="*/ 1784307 h 2240205"/>
              <a:gd name="connsiteX74" fmla="*/ 4536503 w 12192000"/>
              <a:gd name="connsiteY74" fmla="*/ 1785334 h 2240205"/>
              <a:gd name="connsiteX75" fmla="*/ 4513724 w 12192000"/>
              <a:gd name="connsiteY75" fmla="*/ 1791996 h 2240205"/>
              <a:gd name="connsiteX76" fmla="*/ 4459810 w 12192000"/>
              <a:gd name="connsiteY76" fmla="*/ 1797886 h 2240205"/>
              <a:gd name="connsiteX77" fmla="*/ 4379064 w 12192000"/>
              <a:gd name="connsiteY77" fmla="*/ 1817177 h 2240205"/>
              <a:gd name="connsiteX78" fmla="*/ 4290981 w 12192000"/>
              <a:gd name="connsiteY78" fmla="*/ 1839677 h 2240205"/>
              <a:gd name="connsiteX79" fmla="*/ 4238372 w 12192000"/>
              <a:gd name="connsiteY79" fmla="*/ 1851480 h 2240205"/>
              <a:gd name="connsiteX80" fmla="*/ 4232517 w 12192000"/>
              <a:gd name="connsiteY80" fmla="*/ 1852567 h 2240205"/>
              <a:gd name="connsiteX81" fmla="*/ 4191732 w 12192000"/>
              <a:gd name="connsiteY81" fmla="*/ 1857328 h 2240205"/>
              <a:gd name="connsiteX82" fmla="*/ 4065532 w 12192000"/>
              <a:gd name="connsiteY82" fmla="*/ 1855477 h 2240205"/>
              <a:gd name="connsiteX83" fmla="*/ 4028460 w 12192000"/>
              <a:gd name="connsiteY83" fmla="*/ 1855137 h 2240205"/>
              <a:gd name="connsiteX84" fmla="*/ 4002267 w 12192000"/>
              <a:gd name="connsiteY84" fmla="*/ 1852352 h 2240205"/>
              <a:gd name="connsiteX85" fmla="*/ 3931396 w 12192000"/>
              <a:gd name="connsiteY85" fmla="*/ 1858915 h 2240205"/>
              <a:gd name="connsiteX86" fmla="*/ 3812162 w 12192000"/>
              <a:gd name="connsiteY86" fmla="*/ 1875501 h 2240205"/>
              <a:gd name="connsiteX87" fmla="*/ 3758105 w 12192000"/>
              <a:gd name="connsiteY87" fmla="*/ 1871856 h 2240205"/>
              <a:gd name="connsiteX88" fmla="*/ 3567259 w 12192000"/>
              <a:gd name="connsiteY88" fmla="*/ 1893482 h 2240205"/>
              <a:gd name="connsiteX89" fmla="*/ 3405770 w 12192000"/>
              <a:gd name="connsiteY89" fmla="*/ 1904591 h 2240205"/>
              <a:gd name="connsiteX90" fmla="*/ 3280097 w 12192000"/>
              <a:gd name="connsiteY90" fmla="*/ 1919610 h 2240205"/>
              <a:gd name="connsiteX91" fmla="*/ 3009910 w 12192000"/>
              <a:gd name="connsiteY91" fmla="*/ 1957866 h 2240205"/>
              <a:gd name="connsiteX92" fmla="*/ 2995934 w 12192000"/>
              <a:gd name="connsiteY92" fmla="*/ 1967085 h 2240205"/>
              <a:gd name="connsiteX93" fmla="*/ 2942858 w 12192000"/>
              <a:gd name="connsiteY93" fmla="*/ 1981367 h 2240205"/>
              <a:gd name="connsiteX94" fmla="*/ 2875436 w 12192000"/>
              <a:gd name="connsiteY94" fmla="*/ 1996977 h 2240205"/>
              <a:gd name="connsiteX95" fmla="*/ 2874892 w 12192000"/>
              <a:gd name="connsiteY95" fmla="*/ 1996085 h 2240205"/>
              <a:gd name="connsiteX96" fmla="*/ 2843662 w 12192000"/>
              <a:gd name="connsiteY96" fmla="*/ 1992498 h 2240205"/>
              <a:gd name="connsiteX97" fmla="*/ 2718916 w 12192000"/>
              <a:gd name="connsiteY97" fmla="*/ 1990867 h 2240205"/>
              <a:gd name="connsiteX98" fmla="*/ 2713522 w 12192000"/>
              <a:gd name="connsiteY98" fmla="*/ 1990173 h 2240205"/>
              <a:gd name="connsiteX99" fmla="*/ 2476147 w 12192000"/>
              <a:gd name="connsiteY99" fmla="*/ 1998305 h 2240205"/>
              <a:gd name="connsiteX100" fmla="*/ 2373568 w 12192000"/>
              <a:gd name="connsiteY100" fmla="*/ 2003219 h 2240205"/>
              <a:gd name="connsiteX101" fmla="*/ 2287219 w 12192000"/>
              <a:gd name="connsiteY101" fmla="*/ 1998750 h 2240205"/>
              <a:gd name="connsiteX102" fmla="*/ 2243069 w 12192000"/>
              <a:gd name="connsiteY102" fmla="*/ 2005321 h 2240205"/>
              <a:gd name="connsiteX103" fmla="*/ 2164831 w 12192000"/>
              <a:gd name="connsiteY103" fmla="*/ 2010143 h 2240205"/>
              <a:gd name="connsiteX104" fmla="*/ 2085228 w 12192000"/>
              <a:gd name="connsiteY104" fmla="*/ 2046431 h 2240205"/>
              <a:gd name="connsiteX105" fmla="*/ 2058061 w 12192000"/>
              <a:gd name="connsiteY105" fmla="*/ 2047942 h 2240205"/>
              <a:gd name="connsiteX106" fmla="*/ 2042244 w 12192000"/>
              <a:gd name="connsiteY106" fmla="*/ 2055560 h 2240205"/>
              <a:gd name="connsiteX107" fmla="*/ 1877728 w 12192000"/>
              <a:gd name="connsiteY107" fmla="*/ 2101004 h 2240205"/>
              <a:gd name="connsiteX108" fmla="*/ 1759056 w 12192000"/>
              <a:gd name="connsiteY108" fmla="*/ 2125608 h 2240205"/>
              <a:gd name="connsiteX109" fmla="*/ 1637948 w 12192000"/>
              <a:gd name="connsiteY109" fmla="*/ 2172597 h 2240205"/>
              <a:gd name="connsiteX110" fmla="*/ 1434549 w 12192000"/>
              <a:gd name="connsiteY110" fmla="*/ 2234522 h 2240205"/>
              <a:gd name="connsiteX111" fmla="*/ 1370962 w 12192000"/>
              <a:gd name="connsiteY111" fmla="*/ 2237474 h 2240205"/>
              <a:gd name="connsiteX112" fmla="*/ 1356367 w 12192000"/>
              <a:gd name="connsiteY112" fmla="*/ 2235089 h 2240205"/>
              <a:gd name="connsiteX113" fmla="*/ 1279765 w 12192000"/>
              <a:gd name="connsiteY113" fmla="*/ 2229639 h 2240205"/>
              <a:gd name="connsiteX114" fmla="*/ 1195347 w 12192000"/>
              <a:gd name="connsiteY114" fmla="*/ 2212354 h 2240205"/>
              <a:gd name="connsiteX115" fmla="*/ 970251 w 12192000"/>
              <a:gd name="connsiteY115" fmla="*/ 2221029 h 2240205"/>
              <a:gd name="connsiteX116" fmla="*/ 812914 w 12192000"/>
              <a:gd name="connsiteY116" fmla="*/ 2210095 h 2240205"/>
              <a:gd name="connsiteX117" fmla="*/ 776382 w 12192000"/>
              <a:gd name="connsiteY117" fmla="*/ 2204512 h 2240205"/>
              <a:gd name="connsiteX118" fmla="*/ 597225 w 12192000"/>
              <a:gd name="connsiteY118" fmla="*/ 2180999 h 2240205"/>
              <a:gd name="connsiteX119" fmla="*/ 520671 w 12192000"/>
              <a:gd name="connsiteY119" fmla="*/ 2180980 h 2240205"/>
              <a:gd name="connsiteX120" fmla="*/ 515024 w 12192000"/>
              <a:gd name="connsiteY120" fmla="*/ 2179258 h 2240205"/>
              <a:gd name="connsiteX121" fmla="*/ 413835 w 12192000"/>
              <a:gd name="connsiteY121" fmla="*/ 2156783 h 2240205"/>
              <a:gd name="connsiteX122" fmla="*/ 376513 w 12192000"/>
              <a:gd name="connsiteY122" fmla="*/ 2154014 h 2240205"/>
              <a:gd name="connsiteX123" fmla="*/ 273386 w 12192000"/>
              <a:gd name="connsiteY123" fmla="*/ 2142551 h 2240205"/>
              <a:gd name="connsiteX124" fmla="*/ 77641 w 12192000"/>
              <a:gd name="connsiteY124" fmla="*/ 2126835 h 2240205"/>
              <a:gd name="connsiteX125" fmla="*/ 37645 w 12192000"/>
              <a:gd name="connsiteY125" fmla="*/ 2115401 h 2240205"/>
              <a:gd name="connsiteX126" fmla="*/ 4572 w 12192000"/>
              <a:gd name="connsiteY126" fmla="*/ 2111091 h 2240205"/>
              <a:gd name="connsiteX127" fmla="*/ 0 w 12192000"/>
              <a:gd name="connsiteY127" fmla="*/ 2110468 h 2240205"/>
              <a:gd name="connsiteX128" fmla="*/ 0 w 12192000"/>
              <a:gd name="connsiteY128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649954 w 12192000"/>
              <a:gd name="connsiteY4" fmla="*/ 749628 h 2240205"/>
              <a:gd name="connsiteX5" fmla="*/ 11560424 w 12192000"/>
              <a:gd name="connsiteY5" fmla="*/ 748017 h 2240205"/>
              <a:gd name="connsiteX6" fmla="*/ 11358455 w 12192000"/>
              <a:gd name="connsiteY6" fmla="*/ 747593 h 2240205"/>
              <a:gd name="connsiteX7" fmla="*/ 11165209 w 12192000"/>
              <a:gd name="connsiteY7" fmla="*/ 748852 h 2240205"/>
              <a:gd name="connsiteX8" fmla="*/ 11058755 w 12192000"/>
              <a:gd name="connsiteY8" fmla="*/ 749617 h 2240205"/>
              <a:gd name="connsiteX9" fmla="*/ 10803046 w 12192000"/>
              <a:gd name="connsiteY9" fmla="*/ 774328 h 2240205"/>
              <a:gd name="connsiteX10" fmla="*/ 10458762 w 12192000"/>
              <a:gd name="connsiteY10" fmla="*/ 755400 h 2240205"/>
              <a:gd name="connsiteX11" fmla="*/ 10211200 w 12192000"/>
              <a:gd name="connsiteY11" fmla="*/ 767513 h 2240205"/>
              <a:gd name="connsiteX12" fmla="*/ 10167995 w 12192000"/>
              <a:gd name="connsiteY12" fmla="*/ 760843 h 2240205"/>
              <a:gd name="connsiteX13" fmla="*/ 9997044 w 12192000"/>
              <a:gd name="connsiteY13" fmla="*/ 780129 h 2240205"/>
              <a:gd name="connsiteX14" fmla="*/ 9943887 w 12192000"/>
              <a:gd name="connsiteY14" fmla="*/ 804141 h 2240205"/>
              <a:gd name="connsiteX15" fmla="*/ 9918248 w 12192000"/>
              <a:gd name="connsiteY15" fmla="*/ 816628 h 2240205"/>
              <a:gd name="connsiteX16" fmla="*/ 9767091 w 12192000"/>
              <a:gd name="connsiteY16" fmla="*/ 870550 h 2240205"/>
              <a:gd name="connsiteX17" fmla="*/ 9683005 w 12192000"/>
              <a:gd name="connsiteY17" fmla="*/ 894128 h 2240205"/>
              <a:gd name="connsiteX18" fmla="*/ 9500499 w 12192000"/>
              <a:gd name="connsiteY18" fmla="*/ 954680 h 2240205"/>
              <a:gd name="connsiteX19" fmla="*/ 9410017 w 12192000"/>
              <a:gd name="connsiteY19" fmla="*/ 993931 h 2240205"/>
              <a:gd name="connsiteX20" fmla="*/ 9392919 w 12192000"/>
              <a:gd name="connsiteY20" fmla="*/ 994656 h 2240205"/>
              <a:gd name="connsiteX21" fmla="*/ 9268019 w 12192000"/>
              <a:gd name="connsiteY21" fmla="*/ 1007442 h 2240205"/>
              <a:gd name="connsiteX22" fmla="*/ 9188177 w 12192000"/>
              <a:gd name="connsiteY22" fmla="*/ 1035474 h 2240205"/>
              <a:gd name="connsiteX23" fmla="*/ 9155969 w 12192000"/>
              <a:gd name="connsiteY23" fmla="*/ 1046804 h 2240205"/>
              <a:gd name="connsiteX24" fmla="*/ 9133985 w 12192000"/>
              <a:gd name="connsiteY24" fmla="*/ 1046450 h 2240205"/>
              <a:gd name="connsiteX25" fmla="*/ 9003462 w 12192000"/>
              <a:gd name="connsiteY25" fmla="*/ 1042406 h 2240205"/>
              <a:gd name="connsiteX26" fmla="*/ 8968445 w 12192000"/>
              <a:gd name="connsiteY26" fmla="*/ 1052169 h 2240205"/>
              <a:gd name="connsiteX27" fmla="*/ 8886001 w 12192000"/>
              <a:gd name="connsiteY27" fmla="*/ 1067468 h 2240205"/>
              <a:gd name="connsiteX28" fmla="*/ 8838610 w 12192000"/>
              <a:gd name="connsiteY28" fmla="*/ 1075091 h 2240205"/>
              <a:gd name="connsiteX29" fmla="*/ 8665605 w 12192000"/>
              <a:gd name="connsiteY29" fmla="*/ 1110791 h 2240205"/>
              <a:gd name="connsiteX30" fmla="*/ 8419755 w 12192000"/>
              <a:gd name="connsiteY30" fmla="*/ 1216260 h 2240205"/>
              <a:gd name="connsiteX31" fmla="*/ 8411626 w 12192000"/>
              <a:gd name="connsiteY31" fmla="*/ 1214397 h 2240205"/>
              <a:gd name="connsiteX32" fmla="*/ 8363469 w 12192000"/>
              <a:gd name="connsiteY32" fmla="*/ 1246658 h 2240205"/>
              <a:gd name="connsiteX33" fmla="*/ 8275497 w 12192000"/>
              <a:gd name="connsiteY33" fmla="*/ 1264396 h 2240205"/>
              <a:gd name="connsiteX34" fmla="*/ 8074238 w 12192000"/>
              <a:gd name="connsiteY34" fmla="*/ 1301895 h 2240205"/>
              <a:gd name="connsiteX35" fmla="*/ 7902328 w 12192000"/>
              <a:gd name="connsiteY35" fmla="*/ 1345865 h 2240205"/>
              <a:gd name="connsiteX36" fmla="*/ 7840612 w 12192000"/>
              <a:gd name="connsiteY36" fmla="*/ 1369373 h 2240205"/>
              <a:gd name="connsiteX37" fmla="*/ 7786819 w 12192000"/>
              <a:gd name="connsiteY37" fmla="*/ 1378970 h 2240205"/>
              <a:gd name="connsiteX38" fmla="*/ 7548172 w 12192000"/>
              <a:gd name="connsiteY38" fmla="*/ 1417460 h 2240205"/>
              <a:gd name="connsiteX39" fmla="*/ 7483437 w 12192000"/>
              <a:gd name="connsiteY39" fmla="*/ 1478152 h 2240205"/>
              <a:gd name="connsiteX40" fmla="*/ 7377870 w 12192000"/>
              <a:gd name="connsiteY40" fmla="*/ 1523319 h 2240205"/>
              <a:gd name="connsiteX41" fmla="*/ 7230737 w 12192000"/>
              <a:gd name="connsiteY41" fmla="*/ 1562633 h 2240205"/>
              <a:gd name="connsiteX42" fmla="*/ 7224458 w 12192000"/>
              <a:gd name="connsiteY42" fmla="*/ 1573008 h 2240205"/>
              <a:gd name="connsiteX43" fmla="*/ 7183121 w 12192000"/>
              <a:gd name="connsiteY43" fmla="*/ 1595162 h 2240205"/>
              <a:gd name="connsiteX44" fmla="*/ 7164601 w 12192000"/>
              <a:gd name="connsiteY44" fmla="*/ 1606490 h 2240205"/>
              <a:gd name="connsiteX45" fmla="*/ 6900177 w 12192000"/>
              <a:gd name="connsiteY45" fmla="*/ 1636016 h 2240205"/>
              <a:gd name="connsiteX46" fmla="*/ 6795372 w 12192000"/>
              <a:gd name="connsiteY46" fmla="*/ 1644845 h 2240205"/>
              <a:gd name="connsiteX47" fmla="*/ 6692251 w 12192000"/>
              <a:gd name="connsiteY47" fmla="*/ 1656357 h 2240205"/>
              <a:gd name="connsiteX48" fmla="*/ 6655235 w 12192000"/>
              <a:gd name="connsiteY48" fmla="*/ 1661869 h 2240205"/>
              <a:gd name="connsiteX49" fmla="*/ 6554894 w 12192000"/>
              <a:gd name="connsiteY49" fmla="*/ 1664428 h 2240205"/>
              <a:gd name="connsiteX50" fmla="*/ 6516595 w 12192000"/>
              <a:gd name="connsiteY50" fmla="*/ 1667475 h 2240205"/>
              <a:gd name="connsiteX51" fmla="*/ 6508541 w 12192000"/>
              <a:gd name="connsiteY51" fmla="*/ 1668757 h 2240205"/>
              <a:gd name="connsiteX52" fmla="*/ 6471012 w 12192000"/>
              <a:gd name="connsiteY52" fmla="*/ 1678604 h 2240205"/>
              <a:gd name="connsiteX53" fmla="*/ 6364035 w 12192000"/>
              <a:gd name="connsiteY53" fmla="*/ 1667683 h 2240205"/>
              <a:gd name="connsiteX54" fmla="*/ 6243319 w 12192000"/>
              <a:gd name="connsiteY54" fmla="*/ 1695560 h 2240205"/>
              <a:gd name="connsiteX55" fmla="*/ 6098321 w 12192000"/>
              <a:gd name="connsiteY55" fmla="*/ 1721646 h 2240205"/>
              <a:gd name="connsiteX56" fmla="*/ 5880652 w 12192000"/>
              <a:gd name="connsiteY56" fmla="*/ 1779643 h 2240205"/>
              <a:gd name="connsiteX57" fmla="*/ 5785959 w 12192000"/>
              <a:gd name="connsiteY57" fmla="*/ 1775307 h 2240205"/>
              <a:gd name="connsiteX58" fmla="*/ 5643534 w 12192000"/>
              <a:gd name="connsiteY58" fmla="*/ 1802919 h 2240205"/>
              <a:gd name="connsiteX59" fmla="*/ 5518799 w 12192000"/>
              <a:gd name="connsiteY59" fmla="*/ 1818312 h 2240205"/>
              <a:gd name="connsiteX60" fmla="*/ 5505014 w 12192000"/>
              <a:gd name="connsiteY60" fmla="*/ 1819259 h 2240205"/>
              <a:gd name="connsiteX61" fmla="*/ 5453307 w 12192000"/>
              <a:gd name="connsiteY61" fmla="*/ 1815450 h 2240205"/>
              <a:gd name="connsiteX62" fmla="*/ 5221533 w 12192000"/>
              <a:gd name="connsiteY62" fmla="*/ 1846950 h 2240205"/>
              <a:gd name="connsiteX63" fmla="*/ 5149802 w 12192000"/>
              <a:gd name="connsiteY63" fmla="*/ 1844846 h 2240205"/>
              <a:gd name="connsiteX64" fmla="*/ 5114927 w 12192000"/>
              <a:gd name="connsiteY64" fmla="*/ 1847827 h 2240205"/>
              <a:gd name="connsiteX65" fmla="*/ 5108970 w 12192000"/>
              <a:gd name="connsiteY65" fmla="*/ 1847935 h 2240205"/>
              <a:gd name="connsiteX66" fmla="*/ 5067961 w 12192000"/>
              <a:gd name="connsiteY66" fmla="*/ 1845917 h 2240205"/>
              <a:gd name="connsiteX67" fmla="*/ 5007075 w 12192000"/>
              <a:gd name="connsiteY67" fmla="*/ 1838626 h 2240205"/>
              <a:gd name="connsiteX68" fmla="*/ 4944087 w 12192000"/>
              <a:gd name="connsiteY68" fmla="*/ 1823332 h 2240205"/>
              <a:gd name="connsiteX69" fmla="*/ 4907662 w 12192000"/>
              <a:gd name="connsiteY69" fmla="*/ 1816900 h 2240205"/>
              <a:gd name="connsiteX70" fmla="*/ 4882386 w 12192000"/>
              <a:gd name="connsiteY70" fmla="*/ 1809844 h 2240205"/>
              <a:gd name="connsiteX71" fmla="*/ 4811440 w 12192000"/>
              <a:gd name="connsiteY71" fmla="*/ 1804655 h 2240205"/>
              <a:gd name="connsiteX72" fmla="*/ 4691075 w 12192000"/>
              <a:gd name="connsiteY72" fmla="*/ 1801389 h 2240205"/>
              <a:gd name="connsiteX73" fmla="*/ 4640313 w 12192000"/>
              <a:gd name="connsiteY73" fmla="*/ 1784307 h 2240205"/>
              <a:gd name="connsiteX74" fmla="*/ 4536503 w 12192000"/>
              <a:gd name="connsiteY74" fmla="*/ 1785334 h 2240205"/>
              <a:gd name="connsiteX75" fmla="*/ 4513724 w 12192000"/>
              <a:gd name="connsiteY75" fmla="*/ 1791996 h 2240205"/>
              <a:gd name="connsiteX76" fmla="*/ 4459810 w 12192000"/>
              <a:gd name="connsiteY76" fmla="*/ 1797886 h 2240205"/>
              <a:gd name="connsiteX77" fmla="*/ 4379064 w 12192000"/>
              <a:gd name="connsiteY77" fmla="*/ 1817177 h 2240205"/>
              <a:gd name="connsiteX78" fmla="*/ 4290981 w 12192000"/>
              <a:gd name="connsiteY78" fmla="*/ 1839677 h 2240205"/>
              <a:gd name="connsiteX79" fmla="*/ 4238372 w 12192000"/>
              <a:gd name="connsiteY79" fmla="*/ 1851480 h 2240205"/>
              <a:gd name="connsiteX80" fmla="*/ 4232517 w 12192000"/>
              <a:gd name="connsiteY80" fmla="*/ 1852567 h 2240205"/>
              <a:gd name="connsiteX81" fmla="*/ 4191732 w 12192000"/>
              <a:gd name="connsiteY81" fmla="*/ 1857328 h 2240205"/>
              <a:gd name="connsiteX82" fmla="*/ 4065532 w 12192000"/>
              <a:gd name="connsiteY82" fmla="*/ 1855477 h 2240205"/>
              <a:gd name="connsiteX83" fmla="*/ 4028460 w 12192000"/>
              <a:gd name="connsiteY83" fmla="*/ 1855137 h 2240205"/>
              <a:gd name="connsiteX84" fmla="*/ 4002267 w 12192000"/>
              <a:gd name="connsiteY84" fmla="*/ 1852352 h 2240205"/>
              <a:gd name="connsiteX85" fmla="*/ 3931396 w 12192000"/>
              <a:gd name="connsiteY85" fmla="*/ 1858915 h 2240205"/>
              <a:gd name="connsiteX86" fmla="*/ 3812162 w 12192000"/>
              <a:gd name="connsiteY86" fmla="*/ 1875501 h 2240205"/>
              <a:gd name="connsiteX87" fmla="*/ 3758105 w 12192000"/>
              <a:gd name="connsiteY87" fmla="*/ 1871856 h 2240205"/>
              <a:gd name="connsiteX88" fmla="*/ 3567259 w 12192000"/>
              <a:gd name="connsiteY88" fmla="*/ 1893482 h 2240205"/>
              <a:gd name="connsiteX89" fmla="*/ 3405770 w 12192000"/>
              <a:gd name="connsiteY89" fmla="*/ 1904591 h 2240205"/>
              <a:gd name="connsiteX90" fmla="*/ 3280097 w 12192000"/>
              <a:gd name="connsiteY90" fmla="*/ 1919610 h 2240205"/>
              <a:gd name="connsiteX91" fmla="*/ 3009910 w 12192000"/>
              <a:gd name="connsiteY91" fmla="*/ 1957866 h 2240205"/>
              <a:gd name="connsiteX92" fmla="*/ 2995934 w 12192000"/>
              <a:gd name="connsiteY92" fmla="*/ 1967085 h 2240205"/>
              <a:gd name="connsiteX93" fmla="*/ 2942858 w 12192000"/>
              <a:gd name="connsiteY93" fmla="*/ 1981367 h 2240205"/>
              <a:gd name="connsiteX94" fmla="*/ 2875436 w 12192000"/>
              <a:gd name="connsiteY94" fmla="*/ 1996977 h 2240205"/>
              <a:gd name="connsiteX95" fmla="*/ 2874892 w 12192000"/>
              <a:gd name="connsiteY95" fmla="*/ 1996085 h 2240205"/>
              <a:gd name="connsiteX96" fmla="*/ 2843662 w 12192000"/>
              <a:gd name="connsiteY96" fmla="*/ 1992498 h 2240205"/>
              <a:gd name="connsiteX97" fmla="*/ 2718916 w 12192000"/>
              <a:gd name="connsiteY97" fmla="*/ 1990867 h 2240205"/>
              <a:gd name="connsiteX98" fmla="*/ 2713522 w 12192000"/>
              <a:gd name="connsiteY98" fmla="*/ 1990173 h 2240205"/>
              <a:gd name="connsiteX99" fmla="*/ 2476147 w 12192000"/>
              <a:gd name="connsiteY99" fmla="*/ 1998305 h 2240205"/>
              <a:gd name="connsiteX100" fmla="*/ 2373568 w 12192000"/>
              <a:gd name="connsiteY100" fmla="*/ 2003219 h 2240205"/>
              <a:gd name="connsiteX101" fmla="*/ 2287219 w 12192000"/>
              <a:gd name="connsiteY101" fmla="*/ 1998750 h 2240205"/>
              <a:gd name="connsiteX102" fmla="*/ 2243069 w 12192000"/>
              <a:gd name="connsiteY102" fmla="*/ 2005321 h 2240205"/>
              <a:gd name="connsiteX103" fmla="*/ 2164831 w 12192000"/>
              <a:gd name="connsiteY103" fmla="*/ 2010143 h 2240205"/>
              <a:gd name="connsiteX104" fmla="*/ 2085228 w 12192000"/>
              <a:gd name="connsiteY104" fmla="*/ 2046431 h 2240205"/>
              <a:gd name="connsiteX105" fmla="*/ 2058061 w 12192000"/>
              <a:gd name="connsiteY105" fmla="*/ 2047942 h 2240205"/>
              <a:gd name="connsiteX106" fmla="*/ 2042244 w 12192000"/>
              <a:gd name="connsiteY106" fmla="*/ 2055560 h 2240205"/>
              <a:gd name="connsiteX107" fmla="*/ 1877728 w 12192000"/>
              <a:gd name="connsiteY107" fmla="*/ 2101004 h 2240205"/>
              <a:gd name="connsiteX108" fmla="*/ 1759056 w 12192000"/>
              <a:gd name="connsiteY108" fmla="*/ 2125608 h 2240205"/>
              <a:gd name="connsiteX109" fmla="*/ 1637948 w 12192000"/>
              <a:gd name="connsiteY109" fmla="*/ 2172597 h 2240205"/>
              <a:gd name="connsiteX110" fmla="*/ 1434549 w 12192000"/>
              <a:gd name="connsiteY110" fmla="*/ 2234522 h 2240205"/>
              <a:gd name="connsiteX111" fmla="*/ 1370962 w 12192000"/>
              <a:gd name="connsiteY111" fmla="*/ 2237474 h 2240205"/>
              <a:gd name="connsiteX112" fmla="*/ 1356367 w 12192000"/>
              <a:gd name="connsiteY112" fmla="*/ 2235089 h 2240205"/>
              <a:gd name="connsiteX113" fmla="*/ 1279765 w 12192000"/>
              <a:gd name="connsiteY113" fmla="*/ 2229639 h 2240205"/>
              <a:gd name="connsiteX114" fmla="*/ 1195347 w 12192000"/>
              <a:gd name="connsiteY114" fmla="*/ 2212354 h 2240205"/>
              <a:gd name="connsiteX115" fmla="*/ 970251 w 12192000"/>
              <a:gd name="connsiteY115" fmla="*/ 2221029 h 2240205"/>
              <a:gd name="connsiteX116" fmla="*/ 812914 w 12192000"/>
              <a:gd name="connsiteY116" fmla="*/ 2210095 h 2240205"/>
              <a:gd name="connsiteX117" fmla="*/ 776382 w 12192000"/>
              <a:gd name="connsiteY117" fmla="*/ 2204512 h 2240205"/>
              <a:gd name="connsiteX118" fmla="*/ 597225 w 12192000"/>
              <a:gd name="connsiteY118" fmla="*/ 2180999 h 2240205"/>
              <a:gd name="connsiteX119" fmla="*/ 520671 w 12192000"/>
              <a:gd name="connsiteY119" fmla="*/ 2180980 h 2240205"/>
              <a:gd name="connsiteX120" fmla="*/ 515024 w 12192000"/>
              <a:gd name="connsiteY120" fmla="*/ 2179258 h 2240205"/>
              <a:gd name="connsiteX121" fmla="*/ 413835 w 12192000"/>
              <a:gd name="connsiteY121" fmla="*/ 2156783 h 2240205"/>
              <a:gd name="connsiteX122" fmla="*/ 376513 w 12192000"/>
              <a:gd name="connsiteY122" fmla="*/ 2154014 h 2240205"/>
              <a:gd name="connsiteX123" fmla="*/ 273386 w 12192000"/>
              <a:gd name="connsiteY123" fmla="*/ 2142551 h 2240205"/>
              <a:gd name="connsiteX124" fmla="*/ 77641 w 12192000"/>
              <a:gd name="connsiteY124" fmla="*/ 2126835 h 2240205"/>
              <a:gd name="connsiteX125" fmla="*/ 37645 w 12192000"/>
              <a:gd name="connsiteY125" fmla="*/ 2115401 h 2240205"/>
              <a:gd name="connsiteX126" fmla="*/ 4572 w 12192000"/>
              <a:gd name="connsiteY126" fmla="*/ 2111091 h 2240205"/>
              <a:gd name="connsiteX127" fmla="*/ 0 w 12192000"/>
              <a:gd name="connsiteY127" fmla="*/ 2110468 h 2240205"/>
              <a:gd name="connsiteX128" fmla="*/ 0 w 12192000"/>
              <a:gd name="connsiteY128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649954 w 12192000"/>
              <a:gd name="connsiteY4" fmla="*/ 749628 h 2240205"/>
              <a:gd name="connsiteX5" fmla="*/ 11560424 w 12192000"/>
              <a:gd name="connsiteY5" fmla="*/ 748017 h 2240205"/>
              <a:gd name="connsiteX6" fmla="*/ 11358455 w 12192000"/>
              <a:gd name="connsiteY6" fmla="*/ 747593 h 2240205"/>
              <a:gd name="connsiteX7" fmla="*/ 11165209 w 12192000"/>
              <a:gd name="connsiteY7" fmla="*/ 748852 h 2240205"/>
              <a:gd name="connsiteX8" fmla="*/ 11058755 w 12192000"/>
              <a:gd name="connsiteY8" fmla="*/ 749617 h 2240205"/>
              <a:gd name="connsiteX9" fmla="*/ 10803046 w 12192000"/>
              <a:gd name="connsiteY9" fmla="*/ 774328 h 2240205"/>
              <a:gd name="connsiteX10" fmla="*/ 10458762 w 12192000"/>
              <a:gd name="connsiteY10" fmla="*/ 755400 h 2240205"/>
              <a:gd name="connsiteX11" fmla="*/ 10211200 w 12192000"/>
              <a:gd name="connsiteY11" fmla="*/ 767513 h 2240205"/>
              <a:gd name="connsiteX12" fmla="*/ 10167995 w 12192000"/>
              <a:gd name="connsiteY12" fmla="*/ 760843 h 2240205"/>
              <a:gd name="connsiteX13" fmla="*/ 9997044 w 12192000"/>
              <a:gd name="connsiteY13" fmla="*/ 780129 h 2240205"/>
              <a:gd name="connsiteX14" fmla="*/ 9943887 w 12192000"/>
              <a:gd name="connsiteY14" fmla="*/ 804141 h 2240205"/>
              <a:gd name="connsiteX15" fmla="*/ 9918248 w 12192000"/>
              <a:gd name="connsiteY15" fmla="*/ 816628 h 2240205"/>
              <a:gd name="connsiteX16" fmla="*/ 9767091 w 12192000"/>
              <a:gd name="connsiteY16" fmla="*/ 870550 h 2240205"/>
              <a:gd name="connsiteX17" fmla="*/ 9683005 w 12192000"/>
              <a:gd name="connsiteY17" fmla="*/ 894128 h 2240205"/>
              <a:gd name="connsiteX18" fmla="*/ 9500499 w 12192000"/>
              <a:gd name="connsiteY18" fmla="*/ 954680 h 2240205"/>
              <a:gd name="connsiteX19" fmla="*/ 9410017 w 12192000"/>
              <a:gd name="connsiteY19" fmla="*/ 993931 h 2240205"/>
              <a:gd name="connsiteX20" fmla="*/ 9392919 w 12192000"/>
              <a:gd name="connsiteY20" fmla="*/ 994656 h 2240205"/>
              <a:gd name="connsiteX21" fmla="*/ 9268019 w 12192000"/>
              <a:gd name="connsiteY21" fmla="*/ 1007442 h 2240205"/>
              <a:gd name="connsiteX22" fmla="*/ 9188177 w 12192000"/>
              <a:gd name="connsiteY22" fmla="*/ 1035474 h 2240205"/>
              <a:gd name="connsiteX23" fmla="*/ 9155969 w 12192000"/>
              <a:gd name="connsiteY23" fmla="*/ 1046804 h 2240205"/>
              <a:gd name="connsiteX24" fmla="*/ 9133985 w 12192000"/>
              <a:gd name="connsiteY24" fmla="*/ 1046450 h 2240205"/>
              <a:gd name="connsiteX25" fmla="*/ 9003462 w 12192000"/>
              <a:gd name="connsiteY25" fmla="*/ 1042406 h 2240205"/>
              <a:gd name="connsiteX26" fmla="*/ 8968445 w 12192000"/>
              <a:gd name="connsiteY26" fmla="*/ 1052169 h 2240205"/>
              <a:gd name="connsiteX27" fmla="*/ 8886001 w 12192000"/>
              <a:gd name="connsiteY27" fmla="*/ 1067468 h 2240205"/>
              <a:gd name="connsiteX28" fmla="*/ 8838610 w 12192000"/>
              <a:gd name="connsiteY28" fmla="*/ 1075091 h 2240205"/>
              <a:gd name="connsiteX29" fmla="*/ 8665605 w 12192000"/>
              <a:gd name="connsiteY29" fmla="*/ 1110791 h 2240205"/>
              <a:gd name="connsiteX30" fmla="*/ 8419755 w 12192000"/>
              <a:gd name="connsiteY30" fmla="*/ 1216260 h 2240205"/>
              <a:gd name="connsiteX31" fmla="*/ 8411626 w 12192000"/>
              <a:gd name="connsiteY31" fmla="*/ 1214397 h 2240205"/>
              <a:gd name="connsiteX32" fmla="*/ 8363469 w 12192000"/>
              <a:gd name="connsiteY32" fmla="*/ 1246658 h 2240205"/>
              <a:gd name="connsiteX33" fmla="*/ 8275497 w 12192000"/>
              <a:gd name="connsiteY33" fmla="*/ 1264396 h 2240205"/>
              <a:gd name="connsiteX34" fmla="*/ 8074238 w 12192000"/>
              <a:gd name="connsiteY34" fmla="*/ 1301895 h 2240205"/>
              <a:gd name="connsiteX35" fmla="*/ 7902328 w 12192000"/>
              <a:gd name="connsiteY35" fmla="*/ 1345865 h 2240205"/>
              <a:gd name="connsiteX36" fmla="*/ 7840612 w 12192000"/>
              <a:gd name="connsiteY36" fmla="*/ 1369373 h 2240205"/>
              <a:gd name="connsiteX37" fmla="*/ 7786819 w 12192000"/>
              <a:gd name="connsiteY37" fmla="*/ 1378970 h 2240205"/>
              <a:gd name="connsiteX38" fmla="*/ 7548172 w 12192000"/>
              <a:gd name="connsiteY38" fmla="*/ 1417460 h 2240205"/>
              <a:gd name="connsiteX39" fmla="*/ 7483437 w 12192000"/>
              <a:gd name="connsiteY39" fmla="*/ 1478152 h 2240205"/>
              <a:gd name="connsiteX40" fmla="*/ 7377870 w 12192000"/>
              <a:gd name="connsiteY40" fmla="*/ 1523319 h 2240205"/>
              <a:gd name="connsiteX41" fmla="*/ 7230737 w 12192000"/>
              <a:gd name="connsiteY41" fmla="*/ 1562633 h 2240205"/>
              <a:gd name="connsiteX42" fmla="*/ 7224458 w 12192000"/>
              <a:gd name="connsiteY42" fmla="*/ 1573008 h 2240205"/>
              <a:gd name="connsiteX43" fmla="*/ 7183121 w 12192000"/>
              <a:gd name="connsiteY43" fmla="*/ 1595162 h 2240205"/>
              <a:gd name="connsiteX44" fmla="*/ 7164601 w 12192000"/>
              <a:gd name="connsiteY44" fmla="*/ 1606490 h 2240205"/>
              <a:gd name="connsiteX45" fmla="*/ 6900177 w 12192000"/>
              <a:gd name="connsiteY45" fmla="*/ 1636016 h 2240205"/>
              <a:gd name="connsiteX46" fmla="*/ 6795372 w 12192000"/>
              <a:gd name="connsiteY46" fmla="*/ 1644845 h 2240205"/>
              <a:gd name="connsiteX47" fmla="*/ 6692251 w 12192000"/>
              <a:gd name="connsiteY47" fmla="*/ 1656357 h 2240205"/>
              <a:gd name="connsiteX48" fmla="*/ 6655235 w 12192000"/>
              <a:gd name="connsiteY48" fmla="*/ 1661869 h 2240205"/>
              <a:gd name="connsiteX49" fmla="*/ 6554894 w 12192000"/>
              <a:gd name="connsiteY49" fmla="*/ 1664428 h 2240205"/>
              <a:gd name="connsiteX50" fmla="*/ 6516595 w 12192000"/>
              <a:gd name="connsiteY50" fmla="*/ 1667475 h 2240205"/>
              <a:gd name="connsiteX51" fmla="*/ 6508541 w 12192000"/>
              <a:gd name="connsiteY51" fmla="*/ 1668757 h 2240205"/>
              <a:gd name="connsiteX52" fmla="*/ 6471012 w 12192000"/>
              <a:gd name="connsiteY52" fmla="*/ 1678604 h 2240205"/>
              <a:gd name="connsiteX53" fmla="*/ 6364035 w 12192000"/>
              <a:gd name="connsiteY53" fmla="*/ 1667683 h 2240205"/>
              <a:gd name="connsiteX54" fmla="*/ 6243319 w 12192000"/>
              <a:gd name="connsiteY54" fmla="*/ 1695560 h 2240205"/>
              <a:gd name="connsiteX55" fmla="*/ 6098321 w 12192000"/>
              <a:gd name="connsiteY55" fmla="*/ 1721646 h 2240205"/>
              <a:gd name="connsiteX56" fmla="*/ 5880652 w 12192000"/>
              <a:gd name="connsiteY56" fmla="*/ 1779643 h 2240205"/>
              <a:gd name="connsiteX57" fmla="*/ 5785959 w 12192000"/>
              <a:gd name="connsiteY57" fmla="*/ 1775307 h 2240205"/>
              <a:gd name="connsiteX58" fmla="*/ 5643534 w 12192000"/>
              <a:gd name="connsiteY58" fmla="*/ 1802919 h 2240205"/>
              <a:gd name="connsiteX59" fmla="*/ 5518799 w 12192000"/>
              <a:gd name="connsiteY59" fmla="*/ 1818312 h 2240205"/>
              <a:gd name="connsiteX60" fmla="*/ 5505014 w 12192000"/>
              <a:gd name="connsiteY60" fmla="*/ 1819259 h 2240205"/>
              <a:gd name="connsiteX61" fmla="*/ 5453307 w 12192000"/>
              <a:gd name="connsiteY61" fmla="*/ 1815450 h 2240205"/>
              <a:gd name="connsiteX62" fmla="*/ 5221533 w 12192000"/>
              <a:gd name="connsiteY62" fmla="*/ 1846950 h 2240205"/>
              <a:gd name="connsiteX63" fmla="*/ 5149802 w 12192000"/>
              <a:gd name="connsiteY63" fmla="*/ 1844846 h 2240205"/>
              <a:gd name="connsiteX64" fmla="*/ 5114927 w 12192000"/>
              <a:gd name="connsiteY64" fmla="*/ 1847827 h 2240205"/>
              <a:gd name="connsiteX65" fmla="*/ 5108970 w 12192000"/>
              <a:gd name="connsiteY65" fmla="*/ 1847935 h 2240205"/>
              <a:gd name="connsiteX66" fmla="*/ 5067961 w 12192000"/>
              <a:gd name="connsiteY66" fmla="*/ 1845917 h 2240205"/>
              <a:gd name="connsiteX67" fmla="*/ 5007075 w 12192000"/>
              <a:gd name="connsiteY67" fmla="*/ 1838626 h 2240205"/>
              <a:gd name="connsiteX68" fmla="*/ 4944087 w 12192000"/>
              <a:gd name="connsiteY68" fmla="*/ 1823332 h 2240205"/>
              <a:gd name="connsiteX69" fmla="*/ 4907662 w 12192000"/>
              <a:gd name="connsiteY69" fmla="*/ 1816900 h 2240205"/>
              <a:gd name="connsiteX70" fmla="*/ 4882386 w 12192000"/>
              <a:gd name="connsiteY70" fmla="*/ 1809844 h 2240205"/>
              <a:gd name="connsiteX71" fmla="*/ 4811440 w 12192000"/>
              <a:gd name="connsiteY71" fmla="*/ 1804655 h 2240205"/>
              <a:gd name="connsiteX72" fmla="*/ 4691075 w 12192000"/>
              <a:gd name="connsiteY72" fmla="*/ 1801389 h 2240205"/>
              <a:gd name="connsiteX73" fmla="*/ 4640313 w 12192000"/>
              <a:gd name="connsiteY73" fmla="*/ 1784307 h 2240205"/>
              <a:gd name="connsiteX74" fmla="*/ 4536503 w 12192000"/>
              <a:gd name="connsiteY74" fmla="*/ 1785334 h 2240205"/>
              <a:gd name="connsiteX75" fmla="*/ 4513724 w 12192000"/>
              <a:gd name="connsiteY75" fmla="*/ 1791996 h 2240205"/>
              <a:gd name="connsiteX76" fmla="*/ 4459810 w 12192000"/>
              <a:gd name="connsiteY76" fmla="*/ 1797886 h 2240205"/>
              <a:gd name="connsiteX77" fmla="*/ 4379064 w 12192000"/>
              <a:gd name="connsiteY77" fmla="*/ 1817177 h 2240205"/>
              <a:gd name="connsiteX78" fmla="*/ 4290981 w 12192000"/>
              <a:gd name="connsiteY78" fmla="*/ 1839677 h 2240205"/>
              <a:gd name="connsiteX79" fmla="*/ 4238372 w 12192000"/>
              <a:gd name="connsiteY79" fmla="*/ 1851480 h 2240205"/>
              <a:gd name="connsiteX80" fmla="*/ 4232517 w 12192000"/>
              <a:gd name="connsiteY80" fmla="*/ 1852567 h 2240205"/>
              <a:gd name="connsiteX81" fmla="*/ 4191732 w 12192000"/>
              <a:gd name="connsiteY81" fmla="*/ 1857328 h 2240205"/>
              <a:gd name="connsiteX82" fmla="*/ 4065532 w 12192000"/>
              <a:gd name="connsiteY82" fmla="*/ 1855477 h 2240205"/>
              <a:gd name="connsiteX83" fmla="*/ 4028460 w 12192000"/>
              <a:gd name="connsiteY83" fmla="*/ 1855137 h 2240205"/>
              <a:gd name="connsiteX84" fmla="*/ 4002267 w 12192000"/>
              <a:gd name="connsiteY84" fmla="*/ 1852352 h 2240205"/>
              <a:gd name="connsiteX85" fmla="*/ 3931396 w 12192000"/>
              <a:gd name="connsiteY85" fmla="*/ 1858915 h 2240205"/>
              <a:gd name="connsiteX86" fmla="*/ 3812162 w 12192000"/>
              <a:gd name="connsiteY86" fmla="*/ 1875501 h 2240205"/>
              <a:gd name="connsiteX87" fmla="*/ 3758105 w 12192000"/>
              <a:gd name="connsiteY87" fmla="*/ 1871856 h 2240205"/>
              <a:gd name="connsiteX88" fmla="*/ 3567259 w 12192000"/>
              <a:gd name="connsiteY88" fmla="*/ 1893482 h 2240205"/>
              <a:gd name="connsiteX89" fmla="*/ 3405770 w 12192000"/>
              <a:gd name="connsiteY89" fmla="*/ 1904591 h 2240205"/>
              <a:gd name="connsiteX90" fmla="*/ 3280097 w 12192000"/>
              <a:gd name="connsiteY90" fmla="*/ 1919610 h 2240205"/>
              <a:gd name="connsiteX91" fmla="*/ 3009910 w 12192000"/>
              <a:gd name="connsiteY91" fmla="*/ 1957866 h 2240205"/>
              <a:gd name="connsiteX92" fmla="*/ 2995934 w 12192000"/>
              <a:gd name="connsiteY92" fmla="*/ 1967085 h 2240205"/>
              <a:gd name="connsiteX93" fmla="*/ 2942858 w 12192000"/>
              <a:gd name="connsiteY93" fmla="*/ 1981367 h 2240205"/>
              <a:gd name="connsiteX94" fmla="*/ 2875436 w 12192000"/>
              <a:gd name="connsiteY94" fmla="*/ 1996977 h 2240205"/>
              <a:gd name="connsiteX95" fmla="*/ 2874892 w 12192000"/>
              <a:gd name="connsiteY95" fmla="*/ 1996085 h 2240205"/>
              <a:gd name="connsiteX96" fmla="*/ 2843662 w 12192000"/>
              <a:gd name="connsiteY96" fmla="*/ 1992498 h 2240205"/>
              <a:gd name="connsiteX97" fmla="*/ 2718916 w 12192000"/>
              <a:gd name="connsiteY97" fmla="*/ 1990867 h 2240205"/>
              <a:gd name="connsiteX98" fmla="*/ 2713522 w 12192000"/>
              <a:gd name="connsiteY98" fmla="*/ 1990173 h 2240205"/>
              <a:gd name="connsiteX99" fmla="*/ 2476147 w 12192000"/>
              <a:gd name="connsiteY99" fmla="*/ 1998305 h 2240205"/>
              <a:gd name="connsiteX100" fmla="*/ 2373568 w 12192000"/>
              <a:gd name="connsiteY100" fmla="*/ 2003219 h 2240205"/>
              <a:gd name="connsiteX101" fmla="*/ 2287219 w 12192000"/>
              <a:gd name="connsiteY101" fmla="*/ 1998750 h 2240205"/>
              <a:gd name="connsiteX102" fmla="*/ 2243069 w 12192000"/>
              <a:gd name="connsiteY102" fmla="*/ 2005321 h 2240205"/>
              <a:gd name="connsiteX103" fmla="*/ 2164831 w 12192000"/>
              <a:gd name="connsiteY103" fmla="*/ 2010143 h 2240205"/>
              <a:gd name="connsiteX104" fmla="*/ 2085228 w 12192000"/>
              <a:gd name="connsiteY104" fmla="*/ 2046431 h 2240205"/>
              <a:gd name="connsiteX105" fmla="*/ 2058061 w 12192000"/>
              <a:gd name="connsiteY105" fmla="*/ 2047942 h 2240205"/>
              <a:gd name="connsiteX106" fmla="*/ 2042244 w 12192000"/>
              <a:gd name="connsiteY106" fmla="*/ 2055560 h 2240205"/>
              <a:gd name="connsiteX107" fmla="*/ 1877728 w 12192000"/>
              <a:gd name="connsiteY107" fmla="*/ 2101004 h 2240205"/>
              <a:gd name="connsiteX108" fmla="*/ 1759056 w 12192000"/>
              <a:gd name="connsiteY108" fmla="*/ 2125608 h 2240205"/>
              <a:gd name="connsiteX109" fmla="*/ 1637948 w 12192000"/>
              <a:gd name="connsiteY109" fmla="*/ 2172597 h 2240205"/>
              <a:gd name="connsiteX110" fmla="*/ 1434549 w 12192000"/>
              <a:gd name="connsiteY110" fmla="*/ 2234522 h 2240205"/>
              <a:gd name="connsiteX111" fmla="*/ 1370962 w 12192000"/>
              <a:gd name="connsiteY111" fmla="*/ 2237474 h 2240205"/>
              <a:gd name="connsiteX112" fmla="*/ 1356367 w 12192000"/>
              <a:gd name="connsiteY112" fmla="*/ 2235089 h 2240205"/>
              <a:gd name="connsiteX113" fmla="*/ 1279765 w 12192000"/>
              <a:gd name="connsiteY113" fmla="*/ 2229639 h 2240205"/>
              <a:gd name="connsiteX114" fmla="*/ 1195347 w 12192000"/>
              <a:gd name="connsiteY114" fmla="*/ 2212354 h 2240205"/>
              <a:gd name="connsiteX115" fmla="*/ 970251 w 12192000"/>
              <a:gd name="connsiteY115" fmla="*/ 2221029 h 2240205"/>
              <a:gd name="connsiteX116" fmla="*/ 812914 w 12192000"/>
              <a:gd name="connsiteY116" fmla="*/ 2210095 h 2240205"/>
              <a:gd name="connsiteX117" fmla="*/ 776382 w 12192000"/>
              <a:gd name="connsiteY117" fmla="*/ 2204512 h 2240205"/>
              <a:gd name="connsiteX118" fmla="*/ 597225 w 12192000"/>
              <a:gd name="connsiteY118" fmla="*/ 2180999 h 2240205"/>
              <a:gd name="connsiteX119" fmla="*/ 520671 w 12192000"/>
              <a:gd name="connsiteY119" fmla="*/ 2180980 h 2240205"/>
              <a:gd name="connsiteX120" fmla="*/ 515024 w 12192000"/>
              <a:gd name="connsiteY120" fmla="*/ 2179258 h 2240205"/>
              <a:gd name="connsiteX121" fmla="*/ 413835 w 12192000"/>
              <a:gd name="connsiteY121" fmla="*/ 2156783 h 2240205"/>
              <a:gd name="connsiteX122" fmla="*/ 376513 w 12192000"/>
              <a:gd name="connsiteY122" fmla="*/ 2154014 h 2240205"/>
              <a:gd name="connsiteX123" fmla="*/ 273386 w 12192000"/>
              <a:gd name="connsiteY123" fmla="*/ 2142551 h 2240205"/>
              <a:gd name="connsiteX124" fmla="*/ 77641 w 12192000"/>
              <a:gd name="connsiteY124" fmla="*/ 2126835 h 2240205"/>
              <a:gd name="connsiteX125" fmla="*/ 37645 w 12192000"/>
              <a:gd name="connsiteY125" fmla="*/ 2115401 h 2240205"/>
              <a:gd name="connsiteX126" fmla="*/ 4572 w 12192000"/>
              <a:gd name="connsiteY126" fmla="*/ 2111091 h 2240205"/>
              <a:gd name="connsiteX127" fmla="*/ 0 w 12192000"/>
              <a:gd name="connsiteY127" fmla="*/ 2110468 h 2240205"/>
              <a:gd name="connsiteX128" fmla="*/ 0 w 12192000"/>
              <a:gd name="connsiteY128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649954 w 12192000"/>
              <a:gd name="connsiteY4" fmla="*/ 749628 h 2240205"/>
              <a:gd name="connsiteX5" fmla="*/ 11560424 w 12192000"/>
              <a:gd name="connsiteY5" fmla="*/ 748017 h 2240205"/>
              <a:gd name="connsiteX6" fmla="*/ 11358455 w 12192000"/>
              <a:gd name="connsiteY6" fmla="*/ 747593 h 2240205"/>
              <a:gd name="connsiteX7" fmla="*/ 11165209 w 12192000"/>
              <a:gd name="connsiteY7" fmla="*/ 748852 h 2240205"/>
              <a:gd name="connsiteX8" fmla="*/ 11058755 w 12192000"/>
              <a:gd name="connsiteY8" fmla="*/ 749617 h 2240205"/>
              <a:gd name="connsiteX9" fmla="*/ 10803046 w 12192000"/>
              <a:gd name="connsiteY9" fmla="*/ 774328 h 2240205"/>
              <a:gd name="connsiteX10" fmla="*/ 10458762 w 12192000"/>
              <a:gd name="connsiteY10" fmla="*/ 755400 h 2240205"/>
              <a:gd name="connsiteX11" fmla="*/ 10211200 w 12192000"/>
              <a:gd name="connsiteY11" fmla="*/ 767513 h 2240205"/>
              <a:gd name="connsiteX12" fmla="*/ 10167995 w 12192000"/>
              <a:gd name="connsiteY12" fmla="*/ 760843 h 2240205"/>
              <a:gd name="connsiteX13" fmla="*/ 9997044 w 12192000"/>
              <a:gd name="connsiteY13" fmla="*/ 780129 h 2240205"/>
              <a:gd name="connsiteX14" fmla="*/ 9943887 w 12192000"/>
              <a:gd name="connsiteY14" fmla="*/ 804141 h 2240205"/>
              <a:gd name="connsiteX15" fmla="*/ 9918248 w 12192000"/>
              <a:gd name="connsiteY15" fmla="*/ 816628 h 2240205"/>
              <a:gd name="connsiteX16" fmla="*/ 9767091 w 12192000"/>
              <a:gd name="connsiteY16" fmla="*/ 870550 h 2240205"/>
              <a:gd name="connsiteX17" fmla="*/ 9683005 w 12192000"/>
              <a:gd name="connsiteY17" fmla="*/ 894128 h 2240205"/>
              <a:gd name="connsiteX18" fmla="*/ 9500499 w 12192000"/>
              <a:gd name="connsiteY18" fmla="*/ 954680 h 2240205"/>
              <a:gd name="connsiteX19" fmla="*/ 9410017 w 12192000"/>
              <a:gd name="connsiteY19" fmla="*/ 993931 h 2240205"/>
              <a:gd name="connsiteX20" fmla="*/ 9392919 w 12192000"/>
              <a:gd name="connsiteY20" fmla="*/ 994656 h 2240205"/>
              <a:gd name="connsiteX21" fmla="*/ 9268019 w 12192000"/>
              <a:gd name="connsiteY21" fmla="*/ 1007442 h 2240205"/>
              <a:gd name="connsiteX22" fmla="*/ 9188177 w 12192000"/>
              <a:gd name="connsiteY22" fmla="*/ 1035474 h 2240205"/>
              <a:gd name="connsiteX23" fmla="*/ 9155969 w 12192000"/>
              <a:gd name="connsiteY23" fmla="*/ 1046804 h 2240205"/>
              <a:gd name="connsiteX24" fmla="*/ 9133985 w 12192000"/>
              <a:gd name="connsiteY24" fmla="*/ 1046450 h 2240205"/>
              <a:gd name="connsiteX25" fmla="*/ 9003462 w 12192000"/>
              <a:gd name="connsiteY25" fmla="*/ 1042406 h 2240205"/>
              <a:gd name="connsiteX26" fmla="*/ 8968445 w 12192000"/>
              <a:gd name="connsiteY26" fmla="*/ 1052169 h 2240205"/>
              <a:gd name="connsiteX27" fmla="*/ 8886001 w 12192000"/>
              <a:gd name="connsiteY27" fmla="*/ 1067468 h 2240205"/>
              <a:gd name="connsiteX28" fmla="*/ 8838610 w 12192000"/>
              <a:gd name="connsiteY28" fmla="*/ 1075091 h 2240205"/>
              <a:gd name="connsiteX29" fmla="*/ 8665605 w 12192000"/>
              <a:gd name="connsiteY29" fmla="*/ 1110791 h 2240205"/>
              <a:gd name="connsiteX30" fmla="*/ 8419755 w 12192000"/>
              <a:gd name="connsiteY30" fmla="*/ 1216260 h 2240205"/>
              <a:gd name="connsiteX31" fmla="*/ 8411626 w 12192000"/>
              <a:gd name="connsiteY31" fmla="*/ 1214397 h 2240205"/>
              <a:gd name="connsiteX32" fmla="*/ 8363469 w 12192000"/>
              <a:gd name="connsiteY32" fmla="*/ 1246658 h 2240205"/>
              <a:gd name="connsiteX33" fmla="*/ 8275497 w 12192000"/>
              <a:gd name="connsiteY33" fmla="*/ 1264396 h 2240205"/>
              <a:gd name="connsiteX34" fmla="*/ 8074238 w 12192000"/>
              <a:gd name="connsiteY34" fmla="*/ 1301895 h 2240205"/>
              <a:gd name="connsiteX35" fmla="*/ 7902328 w 12192000"/>
              <a:gd name="connsiteY35" fmla="*/ 1345865 h 2240205"/>
              <a:gd name="connsiteX36" fmla="*/ 7840612 w 12192000"/>
              <a:gd name="connsiteY36" fmla="*/ 1369373 h 2240205"/>
              <a:gd name="connsiteX37" fmla="*/ 7786819 w 12192000"/>
              <a:gd name="connsiteY37" fmla="*/ 1378970 h 2240205"/>
              <a:gd name="connsiteX38" fmla="*/ 7548172 w 12192000"/>
              <a:gd name="connsiteY38" fmla="*/ 1417460 h 2240205"/>
              <a:gd name="connsiteX39" fmla="*/ 7483437 w 12192000"/>
              <a:gd name="connsiteY39" fmla="*/ 1478152 h 2240205"/>
              <a:gd name="connsiteX40" fmla="*/ 7377870 w 12192000"/>
              <a:gd name="connsiteY40" fmla="*/ 1523319 h 2240205"/>
              <a:gd name="connsiteX41" fmla="*/ 7230737 w 12192000"/>
              <a:gd name="connsiteY41" fmla="*/ 1562633 h 2240205"/>
              <a:gd name="connsiteX42" fmla="*/ 7224458 w 12192000"/>
              <a:gd name="connsiteY42" fmla="*/ 1573008 h 2240205"/>
              <a:gd name="connsiteX43" fmla="*/ 7183121 w 12192000"/>
              <a:gd name="connsiteY43" fmla="*/ 1595162 h 2240205"/>
              <a:gd name="connsiteX44" fmla="*/ 7164601 w 12192000"/>
              <a:gd name="connsiteY44" fmla="*/ 1606490 h 2240205"/>
              <a:gd name="connsiteX45" fmla="*/ 6900177 w 12192000"/>
              <a:gd name="connsiteY45" fmla="*/ 1636016 h 2240205"/>
              <a:gd name="connsiteX46" fmla="*/ 6795372 w 12192000"/>
              <a:gd name="connsiteY46" fmla="*/ 1644845 h 2240205"/>
              <a:gd name="connsiteX47" fmla="*/ 6692251 w 12192000"/>
              <a:gd name="connsiteY47" fmla="*/ 1656357 h 2240205"/>
              <a:gd name="connsiteX48" fmla="*/ 6655235 w 12192000"/>
              <a:gd name="connsiteY48" fmla="*/ 1661869 h 2240205"/>
              <a:gd name="connsiteX49" fmla="*/ 6554894 w 12192000"/>
              <a:gd name="connsiteY49" fmla="*/ 1664428 h 2240205"/>
              <a:gd name="connsiteX50" fmla="*/ 6516595 w 12192000"/>
              <a:gd name="connsiteY50" fmla="*/ 1667475 h 2240205"/>
              <a:gd name="connsiteX51" fmla="*/ 6508541 w 12192000"/>
              <a:gd name="connsiteY51" fmla="*/ 1668757 h 2240205"/>
              <a:gd name="connsiteX52" fmla="*/ 6471012 w 12192000"/>
              <a:gd name="connsiteY52" fmla="*/ 1678604 h 2240205"/>
              <a:gd name="connsiteX53" fmla="*/ 6364035 w 12192000"/>
              <a:gd name="connsiteY53" fmla="*/ 1667683 h 2240205"/>
              <a:gd name="connsiteX54" fmla="*/ 6243319 w 12192000"/>
              <a:gd name="connsiteY54" fmla="*/ 1695560 h 2240205"/>
              <a:gd name="connsiteX55" fmla="*/ 6098321 w 12192000"/>
              <a:gd name="connsiteY55" fmla="*/ 1721646 h 2240205"/>
              <a:gd name="connsiteX56" fmla="*/ 5880652 w 12192000"/>
              <a:gd name="connsiteY56" fmla="*/ 1779643 h 2240205"/>
              <a:gd name="connsiteX57" fmla="*/ 5785959 w 12192000"/>
              <a:gd name="connsiteY57" fmla="*/ 1775307 h 2240205"/>
              <a:gd name="connsiteX58" fmla="*/ 5643534 w 12192000"/>
              <a:gd name="connsiteY58" fmla="*/ 1802919 h 2240205"/>
              <a:gd name="connsiteX59" fmla="*/ 5518799 w 12192000"/>
              <a:gd name="connsiteY59" fmla="*/ 1818312 h 2240205"/>
              <a:gd name="connsiteX60" fmla="*/ 5505014 w 12192000"/>
              <a:gd name="connsiteY60" fmla="*/ 1819259 h 2240205"/>
              <a:gd name="connsiteX61" fmla="*/ 5453307 w 12192000"/>
              <a:gd name="connsiteY61" fmla="*/ 1815450 h 2240205"/>
              <a:gd name="connsiteX62" fmla="*/ 5221533 w 12192000"/>
              <a:gd name="connsiteY62" fmla="*/ 1846950 h 2240205"/>
              <a:gd name="connsiteX63" fmla="*/ 5149802 w 12192000"/>
              <a:gd name="connsiteY63" fmla="*/ 1844846 h 2240205"/>
              <a:gd name="connsiteX64" fmla="*/ 5114927 w 12192000"/>
              <a:gd name="connsiteY64" fmla="*/ 1847827 h 2240205"/>
              <a:gd name="connsiteX65" fmla="*/ 5108970 w 12192000"/>
              <a:gd name="connsiteY65" fmla="*/ 1847935 h 2240205"/>
              <a:gd name="connsiteX66" fmla="*/ 5067961 w 12192000"/>
              <a:gd name="connsiteY66" fmla="*/ 1845917 h 2240205"/>
              <a:gd name="connsiteX67" fmla="*/ 5007075 w 12192000"/>
              <a:gd name="connsiteY67" fmla="*/ 1838626 h 2240205"/>
              <a:gd name="connsiteX68" fmla="*/ 4944087 w 12192000"/>
              <a:gd name="connsiteY68" fmla="*/ 1823332 h 2240205"/>
              <a:gd name="connsiteX69" fmla="*/ 4907662 w 12192000"/>
              <a:gd name="connsiteY69" fmla="*/ 1816900 h 2240205"/>
              <a:gd name="connsiteX70" fmla="*/ 4882386 w 12192000"/>
              <a:gd name="connsiteY70" fmla="*/ 1809844 h 2240205"/>
              <a:gd name="connsiteX71" fmla="*/ 4811440 w 12192000"/>
              <a:gd name="connsiteY71" fmla="*/ 1804655 h 2240205"/>
              <a:gd name="connsiteX72" fmla="*/ 4691075 w 12192000"/>
              <a:gd name="connsiteY72" fmla="*/ 1801389 h 2240205"/>
              <a:gd name="connsiteX73" fmla="*/ 4640313 w 12192000"/>
              <a:gd name="connsiteY73" fmla="*/ 1784307 h 2240205"/>
              <a:gd name="connsiteX74" fmla="*/ 4536503 w 12192000"/>
              <a:gd name="connsiteY74" fmla="*/ 1785334 h 2240205"/>
              <a:gd name="connsiteX75" fmla="*/ 4513724 w 12192000"/>
              <a:gd name="connsiteY75" fmla="*/ 1791996 h 2240205"/>
              <a:gd name="connsiteX76" fmla="*/ 4459810 w 12192000"/>
              <a:gd name="connsiteY76" fmla="*/ 1797886 h 2240205"/>
              <a:gd name="connsiteX77" fmla="*/ 4379064 w 12192000"/>
              <a:gd name="connsiteY77" fmla="*/ 1817177 h 2240205"/>
              <a:gd name="connsiteX78" fmla="*/ 4290981 w 12192000"/>
              <a:gd name="connsiteY78" fmla="*/ 1839677 h 2240205"/>
              <a:gd name="connsiteX79" fmla="*/ 4238372 w 12192000"/>
              <a:gd name="connsiteY79" fmla="*/ 1851480 h 2240205"/>
              <a:gd name="connsiteX80" fmla="*/ 4232517 w 12192000"/>
              <a:gd name="connsiteY80" fmla="*/ 1852567 h 2240205"/>
              <a:gd name="connsiteX81" fmla="*/ 4191732 w 12192000"/>
              <a:gd name="connsiteY81" fmla="*/ 1857328 h 2240205"/>
              <a:gd name="connsiteX82" fmla="*/ 4065532 w 12192000"/>
              <a:gd name="connsiteY82" fmla="*/ 1855477 h 2240205"/>
              <a:gd name="connsiteX83" fmla="*/ 4028460 w 12192000"/>
              <a:gd name="connsiteY83" fmla="*/ 1855137 h 2240205"/>
              <a:gd name="connsiteX84" fmla="*/ 4002267 w 12192000"/>
              <a:gd name="connsiteY84" fmla="*/ 1852352 h 2240205"/>
              <a:gd name="connsiteX85" fmla="*/ 3931396 w 12192000"/>
              <a:gd name="connsiteY85" fmla="*/ 1858915 h 2240205"/>
              <a:gd name="connsiteX86" fmla="*/ 3812162 w 12192000"/>
              <a:gd name="connsiteY86" fmla="*/ 1875501 h 2240205"/>
              <a:gd name="connsiteX87" fmla="*/ 3758105 w 12192000"/>
              <a:gd name="connsiteY87" fmla="*/ 1871856 h 2240205"/>
              <a:gd name="connsiteX88" fmla="*/ 3567259 w 12192000"/>
              <a:gd name="connsiteY88" fmla="*/ 1893482 h 2240205"/>
              <a:gd name="connsiteX89" fmla="*/ 3405770 w 12192000"/>
              <a:gd name="connsiteY89" fmla="*/ 1904591 h 2240205"/>
              <a:gd name="connsiteX90" fmla="*/ 3280097 w 12192000"/>
              <a:gd name="connsiteY90" fmla="*/ 1919610 h 2240205"/>
              <a:gd name="connsiteX91" fmla="*/ 3009910 w 12192000"/>
              <a:gd name="connsiteY91" fmla="*/ 1957866 h 2240205"/>
              <a:gd name="connsiteX92" fmla="*/ 2995934 w 12192000"/>
              <a:gd name="connsiteY92" fmla="*/ 1967085 h 2240205"/>
              <a:gd name="connsiteX93" fmla="*/ 2942858 w 12192000"/>
              <a:gd name="connsiteY93" fmla="*/ 1981367 h 2240205"/>
              <a:gd name="connsiteX94" fmla="*/ 2875436 w 12192000"/>
              <a:gd name="connsiteY94" fmla="*/ 1996977 h 2240205"/>
              <a:gd name="connsiteX95" fmla="*/ 2874892 w 12192000"/>
              <a:gd name="connsiteY95" fmla="*/ 1996085 h 2240205"/>
              <a:gd name="connsiteX96" fmla="*/ 2843662 w 12192000"/>
              <a:gd name="connsiteY96" fmla="*/ 1992498 h 2240205"/>
              <a:gd name="connsiteX97" fmla="*/ 2718916 w 12192000"/>
              <a:gd name="connsiteY97" fmla="*/ 1990867 h 2240205"/>
              <a:gd name="connsiteX98" fmla="*/ 2713522 w 12192000"/>
              <a:gd name="connsiteY98" fmla="*/ 1990173 h 2240205"/>
              <a:gd name="connsiteX99" fmla="*/ 2476147 w 12192000"/>
              <a:gd name="connsiteY99" fmla="*/ 1998305 h 2240205"/>
              <a:gd name="connsiteX100" fmla="*/ 2373568 w 12192000"/>
              <a:gd name="connsiteY100" fmla="*/ 2003219 h 2240205"/>
              <a:gd name="connsiteX101" fmla="*/ 2287219 w 12192000"/>
              <a:gd name="connsiteY101" fmla="*/ 1998750 h 2240205"/>
              <a:gd name="connsiteX102" fmla="*/ 2243069 w 12192000"/>
              <a:gd name="connsiteY102" fmla="*/ 2005321 h 2240205"/>
              <a:gd name="connsiteX103" fmla="*/ 2164831 w 12192000"/>
              <a:gd name="connsiteY103" fmla="*/ 2010143 h 2240205"/>
              <a:gd name="connsiteX104" fmla="*/ 2058061 w 12192000"/>
              <a:gd name="connsiteY104" fmla="*/ 2047942 h 2240205"/>
              <a:gd name="connsiteX105" fmla="*/ 2042244 w 12192000"/>
              <a:gd name="connsiteY105" fmla="*/ 2055560 h 2240205"/>
              <a:gd name="connsiteX106" fmla="*/ 1877728 w 12192000"/>
              <a:gd name="connsiteY106" fmla="*/ 2101004 h 2240205"/>
              <a:gd name="connsiteX107" fmla="*/ 1759056 w 12192000"/>
              <a:gd name="connsiteY107" fmla="*/ 2125608 h 2240205"/>
              <a:gd name="connsiteX108" fmla="*/ 1637948 w 12192000"/>
              <a:gd name="connsiteY108" fmla="*/ 2172597 h 2240205"/>
              <a:gd name="connsiteX109" fmla="*/ 1434549 w 12192000"/>
              <a:gd name="connsiteY109" fmla="*/ 2234522 h 2240205"/>
              <a:gd name="connsiteX110" fmla="*/ 1370962 w 12192000"/>
              <a:gd name="connsiteY110" fmla="*/ 2237474 h 2240205"/>
              <a:gd name="connsiteX111" fmla="*/ 1356367 w 12192000"/>
              <a:gd name="connsiteY111" fmla="*/ 2235089 h 2240205"/>
              <a:gd name="connsiteX112" fmla="*/ 1279765 w 12192000"/>
              <a:gd name="connsiteY112" fmla="*/ 2229639 h 2240205"/>
              <a:gd name="connsiteX113" fmla="*/ 1195347 w 12192000"/>
              <a:gd name="connsiteY113" fmla="*/ 2212354 h 2240205"/>
              <a:gd name="connsiteX114" fmla="*/ 970251 w 12192000"/>
              <a:gd name="connsiteY114" fmla="*/ 2221029 h 2240205"/>
              <a:gd name="connsiteX115" fmla="*/ 812914 w 12192000"/>
              <a:gd name="connsiteY115" fmla="*/ 2210095 h 2240205"/>
              <a:gd name="connsiteX116" fmla="*/ 776382 w 12192000"/>
              <a:gd name="connsiteY116" fmla="*/ 2204512 h 2240205"/>
              <a:gd name="connsiteX117" fmla="*/ 597225 w 12192000"/>
              <a:gd name="connsiteY117" fmla="*/ 2180999 h 2240205"/>
              <a:gd name="connsiteX118" fmla="*/ 520671 w 12192000"/>
              <a:gd name="connsiteY118" fmla="*/ 2180980 h 2240205"/>
              <a:gd name="connsiteX119" fmla="*/ 515024 w 12192000"/>
              <a:gd name="connsiteY119" fmla="*/ 2179258 h 2240205"/>
              <a:gd name="connsiteX120" fmla="*/ 413835 w 12192000"/>
              <a:gd name="connsiteY120" fmla="*/ 2156783 h 2240205"/>
              <a:gd name="connsiteX121" fmla="*/ 376513 w 12192000"/>
              <a:gd name="connsiteY121" fmla="*/ 2154014 h 2240205"/>
              <a:gd name="connsiteX122" fmla="*/ 273386 w 12192000"/>
              <a:gd name="connsiteY122" fmla="*/ 2142551 h 2240205"/>
              <a:gd name="connsiteX123" fmla="*/ 77641 w 12192000"/>
              <a:gd name="connsiteY123" fmla="*/ 2126835 h 2240205"/>
              <a:gd name="connsiteX124" fmla="*/ 37645 w 12192000"/>
              <a:gd name="connsiteY124" fmla="*/ 2115401 h 2240205"/>
              <a:gd name="connsiteX125" fmla="*/ 4572 w 12192000"/>
              <a:gd name="connsiteY125" fmla="*/ 2111091 h 2240205"/>
              <a:gd name="connsiteX126" fmla="*/ 0 w 12192000"/>
              <a:gd name="connsiteY126" fmla="*/ 2110468 h 2240205"/>
              <a:gd name="connsiteX127" fmla="*/ 0 w 12192000"/>
              <a:gd name="connsiteY127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649954 w 12192000"/>
              <a:gd name="connsiteY4" fmla="*/ 749628 h 2240205"/>
              <a:gd name="connsiteX5" fmla="*/ 11560424 w 12192000"/>
              <a:gd name="connsiteY5" fmla="*/ 748017 h 2240205"/>
              <a:gd name="connsiteX6" fmla="*/ 11358455 w 12192000"/>
              <a:gd name="connsiteY6" fmla="*/ 747593 h 2240205"/>
              <a:gd name="connsiteX7" fmla="*/ 11165209 w 12192000"/>
              <a:gd name="connsiteY7" fmla="*/ 748852 h 2240205"/>
              <a:gd name="connsiteX8" fmla="*/ 11058755 w 12192000"/>
              <a:gd name="connsiteY8" fmla="*/ 749617 h 2240205"/>
              <a:gd name="connsiteX9" fmla="*/ 10803046 w 12192000"/>
              <a:gd name="connsiteY9" fmla="*/ 774328 h 2240205"/>
              <a:gd name="connsiteX10" fmla="*/ 10458762 w 12192000"/>
              <a:gd name="connsiteY10" fmla="*/ 755400 h 2240205"/>
              <a:gd name="connsiteX11" fmla="*/ 10211200 w 12192000"/>
              <a:gd name="connsiteY11" fmla="*/ 767513 h 2240205"/>
              <a:gd name="connsiteX12" fmla="*/ 10167995 w 12192000"/>
              <a:gd name="connsiteY12" fmla="*/ 760843 h 2240205"/>
              <a:gd name="connsiteX13" fmla="*/ 9997044 w 12192000"/>
              <a:gd name="connsiteY13" fmla="*/ 780129 h 2240205"/>
              <a:gd name="connsiteX14" fmla="*/ 9943887 w 12192000"/>
              <a:gd name="connsiteY14" fmla="*/ 804141 h 2240205"/>
              <a:gd name="connsiteX15" fmla="*/ 9918248 w 12192000"/>
              <a:gd name="connsiteY15" fmla="*/ 816628 h 2240205"/>
              <a:gd name="connsiteX16" fmla="*/ 9767091 w 12192000"/>
              <a:gd name="connsiteY16" fmla="*/ 870550 h 2240205"/>
              <a:gd name="connsiteX17" fmla="*/ 9683005 w 12192000"/>
              <a:gd name="connsiteY17" fmla="*/ 894128 h 2240205"/>
              <a:gd name="connsiteX18" fmla="*/ 9500499 w 12192000"/>
              <a:gd name="connsiteY18" fmla="*/ 954680 h 2240205"/>
              <a:gd name="connsiteX19" fmla="*/ 9410017 w 12192000"/>
              <a:gd name="connsiteY19" fmla="*/ 993931 h 2240205"/>
              <a:gd name="connsiteX20" fmla="*/ 9392919 w 12192000"/>
              <a:gd name="connsiteY20" fmla="*/ 994656 h 2240205"/>
              <a:gd name="connsiteX21" fmla="*/ 9268019 w 12192000"/>
              <a:gd name="connsiteY21" fmla="*/ 1007442 h 2240205"/>
              <a:gd name="connsiteX22" fmla="*/ 9188177 w 12192000"/>
              <a:gd name="connsiteY22" fmla="*/ 1035474 h 2240205"/>
              <a:gd name="connsiteX23" fmla="*/ 9155969 w 12192000"/>
              <a:gd name="connsiteY23" fmla="*/ 1046804 h 2240205"/>
              <a:gd name="connsiteX24" fmla="*/ 9133985 w 12192000"/>
              <a:gd name="connsiteY24" fmla="*/ 1046450 h 2240205"/>
              <a:gd name="connsiteX25" fmla="*/ 9003462 w 12192000"/>
              <a:gd name="connsiteY25" fmla="*/ 1042406 h 2240205"/>
              <a:gd name="connsiteX26" fmla="*/ 8968445 w 12192000"/>
              <a:gd name="connsiteY26" fmla="*/ 1052169 h 2240205"/>
              <a:gd name="connsiteX27" fmla="*/ 8886001 w 12192000"/>
              <a:gd name="connsiteY27" fmla="*/ 1067468 h 2240205"/>
              <a:gd name="connsiteX28" fmla="*/ 8838610 w 12192000"/>
              <a:gd name="connsiteY28" fmla="*/ 1075091 h 2240205"/>
              <a:gd name="connsiteX29" fmla="*/ 8665605 w 12192000"/>
              <a:gd name="connsiteY29" fmla="*/ 1110791 h 2240205"/>
              <a:gd name="connsiteX30" fmla="*/ 8419755 w 12192000"/>
              <a:gd name="connsiteY30" fmla="*/ 1216260 h 2240205"/>
              <a:gd name="connsiteX31" fmla="*/ 8411626 w 12192000"/>
              <a:gd name="connsiteY31" fmla="*/ 1214397 h 2240205"/>
              <a:gd name="connsiteX32" fmla="*/ 8363469 w 12192000"/>
              <a:gd name="connsiteY32" fmla="*/ 1246658 h 2240205"/>
              <a:gd name="connsiteX33" fmla="*/ 8275497 w 12192000"/>
              <a:gd name="connsiteY33" fmla="*/ 1264396 h 2240205"/>
              <a:gd name="connsiteX34" fmla="*/ 8074238 w 12192000"/>
              <a:gd name="connsiteY34" fmla="*/ 1301895 h 2240205"/>
              <a:gd name="connsiteX35" fmla="*/ 7902328 w 12192000"/>
              <a:gd name="connsiteY35" fmla="*/ 1345865 h 2240205"/>
              <a:gd name="connsiteX36" fmla="*/ 7840612 w 12192000"/>
              <a:gd name="connsiteY36" fmla="*/ 1369373 h 2240205"/>
              <a:gd name="connsiteX37" fmla="*/ 7786819 w 12192000"/>
              <a:gd name="connsiteY37" fmla="*/ 1378970 h 2240205"/>
              <a:gd name="connsiteX38" fmla="*/ 7548172 w 12192000"/>
              <a:gd name="connsiteY38" fmla="*/ 1417460 h 2240205"/>
              <a:gd name="connsiteX39" fmla="*/ 7483437 w 12192000"/>
              <a:gd name="connsiteY39" fmla="*/ 1478152 h 2240205"/>
              <a:gd name="connsiteX40" fmla="*/ 7377870 w 12192000"/>
              <a:gd name="connsiteY40" fmla="*/ 1523319 h 2240205"/>
              <a:gd name="connsiteX41" fmla="*/ 7230737 w 12192000"/>
              <a:gd name="connsiteY41" fmla="*/ 1562633 h 2240205"/>
              <a:gd name="connsiteX42" fmla="*/ 7224458 w 12192000"/>
              <a:gd name="connsiteY42" fmla="*/ 1573008 h 2240205"/>
              <a:gd name="connsiteX43" fmla="*/ 7183121 w 12192000"/>
              <a:gd name="connsiteY43" fmla="*/ 1595162 h 2240205"/>
              <a:gd name="connsiteX44" fmla="*/ 7164601 w 12192000"/>
              <a:gd name="connsiteY44" fmla="*/ 1606490 h 2240205"/>
              <a:gd name="connsiteX45" fmla="*/ 6900177 w 12192000"/>
              <a:gd name="connsiteY45" fmla="*/ 1636016 h 2240205"/>
              <a:gd name="connsiteX46" fmla="*/ 6795372 w 12192000"/>
              <a:gd name="connsiteY46" fmla="*/ 1644845 h 2240205"/>
              <a:gd name="connsiteX47" fmla="*/ 6692251 w 12192000"/>
              <a:gd name="connsiteY47" fmla="*/ 1656357 h 2240205"/>
              <a:gd name="connsiteX48" fmla="*/ 6655235 w 12192000"/>
              <a:gd name="connsiteY48" fmla="*/ 1661869 h 2240205"/>
              <a:gd name="connsiteX49" fmla="*/ 6554894 w 12192000"/>
              <a:gd name="connsiteY49" fmla="*/ 1664428 h 2240205"/>
              <a:gd name="connsiteX50" fmla="*/ 6516595 w 12192000"/>
              <a:gd name="connsiteY50" fmla="*/ 1667475 h 2240205"/>
              <a:gd name="connsiteX51" fmla="*/ 6508541 w 12192000"/>
              <a:gd name="connsiteY51" fmla="*/ 1668757 h 2240205"/>
              <a:gd name="connsiteX52" fmla="*/ 6471012 w 12192000"/>
              <a:gd name="connsiteY52" fmla="*/ 1678604 h 2240205"/>
              <a:gd name="connsiteX53" fmla="*/ 6364035 w 12192000"/>
              <a:gd name="connsiteY53" fmla="*/ 1667683 h 2240205"/>
              <a:gd name="connsiteX54" fmla="*/ 6243319 w 12192000"/>
              <a:gd name="connsiteY54" fmla="*/ 1695560 h 2240205"/>
              <a:gd name="connsiteX55" fmla="*/ 6098321 w 12192000"/>
              <a:gd name="connsiteY55" fmla="*/ 1721646 h 2240205"/>
              <a:gd name="connsiteX56" fmla="*/ 5880652 w 12192000"/>
              <a:gd name="connsiteY56" fmla="*/ 1779643 h 2240205"/>
              <a:gd name="connsiteX57" fmla="*/ 5785959 w 12192000"/>
              <a:gd name="connsiteY57" fmla="*/ 1775307 h 2240205"/>
              <a:gd name="connsiteX58" fmla="*/ 5643534 w 12192000"/>
              <a:gd name="connsiteY58" fmla="*/ 1802919 h 2240205"/>
              <a:gd name="connsiteX59" fmla="*/ 5518799 w 12192000"/>
              <a:gd name="connsiteY59" fmla="*/ 1818312 h 2240205"/>
              <a:gd name="connsiteX60" fmla="*/ 5505014 w 12192000"/>
              <a:gd name="connsiteY60" fmla="*/ 1819259 h 2240205"/>
              <a:gd name="connsiteX61" fmla="*/ 5453307 w 12192000"/>
              <a:gd name="connsiteY61" fmla="*/ 1815450 h 2240205"/>
              <a:gd name="connsiteX62" fmla="*/ 5221533 w 12192000"/>
              <a:gd name="connsiteY62" fmla="*/ 1846950 h 2240205"/>
              <a:gd name="connsiteX63" fmla="*/ 5149802 w 12192000"/>
              <a:gd name="connsiteY63" fmla="*/ 1844846 h 2240205"/>
              <a:gd name="connsiteX64" fmla="*/ 5114927 w 12192000"/>
              <a:gd name="connsiteY64" fmla="*/ 1847827 h 2240205"/>
              <a:gd name="connsiteX65" fmla="*/ 5108970 w 12192000"/>
              <a:gd name="connsiteY65" fmla="*/ 1847935 h 2240205"/>
              <a:gd name="connsiteX66" fmla="*/ 5067961 w 12192000"/>
              <a:gd name="connsiteY66" fmla="*/ 1845917 h 2240205"/>
              <a:gd name="connsiteX67" fmla="*/ 5007075 w 12192000"/>
              <a:gd name="connsiteY67" fmla="*/ 1838626 h 2240205"/>
              <a:gd name="connsiteX68" fmla="*/ 4944087 w 12192000"/>
              <a:gd name="connsiteY68" fmla="*/ 1823332 h 2240205"/>
              <a:gd name="connsiteX69" fmla="*/ 4907662 w 12192000"/>
              <a:gd name="connsiteY69" fmla="*/ 1816900 h 2240205"/>
              <a:gd name="connsiteX70" fmla="*/ 4882386 w 12192000"/>
              <a:gd name="connsiteY70" fmla="*/ 1809844 h 2240205"/>
              <a:gd name="connsiteX71" fmla="*/ 4811440 w 12192000"/>
              <a:gd name="connsiteY71" fmla="*/ 1804655 h 2240205"/>
              <a:gd name="connsiteX72" fmla="*/ 4691075 w 12192000"/>
              <a:gd name="connsiteY72" fmla="*/ 1801389 h 2240205"/>
              <a:gd name="connsiteX73" fmla="*/ 4640313 w 12192000"/>
              <a:gd name="connsiteY73" fmla="*/ 1784307 h 2240205"/>
              <a:gd name="connsiteX74" fmla="*/ 4536503 w 12192000"/>
              <a:gd name="connsiteY74" fmla="*/ 1785334 h 2240205"/>
              <a:gd name="connsiteX75" fmla="*/ 4513724 w 12192000"/>
              <a:gd name="connsiteY75" fmla="*/ 1791996 h 2240205"/>
              <a:gd name="connsiteX76" fmla="*/ 4459810 w 12192000"/>
              <a:gd name="connsiteY76" fmla="*/ 1797886 h 2240205"/>
              <a:gd name="connsiteX77" fmla="*/ 4379064 w 12192000"/>
              <a:gd name="connsiteY77" fmla="*/ 1817177 h 2240205"/>
              <a:gd name="connsiteX78" fmla="*/ 4290981 w 12192000"/>
              <a:gd name="connsiteY78" fmla="*/ 1839677 h 2240205"/>
              <a:gd name="connsiteX79" fmla="*/ 4238372 w 12192000"/>
              <a:gd name="connsiteY79" fmla="*/ 1851480 h 2240205"/>
              <a:gd name="connsiteX80" fmla="*/ 4232517 w 12192000"/>
              <a:gd name="connsiteY80" fmla="*/ 1852567 h 2240205"/>
              <a:gd name="connsiteX81" fmla="*/ 4191732 w 12192000"/>
              <a:gd name="connsiteY81" fmla="*/ 1857328 h 2240205"/>
              <a:gd name="connsiteX82" fmla="*/ 4065532 w 12192000"/>
              <a:gd name="connsiteY82" fmla="*/ 1855477 h 2240205"/>
              <a:gd name="connsiteX83" fmla="*/ 4028460 w 12192000"/>
              <a:gd name="connsiteY83" fmla="*/ 1855137 h 2240205"/>
              <a:gd name="connsiteX84" fmla="*/ 4002267 w 12192000"/>
              <a:gd name="connsiteY84" fmla="*/ 1852352 h 2240205"/>
              <a:gd name="connsiteX85" fmla="*/ 3931396 w 12192000"/>
              <a:gd name="connsiteY85" fmla="*/ 1858915 h 2240205"/>
              <a:gd name="connsiteX86" fmla="*/ 3812162 w 12192000"/>
              <a:gd name="connsiteY86" fmla="*/ 1875501 h 2240205"/>
              <a:gd name="connsiteX87" fmla="*/ 3758105 w 12192000"/>
              <a:gd name="connsiteY87" fmla="*/ 1871856 h 2240205"/>
              <a:gd name="connsiteX88" fmla="*/ 3567259 w 12192000"/>
              <a:gd name="connsiteY88" fmla="*/ 1893482 h 2240205"/>
              <a:gd name="connsiteX89" fmla="*/ 3405770 w 12192000"/>
              <a:gd name="connsiteY89" fmla="*/ 1904591 h 2240205"/>
              <a:gd name="connsiteX90" fmla="*/ 3280097 w 12192000"/>
              <a:gd name="connsiteY90" fmla="*/ 1919610 h 2240205"/>
              <a:gd name="connsiteX91" fmla="*/ 3009910 w 12192000"/>
              <a:gd name="connsiteY91" fmla="*/ 1957866 h 2240205"/>
              <a:gd name="connsiteX92" fmla="*/ 2995934 w 12192000"/>
              <a:gd name="connsiteY92" fmla="*/ 1967085 h 2240205"/>
              <a:gd name="connsiteX93" fmla="*/ 2942858 w 12192000"/>
              <a:gd name="connsiteY93" fmla="*/ 1981367 h 2240205"/>
              <a:gd name="connsiteX94" fmla="*/ 2875436 w 12192000"/>
              <a:gd name="connsiteY94" fmla="*/ 1996977 h 2240205"/>
              <a:gd name="connsiteX95" fmla="*/ 2874892 w 12192000"/>
              <a:gd name="connsiteY95" fmla="*/ 1996085 h 2240205"/>
              <a:gd name="connsiteX96" fmla="*/ 2843662 w 12192000"/>
              <a:gd name="connsiteY96" fmla="*/ 1992498 h 2240205"/>
              <a:gd name="connsiteX97" fmla="*/ 2718916 w 12192000"/>
              <a:gd name="connsiteY97" fmla="*/ 1990867 h 2240205"/>
              <a:gd name="connsiteX98" fmla="*/ 2713522 w 12192000"/>
              <a:gd name="connsiteY98" fmla="*/ 1990173 h 2240205"/>
              <a:gd name="connsiteX99" fmla="*/ 2476147 w 12192000"/>
              <a:gd name="connsiteY99" fmla="*/ 1998305 h 2240205"/>
              <a:gd name="connsiteX100" fmla="*/ 2373568 w 12192000"/>
              <a:gd name="connsiteY100" fmla="*/ 2003219 h 2240205"/>
              <a:gd name="connsiteX101" fmla="*/ 2287219 w 12192000"/>
              <a:gd name="connsiteY101" fmla="*/ 1998750 h 2240205"/>
              <a:gd name="connsiteX102" fmla="*/ 2164831 w 12192000"/>
              <a:gd name="connsiteY102" fmla="*/ 2010143 h 2240205"/>
              <a:gd name="connsiteX103" fmla="*/ 2058061 w 12192000"/>
              <a:gd name="connsiteY103" fmla="*/ 2047942 h 2240205"/>
              <a:gd name="connsiteX104" fmla="*/ 2042244 w 12192000"/>
              <a:gd name="connsiteY104" fmla="*/ 2055560 h 2240205"/>
              <a:gd name="connsiteX105" fmla="*/ 1877728 w 12192000"/>
              <a:gd name="connsiteY105" fmla="*/ 2101004 h 2240205"/>
              <a:gd name="connsiteX106" fmla="*/ 1759056 w 12192000"/>
              <a:gd name="connsiteY106" fmla="*/ 2125608 h 2240205"/>
              <a:gd name="connsiteX107" fmla="*/ 1637948 w 12192000"/>
              <a:gd name="connsiteY107" fmla="*/ 2172597 h 2240205"/>
              <a:gd name="connsiteX108" fmla="*/ 1434549 w 12192000"/>
              <a:gd name="connsiteY108" fmla="*/ 2234522 h 2240205"/>
              <a:gd name="connsiteX109" fmla="*/ 1370962 w 12192000"/>
              <a:gd name="connsiteY109" fmla="*/ 2237474 h 2240205"/>
              <a:gd name="connsiteX110" fmla="*/ 1356367 w 12192000"/>
              <a:gd name="connsiteY110" fmla="*/ 2235089 h 2240205"/>
              <a:gd name="connsiteX111" fmla="*/ 1279765 w 12192000"/>
              <a:gd name="connsiteY111" fmla="*/ 2229639 h 2240205"/>
              <a:gd name="connsiteX112" fmla="*/ 1195347 w 12192000"/>
              <a:gd name="connsiteY112" fmla="*/ 2212354 h 2240205"/>
              <a:gd name="connsiteX113" fmla="*/ 970251 w 12192000"/>
              <a:gd name="connsiteY113" fmla="*/ 2221029 h 2240205"/>
              <a:gd name="connsiteX114" fmla="*/ 812914 w 12192000"/>
              <a:gd name="connsiteY114" fmla="*/ 2210095 h 2240205"/>
              <a:gd name="connsiteX115" fmla="*/ 776382 w 12192000"/>
              <a:gd name="connsiteY115" fmla="*/ 2204512 h 2240205"/>
              <a:gd name="connsiteX116" fmla="*/ 597225 w 12192000"/>
              <a:gd name="connsiteY116" fmla="*/ 2180999 h 2240205"/>
              <a:gd name="connsiteX117" fmla="*/ 520671 w 12192000"/>
              <a:gd name="connsiteY117" fmla="*/ 2180980 h 2240205"/>
              <a:gd name="connsiteX118" fmla="*/ 515024 w 12192000"/>
              <a:gd name="connsiteY118" fmla="*/ 2179258 h 2240205"/>
              <a:gd name="connsiteX119" fmla="*/ 413835 w 12192000"/>
              <a:gd name="connsiteY119" fmla="*/ 2156783 h 2240205"/>
              <a:gd name="connsiteX120" fmla="*/ 376513 w 12192000"/>
              <a:gd name="connsiteY120" fmla="*/ 2154014 h 2240205"/>
              <a:gd name="connsiteX121" fmla="*/ 273386 w 12192000"/>
              <a:gd name="connsiteY121" fmla="*/ 2142551 h 2240205"/>
              <a:gd name="connsiteX122" fmla="*/ 77641 w 12192000"/>
              <a:gd name="connsiteY122" fmla="*/ 2126835 h 2240205"/>
              <a:gd name="connsiteX123" fmla="*/ 37645 w 12192000"/>
              <a:gd name="connsiteY123" fmla="*/ 2115401 h 2240205"/>
              <a:gd name="connsiteX124" fmla="*/ 4572 w 12192000"/>
              <a:gd name="connsiteY124" fmla="*/ 2111091 h 2240205"/>
              <a:gd name="connsiteX125" fmla="*/ 0 w 12192000"/>
              <a:gd name="connsiteY125" fmla="*/ 2110468 h 2240205"/>
              <a:gd name="connsiteX126" fmla="*/ 0 w 12192000"/>
              <a:gd name="connsiteY126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649954 w 12192000"/>
              <a:gd name="connsiteY4" fmla="*/ 749628 h 2240205"/>
              <a:gd name="connsiteX5" fmla="*/ 11560424 w 12192000"/>
              <a:gd name="connsiteY5" fmla="*/ 748017 h 2240205"/>
              <a:gd name="connsiteX6" fmla="*/ 11358455 w 12192000"/>
              <a:gd name="connsiteY6" fmla="*/ 747593 h 2240205"/>
              <a:gd name="connsiteX7" fmla="*/ 11165209 w 12192000"/>
              <a:gd name="connsiteY7" fmla="*/ 748852 h 2240205"/>
              <a:gd name="connsiteX8" fmla="*/ 11058755 w 12192000"/>
              <a:gd name="connsiteY8" fmla="*/ 749617 h 2240205"/>
              <a:gd name="connsiteX9" fmla="*/ 10803046 w 12192000"/>
              <a:gd name="connsiteY9" fmla="*/ 774328 h 2240205"/>
              <a:gd name="connsiteX10" fmla="*/ 10458762 w 12192000"/>
              <a:gd name="connsiteY10" fmla="*/ 755400 h 2240205"/>
              <a:gd name="connsiteX11" fmla="*/ 10211200 w 12192000"/>
              <a:gd name="connsiteY11" fmla="*/ 767513 h 2240205"/>
              <a:gd name="connsiteX12" fmla="*/ 10167995 w 12192000"/>
              <a:gd name="connsiteY12" fmla="*/ 760843 h 2240205"/>
              <a:gd name="connsiteX13" fmla="*/ 9997044 w 12192000"/>
              <a:gd name="connsiteY13" fmla="*/ 780129 h 2240205"/>
              <a:gd name="connsiteX14" fmla="*/ 9943887 w 12192000"/>
              <a:gd name="connsiteY14" fmla="*/ 804141 h 2240205"/>
              <a:gd name="connsiteX15" fmla="*/ 9918248 w 12192000"/>
              <a:gd name="connsiteY15" fmla="*/ 816628 h 2240205"/>
              <a:gd name="connsiteX16" fmla="*/ 9767091 w 12192000"/>
              <a:gd name="connsiteY16" fmla="*/ 870550 h 2240205"/>
              <a:gd name="connsiteX17" fmla="*/ 9683005 w 12192000"/>
              <a:gd name="connsiteY17" fmla="*/ 894128 h 2240205"/>
              <a:gd name="connsiteX18" fmla="*/ 9500499 w 12192000"/>
              <a:gd name="connsiteY18" fmla="*/ 954680 h 2240205"/>
              <a:gd name="connsiteX19" fmla="*/ 9410017 w 12192000"/>
              <a:gd name="connsiteY19" fmla="*/ 993931 h 2240205"/>
              <a:gd name="connsiteX20" fmla="*/ 9392919 w 12192000"/>
              <a:gd name="connsiteY20" fmla="*/ 994656 h 2240205"/>
              <a:gd name="connsiteX21" fmla="*/ 9268019 w 12192000"/>
              <a:gd name="connsiteY21" fmla="*/ 1007442 h 2240205"/>
              <a:gd name="connsiteX22" fmla="*/ 9188177 w 12192000"/>
              <a:gd name="connsiteY22" fmla="*/ 1035474 h 2240205"/>
              <a:gd name="connsiteX23" fmla="*/ 9155969 w 12192000"/>
              <a:gd name="connsiteY23" fmla="*/ 1046804 h 2240205"/>
              <a:gd name="connsiteX24" fmla="*/ 9133985 w 12192000"/>
              <a:gd name="connsiteY24" fmla="*/ 1046450 h 2240205"/>
              <a:gd name="connsiteX25" fmla="*/ 9003462 w 12192000"/>
              <a:gd name="connsiteY25" fmla="*/ 1042406 h 2240205"/>
              <a:gd name="connsiteX26" fmla="*/ 8968445 w 12192000"/>
              <a:gd name="connsiteY26" fmla="*/ 1052169 h 2240205"/>
              <a:gd name="connsiteX27" fmla="*/ 8886001 w 12192000"/>
              <a:gd name="connsiteY27" fmla="*/ 1067468 h 2240205"/>
              <a:gd name="connsiteX28" fmla="*/ 8838610 w 12192000"/>
              <a:gd name="connsiteY28" fmla="*/ 1075091 h 2240205"/>
              <a:gd name="connsiteX29" fmla="*/ 8665605 w 12192000"/>
              <a:gd name="connsiteY29" fmla="*/ 1110791 h 2240205"/>
              <a:gd name="connsiteX30" fmla="*/ 8419755 w 12192000"/>
              <a:gd name="connsiteY30" fmla="*/ 1216260 h 2240205"/>
              <a:gd name="connsiteX31" fmla="*/ 8411626 w 12192000"/>
              <a:gd name="connsiteY31" fmla="*/ 1214397 h 2240205"/>
              <a:gd name="connsiteX32" fmla="*/ 8363469 w 12192000"/>
              <a:gd name="connsiteY32" fmla="*/ 1246658 h 2240205"/>
              <a:gd name="connsiteX33" fmla="*/ 8275497 w 12192000"/>
              <a:gd name="connsiteY33" fmla="*/ 1264396 h 2240205"/>
              <a:gd name="connsiteX34" fmla="*/ 8074238 w 12192000"/>
              <a:gd name="connsiteY34" fmla="*/ 1301895 h 2240205"/>
              <a:gd name="connsiteX35" fmla="*/ 7902328 w 12192000"/>
              <a:gd name="connsiteY35" fmla="*/ 1345865 h 2240205"/>
              <a:gd name="connsiteX36" fmla="*/ 7840612 w 12192000"/>
              <a:gd name="connsiteY36" fmla="*/ 1369373 h 2240205"/>
              <a:gd name="connsiteX37" fmla="*/ 7786819 w 12192000"/>
              <a:gd name="connsiteY37" fmla="*/ 1378970 h 2240205"/>
              <a:gd name="connsiteX38" fmla="*/ 7548172 w 12192000"/>
              <a:gd name="connsiteY38" fmla="*/ 1417460 h 2240205"/>
              <a:gd name="connsiteX39" fmla="*/ 7483437 w 12192000"/>
              <a:gd name="connsiteY39" fmla="*/ 1478152 h 2240205"/>
              <a:gd name="connsiteX40" fmla="*/ 7377870 w 12192000"/>
              <a:gd name="connsiteY40" fmla="*/ 1523319 h 2240205"/>
              <a:gd name="connsiteX41" fmla="*/ 7230737 w 12192000"/>
              <a:gd name="connsiteY41" fmla="*/ 1562633 h 2240205"/>
              <a:gd name="connsiteX42" fmla="*/ 7224458 w 12192000"/>
              <a:gd name="connsiteY42" fmla="*/ 1573008 h 2240205"/>
              <a:gd name="connsiteX43" fmla="*/ 7183121 w 12192000"/>
              <a:gd name="connsiteY43" fmla="*/ 1595162 h 2240205"/>
              <a:gd name="connsiteX44" fmla="*/ 7164601 w 12192000"/>
              <a:gd name="connsiteY44" fmla="*/ 1606490 h 2240205"/>
              <a:gd name="connsiteX45" fmla="*/ 6900177 w 12192000"/>
              <a:gd name="connsiteY45" fmla="*/ 1636016 h 2240205"/>
              <a:gd name="connsiteX46" fmla="*/ 6795372 w 12192000"/>
              <a:gd name="connsiteY46" fmla="*/ 1644845 h 2240205"/>
              <a:gd name="connsiteX47" fmla="*/ 6692251 w 12192000"/>
              <a:gd name="connsiteY47" fmla="*/ 1656357 h 2240205"/>
              <a:gd name="connsiteX48" fmla="*/ 6655235 w 12192000"/>
              <a:gd name="connsiteY48" fmla="*/ 1661869 h 2240205"/>
              <a:gd name="connsiteX49" fmla="*/ 6554894 w 12192000"/>
              <a:gd name="connsiteY49" fmla="*/ 1664428 h 2240205"/>
              <a:gd name="connsiteX50" fmla="*/ 6516595 w 12192000"/>
              <a:gd name="connsiteY50" fmla="*/ 1667475 h 2240205"/>
              <a:gd name="connsiteX51" fmla="*/ 6508541 w 12192000"/>
              <a:gd name="connsiteY51" fmla="*/ 1668757 h 2240205"/>
              <a:gd name="connsiteX52" fmla="*/ 6471012 w 12192000"/>
              <a:gd name="connsiteY52" fmla="*/ 1678604 h 2240205"/>
              <a:gd name="connsiteX53" fmla="*/ 6364035 w 12192000"/>
              <a:gd name="connsiteY53" fmla="*/ 1667683 h 2240205"/>
              <a:gd name="connsiteX54" fmla="*/ 6243319 w 12192000"/>
              <a:gd name="connsiteY54" fmla="*/ 1695560 h 2240205"/>
              <a:gd name="connsiteX55" fmla="*/ 6098321 w 12192000"/>
              <a:gd name="connsiteY55" fmla="*/ 1721646 h 2240205"/>
              <a:gd name="connsiteX56" fmla="*/ 5880652 w 12192000"/>
              <a:gd name="connsiteY56" fmla="*/ 1779643 h 2240205"/>
              <a:gd name="connsiteX57" fmla="*/ 5785959 w 12192000"/>
              <a:gd name="connsiteY57" fmla="*/ 1775307 h 2240205"/>
              <a:gd name="connsiteX58" fmla="*/ 5643534 w 12192000"/>
              <a:gd name="connsiteY58" fmla="*/ 1802919 h 2240205"/>
              <a:gd name="connsiteX59" fmla="*/ 5518799 w 12192000"/>
              <a:gd name="connsiteY59" fmla="*/ 1818312 h 2240205"/>
              <a:gd name="connsiteX60" fmla="*/ 5505014 w 12192000"/>
              <a:gd name="connsiteY60" fmla="*/ 1819259 h 2240205"/>
              <a:gd name="connsiteX61" fmla="*/ 5453307 w 12192000"/>
              <a:gd name="connsiteY61" fmla="*/ 1815450 h 2240205"/>
              <a:gd name="connsiteX62" fmla="*/ 5221533 w 12192000"/>
              <a:gd name="connsiteY62" fmla="*/ 1846950 h 2240205"/>
              <a:gd name="connsiteX63" fmla="*/ 5149802 w 12192000"/>
              <a:gd name="connsiteY63" fmla="*/ 1844846 h 2240205"/>
              <a:gd name="connsiteX64" fmla="*/ 5114927 w 12192000"/>
              <a:gd name="connsiteY64" fmla="*/ 1847827 h 2240205"/>
              <a:gd name="connsiteX65" fmla="*/ 5108970 w 12192000"/>
              <a:gd name="connsiteY65" fmla="*/ 1847935 h 2240205"/>
              <a:gd name="connsiteX66" fmla="*/ 5067961 w 12192000"/>
              <a:gd name="connsiteY66" fmla="*/ 1845917 h 2240205"/>
              <a:gd name="connsiteX67" fmla="*/ 5007075 w 12192000"/>
              <a:gd name="connsiteY67" fmla="*/ 1838626 h 2240205"/>
              <a:gd name="connsiteX68" fmla="*/ 4944087 w 12192000"/>
              <a:gd name="connsiteY68" fmla="*/ 1823332 h 2240205"/>
              <a:gd name="connsiteX69" fmla="*/ 4907662 w 12192000"/>
              <a:gd name="connsiteY69" fmla="*/ 1816900 h 2240205"/>
              <a:gd name="connsiteX70" fmla="*/ 4882386 w 12192000"/>
              <a:gd name="connsiteY70" fmla="*/ 1809844 h 2240205"/>
              <a:gd name="connsiteX71" fmla="*/ 4811440 w 12192000"/>
              <a:gd name="connsiteY71" fmla="*/ 1804655 h 2240205"/>
              <a:gd name="connsiteX72" fmla="*/ 4691075 w 12192000"/>
              <a:gd name="connsiteY72" fmla="*/ 1801389 h 2240205"/>
              <a:gd name="connsiteX73" fmla="*/ 4640313 w 12192000"/>
              <a:gd name="connsiteY73" fmla="*/ 1784307 h 2240205"/>
              <a:gd name="connsiteX74" fmla="*/ 4536503 w 12192000"/>
              <a:gd name="connsiteY74" fmla="*/ 1785334 h 2240205"/>
              <a:gd name="connsiteX75" fmla="*/ 4513724 w 12192000"/>
              <a:gd name="connsiteY75" fmla="*/ 1791996 h 2240205"/>
              <a:gd name="connsiteX76" fmla="*/ 4459810 w 12192000"/>
              <a:gd name="connsiteY76" fmla="*/ 1797886 h 2240205"/>
              <a:gd name="connsiteX77" fmla="*/ 4379064 w 12192000"/>
              <a:gd name="connsiteY77" fmla="*/ 1817177 h 2240205"/>
              <a:gd name="connsiteX78" fmla="*/ 4290981 w 12192000"/>
              <a:gd name="connsiteY78" fmla="*/ 1839677 h 2240205"/>
              <a:gd name="connsiteX79" fmla="*/ 4238372 w 12192000"/>
              <a:gd name="connsiteY79" fmla="*/ 1851480 h 2240205"/>
              <a:gd name="connsiteX80" fmla="*/ 4232517 w 12192000"/>
              <a:gd name="connsiteY80" fmla="*/ 1852567 h 2240205"/>
              <a:gd name="connsiteX81" fmla="*/ 4191732 w 12192000"/>
              <a:gd name="connsiteY81" fmla="*/ 1857328 h 2240205"/>
              <a:gd name="connsiteX82" fmla="*/ 4065532 w 12192000"/>
              <a:gd name="connsiteY82" fmla="*/ 1855477 h 2240205"/>
              <a:gd name="connsiteX83" fmla="*/ 4028460 w 12192000"/>
              <a:gd name="connsiteY83" fmla="*/ 1855137 h 2240205"/>
              <a:gd name="connsiteX84" fmla="*/ 4002267 w 12192000"/>
              <a:gd name="connsiteY84" fmla="*/ 1852352 h 2240205"/>
              <a:gd name="connsiteX85" fmla="*/ 3931396 w 12192000"/>
              <a:gd name="connsiteY85" fmla="*/ 1858915 h 2240205"/>
              <a:gd name="connsiteX86" fmla="*/ 3812162 w 12192000"/>
              <a:gd name="connsiteY86" fmla="*/ 1875501 h 2240205"/>
              <a:gd name="connsiteX87" fmla="*/ 3758105 w 12192000"/>
              <a:gd name="connsiteY87" fmla="*/ 1871856 h 2240205"/>
              <a:gd name="connsiteX88" fmla="*/ 3567259 w 12192000"/>
              <a:gd name="connsiteY88" fmla="*/ 1893482 h 2240205"/>
              <a:gd name="connsiteX89" fmla="*/ 3405770 w 12192000"/>
              <a:gd name="connsiteY89" fmla="*/ 1904591 h 2240205"/>
              <a:gd name="connsiteX90" fmla="*/ 3280097 w 12192000"/>
              <a:gd name="connsiteY90" fmla="*/ 1919610 h 2240205"/>
              <a:gd name="connsiteX91" fmla="*/ 3009910 w 12192000"/>
              <a:gd name="connsiteY91" fmla="*/ 1957866 h 2240205"/>
              <a:gd name="connsiteX92" fmla="*/ 2995934 w 12192000"/>
              <a:gd name="connsiteY92" fmla="*/ 1967085 h 2240205"/>
              <a:gd name="connsiteX93" fmla="*/ 2942858 w 12192000"/>
              <a:gd name="connsiteY93" fmla="*/ 1981367 h 2240205"/>
              <a:gd name="connsiteX94" fmla="*/ 2875436 w 12192000"/>
              <a:gd name="connsiteY94" fmla="*/ 1996977 h 2240205"/>
              <a:gd name="connsiteX95" fmla="*/ 2874892 w 12192000"/>
              <a:gd name="connsiteY95" fmla="*/ 1996085 h 2240205"/>
              <a:gd name="connsiteX96" fmla="*/ 2843662 w 12192000"/>
              <a:gd name="connsiteY96" fmla="*/ 1992498 h 2240205"/>
              <a:gd name="connsiteX97" fmla="*/ 2718916 w 12192000"/>
              <a:gd name="connsiteY97" fmla="*/ 1990867 h 2240205"/>
              <a:gd name="connsiteX98" fmla="*/ 2713522 w 12192000"/>
              <a:gd name="connsiteY98" fmla="*/ 1990173 h 2240205"/>
              <a:gd name="connsiteX99" fmla="*/ 2476147 w 12192000"/>
              <a:gd name="connsiteY99" fmla="*/ 1998305 h 2240205"/>
              <a:gd name="connsiteX100" fmla="*/ 2373568 w 12192000"/>
              <a:gd name="connsiteY100" fmla="*/ 2003219 h 2240205"/>
              <a:gd name="connsiteX101" fmla="*/ 2287219 w 12192000"/>
              <a:gd name="connsiteY101" fmla="*/ 1998750 h 2240205"/>
              <a:gd name="connsiteX102" fmla="*/ 2164831 w 12192000"/>
              <a:gd name="connsiteY102" fmla="*/ 2010143 h 2240205"/>
              <a:gd name="connsiteX103" fmla="*/ 2058061 w 12192000"/>
              <a:gd name="connsiteY103" fmla="*/ 2047942 h 2240205"/>
              <a:gd name="connsiteX104" fmla="*/ 2042244 w 12192000"/>
              <a:gd name="connsiteY104" fmla="*/ 2055560 h 2240205"/>
              <a:gd name="connsiteX105" fmla="*/ 1877728 w 12192000"/>
              <a:gd name="connsiteY105" fmla="*/ 2101004 h 2240205"/>
              <a:gd name="connsiteX106" fmla="*/ 1759056 w 12192000"/>
              <a:gd name="connsiteY106" fmla="*/ 2125608 h 2240205"/>
              <a:gd name="connsiteX107" fmla="*/ 1637948 w 12192000"/>
              <a:gd name="connsiteY107" fmla="*/ 2172597 h 2240205"/>
              <a:gd name="connsiteX108" fmla="*/ 1434549 w 12192000"/>
              <a:gd name="connsiteY108" fmla="*/ 2234522 h 2240205"/>
              <a:gd name="connsiteX109" fmla="*/ 1370962 w 12192000"/>
              <a:gd name="connsiteY109" fmla="*/ 2237474 h 2240205"/>
              <a:gd name="connsiteX110" fmla="*/ 1356367 w 12192000"/>
              <a:gd name="connsiteY110" fmla="*/ 2235089 h 2240205"/>
              <a:gd name="connsiteX111" fmla="*/ 1279765 w 12192000"/>
              <a:gd name="connsiteY111" fmla="*/ 2229639 h 2240205"/>
              <a:gd name="connsiteX112" fmla="*/ 1195347 w 12192000"/>
              <a:gd name="connsiteY112" fmla="*/ 2212354 h 2240205"/>
              <a:gd name="connsiteX113" fmla="*/ 970251 w 12192000"/>
              <a:gd name="connsiteY113" fmla="*/ 2221029 h 2240205"/>
              <a:gd name="connsiteX114" fmla="*/ 812914 w 12192000"/>
              <a:gd name="connsiteY114" fmla="*/ 2210095 h 2240205"/>
              <a:gd name="connsiteX115" fmla="*/ 776382 w 12192000"/>
              <a:gd name="connsiteY115" fmla="*/ 2204512 h 2240205"/>
              <a:gd name="connsiteX116" fmla="*/ 597225 w 12192000"/>
              <a:gd name="connsiteY116" fmla="*/ 2180999 h 2240205"/>
              <a:gd name="connsiteX117" fmla="*/ 520671 w 12192000"/>
              <a:gd name="connsiteY117" fmla="*/ 2180980 h 2240205"/>
              <a:gd name="connsiteX118" fmla="*/ 515024 w 12192000"/>
              <a:gd name="connsiteY118" fmla="*/ 2179258 h 2240205"/>
              <a:gd name="connsiteX119" fmla="*/ 413835 w 12192000"/>
              <a:gd name="connsiteY119" fmla="*/ 2156783 h 2240205"/>
              <a:gd name="connsiteX120" fmla="*/ 376513 w 12192000"/>
              <a:gd name="connsiteY120" fmla="*/ 2154014 h 2240205"/>
              <a:gd name="connsiteX121" fmla="*/ 273386 w 12192000"/>
              <a:gd name="connsiteY121" fmla="*/ 2142551 h 2240205"/>
              <a:gd name="connsiteX122" fmla="*/ 77641 w 12192000"/>
              <a:gd name="connsiteY122" fmla="*/ 2126835 h 2240205"/>
              <a:gd name="connsiteX123" fmla="*/ 37645 w 12192000"/>
              <a:gd name="connsiteY123" fmla="*/ 2115401 h 2240205"/>
              <a:gd name="connsiteX124" fmla="*/ 4572 w 12192000"/>
              <a:gd name="connsiteY124" fmla="*/ 2111091 h 2240205"/>
              <a:gd name="connsiteX125" fmla="*/ 0 w 12192000"/>
              <a:gd name="connsiteY125" fmla="*/ 2110468 h 2240205"/>
              <a:gd name="connsiteX126" fmla="*/ 0 w 12192000"/>
              <a:gd name="connsiteY126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649954 w 12192000"/>
              <a:gd name="connsiteY4" fmla="*/ 749628 h 2240205"/>
              <a:gd name="connsiteX5" fmla="*/ 11560424 w 12192000"/>
              <a:gd name="connsiteY5" fmla="*/ 748017 h 2240205"/>
              <a:gd name="connsiteX6" fmla="*/ 11358455 w 12192000"/>
              <a:gd name="connsiteY6" fmla="*/ 747593 h 2240205"/>
              <a:gd name="connsiteX7" fmla="*/ 11165209 w 12192000"/>
              <a:gd name="connsiteY7" fmla="*/ 748852 h 2240205"/>
              <a:gd name="connsiteX8" fmla="*/ 11058755 w 12192000"/>
              <a:gd name="connsiteY8" fmla="*/ 749617 h 2240205"/>
              <a:gd name="connsiteX9" fmla="*/ 10803046 w 12192000"/>
              <a:gd name="connsiteY9" fmla="*/ 774328 h 2240205"/>
              <a:gd name="connsiteX10" fmla="*/ 10458762 w 12192000"/>
              <a:gd name="connsiteY10" fmla="*/ 755400 h 2240205"/>
              <a:gd name="connsiteX11" fmla="*/ 10211200 w 12192000"/>
              <a:gd name="connsiteY11" fmla="*/ 767513 h 2240205"/>
              <a:gd name="connsiteX12" fmla="*/ 10167995 w 12192000"/>
              <a:gd name="connsiteY12" fmla="*/ 760843 h 2240205"/>
              <a:gd name="connsiteX13" fmla="*/ 9997044 w 12192000"/>
              <a:gd name="connsiteY13" fmla="*/ 780129 h 2240205"/>
              <a:gd name="connsiteX14" fmla="*/ 9943887 w 12192000"/>
              <a:gd name="connsiteY14" fmla="*/ 804141 h 2240205"/>
              <a:gd name="connsiteX15" fmla="*/ 9918248 w 12192000"/>
              <a:gd name="connsiteY15" fmla="*/ 816628 h 2240205"/>
              <a:gd name="connsiteX16" fmla="*/ 9767091 w 12192000"/>
              <a:gd name="connsiteY16" fmla="*/ 870550 h 2240205"/>
              <a:gd name="connsiteX17" fmla="*/ 9683005 w 12192000"/>
              <a:gd name="connsiteY17" fmla="*/ 894128 h 2240205"/>
              <a:gd name="connsiteX18" fmla="*/ 9500499 w 12192000"/>
              <a:gd name="connsiteY18" fmla="*/ 954680 h 2240205"/>
              <a:gd name="connsiteX19" fmla="*/ 9410017 w 12192000"/>
              <a:gd name="connsiteY19" fmla="*/ 993931 h 2240205"/>
              <a:gd name="connsiteX20" fmla="*/ 9392919 w 12192000"/>
              <a:gd name="connsiteY20" fmla="*/ 994656 h 2240205"/>
              <a:gd name="connsiteX21" fmla="*/ 9268019 w 12192000"/>
              <a:gd name="connsiteY21" fmla="*/ 1007442 h 2240205"/>
              <a:gd name="connsiteX22" fmla="*/ 9188177 w 12192000"/>
              <a:gd name="connsiteY22" fmla="*/ 1035474 h 2240205"/>
              <a:gd name="connsiteX23" fmla="*/ 9155969 w 12192000"/>
              <a:gd name="connsiteY23" fmla="*/ 1046804 h 2240205"/>
              <a:gd name="connsiteX24" fmla="*/ 9133985 w 12192000"/>
              <a:gd name="connsiteY24" fmla="*/ 1046450 h 2240205"/>
              <a:gd name="connsiteX25" fmla="*/ 9003462 w 12192000"/>
              <a:gd name="connsiteY25" fmla="*/ 1042406 h 2240205"/>
              <a:gd name="connsiteX26" fmla="*/ 8968445 w 12192000"/>
              <a:gd name="connsiteY26" fmla="*/ 1052169 h 2240205"/>
              <a:gd name="connsiteX27" fmla="*/ 8886001 w 12192000"/>
              <a:gd name="connsiteY27" fmla="*/ 1067468 h 2240205"/>
              <a:gd name="connsiteX28" fmla="*/ 8838610 w 12192000"/>
              <a:gd name="connsiteY28" fmla="*/ 1075091 h 2240205"/>
              <a:gd name="connsiteX29" fmla="*/ 8665605 w 12192000"/>
              <a:gd name="connsiteY29" fmla="*/ 1110791 h 2240205"/>
              <a:gd name="connsiteX30" fmla="*/ 8419755 w 12192000"/>
              <a:gd name="connsiteY30" fmla="*/ 1216260 h 2240205"/>
              <a:gd name="connsiteX31" fmla="*/ 8411626 w 12192000"/>
              <a:gd name="connsiteY31" fmla="*/ 1214397 h 2240205"/>
              <a:gd name="connsiteX32" fmla="*/ 8363469 w 12192000"/>
              <a:gd name="connsiteY32" fmla="*/ 1246658 h 2240205"/>
              <a:gd name="connsiteX33" fmla="*/ 8275497 w 12192000"/>
              <a:gd name="connsiteY33" fmla="*/ 1264396 h 2240205"/>
              <a:gd name="connsiteX34" fmla="*/ 8074238 w 12192000"/>
              <a:gd name="connsiteY34" fmla="*/ 1301895 h 2240205"/>
              <a:gd name="connsiteX35" fmla="*/ 7902328 w 12192000"/>
              <a:gd name="connsiteY35" fmla="*/ 1345865 h 2240205"/>
              <a:gd name="connsiteX36" fmla="*/ 7840612 w 12192000"/>
              <a:gd name="connsiteY36" fmla="*/ 1369373 h 2240205"/>
              <a:gd name="connsiteX37" fmla="*/ 7786819 w 12192000"/>
              <a:gd name="connsiteY37" fmla="*/ 1378970 h 2240205"/>
              <a:gd name="connsiteX38" fmla="*/ 7548172 w 12192000"/>
              <a:gd name="connsiteY38" fmla="*/ 1417460 h 2240205"/>
              <a:gd name="connsiteX39" fmla="*/ 7483437 w 12192000"/>
              <a:gd name="connsiteY39" fmla="*/ 1478152 h 2240205"/>
              <a:gd name="connsiteX40" fmla="*/ 7377870 w 12192000"/>
              <a:gd name="connsiteY40" fmla="*/ 1523319 h 2240205"/>
              <a:gd name="connsiteX41" fmla="*/ 7230737 w 12192000"/>
              <a:gd name="connsiteY41" fmla="*/ 1562633 h 2240205"/>
              <a:gd name="connsiteX42" fmla="*/ 7224458 w 12192000"/>
              <a:gd name="connsiteY42" fmla="*/ 1573008 h 2240205"/>
              <a:gd name="connsiteX43" fmla="*/ 7183121 w 12192000"/>
              <a:gd name="connsiteY43" fmla="*/ 1595162 h 2240205"/>
              <a:gd name="connsiteX44" fmla="*/ 7164601 w 12192000"/>
              <a:gd name="connsiteY44" fmla="*/ 1606490 h 2240205"/>
              <a:gd name="connsiteX45" fmla="*/ 6900177 w 12192000"/>
              <a:gd name="connsiteY45" fmla="*/ 1636016 h 2240205"/>
              <a:gd name="connsiteX46" fmla="*/ 6795372 w 12192000"/>
              <a:gd name="connsiteY46" fmla="*/ 1644845 h 2240205"/>
              <a:gd name="connsiteX47" fmla="*/ 6692251 w 12192000"/>
              <a:gd name="connsiteY47" fmla="*/ 1656357 h 2240205"/>
              <a:gd name="connsiteX48" fmla="*/ 6655235 w 12192000"/>
              <a:gd name="connsiteY48" fmla="*/ 1661869 h 2240205"/>
              <a:gd name="connsiteX49" fmla="*/ 6554894 w 12192000"/>
              <a:gd name="connsiteY49" fmla="*/ 1664428 h 2240205"/>
              <a:gd name="connsiteX50" fmla="*/ 6516595 w 12192000"/>
              <a:gd name="connsiteY50" fmla="*/ 1667475 h 2240205"/>
              <a:gd name="connsiteX51" fmla="*/ 6508541 w 12192000"/>
              <a:gd name="connsiteY51" fmla="*/ 1668757 h 2240205"/>
              <a:gd name="connsiteX52" fmla="*/ 6471012 w 12192000"/>
              <a:gd name="connsiteY52" fmla="*/ 1678604 h 2240205"/>
              <a:gd name="connsiteX53" fmla="*/ 6364035 w 12192000"/>
              <a:gd name="connsiteY53" fmla="*/ 1667683 h 2240205"/>
              <a:gd name="connsiteX54" fmla="*/ 6243319 w 12192000"/>
              <a:gd name="connsiteY54" fmla="*/ 1695560 h 2240205"/>
              <a:gd name="connsiteX55" fmla="*/ 6098321 w 12192000"/>
              <a:gd name="connsiteY55" fmla="*/ 1721646 h 2240205"/>
              <a:gd name="connsiteX56" fmla="*/ 5880652 w 12192000"/>
              <a:gd name="connsiteY56" fmla="*/ 1779643 h 2240205"/>
              <a:gd name="connsiteX57" fmla="*/ 5785959 w 12192000"/>
              <a:gd name="connsiteY57" fmla="*/ 1775307 h 2240205"/>
              <a:gd name="connsiteX58" fmla="*/ 5643534 w 12192000"/>
              <a:gd name="connsiteY58" fmla="*/ 1802919 h 2240205"/>
              <a:gd name="connsiteX59" fmla="*/ 5518799 w 12192000"/>
              <a:gd name="connsiteY59" fmla="*/ 1818312 h 2240205"/>
              <a:gd name="connsiteX60" fmla="*/ 5505014 w 12192000"/>
              <a:gd name="connsiteY60" fmla="*/ 1819259 h 2240205"/>
              <a:gd name="connsiteX61" fmla="*/ 5453307 w 12192000"/>
              <a:gd name="connsiteY61" fmla="*/ 1815450 h 2240205"/>
              <a:gd name="connsiteX62" fmla="*/ 5221533 w 12192000"/>
              <a:gd name="connsiteY62" fmla="*/ 1846950 h 2240205"/>
              <a:gd name="connsiteX63" fmla="*/ 5149802 w 12192000"/>
              <a:gd name="connsiteY63" fmla="*/ 1844846 h 2240205"/>
              <a:gd name="connsiteX64" fmla="*/ 5114927 w 12192000"/>
              <a:gd name="connsiteY64" fmla="*/ 1847827 h 2240205"/>
              <a:gd name="connsiteX65" fmla="*/ 5108970 w 12192000"/>
              <a:gd name="connsiteY65" fmla="*/ 1847935 h 2240205"/>
              <a:gd name="connsiteX66" fmla="*/ 5067961 w 12192000"/>
              <a:gd name="connsiteY66" fmla="*/ 1845917 h 2240205"/>
              <a:gd name="connsiteX67" fmla="*/ 5007075 w 12192000"/>
              <a:gd name="connsiteY67" fmla="*/ 1838626 h 2240205"/>
              <a:gd name="connsiteX68" fmla="*/ 4944087 w 12192000"/>
              <a:gd name="connsiteY68" fmla="*/ 1823332 h 2240205"/>
              <a:gd name="connsiteX69" fmla="*/ 4907662 w 12192000"/>
              <a:gd name="connsiteY69" fmla="*/ 1816900 h 2240205"/>
              <a:gd name="connsiteX70" fmla="*/ 4882386 w 12192000"/>
              <a:gd name="connsiteY70" fmla="*/ 1809844 h 2240205"/>
              <a:gd name="connsiteX71" fmla="*/ 4811440 w 12192000"/>
              <a:gd name="connsiteY71" fmla="*/ 1804655 h 2240205"/>
              <a:gd name="connsiteX72" fmla="*/ 4691075 w 12192000"/>
              <a:gd name="connsiteY72" fmla="*/ 1801389 h 2240205"/>
              <a:gd name="connsiteX73" fmla="*/ 4640313 w 12192000"/>
              <a:gd name="connsiteY73" fmla="*/ 1784307 h 2240205"/>
              <a:gd name="connsiteX74" fmla="*/ 4536503 w 12192000"/>
              <a:gd name="connsiteY74" fmla="*/ 1785334 h 2240205"/>
              <a:gd name="connsiteX75" fmla="*/ 4513724 w 12192000"/>
              <a:gd name="connsiteY75" fmla="*/ 1791996 h 2240205"/>
              <a:gd name="connsiteX76" fmla="*/ 4459810 w 12192000"/>
              <a:gd name="connsiteY76" fmla="*/ 1797886 h 2240205"/>
              <a:gd name="connsiteX77" fmla="*/ 4379064 w 12192000"/>
              <a:gd name="connsiteY77" fmla="*/ 1817177 h 2240205"/>
              <a:gd name="connsiteX78" fmla="*/ 4290981 w 12192000"/>
              <a:gd name="connsiteY78" fmla="*/ 1839677 h 2240205"/>
              <a:gd name="connsiteX79" fmla="*/ 4238372 w 12192000"/>
              <a:gd name="connsiteY79" fmla="*/ 1851480 h 2240205"/>
              <a:gd name="connsiteX80" fmla="*/ 4232517 w 12192000"/>
              <a:gd name="connsiteY80" fmla="*/ 1852567 h 2240205"/>
              <a:gd name="connsiteX81" fmla="*/ 4191732 w 12192000"/>
              <a:gd name="connsiteY81" fmla="*/ 1857328 h 2240205"/>
              <a:gd name="connsiteX82" fmla="*/ 4065532 w 12192000"/>
              <a:gd name="connsiteY82" fmla="*/ 1855477 h 2240205"/>
              <a:gd name="connsiteX83" fmla="*/ 4028460 w 12192000"/>
              <a:gd name="connsiteY83" fmla="*/ 1855137 h 2240205"/>
              <a:gd name="connsiteX84" fmla="*/ 4002267 w 12192000"/>
              <a:gd name="connsiteY84" fmla="*/ 1852352 h 2240205"/>
              <a:gd name="connsiteX85" fmla="*/ 3931396 w 12192000"/>
              <a:gd name="connsiteY85" fmla="*/ 1858915 h 2240205"/>
              <a:gd name="connsiteX86" fmla="*/ 3812162 w 12192000"/>
              <a:gd name="connsiteY86" fmla="*/ 1875501 h 2240205"/>
              <a:gd name="connsiteX87" fmla="*/ 3758105 w 12192000"/>
              <a:gd name="connsiteY87" fmla="*/ 1871856 h 2240205"/>
              <a:gd name="connsiteX88" fmla="*/ 3567259 w 12192000"/>
              <a:gd name="connsiteY88" fmla="*/ 1893482 h 2240205"/>
              <a:gd name="connsiteX89" fmla="*/ 3405770 w 12192000"/>
              <a:gd name="connsiteY89" fmla="*/ 1904591 h 2240205"/>
              <a:gd name="connsiteX90" fmla="*/ 3280097 w 12192000"/>
              <a:gd name="connsiteY90" fmla="*/ 1919610 h 2240205"/>
              <a:gd name="connsiteX91" fmla="*/ 3009910 w 12192000"/>
              <a:gd name="connsiteY91" fmla="*/ 1957866 h 2240205"/>
              <a:gd name="connsiteX92" fmla="*/ 2995934 w 12192000"/>
              <a:gd name="connsiteY92" fmla="*/ 1967085 h 2240205"/>
              <a:gd name="connsiteX93" fmla="*/ 2942858 w 12192000"/>
              <a:gd name="connsiteY93" fmla="*/ 1981367 h 2240205"/>
              <a:gd name="connsiteX94" fmla="*/ 2875436 w 12192000"/>
              <a:gd name="connsiteY94" fmla="*/ 1996977 h 2240205"/>
              <a:gd name="connsiteX95" fmla="*/ 2874892 w 12192000"/>
              <a:gd name="connsiteY95" fmla="*/ 1996085 h 2240205"/>
              <a:gd name="connsiteX96" fmla="*/ 2843662 w 12192000"/>
              <a:gd name="connsiteY96" fmla="*/ 1992498 h 2240205"/>
              <a:gd name="connsiteX97" fmla="*/ 2718916 w 12192000"/>
              <a:gd name="connsiteY97" fmla="*/ 1990867 h 2240205"/>
              <a:gd name="connsiteX98" fmla="*/ 2713522 w 12192000"/>
              <a:gd name="connsiteY98" fmla="*/ 1990173 h 2240205"/>
              <a:gd name="connsiteX99" fmla="*/ 2476147 w 12192000"/>
              <a:gd name="connsiteY99" fmla="*/ 1998305 h 2240205"/>
              <a:gd name="connsiteX100" fmla="*/ 2373568 w 12192000"/>
              <a:gd name="connsiteY100" fmla="*/ 2003219 h 2240205"/>
              <a:gd name="connsiteX101" fmla="*/ 2287219 w 12192000"/>
              <a:gd name="connsiteY101" fmla="*/ 1998750 h 2240205"/>
              <a:gd name="connsiteX102" fmla="*/ 2164831 w 12192000"/>
              <a:gd name="connsiteY102" fmla="*/ 2010143 h 2240205"/>
              <a:gd name="connsiteX103" fmla="*/ 2058061 w 12192000"/>
              <a:gd name="connsiteY103" fmla="*/ 2047942 h 2240205"/>
              <a:gd name="connsiteX104" fmla="*/ 2042244 w 12192000"/>
              <a:gd name="connsiteY104" fmla="*/ 2055560 h 2240205"/>
              <a:gd name="connsiteX105" fmla="*/ 1877728 w 12192000"/>
              <a:gd name="connsiteY105" fmla="*/ 2101004 h 2240205"/>
              <a:gd name="connsiteX106" fmla="*/ 1759056 w 12192000"/>
              <a:gd name="connsiteY106" fmla="*/ 2125608 h 2240205"/>
              <a:gd name="connsiteX107" fmla="*/ 1637948 w 12192000"/>
              <a:gd name="connsiteY107" fmla="*/ 2172597 h 2240205"/>
              <a:gd name="connsiteX108" fmla="*/ 1434549 w 12192000"/>
              <a:gd name="connsiteY108" fmla="*/ 2234522 h 2240205"/>
              <a:gd name="connsiteX109" fmla="*/ 1370962 w 12192000"/>
              <a:gd name="connsiteY109" fmla="*/ 2237474 h 2240205"/>
              <a:gd name="connsiteX110" fmla="*/ 1356367 w 12192000"/>
              <a:gd name="connsiteY110" fmla="*/ 2235089 h 2240205"/>
              <a:gd name="connsiteX111" fmla="*/ 1279765 w 12192000"/>
              <a:gd name="connsiteY111" fmla="*/ 2229639 h 2240205"/>
              <a:gd name="connsiteX112" fmla="*/ 1195347 w 12192000"/>
              <a:gd name="connsiteY112" fmla="*/ 2212354 h 2240205"/>
              <a:gd name="connsiteX113" fmla="*/ 970251 w 12192000"/>
              <a:gd name="connsiteY113" fmla="*/ 2221029 h 2240205"/>
              <a:gd name="connsiteX114" fmla="*/ 812914 w 12192000"/>
              <a:gd name="connsiteY114" fmla="*/ 2210095 h 2240205"/>
              <a:gd name="connsiteX115" fmla="*/ 597225 w 12192000"/>
              <a:gd name="connsiteY115" fmla="*/ 2180999 h 2240205"/>
              <a:gd name="connsiteX116" fmla="*/ 520671 w 12192000"/>
              <a:gd name="connsiteY116" fmla="*/ 2180980 h 2240205"/>
              <a:gd name="connsiteX117" fmla="*/ 515024 w 12192000"/>
              <a:gd name="connsiteY117" fmla="*/ 2179258 h 2240205"/>
              <a:gd name="connsiteX118" fmla="*/ 413835 w 12192000"/>
              <a:gd name="connsiteY118" fmla="*/ 2156783 h 2240205"/>
              <a:gd name="connsiteX119" fmla="*/ 376513 w 12192000"/>
              <a:gd name="connsiteY119" fmla="*/ 2154014 h 2240205"/>
              <a:gd name="connsiteX120" fmla="*/ 273386 w 12192000"/>
              <a:gd name="connsiteY120" fmla="*/ 2142551 h 2240205"/>
              <a:gd name="connsiteX121" fmla="*/ 77641 w 12192000"/>
              <a:gd name="connsiteY121" fmla="*/ 2126835 h 2240205"/>
              <a:gd name="connsiteX122" fmla="*/ 37645 w 12192000"/>
              <a:gd name="connsiteY122" fmla="*/ 2115401 h 2240205"/>
              <a:gd name="connsiteX123" fmla="*/ 4572 w 12192000"/>
              <a:gd name="connsiteY123" fmla="*/ 2111091 h 2240205"/>
              <a:gd name="connsiteX124" fmla="*/ 0 w 12192000"/>
              <a:gd name="connsiteY124" fmla="*/ 2110468 h 2240205"/>
              <a:gd name="connsiteX125" fmla="*/ 0 w 12192000"/>
              <a:gd name="connsiteY125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649954 w 12192000"/>
              <a:gd name="connsiteY4" fmla="*/ 749628 h 2240205"/>
              <a:gd name="connsiteX5" fmla="*/ 11560424 w 12192000"/>
              <a:gd name="connsiteY5" fmla="*/ 748017 h 2240205"/>
              <a:gd name="connsiteX6" fmla="*/ 11358455 w 12192000"/>
              <a:gd name="connsiteY6" fmla="*/ 747593 h 2240205"/>
              <a:gd name="connsiteX7" fmla="*/ 11165209 w 12192000"/>
              <a:gd name="connsiteY7" fmla="*/ 748852 h 2240205"/>
              <a:gd name="connsiteX8" fmla="*/ 11058755 w 12192000"/>
              <a:gd name="connsiteY8" fmla="*/ 749617 h 2240205"/>
              <a:gd name="connsiteX9" fmla="*/ 10803046 w 12192000"/>
              <a:gd name="connsiteY9" fmla="*/ 774328 h 2240205"/>
              <a:gd name="connsiteX10" fmla="*/ 10458762 w 12192000"/>
              <a:gd name="connsiteY10" fmla="*/ 755400 h 2240205"/>
              <a:gd name="connsiteX11" fmla="*/ 10211200 w 12192000"/>
              <a:gd name="connsiteY11" fmla="*/ 767513 h 2240205"/>
              <a:gd name="connsiteX12" fmla="*/ 10167995 w 12192000"/>
              <a:gd name="connsiteY12" fmla="*/ 760843 h 2240205"/>
              <a:gd name="connsiteX13" fmla="*/ 9997044 w 12192000"/>
              <a:gd name="connsiteY13" fmla="*/ 780129 h 2240205"/>
              <a:gd name="connsiteX14" fmla="*/ 9943887 w 12192000"/>
              <a:gd name="connsiteY14" fmla="*/ 804141 h 2240205"/>
              <a:gd name="connsiteX15" fmla="*/ 9918248 w 12192000"/>
              <a:gd name="connsiteY15" fmla="*/ 816628 h 2240205"/>
              <a:gd name="connsiteX16" fmla="*/ 9767091 w 12192000"/>
              <a:gd name="connsiteY16" fmla="*/ 870550 h 2240205"/>
              <a:gd name="connsiteX17" fmla="*/ 9683005 w 12192000"/>
              <a:gd name="connsiteY17" fmla="*/ 894128 h 2240205"/>
              <a:gd name="connsiteX18" fmla="*/ 9500499 w 12192000"/>
              <a:gd name="connsiteY18" fmla="*/ 954680 h 2240205"/>
              <a:gd name="connsiteX19" fmla="*/ 9410017 w 12192000"/>
              <a:gd name="connsiteY19" fmla="*/ 993931 h 2240205"/>
              <a:gd name="connsiteX20" fmla="*/ 9392919 w 12192000"/>
              <a:gd name="connsiteY20" fmla="*/ 994656 h 2240205"/>
              <a:gd name="connsiteX21" fmla="*/ 9268019 w 12192000"/>
              <a:gd name="connsiteY21" fmla="*/ 1007442 h 2240205"/>
              <a:gd name="connsiteX22" fmla="*/ 9188177 w 12192000"/>
              <a:gd name="connsiteY22" fmla="*/ 1035474 h 2240205"/>
              <a:gd name="connsiteX23" fmla="*/ 9155969 w 12192000"/>
              <a:gd name="connsiteY23" fmla="*/ 1046804 h 2240205"/>
              <a:gd name="connsiteX24" fmla="*/ 9133985 w 12192000"/>
              <a:gd name="connsiteY24" fmla="*/ 1046450 h 2240205"/>
              <a:gd name="connsiteX25" fmla="*/ 9003462 w 12192000"/>
              <a:gd name="connsiteY25" fmla="*/ 1042406 h 2240205"/>
              <a:gd name="connsiteX26" fmla="*/ 8968445 w 12192000"/>
              <a:gd name="connsiteY26" fmla="*/ 1052169 h 2240205"/>
              <a:gd name="connsiteX27" fmla="*/ 8886001 w 12192000"/>
              <a:gd name="connsiteY27" fmla="*/ 1067468 h 2240205"/>
              <a:gd name="connsiteX28" fmla="*/ 8838610 w 12192000"/>
              <a:gd name="connsiteY28" fmla="*/ 1075091 h 2240205"/>
              <a:gd name="connsiteX29" fmla="*/ 8665605 w 12192000"/>
              <a:gd name="connsiteY29" fmla="*/ 1110791 h 2240205"/>
              <a:gd name="connsiteX30" fmla="*/ 8419755 w 12192000"/>
              <a:gd name="connsiteY30" fmla="*/ 1216260 h 2240205"/>
              <a:gd name="connsiteX31" fmla="*/ 8411626 w 12192000"/>
              <a:gd name="connsiteY31" fmla="*/ 1214397 h 2240205"/>
              <a:gd name="connsiteX32" fmla="*/ 8363469 w 12192000"/>
              <a:gd name="connsiteY32" fmla="*/ 1246658 h 2240205"/>
              <a:gd name="connsiteX33" fmla="*/ 8275497 w 12192000"/>
              <a:gd name="connsiteY33" fmla="*/ 1264396 h 2240205"/>
              <a:gd name="connsiteX34" fmla="*/ 8074238 w 12192000"/>
              <a:gd name="connsiteY34" fmla="*/ 1301895 h 2240205"/>
              <a:gd name="connsiteX35" fmla="*/ 7902328 w 12192000"/>
              <a:gd name="connsiteY35" fmla="*/ 1345865 h 2240205"/>
              <a:gd name="connsiteX36" fmla="*/ 7840612 w 12192000"/>
              <a:gd name="connsiteY36" fmla="*/ 1369373 h 2240205"/>
              <a:gd name="connsiteX37" fmla="*/ 7786819 w 12192000"/>
              <a:gd name="connsiteY37" fmla="*/ 1378970 h 2240205"/>
              <a:gd name="connsiteX38" fmla="*/ 7548172 w 12192000"/>
              <a:gd name="connsiteY38" fmla="*/ 1417460 h 2240205"/>
              <a:gd name="connsiteX39" fmla="*/ 7483437 w 12192000"/>
              <a:gd name="connsiteY39" fmla="*/ 1478152 h 2240205"/>
              <a:gd name="connsiteX40" fmla="*/ 7377870 w 12192000"/>
              <a:gd name="connsiteY40" fmla="*/ 1523319 h 2240205"/>
              <a:gd name="connsiteX41" fmla="*/ 7230737 w 12192000"/>
              <a:gd name="connsiteY41" fmla="*/ 1562633 h 2240205"/>
              <a:gd name="connsiteX42" fmla="*/ 7224458 w 12192000"/>
              <a:gd name="connsiteY42" fmla="*/ 1573008 h 2240205"/>
              <a:gd name="connsiteX43" fmla="*/ 7183121 w 12192000"/>
              <a:gd name="connsiteY43" fmla="*/ 1595162 h 2240205"/>
              <a:gd name="connsiteX44" fmla="*/ 7164601 w 12192000"/>
              <a:gd name="connsiteY44" fmla="*/ 1606490 h 2240205"/>
              <a:gd name="connsiteX45" fmla="*/ 6900177 w 12192000"/>
              <a:gd name="connsiteY45" fmla="*/ 1636016 h 2240205"/>
              <a:gd name="connsiteX46" fmla="*/ 6795372 w 12192000"/>
              <a:gd name="connsiteY46" fmla="*/ 1644845 h 2240205"/>
              <a:gd name="connsiteX47" fmla="*/ 6692251 w 12192000"/>
              <a:gd name="connsiteY47" fmla="*/ 1656357 h 2240205"/>
              <a:gd name="connsiteX48" fmla="*/ 6655235 w 12192000"/>
              <a:gd name="connsiteY48" fmla="*/ 1661869 h 2240205"/>
              <a:gd name="connsiteX49" fmla="*/ 6554894 w 12192000"/>
              <a:gd name="connsiteY49" fmla="*/ 1664428 h 2240205"/>
              <a:gd name="connsiteX50" fmla="*/ 6516595 w 12192000"/>
              <a:gd name="connsiteY50" fmla="*/ 1667475 h 2240205"/>
              <a:gd name="connsiteX51" fmla="*/ 6508541 w 12192000"/>
              <a:gd name="connsiteY51" fmla="*/ 1668757 h 2240205"/>
              <a:gd name="connsiteX52" fmla="*/ 6471012 w 12192000"/>
              <a:gd name="connsiteY52" fmla="*/ 1678604 h 2240205"/>
              <a:gd name="connsiteX53" fmla="*/ 6364035 w 12192000"/>
              <a:gd name="connsiteY53" fmla="*/ 1667683 h 2240205"/>
              <a:gd name="connsiteX54" fmla="*/ 6243319 w 12192000"/>
              <a:gd name="connsiteY54" fmla="*/ 1695560 h 2240205"/>
              <a:gd name="connsiteX55" fmla="*/ 6098321 w 12192000"/>
              <a:gd name="connsiteY55" fmla="*/ 1721646 h 2240205"/>
              <a:gd name="connsiteX56" fmla="*/ 5880652 w 12192000"/>
              <a:gd name="connsiteY56" fmla="*/ 1779643 h 2240205"/>
              <a:gd name="connsiteX57" fmla="*/ 5785959 w 12192000"/>
              <a:gd name="connsiteY57" fmla="*/ 1775307 h 2240205"/>
              <a:gd name="connsiteX58" fmla="*/ 5643534 w 12192000"/>
              <a:gd name="connsiteY58" fmla="*/ 1802919 h 2240205"/>
              <a:gd name="connsiteX59" fmla="*/ 5518799 w 12192000"/>
              <a:gd name="connsiteY59" fmla="*/ 1818312 h 2240205"/>
              <a:gd name="connsiteX60" fmla="*/ 5505014 w 12192000"/>
              <a:gd name="connsiteY60" fmla="*/ 1819259 h 2240205"/>
              <a:gd name="connsiteX61" fmla="*/ 5453307 w 12192000"/>
              <a:gd name="connsiteY61" fmla="*/ 1815450 h 2240205"/>
              <a:gd name="connsiteX62" fmla="*/ 5221533 w 12192000"/>
              <a:gd name="connsiteY62" fmla="*/ 1846950 h 2240205"/>
              <a:gd name="connsiteX63" fmla="*/ 5149802 w 12192000"/>
              <a:gd name="connsiteY63" fmla="*/ 1844846 h 2240205"/>
              <a:gd name="connsiteX64" fmla="*/ 5114927 w 12192000"/>
              <a:gd name="connsiteY64" fmla="*/ 1847827 h 2240205"/>
              <a:gd name="connsiteX65" fmla="*/ 5108970 w 12192000"/>
              <a:gd name="connsiteY65" fmla="*/ 1847935 h 2240205"/>
              <a:gd name="connsiteX66" fmla="*/ 5067961 w 12192000"/>
              <a:gd name="connsiteY66" fmla="*/ 1845917 h 2240205"/>
              <a:gd name="connsiteX67" fmla="*/ 5007075 w 12192000"/>
              <a:gd name="connsiteY67" fmla="*/ 1838626 h 2240205"/>
              <a:gd name="connsiteX68" fmla="*/ 4944087 w 12192000"/>
              <a:gd name="connsiteY68" fmla="*/ 1823332 h 2240205"/>
              <a:gd name="connsiteX69" fmla="*/ 4907662 w 12192000"/>
              <a:gd name="connsiteY69" fmla="*/ 1816900 h 2240205"/>
              <a:gd name="connsiteX70" fmla="*/ 4882386 w 12192000"/>
              <a:gd name="connsiteY70" fmla="*/ 1809844 h 2240205"/>
              <a:gd name="connsiteX71" fmla="*/ 4811440 w 12192000"/>
              <a:gd name="connsiteY71" fmla="*/ 1804655 h 2240205"/>
              <a:gd name="connsiteX72" fmla="*/ 4691075 w 12192000"/>
              <a:gd name="connsiteY72" fmla="*/ 1801389 h 2240205"/>
              <a:gd name="connsiteX73" fmla="*/ 4640313 w 12192000"/>
              <a:gd name="connsiteY73" fmla="*/ 1784307 h 2240205"/>
              <a:gd name="connsiteX74" fmla="*/ 4536503 w 12192000"/>
              <a:gd name="connsiteY74" fmla="*/ 1785334 h 2240205"/>
              <a:gd name="connsiteX75" fmla="*/ 4513724 w 12192000"/>
              <a:gd name="connsiteY75" fmla="*/ 1791996 h 2240205"/>
              <a:gd name="connsiteX76" fmla="*/ 4459810 w 12192000"/>
              <a:gd name="connsiteY76" fmla="*/ 1797886 h 2240205"/>
              <a:gd name="connsiteX77" fmla="*/ 4379064 w 12192000"/>
              <a:gd name="connsiteY77" fmla="*/ 1817177 h 2240205"/>
              <a:gd name="connsiteX78" fmla="*/ 4290981 w 12192000"/>
              <a:gd name="connsiteY78" fmla="*/ 1839677 h 2240205"/>
              <a:gd name="connsiteX79" fmla="*/ 4238372 w 12192000"/>
              <a:gd name="connsiteY79" fmla="*/ 1851480 h 2240205"/>
              <a:gd name="connsiteX80" fmla="*/ 4232517 w 12192000"/>
              <a:gd name="connsiteY80" fmla="*/ 1852567 h 2240205"/>
              <a:gd name="connsiteX81" fmla="*/ 4191732 w 12192000"/>
              <a:gd name="connsiteY81" fmla="*/ 1857328 h 2240205"/>
              <a:gd name="connsiteX82" fmla="*/ 4065532 w 12192000"/>
              <a:gd name="connsiteY82" fmla="*/ 1855477 h 2240205"/>
              <a:gd name="connsiteX83" fmla="*/ 4028460 w 12192000"/>
              <a:gd name="connsiteY83" fmla="*/ 1855137 h 2240205"/>
              <a:gd name="connsiteX84" fmla="*/ 4002267 w 12192000"/>
              <a:gd name="connsiteY84" fmla="*/ 1852352 h 2240205"/>
              <a:gd name="connsiteX85" fmla="*/ 3931396 w 12192000"/>
              <a:gd name="connsiteY85" fmla="*/ 1858915 h 2240205"/>
              <a:gd name="connsiteX86" fmla="*/ 3812162 w 12192000"/>
              <a:gd name="connsiteY86" fmla="*/ 1875501 h 2240205"/>
              <a:gd name="connsiteX87" fmla="*/ 3758105 w 12192000"/>
              <a:gd name="connsiteY87" fmla="*/ 1871856 h 2240205"/>
              <a:gd name="connsiteX88" fmla="*/ 3567259 w 12192000"/>
              <a:gd name="connsiteY88" fmla="*/ 1893482 h 2240205"/>
              <a:gd name="connsiteX89" fmla="*/ 3405770 w 12192000"/>
              <a:gd name="connsiteY89" fmla="*/ 1904591 h 2240205"/>
              <a:gd name="connsiteX90" fmla="*/ 3280097 w 12192000"/>
              <a:gd name="connsiteY90" fmla="*/ 1919610 h 2240205"/>
              <a:gd name="connsiteX91" fmla="*/ 3009910 w 12192000"/>
              <a:gd name="connsiteY91" fmla="*/ 1957866 h 2240205"/>
              <a:gd name="connsiteX92" fmla="*/ 2995934 w 12192000"/>
              <a:gd name="connsiteY92" fmla="*/ 1967085 h 2240205"/>
              <a:gd name="connsiteX93" fmla="*/ 2942858 w 12192000"/>
              <a:gd name="connsiteY93" fmla="*/ 1981367 h 2240205"/>
              <a:gd name="connsiteX94" fmla="*/ 2875436 w 12192000"/>
              <a:gd name="connsiteY94" fmla="*/ 1996977 h 2240205"/>
              <a:gd name="connsiteX95" fmla="*/ 2874892 w 12192000"/>
              <a:gd name="connsiteY95" fmla="*/ 1996085 h 2240205"/>
              <a:gd name="connsiteX96" fmla="*/ 2843662 w 12192000"/>
              <a:gd name="connsiteY96" fmla="*/ 1992498 h 2240205"/>
              <a:gd name="connsiteX97" fmla="*/ 2718916 w 12192000"/>
              <a:gd name="connsiteY97" fmla="*/ 1990867 h 2240205"/>
              <a:gd name="connsiteX98" fmla="*/ 2713522 w 12192000"/>
              <a:gd name="connsiteY98" fmla="*/ 1990173 h 2240205"/>
              <a:gd name="connsiteX99" fmla="*/ 2476147 w 12192000"/>
              <a:gd name="connsiteY99" fmla="*/ 1998305 h 2240205"/>
              <a:gd name="connsiteX100" fmla="*/ 2373568 w 12192000"/>
              <a:gd name="connsiteY100" fmla="*/ 2003219 h 2240205"/>
              <a:gd name="connsiteX101" fmla="*/ 2287219 w 12192000"/>
              <a:gd name="connsiteY101" fmla="*/ 1998750 h 2240205"/>
              <a:gd name="connsiteX102" fmla="*/ 2164831 w 12192000"/>
              <a:gd name="connsiteY102" fmla="*/ 2010143 h 2240205"/>
              <a:gd name="connsiteX103" fmla="*/ 2058061 w 12192000"/>
              <a:gd name="connsiteY103" fmla="*/ 2047942 h 2240205"/>
              <a:gd name="connsiteX104" fmla="*/ 2042244 w 12192000"/>
              <a:gd name="connsiteY104" fmla="*/ 2055560 h 2240205"/>
              <a:gd name="connsiteX105" fmla="*/ 1877728 w 12192000"/>
              <a:gd name="connsiteY105" fmla="*/ 2101004 h 2240205"/>
              <a:gd name="connsiteX106" fmla="*/ 1759056 w 12192000"/>
              <a:gd name="connsiteY106" fmla="*/ 2125608 h 2240205"/>
              <a:gd name="connsiteX107" fmla="*/ 1637948 w 12192000"/>
              <a:gd name="connsiteY107" fmla="*/ 2172597 h 2240205"/>
              <a:gd name="connsiteX108" fmla="*/ 1434549 w 12192000"/>
              <a:gd name="connsiteY108" fmla="*/ 2234522 h 2240205"/>
              <a:gd name="connsiteX109" fmla="*/ 1370962 w 12192000"/>
              <a:gd name="connsiteY109" fmla="*/ 2237474 h 2240205"/>
              <a:gd name="connsiteX110" fmla="*/ 1356367 w 12192000"/>
              <a:gd name="connsiteY110" fmla="*/ 2235089 h 2240205"/>
              <a:gd name="connsiteX111" fmla="*/ 1279765 w 12192000"/>
              <a:gd name="connsiteY111" fmla="*/ 2229639 h 2240205"/>
              <a:gd name="connsiteX112" fmla="*/ 1195347 w 12192000"/>
              <a:gd name="connsiteY112" fmla="*/ 2212354 h 2240205"/>
              <a:gd name="connsiteX113" fmla="*/ 970251 w 12192000"/>
              <a:gd name="connsiteY113" fmla="*/ 2221029 h 2240205"/>
              <a:gd name="connsiteX114" fmla="*/ 812914 w 12192000"/>
              <a:gd name="connsiteY114" fmla="*/ 2210095 h 2240205"/>
              <a:gd name="connsiteX115" fmla="*/ 597225 w 12192000"/>
              <a:gd name="connsiteY115" fmla="*/ 2180999 h 2240205"/>
              <a:gd name="connsiteX116" fmla="*/ 520671 w 12192000"/>
              <a:gd name="connsiteY116" fmla="*/ 2180980 h 2240205"/>
              <a:gd name="connsiteX117" fmla="*/ 515024 w 12192000"/>
              <a:gd name="connsiteY117" fmla="*/ 2179258 h 2240205"/>
              <a:gd name="connsiteX118" fmla="*/ 413835 w 12192000"/>
              <a:gd name="connsiteY118" fmla="*/ 2156783 h 2240205"/>
              <a:gd name="connsiteX119" fmla="*/ 376513 w 12192000"/>
              <a:gd name="connsiteY119" fmla="*/ 2154014 h 2240205"/>
              <a:gd name="connsiteX120" fmla="*/ 273386 w 12192000"/>
              <a:gd name="connsiteY120" fmla="*/ 2142551 h 2240205"/>
              <a:gd name="connsiteX121" fmla="*/ 77641 w 12192000"/>
              <a:gd name="connsiteY121" fmla="*/ 2126835 h 2240205"/>
              <a:gd name="connsiteX122" fmla="*/ 37645 w 12192000"/>
              <a:gd name="connsiteY122" fmla="*/ 2115401 h 2240205"/>
              <a:gd name="connsiteX123" fmla="*/ 4572 w 12192000"/>
              <a:gd name="connsiteY123" fmla="*/ 2111091 h 2240205"/>
              <a:gd name="connsiteX124" fmla="*/ 0 w 12192000"/>
              <a:gd name="connsiteY124" fmla="*/ 2110468 h 2240205"/>
              <a:gd name="connsiteX125" fmla="*/ 0 w 12192000"/>
              <a:gd name="connsiteY125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649954 w 12192000"/>
              <a:gd name="connsiteY4" fmla="*/ 749628 h 2240205"/>
              <a:gd name="connsiteX5" fmla="*/ 11560424 w 12192000"/>
              <a:gd name="connsiteY5" fmla="*/ 748017 h 2240205"/>
              <a:gd name="connsiteX6" fmla="*/ 11358455 w 12192000"/>
              <a:gd name="connsiteY6" fmla="*/ 747593 h 2240205"/>
              <a:gd name="connsiteX7" fmla="*/ 11165209 w 12192000"/>
              <a:gd name="connsiteY7" fmla="*/ 748852 h 2240205"/>
              <a:gd name="connsiteX8" fmla="*/ 11058755 w 12192000"/>
              <a:gd name="connsiteY8" fmla="*/ 749617 h 2240205"/>
              <a:gd name="connsiteX9" fmla="*/ 10803046 w 12192000"/>
              <a:gd name="connsiteY9" fmla="*/ 774328 h 2240205"/>
              <a:gd name="connsiteX10" fmla="*/ 10458762 w 12192000"/>
              <a:gd name="connsiteY10" fmla="*/ 755400 h 2240205"/>
              <a:gd name="connsiteX11" fmla="*/ 10211200 w 12192000"/>
              <a:gd name="connsiteY11" fmla="*/ 767513 h 2240205"/>
              <a:gd name="connsiteX12" fmla="*/ 10167995 w 12192000"/>
              <a:gd name="connsiteY12" fmla="*/ 760843 h 2240205"/>
              <a:gd name="connsiteX13" fmla="*/ 9997044 w 12192000"/>
              <a:gd name="connsiteY13" fmla="*/ 780129 h 2240205"/>
              <a:gd name="connsiteX14" fmla="*/ 9943887 w 12192000"/>
              <a:gd name="connsiteY14" fmla="*/ 804141 h 2240205"/>
              <a:gd name="connsiteX15" fmla="*/ 9918248 w 12192000"/>
              <a:gd name="connsiteY15" fmla="*/ 816628 h 2240205"/>
              <a:gd name="connsiteX16" fmla="*/ 9767091 w 12192000"/>
              <a:gd name="connsiteY16" fmla="*/ 870550 h 2240205"/>
              <a:gd name="connsiteX17" fmla="*/ 9683005 w 12192000"/>
              <a:gd name="connsiteY17" fmla="*/ 894128 h 2240205"/>
              <a:gd name="connsiteX18" fmla="*/ 9500499 w 12192000"/>
              <a:gd name="connsiteY18" fmla="*/ 954680 h 2240205"/>
              <a:gd name="connsiteX19" fmla="*/ 9410017 w 12192000"/>
              <a:gd name="connsiteY19" fmla="*/ 993931 h 2240205"/>
              <a:gd name="connsiteX20" fmla="*/ 9392919 w 12192000"/>
              <a:gd name="connsiteY20" fmla="*/ 994656 h 2240205"/>
              <a:gd name="connsiteX21" fmla="*/ 9268019 w 12192000"/>
              <a:gd name="connsiteY21" fmla="*/ 1007442 h 2240205"/>
              <a:gd name="connsiteX22" fmla="*/ 9188177 w 12192000"/>
              <a:gd name="connsiteY22" fmla="*/ 1035474 h 2240205"/>
              <a:gd name="connsiteX23" fmla="*/ 9155969 w 12192000"/>
              <a:gd name="connsiteY23" fmla="*/ 1046804 h 2240205"/>
              <a:gd name="connsiteX24" fmla="*/ 9133985 w 12192000"/>
              <a:gd name="connsiteY24" fmla="*/ 1046450 h 2240205"/>
              <a:gd name="connsiteX25" fmla="*/ 9003462 w 12192000"/>
              <a:gd name="connsiteY25" fmla="*/ 1042406 h 2240205"/>
              <a:gd name="connsiteX26" fmla="*/ 8968445 w 12192000"/>
              <a:gd name="connsiteY26" fmla="*/ 1052169 h 2240205"/>
              <a:gd name="connsiteX27" fmla="*/ 8886001 w 12192000"/>
              <a:gd name="connsiteY27" fmla="*/ 1067468 h 2240205"/>
              <a:gd name="connsiteX28" fmla="*/ 8838610 w 12192000"/>
              <a:gd name="connsiteY28" fmla="*/ 1075091 h 2240205"/>
              <a:gd name="connsiteX29" fmla="*/ 8665605 w 12192000"/>
              <a:gd name="connsiteY29" fmla="*/ 1110791 h 2240205"/>
              <a:gd name="connsiteX30" fmla="*/ 8419755 w 12192000"/>
              <a:gd name="connsiteY30" fmla="*/ 1216260 h 2240205"/>
              <a:gd name="connsiteX31" fmla="*/ 8411626 w 12192000"/>
              <a:gd name="connsiteY31" fmla="*/ 1214397 h 2240205"/>
              <a:gd name="connsiteX32" fmla="*/ 8363469 w 12192000"/>
              <a:gd name="connsiteY32" fmla="*/ 1246658 h 2240205"/>
              <a:gd name="connsiteX33" fmla="*/ 8275497 w 12192000"/>
              <a:gd name="connsiteY33" fmla="*/ 1264396 h 2240205"/>
              <a:gd name="connsiteX34" fmla="*/ 8074238 w 12192000"/>
              <a:gd name="connsiteY34" fmla="*/ 1301895 h 2240205"/>
              <a:gd name="connsiteX35" fmla="*/ 7902328 w 12192000"/>
              <a:gd name="connsiteY35" fmla="*/ 1345865 h 2240205"/>
              <a:gd name="connsiteX36" fmla="*/ 7840612 w 12192000"/>
              <a:gd name="connsiteY36" fmla="*/ 1369373 h 2240205"/>
              <a:gd name="connsiteX37" fmla="*/ 7786819 w 12192000"/>
              <a:gd name="connsiteY37" fmla="*/ 1378970 h 2240205"/>
              <a:gd name="connsiteX38" fmla="*/ 7548172 w 12192000"/>
              <a:gd name="connsiteY38" fmla="*/ 1417460 h 2240205"/>
              <a:gd name="connsiteX39" fmla="*/ 7483437 w 12192000"/>
              <a:gd name="connsiteY39" fmla="*/ 1478152 h 2240205"/>
              <a:gd name="connsiteX40" fmla="*/ 7377870 w 12192000"/>
              <a:gd name="connsiteY40" fmla="*/ 1523319 h 2240205"/>
              <a:gd name="connsiteX41" fmla="*/ 7230737 w 12192000"/>
              <a:gd name="connsiteY41" fmla="*/ 1562633 h 2240205"/>
              <a:gd name="connsiteX42" fmla="*/ 7224458 w 12192000"/>
              <a:gd name="connsiteY42" fmla="*/ 1573008 h 2240205"/>
              <a:gd name="connsiteX43" fmla="*/ 7183121 w 12192000"/>
              <a:gd name="connsiteY43" fmla="*/ 1595162 h 2240205"/>
              <a:gd name="connsiteX44" fmla="*/ 7164601 w 12192000"/>
              <a:gd name="connsiteY44" fmla="*/ 1606490 h 2240205"/>
              <a:gd name="connsiteX45" fmla="*/ 6900177 w 12192000"/>
              <a:gd name="connsiteY45" fmla="*/ 1636016 h 2240205"/>
              <a:gd name="connsiteX46" fmla="*/ 6795372 w 12192000"/>
              <a:gd name="connsiteY46" fmla="*/ 1644845 h 2240205"/>
              <a:gd name="connsiteX47" fmla="*/ 6692251 w 12192000"/>
              <a:gd name="connsiteY47" fmla="*/ 1656357 h 2240205"/>
              <a:gd name="connsiteX48" fmla="*/ 6655235 w 12192000"/>
              <a:gd name="connsiteY48" fmla="*/ 1661869 h 2240205"/>
              <a:gd name="connsiteX49" fmla="*/ 6554894 w 12192000"/>
              <a:gd name="connsiteY49" fmla="*/ 1664428 h 2240205"/>
              <a:gd name="connsiteX50" fmla="*/ 6516595 w 12192000"/>
              <a:gd name="connsiteY50" fmla="*/ 1667475 h 2240205"/>
              <a:gd name="connsiteX51" fmla="*/ 6508541 w 12192000"/>
              <a:gd name="connsiteY51" fmla="*/ 1668757 h 2240205"/>
              <a:gd name="connsiteX52" fmla="*/ 6471012 w 12192000"/>
              <a:gd name="connsiteY52" fmla="*/ 1678604 h 2240205"/>
              <a:gd name="connsiteX53" fmla="*/ 6364035 w 12192000"/>
              <a:gd name="connsiteY53" fmla="*/ 1667683 h 2240205"/>
              <a:gd name="connsiteX54" fmla="*/ 6243319 w 12192000"/>
              <a:gd name="connsiteY54" fmla="*/ 1695560 h 2240205"/>
              <a:gd name="connsiteX55" fmla="*/ 6098321 w 12192000"/>
              <a:gd name="connsiteY55" fmla="*/ 1721646 h 2240205"/>
              <a:gd name="connsiteX56" fmla="*/ 5880652 w 12192000"/>
              <a:gd name="connsiteY56" fmla="*/ 1779643 h 2240205"/>
              <a:gd name="connsiteX57" fmla="*/ 5785959 w 12192000"/>
              <a:gd name="connsiteY57" fmla="*/ 1775307 h 2240205"/>
              <a:gd name="connsiteX58" fmla="*/ 5643534 w 12192000"/>
              <a:gd name="connsiteY58" fmla="*/ 1802919 h 2240205"/>
              <a:gd name="connsiteX59" fmla="*/ 5518799 w 12192000"/>
              <a:gd name="connsiteY59" fmla="*/ 1818312 h 2240205"/>
              <a:gd name="connsiteX60" fmla="*/ 5505014 w 12192000"/>
              <a:gd name="connsiteY60" fmla="*/ 1819259 h 2240205"/>
              <a:gd name="connsiteX61" fmla="*/ 5453307 w 12192000"/>
              <a:gd name="connsiteY61" fmla="*/ 1815450 h 2240205"/>
              <a:gd name="connsiteX62" fmla="*/ 5221533 w 12192000"/>
              <a:gd name="connsiteY62" fmla="*/ 1846950 h 2240205"/>
              <a:gd name="connsiteX63" fmla="*/ 5149802 w 12192000"/>
              <a:gd name="connsiteY63" fmla="*/ 1844846 h 2240205"/>
              <a:gd name="connsiteX64" fmla="*/ 5114927 w 12192000"/>
              <a:gd name="connsiteY64" fmla="*/ 1847827 h 2240205"/>
              <a:gd name="connsiteX65" fmla="*/ 5108970 w 12192000"/>
              <a:gd name="connsiteY65" fmla="*/ 1847935 h 2240205"/>
              <a:gd name="connsiteX66" fmla="*/ 5067961 w 12192000"/>
              <a:gd name="connsiteY66" fmla="*/ 1845917 h 2240205"/>
              <a:gd name="connsiteX67" fmla="*/ 5007075 w 12192000"/>
              <a:gd name="connsiteY67" fmla="*/ 1838626 h 2240205"/>
              <a:gd name="connsiteX68" fmla="*/ 4944087 w 12192000"/>
              <a:gd name="connsiteY68" fmla="*/ 1823332 h 2240205"/>
              <a:gd name="connsiteX69" fmla="*/ 4907662 w 12192000"/>
              <a:gd name="connsiteY69" fmla="*/ 1816900 h 2240205"/>
              <a:gd name="connsiteX70" fmla="*/ 4882386 w 12192000"/>
              <a:gd name="connsiteY70" fmla="*/ 1809844 h 2240205"/>
              <a:gd name="connsiteX71" fmla="*/ 4811440 w 12192000"/>
              <a:gd name="connsiteY71" fmla="*/ 1804655 h 2240205"/>
              <a:gd name="connsiteX72" fmla="*/ 4691075 w 12192000"/>
              <a:gd name="connsiteY72" fmla="*/ 1801389 h 2240205"/>
              <a:gd name="connsiteX73" fmla="*/ 4640313 w 12192000"/>
              <a:gd name="connsiteY73" fmla="*/ 1784307 h 2240205"/>
              <a:gd name="connsiteX74" fmla="*/ 4536503 w 12192000"/>
              <a:gd name="connsiteY74" fmla="*/ 1785334 h 2240205"/>
              <a:gd name="connsiteX75" fmla="*/ 4513724 w 12192000"/>
              <a:gd name="connsiteY75" fmla="*/ 1791996 h 2240205"/>
              <a:gd name="connsiteX76" fmla="*/ 4459810 w 12192000"/>
              <a:gd name="connsiteY76" fmla="*/ 1797886 h 2240205"/>
              <a:gd name="connsiteX77" fmla="*/ 4379064 w 12192000"/>
              <a:gd name="connsiteY77" fmla="*/ 1817177 h 2240205"/>
              <a:gd name="connsiteX78" fmla="*/ 4290981 w 12192000"/>
              <a:gd name="connsiteY78" fmla="*/ 1839677 h 2240205"/>
              <a:gd name="connsiteX79" fmla="*/ 4238372 w 12192000"/>
              <a:gd name="connsiteY79" fmla="*/ 1851480 h 2240205"/>
              <a:gd name="connsiteX80" fmla="*/ 4232517 w 12192000"/>
              <a:gd name="connsiteY80" fmla="*/ 1852567 h 2240205"/>
              <a:gd name="connsiteX81" fmla="*/ 4191732 w 12192000"/>
              <a:gd name="connsiteY81" fmla="*/ 1857328 h 2240205"/>
              <a:gd name="connsiteX82" fmla="*/ 4065532 w 12192000"/>
              <a:gd name="connsiteY82" fmla="*/ 1855477 h 2240205"/>
              <a:gd name="connsiteX83" fmla="*/ 4028460 w 12192000"/>
              <a:gd name="connsiteY83" fmla="*/ 1855137 h 2240205"/>
              <a:gd name="connsiteX84" fmla="*/ 4002267 w 12192000"/>
              <a:gd name="connsiteY84" fmla="*/ 1852352 h 2240205"/>
              <a:gd name="connsiteX85" fmla="*/ 3931396 w 12192000"/>
              <a:gd name="connsiteY85" fmla="*/ 1858915 h 2240205"/>
              <a:gd name="connsiteX86" fmla="*/ 3812162 w 12192000"/>
              <a:gd name="connsiteY86" fmla="*/ 1875501 h 2240205"/>
              <a:gd name="connsiteX87" fmla="*/ 3758105 w 12192000"/>
              <a:gd name="connsiteY87" fmla="*/ 1871856 h 2240205"/>
              <a:gd name="connsiteX88" fmla="*/ 3567259 w 12192000"/>
              <a:gd name="connsiteY88" fmla="*/ 1893482 h 2240205"/>
              <a:gd name="connsiteX89" fmla="*/ 3405770 w 12192000"/>
              <a:gd name="connsiteY89" fmla="*/ 1904591 h 2240205"/>
              <a:gd name="connsiteX90" fmla="*/ 3280097 w 12192000"/>
              <a:gd name="connsiteY90" fmla="*/ 1919610 h 2240205"/>
              <a:gd name="connsiteX91" fmla="*/ 3009910 w 12192000"/>
              <a:gd name="connsiteY91" fmla="*/ 1957866 h 2240205"/>
              <a:gd name="connsiteX92" fmla="*/ 2995934 w 12192000"/>
              <a:gd name="connsiteY92" fmla="*/ 1967085 h 2240205"/>
              <a:gd name="connsiteX93" fmla="*/ 2942858 w 12192000"/>
              <a:gd name="connsiteY93" fmla="*/ 1981367 h 2240205"/>
              <a:gd name="connsiteX94" fmla="*/ 2875436 w 12192000"/>
              <a:gd name="connsiteY94" fmla="*/ 1996977 h 2240205"/>
              <a:gd name="connsiteX95" fmla="*/ 2874892 w 12192000"/>
              <a:gd name="connsiteY95" fmla="*/ 1996085 h 2240205"/>
              <a:gd name="connsiteX96" fmla="*/ 2843662 w 12192000"/>
              <a:gd name="connsiteY96" fmla="*/ 1992498 h 2240205"/>
              <a:gd name="connsiteX97" fmla="*/ 2718916 w 12192000"/>
              <a:gd name="connsiteY97" fmla="*/ 1990867 h 2240205"/>
              <a:gd name="connsiteX98" fmla="*/ 2713522 w 12192000"/>
              <a:gd name="connsiteY98" fmla="*/ 1990173 h 2240205"/>
              <a:gd name="connsiteX99" fmla="*/ 2476147 w 12192000"/>
              <a:gd name="connsiteY99" fmla="*/ 1998305 h 2240205"/>
              <a:gd name="connsiteX100" fmla="*/ 2373568 w 12192000"/>
              <a:gd name="connsiteY100" fmla="*/ 2003219 h 2240205"/>
              <a:gd name="connsiteX101" fmla="*/ 2287219 w 12192000"/>
              <a:gd name="connsiteY101" fmla="*/ 1998750 h 2240205"/>
              <a:gd name="connsiteX102" fmla="*/ 2164831 w 12192000"/>
              <a:gd name="connsiteY102" fmla="*/ 2010143 h 2240205"/>
              <a:gd name="connsiteX103" fmla="*/ 2058061 w 12192000"/>
              <a:gd name="connsiteY103" fmla="*/ 2047942 h 2240205"/>
              <a:gd name="connsiteX104" fmla="*/ 2042244 w 12192000"/>
              <a:gd name="connsiteY104" fmla="*/ 2055560 h 2240205"/>
              <a:gd name="connsiteX105" fmla="*/ 1877728 w 12192000"/>
              <a:gd name="connsiteY105" fmla="*/ 2101004 h 2240205"/>
              <a:gd name="connsiteX106" fmla="*/ 1759056 w 12192000"/>
              <a:gd name="connsiteY106" fmla="*/ 2125608 h 2240205"/>
              <a:gd name="connsiteX107" fmla="*/ 1637948 w 12192000"/>
              <a:gd name="connsiteY107" fmla="*/ 2172597 h 2240205"/>
              <a:gd name="connsiteX108" fmla="*/ 1434549 w 12192000"/>
              <a:gd name="connsiteY108" fmla="*/ 2234522 h 2240205"/>
              <a:gd name="connsiteX109" fmla="*/ 1370962 w 12192000"/>
              <a:gd name="connsiteY109" fmla="*/ 2237474 h 2240205"/>
              <a:gd name="connsiteX110" fmla="*/ 1356367 w 12192000"/>
              <a:gd name="connsiteY110" fmla="*/ 2235089 h 2240205"/>
              <a:gd name="connsiteX111" fmla="*/ 1279765 w 12192000"/>
              <a:gd name="connsiteY111" fmla="*/ 2229639 h 2240205"/>
              <a:gd name="connsiteX112" fmla="*/ 1195347 w 12192000"/>
              <a:gd name="connsiteY112" fmla="*/ 2212354 h 2240205"/>
              <a:gd name="connsiteX113" fmla="*/ 970251 w 12192000"/>
              <a:gd name="connsiteY113" fmla="*/ 2221029 h 2240205"/>
              <a:gd name="connsiteX114" fmla="*/ 812914 w 12192000"/>
              <a:gd name="connsiteY114" fmla="*/ 2210095 h 2240205"/>
              <a:gd name="connsiteX115" fmla="*/ 597225 w 12192000"/>
              <a:gd name="connsiteY115" fmla="*/ 2180999 h 2240205"/>
              <a:gd name="connsiteX116" fmla="*/ 520671 w 12192000"/>
              <a:gd name="connsiteY116" fmla="*/ 2180980 h 2240205"/>
              <a:gd name="connsiteX117" fmla="*/ 413835 w 12192000"/>
              <a:gd name="connsiteY117" fmla="*/ 2156783 h 2240205"/>
              <a:gd name="connsiteX118" fmla="*/ 376513 w 12192000"/>
              <a:gd name="connsiteY118" fmla="*/ 2154014 h 2240205"/>
              <a:gd name="connsiteX119" fmla="*/ 273386 w 12192000"/>
              <a:gd name="connsiteY119" fmla="*/ 2142551 h 2240205"/>
              <a:gd name="connsiteX120" fmla="*/ 77641 w 12192000"/>
              <a:gd name="connsiteY120" fmla="*/ 2126835 h 2240205"/>
              <a:gd name="connsiteX121" fmla="*/ 37645 w 12192000"/>
              <a:gd name="connsiteY121" fmla="*/ 2115401 h 2240205"/>
              <a:gd name="connsiteX122" fmla="*/ 4572 w 12192000"/>
              <a:gd name="connsiteY122" fmla="*/ 2111091 h 2240205"/>
              <a:gd name="connsiteX123" fmla="*/ 0 w 12192000"/>
              <a:gd name="connsiteY123" fmla="*/ 2110468 h 2240205"/>
              <a:gd name="connsiteX124" fmla="*/ 0 w 12192000"/>
              <a:gd name="connsiteY124" fmla="*/ 0 h 2240205"/>
              <a:gd name="connsiteX0" fmla="*/ 0 w 12192000"/>
              <a:gd name="connsiteY0" fmla="*/ 0 h 2240205"/>
              <a:gd name="connsiteX1" fmla="*/ 12192000 w 12192000"/>
              <a:gd name="connsiteY1" fmla="*/ 0 h 2240205"/>
              <a:gd name="connsiteX2" fmla="*/ 12192000 w 12192000"/>
              <a:gd name="connsiteY2" fmla="*/ 751299 h 2240205"/>
              <a:gd name="connsiteX3" fmla="*/ 11890686 w 12192000"/>
              <a:gd name="connsiteY3" fmla="*/ 732766 h 2240205"/>
              <a:gd name="connsiteX4" fmla="*/ 11649954 w 12192000"/>
              <a:gd name="connsiteY4" fmla="*/ 749628 h 2240205"/>
              <a:gd name="connsiteX5" fmla="*/ 11560424 w 12192000"/>
              <a:gd name="connsiteY5" fmla="*/ 748017 h 2240205"/>
              <a:gd name="connsiteX6" fmla="*/ 11358455 w 12192000"/>
              <a:gd name="connsiteY6" fmla="*/ 747593 h 2240205"/>
              <a:gd name="connsiteX7" fmla="*/ 11165209 w 12192000"/>
              <a:gd name="connsiteY7" fmla="*/ 748852 h 2240205"/>
              <a:gd name="connsiteX8" fmla="*/ 11058755 w 12192000"/>
              <a:gd name="connsiteY8" fmla="*/ 749617 h 2240205"/>
              <a:gd name="connsiteX9" fmla="*/ 10803046 w 12192000"/>
              <a:gd name="connsiteY9" fmla="*/ 774328 h 2240205"/>
              <a:gd name="connsiteX10" fmla="*/ 10458762 w 12192000"/>
              <a:gd name="connsiteY10" fmla="*/ 755400 h 2240205"/>
              <a:gd name="connsiteX11" fmla="*/ 10211200 w 12192000"/>
              <a:gd name="connsiteY11" fmla="*/ 767513 h 2240205"/>
              <a:gd name="connsiteX12" fmla="*/ 10167995 w 12192000"/>
              <a:gd name="connsiteY12" fmla="*/ 760843 h 2240205"/>
              <a:gd name="connsiteX13" fmla="*/ 9997044 w 12192000"/>
              <a:gd name="connsiteY13" fmla="*/ 780129 h 2240205"/>
              <a:gd name="connsiteX14" fmla="*/ 9943887 w 12192000"/>
              <a:gd name="connsiteY14" fmla="*/ 804141 h 2240205"/>
              <a:gd name="connsiteX15" fmla="*/ 9918248 w 12192000"/>
              <a:gd name="connsiteY15" fmla="*/ 816628 h 2240205"/>
              <a:gd name="connsiteX16" fmla="*/ 9767091 w 12192000"/>
              <a:gd name="connsiteY16" fmla="*/ 870550 h 2240205"/>
              <a:gd name="connsiteX17" fmla="*/ 9683005 w 12192000"/>
              <a:gd name="connsiteY17" fmla="*/ 894128 h 2240205"/>
              <a:gd name="connsiteX18" fmla="*/ 9500499 w 12192000"/>
              <a:gd name="connsiteY18" fmla="*/ 954680 h 2240205"/>
              <a:gd name="connsiteX19" fmla="*/ 9410017 w 12192000"/>
              <a:gd name="connsiteY19" fmla="*/ 993931 h 2240205"/>
              <a:gd name="connsiteX20" fmla="*/ 9392919 w 12192000"/>
              <a:gd name="connsiteY20" fmla="*/ 994656 h 2240205"/>
              <a:gd name="connsiteX21" fmla="*/ 9268019 w 12192000"/>
              <a:gd name="connsiteY21" fmla="*/ 1007442 h 2240205"/>
              <a:gd name="connsiteX22" fmla="*/ 9188177 w 12192000"/>
              <a:gd name="connsiteY22" fmla="*/ 1035474 h 2240205"/>
              <a:gd name="connsiteX23" fmla="*/ 9155969 w 12192000"/>
              <a:gd name="connsiteY23" fmla="*/ 1046804 h 2240205"/>
              <a:gd name="connsiteX24" fmla="*/ 9133985 w 12192000"/>
              <a:gd name="connsiteY24" fmla="*/ 1046450 h 2240205"/>
              <a:gd name="connsiteX25" fmla="*/ 9003462 w 12192000"/>
              <a:gd name="connsiteY25" fmla="*/ 1042406 h 2240205"/>
              <a:gd name="connsiteX26" fmla="*/ 8968445 w 12192000"/>
              <a:gd name="connsiteY26" fmla="*/ 1052169 h 2240205"/>
              <a:gd name="connsiteX27" fmla="*/ 8886001 w 12192000"/>
              <a:gd name="connsiteY27" fmla="*/ 1067468 h 2240205"/>
              <a:gd name="connsiteX28" fmla="*/ 8838610 w 12192000"/>
              <a:gd name="connsiteY28" fmla="*/ 1075091 h 2240205"/>
              <a:gd name="connsiteX29" fmla="*/ 8665605 w 12192000"/>
              <a:gd name="connsiteY29" fmla="*/ 1110791 h 2240205"/>
              <a:gd name="connsiteX30" fmla="*/ 8419755 w 12192000"/>
              <a:gd name="connsiteY30" fmla="*/ 1216260 h 2240205"/>
              <a:gd name="connsiteX31" fmla="*/ 8411626 w 12192000"/>
              <a:gd name="connsiteY31" fmla="*/ 1214397 h 2240205"/>
              <a:gd name="connsiteX32" fmla="*/ 8363469 w 12192000"/>
              <a:gd name="connsiteY32" fmla="*/ 1246658 h 2240205"/>
              <a:gd name="connsiteX33" fmla="*/ 8275497 w 12192000"/>
              <a:gd name="connsiteY33" fmla="*/ 1264396 h 2240205"/>
              <a:gd name="connsiteX34" fmla="*/ 8074238 w 12192000"/>
              <a:gd name="connsiteY34" fmla="*/ 1301895 h 2240205"/>
              <a:gd name="connsiteX35" fmla="*/ 7902328 w 12192000"/>
              <a:gd name="connsiteY35" fmla="*/ 1345865 h 2240205"/>
              <a:gd name="connsiteX36" fmla="*/ 7840612 w 12192000"/>
              <a:gd name="connsiteY36" fmla="*/ 1369373 h 2240205"/>
              <a:gd name="connsiteX37" fmla="*/ 7786819 w 12192000"/>
              <a:gd name="connsiteY37" fmla="*/ 1378970 h 2240205"/>
              <a:gd name="connsiteX38" fmla="*/ 7548172 w 12192000"/>
              <a:gd name="connsiteY38" fmla="*/ 1417460 h 2240205"/>
              <a:gd name="connsiteX39" fmla="*/ 7483437 w 12192000"/>
              <a:gd name="connsiteY39" fmla="*/ 1478152 h 2240205"/>
              <a:gd name="connsiteX40" fmla="*/ 7377870 w 12192000"/>
              <a:gd name="connsiteY40" fmla="*/ 1523319 h 2240205"/>
              <a:gd name="connsiteX41" fmla="*/ 7230737 w 12192000"/>
              <a:gd name="connsiteY41" fmla="*/ 1562633 h 2240205"/>
              <a:gd name="connsiteX42" fmla="*/ 7224458 w 12192000"/>
              <a:gd name="connsiteY42" fmla="*/ 1573008 h 2240205"/>
              <a:gd name="connsiteX43" fmla="*/ 7183121 w 12192000"/>
              <a:gd name="connsiteY43" fmla="*/ 1595162 h 2240205"/>
              <a:gd name="connsiteX44" fmla="*/ 7164601 w 12192000"/>
              <a:gd name="connsiteY44" fmla="*/ 1606490 h 2240205"/>
              <a:gd name="connsiteX45" fmla="*/ 6900177 w 12192000"/>
              <a:gd name="connsiteY45" fmla="*/ 1636016 h 2240205"/>
              <a:gd name="connsiteX46" fmla="*/ 6795372 w 12192000"/>
              <a:gd name="connsiteY46" fmla="*/ 1644845 h 2240205"/>
              <a:gd name="connsiteX47" fmla="*/ 6692251 w 12192000"/>
              <a:gd name="connsiteY47" fmla="*/ 1656357 h 2240205"/>
              <a:gd name="connsiteX48" fmla="*/ 6655235 w 12192000"/>
              <a:gd name="connsiteY48" fmla="*/ 1661869 h 2240205"/>
              <a:gd name="connsiteX49" fmla="*/ 6554894 w 12192000"/>
              <a:gd name="connsiteY49" fmla="*/ 1664428 h 2240205"/>
              <a:gd name="connsiteX50" fmla="*/ 6516595 w 12192000"/>
              <a:gd name="connsiteY50" fmla="*/ 1667475 h 2240205"/>
              <a:gd name="connsiteX51" fmla="*/ 6508541 w 12192000"/>
              <a:gd name="connsiteY51" fmla="*/ 1668757 h 2240205"/>
              <a:gd name="connsiteX52" fmla="*/ 6471012 w 12192000"/>
              <a:gd name="connsiteY52" fmla="*/ 1678604 h 2240205"/>
              <a:gd name="connsiteX53" fmla="*/ 6364035 w 12192000"/>
              <a:gd name="connsiteY53" fmla="*/ 1667683 h 2240205"/>
              <a:gd name="connsiteX54" fmla="*/ 6243319 w 12192000"/>
              <a:gd name="connsiteY54" fmla="*/ 1695560 h 2240205"/>
              <a:gd name="connsiteX55" fmla="*/ 6098321 w 12192000"/>
              <a:gd name="connsiteY55" fmla="*/ 1721646 h 2240205"/>
              <a:gd name="connsiteX56" fmla="*/ 5880652 w 12192000"/>
              <a:gd name="connsiteY56" fmla="*/ 1779643 h 2240205"/>
              <a:gd name="connsiteX57" fmla="*/ 5785959 w 12192000"/>
              <a:gd name="connsiteY57" fmla="*/ 1775307 h 2240205"/>
              <a:gd name="connsiteX58" fmla="*/ 5643534 w 12192000"/>
              <a:gd name="connsiteY58" fmla="*/ 1802919 h 2240205"/>
              <a:gd name="connsiteX59" fmla="*/ 5518799 w 12192000"/>
              <a:gd name="connsiteY59" fmla="*/ 1818312 h 2240205"/>
              <a:gd name="connsiteX60" fmla="*/ 5505014 w 12192000"/>
              <a:gd name="connsiteY60" fmla="*/ 1819259 h 2240205"/>
              <a:gd name="connsiteX61" fmla="*/ 5453307 w 12192000"/>
              <a:gd name="connsiteY61" fmla="*/ 1815450 h 2240205"/>
              <a:gd name="connsiteX62" fmla="*/ 5221533 w 12192000"/>
              <a:gd name="connsiteY62" fmla="*/ 1846950 h 2240205"/>
              <a:gd name="connsiteX63" fmla="*/ 5149802 w 12192000"/>
              <a:gd name="connsiteY63" fmla="*/ 1844846 h 2240205"/>
              <a:gd name="connsiteX64" fmla="*/ 5114927 w 12192000"/>
              <a:gd name="connsiteY64" fmla="*/ 1847827 h 2240205"/>
              <a:gd name="connsiteX65" fmla="*/ 5108970 w 12192000"/>
              <a:gd name="connsiteY65" fmla="*/ 1847935 h 2240205"/>
              <a:gd name="connsiteX66" fmla="*/ 5067961 w 12192000"/>
              <a:gd name="connsiteY66" fmla="*/ 1845917 h 2240205"/>
              <a:gd name="connsiteX67" fmla="*/ 5007075 w 12192000"/>
              <a:gd name="connsiteY67" fmla="*/ 1838626 h 2240205"/>
              <a:gd name="connsiteX68" fmla="*/ 4944087 w 12192000"/>
              <a:gd name="connsiteY68" fmla="*/ 1823332 h 2240205"/>
              <a:gd name="connsiteX69" fmla="*/ 4907662 w 12192000"/>
              <a:gd name="connsiteY69" fmla="*/ 1816900 h 2240205"/>
              <a:gd name="connsiteX70" fmla="*/ 4882386 w 12192000"/>
              <a:gd name="connsiteY70" fmla="*/ 1809844 h 2240205"/>
              <a:gd name="connsiteX71" fmla="*/ 4811440 w 12192000"/>
              <a:gd name="connsiteY71" fmla="*/ 1804655 h 2240205"/>
              <a:gd name="connsiteX72" fmla="*/ 4691075 w 12192000"/>
              <a:gd name="connsiteY72" fmla="*/ 1801389 h 2240205"/>
              <a:gd name="connsiteX73" fmla="*/ 4640313 w 12192000"/>
              <a:gd name="connsiteY73" fmla="*/ 1784307 h 2240205"/>
              <a:gd name="connsiteX74" fmla="*/ 4536503 w 12192000"/>
              <a:gd name="connsiteY74" fmla="*/ 1785334 h 2240205"/>
              <a:gd name="connsiteX75" fmla="*/ 4513724 w 12192000"/>
              <a:gd name="connsiteY75" fmla="*/ 1791996 h 2240205"/>
              <a:gd name="connsiteX76" fmla="*/ 4459810 w 12192000"/>
              <a:gd name="connsiteY76" fmla="*/ 1797886 h 2240205"/>
              <a:gd name="connsiteX77" fmla="*/ 4379064 w 12192000"/>
              <a:gd name="connsiteY77" fmla="*/ 1817177 h 2240205"/>
              <a:gd name="connsiteX78" fmla="*/ 4290981 w 12192000"/>
              <a:gd name="connsiteY78" fmla="*/ 1839677 h 2240205"/>
              <a:gd name="connsiteX79" fmla="*/ 4238372 w 12192000"/>
              <a:gd name="connsiteY79" fmla="*/ 1851480 h 2240205"/>
              <a:gd name="connsiteX80" fmla="*/ 4232517 w 12192000"/>
              <a:gd name="connsiteY80" fmla="*/ 1852567 h 2240205"/>
              <a:gd name="connsiteX81" fmla="*/ 4191732 w 12192000"/>
              <a:gd name="connsiteY81" fmla="*/ 1857328 h 2240205"/>
              <a:gd name="connsiteX82" fmla="*/ 4065532 w 12192000"/>
              <a:gd name="connsiteY82" fmla="*/ 1855477 h 2240205"/>
              <a:gd name="connsiteX83" fmla="*/ 4028460 w 12192000"/>
              <a:gd name="connsiteY83" fmla="*/ 1855137 h 2240205"/>
              <a:gd name="connsiteX84" fmla="*/ 4002267 w 12192000"/>
              <a:gd name="connsiteY84" fmla="*/ 1852352 h 2240205"/>
              <a:gd name="connsiteX85" fmla="*/ 3931396 w 12192000"/>
              <a:gd name="connsiteY85" fmla="*/ 1858915 h 2240205"/>
              <a:gd name="connsiteX86" fmla="*/ 3812162 w 12192000"/>
              <a:gd name="connsiteY86" fmla="*/ 1875501 h 2240205"/>
              <a:gd name="connsiteX87" fmla="*/ 3758105 w 12192000"/>
              <a:gd name="connsiteY87" fmla="*/ 1871856 h 2240205"/>
              <a:gd name="connsiteX88" fmla="*/ 3567259 w 12192000"/>
              <a:gd name="connsiteY88" fmla="*/ 1893482 h 2240205"/>
              <a:gd name="connsiteX89" fmla="*/ 3405770 w 12192000"/>
              <a:gd name="connsiteY89" fmla="*/ 1904591 h 2240205"/>
              <a:gd name="connsiteX90" fmla="*/ 3280097 w 12192000"/>
              <a:gd name="connsiteY90" fmla="*/ 1919610 h 2240205"/>
              <a:gd name="connsiteX91" fmla="*/ 3009910 w 12192000"/>
              <a:gd name="connsiteY91" fmla="*/ 1957866 h 2240205"/>
              <a:gd name="connsiteX92" fmla="*/ 2995934 w 12192000"/>
              <a:gd name="connsiteY92" fmla="*/ 1967085 h 2240205"/>
              <a:gd name="connsiteX93" fmla="*/ 2942858 w 12192000"/>
              <a:gd name="connsiteY93" fmla="*/ 1981367 h 2240205"/>
              <a:gd name="connsiteX94" fmla="*/ 2875436 w 12192000"/>
              <a:gd name="connsiteY94" fmla="*/ 1996977 h 2240205"/>
              <a:gd name="connsiteX95" fmla="*/ 2874892 w 12192000"/>
              <a:gd name="connsiteY95" fmla="*/ 1996085 h 2240205"/>
              <a:gd name="connsiteX96" fmla="*/ 2843662 w 12192000"/>
              <a:gd name="connsiteY96" fmla="*/ 1992498 h 2240205"/>
              <a:gd name="connsiteX97" fmla="*/ 2718916 w 12192000"/>
              <a:gd name="connsiteY97" fmla="*/ 1990867 h 2240205"/>
              <a:gd name="connsiteX98" fmla="*/ 2713522 w 12192000"/>
              <a:gd name="connsiteY98" fmla="*/ 1990173 h 2240205"/>
              <a:gd name="connsiteX99" fmla="*/ 2476147 w 12192000"/>
              <a:gd name="connsiteY99" fmla="*/ 1998305 h 2240205"/>
              <a:gd name="connsiteX100" fmla="*/ 2373568 w 12192000"/>
              <a:gd name="connsiteY100" fmla="*/ 2003219 h 2240205"/>
              <a:gd name="connsiteX101" fmla="*/ 2287219 w 12192000"/>
              <a:gd name="connsiteY101" fmla="*/ 1998750 h 2240205"/>
              <a:gd name="connsiteX102" fmla="*/ 2164831 w 12192000"/>
              <a:gd name="connsiteY102" fmla="*/ 2010143 h 2240205"/>
              <a:gd name="connsiteX103" fmla="*/ 2058061 w 12192000"/>
              <a:gd name="connsiteY103" fmla="*/ 2047942 h 2240205"/>
              <a:gd name="connsiteX104" fmla="*/ 2042244 w 12192000"/>
              <a:gd name="connsiteY104" fmla="*/ 2055560 h 2240205"/>
              <a:gd name="connsiteX105" fmla="*/ 1877728 w 12192000"/>
              <a:gd name="connsiteY105" fmla="*/ 2101004 h 2240205"/>
              <a:gd name="connsiteX106" fmla="*/ 1759056 w 12192000"/>
              <a:gd name="connsiteY106" fmla="*/ 2125608 h 2240205"/>
              <a:gd name="connsiteX107" fmla="*/ 1637948 w 12192000"/>
              <a:gd name="connsiteY107" fmla="*/ 2172597 h 2240205"/>
              <a:gd name="connsiteX108" fmla="*/ 1434549 w 12192000"/>
              <a:gd name="connsiteY108" fmla="*/ 2234522 h 2240205"/>
              <a:gd name="connsiteX109" fmla="*/ 1370962 w 12192000"/>
              <a:gd name="connsiteY109" fmla="*/ 2237474 h 2240205"/>
              <a:gd name="connsiteX110" fmla="*/ 1356367 w 12192000"/>
              <a:gd name="connsiteY110" fmla="*/ 2235089 h 2240205"/>
              <a:gd name="connsiteX111" fmla="*/ 1279765 w 12192000"/>
              <a:gd name="connsiteY111" fmla="*/ 2229639 h 2240205"/>
              <a:gd name="connsiteX112" fmla="*/ 1195347 w 12192000"/>
              <a:gd name="connsiteY112" fmla="*/ 2212354 h 2240205"/>
              <a:gd name="connsiteX113" fmla="*/ 970251 w 12192000"/>
              <a:gd name="connsiteY113" fmla="*/ 2221029 h 2240205"/>
              <a:gd name="connsiteX114" fmla="*/ 812914 w 12192000"/>
              <a:gd name="connsiteY114" fmla="*/ 2210095 h 2240205"/>
              <a:gd name="connsiteX115" fmla="*/ 597225 w 12192000"/>
              <a:gd name="connsiteY115" fmla="*/ 2180999 h 2240205"/>
              <a:gd name="connsiteX116" fmla="*/ 520671 w 12192000"/>
              <a:gd name="connsiteY116" fmla="*/ 2180980 h 2240205"/>
              <a:gd name="connsiteX117" fmla="*/ 413835 w 12192000"/>
              <a:gd name="connsiteY117" fmla="*/ 2156783 h 2240205"/>
              <a:gd name="connsiteX118" fmla="*/ 376513 w 12192000"/>
              <a:gd name="connsiteY118" fmla="*/ 2154014 h 2240205"/>
              <a:gd name="connsiteX119" fmla="*/ 273386 w 12192000"/>
              <a:gd name="connsiteY119" fmla="*/ 2142551 h 2240205"/>
              <a:gd name="connsiteX120" fmla="*/ 77641 w 12192000"/>
              <a:gd name="connsiteY120" fmla="*/ 2126835 h 2240205"/>
              <a:gd name="connsiteX121" fmla="*/ 37645 w 12192000"/>
              <a:gd name="connsiteY121" fmla="*/ 2115401 h 2240205"/>
              <a:gd name="connsiteX122" fmla="*/ 4572 w 12192000"/>
              <a:gd name="connsiteY122" fmla="*/ 2111091 h 2240205"/>
              <a:gd name="connsiteX123" fmla="*/ 0 w 12192000"/>
              <a:gd name="connsiteY123" fmla="*/ 2110468 h 2240205"/>
              <a:gd name="connsiteX124" fmla="*/ 0 w 12192000"/>
              <a:gd name="connsiteY124" fmla="*/ 0 h 224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</a:cxnLst>
            <a:rect l="l" t="t" r="r" b="b"/>
            <a:pathLst>
              <a:path w="12192000" h="2240205">
                <a:moveTo>
                  <a:pt x="0" y="0"/>
                </a:moveTo>
                <a:lnTo>
                  <a:pt x="12192000" y="0"/>
                </a:lnTo>
                <a:lnTo>
                  <a:pt x="12192000" y="751299"/>
                </a:lnTo>
                <a:cubicBezTo>
                  <a:pt x="12034412" y="757358"/>
                  <a:pt x="11991124" y="738944"/>
                  <a:pt x="11890686" y="732766"/>
                </a:cubicBezTo>
                <a:cubicBezTo>
                  <a:pt x="11800345" y="732488"/>
                  <a:pt x="11704998" y="747086"/>
                  <a:pt x="11649954" y="749628"/>
                </a:cubicBezTo>
                <a:cubicBezTo>
                  <a:pt x="11613048" y="740951"/>
                  <a:pt x="11593031" y="740811"/>
                  <a:pt x="11560424" y="748017"/>
                </a:cubicBezTo>
                <a:cubicBezTo>
                  <a:pt x="11488916" y="747650"/>
                  <a:pt x="11449669" y="773362"/>
                  <a:pt x="11358455" y="747593"/>
                </a:cubicBezTo>
                <a:cubicBezTo>
                  <a:pt x="11316233" y="754756"/>
                  <a:pt x="11184875" y="735040"/>
                  <a:pt x="11165209" y="748852"/>
                </a:cubicBezTo>
                <a:cubicBezTo>
                  <a:pt x="11113345" y="753539"/>
                  <a:pt x="11140250" y="736122"/>
                  <a:pt x="11058755" y="749617"/>
                </a:cubicBezTo>
                <a:cubicBezTo>
                  <a:pt x="10973519" y="757854"/>
                  <a:pt x="10849163" y="781170"/>
                  <a:pt x="10803046" y="774328"/>
                </a:cubicBezTo>
                <a:cubicBezTo>
                  <a:pt x="10741852" y="776895"/>
                  <a:pt x="10540854" y="756546"/>
                  <a:pt x="10458762" y="755400"/>
                </a:cubicBezTo>
                <a:cubicBezTo>
                  <a:pt x="10426976" y="747433"/>
                  <a:pt x="10327242" y="773719"/>
                  <a:pt x="10211200" y="767513"/>
                </a:cubicBezTo>
                <a:cubicBezTo>
                  <a:pt x="10195912" y="761163"/>
                  <a:pt x="10172943" y="749095"/>
                  <a:pt x="10167995" y="760843"/>
                </a:cubicBezTo>
                <a:cubicBezTo>
                  <a:pt x="10131971" y="759999"/>
                  <a:pt x="10031208" y="777398"/>
                  <a:pt x="9997044" y="780129"/>
                </a:cubicBezTo>
                <a:cubicBezTo>
                  <a:pt x="9972443" y="801329"/>
                  <a:pt x="9951331" y="779975"/>
                  <a:pt x="9943887" y="804141"/>
                </a:cubicBezTo>
                <a:lnTo>
                  <a:pt x="9918248" y="816628"/>
                </a:lnTo>
                <a:cubicBezTo>
                  <a:pt x="9873419" y="812573"/>
                  <a:pt x="9807158" y="855024"/>
                  <a:pt x="9767091" y="870550"/>
                </a:cubicBezTo>
                <a:cubicBezTo>
                  <a:pt x="9728743" y="880857"/>
                  <a:pt x="9714210" y="859344"/>
                  <a:pt x="9683005" y="894128"/>
                </a:cubicBezTo>
                <a:cubicBezTo>
                  <a:pt x="9638573" y="908150"/>
                  <a:pt x="9553332" y="950611"/>
                  <a:pt x="9500499" y="954680"/>
                </a:cubicBezTo>
                <a:cubicBezTo>
                  <a:pt x="9451943" y="966288"/>
                  <a:pt x="9427947" y="987268"/>
                  <a:pt x="9410017" y="993931"/>
                </a:cubicBezTo>
                <a:cubicBezTo>
                  <a:pt x="9408360" y="990327"/>
                  <a:pt x="9395782" y="990863"/>
                  <a:pt x="9392919" y="994656"/>
                </a:cubicBezTo>
                <a:cubicBezTo>
                  <a:pt x="9369253" y="996908"/>
                  <a:pt x="9294395" y="1002709"/>
                  <a:pt x="9268019" y="1007442"/>
                </a:cubicBezTo>
                <a:lnTo>
                  <a:pt x="9188177" y="1035474"/>
                </a:lnTo>
                <a:cubicBezTo>
                  <a:pt x="9182118" y="1028476"/>
                  <a:pt x="9162516" y="1043719"/>
                  <a:pt x="9155969" y="1046804"/>
                </a:cubicBezTo>
                <a:cubicBezTo>
                  <a:pt x="9154734" y="1041866"/>
                  <a:pt x="9138567" y="1041606"/>
                  <a:pt x="9133985" y="1046450"/>
                </a:cubicBezTo>
                <a:cubicBezTo>
                  <a:pt x="9112169" y="1062778"/>
                  <a:pt x="9019227" y="1027247"/>
                  <a:pt x="9003462" y="1042406"/>
                </a:cubicBezTo>
                <a:lnTo>
                  <a:pt x="8968445" y="1052169"/>
                </a:lnTo>
                <a:lnTo>
                  <a:pt x="8886001" y="1067468"/>
                </a:lnTo>
                <a:cubicBezTo>
                  <a:pt x="8847384" y="1050046"/>
                  <a:pt x="8863283" y="1068286"/>
                  <a:pt x="8838610" y="1075091"/>
                </a:cubicBezTo>
                <a:cubicBezTo>
                  <a:pt x="8780942" y="1086991"/>
                  <a:pt x="8730608" y="1108943"/>
                  <a:pt x="8665605" y="1110791"/>
                </a:cubicBezTo>
                <a:cubicBezTo>
                  <a:pt x="8590906" y="1106676"/>
                  <a:pt x="8491424" y="1191452"/>
                  <a:pt x="8419755" y="1216260"/>
                </a:cubicBezTo>
                <a:cubicBezTo>
                  <a:pt x="8376553" y="1231214"/>
                  <a:pt x="8414124" y="1215234"/>
                  <a:pt x="8411626" y="1214397"/>
                </a:cubicBezTo>
                <a:cubicBezTo>
                  <a:pt x="8391326" y="1238641"/>
                  <a:pt x="8371389" y="1231045"/>
                  <a:pt x="8363469" y="1246658"/>
                </a:cubicBezTo>
                <a:cubicBezTo>
                  <a:pt x="8322316" y="1258746"/>
                  <a:pt x="8283162" y="1250600"/>
                  <a:pt x="8275497" y="1264396"/>
                </a:cubicBezTo>
                <a:cubicBezTo>
                  <a:pt x="8194123" y="1257316"/>
                  <a:pt x="8141324" y="1289395"/>
                  <a:pt x="8074238" y="1301895"/>
                </a:cubicBezTo>
                <a:cubicBezTo>
                  <a:pt x="8012043" y="1315473"/>
                  <a:pt x="7936376" y="1347185"/>
                  <a:pt x="7902328" y="1345865"/>
                </a:cubicBezTo>
                <a:cubicBezTo>
                  <a:pt x="7876994" y="1370833"/>
                  <a:pt x="7861184" y="1361537"/>
                  <a:pt x="7840612" y="1369373"/>
                </a:cubicBezTo>
                <a:cubicBezTo>
                  <a:pt x="7803208" y="1375918"/>
                  <a:pt x="7836041" y="1389289"/>
                  <a:pt x="7786819" y="1378970"/>
                </a:cubicBezTo>
                <a:cubicBezTo>
                  <a:pt x="7732613" y="1405648"/>
                  <a:pt x="7556449" y="1409729"/>
                  <a:pt x="7548172" y="1417460"/>
                </a:cubicBezTo>
                <a:cubicBezTo>
                  <a:pt x="7520370" y="1413173"/>
                  <a:pt x="7499280" y="1470447"/>
                  <a:pt x="7483437" y="1478152"/>
                </a:cubicBezTo>
                <a:cubicBezTo>
                  <a:pt x="7446517" y="1491067"/>
                  <a:pt x="7432754" y="1502351"/>
                  <a:pt x="7377870" y="1523319"/>
                </a:cubicBezTo>
                <a:cubicBezTo>
                  <a:pt x="7324166" y="1536168"/>
                  <a:pt x="7290459" y="1563749"/>
                  <a:pt x="7230737" y="1562633"/>
                </a:cubicBezTo>
                <a:cubicBezTo>
                  <a:pt x="7229794" y="1566487"/>
                  <a:pt x="7227568" y="1569908"/>
                  <a:pt x="7224458" y="1573008"/>
                </a:cubicBezTo>
                <a:lnTo>
                  <a:pt x="7183121" y="1595162"/>
                </a:lnTo>
                <a:lnTo>
                  <a:pt x="7164601" y="1606490"/>
                </a:lnTo>
                <a:cubicBezTo>
                  <a:pt x="7117444" y="1613299"/>
                  <a:pt x="6961715" y="1629624"/>
                  <a:pt x="6900177" y="1636016"/>
                </a:cubicBezTo>
                <a:cubicBezTo>
                  <a:pt x="6859708" y="1641136"/>
                  <a:pt x="6829973" y="1628753"/>
                  <a:pt x="6795372" y="1644845"/>
                </a:cubicBezTo>
                <a:cubicBezTo>
                  <a:pt x="6757466" y="1649571"/>
                  <a:pt x="6723150" y="1647290"/>
                  <a:pt x="6692251" y="1656357"/>
                </a:cubicBezTo>
                <a:cubicBezTo>
                  <a:pt x="6678032" y="1652894"/>
                  <a:pt x="6665282" y="1652445"/>
                  <a:pt x="6655235" y="1661869"/>
                </a:cubicBezTo>
                <a:cubicBezTo>
                  <a:pt x="6632342" y="1663214"/>
                  <a:pt x="6578001" y="1663494"/>
                  <a:pt x="6554894" y="1664428"/>
                </a:cubicBezTo>
                <a:lnTo>
                  <a:pt x="6516595" y="1667475"/>
                </a:lnTo>
                <a:lnTo>
                  <a:pt x="6508541" y="1668757"/>
                </a:lnTo>
                <a:cubicBezTo>
                  <a:pt x="6495493" y="1671715"/>
                  <a:pt x="6482908" y="1675051"/>
                  <a:pt x="6471012" y="1678604"/>
                </a:cubicBezTo>
                <a:cubicBezTo>
                  <a:pt x="6446928" y="1678425"/>
                  <a:pt x="6395710" y="1665896"/>
                  <a:pt x="6364035" y="1667683"/>
                </a:cubicBezTo>
                <a:lnTo>
                  <a:pt x="6243319" y="1695560"/>
                </a:lnTo>
                <a:cubicBezTo>
                  <a:pt x="6212879" y="1700946"/>
                  <a:pt x="6162673" y="1707632"/>
                  <a:pt x="6098321" y="1721646"/>
                </a:cubicBezTo>
                <a:cubicBezTo>
                  <a:pt x="6036511" y="1734126"/>
                  <a:pt x="5902526" y="1770074"/>
                  <a:pt x="5880652" y="1779643"/>
                </a:cubicBezTo>
                <a:cubicBezTo>
                  <a:pt x="5862008" y="1784877"/>
                  <a:pt x="5777344" y="1786304"/>
                  <a:pt x="5785959" y="1775307"/>
                </a:cubicBezTo>
                <a:cubicBezTo>
                  <a:pt x="5732223" y="1803618"/>
                  <a:pt x="5707481" y="1784706"/>
                  <a:pt x="5643534" y="1802919"/>
                </a:cubicBezTo>
                <a:lnTo>
                  <a:pt x="5518799" y="1818312"/>
                </a:lnTo>
                <a:lnTo>
                  <a:pt x="5505014" y="1819259"/>
                </a:lnTo>
                <a:lnTo>
                  <a:pt x="5453307" y="1815450"/>
                </a:lnTo>
                <a:cubicBezTo>
                  <a:pt x="5364785" y="1835567"/>
                  <a:pt x="5272117" y="1842051"/>
                  <a:pt x="5221533" y="1846950"/>
                </a:cubicBezTo>
                <a:lnTo>
                  <a:pt x="5149802" y="1844846"/>
                </a:lnTo>
                <a:cubicBezTo>
                  <a:pt x="5138262" y="1844584"/>
                  <a:pt x="5124907" y="1847312"/>
                  <a:pt x="5114927" y="1847827"/>
                </a:cubicBezTo>
                <a:lnTo>
                  <a:pt x="5108970" y="1847935"/>
                </a:lnTo>
                <a:lnTo>
                  <a:pt x="5067961" y="1845917"/>
                </a:lnTo>
                <a:lnTo>
                  <a:pt x="5007075" y="1838626"/>
                </a:lnTo>
                <a:cubicBezTo>
                  <a:pt x="4987003" y="1833546"/>
                  <a:pt x="4969259" y="1814096"/>
                  <a:pt x="4944087" y="1823332"/>
                </a:cubicBezTo>
                <a:cubicBezTo>
                  <a:pt x="4949882" y="1812650"/>
                  <a:pt x="4914396" y="1826154"/>
                  <a:pt x="4907662" y="1816900"/>
                </a:cubicBezTo>
                <a:cubicBezTo>
                  <a:pt x="4903760" y="1809237"/>
                  <a:pt x="4892087" y="1811549"/>
                  <a:pt x="4882386" y="1809844"/>
                </a:cubicBezTo>
                <a:cubicBezTo>
                  <a:pt x="4874062" y="1802609"/>
                  <a:pt x="4826962" y="1801349"/>
                  <a:pt x="4811440" y="1804655"/>
                </a:cubicBezTo>
                <a:cubicBezTo>
                  <a:pt x="4768806" y="1818748"/>
                  <a:pt x="4725356" y="1790961"/>
                  <a:pt x="4691075" y="1801389"/>
                </a:cubicBezTo>
                <a:cubicBezTo>
                  <a:pt x="4657791" y="1796774"/>
                  <a:pt x="4662147" y="1786932"/>
                  <a:pt x="4640313" y="1784307"/>
                </a:cubicBezTo>
                <a:cubicBezTo>
                  <a:pt x="4614551" y="1781631"/>
                  <a:pt x="4552839" y="1782829"/>
                  <a:pt x="4536503" y="1785334"/>
                </a:cubicBezTo>
                <a:lnTo>
                  <a:pt x="4513724" y="1791996"/>
                </a:lnTo>
                <a:lnTo>
                  <a:pt x="4459810" y="1797886"/>
                </a:lnTo>
                <a:lnTo>
                  <a:pt x="4379064" y="1817177"/>
                </a:lnTo>
                <a:cubicBezTo>
                  <a:pt x="4349703" y="1824677"/>
                  <a:pt x="4313198" y="1824834"/>
                  <a:pt x="4290981" y="1839677"/>
                </a:cubicBezTo>
                <a:cubicBezTo>
                  <a:pt x="4277508" y="1842452"/>
                  <a:pt x="4248116" y="1849332"/>
                  <a:pt x="4238372" y="1851480"/>
                </a:cubicBezTo>
                <a:lnTo>
                  <a:pt x="4232517" y="1852567"/>
                </a:lnTo>
                <a:lnTo>
                  <a:pt x="4191732" y="1857328"/>
                </a:lnTo>
                <a:lnTo>
                  <a:pt x="4065532" y="1855477"/>
                </a:lnTo>
                <a:cubicBezTo>
                  <a:pt x="4069305" y="1844009"/>
                  <a:pt x="4036780" y="1863138"/>
                  <a:pt x="4028460" y="1855137"/>
                </a:cubicBezTo>
                <a:cubicBezTo>
                  <a:pt x="4023224" y="1848238"/>
                  <a:pt x="4012138" y="1852433"/>
                  <a:pt x="4002267" y="1852352"/>
                </a:cubicBezTo>
                <a:cubicBezTo>
                  <a:pt x="3992749" y="1846600"/>
                  <a:pt x="3946095" y="1853107"/>
                  <a:pt x="3931396" y="1858915"/>
                </a:cubicBezTo>
                <a:cubicBezTo>
                  <a:pt x="3891932" y="1879798"/>
                  <a:pt x="3844059" y="1859600"/>
                  <a:pt x="3812162" y="1875501"/>
                </a:cubicBezTo>
                <a:cubicBezTo>
                  <a:pt x="3778518" y="1876434"/>
                  <a:pt x="3780102" y="1870848"/>
                  <a:pt x="3758105" y="1871856"/>
                </a:cubicBezTo>
                <a:cubicBezTo>
                  <a:pt x="3717288" y="1874853"/>
                  <a:pt x="3625982" y="1888026"/>
                  <a:pt x="3567259" y="1893482"/>
                </a:cubicBezTo>
                <a:cubicBezTo>
                  <a:pt x="3512865" y="1897927"/>
                  <a:pt x="3463644" y="1898121"/>
                  <a:pt x="3405770" y="1904591"/>
                </a:cubicBezTo>
                <a:cubicBezTo>
                  <a:pt x="3361027" y="1917619"/>
                  <a:pt x="3312439" y="1902759"/>
                  <a:pt x="3280097" y="1919610"/>
                </a:cubicBezTo>
                <a:cubicBezTo>
                  <a:pt x="3120979" y="1944600"/>
                  <a:pt x="3052347" y="1932877"/>
                  <a:pt x="3009910" y="1957866"/>
                </a:cubicBezTo>
                <a:cubicBezTo>
                  <a:pt x="3005875" y="1961558"/>
                  <a:pt x="3001138" y="1964570"/>
                  <a:pt x="2995934" y="1967085"/>
                </a:cubicBezTo>
                <a:lnTo>
                  <a:pt x="2942858" y="1981367"/>
                </a:lnTo>
                <a:lnTo>
                  <a:pt x="2875436" y="1996977"/>
                </a:lnTo>
                <a:lnTo>
                  <a:pt x="2874892" y="1996085"/>
                </a:lnTo>
                <a:cubicBezTo>
                  <a:pt x="2869596" y="1995339"/>
                  <a:pt x="2856789" y="1995778"/>
                  <a:pt x="2843662" y="1992498"/>
                </a:cubicBezTo>
                <a:lnTo>
                  <a:pt x="2718916" y="1990867"/>
                </a:lnTo>
                <a:lnTo>
                  <a:pt x="2713522" y="1990173"/>
                </a:lnTo>
                <a:lnTo>
                  <a:pt x="2476147" y="1998305"/>
                </a:lnTo>
                <a:cubicBezTo>
                  <a:pt x="2437134" y="2013637"/>
                  <a:pt x="2413847" y="1999542"/>
                  <a:pt x="2373568" y="2003219"/>
                </a:cubicBezTo>
                <a:cubicBezTo>
                  <a:pt x="2342080" y="2003293"/>
                  <a:pt x="2308969" y="1996768"/>
                  <a:pt x="2287219" y="1998750"/>
                </a:cubicBezTo>
                <a:cubicBezTo>
                  <a:pt x="2221974" y="2012601"/>
                  <a:pt x="2205627" y="2006345"/>
                  <a:pt x="2164831" y="2010143"/>
                </a:cubicBezTo>
                <a:cubicBezTo>
                  <a:pt x="2133996" y="2017246"/>
                  <a:pt x="2078492" y="2040373"/>
                  <a:pt x="2058061" y="2047942"/>
                </a:cubicBezTo>
                <a:lnTo>
                  <a:pt x="2042244" y="2055560"/>
                </a:lnTo>
                <a:cubicBezTo>
                  <a:pt x="2012576" y="2064443"/>
                  <a:pt x="1896351" y="2111357"/>
                  <a:pt x="1877728" y="2101004"/>
                </a:cubicBezTo>
                <a:cubicBezTo>
                  <a:pt x="1839146" y="2101989"/>
                  <a:pt x="1818769" y="2108983"/>
                  <a:pt x="1759056" y="2125608"/>
                </a:cubicBezTo>
                <a:cubicBezTo>
                  <a:pt x="1719091" y="2137539"/>
                  <a:pt x="1691494" y="2161097"/>
                  <a:pt x="1637948" y="2172597"/>
                </a:cubicBezTo>
                <a:cubicBezTo>
                  <a:pt x="1587306" y="2207053"/>
                  <a:pt x="1496241" y="2208973"/>
                  <a:pt x="1434549" y="2234522"/>
                </a:cubicBezTo>
                <a:cubicBezTo>
                  <a:pt x="1390051" y="2245335"/>
                  <a:pt x="1383992" y="2237380"/>
                  <a:pt x="1370962" y="2237474"/>
                </a:cubicBezTo>
                <a:lnTo>
                  <a:pt x="1356367" y="2235089"/>
                </a:lnTo>
                <a:cubicBezTo>
                  <a:pt x="1341168" y="2233783"/>
                  <a:pt x="1306602" y="2233428"/>
                  <a:pt x="1279765" y="2229639"/>
                </a:cubicBezTo>
                <a:cubicBezTo>
                  <a:pt x="1260110" y="2221111"/>
                  <a:pt x="1209850" y="2211602"/>
                  <a:pt x="1195347" y="2212354"/>
                </a:cubicBezTo>
                <a:cubicBezTo>
                  <a:pt x="1171903" y="2216875"/>
                  <a:pt x="1033292" y="2222456"/>
                  <a:pt x="970251" y="2221029"/>
                </a:cubicBezTo>
                <a:cubicBezTo>
                  <a:pt x="913858" y="2213074"/>
                  <a:pt x="857841" y="2217424"/>
                  <a:pt x="812914" y="2210095"/>
                </a:cubicBezTo>
                <a:cubicBezTo>
                  <a:pt x="762967" y="2180805"/>
                  <a:pt x="645932" y="2185851"/>
                  <a:pt x="597225" y="2180999"/>
                </a:cubicBezTo>
                <a:cubicBezTo>
                  <a:pt x="575890" y="2176791"/>
                  <a:pt x="534371" y="2181270"/>
                  <a:pt x="520671" y="2180980"/>
                </a:cubicBezTo>
                <a:cubicBezTo>
                  <a:pt x="455720" y="2175427"/>
                  <a:pt x="449447" y="2164849"/>
                  <a:pt x="413835" y="2156783"/>
                </a:cubicBezTo>
                <a:cubicBezTo>
                  <a:pt x="401959" y="2163765"/>
                  <a:pt x="389622" y="2160522"/>
                  <a:pt x="376513" y="2154014"/>
                </a:cubicBezTo>
                <a:cubicBezTo>
                  <a:pt x="344376" y="2156059"/>
                  <a:pt x="311403" y="2146283"/>
                  <a:pt x="273386" y="2142551"/>
                </a:cubicBezTo>
                <a:cubicBezTo>
                  <a:pt x="223574" y="2138021"/>
                  <a:pt x="116931" y="2131360"/>
                  <a:pt x="77641" y="2126835"/>
                </a:cubicBezTo>
                <a:lnTo>
                  <a:pt x="37645" y="2115401"/>
                </a:lnTo>
                <a:cubicBezTo>
                  <a:pt x="29688" y="2109582"/>
                  <a:pt x="16534" y="2111084"/>
                  <a:pt x="4572" y="2111091"/>
                </a:cubicBezTo>
                <a:lnTo>
                  <a:pt x="0" y="21104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tile tx="0" ty="0" sx="70000" sy="70000" flip="none" algn="tl"/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F0C473-75DA-7615-7A35-6FD4D03DD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717283"/>
            <a:ext cx="9753600" cy="1149844"/>
          </a:xfrm>
        </p:spPr>
        <p:txBody>
          <a:bodyPr anchor="ctr">
            <a:normAutofit/>
          </a:bodyPr>
          <a:lstStyle/>
          <a:p>
            <a:r>
              <a:rPr lang="en-US"/>
              <a:t>Limitations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5022C38-DBB0-D5DF-277D-C45D0C14B3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9686342"/>
              </p:ext>
            </p:extLst>
          </p:nvPr>
        </p:nvGraphicFramePr>
        <p:xfrm>
          <a:off x="1219200" y="2317750"/>
          <a:ext cx="9753600" cy="4006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238513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D87A528-940B-4DB3-9366-57FFE5E22C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6C4E5C2-E64B-4326-B50A-38BAAECD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12274">
            <a:off x="9857447" y="-98263"/>
            <a:ext cx="2832453" cy="7068065"/>
          </a:xfrm>
          <a:custGeom>
            <a:avLst/>
            <a:gdLst>
              <a:gd name="connsiteX0" fmla="*/ 1814290 w 2832453"/>
              <a:gd name="connsiteY0" fmla="*/ 0 h 7068065"/>
              <a:gd name="connsiteX1" fmla="*/ 2832453 w 2832453"/>
              <a:gd name="connsiteY1" fmla="*/ 6781999 h 7068065"/>
              <a:gd name="connsiteX2" fmla="*/ 926960 w 2832453"/>
              <a:gd name="connsiteY2" fmla="*/ 7068065 h 7068065"/>
              <a:gd name="connsiteX3" fmla="*/ 948427 w 2832453"/>
              <a:gd name="connsiteY3" fmla="*/ 7030606 h 7068065"/>
              <a:gd name="connsiteX4" fmla="*/ 945881 w 2832453"/>
              <a:gd name="connsiteY4" fmla="*/ 6918617 h 7068065"/>
              <a:gd name="connsiteX5" fmla="*/ 933643 w 2832453"/>
              <a:gd name="connsiteY5" fmla="*/ 6827737 h 7068065"/>
              <a:gd name="connsiteX6" fmla="*/ 913917 w 2832453"/>
              <a:gd name="connsiteY6" fmla="*/ 6791162 h 7068065"/>
              <a:gd name="connsiteX7" fmla="*/ 894254 w 2832453"/>
              <a:gd name="connsiteY7" fmla="*/ 6715881 h 7068065"/>
              <a:gd name="connsiteX8" fmla="*/ 888457 w 2832453"/>
              <a:gd name="connsiteY8" fmla="*/ 6675604 h 7068065"/>
              <a:gd name="connsiteX9" fmla="*/ 832520 w 2832453"/>
              <a:gd name="connsiteY9" fmla="*/ 6551195 h 7068065"/>
              <a:gd name="connsiteX10" fmla="*/ 824861 w 2832453"/>
              <a:gd name="connsiteY10" fmla="*/ 6538406 h 7068065"/>
              <a:gd name="connsiteX11" fmla="*/ 821768 w 2832453"/>
              <a:gd name="connsiteY11" fmla="*/ 6491357 h 7068065"/>
              <a:gd name="connsiteX12" fmla="*/ 825924 w 2832453"/>
              <a:gd name="connsiteY12" fmla="*/ 6456978 h 7068065"/>
              <a:gd name="connsiteX13" fmla="*/ 816645 w 2832453"/>
              <a:gd name="connsiteY13" fmla="*/ 6364946 h 7068065"/>
              <a:gd name="connsiteX14" fmla="*/ 821931 w 2832453"/>
              <a:gd name="connsiteY14" fmla="*/ 6278166 h 7068065"/>
              <a:gd name="connsiteX15" fmla="*/ 828120 w 2832453"/>
              <a:gd name="connsiteY15" fmla="*/ 6238646 h 7068065"/>
              <a:gd name="connsiteX16" fmla="*/ 673653 w 2832453"/>
              <a:gd name="connsiteY16" fmla="*/ 6238646 h 7068065"/>
              <a:gd name="connsiteX17" fmla="*/ 673653 w 2832453"/>
              <a:gd name="connsiteY17" fmla="*/ 3411355 h 7068065"/>
              <a:gd name="connsiteX18" fmla="*/ 1048350 w 2832453"/>
              <a:gd name="connsiteY18" fmla="*/ 3411355 h 7068065"/>
              <a:gd name="connsiteX19" fmla="*/ 1044843 w 2832453"/>
              <a:gd name="connsiteY19" fmla="*/ 3396423 h 7068065"/>
              <a:gd name="connsiteX20" fmla="*/ 1044833 w 2832453"/>
              <a:gd name="connsiteY20" fmla="*/ 3372502 h 7068065"/>
              <a:gd name="connsiteX21" fmla="*/ 1040456 w 2832453"/>
              <a:gd name="connsiteY21" fmla="*/ 3336464 h 7068065"/>
              <a:gd name="connsiteX22" fmla="*/ 1020303 w 2832453"/>
              <a:gd name="connsiteY22" fmla="*/ 3274080 h 7068065"/>
              <a:gd name="connsiteX23" fmla="*/ 993402 w 2832453"/>
              <a:gd name="connsiteY23" fmla="*/ 3201478 h 7068065"/>
              <a:gd name="connsiteX24" fmla="*/ 969743 w 2832453"/>
              <a:gd name="connsiteY24" fmla="*/ 3145356 h 7068065"/>
              <a:gd name="connsiteX25" fmla="*/ 942626 w 2832453"/>
              <a:gd name="connsiteY25" fmla="*/ 3006779 h 7068065"/>
              <a:gd name="connsiteX26" fmla="*/ 940045 w 2832453"/>
              <a:gd name="connsiteY26" fmla="*/ 2986896 h 7068065"/>
              <a:gd name="connsiteX27" fmla="*/ 951472 w 2832453"/>
              <a:gd name="connsiteY27" fmla="*/ 2942700 h 7068065"/>
              <a:gd name="connsiteX28" fmla="*/ 928622 w 2832453"/>
              <a:gd name="connsiteY28" fmla="*/ 2806426 h 7068065"/>
              <a:gd name="connsiteX29" fmla="*/ 932496 w 2832453"/>
              <a:gd name="connsiteY29" fmla="*/ 2642976 h 7068065"/>
              <a:gd name="connsiteX30" fmla="*/ 913470 w 2832453"/>
              <a:gd name="connsiteY30" fmla="*/ 2434546 h 7068065"/>
              <a:gd name="connsiteX31" fmla="*/ 879271 w 2832453"/>
              <a:gd name="connsiteY31" fmla="*/ 2200027 h 7068065"/>
              <a:gd name="connsiteX32" fmla="*/ 865203 w 2832453"/>
              <a:gd name="connsiteY32" fmla="*/ 2164060 h 7068065"/>
              <a:gd name="connsiteX33" fmla="*/ 835966 w 2832453"/>
              <a:gd name="connsiteY33" fmla="*/ 2079446 h 7068065"/>
              <a:gd name="connsiteX34" fmla="*/ 819186 w 2832453"/>
              <a:gd name="connsiteY34" fmla="*/ 2035262 h 7068065"/>
              <a:gd name="connsiteX35" fmla="*/ 811617 w 2832453"/>
              <a:gd name="connsiteY35" fmla="*/ 1967807 h 7068065"/>
              <a:gd name="connsiteX36" fmla="*/ 806658 w 2832453"/>
              <a:gd name="connsiteY36" fmla="*/ 1961484 h 7068065"/>
              <a:gd name="connsiteX37" fmla="*/ 778232 w 2832453"/>
              <a:gd name="connsiteY37" fmla="*/ 1907774 h 7068065"/>
              <a:gd name="connsiteX38" fmla="*/ 767884 w 2832453"/>
              <a:gd name="connsiteY38" fmla="*/ 1874162 h 7068065"/>
              <a:gd name="connsiteX39" fmla="*/ 746293 w 2832453"/>
              <a:gd name="connsiteY39" fmla="*/ 1811364 h 7068065"/>
              <a:gd name="connsiteX40" fmla="*/ 731667 w 2832453"/>
              <a:gd name="connsiteY40" fmla="*/ 1774178 h 7068065"/>
              <a:gd name="connsiteX41" fmla="*/ 665008 w 2832453"/>
              <a:gd name="connsiteY41" fmla="*/ 1705612 h 7068065"/>
              <a:gd name="connsiteX42" fmla="*/ 596135 w 2832453"/>
              <a:gd name="connsiteY42" fmla="*/ 1607637 h 7068065"/>
              <a:gd name="connsiteX43" fmla="*/ 545478 w 2832453"/>
              <a:gd name="connsiteY43" fmla="*/ 1509187 h 7068065"/>
              <a:gd name="connsiteX44" fmla="*/ 509531 w 2832453"/>
              <a:gd name="connsiteY44" fmla="*/ 1406809 h 7068065"/>
              <a:gd name="connsiteX45" fmla="*/ 458961 w 2832453"/>
              <a:gd name="connsiteY45" fmla="*/ 1361448 h 7068065"/>
              <a:gd name="connsiteX46" fmla="*/ 387365 w 2832453"/>
              <a:gd name="connsiteY46" fmla="*/ 1177594 h 7068065"/>
              <a:gd name="connsiteX47" fmla="*/ 339692 w 2832453"/>
              <a:gd name="connsiteY47" fmla="*/ 934241 h 7068065"/>
              <a:gd name="connsiteX48" fmla="*/ 334081 w 2832453"/>
              <a:gd name="connsiteY48" fmla="*/ 885107 h 7068065"/>
              <a:gd name="connsiteX49" fmla="*/ 340329 w 2832453"/>
              <a:gd name="connsiteY49" fmla="*/ 854901 h 7068065"/>
              <a:gd name="connsiteX50" fmla="*/ 348544 w 2832453"/>
              <a:gd name="connsiteY50" fmla="*/ 790031 h 7068065"/>
              <a:gd name="connsiteX51" fmla="*/ 301106 w 2832453"/>
              <a:gd name="connsiteY51" fmla="*/ 658339 h 7068065"/>
              <a:gd name="connsiteX52" fmla="*/ 269591 w 2832453"/>
              <a:gd name="connsiteY52" fmla="*/ 601872 h 7068065"/>
              <a:gd name="connsiteX53" fmla="*/ 143947 w 2832453"/>
              <a:gd name="connsiteY53" fmla="*/ 477500 h 7068065"/>
              <a:gd name="connsiteX54" fmla="*/ 119442 w 2832453"/>
              <a:gd name="connsiteY54" fmla="*/ 427534 h 7068065"/>
              <a:gd name="connsiteX55" fmla="*/ 86890 w 2832453"/>
              <a:gd name="connsiteY55" fmla="*/ 380972 h 7068065"/>
              <a:gd name="connsiteX56" fmla="*/ 64563 w 2832453"/>
              <a:gd name="connsiteY56" fmla="*/ 344744 h 7068065"/>
              <a:gd name="connsiteX57" fmla="*/ 0 w 2832453"/>
              <a:gd name="connsiteY57" fmla="*/ 272642 h 7068065"/>
              <a:gd name="connsiteX0" fmla="*/ 1814290 w 2832453"/>
              <a:gd name="connsiteY0" fmla="*/ 0 h 7068065"/>
              <a:gd name="connsiteX1" fmla="*/ 2832453 w 2832453"/>
              <a:gd name="connsiteY1" fmla="*/ 6781999 h 7068065"/>
              <a:gd name="connsiteX2" fmla="*/ 926960 w 2832453"/>
              <a:gd name="connsiteY2" fmla="*/ 7068065 h 7068065"/>
              <a:gd name="connsiteX3" fmla="*/ 948427 w 2832453"/>
              <a:gd name="connsiteY3" fmla="*/ 7030606 h 7068065"/>
              <a:gd name="connsiteX4" fmla="*/ 945881 w 2832453"/>
              <a:gd name="connsiteY4" fmla="*/ 6918617 h 7068065"/>
              <a:gd name="connsiteX5" fmla="*/ 933643 w 2832453"/>
              <a:gd name="connsiteY5" fmla="*/ 6827737 h 7068065"/>
              <a:gd name="connsiteX6" fmla="*/ 913917 w 2832453"/>
              <a:gd name="connsiteY6" fmla="*/ 6791162 h 7068065"/>
              <a:gd name="connsiteX7" fmla="*/ 894254 w 2832453"/>
              <a:gd name="connsiteY7" fmla="*/ 6715881 h 7068065"/>
              <a:gd name="connsiteX8" fmla="*/ 888457 w 2832453"/>
              <a:gd name="connsiteY8" fmla="*/ 6675604 h 7068065"/>
              <a:gd name="connsiteX9" fmla="*/ 832520 w 2832453"/>
              <a:gd name="connsiteY9" fmla="*/ 6551195 h 7068065"/>
              <a:gd name="connsiteX10" fmla="*/ 824861 w 2832453"/>
              <a:gd name="connsiteY10" fmla="*/ 6538406 h 7068065"/>
              <a:gd name="connsiteX11" fmla="*/ 821768 w 2832453"/>
              <a:gd name="connsiteY11" fmla="*/ 6491357 h 7068065"/>
              <a:gd name="connsiteX12" fmla="*/ 825924 w 2832453"/>
              <a:gd name="connsiteY12" fmla="*/ 6456978 h 7068065"/>
              <a:gd name="connsiteX13" fmla="*/ 816645 w 2832453"/>
              <a:gd name="connsiteY13" fmla="*/ 6364946 h 7068065"/>
              <a:gd name="connsiteX14" fmla="*/ 821931 w 2832453"/>
              <a:gd name="connsiteY14" fmla="*/ 6278166 h 7068065"/>
              <a:gd name="connsiteX15" fmla="*/ 828120 w 2832453"/>
              <a:gd name="connsiteY15" fmla="*/ 6238646 h 7068065"/>
              <a:gd name="connsiteX16" fmla="*/ 673653 w 2832453"/>
              <a:gd name="connsiteY16" fmla="*/ 6238646 h 7068065"/>
              <a:gd name="connsiteX17" fmla="*/ 1048350 w 2832453"/>
              <a:gd name="connsiteY17" fmla="*/ 3411355 h 7068065"/>
              <a:gd name="connsiteX18" fmla="*/ 1044843 w 2832453"/>
              <a:gd name="connsiteY18" fmla="*/ 3396423 h 7068065"/>
              <a:gd name="connsiteX19" fmla="*/ 1044833 w 2832453"/>
              <a:gd name="connsiteY19" fmla="*/ 3372502 h 7068065"/>
              <a:gd name="connsiteX20" fmla="*/ 1040456 w 2832453"/>
              <a:gd name="connsiteY20" fmla="*/ 3336464 h 7068065"/>
              <a:gd name="connsiteX21" fmla="*/ 1020303 w 2832453"/>
              <a:gd name="connsiteY21" fmla="*/ 3274080 h 7068065"/>
              <a:gd name="connsiteX22" fmla="*/ 993402 w 2832453"/>
              <a:gd name="connsiteY22" fmla="*/ 3201478 h 7068065"/>
              <a:gd name="connsiteX23" fmla="*/ 969743 w 2832453"/>
              <a:gd name="connsiteY23" fmla="*/ 3145356 h 7068065"/>
              <a:gd name="connsiteX24" fmla="*/ 942626 w 2832453"/>
              <a:gd name="connsiteY24" fmla="*/ 3006779 h 7068065"/>
              <a:gd name="connsiteX25" fmla="*/ 940045 w 2832453"/>
              <a:gd name="connsiteY25" fmla="*/ 2986896 h 7068065"/>
              <a:gd name="connsiteX26" fmla="*/ 951472 w 2832453"/>
              <a:gd name="connsiteY26" fmla="*/ 2942700 h 7068065"/>
              <a:gd name="connsiteX27" fmla="*/ 928622 w 2832453"/>
              <a:gd name="connsiteY27" fmla="*/ 2806426 h 7068065"/>
              <a:gd name="connsiteX28" fmla="*/ 932496 w 2832453"/>
              <a:gd name="connsiteY28" fmla="*/ 2642976 h 7068065"/>
              <a:gd name="connsiteX29" fmla="*/ 913470 w 2832453"/>
              <a:gd name="connsiteY29" fmla="*/ 2434546 h 7068065"/>
              <a:gd name="connsiteX30" fmla="*/ 879271 w 2832453"/>
              <a:gd name="connsiteY30" fmla="*/ 2200027 h 7068065"/>
              <a:gd name="connsiteX31" fmla="*/ 865203 w 2832453"/>
              <a:gd name="connsiteY31" fmla="*/ 2164060 h 7068065"/>
              <a:gd name="connsiteX32" fmla="*/ 835966 w 2832453"/>
              <a:gd name="connsiteY32" fmla="*/ 2079446 h 7068065"/>
              <a:gd name="connsiteX33" fmla="*/ 819186 w 2832453"/>
              <a:gd name="connsiteY33" fmla="*/ 2035262 h 7068065"/>
              <a:gd name="connsiteX34" fmla="*/ 811617 w 2832453"/>
              <a:gd name="connsiteY34" fmla="*/ 1967807 h 7068065"/>
              <a:gd name="connsiteX35" fmla="*/ 806658 w 2832453"/>
              <a:gd name="connsiteY35" fmla="*/ 1961484 h 7068065"/>
              <a:gd name="connsiteX36" fmla="*/ 778232 w 2832453"/>
              <a:gd name="connsiteY36" fmla="*/ 1907774 h 7068065"/>
              <a:gd name="connsiteX37" fmla="*/ 767884 w 2832453"/>
              <a:gd name="connsiteY37" fmla="*/ 1874162 h 7068065"/>
              <a:gd name="connsiteX38" fmla="*/ 746293 w 2832453"/>
              <a:gd name="connsiteY38" fmla="*/ 1811364 h 7068065"/>
              <a:gd name="connsiteX39" fmla="*/ 731667 w 2832453"/>
              <a:gd name="connsiteY39" fmla="*/ 1774178 h 7068065"/>
              <a:gd name="connsiteX40" fmla="*/ 665008 w 2832453"/>
              <a:gd name="connsiteY40" fmla="*/ 1705612 h 7068065"/>
              <a:gd name="connsiteX41" fmla="*/ 596135 w 2832453"/>
              <a:gd name="connsiteY41" fmla="*/ 1607637 h 7068065"/>
              <a:gd name="connsiteX42" fmla="*/ 545478 w 2832453"/>
              <a:gd name="connsiteY42" fmla="*/ 1509187 h 7068065"/>
              <a:gd name="connsiteX43" fmla="*/ 509531 w 2832453"/>
              <a:gd name="connsiteY43" fmla="*/ 1406809 h 7068065"/>
              <a:gd name="connsiteX44" fmla="*/ 458961 w 2832453"/>
              <a:gd name="connsiteY44" fmla="*/ 1361448 h 7068065"/>
              <a:gd name="connsiteX45" fmla="*/ 387365 w 2832453"/>
              <a:gd name="connsiteY45" fmla="*/ 1177594 h 7068065"/>
              <a:gd name="connsiteX46" fmla="*/ 339692 w 2832453"/>
              <a:gd name="connsiteY46" fmla="*/ 934241 h 7068065"/>
              <a:gd name="connsiteX47" fmla="*/ 334081 w 2832453"/>
              <a:gd name="connsiteY47" fmla="*/ 885107 h 7068065"/>
              <a:gd name="connsiteX48" fmla="*/ 340329 w 2832453"/>
              <a:gd name="connsiteY48" fmla="*/ 854901 h 7068065"/>
              <a:gd name="connsiteX49" fmla="*/ 348544 w 2832453"/>
              <a:gd name="connsiteY49" fmla="*/ 790031 h 7068065"/>
              <a:gd name="connsiteX50" fmla="*/ 301106 w 2832453"/>
              <a:gd name="connsiteY50" fmla="*/ 658339 h 7068065"/>
              <a:gd name="connsiteX51" fmla="*/ 269591 w 2832453"/>
              <a:gd name="connsiteY51" fmla="*/ 601872 h 7068065"/>
              <a:gd name="connsiteX52" fmla="*/ 143947 w 2832453"/>
              <a:gd name="connsiteY52" fmla="*/ 477500 h 7068065"/>
              <a:gd name="connsiteX53" fmla="*/ 119442 w 2832453"/>
              <a:gd name="connsiteY53" fmla="*/ 427534 h 7068065"/>
              <a:gd name="connsiteX54" fmla="*/ 86890 w 2832453"/>
              <a:gd name="connsiteY54" fmla="*/ 380972 h 7068065"/>
              <a:gd name="connsiteX55" fmla="*/ 64563 w 2832453"/>
              <a:gd name="connsiteY55" fmla="*/ 344744 h 7068065"/>
              <a:gd name="connsiteX56" fmla="*/ 0 w 2832453"/>
              <a:gd name="connsiteY56" fmla="*/ 272642 h 7068065"/>
              <a:gd name="connsiteX57" fmla="*/ 1814290 w 2832453"/>
              <a:gd name="connsiteY57" fmla="*/ 0 h 7068065"/>
              <a:gd name="connsiteX0" fmla="*/ 1814290 w 2832453"/>
              <a:gd name="connsiteY0" fmla="*/ 0 h 7068065"/>
              <a:gd name="connsiteX1" fmla="*/ 2832453 w 2832453"/>
              <a:gd name="connsiteY1" fmla="*/ 6781999 h 7068065"/>
              <a:gd name="connsiteX2" fmla="*/ 926960 w 2832453"/>
              <a:gd name="connsiteY2" fmla="*/ 7068065 h 7068065"/>
              <a:gd name="connsiteX3" fmla="*/ 948427 w 2832453"/>
              <a:gd name="connsiteY3" fmla="*/ 7030606 h 7068065"/>
              <a:gd name="connsiteX4" fmla="*/ 945881 w 2832453"/>
              <a:gd name="connsiteY4" fmla="*/ 6918617 h 7068065"/>
              <a:gd name="connsiteX5" fmla="*/ 933643 w 2832453"/>
              <a:gd name="connsiteY5" fmla="*/ 6827737 h 7068065"/>
              <a:gd name="connsiteX6" fmla="*/ 913917 w 2832453"/>
              <a:gd name="connsiteY6" fmla="*/ 6791162 h 7068065"/>
              <a:gd name="connsiteX7" fmla="*/ 894254 w 2832453"/>
              <a:gd name="connsiteY7" fmla="*/ 6715881 h 7068065"/>
              <a:gd name="connsiteX8" fmla="*/ 888457 w 2832453"/>
              <a:gd name="connsiteY8" fmla="*/ 6675604 h 7068065"/>
              <a:gd name="connsiteX9" fmla="*/ 832520 w 2832453"/>
              <a:gd name="connsiteY9" fmla="*/ 6551195 h 7068065"/>
              <a:gd name="connsiteX10" fmla="*/ 824861 w 2832453"/>
              <a:gd name="connsiteY10" fmla="*/ 6538406 h 7068065"/>
              <a:gd name="connsiteX11" fmla="*/ 821768 w 2832453"/>
              <a:gd name="connsiteY11" fmla="*/ 6491357 h 7068065"/>
              <a:gd name="connsiteX12" fmla="*/ 825924 w 2832453"/>
              <a:gd name="connsiteY12" fmla="*/ 6456978 h 7068065"/>
              <a:gd name="connsiteX13" fmla="*/ 816645 w 2832453"/>
              <a:gd name="connsiteY13" fmla="*/ 6364946 h 7068065"/>
              <a:gd name="connsiteX14" fmla="*/ 821931 w 2832453"/>
              <a:gd name="connsiteY14" fmla="*/ 6278166 h 7068065"/>
              <a:gd name="connsiteX15" fmla="*/ 828120 w 2832453"/>
              <a:gd name="connsiteY15" fmla="*/ 6238646 h 7068065"/>
              <a:gd name="connsiteX16" fmla="*/ 1048350 w 2832453"/>
              <a:gd name="connsiteY16" fmla="*/ 3411355 h 7068065"/>
              <a:gd name="connsiteX17" fmla="*/ 1044843 w 2832453"/>
              <a:gd name="connsiteY17" fmla="*/ 3396423 h 7068065"/>
              <a:gd name="connsiteX18" fmla="*/ 1044833 w 2832453"/>
              <a:gd name="connsiteY18" fmla="*/ 3372502 h 7068065"/>
              <a:gd name="connsiteX19" fmla="*/ 1040456 w 2832453"/>
              <a:gd name="connsiteY19" fmla="*/ 3336464 h 7068065"/>
              <a:gd name="connsiteX20" fmla="*/ 1020303 w 2832453"/>
              <a:gd name="connsiteY20" fmla="*/ 3274080 h 7068065"/>
              <a:gd name="connsiteX21" fmla="*/ 993402 w 2832453"/>
              <a:gd name="connsiteY21" fmla="*/ 3201478 h 7068065"/>
              <a:gd name="connsiteX22" fmla="*/ 969743 w 2832453"/>
              <a:gd name="connsiteY22" fmla="*/ 3145356 h 7068065"/>
              <a:gd name="connsiteX23" fmla="*/ 942626 w 2832453"/>
              <a:gd name="connsiteY23" fmla="*/ 3006779 h 7068065"/>
              <a:gd name="connsiteX24" fmla="*/ 940045 w 2832453"/>
              <a:gd name="connsiteY24" fmla="*/ 2986896 h 7068065"/>
              <a:gd name="connsiteX25" fmla="*/ 951472 w 2832453"/>
              <a:gd name="connsiteY25" fmla="*/ 2942700 h 7068065"/>
              <a:gd name="connsiteX26" fmla="*/ 928622 w 2832453"/>
              <a:gd name="connsiteY26" fmla="*/ 2806426 h 7068065"/>
              <a:gd name="connsiteX27" fmla="*/ 932496 w 2832453"/>
              <a:gd name="connsiteY27" fmla="*/ 2642976 h 7068065"/>
              <a:gd name="connsiteX28" fmla="*/ 913470 w 2832453"/>
              <a:gd name="connsiteY28" fmla="*/ 2434546 h 7068065"/>
              <a:gd name="connsiteX29" fmla="*/ 879271 w 2832453"/>
              <a:gd name="connsiteY29" fmla="*/ 2200027 h 7068065"/>
              <a:gd name="connsiteX30" fmla="*/ 865203 w 2832453"/>
              <a:gd name="connsiteY30" fmla="*/ 2164060 h 7068065"/>
              <a:gd name="connsiteX31" fmla="*/ 835966 w 2832453"/>
              <a:gd name="connsiteY31" fmla="*/ 2079446 h 7068065"/>
              <a:gd name="connsiteX32" fmla="*/ 819186 w 2832453"/>
              <a:gd name="connsiteY32" fmla="*/ 2035262 h 7068065"/>
              <a:gd name="connsiteX33" fmla="*/ 811617 w 2832453"/>
              <a:gd name="connsiteY33" fmla="*/ 1967807 h 7068065"/>
              <a:gd name="connsiteX34" fmla="*/ 806658 w 2832453"/>
              <a:gd name="connsiteY34" fmla="*/ 1961484 h 7068065"/>
              <a:gd name="connsiteX35" fmla="*/ 778232 w 2832453"/>
              <a:gd name="connsiteY35" fmla="*/ 1907774 h 7068065"/>
              <a:gd name="connsiteX36" fmla="*/ 767884 w 2832453"/>
              <a:gd name="connsiteY36" fmla="*/ 1874162 h 7068065"/>
              <a:gd name="connsiteX37" fmla="*/ 746293 w 2832453"/>
              <a:gd name="connsiteY37" fmla="*/ 1811364 h 7068065"/>
              <a:gd name="connsiteX38" fmla="*/ 731667 w 2832453"/>
              <a:gd name="connsiteY38" fmla="*/ 1774178 h 7068065"/>
              <a:gd name="connsiteX39" fmla="*/ 665008 w 2832453"/>
              <a:gd name="connsiteY39" fmla="*/ 1705612 h 7068065"/>
              <a:gd name="connsiteX40" fmla="*/ 596135 w 2832453"/>
              <a:gd name="connsiteY40" fmla="*/ 1607637 h 7068065"/>
              <a:gd name="connsiteX41" fmla="*/ 545478 w 2832453"/>
              <a:gd name="connsiteY41" fmla="*/ 1509187 h 7068065"/>
              <a:gd name="connsiteX42" fmla="*/ 509531 w 2832453"/>
              <a:gd name="connsiteY42" fmla="*/ 1406809 h 7068065"/>
              <a:gd name="connsiteX43" fmla="*/ 458961 w 2832453"/>
              <a:gd name="connsiteY43" fmla="*/ 1361448 h 7068065"/>
              <a:gd name="connsiteX44" fmla="*/ 387365 w 2832453"/>
              <a:gd name="connsiteY44" fmla="*/ 1177594 h 7068065"/>
              <a:gd name="connsiteX45" fmla="*/ 339692 w 2832453"/>
              <a:gd name="connsiteY45" fmla="*/ 934241 h 7068065"/>
              <a:gd name="connsiteX46" fmla="*/ 334081 w 2832453"/>
              <a:gd name="connsiteY46" fmla="*/ 885107 h 7068065"/>
              <a:gd name="connsiteX47" fmla="*/ 340329 w 2832453"/>
              <a:gd name="connsiteY47" fmla="*/ 854901 h 7068065"/>
              <a:gd name="connsiteX48" fmla="*/ 348544 w 2832453"/>
              <a:gd name="connsiteY48" fmla="*/ 790031 h 7068065"/>
              <a:gd name="connsiteX49" fmla="*/ 301106 w 2832453"/>
              <a:gd name="connsiteY49" fmla="*/ 658339 h 7068065"/>
              <a:gd name="connsiteX50" fmla="*/ 269591 w 2832453"/>
              <a:gd name="connsiteY50" fmla="*/ 601872 h 7068065"/>
              <a:gd name="connsiteX51" fmla="*/ 143947 w 2832453"/>
              <a:gd name="connsiteY51" fmla="*/ 477500 h 7068065"/>
              <a:gd name="connsiteX52" fmla="*/ 119442 w 2832453"/>
              <a:gd name="connsiteY52" fmla="*/ 427534 h 7068065"/>
              <a:gd name="connsiteX53" fmla="*/ 86890 w 2832453"/>
              <a:gd name="connsiteY53" fmla="*/ 380972 h 7068065"/>
              <a:gd name="connsiteX54" fmla="*/ 64563 w 2832453"/>
              <a:gd name="connsiteY54" fmla="*/ 344744 h 7068065"/>
              <a:gd name="connsiteX55" fmla="*/ 0 w 2832453"/>
              <a:gd name="connsiteY55" fmla="*/ 272642 h 7068065"/>
              <a:gd name="connsiteX56" fmla="*/ 1814290 w 2832453"/>
              <a:gd name="connsiteY56" fmla="*/ 0 h 7068065"/>
              <a:gd name="connsiteX0" fmla="*/ 1814290 w 2832453"/>
              <a:gd name="connsiteY0" fmla="*/ 0 h 7068065"/>
              <a:gd name="connsiteX1" fmla="*/ 2832453 w 2832453"/>
              <a:gd name="connsiteY1" fmla="*/ 6781999 h 7068065"/>
              <a:gd name="connsiteX2" fmla="*/ 926960 w 2832453"/>
              <a:gd name="connsiteY2" fmla="*/ 7068065 h 7068065"/>
              <a:gd name="connsiteX3" fmla="*/ 948427 w 2832453"/>
              <a:gd name="connsiteY3" fmla="*/ 7030606 h 7068065"/>
              <a:gd name="connsiteX4" fmla="*/ 945881 w 2832453"/>
              <a:gd name="connsiteY4" fmla="*/ 6918617 h 7068065"/>
              <a:gd name="connsiteX5" fmla="*/ 933643 w 2832453"/>
              <a:gd name="connsiteY5" fmla="*/ 6827737 h 7068065"/>
              <a:gd name="connsiteX6" fmla="*/ 913917 w 2832453"/>
              <a:gd name="connsiteY6" fmla="*/ 6791162 h 7068065"/>
              <a:gd name="connsiteX7" fmla="*/ 894254 w 2832453"/>
              <a:gd name="connsiteY7" fmla="*/ 6715881 h 7068065"/>
              <a:gd name="connsiteX8" fmla="*/ 888457 w 2832453"/>
              <a:gd name="connsiteY8" fmla="*/ 6675604 h 7068065"/>
              <a:gd name="connsiteX9" fmla="*/ 832520 w 2832453"/>
              <a:gd name="connsiteY9" fmla="*/ 6551195 h 7068065"/>
              <a:gd name="connsiteX10" fmla="*/ 824861 w 2832453"/>
              <a:gd name="connsiteY10" fmla="*/ 6538406 h 7068065"/>
              <a:gd name="connsiteX11" fmla="*/ 821768 w 2832453"/>
              <a:gd name="connsiteY11" fmla="*/ 6491357 h 7068065"/>
              <a:gd name="connsiteX12" fmla="*/ 825924 w 2832453"/>
              <a:gd name="connsiteY12" fmla="*/ 6456978 h 7068065"/>
              <a:gd name="connsiteX13" fmla="*/ 816645 w 2832453"/>
              <a:gd name="connsiteY13" fmla="*/ 6364946 h 7068065"/>
              <a:gd name="connsiteX14" fmla="*/ 821931 w 2832453"/>
              <a:gd name="connsiteY14" fmla="*/ 6278166 h 7068065"/>
              <a:gd name="connsiteX15" fmla="*/ 828120 w 2832453"/>
              <a:gd name="connsiteY15" fmla="*/ 6238646 h 7068065"/>
              <a:gd name="connsiteX16" fmla="*/ 1087234 w 2832453"/>
              <a:gd name="connsiteY16" fmla="*/ 3753036 h 7068065"/>
              <a:gd name="connsiteX17" fmla="*/ 1044843 w 2832453"/>
              <a:gd name="connsiteY17" fmla="*/ 3396423 h 7068065"/>
              <a:gd name="connsiteX18" fmla="*/ 1044833 w 2832453"/>
              <a:gd name="connsiteY18" fmla="*/ 3372502 h 7068065"/>
              <a:gd name="connsiteX19" fmla="*/ 1040456 w 2832453"/>
              <a:gd name="connsiteY19" fmla="*/ 3336464 h 7068065"/>
              <a:gd name="connsiteX20" fmla="*/ 1020303 w 2832453"/>
              <a:gd name="connsiteY20" fmla="*/ 3274080 h 7068065"/>
              <a:gd name="connsiteX21" fmla="*/ 993402 w 2832453"/>
              <a:gd name="connsiteY21" fmla="*/ 3201478 h 7068065"/>
              <a:gd name="connsiteX22" fmla="*/ 969743 w 2832453"/>
              <a:gd name="connsiteY22" fmla="*/ 3145356 h 7068065"/>
              <a:gd name="connsiteX23" fmla="*/ 942626 w 2832453"/>
              <a:gd name="connsiteY23" fmla="*/ 3006779 h 7068065"/>
              <a:gd name="connsiteX24" fmla="*/ 940045 w 2832453"/>
              <a:gd name="connsiteY24" fmla="*/ 2986896 h 7068065"/>
              <a:gd name="connsiteX25" fmla="*/ 951472 w 2832453"/>
              <a:gd name="connsiteY25" fmla="*/ 2942700 h 7068065"/>
              <a:gd name="connsiteX26" fmla="*/ 928622 w 2832453"/>
              <a:gd name="connsiteY26" fmla="*/ 2806426 h 7068065"/>
              <a:gd name="connsiteX27" fmla="*/ 932496 w 2832453"/>
              <a:gd name="connsiteY27" fmla="*/ 2642976 h 7068065"/>
              <a:gd name="connsiteX28" fmla="*/ 913470 w 2832453"/>
              <a:gd name="connsiteY28" fmla="*/ 2434546 h 7068065"/>
              <a:gd name="connsiteX29" fmla="*/ 879271 w 2832453"/>
              <a:gd name="connsiteY29" fmla="*/ 2200027 h 7068065"/>
              <a:gd name="connsiteX30" fmla="*/ 865203 w 2832453"/>
              <a:gd name="connsiteY30" fmla="*/ 2164060 h 7068065"/>
              <a:gd name="connsiteX31" fmla="*/ 835966 w 2832453"/>
              <a:gd name="connsiteY31" fmla="*/ 2079446 h 7068065"/>
              <a:gd name="connsiteX32" fmla="*/ 819186 w 2832453"/>
              <a:gd name="connsiteY32" fmla="*/ 2035262 h 7068065"/>
              <a:gd name="connsiteX33" fmla="*/ 811617 w 2832453"/>
              <a:gd name="connsiteY33" fmla="*/ 1967807 h 7068065"/>
              <a:gd name="connsiteX34" fmla="*/ 806658 w 2832453"/>
              <a:gd name="connsiteY34" fmla="*/ 1961484 h 7068065"/>
              <a:gd name="connsiteX35" fmla="*/ 778232 w 2832453"/>
              <a:gd name="connsiteY35" fmla="*/ 1907774 h 7068065"/>
              <a:gd name="connsiteX36" fmla="*/ 767884 w 2832453"/>
              <a:gd name="connsiteY36" fmla="*/ 1874162 h 7068065"/>
              <a:gd name="connsiteX37" fmla="*/ 746293 w 2832453"/>
              <a:gd name="connsiteY37" fmla="*/ 1811364 h 7068065"/>
              <a:gd name="connsiteX38" fmla="*/ 731667 w 2832453"/>
              <a:gd name="connsiteY38" fmla="*/ 1774178 h 7068065"/>
              <a:gd name="connsiteX39" fmla="*/ 665008 w 2832453"/>
              <a:gd name="connsiteY39" fmla="*/ 1705612 h 7068065"/>
              <a:gd name="connsiteX40" fmla="*/ 596135 w 2832453"/>
              <a:gd name="connsiteY40" fmla="*/ 1607637 h 7068065"/>
              <a:gd name="connsiteX41" fmla="*/ 545478 w 2832453"/>
              <a:gd name="connsiteY41" fmla="*/ 1509187 h 7068065"/>
              <a:gd name="connsiteX42" fmla="*/ 509531 w 2832453"/>
              <a:gd name="connsiteY42" fmla="*/ 1406809 h 7068065"/>
              <a:gd name="connsiteX43" fmla="*/ 458961 w 2832453"/>
              <a:gd name="connsiteY43" fmla="*/ 1361448 h 7068065"/>
              <a:gd name="connsiteX44" fmla="*/ 387365 w 2832453"/>
              <a:gd name="connsiteY44" fmla="*/ 1177594 h 7068065"/>
              <a:gd name="connsiteX45" fmla="*/ 339692 w 2832453"/>
              <a:gd name="connsiteY45" fmla="*/ 934241 h 7068065"/>
              <a:gd name="connsiteX46" fmla="*/ 334081 w 2832453"/>
              <a:gd name="connsiteY46" fmla="*/ 885107 h 7068065"/>
              <a:gd name="connsiteX47" fmla="*/ 340329 w 2832453"/>
              <a:gd name="connsiteY47" fmla="*/ 854901 h 7068065"/>
              <a:gd name="connsiteX48" fmla="*/ 348544 w 2832453"/>
              <a:gd name="connsiteY48" fmla="*/ 790031 h 7068065"/>
              <a:gd name="connsiteX49" fmla="*/ 301106 w 2832453"/>
              <a:gd name="connsiteY49" fmla="*/ 658339 h 7068065"/>
              <a:gd name="connsiteX50" fmla="*/ 269591 w 2832453"/>
              <a:gd name="connsiteY50" fmla="*/ 601872 h 7068065"/>
              <a:gd name="connsiteX51" fmla="*/ 143947 w 2832453"/>
              <a:gd name="connsiteY51" fmla="*/ 477500 h 7068065"/>
              <a:gd name="connsiteX52" fmla="*/ 119442 w 2832453"/>
              <a:gd name="connsiteY52" fmla="*/ 427534 h 7068065"/>
              <a:gd name="connsiteX53" fmla="*/ 86890 w 2832453"/>
              <a:gd name="connsiteY53" fmla="*/ 380972 h 7068065"/>
              <a:gd name="connsiteX54" fmla="*/ 64563 w 2832453"/>
              <a:gd name="connsiteY54" fmla="*/ 344744 h 7068065"/>
              <a:gd name="connsiteX55" fmla="*/ 0 w 2832453"/>
              <a:gd name="connsiteY55" fmla="*/ 272642 h 7068065"/>
              <a:gd name="connsiteX56" fmla="*/ 1814290 w 2832453"/>
              <a:gd name="connsiteY56" fmla="*/ 0 h 7068065"/>
              <a:gd name="connsiteX0" fmla="*/ 1814290 w 2832453"/>
              <a:gd name="connsiteY0" fmla="*/ 0 h 7068065"/>
              <a:gd name="connsiteX1" fmla="*/ 2832453 w 2832453"/>
              <a:gd name="connsiteY1" fmla="*/ 6781999 h 7068065"/>
              <a:gd name="connsiteX2" fmla="*/ 926960 w 2832453"/>
              <a:gd name="connsiteY2" fmla="*/ 7068065 h 7068065"/>
              <a:gd name="connsiteX3" fmla="*/ 948427 w 2832453"/>
              <a:gd name="connsiteY3" fmla="*/ 7030606 h 7068065"/>
              <a:gd name="connsiteX4" fmla="*/ 945881 w 2832453"/>
              <a:gd name="connsiteY4" fmla="*/ 6918617 h 7068065"/>
              <a:gd name="connsiteX5" fmla="*/ 933643 w 2832453"/>
              <a:gd name="connsiteY5" fmla="*/ 6827737 h 7068065"/>
              <a:gd name="connsiteX6" fmla="*/ 913917 w 2832453"/>
              <a:gd name="connsiteY6" fmla="*/ 6791162 h 7068065"/>
              <a:gd name="connsiteX7" fmla="*/ 894254 w 2832453"/>
              <a:gd name="connsiteY7" fmla="*/ 6715881 h 7068065"/>
              <a:gd name="connsiteX8" fmla="*/ 888457 w 2832453"/>
              <a:gd name="connsiteY8" fmla="*/ 6675604 h 7068065"/>
              <a:gd name="connsiteX9" fmla="*/ 832520 w 2832453"/>
              <a:gd name="connsiteY9" fmla="*/ 6551195 h 7068065"/>
              <a:gd name="connsiteX10" fmla="*/ 824861 w 2832453"/>
              <a:gd name="connsiteY10" fmla="*/ 6538406 h 7068065"/>
              <a:gd name="connsiteX11" fmla="*/ 821768 w 2832453"/>
              <a:gd name="connsiteY11" fmla="*/ 6491357 h 7068065"/>
              <a:gd name="connsiteX12" fmla="*/ 825924 w 2832453"/>
              <a:gd name="connsiteY12" fmla="*/ 6456978 h 7068065"/>
              <a:gd name="connsiteX13" fmla="*/ 816645 w 2832453"/>
              <a:gd name="connsiteY13" fmla="*/ 6364946 h 7068065"/>
              <a:gd name="connsiteX14" fmla="*/ 821931 w 2832453"/>
              <a:gd name="connsiteY14" fmla="*/ 6278166 h 7068065"/>
              <a:gd name="connsiteX15" fmla="*/ 961574 w 2832453"/>
              <a:gd name="connsiteY15" fmla="*/ 5722156 h 7068065"/>
              <a:gd name="connsiteX16" fmla="*/ 1087234 w 2832453"/>
              <a:gd name="connsiteY16" fmla="*/ 3753036 h 7068065"/>
              <a:gd name="connsiteX17" fmla="*/ 1044843 w 2832453"/>
              <a:gd name="connsiteY17" fmla="*/ 3396423 h 7068065"/>
              <a:gd name="connsiteX18" fmla="*/ 1044833 w 2832453"/>
              <a:gd name="connsiteY18" fmla="*/ 3372502 h 7068065"/>
              <a:gd name="connsiteX19" fmla="*/ 1040456 w 2832453"/>
              <a:gd name="connsiteY19" fmla="*/ 3336464 h 7068065"/>
              <a:gd name="connsiteX20" fmla="*/ 1020303 w 2832453"/>
              <a:gd name="connsiteY20" fmla="*/ 3274080 h 7068065"/>
              <a:gd name="connsiteX21" fmla="*/ 993402 w 2832453"/>
              <a:gd name="connsiteY21" fmla="*/ 3201478 h 7068065"/>
              <a:gd name="connsiteX22" fmla="*/ 969743 w 2832453"/>
              <a:gd name="connsiteY22" fmla="*/ 3145356 h 7068065"/>
              <a:gd name="connsiteX23" fmla="*/ 942626 w 2832453"/>
              <a:gd name="connsiteY23" fmla="*/ 3006779 h 7068065"/>
              <a:gd name="connsiteX24" fmla="*/ 940045 w 2832453"/>
              <a:gd name="connsiteY24" fmla="*/ 2986896 h 7068065"/>
              <a:gd name="connsiteX25" fmla="*/ 951472 w 2832453"/>
              <a:gd name="connsiteY25" fmla="*/ 2942700 h 7068065"/>
              <a:gd name="connsiteX26" fmla="*/ 928622 w 2832453"/>
              <a:gd name="connsiteY26" fmla="*/ 2806426 h 7068065"/>
              <a:gd name="connsiteX27" fmla="*/ 932496 w 2832453"/>
              <a:gd name="connsiteY27" fmla="*/ 2642976 h 7068065"/>
              <a:gd name="connsiteX28" fmla="*/ 913470 w 2832453"/>
              <a:gd name="connsiteY28" fmla="*/ 2434546 h 7068065"/>
              <a:gd name="connsiteX29" fmla="*/ 879271 w 2832453"/>
              <a:gd name="connsiteY29" fmla="*/ 2200027 h 7068065"/>
              <a:gd name="connsiteX30" fmla="*/ 865203 w 2832453"/>
              <a:gd name="connsiteY30" fmla="*/ 2164060 h 7068065"/>
              <a:gd name="connsiteX31" fmla="*/ 835966 w 2832453"/>
              <a:gd name="connsiteY31" fmla="*/ 2079446 h 7068065"/>
              <a:gd name="connsiteX32" fmla="*/ 819186 w 2832453"/>
              <a:gd name="connsiteY32" fmla="*/ 2035262 h 7068065"/>
              <a:gd name="connsiteX33" fmla="*/ 811617 w 2832453"/>
              <a:gd name="connsiteY33" fmla="*/ 1967807 h 7068065"/>
              <a:gd name="connsiteX34" fmla="*/ 806658 w 2832453"/>
              <a:gd name="connsiteY34" fmla="*/ 1961484 h 7068065"/>
              <a:gd name="connsiteX35" fmla="*/ 778232 w 2832453"/>
              <a:gd name="connsiteY35" fmla="*/ 1907774 h 7068065"/>
              <a:gd name="connsiteX36" fmla="*/ 767884 w 2832453"/>
              <a:gd name="connsiteY36" fmla="*/ 1874162 h 7068065"/>
              <a:gd name="connsiteX37" fmla="*/ 746293 w 2832453"/>
              <a:gd name="connsiteY37" fmla="*/ 1811364 h 7068065"/>
              <a:gd name="connsiteX38" fmla="*/ 731667 w 2832453"/>
              <a:gd name="connsiteY38" fmla="*/ 1774178 h 7068065"/>
              <a:gd name="connsiteX39" fmla="*/ 665008 w 2832453"/>
              <a:gd name="connsiteY39" fmla="*/ 1705612 h 7068065"/>
              <a:gd name="connsiteX40" fmla="*/ 596135 w 2832453"/>
              <a:gd name="connsiteY40" fmla="*/ 1607637 h 7068065"/>
              <a:gd name="connsiteX41" fmla="*/ 545478 w 2832453"/>
              <a:gd name="connsiteY41" fmla="*/ 1509187 h 7068065"/>
              <a:gd name="connsiteX42" fmla="*/ 509531 w 2832453"/>
              <a:gd name="connsiteY42" fmla="*/ 1406809 h 7068065"/>
              <a:gd name="connsiteX43" fmla="*/ 458961 w 2832453"/>
              <a:gd name="connsiteY43" fmla="*/ 1361448 h 7068065"/>
              <a:gd name="connsiteX44" fmla="*/ 387365 w 2832453"/>
              <a:gd name="connsiteY44" fmla="*/ 1177594 h 7068065"/>
              <a:gd name="connsiteX45" fmla="*/ 339692 w 2832453"/>
              <a:gd name="connsiteY45" fmla="*/ 934241 h 7068065"/>
              <a:gd name="connsiteX46" fmla="*/ 334081 w 2832453"/>
              <a:gd name="connsiteY46" fmla="*/ 885107 h 7068065"/>
              <a:gd name="connsiteX47" fmla="*/ 340329 w 2832453"/>
              <a:gd name="connsiteY47" fmla="*/ 854901 h 7068065"/>
              <a:gd name="connsiteX48" fmla="*/ 348544 w 2832453"/>
              <a:gd name="connsiteY48" fmla="*/ 790031 h 7068065"/>
              <a:gd name="connsiteX49" fmla="*/ 301106 w 2832453"/>
              <a:gd name="connsiteY49" fmla="*/ 658339 h 7068065"/>
              <a:gd name="connsiteX50" fmla="*/ 269591 w 2832453"/>
              <a:gd name="connsiteY50" fmla="*/ 601872 h 7068065"/>
              <a:gd name="connsiteX51" fmla="*/ 143947 w 2832453"/>
              <a:gd name="connsiteY51" fmla="*/ 477500 h 7068065"/>
              <a:gd name="connsiteX52" fmla="*/ 119442 w 2832453"/>
              <a:gd name="connsiteY52" fmla="*/ 427534 h 7068065"/>
              <a:gd name="connsiteX53" fmla="*/ 86890 w 2832453"/>
              <a:gd name="connsiteY53" fmla="*/ 380972 h 7068065"/>
              <a:gd name="connsiteX54" fmla="*/ 64563 w 2832453"/>
              <a:gd name="connsiteY54" fmla="*/ 344744 h 7068065"/>
              <a:gd name="connsiteX55" fmla="*/ 0 w 2832453"/>
              <a:gd name="connsiteY55" fmla="*/ 272642 h 7068065"/>
              <a:gd name="connsiteX56" fmla="*/ 1814290 w 2832453"/>
              <a:gd name="connsiteY56" fmla="*/ 0 h 7068065"/>
              <a:gd name="connsiteX0" fmla="*/ 1814290 w 2832453"/>
              <a:gd name="connsiteY0" fmla="*/ 0 h 7068065"/>
              <a:gd name="connsiteX1" fmla="*/ 2832453 w 2832453"/>
              <a:gd name="connsiteY1" fmla="*/ 6781999 h 7068065"/>
              <a:gd name="connsiteX2" fmla="*/ 926960 w 2832453"/>
              <a:gd name="connsiteY2" fmla="*/ 7068065 h 7068065"/>
              <a:gd name="connsiteX3" fmla="*/ 948427 w 2832453"/>
              <a:gd name="connsiteY3" fmla="*/ 7030606 h 7068065"/>
              <a:gd name="connsiteX4" fmla="*/ 945881 w 2832453"/>
              <a:gd name="connsiteY4" fmla="*/ 6918617 h 7068065"/>
              <a:gd name="connsiteX5" fmla="*/ 933643 w 2832453"/>
              <a:gd name="connsiteY5" fmla="*/ 6827737 h 7068065"/>
              <a:gd name="connsiteX6" fmla="*/ 913917 w 2832453"/>
              <a:gd name="connsiteY6" fmla="*/ 6791162 h 7068065"/>
              <a:gd name="connsiteX7" fmla="*/ 894254 w 2832453"/>
              <a:gd name="connsiteY7" fmla="*/ 6715881 h 7068065"/>
              <a:gd name="connsiteX8" fmla="*/ 888457 w 2832453"/>
              <a:gd name="connsiteY8" fmla="*/ 6675604 h 7068065"/>
              <a:gd name="connsiteX9" fmla="*/ 832520 w 2832453"/>
              <a:gd name="connsiteY9" fmla="*/ 6551195 h 7068065"/>
              <a:gd name="connsiteX10" fmla="*/ 824861 w 2832453"/>
              <a:gd name="connsiteY10" fmla="*/ 6538406 h 7068065"/>
              <a:gd name="connsiteX11" fmla="*/ 821768 w 2832453"/>
              <a:gd name="connsiteY11" fmla="*/ 6491357 h 7068065"/>
              <a:gd name="connsiteX12" fmla="*/ 825924 w 2832453"/>
              <a:gd name="connsiteY12" fmla="*/ 6456978 h 7068065"/>
              <a:gd name="connsiteX13" fmla="*/ 816645 w 2832453"/>
              <a:gd name="connsiteY13" fmla="*/ 6364946 h 7068065"/>
              <a:gd name="connsiteX14" fmla="*/ 821931 w 2832453"/>
              <a:gd name="connsiteY14" fmla="*/ 6278166 h 7068065"/>
              <a:gd name="connsiteX15" fmla="*/ 961574 w 2832453"/>
              <a:gd name="connsiteY15" fmla="*/ 5722156 h 7068065"/>
              <a:gd name="connsiteX16" fmla="*/ 1087234 w 2832453"/>
              <a:gd name="connsiteY16" fmla="*/ 3753036 h 7068065"/>
              <a:gd name="connsiteX17" fmla="*/ 1044843 w 2832453"/>
              <a:gd name="connsiteY17" fmla="*/ 3396423 h 7068065"/>
              <a:gd name="connsiteX18" fmla="*/ 1044833 w 2832453"/>
              <a:gd name="connsiteY18" fmla="*/ 3372502 h 7068065"/>
              <a:gd name="connsiteX19" fmla="*/ 1040456 w 2832453"/>
              <a:gd name="connsiteY19" fmla="*/ 3336464 h 7068065"/>
              <a:gd name="connsiteX20" fmla="*/ 1020303 w 2832453"/>
              <a:gd name="connsiteY20" fmla="*/ 3274080 h 7068065"/>
              <a:gd name="connsiteX21" fmla="*/ 993402 w 2832453"/>
              <a:gd name="connsiteY21" fmla="*/ 3201478 h 7068065"/>
              <a:gd name="connsiteX22" fmla="*/ 969743 w 2832453"/>
              <a:gd name="connsiteY22" fmla="*/ 3145356 h 7068065"/>
              <a:gd name="connsiteX23" fmla="*/ 942626 w 2832453"/>
              <a:gd name="connsiteY23" fmla="*/ 3006779 h 7068065"/>
              <a:gd name="connsiteX24" fmla="*/ 940045 w 2832453"/>
              <a:gd name="connsiteY24" fmla="*/ 2986896 h 7068065"/>
              <a:gd name="connsiteX25" fmla="*/ 951472 w 2832453"/>
              <a:gd name="connsiteY25" fmla="*/ 2942700 h 7068065"/>
              <a:gd name="connsiteX26" fmla="*/ 928622 w 2832453"/>
              <a:gd name="connsiteY26" fmla="*/ 2806426 h 7068065"/>
              <a:gd name="connsiteX27" fmla="*/ 932496 w 2832453"/>
              <a:gd name="connsiteY27" fmla="*/ 2642976 h 7068065"/>
              <a:gd name="connsiteX28" fmla="*/ 913470 w 2832453"/>
              <a:gd name="connsiteY28" fmla="*/ 2434546 h 7068065"/>
              <a:gd name="connsiteX29" fmla="*/ 879271 w 2832453"/>
              <a:gd name="connsiteY29" fmla="*/ 2200027 h 7068065"/>
              <a:gd name="connsiteX30" fmla="*/ 865203 w 2832453"/>
              <a:gd name="connsiteY30" fmla="*/ 2164060 h 7068065"/>
              <a:gd name="connsiteX31" fmla="*/ 835966 w 2832453"/>
              <a:gd name="connsiteY31" fmla="*/ 2079446 h 7068065"/>
              <a:gd name="connsiteX32" fmla="*/ 819186 w 2832453"/>
              <a:gd name="connsiteY32" fmla="*/ 2035262 h 7068065"/>
              <a:gd name="connsiteX33" fmla="*/ 811617 w 2832453"/>
              <a:gd name="connsiteY33" fmla="*/ 1967807 h 7068065"/>
              <a:gd name="connsiteX34" fmla="*/ 806658 w 2832453"/>
              <a:gd name="connsiteY34" fmla="*/ 1961484 h 7068065"/>
              <a:gd name="connsiteX35" fmla="*/ 778232 w 2832453"/>
              <a:gd name="connsiteY35" fmla="*/ 1907774 h 7068065"/>
              <a:gd name="connsiteX36" fmla="*/ 767884 w 2832453"/>
              <a:gd name="connsiteY36" fmla="*/ 1874162 h 7068065"/>
              <a:gd name="connsiteX37" fmla="*/ 746293 w 2832453"/>
              <a:gd name="connsiteY37" fmla="*/ 1811364 h 7068065"/>
              <a:gd name="connsiteX38" fmla="*/ 731667 w 2832453"/>
              <a:gd name="connsiteY38" fmla="*/ 1774178 h 7068065"/>
              <a:gd name="connsiteX39" fmla="*/ 665008 w 2832453"/>
              <a:gd name="connsiteY39" fmla="*/ 1705612 h 7068065"/>
              <a:gd name="connsiteX40" fmla="*/ 596135 w 2832453"/>
              <a:gd name="connsiteY40" fmla="*/ 1607637 h 7068065"/>
              <a:gd name="connsiteX41" fmla="*/ 545478 w 2832453"/>
              <a:gd name="connsiteY41" fmla="*/ 1509187 h 7068065"/>
              <a:gd name="connsiteX42" fmla="*/ 509531 w 2832453"/>
              <a:gd name="connsiteY42" fmla="*/ 1406809 h 7068065"/>
              <a:gd name="connsiteX43" fmla="*/ 458961 w 2832453"/>
              <a:gd name="connsiteY43" fmla="*/ 1361448 h 7068065"/>
              <a:gd name="connsiteX44" fmla="*/ 387365 w 2832453"/>
              <a:gd name="connsiteY44" fmla="*/ 1177594 h 7068065"/>
              <a:gd name="connsiteX45" fmla="*/ 339692 w 2832453"/>
              <a:gd name="connsiteY45" fmla="*/ 934241 h 7068065"/>
              <a:gd name="connsiteX46" fmla="*/ 334081 w 2832453"/>
              <a:gd name="connsiteY46" fmla="*/ 885107 h 7068065"/>
              <a:gd name="connsiteX47" fmla="*/ 340329 w 2832453"/>
              <a:gd name="connsiteY47" fmla="*/ 854901 h 7068065"/>
              <a:gd name="connsiteX48" fmla="*/ 348544 w 2832453"/>
              <a:gd name="connsiteY48" fmla="*/ 790031 h 7068065"/>
              <a:gd name="connsiteX49" fmla="*/ 301106 w 2832453"/>
              <a:gd name="connsiteY49" fmla="*/ 658339 h 7068065"/>
              <a:gd name="connsiteX50" fmla="*/ 269591 w 2832453"/>
              <a:gd name="connsiteY50" fmla="*/ 601872 h 7068065"/>
              <a:gd name="connsiteX51" fmla="*/ 143947 w 2832453"/>
              <a:gd name="connsiteY51" fmla="*/ 477500 h 7068065"/>
              <a:gd name="connsiteX52" fmla="*/ 119442 w 2832453"/>
              <a:gd name="connsiteY52" fmla="*/ 427534 h 7068065"/>
              <a:gd name="connsiteX53" fmla="*/ 86890 w 2832453"/>
              <a:gd name="connsiteY53" fmla="*/ 380972 h 7068065"/>
              <a:gd name="connsiteX54" fmla="*/ 64563 w 2832453"/>
              <a:gd name="connsiteY54" fmla="*/ 344744 h 7068065"/>
              <a:gd name="connsiteX55" fmla="*/ 0 w 2832453"/>
              <a:gd name="connsiteY55" fmla="*/ 272642 h 7068065"/>
              <a:gd name="connsiteX56" fmla="*/ 1814290 w 2832453"/>
              <a:gd name="connsiteY56" fmla="*/ 0 h 7068065"/>
              <a:gd name="connsiteX0" fmla="*/ 1814290 w 2832453"/>
              <a:gd name="connsiteY0" fmla="*/ 0 h 7068065"/>
              <a:gd name="connsiteX1" fmla="*/ 2832453 w 2832453"/>
              <a:gd name="connsiteY1" fmla="*/ 6781999 h 7068065"/>
              <a:gd name="connsiteX2" fmla="*/ 926960 w 2832453"/>
              <a:gd name="connsiteY2" fmla="*/ 7068065 h 7068065"/>
              <a:gd name="connsiteX3" fmla="*/ 948427 w 2832453"/>
              <a:gd name="connsiteY3" fmla="*/ 7030606 h 7068065"/>
              <a:gd name="connsiteX4" fmla="*/ 945881 w 2832453"/>
              <a:gd name="connsiteY4" fmla="*/ 6918617 h 7068065"/>
              <a:gd name="connsiteX5" fmla="*/ 933643 w 2832453"/>
              <a:gd name="connsiteY5" fmla="*/ 6827737 h 7068065"/>
              <a:gd name="connsiteX6" fmla="*/ 913917 w 2832453"/>
              <a:gd name="connsiteY6" fmla="*/ 6791162 h 7068065"/>
              <a:gd name="connsiteX7" fmla="*/ 894254 w 2832453"/>
              <a:gd name="connsiteY7" fmla="*/ 6715881 h 7068065"/>
              <a:gd name="connsiteX8" fmla="*/ 888457 w 2832453"/>
              <a:gd name="connsiteY8" fmla="*/ 6675604 h 7068065"/>
              <a:gd name="connsiteX9" fmla="*/ 832520 w 2832453"/>
              <a:gd name="connsiteY9" fmla="*/ 6551195 h 7068065"/>
              <a:gd name="connsiteX10" fmla="*/ 824861 w 2832453"/>
              <a:gd name="connsiteY10" fmla="*/ 6538406 h 7068065"/>
              <a:gd name="connsiteX11" fmla="*/ 821768 w 2832453"/>
              <a:gd name="connsiteY11" fmla="*/ 6491357 h 7068065"/>
              <a:gd name="connsiteX12" fmla="*/ 825924 w 2832453"/>
              <a:gd name="connsiteY12" fmla="*/ 6456978 h 7068065"/>
              <a:gd name="connsiteX13" fmla="*/ 816645 w 2832453"/>
              <a:gd name="connsiteY13" fmla="*/ 6364946 h 7068065"/>
              <a:gd name="connsiteX14" fmla="*/ 821931 w 2832453"/>
              <a:gd name="connsiteY14" fmla="*/ 6278166 h 7068065"/>
              <a:gd name="connsiteX15" fmla="*/ 961574 w 2832453"/>
              <a:gd name="connsiteY15" fmla="*/ 5722156 h 7068065"/>
              <a:gd name="connsiteX16" fmla="*/ 1101226 w 2832453"/>
              <a:gd name="connsiteY16" fmla="*/ 4011574 h 7068065"/>
              <a:gd name="connsiteX17" fmla="*/ 1044843 w 2832453"/>
              <a:gd name="connsiteY17" fmla="*/ 3396423 h 7068065"/>
              <a:gd name="connsiteX18" fmla="*/ 1044833 w 2832453"/>
              <a:gd name="connsiteY18" fmla="*/ 3372502 h 7068065"/>
              <a:gd name="connsiteX19" fmla="*/ 1040456 w 2832453"/>
              <a:gd name="connsiteY19" fmla="*/ 3336464 h 7068065"/>
              <a:gd name="connsiteX20" fmla="*/ 1020303 w 2832453"/>
              <a:gd name="connsiteY20" fmla="*/ 3274080 h 7068065"/>
              <a:gd name="connsiteX21" fmla="*/ 993402 w 2832453"/>
              <a:gd name="connsiteY21" fmla="*/ 3201478 h 7068065"/>
              <a:gd name="connsiteX22" fmla="*/ 969743 w 2832453"/>
              <a:gd name="connsiteY22" fmla="*/ 3145356 h 7068065"/>
              <a:gd name="connsiteX23" fmla="*/ 942626 w 2832453"/>
              <a:gd name="connsiteY23" fmla="*/ 3006779 h 7068065"/>
              <a:gd name="connsiteX24" fmla="*/ 940045 w 2832453"/>
              <a:gd name="connsiteY24" fmla="*/ 2986896 h 7068065"/>
              <a:gd name="connsiteX25" fmla="*/ 951472 w 2832453"/>
              <a:gd name="connsiteY25" fmla="*/ 2942700 h 7068065"/>
              <a:gd name="connsiteX26" fmla="*/ 928622 w 2832453"/>
              <a:gd name="connsiteY26" fmla="*/ 2806426 h 7068065"/>
              <a:gd name="connsiteX27" fmla="*/ 932496 w 2832453"/>
              <a:gd name="connsiteY27" fmla="*/ 2642976 h 7068065"/>
              <a:gd name="connsiteX28" fmla="*/ 913470 w 2832453"/>
              <a:gd name="connsiteY28" fmla="*/ 2434546 h 7068065"/>
              <a:gd name="connsiteX29" fmla="*/ 879271 w 2832453"/>
              <a:gd name="connsiteY29" fmla="*/ 2200027 h 7068065"/>
              <a:gd name="connsiteX30" fmla="*/ 865203 w 2832453"/>
              <a:gd name="connsiteY30" fmla="*/ 2164060 h 7068065"/>
              <a:gd name="connsiteX31" fmla="*/ 835966 w 2832453"/>
              <a:gd name="connsiteY31" fmla="*/ 2079446 h 7068065"/>
              <a:gd name="connsiteX32" fmla="*/ 819186 w 2832453"/>
              <a:gd name="connsiteY32" fmla="*/ 2035262 h 7068065"/>
              <a:gd name="connsiteX33" fmla="*/ 811617 w 2832453"/>
              <a:gd name="connsiteY33" fmla="*/ 1967807 h 7068065"/>
              <a:gd name="connsiteX34" fmla="*/ 806658 w 2832453"/>
              <a:gd name="connsiteY34" fmla="*/ 1961484 h 7068065"/>
              <a:gd name="connsiteX35" fmla="*/ 778232 w 2832453"/>
              <a:gd name="connsiteY35" fmla="*/ 1907774 h 7068065"/>
              <a:gd name="connsiteX36" fmla="*/ 767884 w 2832453"/>
              <a:gd name="connsiteY36" fmla="*/ 1874162 h 7068065"/>
              <a:gd name="connsiteX37" fmla="*/ 746293 w 2832453"/>
              <a:gd name="connsiteY37" fmla="*/ 1811364 h 7068065"/>
              <a:gd name="connsiteX38" fmla="*/ 731667 w 2832453"/>
              <a:gd name="connsiteY38" fmla="*/ 1774178 h 7068065"/>
              <a:gd name="connsiteX39" fmla="*/ 665008 w 2832453"/>
              <a:gd name="connsiteY39" fmla="*/ 1705612 h 7068065"/>
              <a:gd name="connsiteX40" fmla="*/ 596135 w 2832453"/>
              <a:gd name="connsiteY40" fmla="*/ 1607637 h 7068065"/>
              <a:gd name="connsiteX41" fmla="*/ 545478 w 2832453"/>
              <a:gd name="connsiteY41" fmla="*/ 1509187 h 7068065"/>
              <a:gd name="connsiteX42" fmla="*/ 509531 w 2832453"/>
              <a:gd name="connsiteY42" fmla="*/ 1406809 h 7068065"/>
              <a:gd name="connsiteX43" fmla="*/ 458961 w 2832453"/>
              <a:gd name="connsiteY43" fmla="*/ 1361448 h 7068065"/>
              <a:gd name="connsiteX44" fmla="*/ 387365 w 2832453"/>
              <a:gd name="connsiteY44" fmla="*/ 1177594 h 7068065"/>
              <a:gd name="connsiteX45" fmla="*/ 339692 w 2832453"/>
              <a:gd name="connsiteY45" fmla="*/ 934241 h 7068065"/>
              <a:gd name="connsiteX46" fmla="*/ 334081 w 2832453"/>
              <a:gd name="connsiteY46" fmla="*/ 885107 h 7068065"/>
              <a:gd name="connsiteX47" fmla="*/ 340329 w 2832453"/>
              <a:gd name="connsiteY47" fmla="*/ 854901 h 7068065"/>
              <a:gd name="connsiteX48" fmla="*/ 348544 w 2832453"/>
              <a:gd name="connsiteY48" fmla="*/ 790031 h 7068065"/>
              <a:gd name="connsiteX49" fmla="*/ 301106 w 2832453"/>
              <a:gd name="connsiteY49" fmla="*/ 658339 h 7068065"/>
              <a:gd name="connsiteX50" fmla="*/ 269591 w 2832453"/>
              <a:gd name="connsiteY50" fmla="*/ 601872 h 7068065"/>
              <a:gd name="connsiteX51" fmla="*/ 143947 w 2832453"/>
              <a:gd name="connsiteY51" fmla="*/ 477500 h 7068065"/>
              <a:gd name="connsiteX52" fmla="*/ 119442 w 2832453"/>
              <a:gd name="connsiteY52" fmla="*/ 427534 h 7068065"/>
              <a:gd name="connsiteX53" fmla="*/ 86890 w 2832453"/>
              <a:gd name="connsiteY53" fmla="*/ 380972 h 7068065"/>
              <a:gd name="connsiteX54" fmla="*/ 64563 w 2832453"/>
              <a:gd name="connsiteY54" fmla="*/ 344744 h 7068065"/>
              <a:gd name="connsiteX55" fmla="*/ 0 w 2832453"/>
              <a:gd name="connsiteY55" fmla="*/ 272642 h 7068065"/>
              <a:gd name="connsiteX56" fmla="*/ 1814290 w 2832453"/>
              <a:gd name="connsiteY56" fmla="*/ 0 h 7068065"/>
              <a:gd name="connsiteX0" fmla="*/ 1814290 w 2832453"/>
              <a:gd name="connsiteY0" fmla="*/ 0 h 7068065"/>
              <a:gd name="connsiteX1" fmla="*/ 2832453 w 2832453"/>
              <a:gd name="connsiteY1" fmla="*/ 6781999 h 7068065"/>
              <a:gd name="connsiteX2" fmla="*/ 926960 w 2832453"/>
              <a:gd name="connsiteY2" fmla="*/ 7068065 h 7068065"/>
              <a:gd name="connsiteX3" fmla="*/ 948427 w 2832453"/>
              <a:gd name="connsiteY3" fmla="*/ 7030606 h 7068065"/>
              <a:gd name="connsiteX4" fmla="*/ 945881 w 2832453"/>
              <a:gd name="connsiteY4" fmla="*/ 6918617 h 7068065"/>
              <a:gd name="connsiteX5" fmla="*/ 933643 w 2832453"/>
              <a:gd name="connsiteY5" fmla="*/ 6827737 h 7068065"/>
              <a:gd name="connsiteX6" fmla="*/ 913917 w 2832453"/>
              <a:gd name="connsiteY6" fmla="*/ 6791162 h 7068065"/>
              <a:gd name="connsiteX7" fmla="*/ 894254 w 2832453"/>
              <a:gd name="connsiteY7" fmla="*/ 6715881 h 7068065"/>
              <a:gd name="connsiteX8" fmla="*/ 888457 w 2832453"/>
              <a:gd name="connsiteY8" fmla="*/ 6675604 h 7068065"/>
              <a:gd name="connsiteX9" fmla="*/ 832520 w 2832453"/>
              <a:gd name="connsiteY9" fmla="*/ 6551195 h 7068065"/>
              <a:gd name="connsiteX10" fmla="*/ 824861 w 2832453"/>
              <a:gd name="connsiteY10" fmla="*/ 6538406 h 7068065"/>
              <a:gd name="connsiteX11" fmla="*/ 821768 w 2832453"/>
              <a:gd name="connsiteY11" fmla="*/ 6491357 h 7068065"/>
              <a:gd name="connsiteX12" fmla="*/ 825924 w 2832453"/>
              <a:gd name="connsiteY12" fmla="*/ 6456978 h 7068065"/>
              <a:gd name="connsiteX13" fmla="*/ 816645 w 2832453"/>
              <a:gd name="connsiteY13" fmla="*/ 6364946 h 7068065"/>
              <a:gd name="connsiteX14" fmla="*/ 821931 w 2832453"/>
              <a:gd name="connsiteY14" fmla="*/ 6278166 h 7068065"/>
              <a:gd name="connsiteX15" fmla="*/ 961574 w 2832453"/>
              <a:gd name="connsiteY15" fmla="*/ 5722156 h 7068065"/>
              <a:gd name="connsiteX16" fmla="*/ 1101226 w 2832453"/>
              <a:gd name="connsiteY16" fmla="*/ 4011574 h 7068065"/>
              <a:gd name="connsiteX17" fmla="*/ 1044843 w 2832453"/>
              <a:gd name="connsiteY17" fmla="*/ 3396423 h 7068065"/>
              <a:gd name="connsiteX18" fmla="*/ 1086744 w 2832453"/>
              <a:gd name="connsiteY18" fmla="*/ 3651672 h 7068065"/>
              <a:gd name="connsiteX19" fmla="*/ 1040456 w 2832453"/>
              <a:gd name="connsiteY19" fmla="*/ 3336464 h 7068065"/>
              <a:gd name="connsiteX20" fmla="*/ 1020303 w 2832453"/>
              <a:gd name="connsiteY20" fmla="*/ 3274080 h 7068065"/>
              <a:gd name="connsiteX21" fmla="*/ 993402 w 2832453"/>
              <a:gd name="connsiteY21" fmla="*/ 3201478 h 7068065"/>
              <a:gd name="connsiteX22" fmla="*/ 969743 w 2832453"/>
              <a:gd name="connsiteY22" fmla="*/ 3145356 h 7068065"/>
              <a:gd name="connsiteX23" fmla="*/ 942626 w 2832453"/>
              <a:gd name="connsiteY23" fmla="*/ 3006779 h 7068065"/>
              <a:gd name="connsiteX24" fmla="*/ 940045 w 2832453"/>
              <a:gd name="connsiteY24" fmla="*/ 2986896 h 7068065"/>
              <a:gd name="connsiteX25" fmla="*/ 951472 w 2832453"/>
              <a:gd name="connsiteY25" fmla="*/ 2942700 h 7068065"/>
              <a:gd name="connsiteX26" fmla="*/ 928622 w 2832453"/>
              <a:gd name="connsiteY26" fmla="*/ 2806426 h 7068065"/>
              <a:gd name="connsiteX27" fmla="*/ 932496 w 2832453"/>
              <a:gd name="connsiteY27" fmla="*/ 2642976 h 7068065"/>
              <a:gd name="connsiteX28" fmla="*/ 913470 w 2832453"/>
              <a:gd name="connsiteY28" fmla="*/ 2434546 h 7068065"/>
              <a:gd name="connsiteX29" fmla="*/ 879271 w 2832453"/>
              <a:gd name="connsiteY29" fmla="*/ 2200027 h 7068065"/>
              <a:gd name="connsiteX30" fmla="*/ 865203 w 2832453"/>
              <a:gd name="connsiteY30" fmla="*/ 2164060 h 7068065"/>
              <a:gd name="connsiteX31" fmla="*/ 835966 w 2832453"/>
              <a:gd name="connsiteY31" fmla="*/ 2079446 h 7068065"/>
              <a:gd name="connsiteX32" fmla="*/ 819186 w 2832453"/>
              <a:gd name="connsiteY32" fmla="*/ 2035262 h 7068065"/>
              <a:gd name="connsiteX33" fmla="*/ 811617 w 2832453"/>
              <a:gd name="connsiteY33" fmla="*/ 1967807 h 7068065"/>
              <a:gd name="connsiteX34" fmla="*/ 806658 w 2832453"/>
              <a:gd name="connsiteY34" fmla="*/ 1961484 h 7068065"/>
              <a:gd name="connsiteX35" fmla="*/ 778232 w 2832453"/>
              <a:gd name="connsiteY35" fmla="*/ 1907774 h 7068065"/>
              <a:gd name="connsiteX36" fmla="*/ 767884 w 2832453"/>
              <a:gd name="connsiteY36" fmla="*/ 1874162 h 7068065"/>
              <a:gd name="connsiteX37" fmla="*/ 746293 w 2832453"/>
              <a:gd name="connsiteY37" fmla="*/ 1811364 h 7068065"/>
              <a:gd name="connsiteX38" fmla="*/ 731667 w 2832453"/>
              <a:gd name="connsiteY38" fmla="*/ 1774178 h 7068065"/>
              <a:gd name="connsiteX39" fmla="*/ 665008 w 2832453"/>
              <a:gd name="connsiteY39" fmla="*/ 1705612 h 7068065"/>
              <a:gd name="connsiteX40" fmla="*/ 596135 w 2832453"/>
              <a:gd name="connsiteY40" fmla="*/ 1607637 h 7068065"/>
              <a:gd name="connsiteX41" fmla="*/ 545478 w 2832453"/>
              <a:gd name="connsiteY41" fmla="*/ 1509187 h 7068065"/>
              <a:gd name="connsiteX42" fmla="*/ 509531 w 2832453"/>
              <a:gd name="connsiteY42" fmla="*/ 1406809 h 7068065"/>
              <a:gd name="connsiteX43" fmla="*/ 458961 w 2832453"/>
              <a:gd name="connsiteY43" fmla="*/ 1361448 h 7068065"/>
              <a:gd name="connsiteX44" fmla="*/ 387365 w 2832453"/>
              <a:gd name="connsiteY44" fmla="*/ 1177594 h 7068065"/>
              <a:gd name="connsiteX45" fmla="*/ 339692 w 2832453"/>
              <a:gd name="connsiteY45" fmla="*/ 934241 h 7068065"/>
              <a:gd name="connsiteX46" fmla="*/ 334081 w 2832453"/>
              <a:gd name="connsiteY46" fmla="*/ 885107 h 7068065"/>
              <a:gd name="connsiteX47" fmla="*/ 340329 w 2832453"/>
              <a:gd name="connsiteY47" fmla="*/ 854901 h 7068065"/>
              <a:gd name="connsiteX48" fmla="*/ 348544 w 2832453"/>
              <a:gd name="connsiteY48" fmla="*/ 790031 h 7068065"/>
              <a:gd name="connsiteX49" fmla="*/ 301106 w 2832453"/>
              <a:gd name="connsiteY49" fmla="*/ 658339 h 7068065"/>
              <a:gd name="connsiteX50" fmla="*/ 269591 w 2832453"/>
              <a:gd name="connsiteY50" fmla="*/ 601872 h 7068065"/>
              <a:gd name="connsiteX51" fmla="*/ 143947 w 2832453"/>
              <a:gd name="connsiteY51" fmla="*/ 477500 h 7068065"/>
              <a:gd name="connsiteX52" fmla="*/ 119442 w 2832453"/>
              <a:gd name="connsiteY52" fmla="*/ 427534 h 7068065"/>
              <a:gd name="connsiteX53" fmla="*/ 86890 w 2832453"/>
              <a:gd name="connsiteY53" fmla="*/ 380972 h 7068065"/>
              <a:gd name="connsiteX54" fmla="*/ 64563 w 2832453"/>
              <a:gd name="connsiteY54" fmla="*/ 344744 h 7068065"/>
              <a:gd name="connsiteX55" fmla="*/ 0 w 2832453"/>
              <a:gd name="connsiteY55" fmla="*/ 272642 h 7068065"/>
              <a:gd name="connsiteX56" fmla="*/ 1814290 w 2832453"/>
              <a:gd name="connsiteY56" fmla="*/ 0 h 7068065"/>
              <a:gd name="connsiteX0" fmla="*/ 1814290 w 2832453"/>
              <a:gd name="connsiteY0" fmla="*/ 0 h 7068065"/>
              <a:gd name="connsiteX1" fmla="*/ 2832453 w 2832453"/>
              <a:gd name="connsiteY1" fmla="*/ 6781999 h 7068065"/>
              <a:gd name="connsiteX2" fmla="*/ 926960 w 2832453"/>
              <a:gd name="connsiteY2" fmla="*/ 7068065 h 7068065"/>
              <a:gd name="connsiteX3" fmla="*/ 948427 w 2832453"/>
              <a:gd name="connsiteY3" fmla="*/ 7030606 h 7068065"/>
              <a:gd name="connsiteX4" fmla="*/ 945881 w 2832453"/>
              <a:gd name="connsiteY4" fmla="*/ 6918617 h 7068065"/>
              <a:gd name="connsiteX5" fmla="*/ 933643 w 2832453"/>
              <a:gd name="connsiteY5" fmla="*/ 6827737 h 7068065"/>
              <a:gd name="connsiteX6" fmla="*/ 913917 w 2832453"/>
              <a:gd name="connsiteY6" fmla="*/ 6791162 h 7068065"/>
              <a:gd name="connsiteX7" fmla="*/ 894254 w 2832453"/>
              <a:gd name="connsiteY7" fmla="*/ 6715881 h 7068065"/>
              <a:gd name="connsiteX8" fmla="*/ 888457 w 2832453"/>
              <a:gd name="connsiteY8" fmla="*/ 6675604 h 7068065"/>
              <a:gd name="connsiteX9" fmla="*/ 832520 w 2832453"/>
              <a:gd name="connsiteY9" fmla="*/ 6551195 h 7068065"/>
              <a:gd name="connsiteX10" fmla="*/ 824861 w 2832453"/>
              <a:gd name="connsiteY10" fmla="*/ 6538406 h 7068065"/>
              <a:gd name="connsiteX11" fmla="*/ 821768 w 2832453"/>
              <a:gd name="connsiteY11" fmla="*/ 6491357 h 7068065"/>
              <a:gd name="connsiteX12" fmla="*/ 825924 w 2832453"/>
              <a:gd name="connsiteY12" fmla="*/ 6456978 h 7068065"/>
              <a:gd name="connsiteX13" fmla="*/ 816645 w 2832453"/>
              <a:gd name="connsiteY13" fmla="*/ 6364946 h 7068065"/>
              <a:gd name="connsiteX14" fmla="*/ 821931 w 2832453"/>
              <a:gd name="connsiteY14" fmla="*/ 6278166 h 7068065"/>
              <a:gd name="connsiteX15" fmla="*/ 961574 w 2832453"/>
              <a:gd name="connsiteY15" fmla="*/ 5722156 h 7068065"/>
              <a:gd name="connsiteX16" fmla="*/ 1101226 w 2832453"/>
              <a:gd name="connsiteY16" fmla="*/ 4011574 h 7068065"/>
              <a:gd name="connsiteX17" fmla="*/ 1111000 w 2832453"/>
              <a:gd name="connsiteY17" fmla="*/ 3423725 h 7068065"/>
              <a:gd name="connsiteX18" fmla="*/ 1086744 w 2832453"/>
              <a:gd name="connsiteY18" fmla="*/ 3651672 h 7068065"/>
              <a:gd name="connsiteX19" fmla="*/ 1040456 w 2832453"/>
              <a:gd name="connsiteY19" fmla="*/ 3336464 h 7068065"/>
              <a:gd name="connsiteX20" fmla="*/ 1020303 w 2832453"/>
              <a:gd name="connsiteY20" fmla="*/ 3274080 h 7068065"/>
              <a:gd name="connsiteX21" fmla="*/ 993402 w 2832453"/>
              <a:gd name="connsiteY21" fmla="*/ 3201478 h 7068065"/>
              <a:gd name="connsiteX22" fmla="*/ 969743 w 2832453"/>
              <a:gd name="connsiteY22" fmla="*/ 3145356 h 7068065"/>
              <a:gd name="connsiteX23" fmla="*/ 942626 w 2832453"/>
              <a:gd name="connsiteY23" fmla="*/ 3006779 h 7068065"/>
              <a:gd name="connsiteX24" fmla="*/ 940045 w 2832453"/>
              <a:gd name="connsiteY24" fmla="*/ 2986896 h 7068065"/>
              <a:gd name="connsiteX25" fmla="*/ 951472 w 2832453"/>
              <a:gd name="connsiteY25" fmla="*/ 2942700 h 7068065"/>
              <a:gd name="connsiteX26" fmla="*/ 928622 w 2832453"/>
              <a:gd name="connsiteY26" fmla="*/ 2806426 h 7068065"/>
              <a:gd name="connsiteX27" fmla="*/ 932496 w 2832453"/>
              <a:gd name="connsiteY27" fmla="*/ 2642976 h 7068065"/>
              <a:gd name="connsiteX28" fmla="*/ 913470 w 2832453"/>
              <a:gd name="connsiteY28" fmla="*/ 2434546 h 7068065"/>
              <a:gd name="connsiteX29" fmla="*/ 879271 w 2832453"/>
              <a:gd name="connsiteY29" fmla="*/ 2200027 h 7068065"/>
              <a:gd name="connsiteX30" fmla="*/ 865203 w 2832453"/>
              <a:gd name="connsiteY30" fmla="*/ 2164060 h 7068065"/>
              <a:gd name="connsiteX31" fmla="*/ 835966 w 2832453"/>
              <a:gd name="connsiteY31" fmla="*/ 2079446 h 7068065"/>
              <a:gd name="connsiteX32" fmla="*/ 819186 w 2832453"/>
              <a:gd name="connsiteY32" fmla="*/ 2035262 h 7068065"/>
              <a:gd name="connsiteX33" fmla="*/ 811617 w 2832453"/>
              <a:gd name="connsiteY33" fmla="*/ 1967807 h 7068065"/>
              <a:gd name="connsiteX34" fmla="*/ 806658 w 2832453"/>
              <a:gd name="connsiteY34" fmla="*/ 1961484 h 7068065"/>
              <a:gd name="connsiteX35" fmla="*/ 778232 w 2832453"/>
              <a:gd name="connsiteY35" fmla="*/ 1907774 h 7068065"/>
              <a:gd name="connsiteX36" fmla="*/ 767884 w 2832453"/>
              <a:gd name="connsiteY36" fmla="*/ 1874162 h 7068065"/>
              <a:gd name="connsiteX37" fmla="*/ 746293 w 2832453"/>
              <a:gd name="connsiteY37" fmla="*/ 1811364 h 7068065"/>
              <a:gd name="connsiteX38" fmla="*/ 731667 w 2832453"/>
              <a:gd name="connsiteY38" fmla="*/ 1774178 h 7068065"/>
              <a:gd name="connsiteX39" fmla="*/ 665008 w 2832453"/>
              <a:gd name="connsiteY39" fmla="*/ 1705612 h 7068065"/>
              <a:gd name="connsiteX40" fmla="*/ 596135 w 2832453"/>
              <a:gd name="connsiteY40" fmla="*/ 1607637 h 7068065"/>
              <a:gd name="connsiteX41" fmla="*/ 545478 w 2832453"/>
              <a:gd name="connsiteY41" fmla="*/ 1509187 h 7068065"/>
              <a:gd name="connsiteX42" fmla="*/ 509531 w 2832453"/>
              <a:gd name="connsiteY42" fmla="*/ 1406809 h 7068065"/>
              <a:gd name="connsiteX43" fmla="*/ 458961 w 2832453"/>
              <a:gd name="connsiteY43" fmla="*/ 1361448 h 7068065"/>
              <a:gd name="connsiteX44" fmla="*/ 387365 w 2832453"/>
              <a:gd name="connsiteY44" fmla="*/ 1177594 h 7068065"/>
              <a:gd name="connsiteX45" fmla="*/ 339692 w 2832453"/>
              <a:gd name="connsiteY45" fmla="*/ 934241 h 7068065"/>
              <a:gd name="connsiteX46" fmla="*/ 334081 w 2832453"/>
              <a:gd name="connsiteY46" fmla="*/ 885107 h 7068065"/>
              <a:gd name="connsiteX47" fmla="*/ 340329 w 2832453"/>
              <a:gd name="connsiteY47" fmla="*/ 854901 h 7068065"/>
              <a:gd name="connsiteX48" fmla="*/ 348544 w 2832453"/>
              <a:gd name="connsiteY48" fmla="*/ 790031 h 7068065"/>
              <a:gd name="connsiteX49" fmla="*/ 301106 w 2832453"/>
              <a:gd name="connsiteY49" fmla="*/ 658339 h 7068065"/>
              <a:gd name="connsiteX50" fmla="*/ 269591 w 2832453"/>
              <a:gd name="connsiteY50" fmla="*/ 601872 h 7068065"/>
              <a:gd name="connsiteX51" fmla="*/ 143947 w 2832453"/>
              <a:gd name="connsiteY51" fmla="*/ 477500 h 7068065"/>
              <a:gd name="connsiteX52" fmla="*/ 119442 w 2832453"/>
              <a:gd name="connsiteY52" fmla="*/ 427534 h 7068065"/>
              <a:gd name="connsiteX53" fmla="*/ 86890 w 2832453"/>
              <a:gd name="connsiteY53" fmla="*/ 380972 h 7068065"/>
              <a:gd name="connsiteX54" fmla="*/ 64563 w 2832453"/>
              <a:gd name="connsiteY54" fmla="*/ 344744 h 7068065"/>
              <a:gd name="connsiteX55" fmla="*/ 0 w 2832453"/>
              <a:gd name="connsiteY55" fmla="*/ 272642 h 7068065"/>
              <a:gd name="connsiteX56" fmla="*/ 1814290 w 2832453"/>
              <a:gd name="connsiteY56" fmla="*/ 0 h 7068065"/>
              <a:gd name="connsiteX0" fmla="*/ 1814290 w 2832453"/>
              <a:gd name="connsiteY0" fmla="*/ 0 h 7068065"/>
              <a:gd name="connsiteX1" fmla="*/ 2832453 w 2832453"/>
              <a:gd name="connsiteY1" fmla="*/ 6781999 h 7068065"/>
              <a:gd name="connsiteX2" fmla="*/ 926960 w 2832453"/>
              <a:gd name="connsiteY2" fmla="*/ 7068065 h 7068065"/>
              <a:gd name="connsiteX3" fmla="*/ 948427 w 2832453"/>
              <a:gd name="connsiteY3" fmla="*/ 7030606 h 7068065"/>
              <a:gd name="connsiteX4" fmla="*/ 945881 w 2832453"/>
              <a:gd name="connsiteY4" fmla="*/ 6918617 h 7068065"/>
              <a:gd name="connsiteX5" fmla="*/ 933643 w 2832453"/>
              <a:gd name="connsiteY5" fmla="*/ 6827737 h 7068065"/>
              <a:gd name="connsiteX6" fmla="*/ 913917 w 2832453"/>
              <a:gd name="connsiteY6" fmla="*/ 6791162 h 7068065"/>
              <a:gd name="connsiteX7" fmla="*/ 894254 w 2832453"/>
              <a:gd name="connsiteY7" fmla="*/ 6715881 h 7068065"/>
              <a:gd name="connsiteX8" fmla="*/ 888457 w 2832453"/>
              <a:gd name="connsiteY8" fmla="*/ 6675604 h 7068065"/>
              <a:gd name="connsiteX9" fmla="*/ 832520 w 2832453"/>
              <a:gd name="connsiteY9" fmla="*/ 6551195 h 7068065"/>
              <a:gd name="connsiteX10" fmla="*/ 824861 w 2832453"/>
              <a:gd name="connsiteY10" fmla="*/ 6538406 h 7068065"/>
              <a:gd name="connsiteX11" fmla="*/ 821768 w 2832453"/>
              <a:gd name="connsiteY11" fmla="*/ 6491357 h 7068065"/>
              <a:gd name="connsiteX12" fmla="*/ 825924 w 2832453"/>
              <a:gd name="connsiteY12" fmla="*/ 6456978 h 7068065"/>
              <a:gd name="connsiteX13" fmla="*/ 816645 w 2832453"/>
              <a:gd name="connsiteY13" fmla="*/ 6364946 h 7068065"/>
              <a:gd name="connsiteX14" fmla="*/ 926291 w 2832453"/>
              <a:gd name="connsiteY14" fmla="*/ 6063917 h 7068065"/>
              <a:gd name="connsiteX15" fmla="*/ 961574 w 2832453"/>
              <a:gd name="connsiteY15" fmla="*/ 5722156 h 7068065"/>
              <a:gd name="connsiteX16" fmla="*/ 1101226 w 2832453"/>
              <a:gd name="connsiteY16" fmla="*/ 4011574 h 7068065"/>
              <a:gd name="connsiteX17" fmla="*/ 1111000 w 2832453"/>
              <a:gd name="connsiteY17" fmla="*/ 3423725 h 7068065"/>
              <a:gd name="connsiteX18" fmla="*/ 1086744 w 2832453"/>
              <a:gd name="connsiteY18" fmla="*/ 3651672 h 7068065"/>
              <a:gd name="connsiteX19" fmla="*/ 1040456 w 2832453"/>
              <a:gd name="connsiteY19" fmla="*/ 3336464 h 7068065"/>
              <a:gd name="connsiteX20" fmla="*/ 1020303 w 2832453"/>
              <a:gd name="connsiteY20" fmla="*/ 3274080 h 7068065"/>
              <a:gd name="connsiteX21" fmla="*/ 993402 w 2832453"/>
              <a:gd name="connsiteY21" fmla="*/ 3201478 h 7068065"/>
              <a:gd name="connsiteX22" fmla="*/ 969743 w 2832453"/>
              <a:gd name="connsiteY22" fmla="*/ 3145356 h 7068065"/>
              <a:gd name="connsiteX23" fmla="*/ 942626 w 2832453"/>
              <a:gd name="connsiteY23" fmla="*/ 3006779 h 7068065"/>
              <a:gd name="connsiteX24" fmla="*/ 940045 w 2832453"/>
              <a:gd name="connsiteY24" fmla="*/ 2986896 h 7068065"/>
              <a:gd name="connsiteX25" fmla="*/ 951472 w 2832453"/>
              <a:gd name="connsiteY25" fmla="*/ 2942700 h 7068065"/>
              <a:gd name="connsiteX26" fmla="*/ 928622 w 2832453"/>
              <a:gd name="connsiteY26" fmla="*/ 2806426 h 7068065"/>
              <a:gd name="connsiteX27" fmla="*/ 932496 w 2832453"/>
              <a:gd name="connsiteY27" fmla="*/ 2642976 h 7068065"/>
              <a:gd name="connsiteX28" fmla="*/ 913470 w 2832453"/>
              <a:gd name="connsiteY28" fmla="*/ 2434546 h 7068065"/>
              <a:gd name="connsiteX29" fmla="*/ 879271 w 2832453"/>
              <a:gd name="connsiteY29" fmla="*/ 2200027 h 7068065"/>
              <a:gd name="connsiteX30" fmla="*/ 865203 w 2832453"/>
              <a:gd name="connsiteY30" fmla="*/ 2164060 h 7068065"/>
              <a:gd name="connsiteX31" fmla="*/ 835966 w 2832453"/>
              <a:gd name="connsiteY31" fmla="*/ 2079446 h 7068065"/>
              <a:gd name="connsiteX32" fmla="*/ 819186 w 2832453"/>
              <a:gd name="connsiteY32" fmla="*/ 2035262 h 7068065"/>
              <a:gd name="connsiteX33" fmla="*/ 811617 w 2832453"/>
              <a:gd name="connsiteY33" fmla="*/ 1967807 h 7068065"/>
              <a:gd name="connsiteX34" fmla="*/ 806658 w 2832453"/>
              <a:gd name="connsiteY34" fmla="*/ 1961484 h 7068065"/>
              <a:gd name="connsiteX35" fmla="*/ 778232 w 2832453"/>
              <a:gd name="connsiteY35" fmla="*/ 1907774 h 7068065"/>
              <a:gd name="connsiteX36" fmla="*/ 767884 w 2832453"/>
              <a:gd name="connsiteY36" fmla="*/ 1874162 h 7068065"/>
              <a:gd name="connsiteX37" fmla="*/ 746293 w 2832453"/>
              <a:gd name="connsiteY37" fmla="*/ 1811364 h 7068065"/>
              <a:gd name="connsiteX38" fmla="*/ 731667 w 2832453"/>
              <a:gd name="connsiteY38" fmla="*/ 1774178 h 7068065"/>
              <a:gd name="connsiteX39" fmla="*/ 665008 w 2832453"/>
              <a:gd name="connsiteY39" fmla="*/ 1705612 h 7068065"/>
              <a:gd name="connsiteX40" fmla="*/ 596135 w 2832453"/>
              <a:gd name="connsiteY40" fmla="*/ 1607637 h 7068065"/>
              <a:gd name="connsiteX41" fmla="*/ 545478 w 2832453"/>
              <a:gd name="connsiteY41" fmla="*/ 1509187 h 7068065"/>
              <a:gd name="connsiteX42" fmla="*/ 509531 w 2832453"/>
              <a:gd name="connsiteY42" fmla="*/ 1406809 h 7068065"/>
              <a:gd name="connsiteX43" fmla="*/ 458961 w 2832453"/>
              <a:gd name="connsiteY43" fmla="*/ 1361448 h 7068065"/>
              <a:gd name="connsiteX44" fmla="*/ 387365 w 2832453"/>
              <a:gd name="connsiteY44" fmla="*/ 1177594 h 7068065"/>
              <a:gd name="connsiteX45" fmla="*/ 339692 w 2832453"/>
              <a:gd name="connsiteY45" fmla="*/ 934241 h 7068065"/>
              <a:gd name="connsiteX46" fmla="*/ 334081 w 2832453"/>
              <a:gd name="connsiteY46" fmla="*/ 885107 h 7068065"/>
              <a:gd name="connsiteX47" fmla="*/ 340329 w 2832453"/>
              <a:gd name="connsiteY47" fmla="*/ 854901 h 7068065"/>
              <a:gd name="connsiteX48" fmla="*/ 348544 w 2832453"/>
              <a:gd name="connsiteY48" fmla="*/ 790031 h 7068065"/>
              <a:gd name="connsiteX49" fmla="*/ 301106 w 2832453"/>
              <a:gd name="connsiteY49" fmla="*/ 658339 h 7068065"/>
              <a:gd name="connsiteX50" fmla="*/ 269591 w 2832453"/>
              <a:gd name="connsiteY50" fmla="*/ 601872 h 7068065"/>
              <a:gd name="connsiteX51" fmla="*/ 143947 w 2832453"/>
              <a:gd name="connsiteY51" fmla="*/ 477500 h 7068065"/>
              <a:gd name="connsiteX52" fmla="*/ 119442 w 2832453"/>
              <a:gd name="connsiteY52" fmla="*/ 427534 h 7068065"/>
              <a:gd name="connsiteX53" fmla="*/ 86890 w 2832453"/>
              <a:gd name="connsiteY53" fmla="*/ 380972 h 7068065"/>
              <a:gd name="connsiteX54" fmla="*/ 64563 w 2832453"/>
              <a:gd name="connsiteY54" fmla="*/ 344744 h 7068065"/>
              <a:gd name="connsiteX55" fmla="*/ 0 w 2832453"/>
              <a:gd name="connsiteY55" fmla="*/ 272642 h 7068065"/>
              <a:gd name="connsiteX56" fmla="*/ 1814290 w 2832453"/>
              <a:gd name="connsiteY56" fmla="*/ 0 h 7068065"/>
              <a:gd name="connsiteX0" fmla="*/ 1814290 w 2832453"/>
              <a:gd name="connsiteY0" fmla="*/ 0 h 7068065"/>
              <a:gd name="connsiteX1" fmla="*/ 2832453 w 2832453"/>
              <a:gd name="connsiteY1" fmla="*/ 6781999 h 7068065"/>
              <a:gd name="connsiteX2" fmla="*/ 926960 w 2832453"/>
              <a:gd name="connsiteY2" fmla="*/ 7068065 h 7068065"/>
              <a:gd name="connsiteX3" fmla="*/ 948427 w 2832453"/>
              <a:gd name="connsiteY3" fmla="*/ 7030606 h 7068065"/>
              <a:gd name="connsiteX4" fmla="*/ 945881 w 2832453"/>
              <a:gd name="connsiteY4" fmla="*/ 6918617 h 7068065"/>
              <a:gd name="connsiteX5" fmla="*/ 933643 w 2832453"/>
              <a:gd name="connsiteY5" fmla="*/ 6827737 h 7068065"/>
              <a:gd name="connsiteX6" fmla="*/ 913917 w 2832453"/>
              <a:gd name="connsiteY6" fmla="*/ 6791162 h 7068065"/>
              <a:gd name="connsiteX7" fmla="*/ 894254 w 2832453"/>
              <a:gd name="connsiteY7" fmla="*/ 6715881 h 7068065"/>
              <a:gd name="connsiteX8" fmla="*/ 888457 w 2832453"/>
              <a:gd name="connsiteY8" fmla="*/ 6675604 h 7068065"/>
              <a:gd name="connsiteX9" fmla="*/ 832520 w 2832453"/>
              <a:gd name="connsiteY9" fmla="*/ 6551195 h 7068065"/>
              <a:gd name="connsiteX10" fmla="*/ 824861 w 2832453"/>
              <a:gd name="connsiteY10" fmla="*/ 6538406 h 7068065"/>
              <a:gd name="connsiteX11" fmla="*/ 821768 w 2832453"/>
              <a:gd name="connsiteY11" fmla="*/ 6491357 h 7068065"/>
              <a:gd name="connsiteX12" fmla="*/ 825924 w 2832453"/>
              <a:gd name="connsiteY12" fmla="*/ 6456978 h 7068065"/>
              <a:gd name="connsiteX13" fmla="*/ 816645 w 2832453"/>
              <a:gd name="connsiteY13" fmla="*/ 6364946 h 7068065"/>
              <a:gd name="connsiteX14" fmla="*/ 926291 w 2832453"/>
              <a:gd name="connsiteY14" fmla="*/ 6063917 h 7068065"/>
              <a:gd name="connsiteX15" fmla="*/ 961574 w 2832453"/>
              <a:gd name="connsiteY15" fmla="*/ 5722156 h 7068065"/>
              <a:gd name="connsiteX16" fmla="*/ 1101226 w 2832453"/>
              <a:gd name="connsiteY16" fmla="*/ 4011574 h 7068065"/>
              <a:gd name="connsiteX17" fmla="*/ 1111000 w 2832453"/>
              <a:gd name="connsiteY17" fmla="*/ 3423725 h 7068065"/>
              <a:gd name="connsiteX18" fmla="*/ 1040456 w 2832453"/>
              <a:gd name="connsiteY18" fmla="*/ 3336464 h 7068065"/>
              <a:gd name="connsiteX19" fmla="*/ 1020303 w 2832453"/>
              <a:gd name="connsiteY19" fmla="*/ 3274080 h 7068065"/>
              <a:gd name="connsiteX20" fmla="*/ 993402 w 2832453"/>
              <a:gd name="connsiteY20" fmla="*/ 3201478 h 7068065"/>
              <a:gd name="connsiteX21" fmla="*/ 969743 w 2832453"/>
              <a:gd name="connsiteY21" fmla="*/ 3145356 h 7068065"/>
              <a:gd name="connsiteX22" fmla="*/ 942626 w 2832453"/>
              <a:gd name="connsiteY22" fmla="*/ 3006779 h 7068065"/>
              <a:gd name="connsiteX23" fmla="*/ 940045 w 2832453"/>
              <a:gd name="connsiteY23" fmla="*/ 2986896 h 7068065"/>
              <a:gd name="connsiteX24" fmla="*/ 951472 w 2832453"/>
              <a:gd name="connsiteY24" fmla="*/ 2942700 h 7068065"/>
              <a:gd name="connsiteX25" fmla="*/ 928622 w 2832453"/>
              <a:gd name="connsiteY25" fmla="*/ 2806426 h 7068065"/>
              <a:gd name="connsiteX26" fmla="*/ 932496 w 2832453"/>
              <a:gd name="connsiteY26" fmla="*/ 2642976 h 7068065"/>
              <a:gd name="connsiteX27" fmla="*/ 913470 w 2832453"/>
              <a:gd name="connsiteY27" fmla="*/ 2434546 h 7068065"/>
              <a:gd name="connsiteX28" fmla="*/ 879271 w 2832453"/>
              <a:gd name="connsiteY28" fmla="*/ 2200027 h 7068065"/>
              <a:gd name="connsiteX29" fmla="*/ 865203 w 2832453"/>
              <a:gd name="connsiteY29" fmla="*/ 2164060 h 7068065"/>
              <a:gd name="connsiteX30" fmla="*/ 835966 w 2832453"/>
              <a:gd name="connsiteY30" fmla="*/ 2079446 h 7068065"/>
              <a:gd name="connsiteX31" fmla="*/ 819186 w 2832453"/>
              <a:gd name="connsiteY31" fmla="*/ 2035262 h 7068065"/>
              <a:gd name="connsiteX32" fmla="*/ 811617 w 2832453"/>
              <a:gd name="connsiteY32" fmla="*/ 1967807 h 7068065"/>
              <a:gd name="connsiteX33" fmla="*/ 806658 w 2832453"/>
              <a:gd name="connsiteY33" fmla="*/ 1961484 h 7068065"/>
              <a:gd name="connsiteX34" fmla="*/ 778232 w 2832453"/>
              <a:gd name="connsiteY34" fmla="*/ 1907774 h 7068065"/>
              <a:gd name="connsiteX35" fmla="*/ 767884 w 2832453"/>
              <a:gd name="connsiteY35" fmla="*/ 1874162 h 7068065"/>
              <a:gd name="connsiteX36" fmla="*/ 746293 w 2832453"/>
              <a:gd name="connsiteY36" fmla="*/ 1811364 h 7068065"/>
              <a:gd name="connsiteX37" fmla="*/ 731667 w 2832453"/>
              <a:gd name="connsiteY37" fmla="*/ 1774178 h 7068065"/>
              <a:gd name="connsiteX38" fmla="*/ 665008 w 2832453"/>
              <a:gd name="connsiteY38" fmla="*/ 1705612 h 7068065"/>
              <a:gd name="connsiteX39" fmla="*/ 596135 w 2832453"/>
              <a:gd name="connsiteY39" fmla="*/ 1607637 h 7068065"/>
              <a:gd name="connsiteX40" fmla="*/ 545478 w 2832453"/>
              <a:gd name="connsiteY40" fmla="*/ 1509187 h 7068065"/>
              <a:gd name="connsiteX41" fmla="*/ 509531 w 2832453"/>
              <a:gd name="connsiteY41" fmla="*/ 1406809 h 7068065"/>
              <a:gd name="connsiteX42" fmla="*/ 458961 w 2832453"/>
              <a:gd name="connsiteY42" fmla="*/ 1361448 h 7068065"/>
              <a:gd name="connsiteX43" fmla="*/ 387365 w 2832453"/>
              <a:gd name="connsiteY43" fmla="*/ 1177594 h 7068065"/>
              <a:gd name="connsiteX44" fmla="*/ 339692 w 2832453"/>
              <a:gd name="connsiteY44" fmla="*/ 934241 h 7068065"/>
              <a:gd name="connsiteX45" fmla="*/ 334081 w 2832453"/>
              <a:gd name="connsiteY45" fmla="*/ 885107 h 7068065"/>
              <a:gd name="connsiteX46" fmla="*/ 340329 w 2832453"/>
              <a:gd name="connsiteY46" fmla="*/ 854901 h 7068065"/>
              <a:gd name="connsiteX47" fmla="*/ 348544 w 2832453"/>
              <a:gd name="connsiteY47" fmla="*/ 790031 h 7068065"/>
              <a:gd name="connsiteX48" fmla="*/ 301106 w 2832453"/>
              <a:gd name="connsiteY48" fmla="*/ 658339 h 7068065"/>
              <a:gd name="connsiteX49" fmla="*/ 269591 w 2832453"/>
              <a:gd name="connsiteY49" fmla="*/ 601872 h 7068065"/>
              <a:gd name="connsiteX50" fmla="*/ 143947 w 2832453"/>
              <a:gd name="connsiteY50" fmla="*/ 477500 h 7068065"/>
              <a:gd name="connsiteX51" fmla="*/ 119442 w 2832453"/>
              <a:gd name="connsiteY51" fmla="*/ 427534 h 7068065"/>
              <a:gd name="connsiteX52" fmla="*/ 86890 w 2832453"/>
              <a:gd name="connsiteY52" fmla="*/ 380972 h 7068065"/>
              <a:gd name="connsiteX53" fmla="*/ 64563 w 2832453"/>
              <a:gd name="connsiteY53" fmla="*/ 344744 h 7068065"/>
              <a:gd name="connsiteX54" fmla="*/ 0 w 2832453"/>
              <a:gd name="connsiteY54" fmla="*/ 272642 h 7068065"/>
              <a:gd name="connsiteX55" fmla="*/ 1814290 w 2832453"/>
              <a:gd name="connsiteY55" fmla="*/ 0 h 7068065"/>
              <a:gd name="connsiteX0" fmla="*/ 1814290 w 2832453"/>
              <a:gd name="connsiteY0" fmla="*/ 0 h 7068065"/>
              <a:gd name="connsiteX1" fmla="*/ 2832453 w 2832453"/>
              <a:gd name="connsiteY1" fmla="*/ 6781999 h 7068065"/>
              <a:gd name="connsiteX2" fmla="*/ 926960 w 2832453"/>
              <a:gd name="connsiteY2" fmla="*/ 7068065 h 7068065"/>
              <a:gd name="connsiteX3" fmla="*/ 948427 w 2832453"/>
              <a:gd name="connsiteY3" fmla="*/ 7030606 h 7068065"/>
              <a:gd name="connsiteX4" fmla="*/ 945881 w 2832453"/>
              <a:gd name="connsiteY4" fmla="*/ 6918617 h 7068065"/>
              <a:gd name="connsiteX5" fmla="*/ 933643 w 2832453"/>
              <a:gd name="connsiteY5" fmla="*/ 6827737 h 7068065"/>
              <a:gd name="connsiteX6" fmla="*/ 913917 w 2832453"/>
              <a:gd name="connsiteY6" fmla="*/ 6791162 h 7068065"/>
              <a:gd name="connsiteX7" fmla="*/ 894254 w 2832453"/>
              <a:gd name="connsiteY7" fmla="*/ 6715881 h 7068065"/>
              <a:gd name="connsiteX8" fmla="*/ 888457 w 2832453"/>
              <a:gd name="connsiteY8" fmla="*/ 6675604 h 7068065"/>
              <a:gd name="connsiteX9" fmla="*/ 832520 w 2832453"/>
              <a:gd name="connsiteY9" fmla="*/ 6551195 h 7068065"/>
              <a:gd name="connsiteX10" fmla="*/ 824861 w 2832453"/>
              <a:gd name="connsiteY10" fmla="*/ 6538406 h 7068065"/>
              <a:gd name="connsiteX11" fmla="*/ 821768 w 2832453"/>
              <a:gd name="connsiteY11" fmla="*/ 6491357 h 7068065"/>
              <a:gd name="connsiteX12" fmla="*/ 825924 w 2832453"/>
              <a:gd name="connsiteY12" fmla="*/ 6456978 h 7068065"/>
              <a:gd name="connsiteX13" fmla="*/ 816645 w 2832453"/>
              <a:gd name="connsiteY13" fmla="*/ 6364946 h 7068065"/>
              <a:gd name="connsiteX14" fmla="*/ 926291 w 2832453"/>
              <a:gd name="connsiteY14" fmla="*/ 6063917 h 7068065"/>
              <a:gd name="connsiteX15" fmla="*/ 961574 w 2832453"/>
              <a:gd name="connsiteY15" fmla="*/ 5722156 h 7068065"/>
              <a:gd name="connsiteX16" fmla="*/ 1101226 w 2832453"/>
              <a:gd name="connsiteY16" fmla="*/ 4011574 h 7068065"/>
              <a:gd name="connsiteX17" fmla="*/ 1149504 w 2832453"/>
              <a:gd name="connsiteY17" fmla="*/ 3614678 h 7068065"/>
              <a:gd name="connsiteX18" fmla="*/ 1040456 w 2832453"/>
              <a:gd name="connsiteY18" fmla="*/ 3336464 h 7068065"/>
              <a:gd name="connsiteX19" fmla="*/ 1020303 w 2832453"/>
              <a:gd name="connsiteY19" fmla="*/ 3274080 h 7068065"/>
              <a:gd name="connsiteX20" fmla="*/ 993402 w 2832453"/>
              <a:gd name="connsiteY20" fmla="*/ 3201478 h 7068065"/>
              <a:gd name="connsiteX21" fmla="*/ 969743 w 2832453"/>
              <a:gd name="connsiteY21" fmla="*/ 3145356 h 7068065"/>
              <a:gd name="connsiteX22" fmla="*/ 942626 w 2832453"/>
              <a:gd name="connsiteY22" fmla="*/ 3006779 h 7068065"/>
              <a:gd name="connsiteX23" fmla="*/ 940045 w 2832453"/>
              <a:gd name="connsiteY23" fmla="*/ 2986896 h 7068065"/>
              <a:gd name="connsiteX24" fmla="*/ 951472 w 2832453"/>
              <a:gd name="connsiteY24" fmla="*/ 2942700 h 7068065"/>
              <a:gd name="connsiteX25" fmla="*/ 928622 w 2832453"/>
              <a:gd name="connsiteY25" fmla="*/ 2806426 h 7068065"/>
              <a:gd name="connsiteX26" fmla="*/ 932496 w 2832453"/>
              <a:gd name="connsiteY26" fmla="*/ 2642976 h 7068065"/>
              <a:gd name="connsiteX27" fmla="*/ 913470 w 2832453"/>
              <a:gd name="connsiteY27" fmla="*/ 2434546 h 7068065"/>
              <a:gd name="connsiteX28" fmla="*/ 879271 w 2832453"/>
              <a:gd name="connsiteY28" fmla="*/ 2200027 h 7068065"/>
              <a:gd name="connsiteX29" fmla="*/ 865203 w 2832453"/>
              <a:gd name="connsiteY29" fmla="*/ 2164060 h 7068065"/>
              <a:gd name="connsiteX30" fmla="*/ 835966 w 2832453"/>
              <a:gd name="connsiteY30" fmla="*/ 2079446 h 7068065"/>
              <a:gd name="connsiteX31" fmla="*/ 819186 w 2832453"/>
              <a:gd name="connsiteY31" fmla="*/ 2035262 h 7068065"/>
              <a:gd name="connsiteX32" fmla="*/ 811617 w 2832453"/>
              <a:gd name="connsiteY32" fmla="*/ 1967807 h 7068065"/>
              <a:gd name="connsiteX33" fmla="*/ 806658 w 2832453"/>
              <a:gd name="connsiteY33" fmla="*/ 1961484 h 7068065"/>
              <a:gd name="connsiteX34" fmla="*/ 778232 w 2832453"/>
              <a:gd name="connsiteY34" fmla="*/ 1907774 h 7068065"/>
              <a:gd name="connsiteX35" fmla="*/ 767884 w 2832453"/>
              <a:gd name="connsiteY35" fmla="*/ 1874162 h 7068065"/>
              <a:gd name="connsiteX36" fmla="*/ 746293 w 2832453"/>
              <a:gd name="connsiteY36" fmla="*/ 1811364 h 7068065"/>
              <a:gd name="connsiteX37" fmla="*/ 731667 w 2832453"/>
              <a:gd name="connsiteY37" fmla="*/ 1774178 h 7068065"/>
              <a:gd name="connsiteX38" fmla="*/ 665008 w 2832453"/>
              <a:gd name="connsiteY38" fmla="*/ 1705612 h 7068065"/>
              <a:gd name="connsiteX39" fmla="*/ 596135 w 2832453"/>
              <a:gd name="connsiteY39" fmla="*/ 1607637 h 7068065"/>
              <a:gd name="connsiteX40" fmla="*/ 545478 w 2832453"/>
              <a:gd name="connsiteY40" fmla="*/ 1509187 h 7068065"/>
              <a:gd name="connsiteX41" fmla="*/ 509531 w 2832453"/>
              <a:gd name="connsiteY41" fmla="*/ 1406809 h 7068065"/>
              <a:gd name="connsiteX42" fmla="*/ 458961 w 2832453"/>
              <a:gd name="connsiteY42" fmla="*/ 1361448 h 7068065"/>
              <a:gd name="connsiteX43" fmla="*/ 387365 w 2832453"/>
              <a:gd name="connsiteY43" fmla="*/ 1177594 h 7068065"/>
              <a:gd name="connsiteX44" fmla="*/ 339692 w 2832453"/>
              <a:gd name="connsiteY44" fmla="*/ 934241 h 7068065"/>
              <a:gd name="connsiteX45" fmla="*/ 334081 w 2832453"/>
              <a:gd name="connsiteY45" fmla="*/ 885107 h 7068065"/>
              <a:gd name="connsiteX46" fmla="*/ 340329 w 2832453"/>
              <a:gd name="connsiteY46" fmla="*/ 854901 h 7068065"/>
              <a:gd name="connsiteX47" fmla="*/ 348544 w 2832453"/>
              <a:gd name="connsiteY47" fmla="*/ 790031 h 7068065"/>
              <a:gd name="connsiteX48" fmla="*/ 301106 w 2832453"/>
              <a:gd name="connsiteY48" fmla="*/ 658339 h 7068065"/>
              <a:gd name="connsiteX49" fmla="*/ 269591 w 2832453"/>
              <a:gd name="connsiteY49" fmla="*/ 601872 h 7068065"/>
              <a:gd name="connsiteX50" fmla="*/ 143947 w 2832453"/>
              <a:gd name="connsiteY50" fmla="*/ 477500 h 7068065"/>
              <a:gd name="connsiteX51" fmla="*/ 119442 w 2832453"/>
              <a:gd name="connsiteY51" fmla="*/ 427534 h 7068065"/>
              <a:gd name="connsiteX52" fmla="*/ 86890 w 2832453"/>
              <a:gd name="connsiteY52" fmla="*/ 380972 h 7068065"/>
              <a:gd name="connsiteX53" fmla="*/ 64563 w 2832453"/>
              <a:gd name="connsiteY53" fmla="*/ 344744 h 7068065"/>
              <a:gd name="connsiteX54" fmla="*/ 0 w 2832453"/>
              <a:gd name="connsiteY54" fmla="*/ 272642 h 7068065"/>
              <a:gd name="connsiteX55" fmla="*/ 1814290 w 2832453"/>
              <a:gd name="connsiteY55" fmla="*/ 0 h 7068065"/>
              <a:gd name="connsiteX0" fmla="*/ 1814290 w 2832453"/>
              <a:gd name="connsiteY0" fmla="*/ 0 h 7068065"/>
              <a:gd name="connsiteX1" fmla="*/ 2832453 w 2832453"/>
              <a:gd name="connsiteY1" fmla="*/ 6781999 h 7068065"/>
              <a:gd name="connsiteX2" fmla="*/ 926960 w 2832453"/>
              <a:gd name="connsiteY2" fmla="*/ 7068065 h 7068065"/>
              <a:gd name="connsiteX3" fmla="*/ 948427 w 2832453"/>
              <a:gd name="connsiteY3" fmla="*/ 7030606 h 7068065"/>
              <a:gd name="connsiteX4" fmla="*/ 945881 w 2832453"/>
              <a:gd name="connsiteY4" fmla="*/ 6918617 h 7068065"/>
              <a:gd name="connsiteX5" fmla="*/ 933643 w 2832453"/>
              <a:gd name="connsiteY5" fmla="*/ 6827737 h 7068065"/>
              <a:gd name="connsiteX6" fmla="*/ 913917 w 2832453"/>
              <a:gd name="connsiteY6" fmla="*/ 6791162 h 7068065"/>
              <a:gd name="connsiteX7" fmla="*/ 894254 w 2832453"/>
              <a:gd name="connsiteY7" fmla="*/ 6715881 h 7068065"/>
              <a:gd name="connsiteX8" fmla="*/ 888457 w 2832453"/>
              <a:gd name="connsiteY8" fmla="*/ 6675604 h 7068065"/>
              <a:gd name="connsiteX9" fmla="*/ 832520 w 2832453"/>
              <a:gd name="connsiteY9" fmla="*/ 6551195 h 7068065"/>
              <a:gd name="connsiteX10" fmla="*/ 824861 w 2832453"/>
              <a:gd name="connsiteY10" fmla="*/ 6538406 h 7068065"/>
              <a:gd name="connsiteX11" fmla="*/ 821768 w 2832453"/>
              <a:gd name="connsiteY11" fmla="*/ 6491357 h 7068065"/>
              <a:gd name="connsiteX12" fmla="*/ 825924 w 2832453"/>
              <a:gd name="connsiteY12" fmla="*/ 6456978 h 7068065"/>
              <a:gd name="connsiteX13" fmla="*/ 816645 w 2832453"/>
              <a:gd name="connsiteY13" fmla="*/ 6364946 h 7068065"/>
              <a:gd name="connsiteX14" fmla="*/ 926291 w 2832453"/>
              <a:gd name="connsiteY14" fmla="*/ 6063917 h 7068065"/>
              <a:gd name="connsiteX15" fmla="*/ 961574 w 2832453"/>
              <a:gd name="connsiteY15" fmla="*/ 5722156 h 7068065"/>
              <a:gd name="connsiteX16" fmla="*/ 1101226 w 2832453"/>
              <a:gd name="connsiteY16" fmla="*/ 4011574 h 7068065"/>
              <a:gd name="connsiteX17" fmla="*/ 1149504 w 2832453"/>
              <a:gd name="connsiteY17" fmla="*/ 3614678 h 7068065"/>
              <a:gd name="connsiteX18" fmla="*/ 1020303 w 2832453"/>
              <a:gd name="connsiteY18" fmla="*/ 3274080 h 7068065"/>
              <a:gd name="connsiteX19" fmla="*/ 993402 w 2832453"/>
              <a:gd name="connsiteY19" fmla="*/ 3201478 h 7068065"/>
              <a:gd name="connsiteX20" fmla="*/ 969743 w 2832453"/>
              <a:gd name="connsiteY20" fmla="*/ 3145356 h 7068065"/>
              <a:gd name="connsiteX21" fmla="*/ 942626 w 2832453"/>
              <a:gd name="connsiteY21" fmla="*/ 3006779 h 7068065"/>
              <a:gd name="connsiteX22" fmla="*/ 940045 w 2832453"/>
              <a:gd name="connsiteY22" fmla="*/ 2986896 h 7068065"/>
              <a:gd name="connsiteX23" fmla="*/ 951472 w 2832453"/>
              <a:gd name="connsiteY23" fmla="*/ 2942700 h 7068065"/>
              <a:gd name="connsiteX24" fmla="*/ 928622 w 2832453"/>
              <a:gd name="connsiteY24" fmla="*/ 2806426 h 7068065"/>
              <a:gd name="connsiteX25" fmla="*/ 932496 w 2832453"/>
              <a:gd name="connsiteY25" fmla="*/ 2642976 h 7068065"/>
              <a:gd name="connsiteX26" fmla="*/ 913470 w 2832453"/>
              <a:gd name="connsiteY26" fmla="*/ 2434546 h 7068065"/>
              <a:gd name="connsiteX27" fmla="*/ 879271 w 2832453"/>
              <a:gd name="connsiteY27" fmla="*/ 2200027 h 7068065"/>
              <a:gd name="connsiteX28" fmla="*/ 865203 w 2832453"/>
              <a:gd name="connsiteY28" fmla="*/ 2164060 h 7068065"/>
              <a:gd name="connsiteX29" fmla="*/ 835966 w 2832453"/>
              <a:gd name="connsiteY29" fmla="*/ 2079446 h 7068065"/>
              <a:gd name="connsiteX30" fmla="*/ 819186 w 2832453"/>
              <a:gd name="connsiteY30" fmla="*/ 2035262 h 7068065"/>
              <a:gd name="connsiteX31" fmla="*/ 811617 w 2832453"/>
              <a:gd name="connsiteY31" fmla="*/ 1967807 h 7068065"/>
              <a:gd name="connsiteX32" fmla="*/ 806658 w 2832453"/>
              <a:gd name="connsiteY32" fmla="*/ 1961484 h 7068065"/>
              <a:gd name="connsiteX33" fmla="*/ 778232 w 2832453"/>
              <a:gd name="connsiteY33" fmla="*/ 1907774 h 7068065"/>
              <a:gd name="connsiteX34" fmla="*/ 767884 w 2832453"/>
              <a:gd name="connsiteY34" fmla="*/ 1874162 h 7068065"/>
              <a:gd name="connsiteX35" fmla="*/ 746293 w 2832453"/>
              <a:gd name="connsiteY35" fmla="*/ 1811364 h 7068065"/>
              <a:gd name="connsiteX36" fmla="*/ 731667 w 2832453"/>
              <a:gd name="connsiteY36" fmla="*/ 1774178 h 7068065"/>
              <a:gd name="connsiteX37" fmla="*/ 665008 w 2832453"/>
              <a:gd name="connsiteY37" fmla="*/ 1705612 h 7068065"/>
              <a:gd name="connsiteX38" fmla="*/ 596135 w 2832453"/>
              <a:gd name="connsiteY38" fmla="*/ 1607637 h 7068065"/>
              <a:gd name="connsiteX39" fmla="*/ 545478 w 2832453"/>
              <a:gd name="connsiteY39" fmla="*/ 1509187 h 7068065"/>
              <a:gd name="connsiteX40" fmla="*/ 509531 w 2832453"/>
              <a:gd name="connsiteY40" fmla="*/ 1406809 h 7068065"/>
              <a:gd name="connsiteX41" fmla="*/ 458961 w 2832453"/>
              <a:gd name="connsiteY41" fmla="*/ 1361448 h 7068065"/>
              <a:gd name="connsiteX42" fmla="*/ 387365 w 2832453"/>
              <a:gd name="connsiteY42" fmla="*/ 1177594 h 7068065"/>
              <a:gd name="connsiteX43" fmla="*/ 339692 w 2832453"/>
              <a:gd name="connsiteY43" fmla="*/ 934241 h 7068065"/>
              <a:gd name="connsiteX44" fmla="*/ 334081 w 2832453"/>
              <a:gd name="connsiteY44" fmla="*/ 885107 h 7068065"/>
              <a:gd name="connsiteX45" fmla="*/ 340329 w 2832453"/>
              <a:gd name="connsiteY45" fmla="*/ 854901 h 7068065"/>
              <a:gd name="connsiteX46" fmla="*/ 348544 w 2832453"/>
              <a:gd name="connsiteY46" fmla="*/ 790031 h 7068065"/>
              <a:gd name="connsiteX47" fmla="*/ 301106 w 2832453"/>
              <a:gd name="connsiteY47" fmla="*/ 658339 h 7068065"/>
              <a:gd name="connsiteX48" fmla="*/ 269591 w 2832453"/>
              <a:gd name="connsiteY48" fmla="*/ 601872 h 7068065"/>
              <a:gd name="connsiteX49" fmla="*/ 143947 w 2832453"/>
              <a:gd name="connsiteY49" fmla="*/ 477500 h 7068065"/>
              <a:gd name="connsiteX50" fmla="*/ 119442 w 2832453"/>
              <a:gd name="connsiteY50" fmla="*/ 427534 h 7068065"/>
              <a:gd name="connsiteX51" fmla="*/ 86890 w 2832453"/>
              <a:gd name="connsiteY51" fmla="*/ 380972 h 7068065"/>
              <a:gd name="connsiteX52" fmla="*/ 64563 w 2832453"/>
              <a:gd name="connsiteY52" fmla="*/ 344744 h 7068065"/>
              <a:gd name="connsiteX53" fmla="*/ 0 w 2832453"/>
              <a:gd name="connsiteY53" fmla="*/ 272642 h 7068065"/>
              <a:gd name="connsiteX54" fmla="*/ 1814290 w 2832453"/>
              <a:gd name="connsiteY54" fmla="*/ 0 h 7068065"/>
              <a:gd name="connsiteX0" fmla="*/ 1814290 w 2832453"/>
              <a:gd name="connsiteY0" fmla="*/ 0 h 7068065"/>
              <a:gd name="connsiteX1" fmla="*/ 2832453 w 2832453"/>
              <a:gd name="connsiteY1" fmla="*/ 6781999 h 7068065"/>
              <a:gd name="connsiteX2" fmla="*/ 926960 w 2832453"/>
              <a:gd name="connsiteY2" fmla="*/ 7068065 h 7068065"/>
              <a:gd name="connsiteX3" fmla="*/ 948427 w 2832453"/>
              <a:gd name="connsiteY3" fmla="*/ 7030606 h 7068065"/>
              <a:gd name="connsiteX4" fmla="*/ 945881 w 2832453"/>
              <a:gd name="connsiteY4" fmla="*/ 6918617 h 7068065"/>
              <a:gd name="connsiteX5" fmla="*/ 933643 w 2832453"/>
              <a:gd name="connsiteY5" fmla="*/ 6827737 h 7068065"/>
              <a:gd name="connsiteX6" fmla="*/ 913917 w 2832453"/>
              <a:gd name="connsiteY6" fmla="*/ 6791162 h 7068065"/>
              <a:gd name="connsiteX7" fmla="*/ 894254 w 2832453"/>
              <a:gd name="connsiteY7" fmla="*/ 6715881 h 7068065"/>
              <a:gd name="connsiteX8" fmla="*/ 888457 w 2832453"/>
              <a:gd name="connsiteY8" fmla="*/ 6675604 h 7068065"/>
              <a:gd name="connsiteX9" fmla="*/ 832520 w 2832453"/>
              <a:gd name="connsiteY9" fmla="*/ 6551195 h 7068065"/>
              <a:gd name="connsiteX10" fmla="*/ 824861 w 2832453"/>
              <a:gd name="connsiteY10" fmla="*/ 6538406 h 7068065"/>
              <a:gd name="connsiteX11" fmla="*/ 821768 w 2832453"/>
              <a:gd name="connsiteY11" fmla="*/ 6491357 h 7068065"/>
              <a:gd name="connsiteX12" fmla="*/ 825924 w 2832453"/>
              <a:gd name="connsiteY12" fmla="*/ 6456978 h 7068065"/>
              <a:gd name="connsiteX13" fmla="*/ 816645 w 2832453"/>
              <a:gd name="connsiteY13" fmla="*/ 6364946 h 7068065"/>
              <a:gd name="connsiteX14" fmla="*/ 926291 w 2832453"/>
              <a:gd name="connsiteY14" fmla="*/ 6063917 h 7068065"/>
              <a:gd name="connsiteX15" fmla="*/ 961574 w 2832453"/>
              <a:gd name="connsiteY15" fmla="*/ 5722156 h 7068065"/>
              <a:gd name="connsiteX16" fmla="*/ 1101226 w 2832453"/>
              <a:gd name="connsiteY16" fmla="*/ 4011574 h 7068065"/>
              <a:gd name="connsiteX17" fmla="*/ 1149504 w 2832453"/>
              <a:gd name="connsiteY17" fmla="*/ 3614678 h 7068065"/>
              <a:gd name="connsiteX18" fmla="*/ 1020303 w 2832453"/>
              <a:gd name="connsiteY18" fmla="*/ 3274080 h 7068065"/>
              <a:gd name="connsiteX19" fmla="*/ 993402 w 2832453"/>
              <a:gd name="connsiteY19" fmla="*/ 3201478 h 7068065"/>
              <a:gd name="connsiteX20" fmla="*/ 942626 w 2832453"/>
              <a:gd name="connsiteY20" fmla="*/ 3006779 h 7068065"/>
              <a:gd name="connsiteX21" fmla="*/ 940045 w 2832453"/>
              <a:gd name="connsiteY21" fmla="*/ 2986896 h 7068065"/>
              <a:gd name="connsiteX22" fmla="*/ 951472 w 2832453"/>
              <a:gd name="connsiteY22" fmla="*/ 2942700 h 7068065"/>
              <a:gd name="connsiteX23" fmla="*/ 928622 w 2832453"/>
              <a:gd name="connsiteY23" fmla="*/ 2806426 h 7068065"/>
              <a:gd name="connsiteX24" fmla="*/ 932496 w 2832453"/>
              <a:gd name="connsiteY24" fmla="*/ 2642976 h 7068065"/>
              <a:gd name="connsiteX25" fmla="*/ 913470 w 2832453"/>
              <a:gd name="connsiteY25" fmla="*/ 2434546 h 7068065"/>
              <a:gd name="connsiteX26" fmla="*/ 879271 w 2832453"/>
              <a:gd name="connsiteY26" fmla="*/ 2200027 h 7068065"/>
              <a:gd name="connsiteX27" fmla="*/ 865203 w 2832453"/>
              <a:gd name="connsiteY27" fmla="*/ 2164060 h 7068065"/>
              <a:gd name="connsiteX28" fmla="*/ 835966 w 2832453"/>
              <a:gd name="connsiteY28" fmla="*/ 2079446 h 7068065"/>
              <a:gd name="connsiteX29" fmla="*/ 819186 w 2832453"/>
              <a:gd name="connsiteY29" fmla="*/ 2035262 h 7068065"/>
              <a:gd name="connsiteX30" fmla="*/ 811617 w 2832453"/>
              <a:gd name="connsiteY30" fmla="*/ 1967807 h 7068065"/>
              <a:gd name="connsiteX31" fmla="*/ 806658 w 2832453"/>
              <a:gd name="connsiteY31" fmla="*/ 1961484 h 7068065"/>
              <a:gd name="connsiteX32" fmla="*/ 778232 w 2832453"/>
              <a:gd name="connsiteY32" fmla="*/ 1907774 h 7068065"/>
              <a:gd name="connsiteX33" fmla="*/ 767884 w 2832453"/>
              <a:gd name="connsiteY33" fmla="*/ 1874162 h 7068065"/>
              <a:gd name="connsiteX34" fmla="*/ 746293 w 2832453"/>
              <a:gd name="connsiteY34" fmla="*/ 1811364 h 7068065"/>
              <a:gd name="connsiteX35" fmla="*/ 731667 w 2832453"/>
              <a:gd name="connsiteY35" fmla="*/ 1774178 h 7068065"/>
              <a:gd name="connsiteX36" fmla="*/ 665008 w 2832453"/>
              <a:gd name="connsiteY36" fmla="*/ 1705612 h 7068065"/>
              <a:gd name="connsiteX37" fmla="*/ 596135 w 2832453"/>
              <a:gd name="connsiteY37" fmla="*/ 1607637 h 7068065"/>
              <a:gd name="connsiteX38" fmla="*/ 545478 w 2832453"/>
              <a:gd name="connsiteY38" fmla="*/ 1509187 h 7068065"/>
              <a:gd name="connsiteX39" fmla="*/ 509531 w 2832453"/>
              <a:gd name="connsiteY39" fmla="*/ 1406809 h 7068065"/>
              <a:gd name="connsiteX40" fmla="*/ 458961 w 2832453"/>
              <a:gd name="connsiteY40" fmla="*/ 1361448 h 7068065"/>
              <a:gd name="connsiteX41" fmla="*/ 387365 w 2832453"/>
              <a:gd name="connsiteY41" fmla="*/ 1177594 h 7068065"/>
              <a:gd name="connsiteX42" fmla="*/ 339692 w 2832453"/>
              <a:gd name="connsiteY42" fmla="*/ 934241 h 7068065"/>
              <a:gd name="connsiteX43" fmla="*/ 334081 w 2832453"/>
              <a:gd name="connsiteY43" fmla="*/ 885107 h 7068065"/>
              <a:gd name="connsiteX44" fmla="*/ 340329 w 2832453"/>
              <a:gd name="connsiteY44" fmla="*/ 854901 h 7068065"/>
              <a:gd name="connsiteX45" fmla="*/ 348544 w 2832453"/>
              <a:gd name="connsiteY45" fmla="*/ 790031 h 7068065"/>
              <a:gd name="connsiteX46" fmla="*/ 301106 w 2832453"/>
              <a:gd name="connsiteY46" fmla="*/ 658339 h 7068065"/>
              <a:gd name="connsiteX47" fmla="*/ 269591 w 2832453"/>
              <a:gd name="connsiteY47" fmla="*/ 601872 h 7068065"/>
              <a:gd name="connsiteX48" fmla="*/ 143947 w 2832453"/>
              <a:gd name="connsiteY48" fmla="*/ 477500 h 7068065"/>
              <a:gd name="connsiteX49" fmla="*/ 119442 w 2832453"/>
              <a:gd name="connsiteY49" fmla="*/ 427534 h 7068065"/>
              <a:gd name="connsiteX50" fmla="*/ 86890 w 2832453"/>
              <a:gd name="connsiteY50" fmla="*/ 380972 h 7068065"/>
              <a:gd name="connsiteX51" fmla="*/ 64563 w 2832453"/>
              <a:gd name="connsiteY51" fmla="*/ 344744 h 7068065"/>
              <a:gd name="connsiteX52" fmla="*/ 0 w 2832453"/>
              <a:gd name="connsiteY52" fmla="*/ 272642 h 7068065"/>
              <a:gd name="connsiteX53" fmla="*/ 1814290 w 2832453"/>
              <a:gd name="connsiteY53" fmla="*/ 0 h 7068065"/>
              <a:gd name="connsiteX0" fmla="*/ 1814290 w 2832453"/>
              <a:gd name="connsiteY0" fmla="*/ 0 h 7068065"/>
              <a:gd name="connsiteX1" fmla="*/ 2832453 w 2832453"/>
              <a:gd name="connsiteY1" fmla="*/ 6781999 h 7068065"/>
              <a:gd name="connsiteX2" fmla="*/ 926960 w 2832453"/>
              <a:gd name="connsiteY2" fmla="*/ 7068065 h 7068065"/>
              <a:gd name="connsiteX3" fmla="*/ 948427 w 2832453"/>
              <a:gd name="connsiteY3" fmla="*/ 7030606 h 7068065"/>
              <a:gd name="connsiteX4" fmla="*/ 945881 w 2832453"/>
              <a:gd name="connsiteY4" fmla="*/ 6918617 h 7068065"/>
              <a:gd name="connsiteX5" fmla="*/ 933643 w 2832453"/>
              <a:gd name="connsiteY5" fmla="*/ 6827737 h 7068065"/>
              <a:gd name="connsiteX6" fmla="*/ 913917 w 2832453"/>
              <a:gd name="connsiteY6" fmla="*/ 6791162 h 7068065"/>
              <a:gd name="connsiteX7" fmla="*/ 894254 w 2832453"/>
              <a:gd name="connsiteY7" fmla="*/ 6715881 h 7068065"/>
              <a:gd name="connsiteX8" fmla="*/ 888457 w 2832453"/>
              <a:gd name="connsiteY8" fmla="*/ 6675604 h 7068065"/>
              <a:gd name="connsiteX9" fmla="*/ 832520 w 2832453"/>
              <a:gd name="connsiteY9" fmla="*/ 6551195 h 7068065"/>
              <a:gd name="connsiteX10" fmla="*/ 824861 w 2832453"/>
              <a:gd name="connsiteY10" fmla="*/ 6538406 h 7068065"/>
              <a:gd name="connsiteX11" fmla="*/ 821768 w 2832453"/>
              <a:gd name="connsiteY11" fmla="*/ 6491357 h 7068065"/>
              <a:gd name="connsiteX12" fmla="*/ 825924 w 2832453"/>
              <a:gd name="connsiteY12" fmla="*/ 6456978 h 7068065"/>
              <a:gd name="connsiteX13" fmla="*/ 816645 w 2832453"/>
              <a:gd name="connsiteY13" fmla="*/ 6364946 h 7068065"/>
              <a:gd name="connsiteX14" fmla="*/ 926291 w 2832453"/>
              <a:gd name="connsiteY14" fmla="*/ 6063917 h 7068065"/>
              <a:gd name="connsiteX15" fmla="*/ 961574 w 2832453"/>
              <a:gd name="connsiteY15" fmla="*/ 5722156 h 7068065"/>
              <a:gd name="connsiteX16" fmla="*/ 1101226 w 2832453"/>
              <a:gd name="connsiteY16" fmla="*/ 4011574 h 7068065"/>
              <a:gd name="connsiteX17" fmla="*/ 1149504 w 2832453"/>
              <a:gd name="connsiteY17" fmla="*/ 3614678 h 7068065"/>
              <a:gd name="connsiteX18" fmla="*/ 1020303 w 2832453"/>
              <a:gd name="connsiteY18" fmla="*/ 3274080 h 7068065"/>
              <a:gd name="connsiteX19" fmla="*/ 993402 w 2832453"/>
              <a:gd name="connsiteY19" fmla="*/ 3201478 h 7068065"/>
              <a:gd name="connsiteX20" fmla="*/ 942626 w 2832453"/>
              <a:gd name="connsiteY20" fmla="*/ 3006779 h 7068065"/>
              <a:gd name="connsiteX21" fmla="*/ 951472 w 2832453"/>
              <a:gd name="connsiteY21" fmla="*/ 2942700 h 7068065"/>
              <a:gd name="connsiteX22" fmla="*/ 928622 w 2832453"/>
              <a:gd name="connsiteY22" fmla="*/ 2806426 h 7068065"/>
              <a:gd name="connsiteX23" fmla="*/ 932496 w 2832453"/>
              <a:gd name="connsiteY23" fmla="*/ 2642976 h 7068065"/>
              <a:gd name="connsiteX24" fmla="*/ 913470 w 2832453"/>
              <a:gd name="connsiteY24" fmla="*/ 2434546 h 7068065"/>
              <a:gd name="connsiteX25" fmla="*/ 879271 w 2832453"/>
              <a:gd name="connsiteY25" fmla="*/ 2200027 h 7068065"/>
              <a:gd name="connsiteX26" fmla="*/ 865203 w 2832453"/>
              <a:gd name="connsiteY26" fmla="*/ 2164060 h 7068065"/>
              <a:gd name="connsiteX27" fmla="*/ 835966 w 2832453"/>
              <a:gd name="connsiteY27" fmla="*/ 2079446 h 7068065"/>
              <a:gd name="connsiteX28" fmla="*/ 819186 w 2832453"/>
              <a:gd name="connsiteY28" fmla="*/ 2035262 h 7068065"/>
              <a:gd name="connsiteX29" fmla="*/ 811617 w 2832453"/>
              <a:gd name="connsiteY29" fmla="*/ 1967807 h 7068065"/>
              <a:gd name="connsiteX30" fmla="*/ 806658 w 2832453"/>
              <a:gd name="connsiteY30" fmla="*/ 1961484 h 7068065"/>
              <a:gd name="connsiteX31" fmla="*/ 778232 w 2832453"/>
              <a:gd name="connsiteY31" fmla="*/ 1907774 h 7068065"/>
              <a:gd name="connsiteX32" fmla="*/ 767884 w 2832453"/>
              <a:gd name="connsiteY32" fmla="*/ 1874162 h 7068065"/>
              <a:gd name="connsiteX33" fmla="*/ 746293 w 2832453"/>
              <a:gd name="connsiteY33" fmla="*/ 1811364 h 7068065"/>
              <a:gd name="connsiteX34" fmla="*/ 731667 w 2832453"/>
              <a:gd name="connsiteY34" fmla="*/ 1774178 h 7068065"/>
              <a:gd name="connsiteX35" fmla="*/ 665008 w 2832453"/>
              <a:gd name="connsiteY35" fmla="*/ 1705612 h 7068065"/>
              <a:gd name="connsiteX36" fmla="*/ 596135 w 2832453"/>
              <a:gd name="connsiteY36" fmla="*/ 1607637 h 7068065"/>
              <a:gd name="connsiteX37" fmla="*/ 545478 w 2832453"/>
              <a:gd name="connsiteY37" fmla="*/ 1509187 h 7068065"/>
              <a:gd name="connsiteX38" fmla="*/ 509531 w 2832453"/>
              <a:gd name="connsiteY38" fmla="*/ 1406809 h 7068065"/>
              <a:gd name="connsiteX39" fmla="*/ 458961 w 2832453"/>
              <a:gd name="connsiteY39" fmla="*/ 1361448 h 7068065"/>
              <a:gd name="connsiteX40" fmla="*/ 387365 w 2832453"/>
              <a:gd name="connsiteY40" fmla="*/ 1177594 h 7068065"/>
              <a:gd name="connsiteX41" fmla="*/ 339692 w 2832453"/>
              <a:gd name="connsiteY41" fmla="*/ 934241 h 7068065"/>
              <a:gd name="connsiteX42" fmla="*/ 334081 w 2832453"/>
              <a:gd name="connsiteY42" fmla="*/ 885107 h 7068065"/>
              <a:gd name="connsiteX43" fmla="*/ 340329 w 2832453"/>
              <a:gd name="connsiteY43" fmla="*/ 854901 h 7068065"/>
              <a:gd name="connsiteX44" fmla="*/ 348544 w 2832453"/>
              <a:gd name="connsiteY44" fmla="*/ 790031 h 7068065"/>
              <a:gd name="connsiteX45" fmla="*/ 301106 w 2832453"/>
              <a:gd name="connsiteY45" fmla="*/ 658339 h 7068065"/>
              <a:gd name="connsiteX46" fmla="*/ 269591 w 2832453"/>
              <a:gd name="connsiteY46" fmla="*/ 601872 h 7068065"/>
              <a:gd name="connsiteX47" fmla="*/ 143947 w 2832453"/>
              <a:gd name="connsiteY47" fmla="*/ 477500 h 7068065"/>
              <a:gd name="connsiteX48" fmla="*/ 119442 w 2832453"/>
              <a:gd name="connsiteY48" fmla="*/ 427534 h 7068065"/>
              <a:gd name="connsiteX49" fmla="*/ 86890 w 2832453"/>
              <a:gd name="connsiteY49" fmla="*/ 380972 h 7068065"/>
              <a:gd name="connsiteX50" fmla="*/ 64563 w 2832453"/>
              <a:gd name="connsiteY50" fmla="*/ 344744 h 7068065"/>
              <a:gd name="connsiteX51" fmla="*/ 0 w 2832453"/>
              <a:gd name="connsiteY51" fmla="*/ 272642 h 7068065"/>
              <a:gd name="connsiteX52" fmla="*/ 1814290 w 2832453"/>
              <a:gd name="connsiteY52" fmla="*/ 0 h 7068065"/>
              <a:gd name="connsiteX0" fmla="*/ 1814290 w 2832453"/>
              <a:gd name="connsiteY0" fmla="*/ 0 h 7068065"/>
              <a:gd name="connsiteX1" fmla="*/ 2832453 w 2832453"/>
              <a:gd name="connsiteY1" fmla="*/ 6781999 h 7068065"/>
              <a:gd name="connsiteX2" fmla="*/ 926960 w 2832453"/>
              <a:gd name="connsiteY2" fmla="*/ 7068065 h 7068065"/>
              <a:gd name="connsiteX3" fmla="*/ 948427 w 2832453"/>
              <a:gd name="connsiteY3" fmla="*/ 7030606 h 7068065"/>
              <a:gd name="connsiteX4" fmla="*/ 945881 w 2832453"/>
              <a:gd name="connsiteY4" fmla="*/ 6918617 h 7068065"/>
              <a:gd name="connsiteX5" fmla="*/ 933643 w 2832453"/>
              <a:gd name="connsiteY5" fmla="*/ 6827737 h 7068065"/>
              <a:gd name="connsiteX6" fmla="*/ 913917 w 2832453"/>
              <a:gd name="connsiteY6" fmla="*/ 6791162 h 7068065"/>
              <a:gd name="connsiteX7" fmla="*/ 894254 w 2832453"/>
              <a:gd name="connsiteY7" fmla="*/ 6715881 h 7068065"/>
              <a:gd name="connsiteX8" fmla="*/ 888457 w 2832453"/>
              <a:gd name="connsiteY8" fmla="*/ 6675604 h 7068065"/>
              <a:gd name="connsiteX9" fmla="*/ 832520 w 2832453"/>
              <a:gd name="connsiteY9" fmla="*/ 6551195 h 7068065"/>
              <a:gd name="connsiteX10" fmla="*/ 824861 w 2832453"/>
              <a:gd name="connsiteY10" fmla="*/ 6538406 h 7068065"/>
              <a:gd name="connsiteX11" fmla="*/ 821768 w 2832453"/>
              <a:gd name="connsiteY11" fmla="*/ 6491357 h 7068065"/>
              <a:gd name="connsiteX12" fmla="*/ 825924 w 2832453"/>
              <a:gd name="connsiteY12" fmla="*/ 6456978 h 7068065"/>
              <a:gd name="connsiteX13" fmla="*/ 816645 w 2832453"/>
              <a:gd name="connsiteY13" fmla="*/ 6364946 h 7068065"/>
              <a:gd name="connsiteX14" fmla="*/ 926291 w 2832453"/>
              <a:gd name="connsiteY14" fmla="*/ 6063917 h 7068065"/>
              <a:gd name="connsiteX15" fmla="*/ 961574 w 2832453"/>
              <a:gd name="connsiteY15" fmla="*/ 5722156 h 7068065"/>
              <a:gd name="connsiteX16" fmla="*/ 1101226 w 2832453"/>
              <a:gd name="connsiteY16" fmla="*/ 4011574 h 7068065"/>
              <a:gd name="connsiteX17" fmla="*/ 1149504 w 2832453"/>
              <a:gd name="connsiteY17" fmla="*/ 3614678 h 7068065"/>
              <a:gd name="connsiteX18" fmla="*/ 1020303 w 2832453"/>
              <a:gd name="connsiteY18" fmla="*/ 3274080 h 7068065"/>
              <a:gd name="connsiteX19" fmla="*/ 1012642 w 2832453"/>
              <a:gd name="connsiteY19" fmla="*/ 3198590 h 7068065"/>
              <a:gd name="connsiteX20" fmla="*/ 942626 w 2832453"/>
              <a:gd name="connsiteY20" fmla="*/ 3006779 h 7068065"/>
              <a:gd name="connsiteX21" fmla="*/ 951472 w 2832453"/>
              <a:gd name="connsiteY21" fmla="*/ 2942700 h 7068065"/>
              <a:gd name="connsiteX22" fmla="*/ 928622 w 2832453"/>
              <a:gd name="connsiteY22" fmla="*/ 2806426 h 7068065"/>
              <a:gd name="connsiteX23" fmla="*/ 932496 w 2832453"/>
              <a:gd name="connsiteY23" fmla="*/ 2642976 h 7068065"/>
              <a:gd name="connsiteX24" fmla="*/ 913470 w 2832453"/>
              <a:gd name="connsiteY24" fmla="*/ 2434546 h 7068065"/>
              <a:gd name="connsiteX25" fmla="*/ 879271 w 2832453"/>
              <a:gd name="connsiteY25" fmla="*/ 2200027 h 7068065"/>
              <a:gd name="connsiteX26" fmla="*/ 865203 w 2832453"/>
              <a:gd name="connsiteY26" fmla="*/ 2164060 h 7068065"/>
              <a:gd name="connsiteX27" fmla="*/ 835966 w 2832453"/>
              <a:gd name="connsiteY27" fmla="*/ 2079446 h 7068065"/>
              <a:gd name="connsiteX28" fmla="*/ 819186 w 2832453"/>
              <a:gd name="connsiteY28" fmla="*/ 2035262 h 7068065"/>
              <a:gd name="connsiteX29" fmla="*/ 811617 w 2832453"/>
              <a:gd name="connsiteY29" fmla="*/ 1967807 h 7068065"/>
              <a:gd name="connsiteX30" fmla="*/ 806658 w 2832453"/>
              <a:gd name="connsiteY30" fmla="*/ 1961484 h 7068065"/>
              <a:gd name="connsiteX31" fmla="*/ 778232 w 2832453"/>
              <a:gd name="connsiteY31" fmla="*/ 1907774 h 7068065"/>
              <a:gd name="connsiteX32" fmla="*/ 767884 w 2832453"/>
              <a:gd name="connsiteY32" fmla="*/ 1874162 h 7068065"/>
              <a:gd name="connsiteX33" fmla="*/ 746293 w 2832453"/>
              <a:gd name="connsiteY33" fmla="*/ 1811364 h 7068065"/>
              <a:gd name="connsiteX34" fmla="*/ 731667 w 2832453"/>
              <a:gd name="connsiteY34" fmla="*/ 1774178 h 7068065"/>
              <a:gd name="connsiteX35" fmla="*/ 665008 w 2832453"/>
              <a:gd name="connsiteY35" fmla="*/ 1705612 h 7068065"/>
              <a:gd name="connsiteX36" fmla="*/ 596135 w 2832453"/>
              <a:gd name="connsiteY36" fmla="*/ 1607637 h 7068065"/>
              <a:gd name="connsiteX37" fmla="*/ 545478 w 2832453"/>
              <a:gd name="connsiteY37" fmla="*/ 1509187 h 7068065"/>
              <a:gd name="connsiteX38" fmla="*/ 509531 w 2832453"/>
              <a:gd name="connsiteY38" fmla="*/ 1406809 h 7068065"/>
              <a:gd name="connsiteX39" fmla="*/ 458961 w 2832453"/>
              <a:gd name="connsiteY39" fmla="*/ 1361448 h 7068065"/>
              <a:gd name="connsiteX40" fmla="*/ 387365 w 2832453"/>
              <a:gd name="connsiteY40" fmla="*/ 1177594 h 7068065"/>
              <a:gd name="connsiteX41" fmla="*/ 339692 w 2832453"/>
              <a:gd name="connsiteY41" fmla="*/ 934241 h 7068065"/>
              <a:gd name="connsiteX42" fmla="*/ 334081 w 2832453"/>
              <a:gd name="connsiteY42" fmla="*/ 885107 h 7068065"/>
              <a:gd name="connsiteX43" fmla="*/ 340329 w 2832453"/>
              <a:gd name="connsiteY43" fmla="*/ 854901 h 7068065"/>
              <a:gd name="connsiteX44" fmla="*/ 348544 w 2832453"/>
              <a:gd name="connsiteY44" fmla="*/ 790031 h 7068065"/>
              <a:gd name="connsiteX45" fmla="*/ 301106 w 2832453"/>
              <a:gd name="connsiteY45" fmla="*/ 658339 h 7068065"/>
              <a:gd name="connsiteX46" fmla="*/ 269591 w 2832453"/>
              <a:gd name="connsiteY46" fmla="*/ 601872 h 7068065"/>
              <a:gd name="connsiteX47" fmla="*/ 143947 w 2832453"/>
              <a:gd name="connsiteY47" fmla="*/ 477500 h 7068065"/>
              <a:gd name="connsiteX48" fmla="*/ 119442 w 2832453"/>
              <a:gd name="connsiteY48" fmla="*/ 427534 h 7068065"/>
              <a:gd name="connsiteX49" fmla="*/ 86890 w 2832453"/>
              <a:gd name="connsiteY49" fmla="*/ 380972 h 7068065"/>
              <a:gd name="connsiteX50" fmla="*/ 64563 w 2832453"/>
              <a:gd name="connsiteY50" fmla="*/ 344744 h 7068065"/>
              <a:gd name="connsiteX51" fmla="*/ 0 w 2832453"/>
              <a:gd name="connsiteY51" fmla="*/ 272642 h 7068065"/>
              <a:gd name="connsiteX52" fmla="*/ 1814290 w 2832453"/>
              <a:gd name="connsiteY52" fmla="*/ 0 h 7068065"/>
              <a:gd name="connsiteX0" fmla="*/ 1814290 w 2832453"/>
              <a:gd name="connsiteY0" fmla="*/ 0 h 7068065"/>
              <a:gd name="connsiteX1" fmla="*/ 2832453 w 2832453"/>
              <a:gd name="connsiteY1" fmla="*/ 6781999 h 7068065"/>
              <a:gd name="connsiteX2" fmla="*/ 926960 w 2832453"/>
              <a:gd name="connsiteY2" fmla="*/ 7068065 h 7068065"/>
              <a:gd name="connsiteX3" fmla="*/ 948427 w 2832453"/>
              <a:gd name="connsiteY3" fmla="*/ 7030606 h 7068065"/>
              <a:gd name="connsiteX4" fmla="*/ 945881 w 2832453"/>
              <a:gd name="connsiteY4" fmla="*/ 6918617 h 7068065"/>
              <a:gd name="connsiteX5" fmla="*/ 933643 w 2832453"/>
              <a:gd name="connsiteY5" fmla="*/ 6827737 h 7068065"/>
              <a:gd name="connsiteX6" fmla="*/ 913917 w 2832453"/>
              <a:gd name="connsiteY6" fmla="*/ 6791162 h 7068065"/>
              <a:gd name="connsiteX7" fmla="*/ 894254 w 2832453"/>
              <a:gd name="connsiteY7" fmla="*/ 6715881 h 7068065"/>
              <a:gd name="connsiteX8" fmla="*/ 888457 w 2832453"/>
              <a:gd name="connsiteY8" fmla="*/ 6675604 h 7068065"/>
              <a:gd name="connsiteX9" fmla="*/ 832520 w 2832453"/>
              <a:gd name="connsiteY9" fmla="*/ 6551195 h 7068065"/>
              <a:gd name="connsiteX10" fmla="*/ 824861 w 2832453"/>
              <a:gd name="connsiteY10" fmla="*/ 6538406 h 7068065"/>
              <a:gd name="connsiteX11" fmla="*/ 821768 w 2832453"/>
              <a:gd name="connsiteY11" fmla="*/ 6491357 h 7068065"/>
              <a:gd name="connsiteX12" fmla="*/ 825924 w 2832453"/>
              <a:gd name="connsiteY12" fmla="*/ 6456978 h 7068065"/>
              <a:gd name="connsiteX13" fmla="*/ 816645 w 2832453"/>
              <a:gd name="connsiteY13" fmla="*/ 6364946 h 7068065"/>
              <a:gd name="connsiteX14" fmla="*/ 926291 w 2832453"/>
              <a:gd name="connsiteY14" fmla="*/ 6063917 h 7068065"/>
              <a:gd name="connsiteX15" fmla="*/ 961574 w 2832453"/>
              <a:gd name="connsiteY15" fmla="*/ 5722156 h 7068065"/>
              <a:gd name="connsiteX16" fmla="*/ 1101226 w 2832453"/>
              <a:gd name="connsiteY16" fmla="*/ 4011574 h 7068065"/>
              <a:gd name="connsiteX17" fmla="*/ 1149504 w 2832453"/>
              <a:gd name="connsiteY17" fmla="*/ 3614678 h 7068065"/>
              <a:gd name="connsiteX18" fmla="*/ 1020303 w 2832453"/>
              <a:gd name="connsiteY18" fmla="*/ 3274080 h 7068065"/>
              <a:gd name="connsiteX19" fmla="*/ 1012642 w 2832453"/>
              <a:gd name="connsiteY19" fmla="*/ 3198590 h 7068065"/>
              <a:gd name="connsiteX20" fmla="*/ 951472 w 2832453"/>
              <a:gd name="connsiteY20" fmla="*/ 2942700 h 7068065"/>
              <a:gd name="connsiteX21" fmla="*/ 928622 w 2832453"/>
              <a:gd name="connsiteY21" fmla="*/ 2806426 h 7068065"/>
              <a:gd name="connsiteX22" fmla="*/ 932496 w 2832453"/>
              <a:gd name="connsiteY22" fmla="*/ 2642976 h 7068065"/>
              <a:gd name="connsiteX23" fmla="*/ 913470 w 2832453"/>
              <a:gd name="connsiteY23" fmla="*/ 2434546 h 7068065"/>
              <a:gd name="connsiteX24" fmla="*/ 879271 w 2832453"/>
              <a:gd name="connsiteY24" fmla="*/ 2200027 h 7068065"/>
              <a:gd name="connsiteX25" fmla="*/ 865203 w 2832453"/>
              <a:gd name="connsiteY25" fmla="*/ 2164060 h 7068065"/>
              <a:gd name="connsiteX26" fmla="*/ 835966 w 2832453"/>
              <a:gd name="connsiteY26" fmla="*/ 2079446 h 7068065"/>
              <a:gd name="connsiteX27" fmla="*/ 819186 w 2832453"/>
              <a:gd name="connsiteY27" fmla="*/ 2035262 h 7068065"/>
              <a:gd name="connsiteX28" fmla="*/ 811617 w 2832453"/>
              <a:gd name="connsiteY28" fmla="*/ 1967807 h 7068065"/>
              <a:gd name="connsiteX29" fmla="*/ 806658 w 2832453"/>
              <a:gd name="connsiteY29" fmla="*/ 1961484 h 7068065"/>
              <a:gd name="connsiteX30" fmla="*/ 778232 w 2832453"/>
              <a:gd name="connsiteY30" fmla="*/ 1907774 h 7068065"/>
              <a:gd name="connsiteX31" fmla="*/ 767884 w 2832453"/>
              <a:gd name="connsiteY31" fmla="*/ 1874162 h 7068065"/>
              <a:gd name="connsiteX32" fmla="*/ 746293 w 2832453"/>
              <a:gd name="connsiteY32" fmla="*/ 1811364 h 7068065"/>
              <a:gd name="connsiteX33" fmla="*/ 731667 w 2832453"/>
              <a:gd name="connsiteY33" fmla="*/ 1774178 h 7068065"/>
              <a:gd name="connsiteX34" fmla="*/ 665008 w 2832453"/>
              <a:gd name="connsiteY34" fmla="*/ 1705612 h 7068065"/>
              <a:gd name="connsiteX35" fmla="*/ 596135 w 2832453"/>
              <a:gd name="connsiteY35" fmla="*/ 1607637 h 7068065"/>
              <a:gd name="connsiteX36" fmla="*/ 545478 w 2832453"/>
              <a:gd name="connsiteY36" fmla="*/ 1509187 h 7068065"/>
              <a:gd name="connsiteX37" fmla="*/ 509531 w 2832453"/>
              <a:gd name="connsiteY37" fmla="*/ 1406809 h 7068065"/>
              <a:gd name="connsiteX38" fmla="*/ 458961 w 2832453"/>
              <a:gd name="connsiteY38" fmla="*/ 1361448 h 7068065"/>
              <a:gd name="connsiteX39" fmla="*/ 387365 w 2832453"/>
              <a:gd name="connsiteY39" fmla="*/ 1177594 h 7068065"/>
              <a:gd name="connsiteX40" fmla="*/ 339692 w 2832453"/>
              <a:gd name="connsiteY40" fmla="*/ 934241 h 7068065"/>
              <a:gd name="connsiteX41" fmla="*/ 334081 w 2832453"/>
              <a:gd name="connsiteY41" fmla="*/ 885107 h 7068065"/>
              <a:gd name="connsiteX42" fmla="*/ 340329 w 2832453"/>
              <a:gd name="connsiteY42" fmla="*/ 854901 h 7068065"/>
              <a:gd name="connsiteX43" fmla="*/ 348544 w 2832453"/>
              <a:gd name="connsiteY43" fmla="*/ 790031 h 7068065"/>
              <a:gd name="connsiteX44" fmla="*/ 301106 w 2832453"/>
              <a:gd name="connsiteY44" fmla="*/ 658339 h 7068065"/>
              <a:gd name="connsiteX45" fmla="*/ 269591 w 2832453"/>
              <a:gd name="connsiteY45" fmla="*/ 601872 h 7068065"/>
              <a:gd name="connsiteX46" fmla="*/ 143947 w 2832453"/>
              <a:gd name="connsiteY46" fmla="*/ 477500 h 7068065"/>
              <a:gd name="connsiteX47" fmla="*/ 119442 w 2832453"/>
              <a:gd name="connsiteY47" fmla="*/ 427534 h 7068065"/>
              <a:gd name="connsiteX48" fmla="*/ 86890 w 2832453"/>
              <a:gd name="connsiteY48" fmla="*/ 380972 h 7068065"/>
              <a:gd name="connsiteX49" fmla="*/ 64563 w 2832453"/>
              <a:gd name="connsiteY49" fmla="*/ 344744 h 7068065"/>
              <a:gd name="connsiteX50" fmla="*/ 0 w 2832453"/>
              <a:gd name="connsiteY50" fmla="*/ 272642 h 7068065"/>
              <a:gd name="connsiteX51" fmla="*/ 1814290 w 2832453"/>
              <a:gd name="connsiteY51" fmla="*/ 0 h 7068065"/>
              <a:gd name="connsiteX0" fmla="*/ 1814290 w 2832453"/>
              <a:gd name="connsiteY0" fmla="*/ 0 h 7068065"/>
              <a:gd name="connsiteX1" fmla="*/ 2832453 w 2832453"/>
              <a:gd name="connsiteY1" fmla="*/ 6781999 h 7068065"/>
              <a:gd name="connsiteX2" fmla="*/ 926960 w 2832453"/>
              <a:gd name="connsiteY2" fmla="*/ 7068065 h 7068065"/>
              <a:gd name="connsiteX3" fmla="*/ 948427 w 2832453"/>
              <a:gd name="connsiteY3" fmla="*/ 7030606 h 7068065"/>
              <a:gd name="connsiteX4" fmla="*/ 945881 w 2832453"/>
              <a:gd name="connsiteY4" fmla="*/ 6918617 h 7068065"/>
              <a:gd name="connsiteX5" fmla="*/ 933643 w 2832453"/>
              <a:gd name="connsiteY5" fmla="*/ 6827737 h 7068065"/>
              <a:gd name="connsiteX6" fmla="*/ 913917 w 2832453"/>
              <a:gd name="connsiteY6" fmla="*/ 6791162 h 7068065"/>
              <a:gd name="connsiteX7" fmla="*/ 894254 w 2832453"/>
              <a:gd name="connsiteY7" fmla="*/ 6715881 h 7068065"/>
              <a:gd name="connsiteX8" fmla="*/ 888457 w 2832453"/>
              <a:gd name="connsiteY8" fmla="*/ 6675604 h 7068065"/>
              <a:gd name="connsiteX9" fmla="*/ 832520 w 2832453"/>
              <a:gd name="connsiteY9" fmla="*/ 6551195 h 7068065"/>
              <a:gd name="connsiteX10" fmla="*/ 824861 w 2832453"/>
              <a:gd name="connsiteY10" fmla="*/ 6538406 h 7068065"/>
              <a:gd name="connsiteX11" fmla="*/ 821768 w 2832453"/>
              <a:gd name="connsiteY11" fmla="*/ 6491357 h 7068065"/>
              <a:gd name="connsiteX12" fmla="*/ 825924 w 2832453"/>
              <a:gd name="connsiteY12" fmla="*/ 6456978 h 7068065"/>
              <a:gd name="connsiteX13" fmla="*/ 816645 w 2832453"/>
              <a:gd name="connsiteY13" fmla="*/ 6364946 h 7068065"/>
              <a:gd name="connsiteX14" fmla="*/ 926291 w 2832453"/>
              <a:gd name="connsiteY14" fmla="*/ 6063917 h 7068065"/>
              <a:gd name="connsiteX15" fmla="*/ 958818 w 2832453"/>
              <a:gd name="connsiteY15" fmla="*/ 5534592 h 7068065"/>
              <a:gd name="connsiteX16" fmla="*/ 1101226 w 2832453"/>
              <a:gd name="connsiteY16" fmla="*/ 4011574 h 7068065"/>
              <a:gd name="connsiteX17" fmla="*/ 1149504 w 2832453"/>
              <a:gd name="connsiteY17" fmla="*/ 3614678 h 7068065"/>
              <a:gd name="connsiteX18" fmla="*/ 1020303 w 2832453"/>
              <a:gd name="connsiteY18" fmla="*/ 3274080 h 7068065"/>
              <a:gd name="connsiteX19" fmla="*/ 1012642 w 2832453"/>
              <a:gd name="connsiteY19" fmla="*/ 3198590 h 7068065"/>
              <a:gd name="connsiteX20" fmla="*/ 951472 w 2832453"/>
              <a:gd name="connsiteY20" fmla="*/ 2942700 h 7068065"/>
              <a:gd name="connsiteX21" fmla="*/ 928622 w 2832453"/>
              <a:gd name="connsiteY21" fmla="*/ 2806426 h 7068065"/>
              <a:gd name="connsiteX22" fmla="*/ 932496 w 2832453"/>
              <a:gd name="connsiteY22" fmla="*/ 2642976 h 7068065"/>
              <a:gd name="connsiteX23" fmla="*/ 913470 w 2832453"/>
              <a:gd name="connsiteY23" fmla="*/ 2434546 h 7068065"/>
              <a:gd name="connsiteX24" fmla="*/ 879271 w 2832453"/>
              <a:gd name="connsiteY24" fmla="*/ 2200027 h 7068065"/>
              <a:gd name="connsiteX25" fmla="*/ 865203 w 2832453"/>
              <a:gd name="connsiteY25" fmla="*/ 2164060 h 7068065"/>
              <a:gd name="connsiteX26" fmla="*/ 835966 w 2832453"/>
              <a:gd name="connsiteY26" fmla="*/ 2079446 h 7068065"/>
              <a:gd name="connsiteX27" fmla="*/ 819186 w 2832453"/>
              <a:gd name="connsiteY27" fmla="*/ 2035262 h 7068065"/>
              <a:gd name="connsiteX28" fmla="*/ 811617 w 2832453"/>
              <a:gd name="connsiteY28" fmla="*/ 1967807 h 7068065"/>
              <a:gd name="connsiteX29" fmla="*/ 806658 w 2832453"/>
              <a:gd name="connsiteY29" fmla="*/ 1961484 h 7068065"/>
              <a:gd name="connsiteX30" fmla="*/ 778232 w 2832453"/>
              <a:gd name="connsiteY30" fmla="*/ 1907774 h 7068065"/>
              <a:gd name="connsiteX31" fmla="*/ 767884 w 2832453"/>
              <a:gd name="connsiteY31" fmla="*/ 1874162 h 7068065"/>
              <a:gd name="connsiteX32" fmla="*/ 746293 w 2832453"/>
              <a:gd name="connsiteY32" fmla="*/ 1811364 h 7068065"/>
              <a:gd name="connsiteX33" fmla="*/ 731667 w 2832453"/>
              <a:gd name="connsiteY33" fmla="*/ 1774178 h 7068065"/>
              <a:gd name="connsiteX34" fmla="*/ 665008 w 2832453"/>
              <a:gd name="connsiteY34" fmla="*/ 1705612 h 7068065"/>
              <a:gd name="connsiteX35" fmla="*/ 596135 w 2832453"/>
              <a:gd name="connsiteY35" fmla="*/ 1607637 h 7068065"/>
              <a:gd name="connsiteX36" fmla="*/ 545478 w 2832453"/>
              <a:gd name="connsiteY36" fmla="*/ 1509187 h 7068065"/>
              <a:gd name="connsiteX37" fmla="*/ 509531 w 2832453"/>
              <a:gd name="connsiteY37" fmla="*/ 1406809 h 7068065"/>
              <a:gd name="connsiteX38" fmla="*/ 458961 w 2832453"/>
              <a:gd name="connsiteY38" fmla="*/ 1361448 h 7068065"/>
              <a:gd name="connsiteX39" fmla="*/ 387365 w 2832453"/>
              <a:gd name="connsiteY39" fmla="*/ 1177594 h 7068065"/>
              <a:gd name="connsiteX40" fmla="*/ 339692 w 2832453"/>
              <a:gd name="connsiteY40" fmla="*/ 934241 h 7068065"/>
              <a:gd name="connsiteX41" fmla="*/ 334081 w 2832453"/>
              <a:gd name="connsiteY41" fmla="*/ 885107 h 7068065"/>
              <a:gd name="connsiteX42" fmla="*/ 340329 w 2832453"/>
              <a:gd name="connsiteY42" fmla="*/ 854901 h 7068065"/>
              <a:gd name="connsiteX43" fmla="*/ 348544 w 2832453"/>
              <a:gd name="connsiteY43" fmla="*/ 790031 h 7068065"/>
              <a:gd name="connsiteX44" fmla="*/ 301106 w 2832453"/>
              <a:gd name="connsiteY44" fmla="*/ 658339 h 7068065"/>
              <a:gd name="connsiteX45" fmla="*/ 269591 w 2832453"/>
              <a:gd name="connsiteY45" fmla="*/ 601872 h 7068065"/>
              <a:gd name="connsiteX46" fmla="*/ 143947 w 2832453"/>
              <a:gd name="connsiteY46" fmla="*/ 477500 h 7068065"/>
              <a:gd name="connsiteX47" fmla="*/ 119442 w 2832453"/>
              <a:gd name="connsiteY47" fmla="*/ 427534 h 7068065"/>
              <a:gd name="connsiteX48" fmla="*/ 86890 w 2832453"/>
              <a:gd name="connsiteY48" fmla="*/ 380972 h 7068065"/>
              <a:gd name="connsiteX49" fmla="*/ 64563 w 2832453"/>
              <a:gd name="connsiteY49" fmla="*/ 344744 h 7068065"/>
              <a:gd name="connsiteX50" fmla="*/ 0 w 2832453"/>
              <a:gd name="connsiteY50" fmla="*/ 272642 h 7068065"/>
              <a:gd name="connsiteX51" fmla="*/ 1814290 w 2832453"/>
              <a:gd name="connsiteY51" fmla="*/ 0 h 7068065"/>
              <a:gd name="connsiteX0" fmla="*/ 1814290 w 2832453"/>
              <a:gd name="connsiteY0" fmla="*/ 0 h 7068065"/>
              <a:gd name="connsiteX1" fmla="*/ 2832453 w 2832453"/>
              <a:gd name="connsiteY1" fmla="*/ 6781999 h 7068065"/>
              <a:gd name="connsiteX2" fmla="*/ 926960 w 2832453"/>
              <a:gd name="connsiteY2" fmla="*/ 7068065 h 7068065"/>
              <a:gd name="connsiteX3" fmla="*/ 948427 w 2832453"/>
              <a:gd name="connsiteY3" fmla="*/ 7030606 h 7068065"/>
              <a:gd name="connsiteX4" fmla="*/ 945881 w 2832453"/>
              <a:gd name="connsiteY4" fmla="*/ 6918617 h 7068065"/>
              <a:gd name="connsiteX5" fmla="*/ 933643 w 2832453"/>
              <a:gd name="connsiteY5" fmla="*/ 6827737 h 7068065"/>
              <a:gd name="connsiteX6" fmla="*/ 913917 w 2832453"/>
              <a:gd name="connsiteY6" fmla="*/ 6791162 h 7068065"/>
              <a:gd name="connsiteX7" fmla="*/ 894254 w 2832453"/>
              <a:gd name="connsiteY7" fmla="*/ 6715881 h 7068065"/>
              <a:gd name="connsiteX8" fmla="*/ 888457 w 2832453"/>
              <a:gd name="connsiteY8" fmla="*/ 6675604 h 7068065"/>
              <a:gd name="connsiteX9" fmla="*/ 832520 w 2832453"/>
              <a:gd name="connsiteY9" fmla="*/ 6551195 h 7068065"/>
              <a:gd name="connsiteX10" fmla="*/ 824861 w 2832453"/>
              <a:gd name="connsiteY10" fmla="*/ 6538406 h 7068065"/>
              <a:gd name="connsiteX11" fmla="*/ 821768 w 2832453"/>
              <a:gd name="connsiteY11" fmla="*/ 6491357 h 7068065"/>
              <a:gd name="connsiteX12" fmla="*/ 825924 w 2832453"/>
              <a:gd name="connsiteY12" fmla="*/ 6456978 h 7068065"/>
              <a:gd name="connsiteX13" fmla="*/ 816645 w 2832453"/>
              <a:gd name="connsiteY13" fmla="*/ 6364946 h 7068065"/>
              <a:gd name="connsiteX14" fmla="*/ 963788 w 2832453"/>
              <a:gd name="connsiteY14" fmla="*/ 5941436 h 7068065"/>
              <a:gd name="connsiteX15" fmla="*/ 958818 w 2832453"/>
              <a:gd name="connsiteY15" fmla="*/ 5534592 h 7068065"/>
              <a:gd name="connsiteX16" fmla="*/ 1101226 w 2832453"/>
              <a:gd name="connsiteY16" fmla="*/ 4011574 h 7068065"/>
              <a:gd name="connsiteX17" fmla="*/ 1149504 w 2832453"/>
              <a:gd name="connsiteY17" fmla="*/ 3614678 h 7068065"/>
              <a:gd name="connsiteX18" fmla="*/ 1020303 w 2832453"/>
              <a:gd name="connsiteY18" fmla="*/ 3274080 h 7068065"/>
              <a:gd name="connsiteX19" fmla="*/ 1012642 w 2832453"/>
              <a:gd name="connsiteY19" fmla="*/ 3198590 h 7068065"/>
              <a:gd name="connsiteX20" fmla="*/ 951472 w 2832453"/>
              <a:gd name="connsiteY20" fmla="*/ 2942700 h 7068065"/>
              <a:gd name="connsiteX21" fmla="*/ 928622 w 2832453"/>
              <a:gd name="connsiteY21" fmla="*/ 2806426 h 7068065"/>
              <a:gd name="connsiteX22" fmla="*/ 932496 w 2832453"/>
              <a:gd name="connsiteY22" fmla="*/ 2642976 h 7068065"/>
              <a:gd name="connsiteX23" fmla="*/ 913470 w 2832453"/>
              <a:gd name="connsiteY23" fmla="*/ 2434546 h 7068065"/>
              <a:gd name="connsiteX24" fmla="*/ 879271 w 2832453"/>
              <a:gd name="connsiteY24" fmla="*/ 2200027 h 7068065"/>
              <a:gd name="connsiteX25" fmla="*/ 865203 w 2832453"/>
              <a:gd name="connsiteY25" fmla="*/ 2164060 h 7068065"/>
              <a:gd name="connsiteX26" fmla="*/ 835966 w 2832453"/>
              <a:gd name="connsiteY26" fmla="*/ 2079446 h 7068065"/>
              <a:gd name="connsiteX27" fmla="*/ 819186 w 2832453"/>
              <a:gd name="connsiteY27" fmla="*/ 2035262 h 7068065"/>
              <a:gd name="connsiteX28" fmla="*/ 811617 w 2832453"/>
              <a:gd name="connsiteY28" fmla="*/ 1967807 h 7068065"/>
              <a:gd name="connsiteX29" fmla="*/ 806658 w 2832453"/>
              <a:gd name="connsiteY29" fmla="*/ 1961484 h 7068065"/>
              <a:gd name="connsiteX30" fmla="*/ 778232 w 2832453"/>
              <a:gd name="connsiteY30" fmla="*/ 1907774 h 7068065"/>
              <a:gd name="connsiteX31" fmla="*/ 767884 w 2832453"/>
              <a:gd name="connsiteY31" fmla="*/ 1874162 h 7068065"/>
              <a:gd name="connsiteX32" fmla="*/ 746293 w 2832453"/>
              <a:gd name="connsiteY32" fmla="*/ 1811364 h 7068065"/>
              <a:gd name="connsiteX33" fmla="*/ 731667 w 2832453"/>
              <a:gd name="connsiteY33" fmla="*/ 1774178 h 7068065"/>
              <a:gd name="connsiteX34" fmla="*/ 665008 w 2832453"/>
              <a:gd name="connsiteY34" fmla="*/ 1705612 h 7068065"/>
              <a:gd name="connsiteX35" fmla="*/ 596135 w 2832453"/>
              <a:gd name="connsiteY35" fmla="*/ 1607637 h 7068065"/>
              <a:gd name="connsiteX36" fmla="*/ 545478 w 2832453"/>
              <a:gd name="connsiteY36" fmla="*/ 1509187 h 7068065"/>
              <a:gd name="connsiteX37" fmla="*/ 509531 w 2832453"/>
              <a:gd name="connsiteY37" fmla="*/ 1406809 h 7068065"/>
              <a:gd name="connsiteX38" fmla="*/ 458961 w 2832453"/>
              <a:gd name="connsiteY38" fmla="*/ 1361448 h 7068065"/>
              <a:gd name="connsiteX39" fmla="*/ 387365 w 2832453"/>
              <a:gd name="connsiteY39" fmla="*/ 1177594 h 7068065"/>
              <a:gd name="connsiteX40" fmla="*/ 339692 w 2832453"/>
              <a:gd name="connsiteY40" fmla="*/ 934241 h 7068065"/>
              <a:gd name="connsiteX41" fmla="*/ 334081 w 2832453"/>
              <a:gd name="connsiteY41" fmla="*/ 885107 h 7068065"/>
              <a:gd name="connsiteX42" fmla="*/ 340329 w 2832453"/>
              <a:gd name="connsiteY42" fmla="*/ 854901 h 7068065"/>
              <a:gd name="connsiteX43" fmla="*/ 348544 w 2832453"/>
              <a:gd name="connsiteY43" fmla="*/ 790031 h 7068065"/>
              <a:gd name="connsiteX44" fmla="*/ 301106 w 2832453"/>
              <a:gd name="connsiteY44" fmla="*/ 658339 h 7068065"/>
              <a:gd name="connsiteX45" fmla="*/ 269591 w 2832453"/>
              <a:gd name="connsiteY45" fmla="*/ 601872 h 7068065"/>
              <a:gd name="connsiteX46" fmla="*/ 143947 w 2832453"/>
              <a:gd name="connsiteY46" fmla="*/ 477500 h 7068065"/>
              <a:gd name="connsiteX47" fmla="*/ 119442 w 2832453"/>
              <a:gd name="connsiteY47" fmla="*/ 427534 h 7068065"/>
              <a:gd name="connsiteX48" fmla="*/ 86890 w 2832453"/>
              <a:gd name="connsiteY48" fmla="*/ 380972 h 7068065"/>
              <a:gd name="connsiteX49" fmla="*/ 64563 w 2832453"/>
              <a:gd name="connsiteY49" fmla="*/ 344744 h 7068065"/>
              <a:gd name="connsiteX50" fmla="*/ 0 w 2832453"/>
              <a:gd name="connsiteY50" fmla="*/ 272642 h 7068065"/>
              <a:gd name="connsiteX51" fmla="*/ 1814290 w 2832453"/>
              <a:gd name="connsiteY51" fmla="*/ 0 h 7068065"/>
              <a:gd name="connsiteX0" fmla="*/ 1814290 w 2832453"/>
              <a:gd name="connsiteY0" fmla="*/ 0 h 7068065"/>
              <a:gd name="connsiteX1" fmla="*/ 2832453 w 2832453"/>
              <a:gd name="connsiteY1" fmla="*/ 6781999 h 7068065"/>
              <a:gd name="connsiteX2" fmla="*/ 926960 w 2832453"/>
              <a:gd name="connsiteY2" fmla="*/ 7068065 h 7068065"/>
              <a:gd name="connsiteX3" fmla="*/ 948427 w 2832453"/>
              <a:gd name="connsiteY3" fmla="*/ 7030606 h 7068065"/>
              <a:gd name="connsiteX4" fmla="*/ 945881 w 2832453"/>
              <a:gd name="connsiteY4" fmla="*/ 6918617 h 7068065"/>
              <a:gd name="connsiteX5" fmla="*/ 933643 w 2832453"/>
              <a:gd name="connsiteY5" fmla="*/ 6827737 h 7068065"/>
              <a:gd name="connsiteX6" fmla="*/ 913917 w 2832453"/>
              <a:gd name="connsiteY6" fmla="*/ 6791162 h 7068065"/>
              <a:gd name="connsiteX7" fmla="*/ 894254 w 2832453"/>
              <a:gd name="connsiteY7" fmla="*/ 6715881 h 7068065"/>
              <a:gd name="connsiteX8" fmla="*/ 888457 w 2832453"/>
              <a:gd name="connsiteY8" fmla="*/ 6675604 h 7068065"/>
              <a:gd name="connsiteX9" fmla="*/ 832520 w 2832453"/>
              <a:gd name="connsiteY9" fmla="*/ 6551195 h 7068065"/>
              <a:gd name="connsiteX10" fmla="*/ 824861 w 2832453"/>
              <a:gd name="connsiteY10" fmla="*/ 6538406 h 7068065"/>
              <a:gd name="connsiteX11" fmla="*/ 821768 w 2832453"/>
              <a:gd name="connsiteY11" fmla="*/ 6491357 h 7068065"/>
              <a:gd name="connsiteX12" fmla="*/ 825924 w 2832453"/>
              <a:gd name="connsiteY12" fmla="*/ 6456978 h 7068065"/>
              <a:gd name="connsiteX13" fmla="*/ 859617 w 2832453"/>
              <a:gd name="connsiteY13" fmla="*/ 6312771 h 7068065"/>
              <a:gd name="connsiteX14" fmla="*/ 963788 w 2832453"/>
              <a:gd name="connsiteY14" fmla="*/ 5941436 h 7068065"/>
              <a:gd name="connsiteX15" fmla="*/ 958818 w 2832453"/>
              <a:gd name="connsiteY15" fmla="*/ 5534592 h 7068065"/>
              <a:gd name="connsiteX16" fmla="*/ 1101226 w 2832453"/>
              <a:gd name="connsiteY16" fmla="*/ 4011574 h 7068065"/>
              <a:gd name="connsiteX17" fmla="*/ 1149504 w 2832453"/>
              <a:gd name="connsiteY17" fmla="*/ 3614678 h 7068065"/>
              <a:gd name="connsiteX18" fmla="*/ 1020303 w 2832453"/>
              <a:gd name="connsiteY18" fmla="*/ 3274080 h 7068065"/>
              <a:gd name="connsiteX19" fmla="*/ 1012642 w 2832453"/>
              <a:gd name="connsiteY19" fmla="*/ 3198590 h 7068065"/>
              <a:gd name="connsiteX20" fmla="*/ 951472 w 2832453"/>
              <a:gd name="connsiteY20" fmla="*/ 2942700 h 7068065"/>
              <a:gd name="connsiteX21" fmla="*/ 928622 w 2832453"/>
              <a:gd name="connsiteY21" fmla="*/ 2806426 h 7068065"/>
              <a:gd name="connsiteX22" fmla="*/ 932496 w 2832453"/>
              <a:gd name="connsiteY22" fmla="*/ 2642976 h 7068065"/>
              <a:gd name="connsiteX23" fmla="*/ 913470 w 2832453"/>
              <a:gd name="connsiteY23" fmla="*/ 2434546 h 7068065"/>
              <a:gd name="connsiteX24" fmla="*/ 879271 w 2832453"/>
              <a:gd name="connsiteY24" fmla="*/ 2200027 h 7068065"/>
              <a:gd name="connsiteX25" fmla="*/ 865203 w 2832453"/>
              <a:gd name="connsiteY25" fmla="*/ 2164060 h 7068065"/>
              <a:gd name="connsiteX26" fmla="*/ 835966 w 2832453"/>
              <a:gd name="connsiteY26" fmla="*/ 2079446 h 7068065"/>
              <a:gd name="connsiteX27" fmla="*/ 819186 w 2832453"/>
              <a:gd name="connsiteY27" fmla="*/ 2035262 h 7068065"/>
              <a:gd name="connsiteX28" fmla="*/ 811617 w 2832453"/>
              <a:gd name="connsiteY28" fmla="*/ 1967807 h 7068065"/>
              <a:gd name="connsiteX29" fmla="*/ 806658 w 2832453"/>
              <a:gd name="connsiteY29" fmla="*/ 1961484 h 7068065"/>
              <a:gd name="connsiteX30" fmla="*/ 778232 w 2832453"/>
              <a:gd name="connsiteY30" fmla="*/ 1907774 h 7068065"/>
              <a:gd name="connsiteX31" fmla="*/ 767884 w 2832453"/>
              <a:gd name="connsiteY31" fmla="*/ 1874162 h 7068065"/>
              <a:gd name="connsiteX32" fmla="*/ 746293 w 2832453"/>
              <a:gd name="connsiteY32" fmla="*/ 1811364 h 7068065"/>
              <a:gd name="connsiteX33" fmla="*/ 731667 w 2832453"/>
              <a:gd name="connsiteY33" fmla="*/ 1774178 h 7068065"/>
              <a:gd name="connsiteX34" fmla="*/ 665008 w 2832453"/>
              <a:gd name="connsiteY34" fmla="*/ 1705612 h 7068065"/>
              <a:gd name="connsiteX35" fmla="*/ 596135 w 2832453"/>
              <a:gd name="connsiteY35" fmla="*/ 1607637 h 7068065"/>
              <a:gd name="connsiteX36" fmla="*/ 545478 w 2832453"/>
              <a:gd name="connsiteY36" fmla="*/ 1509187 h 7068065"/>
              <a:gd name="connsiteX37" fmla="*/ 509531 w 2832453"/>
              <a:gd name="connsiteY37" fmla="*/ 1406809 h 7068065"/>
              <a:gd name="connsiteX38" fmla="*/ 458961 w 2832453"/>
              <a:gd name="connsiteY38" fmla="*/ 1361448 h 7068065"/>
              <a:gd name="connsiteX39" fmla="*/ 387365 w 2832453"/>
              <a:gd name="connsiteY39" fmla="*/ 1177594 h 7068065"/>
              <a:gd name="connsiteX40" fmla="*/ 339692 w 2832453"/>
              <a:gd name="connsiteY40" fmla="*/ 934241 h 7068065"/>
              <a:gd name="connsiteX41" fmla="*/ 334081 w 2832453"/>
              <a:gd name="connsiteY41" fmla="*/ 885107 h 7068065"/>
              <a:gd name="connsiteX42" fmla="*/ 340329 w 2832453"/>
              <a:gd name="connsiteY42" fmla="*/ 854901 h 7068065"/>
              <a:gd name="connsiteX43" fmla="*/ 348544 w 2832453"/>
              <a:gd name="connsiteY43" fmla="*/ 790031 h 7068065"/>
              <a:gd name="connsiteX44" fmla="*/ 301106 w 2832453"/>
              <a:gd name="connsiteY44" fmla="*/ 658339 h 7068065"/>
              <a:gd name="connsiteX45" fmla="*/ 269591 w 2832453"/>
              <a:gd name="connsiteY45" fmla="*/ 601872 h 7068065"/>
              <a:gd name="connsiteX46" fmla="*/ 143947 w 2832453"/>
              <a:gd name="connsiteY46" fmla="*/ 477500 h 7068065"/>
              <a:gd name="connsiteX47" fmla="*/ 119442 w 2832453"/>
              <a:gd name="connsiteY47" fmla="*/ 427534 h 7068065"/>
              <a:gd name="connsiteX48" fmla="*/ 86890 w 2832453"/>
              <a:gd name="connsiteY48" fmla="*/ 380972 h 7068065"/>
              <a:gd name="connsiteX49" fmla="*/ 64563 w 2832453"/>
              <a:gd name="connsiteY49" fmla="*/ 344744 h 7068065"/>
              <a:gd name="connsiteX50" fmla="*/ 0 w 2832453"/>
              <a:gd name="connsiteY50" fmla="*/ 272642 h 7068065"/>
              <a:gd name="connsiteX51" fmla="*/ 1814290 w 2832453"/>
              <a:gd name="connsiteY51" fmla="*/ 0 h 7068065"/>
              <a:gd name="connsiteX0" fmla="*/ 1814290 w 2832453"/>
              <a:gd name="connsiteY0" fmla="*/ 0 h 7068065"/>
              <a:gd name="connsiteX1" fmla="*/ 2832453 w 2832453"/>
              <a:gd name="connsiteY1" fmla="*/ 6781999 h 7068065"/>
              <a:gd name="connsiteX2" fmla="*/ 926960 w 2832453"/>
              <a:gd name="connsiteY2" fmla="*/ 7068065 h 7068065"/>
              <a:gd name="connsiteX3" fmla="*/ 948427 w 2832453"/>
              <a:gd name="connsiteY3" fmla="*/ 7030606 h 7068065"/>
              <a:gd name="connsiteX4" fmla="*/ 945881 w 2832453"/>
              <a:gd name="connsiteY4" fmla="*/ 6918617 h 7068065"/>
              <a:gd name="connsiteX5" fmla="*/ 933643 w 2832453"/>
              <a:gd name="connsiteY5" fmla="*/ 6827737 h 7068065"/>
              <a:gd name="connsiteX6" fmla="*/ 913917 w 2832453"/>
              <a:gd name="connsiteY6" fmla="*/ 6791162 h 7068065"/>
              <a:gd name="connsiteX7" fmla="*/ 894254 w 2832453"/>
              <a:gd name="connsiteY7" fmla="*/ 6715881 h 7068065"/>
              <a:gd name="connsiteX8" fmla="*/ 888457 w 2832453"/>
              <a:gd name="connsiteY8" fmla="*/ 6675604 h 7068065"/>
              <a:gd name="connsiteX9" fmla="*/ 832520 w 2832453"/>
              <a:gd name="connsiteY9" fmla="*/ 6551195 h 7068065"/>
              <a:gd name="connsiteX10" fmla="*/ 824861 w 2832453"/>
              <a:gd name="connsiteY10" fmla="*/ 6538406 h 7068065"/>
              <a:gd name="connsiteX11" fmla="*/ 821768 w 2832453"/>
              <a:gd name="connsiteY11" fmla="*/ 6491357 h 7068065"/>
              <a:gd name="connsiteX12" fmla="*/ 825924 w 2832453"/>
              <a:gd name="connsiteY12" fmla="*/ 6456978 h 7068065"/>
              <a:gd name="connsiteX13" fmla="*/ 839477 w 2832453"/>
              <a:gd name="connsiteY13" fmla="*/ 6178621 h 7068065"/>
              <a:gd name="connsiteX14" fmla="*/ 963788 w 2832453"/>
              <a:gd name="connsiteY14" fmla="*/ 5941436 h 7068065"/>
              <a:gd name="connsiteX15" fmla="*/ 958818 w 2832453"/>
              <a:gd name="connsiteY15" fmla="*/ 5534592 h 7068065"/>
              <a:gd name="connsiteX16" fmla="*/ 1101226 w 2832453"/>
              <a:gd name="connsiteY16" fmla="*/ 4011574 h 7068065"/>
              <a:gd name="connsiteX17" fmla="*/ 1149504 w 2832453"/>
              <a:gd name="connsiteY17" fmla="*/ 3614678 h 7068065"/>
              <a:gd name="connsiteX18" fmla="*/ 1020303 w 2832453"/>
              <a:gd name="connsiteY18" fmla="*/ 3274080 h 7068065"/>
              <a:gd name="connsiteX19" fmla="*/ 1012642 w 2832453"/>
              <a:gd name="connsiteY19" fmla="*/ 3198590 h 7068065"/>
              <a:gd name="connsiteX20" fmla="*/ 951472 w 2832453"/>
              <a:gd name="connsiteY20" fmla="*/ 2942700 h 7068065"/>
              <a:gd name="connsiteX21" fmla="*/ 928622 w 2832453"/>
              <a:gd name="connsiteY21" fmla="*/ 2806426 h 7068065"/>
              <a:gd name="connsiteX22" fmla="*/ 932496 w 2832453"/>
              <a:gd name="connsiteY22" fmla="*/ 2642976 h 7068065"/>
              <a:gd name="connsiteX23" fmla="*/ 913470 w 2832453"/>
              <a:gd name="connsiteY23" fmla="*/ 2434546 h 7068065"/>
              <a:gd name="connsiteX24" fmla="*/ 879271 w 2832453"/>
              <a:gd name="connsiteY24" fmla="*/ 2200027 h 7068065"/>
              <a:gd name="connsiteX25" fmla="*/ 865203 w 2832453"/>
              <a:gd name="connsiteY25" fmla="*/ 2164060 h 7068065"/>
              <a:gd name="connsiteX26" fmla="*/ 835966 w 2832453"/>
              <a:gd name="connsiteY26" fmla="*/ 2079446 h 7068065"/>
              <a:gd name="connsiteX27" fmla="*/ 819186 w 2832453"/>
              <a:gd name="connsiteY27" fmla="*/ 2035262 h 7068065"/>
              <a:gd name="connsiteX28" fmla="*/ 811617 w 2832453"/>
              <a:gd name="connsiteY28" fmla="*/ 1967807 h 7068065"/>
              <a:gd name="connsiteX29" fmla="*/ 806658 w 2832453"/>
              <a:gd name="connsiteY29" fmla="*/ 1961484 h 7068065"/>
              <a:gd name="connsiteX30" fmla="*/ 778232 w 2832453"/>
              <a:gd name="connsiteY30" fmla="*/ 1907774 h 7068065"/>
              <a:gd name="connsiteX31" fmla="*/ 767884 w 2832453"/>
              <a:gd name="connsiteY31" fmla="*/ 1874162 h 7068065"/>
              <a:gd name="connsiteX32" fmla="*/ 746293 w 2832453"/>
              <a:gd name="connsiteY32" fmla="*/ 1811364 h 7068065"/>
              <a:gd name="connsiteX33" fmla="*/ 731667 w 2832453"/>
              <a:gd name="connsiteY33" fmla="*/ 1774178 h 7068065"/>
              <a:gd name="connsiteX34" fmla="*/ 665008 w 2832453"/>
              <a:gd name="connsiteY34" fmla="*/ 1705612 h 7068065"/>
              <a:gd name="connsiteX35" fmla="*/ 596135 w 2832453"/>
              <a:gd name="connsiteY35" fmla="*/ 1607637 h 7068065"/>
              <a:gd name="connsiteX36" fmla="*/ 545478 w 2832453"/>
              <a:gd name="connsiteY36" fmla="*/ 1509187 h 7068065"/>
              <a:gd name="connsiteX37" fmla="*/ 509531 w 2832453"/>
              <a:gd name="connsiteY37" fmla="*/ 1406809 h 7068065"/>
              <a:gd name="connsiteX38" fmla="*/ 458961 w 2832453"/>
              <a:gd name="connsiteY38" fmla="*/ 1361448 h 7068065"/>
              <a:gd name="connsiteX39" fmla="*/ 387365 w 2832453"/>
              <a:gd name="connsiteY39" fmla="*/ 1177594 h 7068065"/>
              <a:gd name="connsiteX40" fmla="*/ 339692 w 2832453"/>
              <a:gd name="connsiteY40" fmla="*/ 934241 h 7068065"/>
              <a:gd name="connsiteX41" fmla="*/ 334081 w 2832453"/>
              <a:gd name="connsiteY41" fmla="*/ 885107 h 7068065"/>
              <a:gd name="connsiteX42" fmla="*/ 340329 w 2832453"/>
              <a:gd name="connsiteY42" fmla="*/ 854901 h 7068065"/>
              <a:gd name="connsiteX43" fmla="*/ 348544 w 2832453"/>
              <a:gd name="connsiteY43" fmla="*/ 790031 h 7068065"/>
              <a:gd name="connsiteX44" fmla="*/ 301106 w 2832453"/>
              <a:gd name="connsiteY44" fmla="*/ 658339 h 7068065"/>
              <a:gd name="connsiteX45" fmla="*/ 269591 w 2832453"/>
              <a:gd name="connsiteY45" fmla="*/ 601872 h 7068065"/>
              <a:gd name="connsiteX46" fmla="*/ 143947 w 2832453"/>
              <a:gd name="connsiteY46" fmla="*/ 477500 h 7068065"/>
              <a:gd name="connsiteX47" fmla="*/ 119442 w 2832453"/>
              <a:gd name="connsiteY47" fmla="*/ 427534 h 7068065"/>
              <a:gd name="connsiteX48" fmla="*/ 86890 w 2832453"/>
              <a:gd name="connsiteY48" fmla="*/ 380972 h 7068065"/>
              <a:gd name="connsiteX49" fmla="*/ 64563 w 2832453"/>
              <a:gd name="connsiteY49" fmla="*/ 344744 h 7068065"/>
              <a:gd name="connsiteX50" fmla="*/ 0 w 2832453"/>
              <a:gd name="connsiteY50" fmla="*/ 272642 h 7068065"/>
              <a:gd name="connsiteX51" fmla="*/ 1814290 w 2832453"/>
              <a:gd name="connsiteY51" fmla="*/ 0 h 7068065"/>
              <a:gd name="connsiteX0" fmla="*/ 1814290 w 2832453"/>
              <a:gd name="connsiteY0" fmla="*/ 0 h 7068065"/>
              <a:gd name="connsiteX1" fmla="*/ 2832453 w 2832453"/>
              <a:gd name="connsiteY1" fmla="*/ 6781999 h 7068065"/>
              <a:gd name="connsiteX2" fmla="*/ 926960 w 2832453"/>
              <a:gd name="connsiteY2" fmla="*/ 7068065 h 7068065"/>
              <a:gd name="connsiteX3" fmla="*/ 948427 w 2832453"/>
              <a:gd name="connsiteY3" fmla="*/ 7030606 h 7068065"/>
              <a:gd name="connsiteX4" fmla="*/ 945881 w 2832453"/>
              <a:gd name="connsiteY4" fmla="*/ 6918617 h 7068065"/>
              <a:gd name="connsiteX5" fmla="*/ 933643 w 2832453"/>
              <a:gd name="connsiteY5" fmla="*/ 6827737 h 7068065"/>
              <a:gd name="connsiteX6" fmla="*/ 913917 w 2832453"/>
              <a:gd name="connsiteY6" fmla="*/ 6791162 h 7068065"/>
              <a:gd name="connsiteX7" fmla="*/ 894254 w 2832453"/>
              <a:gd name="connsiteY7" fmla="*/ 6715881 h 7068065"/>
              <a:gd name="connsiteX8" fmla="*/ 888457 w 2832453"/>
              <a:gd name="connsiteY8" fmla="*/ 6675604 h 7068065"/>
              <a:gd name="connsiteX9" fmla="*/ 832520 w 2832453"/>
              <a:gd name="connsiteY9" fmla="*/ 6551195 h 7068065"/>
              <a:gd name="connsiteX10" fmla="*/ 824861 w 2832453"/>
              <a:gd name="connsiteY10" fmla="*/ 6538406 h 7068065"/>
              <a:gd name="connsiteX11" fmla="*/ 821768 w 2832453"/>
              <a:gd name="connsiteY11" fmla="*/ 6491357 h 7068065"/>
              <a:gd name="connsiteX12" fmla="*/ 825924 w 2832453"/>
              <a:gd name="connsiteY12" fmla="*/ 6456978 h 7068065"/>
              <a:gd name="connsiteX13" fmla="*/ 839477 w 2832453"/>
              <a:gd name="connsiteY13" fmla="*/ 6178621 h 7068065"/>
              <a:gd name="connsiteX14" fmla="*/ 963788 w 2832453"/>
              <a:gd name="connsiteY14" fmla="*/ 5941436 h 7068065"/>
              <a:gd name="connsiteX15" fmla="*/ 958818 w 2832453"/>
              <a:gd name="connsiteY15" fmla="*/ 5534592 h 7068065"/>
              <a:gd name="connsiteX16" fmla="*/ 1101226 w 2832453"/>
              <a:gd name="connsiteY16" fmla="*/ 4011574 h 7068065"/>
              <a:gd name="connsiteX17" fmla="*/ 1149504 w 2832453"/>
              <a:gd name="connsiteY17" fmla="*/ 3614678 h 7068065"/>
              <a:gd name="connsiteX18" fmla="*/ 1020303 w 2832453"/>
              <a:gd name="connsiteY18" fmla="*/ 3274080 h 7068065"/>
              <a:gd name="connsiteX19" fmla="*/ 1012642 w 2832453"/>
              <a:gd name="connsiteY19" fmla="*/ 3198590 h 7068065"/>
              <a:gd name="connsiteX20" fmla="*/ 951472 w 2832453"/>
              <a:gd name="connsiteY20" fmla="*/ 2942700 h 7068065"/>
              <a:gd name="connsiteX21" fmla="*/ 928622 w 2832453"/>
              <a:gd name="connsiteY21" fmla="*/ 2806426 h 7068065"/>
              <a:gd name="connsiteX22" fmla="*/ 932496 w 2832453"/>
              <a:gd name="connsiteY22" fmla="*/ 2642976 h 7068065"/>
              <a:gd name="connsiteX23" fmla="*/ 913470 w 2832453"/>
              <a:gd name="connsiteY23" fmla="*/ 2434546 h 7068065"/>
              <a:gd name="connsiteX24" fmla="*/ 879271 w 2832453"/>
              <a:gd name="connsiteY24" fmla="*/ 2200027 h 7068065"/>
              <a:gd name="connsiteX25" fmla="*/ 865203 w 2832453"/>
              <a:gd name="connsiteY25" fmla="*/ 2164060 h 7068065"/>
              <a:gd name="connsiteX26" fmla="*/ 835966 w 2832453"/>
              <a:gd name="connsiteY26" fmla="*/ 2079446 h 7068065"/>
              <a:gd name="connsiteX27" fmla="*/ 819186 w 2832453"/>
              <a:gd name="connsiteY27" fmla="*/ 2035262 h 7068065"/>
              <a:gd name="connsiteX28" fmla="*/ 811617 w 2832453"/>
              <a:gd name="connsiteY28" fmla="*/ 1967807 h 7068065"/>
              <a:gd name="connsiteX29" fmla="*/ 806658 w 2832453"/>
              <a:gd name="connsiteY29" fmla="*/ 1961484 h 7068065"/>
              <a:gd name="connsiteX30" fmla="*/ 778232 w 2832453"/>
              <a:gd name="connsiteY30" fmla="*/ 1907774 h 7068065"/>
              <a:gd name="connsiteX31" fmla="*/ 767884 w 2832453"/>
              <a:gd name="connsiteY31" fmla="*/ 1874162 h 7068065"/>
              <a:gd name="connsiteX32" fmla="*/ 746293 w 2832453"/>
              <a:gd name="connsiteY32" fmla="*/ 1811364 h 7068065"/>
              <a:gd name="connsiteX33" fmla="*/ 731667 w 2832453"/>
              <a:gd name="connsiteY33" fmla="*/ 1774178 h 7068065"/>
              <a:gd name="connsiteX34" fmla="*/ 665008 w 2832453"/>
              <a:gd name="connsiteY34" fmla="*/ 1705612 h 7068065"/>
              <a:gd name="connsiteX35" fmla="*/ 596135 w 2832453"/>
              <a:gd name="connsiteY35" fmla="*/ 1607637 h 7068065"/>
              <a:gd name="connsiteX36" fmla="*/ 545478 w 2832453"/>
              <a:gd name="connsiteY36" fmla="*/ 1509187 h 7068065"/>
              <a:gd name="connsiteX37" fmla="*/ 509531 w 2832453"/>
              <a:gd name="connsiteY37" fmla="*/ 1406809 h 7068065"/>
              <a:gd name="connsiteX38" fmla="*/ 458961 w 2832453"/>
              <a:gd name="connsiteY38" fmla="*/ 1361448 h 7068065"/>
              <a:gd name="connsiteX39" fmla="*/ 387365 w 2832453"/>
              <a:gd name="connsiteY39" fmla="*/ 1177594 h 7068065"/>
              <a:gd name="connsiteX40" fmla="*/ 339692 w 2832453"/>
              <a:gd name="connsiteY40" fmla="*/ 934241 h 7068065"/>
              <a:gd name="connsiteX41" fmla="*/ 334081 w 2832453"/>
              <a:gd name="connsiteY41" fmla="*/ 885107 h 7068065"/>
              <a:gd name="connsiteX42" fmla="*/ 340329 w 2832453"/>
              <a:gd name="connsiteY42" fmla="*/ 854901 h 7068065"/>
              <a:gd name="connsiteX43" fmla="*/ 348544 w 2832453"/>
              <a:gd name="connsiteY43" fmla="*/ 790031 h 7068065"/>
              <a:gd name="connsiteX44" fmla="*/ 301106 w 2832453"/>
              <a:gd name="connsiteY44" fmla="*/ 658339 h 7068065"/>
              <a:gd name="connsiteX45" fmla="*/ 269591 w 2832453"/>
              <a:gd name="connsiteY45" fmla="*/ 601872 h 7068065"/>
              <a:gd name="connsiteX46" fmla="*/ 143947 w 2832453"/>
              <a:gd name="connsiteY46" fmla="*/ 477500 h 7068065"/>
              <a:gd name="connsiteX47" fmla="*/ 119442 w 2832453"/>
              <a:gd name="connsiteY47" fmla="*/ 427534 h 7068065"/>
              <a:gd name="connsiteX48" fmla="*/ 86890 w 2832453"/>
              <a:gd name="connsiteY48" fmla="*/ 380972 h 7068065"/>
              <a:gd name="connsiteX49" fmla="*/ 64563 w 2832453"/>
              <a:gd name="connsiteY49" fmla="*/ 344744 h 7068065"/>
              <a:gd name="connsiteX50" fmla="*/ 0 w 2832453"/>
              <a:gd name="connsiteY50" fmla="*/ 272642 h 7068065"/>
              <a:gd name="connsiteX51" fmla="*/ 1814290 w 2832453"/>
              <a:gd name="connsiteY51" fmla="*/ 0 h 7068065"/>
              <a:gd name="connsiteX0" fmla="*/ 1814290 w 2832453"/>
              <a:gd name="connsiteY0" fmla="*/ 0 h 7068065"/>
              <a:gd name="connsiteX1" fmla="*/ 2832453 w 2832453"/>
              <a:gd name="connsiteY1" fmla="*/ 6781999 h 7068065"/>
              <a:gd name="connsiteX2" fmla="*/ 926960 w 2832453"/>
              <a:gd name="connsiteY2" fmla="*/ 7068065 h 7068065"/>
              <a:gd name="connsiteX3" fmla="*/ 948427 w 2832453"/>
              <a:gd name="connsiteY3" fmla="*/ 7030606 h 7068065"/>
              <a:gd name="connsiteX4" fmla="*/ 945881 w 2832453"/>
              <a:gd name="connsiteY4" fmla="*/ 6918617 h 7068065"/>
              <a:gd name="connsiteX5" fmla="*/ 933643 w 2832453"/>
              <a:gd name="connsiteY5" fmla="*/ 6827737 h 7068065"/>
              <a:gd name="connsiteX6" fmla="*/ 913917 w 2832453"/>
              <a:gd name="connsiteY6" fmla="*/ 6791162 h 7068065"/>
              <a:gd name="connsiteX7" fmla="*/ 894254 w 2832453"/>
              <a:gd name="connsiteY7" fmla="*/ 6715881 h 7068065"/>
              <a:gd name="connsiteX8" fmla="*/ 888457 w 2832453"/>
              <a:gd name="connsiteY8" fmla="*/ 6675604 h 7068065"/>
              <a:gd name="connsiteX9" fmla="*/ 832520 w 2832453"/>
              <a:gd name="connsiteY9" fmla="*/ 6551195 h 7068065"/>
              <a:gd name="connsiteX10" fmla="*/ 824861 w 2832453"/>
              <a:gd name="connsiteY10" fmla="*/ 6538406 h 7068065"/>
              <a:gd name="connsiteX11" fmla="*/ 821768 w 2832453"/>
              <a:gd name="connsiteY11" fmla="*/ 6491357 h 7068065"/>
              <a:gd name="connsiteX12" fmla="*/ 825924 w 2832453"/>
              <a:gd name="connsiteY12" fmla="*/ 6456978 h 7068065"/>
              <a:gd name="connsiteX13" fmla="*/ 839477 w 2832453"/>
              <a:gd name="connsiteY13" fmla="*/ 6178621 h 7068065"/>
              <a:gd name="connsiteX14" fmla="*/ 963788 w 2832453"/>
              <a:gd name="connsiteY14" fmla="*/ 5941436 h 7068065"/>
              <a:gd name="connsiteX15" fmla="*/ 958818 w 2832453"/>
              <a:gd name="connsiteY15" fmla="*/ 5534592 h 7068065"/>
              <a:gd name="connsiteX16" fmla="*/ 1101226 w 2832453"/>
              <a:gd name="connsiteY16" fmla="*/ 4011574 h 7068065"/>
              <a:gd name="connsiteX17" fmla="*/ 1149504 w 2832453"/>
              <a:gd name="connsiteY17" fmla="*/ 3614678 h 7068065"/>
              <a:gd name="connsiteX18" fmla="*/ 1020303 w 2832453"/>
              <a:gd name="connsiteY18" fmla="*/ 3274080 h 7068065"/>
              <a:gd name="connsiteX19" fmla="*/ 1012642 w 2832453"/>
              <a:gd name="connsiteY19" fmla="*/ 3198590 h 7068065"/>
              <a:gd name="connsiteX20" fmla="*/ 951472 w 2832453"/>
              <a:gd name="connsiteY20" fmla="*/ 2942700 h 7068065"/>
              <a:gd name="connsiteX21" fmla="*/ 928622 w 2832453"/>
              <a:gd name="connsiteY21" fmla="*/ 2806426 h 7068065"/>
              <a:gd name="connsiteX22" fmla="*/ 932496 w 2832453"/>
              <a:gd name="connsiteY22" fmla="*/ 2642976 h 7068065"/>
              <a:gd name="connsiteX23" fmla="*/ 913470 w 2832453"/>
              <a:gd name="connsiteY23" fmla="*/ 2434546 h 7068065"/>
              <a:gd name="connsiteX24" fmla="*/ 879271 w 2832453"/>
              <a:gd name="connsiteY24" fmla="*/ 2200027 h 7068065"/>
              <a:gd name="connsiteX25" fmla="*/ 865203 w 2832453"/>
              <a:gd name="connsiteY25" fmla="*/ 2164060 h 7068065"/>
              <a:gd name="connsiteX26" fmla="*/ 835966 w 2832453"/>
              <a:gd name="connsiteY26" fmla="*/ 2079446 h 7068065"/>
              <a:gd name="connsiteX27" fmla="*/ 819186 w 2832453"/>
              <a:gd name="connsiteY27" fmla="*/ 2035262 h 7068065"/>
              <a:gd name="connsiteX28" fmla="*/ 811617 w 2832453"/>
              <a:gd name="connsiteY28" fmla="*/ 1967807 h 7068065"/>
              <a:gd name="connsiteX29" fmla="*/ 806658 w 2832453"/>
              <a:gd name="connsiteY29" fmla="*/ 1961484 h 7068065"/>
              <a:gd name="connsiteX30" fmla="*/ 778232 w 2832453"/>
              <a:gd name="connsiteY30" fmla="*/ 1907774 h 7068065"/>
              <a:gd name="connsiteX31" fmla="*/ 767884 w 2832453"/>
              <a:gd name="connsiteY31" fmla="*/ 1874162 h 7068065"/>
              <a:gd name="connsiteX32" fmla="*/ 746293 w 2832453"/>
              <a:gd name="connsiteY32" fmla="*/ 1811364 h 7068065"/>
              <a:gd name="connsiteX33" fmla="*/ 731667 w 2832453"/>
              <a:gd name="connsiteY33" fmla="*/ 1774178 h 7068065"/>
              <a:gd name="connsiteX34" fmla="*/ 665008 w 2832453"/>
              <a:gd name="connsiteY34" fmla="*/ 1705612 h 7068065"/>
              <a:gd name="connsiteX35" fmla="*/ 596135 w 2832453"/>
              <a:gd name="connsiteY35" fmla="*/ 1607637 h 7068065"/>
              <a:gd name="connsiteX36" fmla="*/ 545478 w 2832453"/>
              <a:gd name="connsiteY36" fmla="*/ 1509187 h 7068065"/>
              <a:gd name="connsiteX37" fmla="*/ 509531 w 2832453"/>
              <a:gd name="connsiteY37" fmla="*/ 1406809 h 7068065"/>
              <a:gd name="connsiteX38" fmla="*/ 458961 w 2832453"/>
              <a:gd name="connsiteY38" fmla="*/ 1361448 h 7068065"/>
              <a:gd name="connsiteX39" fmla="*/ 387365 w 2832453"/>
              <a:gd name="connsiteY39" fmla="*/ 1177594 h 7068065"/>
              <a:gd name="connsiteX40" fmla="*/ 339692 w 2832453"/>
              <a:gd name="connsiteY40" fmla="*/ 934241 h 7068065"/>
              <a:gd name="connsiteX41" fmla="*/ 334081 w 2832453"/>
              <a:gd name="connsiteY41" fmla="*/ 885107 h 7068065"/>
              <a:gd name="connsiteX42" fmla="*/ 340329 w 2832453"/>
              <a:gd name="connsiteY42" fmla="*/ 854901 h 7068065"/>
              <a:gd name="connsiteX43" fmla="*/ 348544 w 2832453"/>
              <a:gd name="connsiteY43" fmla="*/ 790031 h 7068065"/>
              <a:gd name="connsiteX44" fmla="*/ 301106 w 2832453"/>
              <a:gd name="connsiteY44" fmla="*/ 658339 h 7068065"/>
              <a:gd name="connsiteX45" fmla="*/ 269591 w 2832453"/>
              <a:gd name="connsiteY45" fmla="*/ 601872 h 7068065"/>
              <a:gd name="connsiteX46" fmla="*/ 143947 w 2832453"/>
              <a:gd name="connsiteY46" fmla="*/ 477500 h 7068065"/>
              <a:gd name="connsiteX47" fmla="*/ 119442 w 2832453"/>
              <a:gd name="connsiteY47" fmla="*/ 427534 h 7068065"/>
              <a:gd name="connsiteX48" fmla="*/ 86890 w 2832453"/>
              <a:gd name="connsiteY48" fmla="*/ 380972 h 7068065"/>
              <a:gd name="connsiteX49" fmla="*/ 64563 w 2832453"/>
              <a:gd name="connsiteY49" fmla="*/ 344744 h 7068065"/>
              <a:gd name="connsiteX50" fmla="*/ 0 w 2832453"/>
              <a:gd name="connsiteY50" fmla="*/ 272642 h 7068065"/>
              <a:gd name="connsiteX51" fmla="*/ 1814290 w 2832453"/>
              <a:gd name="connsiteY51" fmla="*/ 0 h 7068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2832453" h="7068065">
                <a:moveTo>
                  <a:pt x="1814290" y="0"/>
                </a:moveTo>
                <a:lnTo>
                  <a:pt x="2832453" y="6781999"/>
                </a:lnTo>
                <a:lnTo>
                  <a:pt x="926960" y="7068065"/>
                </a:lnTo>
                <a:lnTo>
                  <a:pt x="948427" y="7030606"/>
                </a:lnTo>
                <a:cubicBezTo>
                  <a:pt x="944708" y="6995541"/>
                  <a:pt x="930822" y="6946810"/>
                  <a:pt x="945881" y="6918617"/>
                </a:cubicBezTo>
                <a:cubicBezTo>
                  <a:pt x="944269" y="6883781"/>
                  <a:pt x="945682" y="6872592"/>
                  <a:pt x="933643" y="6827737"/>
                </a:cubicBezTo>
                <a:cubicBezTo>
                  <a:pt x="948507" y="6794349"/>
                  <a:pt x="901407" y="6814609"/>
                  <a:pt x="913917" y="6791162"/>
                </a:cubicBezTo>
                <a:cubicBezTo>
                  <a:pt x="905007" y="6768858"/>
                  <a:pt x="898497" y="6735141"/>
                  <a:pt x="894254" y="6715881"/>
                </a:cubicBezTo>
                <a:lnTo>
                  <a:pt x="888457" y="6675604"/>
                </a:lnTo>
                <a:cubicBezTo>
                  <a:pt x="885165" y="6623027"/>
                  <a:pt x="843120" y="6574062"/>
                  <a:pt x="832520" y="6551195"/>
                </a:cubicBezTo>
                <a:cubicBezTo>
                  <a:pt x="831597" y="6544008"/>
                  <a:pt x="825784" y="6545593"/>
                  <a:pt x="824861" y="6538406"/>
                </a:cubicBezTo>
                <a:cubicBezTo>
                  <a:pt x="823393" y="6524128"/>
                  <a:pt x="823236" y="6505635"/>
                  <a:pt x="821768" y="6491357"/>
                </a:cubicBezTo>
                <a:cubicBezTo>
                  <a:pt x="824500" y="6484704"/>
                  <a:pt x="836766" y="6463743"/>
                  <a:pt x="825924" y="6456978"/>
                </a:cubicBezTo>
                <a:cubicBezTo>
                  <a:pt x="830442" y="6364192"/>
                  <a:pt x="864277" y="6297488"/>
                  <a:pt x="839477" y="6178621"/>
                </a:cubicBezTo>
                <a:cubicBezTo>
                  <a:pt x="841183" y="6154965"/>
                  <a:pt x="960401" y="5974521"/>
                  <a:pt x="963788" y="5941436"/>
                </a:cubicBezTo>
                <a:cubicBezTo>
                  <a:pt x="962131" y="5805821"/>
                  <a:pt x="960475" y="5670207"/>
                  <a:pt x="958818" y="5534592"/>
                </a:cubicBezTo>
                <a:cubicBezTo>
                  <a:pt x="929700" y="4901290"/>
                  <a:pt x="1059339" y="4667947"/>
                  <a:pt x="1101226" y="4011574"/>
                </a:cubicBezTo>
                <a:cubicBezTo>
                  <a:pt x="1117319" y="3879275"/>
                  <a:pt x="1166219" y="3863983"/>
                  <a:pt x="1149504" y="3614678"/>
                </a:cubicBezTo>
                <a:cubicBezTo>
                  <a:pt x="1136017" y="3491762"/>
                  <a:pt x="1046320" y="3342947"/>
                  <a:pt x="1020303" y="3274080"/>
                </a:cubicBezTo>
                <a:cubicBezTo>
                  <a:pt x="1012461" y="3251582"/>
                  <a:pt x="1024701" y="3224315"/>
                  <a:pt x="1012642" y="3198590"/>
                </a:cubicBezTo>
                <a:cubicBezTo>
                  <a:pt x="1001170" y="3143360"/>
                  <a:pt x="965475" y="3008061"/>
                  <a:pt x="951472" y="2942700"/>
                </a:cubicBezTo>
                <a:cubicBezTo>
                  <a:pt x="949569" y="2912622"/>
                  <a:pt x="921941" y="2851247"/>
                  <a:pt x="928622" y="2806426"/>
                </a:cubicBezTo>
                <a:cubicBezTo>
                  <a:pt x="929092" y="2749248"/>
                  <a:pt x="935124" y="2683472"/>
                  <a:pt x="932496" y="2642976"/>
                </a:cubicBezTo>
                <a:cubicBezTo>
                  <a:pt x="929971" y="2580996"/>
                  <a:pt x="903825" y="2510841"/>
                  <a:pt x="913470" y="2434546"/>
                </a:cubicBezTo>
                <a:cubicBezTo>
                  <a:pt x="902071" y="2356373"/>
                  <a:pt x="934310" y="2377598"/>
                  <a:pt x="879271" y="2200027"/>
                </a:cubicBezTo>
                <a:lnTo>
                  <a:pt x="865203" y="2164060"/>
                </a:lnTo>
                <a:lnTo>
                  <a:pt x="835966" y="2079446"/>
                </a:lnTo>
                <a:lnTo>
                  <a:pt x="819186" y="2035262"/>
                </a:lnTo>
                <a:lnTo>
                  <a:pt x="811617" y="1967807"/>
                </a:lnTo>
                <a:lnTo>
                  <a:pt x="806658" y="1961484"/>
                </a:lnTo>
                <a:cubicBezTo>
                  <a:pt x="801094" y="1951478"/>
                  <a:pt x="784694" y="1922328"/>
                  <a:pt x="778232" y="1907774"/>
                </a:cubicBezTo>
                <a:lnTo>
                  <a:pt x="767884" y="1874162"/>
                </a:lnTo>
                <a:lnTo>
                  <a:pt x="746293" y="1811364"/>
                </a:lnTo>
                <a:cubicBezTo>
                  <a:pt x="737320" y="1799167"/>
                  <a:pt x="747260" y="1789490"/>
                  <a:pt x="731667" y="1774178"/>
                </a:cubicBezTo>
                <a:cubicBezTo>
                  <a:pt x="713267" y="1758853"/>
                  <a:pt x="683629" y="1725072"/>
                  <a:pt x="665008" y="1705612"/>
                </a:cubicBezTo>
                <a:cubicBezTo>
                  <a:pt x="642420" y="1677855"/>
                  <a:pt x="649772" y="1649760"/>
                  <a:pt x="596135" y="1607637"/>
                </a:cubicBezTo>
                <a:cubicBezTo>
                  <a:pt x="577018" y="1567932"/>
                  <a:pt x="541392" y="1535864"/>
                  <a:pt x="545478" y="1509187"/>
                </a:cubicBezTo>
                <a:cubicBezTo>
                  <a:pt x="546003" y="1476394"/>
                  <a:pt x="534747" y="1441242"/>
                  <a:pt x="509531" y="1406809"/>
                </a:cubicBezTo>
                <a:cubicBezTo>
                  <a:pt x="501740" y="1393016"/>
                  <a:pt x="473956" y="1383808"/>
                  <a:pt x="458961" y="1361448"/>
                </a:cubicBezTo>
                <a:cubicBezTo>
                  <a:pt x="436277" y="1302575"/>
                  <a:pt x="407243" y="1248795"/>
                  <a:pt x="387365" y="1177594"/>
                </a:cubicBezTo>
                <a:cubicBezTo>
                  <a:pt x="367487" y="1106393"/>
                  <a:pt x="399637" y="1131839"/>
                  <a:pt x="339692" y="934241"/>
                </a:cubicBezTo>
                <a:cubicBezTo>
                  <a:pt x="343683" y="928527"/>
                  <a:pt x="333167" y="890953"/>
                  <a:pt x="334081" y="885107"/>
                </a:cubicBezTo>
                <a:lnTo>
                  <a:pt x="340329" y="854901"/>
                </a:lnTo>
                <a:cubicBezTo>
                  <a:pt x="341337" y="841673"/>
                  <a:pt x="349218" y="803732"/>
                  <a:pt x="348544" y="790031"/>
                </a:cubicBezTo>
                <a:cubicBezTo>
                  <a:pt x="342008" y="757271"/>
                  <a:pt x="314265" y="689698"/>
                  <a:pt x="301106" y="658339"/>
                </a:cubicBezTo>
                <a:cubicBezTo>
                  <a:pt x="296172" y="657905"/>
                  <a:pt x="272210" y="606761"/>
                  <a:pt x="269591" y="601872"/>
                </a:cubicBezTo>
                <a:cubicBezTo>
                  <a:pt x="239825" y="567854"/>
                  <a:pt x="192534" y="543954"/>
                  <a:pt x="143947" y="477500"/>
                </a:cubicBezTo>
                <a:cubicBezTo>
                  <a:pt x="143492" y="475575"/>
                  <a:pt x="119897" y="429459"/>
                  <a:pt x="119442" y="427534"/>
                </a:cubicBezTo>
                <a:cubicBezTo>
                  <a:pt x="111976" y="407004"/>
                  <a:pt x="99947" y="408866"/>
                  <a:pt x="86890" y="380972"/>
                </a:cubicBezTo>
                <a:cubicBezTo>
                  <a:pt x="94896" y="364116"/>
                  <a:pt x="81323" y="351535"/>
                  <a:pt x="64563" y="344744"/>
                </a:cubicBezTo>
                <a:cubicBezTo>
                  <a:pt x="66903" y="314467"/>
                  <a:pt x="23240" y="287983"/>
                  <a:pt x="0" y="272642"/>
                </a:cubicBezTo>
                <a:lnTo>
                  <a:pt x="1814290" y="0"/>
                </a:lnTo>
                <a:close/>
              </a:path>
            </a:pathLst>
          </a:custGeom>
          <a:blipFill>
            <a:blip r:embed="rId2"/>
            <a:tile tx="0" ty="0" sx="70000" sy="7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Rectangle 19">
            <a:extLst>
              <a:ext uri="{FF2B5EF4-FFF2-40B4-BE49-F238E27FC236}">
                <a16:creationId xmlns:a16="http://schemas.microsoft.com/office/drawing/2014/main" id="{C5D5E9CC-2294-46D1-89D0-F8C6FA5C41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977869">
            <a:off x="8152150" y="2448754"/>
            <a:ext cx="3231322" cy="3642326"/>
          </a:xfrm>
          <a:custGeom>
            <a:avLst/>
            <a:gdLst>
              <a:gd name="connsiteX0" fmla="*/ 0 w 3307120"/>
              <a:gd name="connsiteY0" fmla="*/ 0 h 3750119"/>
              <a:gd name="connsiteX1" fmla="*/ 3307120 w 3307120"/>
              <a:gd name="connsiteY1" fmla="*/ 0 h 3750119"/>
              <a:gd name="connsiteX2" fmla="*/ 3307120 w 3307120"/>
              <a:gd name="connsiteY2" fmla="*/ 3750119 h 3750119"/>
              <a:gd name="connsiteX3" fmla="*/ 0 w 3307120"/>
              <a:gd name="connsiteY3" fmla="*/ 3750119 h 3750119"/>
              <a:gd name="connsiteX4" fmla="*/ 0 w 3307120"/>
              <a:gd name="connsiteY4" fmla="*/ 0 h 3750119"/>
              <a:gd name="connsiteX0" fmla="*/ 0 w 3307120"/>
              <a:gd name="connsiteY0" fmla="*/ 0 h 3750119"/>
              <a:gd name="connsiteX1" fmla="*/ 3307120 w 3307120"/>
              <a:gd name="connsiteY1" fmla="*/ 0 h 3750119"/>
              <a:gd name="connsiteX2" fmla="*/ 3307120 w 3307120"/>
              <a:gd name="connsiteY2" fmla="*/ 3750119 h 3750119"/>
              <a:gd name="connsiteX3" fmla="*/ 1662 w 3307120"/>
              <a:gd name="connsiteY3" fmla="*/ 3697208 h 3750119"/>
              <a:gd name="connsiteX4" fmla="*/ 0 w 3307120"/>
              <a:gd name="connsiteY4" fmla="*/ 0 h 3750119"/>
              <a:gd name="connsiteX0" fmla="*/ 0 w 3307120"/>
              <a:gd name="connsiteY0" fmla="*/ 0 h 3723777"/>
              <a:gd name="connsiteX1" fmla="*/ 3307120 w 3307120"/>
              <a:gd name="connsiteY1" fmla="*/ 0 h 3723777"/>
              <a:gd name="connsiteX2" fmla="*/ 3305755 w 3307120"/>
              <a:gd name="connsiteY2" fmla="*/ 3723777 h 3723777"/>
              <a:gd name="connsiteX3" fmla="*/ 1662 w 3307120"/>
              <a:gd name="connsiteY3" fmla="*/ 3697208 h 3723777"/>
              <a:gd name="connsiteX4" fmla="*/ 0 w 3307120"/>
              <a:gd name="connsiteY4" fmla="*/ 0 h 3723777"/>
              <a:gd name="connsiteX0" fmla="*/ 30207 w 3305458"/>
              <a:gd name="connsiteY0" fmla="*/ 20364 h 3723777"/>
              <a:gd name="connsiteX1" fmla="*/ 3305458 w 3305458"/>
              <a:gd name="connsiteY1" fmla="*/ 0 h 3723777"/>
              <a:gd name="connsiteX2" fmla="*/ 3304093 w 3305458"/>
              <a:gd name="connsiteY2" fmla="*/ 3723777 h 3723777"/>
              <a:gd name="connsiteX3" fmla="*/ 0 w 3305458"/>
              <a:gd name="connsiteY3" fmla="*/ 3697208 h 3723777"/>
              <a:gd name="connsiteX4" fmla="*/ 30207 w 3305458"/>
              <a:gd name="connsiteY4" fmla="*/ 20364 h 3723777"/>
              <a:gd name="connsiteX0" fmla="*/ 30207 w 3304093"/>
              <a:gd name="connsiteY0" fmla="*/ 0 h 3703413"/>
              <a:gd name="connsiteX1" fmla="*/ 3289034 w 3304093"/>
              <a:gd name="connsiteY1" fmla="*/ 2497 h 3703413"/>
              <a:gd name="connsiteX2" fmla="*/ 3304093 w 3304093"/>
              <a:gd name="connsiteY2" fmla="*/ 3703413 h 3703413"/>
              <a:gd name="connsiteX3" fmla="*/ 0 w 3304093"/>
              <a:gd name="connsiteY3" fmla="*/ 3676844 h 3703413"/>
              <a:gd name="connsiteX4" fmla="*/ 30207 w 3304093"/>
              <a:gd name="connsiteY4" fmla="*/ 0 h 3703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4093" h="3703413">
                <a:moveTo>
                  <a:pt x="30207" y="0"/>
                </a:moveTo>
                <a:lnTo>
                  <a:pt x="3289034" y="2497"/>
                </a:lnTo>
                <a:cubicBezTo>
                  <a:pt x="3294054" y="1236136"/>
                  <a:pt x="3299073" y="2469774"/>
                  <a:pt x="3304093" y="3703413"/>
                </a:cubicBezTo>
                <a:lnTo>
                  <a:pt x="0" y="3676844"/>
                </a:lnTo>
                <a:lnTo>
                  <a:pt x="30207" y="0"/>
                </a:lnTo>
                <a:close/>
              </a:path>
            </a:pathLst>
          </a:custGeom>
          <a:solidFill>
            <a:srgbClr val="EFEEE9"/>
          </a:solidFill>
          <a:ln>
            <a:noFill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BABD217-EF3C-4AF3-9C20-A6619D211F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785093">
            <a:off x="8192715" y="2470944"/>
            <a:ext cx="3186624" cy="3597948"/>
          </a:xfrm>
          <a:custGeom>
            <a:avLst/>
            <a:gdLst>
              <a:gd name="connsiteX0" fmla="*/ 412307 w 4662328"/>
              <a:gd name="connsiteY0" fmla="*/ 0 h 5549975"/>
              <a:gd name="connsiteX1" fmla="*/ 3414493 w 4662328"/>
              <a:gd name="connsiteY1" fmla="*/ 171842 h 5549975"/>
              <a:gd name="connsiteX2" fmla="*/ 4243304 w 4662328"/>
              <a:gd name="connsiteY2" fmla="*/ 226950 h 5549975"/>
              <a:gd name="connsiteX3" fmla="*/ 4616498 w 4662328"/>
              <a:gd name="connsiteY3" fmla="*/ 247374 h 5549975"/>
              <a:gd name="connsiteX4" fmla="*/ 4644377 w 4662328"/>
              <a:gd name="connsiteY4" fmla="*/ 269179 h 5549975"/>
              <a:gd name="connsiteX5" fmla="*/ 4642603 w 4662328"/>
              <a:gd name="connsiteY5" fmla="*/ 300930 h 5549975"/>
              <a:gd name="connsiteX6" fmla="*/ 4645525 w 4662328"/>
              <a:gd name="connsiteY6" fmla="*/ 302647 h 5549975"/>
              <a:gd name="connsiteX7" fmla="*/ 4661951 w 4662328"/>
              <a:gd name="connsiteY7" fmla="*/ 334222 h 5549975"/>
              <a:gd name="connsiteX8" fmla="*/ 4639690 w 4662328"/>
              <a:gd name="connsiteY8" fmla="*/ 391868 h 5549975"/>
              <a:gd name="connsiteX9" fmla="*/ 4636202 w 4662328"/>
              <a:gd name="connsiteY9" fmla="*/ 415489 h 5549975"/>
              <a:gd name="connsiteX10" fmla="*/ 4631097 w 4662328"/>
              <a:gd name="connsiteY10" fmla="*/ 506828 h 5549975"/>
              <a:gd name="connsiteX11" fmla="*/ 4630447 w 4662328"/>
              <a:gd name="connsiteY11" fmla="*/ 553245 h 5549975"/>
              <a:gd name="connsiteX12" fmla="*/ 4627348 w 4662328"/>
              <a:gd name="connsiteY12" fmla="*/ 581709 h 5549975"/>
              <a:gd name="connsiteX13" fmla="*/ 4626679 w 4662328"/>
              <a:gd name="connsiteY13" fmla="*/ 585890 h 5549975"/>
              <a:gd name="connsiteX14" fmla="*/ 4613742 w 4662328"/>
              <a:gd name="connsiteY14" fmla="*/ 817404 h 5549975"/>
              <a:gd name="connsiteX15" fmla="*/ 4615455 w 4662328"/>
              <a:gd name="connsiteY15" fmla="*/ 822238 h 5549975"/>
              <a:gd name="connsiteX16" fmla="*/ 4613304 w 4662328"/>
              <a:gd name="connsiteY16" fmla="*/ 846069 h 5549975"/>
              <a:gd name="connsiteX17" fmla="*/ 4611704 w 4662328"/>
              <a:gd name="connsiteY17" fmla="*/ 853854 h 5549975"/>
              <a:gd name="connsiteX18" fmla="*/ 4605466 w 4662328"/>
              <a:gd name="connsiteY18" fmla="*/ 965485 h 5549975"/>
              <a:gd name="connsiteX19" fmla="*/ 4607543 w 4662328"/>
              <a:gd name="connsiteY19" fmla="*/ 966385 h 5549975"/>
              <a:gd name="connsiteX20" fmla="*/ 4611662 w 4662328"/>
              <a:gd name="connsiteY20" fmla="*/ 1002567 h 5549975"/>
              <a:gd name="connsiteX21" fmla="*/ 4606864 w 4662328"/>
              <a:gd name="connsiteY21" fmla="*/ 1101094 h 5549975"/>
              <a:gd name="connsiteX22" fmla="*/ 4606759 w 4662328"/>
              <a:gd name="connsiteY22" fmla="*/ 1159389 h 5549975"/>
              <a:gd name="connsiteX23" fmla="*/ 4611062 w 4662328"/>
              <a:gd name="connsiteY23" fmla="*/ 1180505 h 5549975"/>
              <a:gd name="connsiteX24" fmla="*/ 4614152 w 4662328"/>
              <a:gd name="connsiteY24" fmla="*/ 1210687 h 5549975"/>
              <a:gd name="connsiteX25" fmla="*/ 4622969 w 4662328"/>
              <a:gd name="connsiteY25" fmla="*/ 1263157 h 5549975"/>
              <a:gd name="connsiteX26" fmla="*/ 4625246 w 4662328"/>
              <a:gd name="connsiteY26" fmla="*/ 1313374 h 5549975"/>
              <a:gd name="connsiteX27" fmla="*/ 4624366 w 4662328"/>
              <a:gd name="connsiteY27" fmla="*/ 1347004 h 5549975"/>
              <a:gd name="connsiteX28" fmla="*/ 4623903 w 4662328"/>
              <a:gd name="connsiteY28" fmla="*/ 1351864 h 5549975"/>
              <a:gd name="connsiteX29" fmla="*/ 4614784 w 4662328"/>
              <a:gd name="connsiteY29" fmla="*/ 1391762 h 5549975"/>
              <a:gd name="connsiteX30" fmla="*/ 4618048 w 4662328"/>
              <a:gd name="connsiteY30" fmla="*/ 1395707 h 5549975"/>
              <a:gd name="connsiteX31" fmla="*/ 4620890 w 4662328"/>
              <a:gd name="connsiteY31" fmla="*/ 1408524 h 5549975"/>
              <a:gd name="connsiteX32" fmla="*/ 4616149 w 4662328"/>
              <a:gd name="connsiteY32" fmla="*/ 1419109 h 5549975"/>
              <a:gd name="connsiteX33" fmla="*/ 4605965 w 4662328"/>
              <a:gd name="connsiteY33" fmla="*/ 1469337 h 5549975"/>
              <a:gd name="connsiteX34" fmla="*/ 4595068 w 4662328"/>
              <a:gd name="connsiteY34" fmla="*/ 1543038 h 5549975"/>
              <a:gd name="connsiteX35" fmla="*/ 4590187 w 4662328"/>
              <a:gd name="connsiteY35" fmla="*/ 1553997 h 5549975"/>
              <a:gd name="connsiteX36" fmla="*/ 4575759 w 4662328"/>
              <a:gd name="connsiteY36" fmla="*/ 1626071 h 5549975"/>
              <a:gd name="connsiteX37" fmla="*/ 4572044 w 4662328"/>
              <a:gd name="connsiteY37" fmla="*/ 1664103 h 5549975"/>
              <a:gd name="connsiteX38" fmla="*/ 4575704 w 4662328"/>
              <a:gd name="connsiteY38" fmla="*/ 1668558 h 5549975"/>
              <a:gd name="connsiteX39" fmla="*/ 4574054 w 4662328"/>
              <a:gd name="connsiteY39" fmla="*/ 1679756 h 5549975"/>
              <a:gd name="connsiteX40" fmla="*/ 4574466 w 4662328"/>
              <a:gd name="connsiteY40" fmla="*/ 1682815 h 5549975"/>
              <a:gd name="connsiteX41" fmla="*/ 4575977 w 4662328"/>
              <a:gd name="connsiteY41" fmla="*/ 1700268 h 5549975"/>
              <a:gd name="connsiteX42" fmla="*/ 4564507 w 4662328"/>
              <a:gd name="connsiteY42" fmla="*/ 1735163 h 5549975"/>
              <a:gd name="connsiteX43" fmla="*/ 4562447 w 4662328"/>
              <a:gd name="connsiteY43" fmla="*/ 1735289 h 5549975"/>
              <a:gd name="connsiteX44" fmla="*/ 4553949 w 4662328"/>
              <a:gd name="connsiteY44" fmla="*/ 1887374 h 5549975"/>
              <a:gd name="connsiteX45" fmla="*/ 4562640 w 4662328"/>
              <a:gd name="connsiteY45" fmla="*/ 1911536 h 5549975"/>
              <a:gd name="connsiteX46" fmla="*/ 4564918 w 4662328"/>
              <a:gd name="connsiteY46" fmla="*/ 1961755 h 5549975"/>
              <a:gd name="connsiteX47" fmla="*/ 4564037 w 4662328"/>
              <a:gd name="connsiteY47" fmla="*/ 1995384 h 5549975"/>
              <a:gd name="connsiteX48" fmla="*/ 4563575 w 4662328"/>
              <a:gd name="connsiteY48" fmla="*/ 2000244 h 5549975"/>
              <a:gd name="connsiteX49" fmla="*/ 4554455 w 4662328"/>
              <a:gd name="connsiteY49" fmla="*/ 2040142 h 5549975"/>
              <a:gd name="connsiteX50" fmla="*/ 4557720 w 4662328"/>
              <a:gd name="connsiteY50" fmla="*/ 2044087 h 5549975"/>
              <a:gd name="connsiteX51" fmla="*/ 4560561 w 4662328"/>
              <a:gd name="connsiteY51" fmla="*/ 2056904 h 5549975"/>
              <a:gd name="connsiteX52" fmla="*/ 4555820 w 4662328"/>
              <a:gd name="connsiteY52" fmla="*/ 2067489 h 5549975"/>
              <a:gd name="connsiteX53" fmla="*/ 4545636 w 4662328"/>
              <a:gd name="connsiteY53" fmla="*/ 2117719 h 5549975"/>
              <a:gd name="connsiteX54" fmla="*/ 4538305 w 4662328"/>
              <a:gd name="connsiteY54" fmla="*/ 2167300 h 5549975"/>
              <a:gd name="connsiteX55" fmla="*/ 4482222 w 4662328"/>
              <a:gd name="connsiteY55" fmla="*/ 3223633 h 5549975"/>
              <a:gd name="connsiteX56" fmla="*/ 4469436 w 4662328"/>
              <a:gd name="connsiteY56" fmla="*/ 3477281 h 5549975"/>
              <a:gd name="connsiteX57" fmla="*/ 4458351 w 4662328"/>
              <a:gd name="connsiteY57" fmla="*/ 3639984 h 5549975"/>
              <a:gd name="connsiteX58" fmla="*/ 4367590 w 4662328"/>
              <a:gd name="connsiteY58" fmla="*/ 5278921 h 5549975"/>
              <a:gd name="connsiteX59" fmla="*/ 4372888 w 4662328"/>
              <a:gd name="connsiteY59" fmla="*/ 5315626 h 5549975"/>
              <a:gd name="connsiteX60" fmla="*/ 4376422 w 4662328"/>
              <a:gd name="connsiteY60" fmla="*/ 5350090 h 5549975"/>
              <a:gd name="connsiteX61" fmla="*/ 4379254 w 4662328"/>
              <a:gd name="connsiteY61" fmla="*/ 5450399 h 5549975"/>
              <a:gd name="connsiteX62" fmla="*/ 4360697 w 4662328"/>
              <a:gd name="connsiteY62" fmla="*/ 5484804 h 5549975"/>
              <a:gd name="connsiteX63" fmla="*/ 4356045 w 4662328"/>
              <a:gd name="connsiteY63" fmla="*/ 5487504 h 5549975"/>
              <a:gd name="connsiteX64" fmla="*/ 4352588 w 4662328"/>
              <a:gd name="connsiteY64" fmla="*/ 5549951 h 5549975"/>
              <a:gd name="connsiteX65" fmla="*/ 121904 w 4662328"/>
              <a:gd name="connsiteY65" fmla="*/ 5314089 h 5549975"/>
              <a:gd name="connsiteX66" fmla="*/ 125710 w 4662328"/>
              <a:gd name="connsiteY66" fmla="*/ 5243704 h 5549975"/>
              <a:gd name="connsiteX67" fmla="*/ 113205 w 4662328"/>
              <a:gd name="connsiteY67" fmla="*/ 5239903 h 5549975"/>
              <a:gd name="connsiteX68" fmla="*/ 117425 w 4662328"/>
              <a:gd name="connsiteY68" fmla="*/ 5233298 h 5549975"/>
              <a:gd name="connsiteX69" fmla="*/ 117694 w 4662328"/>
              <a:gd name="connsiteY69" fmla="*/ 5230552 h 5549975"/>
              <a:gd name="connsiteX70" fmla="*/ 117964 w 4662328"/>
              <a:gd name="connsiteY70" fmla="*/ 5227804 h 5549975"/>
              <a:gd name="connsiteX71" fmla="*/ 118501 w 4662328"/>
              <a:gd name="connsiteY71" fmla="*/ 5222308 h 5549975"/>
              <a:gd name="connsiteX72" fmla="*/ 118186 w 4662328"/>
              <a:gd name="connsiteY72" fmla="*/ 5216405 h 5549975"/>
              <a:gd name="connsiteX73" fmla="*/ 117602 w 4662328"/>
              <a:gd name="connsiteY73" fmla="*/ 5213249 h 5549975"/>
              <a:gd name="connsiteX74" fmla="*/ 117871 w 4662328"/>
              <a:gd name="connsiteY74" fmla="*/ 5210500 h 5549975"/>
              <a:gd name="connsiteX75" fmla="*/ 117555 w 4662328"/>
              <a:gd name="connsiteY75" fmla="*/ 5204597 h 5549975"/>
              <a:gd name="connsiteX76" fmla="*/ 116972 w 4662328"/>
              <a:gd name="connsiteY76" fmla="*/ 5201441 h 5549975"/>
              <a:gd name="connsiteX77" fmla="*/ 116342 w 4662328"/>
              <a:gd name="connsiteY77" fmla="*/ 5189632 h 5549975"/>
              <a:gd name="connsiteX78" fmla="*/ 115758 w 4662328"/>
              <a:gd name="connsiteY78" fmla="*/ 5186477 h 5549975"/>
              <a:gd name="connsiteX79" fmla="*/ 116026 w 4662328"/>
              <a:gd name="connsiteY79" fmla="*/ 5183728 h 5549975"/>
              <a:gd name="connsiteX80" fmla="*/ 114591 w 4662328"/>
              <a:gd name="connsiteY80" fmla="*/ 5180163 h 5549975"/>
              <a:gd name="connsiteX81" fmla="*/ 131086 w 4662328"/>
              <a:gd name="connsiteY81" fmla="*/ 5144275 h 5549975"/>
              <a:gd name="connsiteX82" fmla="*/ 152522 w 4662328"/>
              <a:gd name="connsiteY82" fmla="*/ 4747825 h 5549975"/>
              <a:gd name="connsiteX83" fmla="*/ 0 w 4662328"/>
              <a:gd name="connsiteY83" fmla="*/ 4747825 h 5549975"/>
              <a:gd name="connsiteX84" fmla="*/ 0 w 4662328"/>
              <a:gd name="connsiteY84" fmla="*/ 3811601 h 5549975"/>
              <a:gd name="connsiteX85" fmla="*/ 110031 w 4662328"/>
              <a:gd name="connsiteY85" fmla="*/ 3811601 h 5549975"/>
              <a:gd name="connsiteX0" fmla="*/ 412307 w 4662328"/>
              <a:gd name="connsiteY0" fmla="*/ 0 h 5549975"/>
              <a:gd name="connsiteX1" fmla="*/ 3414493 w 4662328"/>
              <a:gd name="connsiteY1" fmla="*/ 171842 h 5549975"/>
              <a:gd name="connsiteX2" fmla="*/ 4243304 w 4662328"/>
              <a:gd name="connsiteY2" fmla="*/ 226950 h 5549975"/>
              <a:gd name="connsiteX3" fmla="*/ 4616498 w 4662328"/>
              <a:gd name="connsiteY3" fmla="*/ 247374 h 5549975"/>
              <a:gd name="connsiteX4" fmla="*/ 4644377 w 4662328"/>
              <a:gd name="connsiteY4" fmla="*/ 269179 h 5549975"/>
              <a:gd name="connsiteX5" fmla="*/ 4642603 w 4662328"/>
              <a:gd name="connsiteY5" fmla="*/ 300930 h 5549975"/>
              <a:gd name="connsiteX6" fmla="*/ 4645525 w 4662328"/>
              <a:gd name="connsiteY6" fmla="*/ 302647 h 5549975"/>
              <a:gd name="connsiteX7" fmla="*/ 4661951 w 4662328"/>
              <a:gd name="connsiteY7" fmla="*/ 334222 h 5549975"/>
              <a:gd name="connsiteX8" fmla="*/ 4639690 w 4662328"/>
              <a:gd name="connsiteY8" fmla="*/ 391868 h 5549975"/>
              <a:gd name="connsiteX9" fmla="*/ 4636202 w 4662328"/>
              <a:gd name="connsiteY9" fmla="*/ 415489 h 5549975"/>
              <a:gd name="connsiteX10" fmla="*/ 4631097 w 4662328"/>
              <a:gd name="connsiteY10" fmla="*/ 506828 h 5549975"/>
              <a:gd name="connsiteX11" fmla="*/ 4630447 w 4662328"/>
              <a:gd name="connsiteY11" fmla="*/ 553245 h 5549975"/>
              <a:gd name="connsiteX12" fmla="*/ 4627348 w 4662328"/>
              <a:gd name="connsiteY12" fmla="*/ 581709 h 5549975"/>
              <a:gd name="connsiteX13" fmla="*/ 4626679 w 4662328"/>
              <a:gd name="connsiteY13" fmla="*/ 585890 h 5549975"/>
              <a:gd name="connsiteX14" fmla="*/ 4613742 w 4662328"/>
              <a:gd name="connsiteY14" fmla="*/ 817404 h 5549975"/>
              <a:gd name="connsiteX15" fmla="*/ 4615455 w 4662328"/>
              <a:gd name="connsiteY15" fmla="*/ 822238 h 5549975"/>
              <a:gd name="connsiteX16" fmla="*/ 4613304 w 4662328"/>
              <a:gd name="connsiteY16" fmla="*/ 846069 h 5549975"/>
              <a:gd name="connsiteX17" fmla="*/ 4611704 w 4662328"/>
              <a:gd name="connsiteY17" fmla="*/ 853854 h 5549975"/>
              <a:gd name="connsiteX18" fmla="*/ 4605466 w 4662328"/>
              <a:gd name="connsiteY18" fmla="*/ 965485 h 5549975"/>
              <a:gd name="connsiteX19" fmla="*/ 4607543 w 4662328"/>
              <a:gd name="connsiteY19" fmla="*/ 966385 h 5549975"/>
              <a:gd name="connsiteX20" fmla="*/ 4611662 w 4662328"/>
              <a:gd name="connsiteY20" fmla="*/ 1002567 h 5549975"/>
              <a:gd name="connsiteX21" fmla="*/ 4606864 w 4662328"/>
              <a:gd name="connsiteY21" fmla="*/ 1101094 h 5549975"/>
              <a:gd name="connsiteX22" fmla="*/ 4606759 w 4662328"/>
              <a:gd name="connsiteY22" fmla="*/ 1159389 h 5549975"/>
              <a:gd name="connsiteX23" fmla="*/ 4611062 w 4662328"/>
              <a:gd name="connsiteY23" fmla="*/ 1180505 h 5549975"/>
              <a:gd name="connsiteX24" fmla="*/ 4614152 w 4662328"/>
              <a:gd name="connsiteY24" fmla="*/ 1210687 h 5549975"/>
              <a:gd name="connsiteX25" fmla="*/ 4622969 w 4662328"/>
              <a:gd name="connsiteY25" fmla="*/ 1263157 h 5549975"/>
              <a:gd name="connsiteX26" fmla="*/ 4625246 w 4662328"/>
              <a:gd name="connsiteY26" fmla="*/ 1313374 h 5549975"/>
              <a:gd name="connsiteX27" fmla="*/ 4624366 w 4662328"/>
              <a:gd name="connsiteY27" fmla="*/ 1347004 h 5549975"/>
              <a:gd name="connsiteX28" fmla="*/ 4623903 w 4662328"/>
              <a:gd name="connsiteY28" fmla="*/ 1351864 h 5549975"/>
              <a:gd name="connsiteX29" fmla="*/ 4614784 w 4662328"/>
              <a:gd name="connsiteY29" fmla="*/ 1391762 h 5549975"/>
              <a:gd name="connsiteX30" fmla="*/ 4618048 w 4662328"/>
              <a:gd name="connsiteY30" fmla="*/ 1395707 h 5549975"/>
              <a:gd name="connsiteX31" fmla="*/ 4620890 w 4662328"/>
              <a:gd name="connsiteY31" fmla="*/ 1408524 h 5549975"/>
              <a:gd name="connsiteX32" fmla="*/ 4616149 w 4662328"/>
              <a:gd name="connsiteY32" fmla="*/ 1419109 h 5549975"/>
              <a:gd name="connsiteX33" fmla="*/ 4605965 w 4662328"/>
              <a:gd name="connsiteY33" fmla="*/ 1469337 h 5549975"/>
              <a:gd name="connsiteX34" fmla="*/ 4595068 w 4662328"/>
              <a:gd name="connsiteY34" fmla="*/ 1543038 h 5549975"/>
              <a:gd name="connsiteX35" fmla="*/ 4590187 w 4662328"/>
              <a:gd name="connsiteY35" fmla="*/ 1553997 h 5549975"/>
              <a:gd name="connsiteX36" fmla="*/ 4575759 w 4662328"/>
              <a:gd name="connsiteY36" fmla="*/ 1626071 h 5549975"/>
              <a:gd name="connsiteX37" fmla="*/ 4572044 w 4662328"/>
              <a:gd name="connsiteY37" fmla="*/ 1664103 h 5549975"/>
              <a:gd name="connsiteX38" fmla="*/ 4575704 w 4662328"/>
              <a:gd name="connsiteY38" fmla="*/ 1668558 h 5549975"/>
              <a:gd name="connsiteX39" fmla="*/ 4574054 w 4662328"/>
              <a:gd name="connsiteY39" fmla="*/ 1679756 h 5549975"/>
              <a:gd name="connsiteX40" fmla="*/ 4574466 w 4662328"/>
              <a:gd name="connsiteY40" fmla="*/ 1682815 h 5549975"/>
              <a:gd name="connsiteX41" fmla="*/ 4575977 w 4662328"/>
              <a:gd name="connsiteY41" fmla="*/ 1700268 h 5549975"/>
              <a:gd name="connsiteX42" fmla="*/ 4564507 w 4662328"/>
              <a:gd name="connsiteY42" fmla="*/ 1735163 h 5549975"/>
              <a:gd name="connsiteX43" fmla="*/ 4562447 w 4662328"/>
              <a:gd name="connsiteY43" fmla="*/ 1735289 h 5549975"/>
              <a:gd name="connsiteX44" fmla="*/ 4553949 w 4662328"/>
              <a:gd name="connsiteY44" fmla="*/ 1887374 h 5549975"/>
              <a:gd name="connsiteX45" fmla="*/ 4562640 w 4662328"/>
              <a:gd name="connsiteY45" fmla="*/ 1911536 h 5549975"/>
              <a:gd name="connsiteX46" fmla="*/ 4564918 w 4662328"/>
              <a:gd name="connsiteY46" fmla="*/ 1961755 h 5549975"/>
              <a:gd name="connsiteX47" fmla="*/ 4564037 w 4662328"/>
              <a:gd name="connsiteY47" fmla="*/ 1995384 h 5549975"/>
              <a:gd name="connsiteX48" fmla="*/ 4563575 w 4662328"/>
              <a:gd name="connsiteY48" fmla="*/ 2000244 h 5549975"/>
              <a:gd name="connsiteX49" fmla="*/ 4554455 w 4662328"/>
              <a:gd name="connsiteY49" fmla="*/ 2040142 h 5549975"/>
              <a:gd name="connsiteX50" fmla="*/ 4557720 w 4662328"/>
              <a:gd name="connsiteY50" fmla="*/ 2044087 h 5549975"/>
              <a:gd name="connsiteX51" fmla="*/ 4560561 w 4662328"/>
              <a:gd name="connsiteY51" fmla="*/ 2056904 h 5549975"/>
              <a:gd name="connsiteX52" fmla="*/ 4555820 w 4662328"/>
              <a:gd name="connsiteY52" fmla="*/ 2067489 h 5549975"/>
              <a:gd name="connsiteX53" fmla="*/ 4545636 w 4662328"/>
              <a:gd name="connsiteY53" fmla="*/ 2117719 h 5549975"/>
              <a:gd name="connsiteX54" fmla="*/ 4538305 w 4662328"/>
              <a:gd name="connsiteY54" fmla="*/ 2167300 h 5549975"/>
              <a:gd name="connsiteX55" fmla="*/ 4482222 w 4662328"/>
              <a:gd name="connsiteY55" fmla="*/ 3223633 h 5549975"/>
              <a:gd name="connsiteX56" fmla="*/ 4469436 w 4662328"/>
              <a:gd name="connsiteY56" fmla="*/ 3477281 h 5549975"/>
              <a:gd name="connsiteX57" fmla="*/ 4458351 w 4662328"/>
              <a:gd name="connsiteY57" fmla="*/ 3639984 h 5549975"/>
              <a:gd name="connsiteX58" fmla="*/ 4367590 w 4662328"/>
              <a:gd name="connsiteY58" fmla="*/ 5278921 h 5549975"/>
              <a:gd name="connsiteX59" fmla="*/ 4372888 w 4662328"/>
              <a:gd name="connsiteY59" fmla="*/ 5315626 h 5549975"/>
              <a:gd name="connsiteX60" fmla="*/ 4376422 w 4662328"/>
              <a:gd name="connsiteY60" fmla="*/ 5350090 h 5549975"/>
              <a:gd name="connsiteX61" fmla="*/ 4379254 w 4662328"/>
              <a:gd name="connsiteY61" fmla="*/ 5450399 h 5549975"/>
              <a:gd name="connsiteX62" fmla="*/ 4360697 w 4662328"/>
              <a:gd name="connsiteY62" fmla="*/ 5484804 h 5549975"/>
              <a:gd name="connsiteX63" fmla="*/ 4356045 w 4662328"/>
              <a:gd name="connsiteY63" fmla="*/ 5487504 h 5549975"/>
              <a:gd name="connsiteX64" fmla="*/ 4352588 w 4662328"/>
              <a:gd name="connsiteY64" fmla="*/ 5549951 h 5549975"/>
              <a:gd name="connsiteX65" fmla="*/ 121904 w 4662328"/>
              <a:gd name="connsiteY65" fmla="*/ 5314089 h 5549975"/>
              <a:gd name="connsiteX66" fmla="*/ 125710 w 4662328"/>
              <a:gd name="connsiteY66" fmla="*/ 5243704 h 5549975"/>
              <a:gd name="connsiteX67" fmla="*/ 113205 w 4662328"/>
              <a:gd name="connsiteY67" fmla="*/ 5239903 h 5549975"/>
              <a:gd name="connsiteX68" fmla="*/ 117425 w 4662328"/>
              <a:gd name="connsiteY68" fmla="*/ 5233298 h 5549975"/>
              <a:gd name="connsiteX69" fmla="*/ 117694 w 4662328"/>
              <a:gd name="connsiteY69" fmla="*/ 5230552 h 5549975"/>
              <a:gd name="connsiteX70" fmla="*/ 117964 w 4662328"/>
              <a:gd name="connsiteY70" fmla="*/ 5227804 h 5549975"/>
              <a:gd name="connsiteX71" fmla="*/ 118501 w 4662328"/>
              <a:gd name="connsiteY71" fmla="*/ 5222308 h 5549975"/>
              <a:gd name="connsiteX72" fmla="*/ 118186 w 4662328"/>
              <a:gd name="connsiteY72" fmla="*/ 5216405 h 5549975"/>
              <a:gd name="connsiteX73" fmla="*/ 117602 w 4662328"/>
              <a:gd name="connsiteY73" fmla="*/ 5213249 h 5549975"/>
              <a:gd name="connsiteX74" fmla="*/ 117871 w 4662328"/>
              <a:gd name="connsiteY74" fmla="*/ 5210500 h 5549975"/>
              <a:gd name="connsiteX75" fmla="*/ 117555 w 4662328"/>
              <a:gd name="connsiteY75" fmla="*/ 5204597 h 5549975"/>
              <a:gd name="connsiteX76" fmla="*/ 116972 w 4662328"/>
              <a:gd name="connsiteY76" fmla="*/ 5201441 h 5549975"/>
              <a:gd name="connsiteX77" fmla="*/ 116342 w 4662328"/>
              <a:gd name="connsiteY77" fmla="*/ 5189632 h 5549975"/>
              <a:gd name="connsiteX78" fmla="*/ 115758 w 4662328"/>
              <a:gd name="connsiteY78" fmla="*/ 5186477 h 5549975"/>
              <a:gd name="connsiteX79" fmla="*/ 116026 w 4662328"/>
              <a:gd name="connsiteY79" fmla="*/ 5183728 h 5549975"/>
              <a:gd name="connsiteX80" fmla="*/ 114591 w 4662328"/>
              <a:gd name="connsiteY80" fmla="*/ 5180163 h 5549975"/>
              <a:gd name="connsiteX81" fmla="*/ 131086 w 4662328"/>
              <a:gd name="connsiteY81" fmla="*/ 5144275 h 5549975"/>
              <a:gd name="connsiteX82" fmla="*/ 152522 w 4662328"/>
              <a:gd name="connsiteY82" fmla="*/ 4747825 h 5549975"/>
              <a:gd name="connsiteX83" fmla="*/ 0 w 4662328"/>
              <a:gd name="connsiteY83" fmla="*/ 4747825 h 5549975"/>
              <a:gd name="connsiteX84" fmla="*/ 110031 w 4662328"/>
              <a:gd name="connsiteY84" fmla="*/ 3811601 h 5549975"/>
              <a:gd name="connsiteX85" fmla="*/ 412307 w 4662328"/>
              <a:gd name="connsiteY85" fmla="*/ 0 h 5549975"/>
              <a:gd name="connsiteX0" fmla="*/ 302276 w 4552297"/>
              <a:gd name="connsiteY0" fmla="*/ 0 h 5549975"/>
              <a:gd name="connsiteX1" fmla="*/ 3304462 w 4552297"/>
              <a:gd name="connsiteY1" fmla="*/ 171842 h 5549975"/>
              <a:gd name="connsiteX2" fmla="*/ 4133273 w 4552297"/>
              <a:gd name="connsiteY2" fmla="*/ 226950 h 5549975"/>
              <a:gd name="connsiteX3" fmla="*/ 4506467 w 4552297"/>
              <a:gd name="connsiteY3" fmla="*/ 247374 h 5549975"/>
              <a:gd name="connsiteX4" fmla="*/ 4534346 w 4552297"/>
              <a:gd name="connsiteY4" fmla="*/ 269179 h 5549975"/>
              <a:gd name="connsiteX5" fmla="*/ 4532572 w 4552297"/>
              <a:gd name="connsiteY5" fmla="*/ 300930 h 5549975"/>
              <a:gd name="connsiteX6" fmla="*/ 4535494 w 4552297"/>
              <a:gd name="connsiteY6" fmla="*/ 302647 h 5549975"/>
              <a:gd name="connsiteX7" fmla="*/ 4551920 w 4552297"/>
              <a:gd name="connsiteY7" fmla="*/ 334222 h 5549975"/>
              <a:gd name="connsiteX8" fmla="*/ 4529659 w 4552297"/>
              <a:gd name="connsiteY8" fmla="*/ 391868 h 5549975"/>
              <a:gd name="connsiteX9" fmla="*/ 4526171 w 4552297"/>
              <a:gd name="connsiteY9" fmla="*/ 415489 h 5549975"/>
              <a:gd name="connsiteX10" fmla="*/ 4521066 w 4552297"/>
              <a:gd name="connsiteY10" fmla="*/ 506828 h 5549975"/>
              <a:gd name="connsiteX11" fmla="*/ 4520416 w 4552297"/>
              <a:gd name="connsiteY11" fmla="*/ 553245 h 5549975"/>
              <a:gd name="connsiteX12" fmla="*/ 4517317 w 4552297"/>
              <a:gd name="connsiteY12" fmla="*/ 581709 h 5549975"/>
              <a:gd name="connsiteX13" fmla="*/ 4516648 w 4552297"/>
              <a:gd name="connsiteY13" fmla="*/ 585890 h 5549975"/>
              <a:gd name="connsiteX14" fmla="*/ 4503711 w 4552297"/>
              <a:gd name="connsiteY14" fmla="*/ 817404 h 5549975"/>
              <a:gd name="connsiteX15" fmla="*/ 4505424 w 4552297"/>
              <a:gd name="connsiteY15" fmla="*/ 822238 h 5549975"/>
              <a:gd name="connsiteX16" fmla="*/ 4503273 w 4552297"/>
              <a:gd name="connsiteY16" fmla="*/ 846069 h 5549975"/>
              <a:gd name="connsiteX17" fmla="*/ 4501673 w 4552297"/>
              <a:gd name="connsiteY17" fmla="*/ 853854 h 5549975"/>
              <a:gd name="connsiteX18" fmla="*/ 4495435 w 4552297"/>
              <a:gd name="connsiteY18" fmla="*/ 965485 h 5549975"/>
              <a:gd name="connsiteX19" fmla="*/ 4497512 w 4552297"/>
              <a:gd name="connsiteY19" fmla="*/ 966385 h 5549975"/>
              <a:gd name="connsiteX20" fmla="*/ 4501631 w 4552297"/>
              <a:gd name="connsiteY20" fmla="*/ 1002567 h 5549975"/>
              <a:gd name="connsiteX21" fmla="*/ 4496833 w 4552297"/>
              <a:gd name="connsiteY21" fmla="*/ 1101094 h 5549975"/>
              <a:gd name="connsiteX22" fmla="*/ 4496728 w 4552297"/>
              <a:gd name="connsiteY22" fmla="*/ 1159389 h 5549975"/>
              <a:gd name="connsiteX23" fmla="*/ 4501031 w 4552297"/>
              <a:gd name="connsiteY23" fmla="*/ 1180505 h 5549975"/>
              <a:gd name="connsiteX24" fmla="*/ 4504121 w 4552297"/>
              <a:gd name="connsiteY24" fmla="*/ 1210687 h 5549975"/>
              <a:gd name="connsiteX25" fmla="*/ 4512938 w 4552297"/>
              <a:gd name="connsiteY25" fmla="*/ 1263157 h 5549975"/>
              <a:gd name="connsiteX26" fmla="*/ 4515215 w 4552297"/>
              <a:gd name="connsiteY26" fmla="*/ 1313374 h 5549975"/>
              <a:gd name="connsiteX27" fmla="*/ 4514335 w 4552297"/>
              <a:gd name="connsiteY27" fmla="*/ 1347004 h 5549975"/>
              <a:gd name="connsiteX28" fmla="*/ 4513872 w 4552297"/>
              <a:gd name="connsiteY28" fmla="*/ 1351864 h 5549975"/>
              <a:gd name="connsiteX29" fmla="*/ 4504753 w 4552297"/>
              <a:gd name="connsiteY29" fmla="*/ 1391762 h 5549975"/>
              <a:gd name="connsiteX30" fmla="*/ 4508017 w 4552297"/>
              <a:gd name="connsiteY30" fmla="*/ 1395707 h 5549975"/>
              <a:gd name="connsiteX31" fmla="*/ 4510859 w 4552297"/>
              <a:gd name="connsiteY31" fmla="*/ 1408524 h 5549975"/>
              <a:gd name="connsiteX32" fmla="*/ 4506118 w 4552297"/>
              <a:gd name="connsiteY32" fmla="*/ 1419109 h 5549975"/>
              <a:gd name="connsiteX33" fmla="*/ 4495934 w 4552297"/>
              <a:gd name="connsiteY33" fmla="*/ 1469337 h 5549975"/>
              <a:gd name="connsiteX34" fmla="*/ 4485037 w 4552297"/>
              <a:gd name="connsiteY34" fmla="*/ 1543038 h 5549975"/>
              <a:gd name="connsiteX35" fmla="*/ 4480156 w 4552297"/>
              <a:gd name="connsiteY35" fmla="*/ 1553997 h 5549975"/>
              <a:gd name="connsiteX36" fmla="*/ 4465728 w 4552297"/>
              <a:gd name="connsiteY36" fmla="*/ 1626071 h 5549975"/>
              <a:gd name="connsiteX37" fmla="*/ 4462013 w 4552297"/>
              <a:gd name="connsiteY37" fmla="*/ 1664103 h 5549975"/>
              <a:gd name="connsiteX38" fmla="*/ 4465673 w 4552297"/>
              <a:gd name="connsiteY38" fmla="*/ 1668558 h 5549975"/>
              <a:gd name="connsiteX39" fmla="*/ 4464023 w 4552297"/>
              <a:gd name="connsiteY39" fmla="*/ 1679756 h 5549975"/>
              <a:gd name="connsiteX40" fmla="*/ 4464435 w 4552297"/>
              <a:gd name="connsiteY40" fmla="*/ 1682815 h 5549975"/>
              <a:gd name="connsiteX41" fmla="*/ 4465946 w 4552297"/>
              <a:gd name="connsiteY41" fmla="*/ 1700268 h 5549975"/>
              <a:gd name="connsiteX42" fmla="*/ 4454476 w 4552297"/>
              <a:gd name="connsiteY42" fmla="*/ 1735163 h 5549975"/>
              <a:gd name="connsiteX43" fmla="*/ 4452416 w 4552297"/>
              <a:gd name="connsiteY43" fmla="*/ 1735289 h 5549975"/>
              <a:gd name="connsiteX44" fmla="*/ 4443918 w 4552297"/>
              <a:gd name="connsiteY44" fmla="*/ 1887374 h 5549975"/>
              <a:gd name="connsiteX45" fmla="*/ 4452609 w 4552297"/>
              <a:gd name="connsiteY45" fmla="*/ 1911536 h 5549975"/>
              <a:gd name="connsiteX46" fmla="*/ 4454887 w 4552297"/>
              <a:gd name="connsiteY46" fmla="*/ 1961755 h 5549975"/>
              <a:gd name="connsiteX47" fmla="*/ 4454006 w 4552297"/>
              <a:gd name="connsiteY47" fmla="*/ 1995384 h 5549975"/>
              <a:gd name="connsiteX48" fmla="*/ 4453544 w 4552297"/>
              <a:gd name="connsiteY48" fmla="*/ 2000244 h 5549975"/>
              <a:gd name="connsiteX49" fmla="*/ 4444424 w 4552297"/>
              <a:gd name="connsiteY49" fmla="*/ 2040142 h 5549975"/>
              <a:gd name="connsiteX50" fmla="*/ 4447689 w 4552297"/>
              <a:gd name="connsiteY50" fmla="*/ 2044087 h 5549975"/>
              <a:gd name="connsiteX51" fmla="*/ 4450530 w 4552297"/>
              <a:gd name="connsiteY51" fmla="*/ 2056904 h 5549975"/>
              <a:gd name="connsiteX52" fmla="*/ 4445789 w 4552297"/>
              <a:gd name="connsiteY52" fmla="*/ 2067489 h 5549975"/>
              <a:gd name="connsiteX53" fmla="*/ 4435605 w 4552297"/>
              <a:gd name="connsiteY53" fmla="*/ 2117719 h 5549975"/>
              <a:gd name="connsiteX54" fmla="*/ 4428274 w 4552297"/>
              <a:gd name="connsiteY54" fmla="*/ 2167300 h 5549975"/>
              <a:gd name="connsiteX55" fmla="*/ 4372191 w 4552297"/>
              <a:gd name="connsiteY55" fmla="*/ 3223633 h 5549975"/>
              <a:gd name="connsiteX56" fmla="*/ 4359405 w 4552297"/>
              <a:gd name="connsiteY56" fmla="*/ 3477281 h 5549975"/>
              <a:gd name="connsiteX57" fmla="*/ 4348320 w 4552297"/>
              <a:gd name="connsiteY57" fmla="*/ 3639984 h 5549975"/>
              <a:gd name="connsiteX58" fmla="*/ 4257559 w 4552297"/>
              <a:gd name="connsiteY58" fmla="*/ 5278921 h 5549975"/>
              <a:gd name="connsiteX59" fmla="*/ 4262857 w 4552297"/>
              <a:gd name="connsiteY59" fmla="*/ 5315626 h 5549975"/>
              <a:gd name="connsiteX60" fmla="*/ 4266391 w 4552297"/>
              <a:gd name="connsiteY60" fmla="*/ 5350090 h 5549975"/>
              <a:gd name="connsiteX61" fmla="*/ 4269223 w 4552297"/>
              <a:gd name="connsiteY61" fmla="*/ 5450399 h 5549975"/>
              <a:gd name="connsiteX62" fmla="*/ 4250666 w 4552297"/>
              <a:gd name="connsiteY62" fmla="*/ 5484804 h 5549975"/>
              <a:gd name="connsiteX63" fmla="*/ 4246014 w 4552297"/>
              <a:gd name="connsiteY63" fmla="*/ 5487504 h 5549975"/>
              <a:gd name="connsiteX64" fmla="*/ 4242557 w 4552297"/>
              <a:gd name="connsiteY64" fmla="*/ 5549951 h 5549975"/>
              <a:gd name="connsiteX65" fmla="*/ 11873 w 4552297"/>
              <a:gd name="connsiteY65" fmla="*/ 5314089 h 5549975"/>
              <a:gd name="connsiteX66" fmla="*/ 15679 w 4552297"/>
              <a:gd name="connsiteY66" fmla="*/ 5243704 h 5549975"/>
              <a:gd name="connsiteX67" fmla="*/ 3174 w 4552297"/>
              <a:gd name="connsiteY67" fmla="*/ 5239903 h 5549975"/>
              <a:gd name="connsiteX68" fmla="*/ 7394 w 4552297"/>
              <a:gd name="connsiteY68" fmla="*/ 5233298 h 5549975"/>
              <a:gd name="connsiteX69" fmla="*/ 7663 w 4552297"/>
              <a:gd name="connsiteY69" fmla="*/ 5230552 h 5549975"/>
              <a:gd name="connsiteX70" fmla="*/ 7933 w 4552297"/>
              <a:gd name="connsiteY70" fmla="*/ 5227804 h 5549975"/>
              <a:gd name="connsiteX71" fmla="*/ 8470 w 4552297"/>
              <a:gd name="connsiteY71" fmla="*/ 5222308 h 5549975"/>
              <a:gd name="connsiteX72" fmla="*/ 8155 w 4552297"/>
              <a:gd name="connsiteY72" fmla="*/ 5216405 h 5549975"/>
              <a:gd name="connsiteX73" fmla="*/ 7571 w 4552297"/>
              <a:gd name="connsiteY73" fmla="*/ 5213249 h 5549975"/>
              <a:gd name="connsiteX74" fmla="*/ 7840 w 4552297"/>
              <a:gd name="connsiteY74" fmla="*/ 5210500 h 5549975"/>
              <a:gd name="connsiteX75" fmla="*/ 7524 w 4552297"/>
              <a:gd name="connsiteY75" fmla="*/ 5204597 h 5549975"/>
              <a:gd name="connsiteX76" fmla="*/ 6941 w 4552297"/>
              <a:gd name="connsiteY76" fmla="*/ 5201441 h 5549975"/>
              <a:gd name="connsiteX77" fmla="*/ 6311 w 4552297"/>
              <a:gd name="connsiteY77" fmla="*/ 5189632 h 5549975"/>
              <a:gd name="connsiteX78" fmla="*/ 5727 w 4552297"/>
              <a:gd name="connsiteY78" fmla="*/ 5186477 h 5549975"/>
              <a:gd name="connsiteX79" fmla="*/ 5995 w 4552297"/>
              <a:gd name="connsiteY79" fmla="*/ 5183728 h 5549975"/>
              <a:gd name="connsiteX80" fmla="*/ 4560 w 4552297"/>
              <a:gd name="connsiteY80" fmla="*/ 5180163 h 5549975"/>
              <a:gd name="connsiteX81" fmla="*/ 21055 w 4552297"/>
              <a:gd name="connsiteY81" fmla="*/ 5144275 h 5549975"/>
              <a:gd name="connsiteX82" fmla="*/ 42491 w 4552297"/>
              <a:gd name="connsiteY82" fmla="*/ 4747825 h 5549975"/>
              <a:gd name="connsiteX83" fmla="*/ 0 w 4552297"/>
              <a:gd name="connsiteY83" fmla="*/ 3811601 h 5549975"/>
              <a:gd name="connsiteX84" fmla="*/ 302276 w 4552297"/>
              <a:gd name="connsiteY84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17881 w 4549123"/>
              <a:gd name="connsiteY81" fmla="*/ 5144275 h 5549975"/>
              <a:gd name="connsiteX82" fmla="*/ 39317 w 4549123"/>
              <a:gd name="connsiteY82" fmla="*/ 4747825 h 5549975"/>
              <a:gd name="connsiteX83" fmla="*/ 218499 w 4549123"/>
              <a:gd name="connsiteY83" fmla="*/ 3822685 h 5549975"/>
              <a:gd name="connsiteX84" fmla="*/ 299102 w 4549123"/>
              <a:gd name="connsiteY84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17881 w 4549123"/>
              <a:gd name="connsiteY81" fmla="*/ 5144275 h 5549975"/>
              <a:gd name="connsiteX82" fmla="*/ 39317 w 4549123"/>
              <a:gd name="connsiteY82" fmla="*/ 4747825 h 5549975"/>
              <a:gd name="connsiteX83" fmla="*/ 74412 w 4549123"/>
              <a:gd name="connsiteY83" fmla="*/ 3839310 h 5549975"/>
              <a:gd name="connsiteX84" fmla="*/ 299102 w 4549123"/>
              <a:gd name="connsiteY84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17881 w 4549123"/>
              <a:gd name="connsiteY81" fmla="*/ 5144275 h 5549975"/>
              <a:gd name="connsiteX82" fmla="*/ 74412 w 4549123"/>
              <a:gd name="connsiteY82" fmla="*/ 3839310 h 5549975"/>
              <a:gd name="connsiteX83" fmla="*/ 299102 w 4549123"/>
              <a:gd name="connsiteY83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6798 w 4549123"/>
              <a:gd name="connsiteY81" fmla="*/ 5116566 h 5549975"/>
              <a:gd name="connsiteX82" fmla="*/ 74412 w 4549123"/>
              <a:gd name="connsiteY82" fmla="*/ 3839310 h 5549975"/>
              <a:gd name="connsiteX83" fmla="*/ 299102 w 4549123"/>
              <a:gd name="connsiteY83" fmla="*/ 0 h 5549975"/>
              <a:gd name="connsiteX0" fmla="*/ 304427 w 4554448"/>
              <a:gd name="connsiteY0" fmla="*/ 0 h 5549970"/>
              <a:gd name="connsiteX1" fmla="*/ 3306613 w 4554448"/>
              <a:gd name="connsiteY1" fmla="*/ 171842 h 5549970"/>
              <a:gd name="connsiteX2" fmla="*/ 4135424 w 4554448"/>
              <a:gd name="connsiteY2" fmla="*/ 226950 h 5549970"/>
              <a:gd name="connsiteX3" fmla="*/ 4508618 w 4554448"/>
              <a:gd name="connsiteY3" fmla="*/ 247374 h 5549970"/>
              <a:gd name="connsiteX4" fmla="*/ 4536497 w 4554448"/>
              <a:gd name="connsiteY4" fmla="*/ 269179 h 5549970"/>
              <a:gd name="connsiteX5" fmla="*/ 4534723 w 4554448"/>
              <a:gd name="connsiteY5" fmla="*/ 300930 h 5549970"/>
              <a:gd name="connsiteX6" fmla="*/ 4537645 w 4554448"/>
              <a:gd name="connsiteY6" fmla="*/ 302647 h 5549970"/>
              <a:gd name="connsiteX7" fmla="*/ 4554071 w 4554448"/>
              <a:gd name="connsiteY7" fmla="*/ 334222 h 5549970"/>
              <a:gd name="connsiteX8" fmla="*/ 4531810 w 4554448"/>
              <a:gd name="connsiteY8" fmla="*/ 391868 h 5549970"/>
              <a:gd name="connsiteX9" fmla="*/ 4528322 w 4554448"/>
              <a:gd name="connsiteY9" fmla="*/ 415489 h 5549970"/>
              <a:gd name="connsiteX10" fmla="*/ 4523217 w 4554448"/>
              <a:gd name="connsiteY10" fmla="*/ 506828 h 5549970"/>
              <a:gd name="connsiteX11" fmla="*/ 4522567 w 4554448"/>
              <a:gd name="connsiteY11" fmla="*/ 553245 h 5549970"/>
              <a:gd name="connsiteX12" fmla="*/ 4519468 w 4554448"/>
              <a:gd name="connsiteY12" fmla="*/ 581709 h 5549970"/>
              <a:gd name="connsiteX13" fmla="*/ 4518799 w 4554448"/>
              <a:gd name="connsiteY13" fmla="*/ 585890 h 5549970"/>
              <a:gd name="connsiteX14" fmla="*/ 4505862 w 4554448"/>
              <a:gd name="connsiteY14" fmla="*/ 817404 h 5549970"/>
              <a:gd name="connsiteX15" fmla="*/ 4507575 w 4554448"/>
              <a:gd name="connsiteY15" fmla="*/ 822238 h 5549970"/>
              <a:gd name="connsiteX16" fmla="*/ 4505424 w 4554448"/>
              <a:gd name="connsiteY16" fmla="*/ 846069 h 5549970"/>
              <a:gd name="connsiteX17" fmla="*/ 4503824 w 4554448"/>
              <a:gd name="connsiteY17" fmla="*/ 853854 h 5549970"/>
              <a:gd name="connsiteX18" fmla="*/ 4497586 w 4554448"/>
              <a:gd name="connsiteY18" fmla="*/ 965485 h 5549970"/>
              <a:gd name="connsiteX19" fmla="*/ 4499663 w 4554448"/>
              <a:gd name="connsiteY19" fmla="*/ 966385 h 5549970"/>
              <a:gd name="connsiteX20" fmla="*/ 4503782 w 4554448"/>
              <a:gd name="connsiteY20" fmla="*/ 1002567 h 5549970"/>
              <a:gd name="connsiteX21" fmla="*/ 4498984 w 4554448"/>
              <a:gd name="connsiteY21" fmla="*/ 1101094 h 5549970"/>
              <a:gd name="connsiteX22" fmla="*/ 4498879 w 4554448"/>
              <a:gd name="connsiteY22" fmla="*/ 1159389 h 5549970"/>
              <a:gd name="connsiteX23" fmla="*/ 4503182 w 4554448"/>
              <a:gd name="connsiteY23" fmla="*/ 1180505 h 5549970"/>
              <a:gd name="connsiteX24" fmla="*/ 4506272 w 4554448"/>
              <a:gd name="connsiteY24" fmla="*/ 1210687 h 5549970"/>
              <a:gd name="connsiteX25" fmla="*/ 4515089 w 4554448"/>
              <a:gd name="connsiteY25" fmla="*/ 1263157 h 5549970"/>
              <a:gd name="connsiteX26" fmla="*/ 4517366 w 4554448"/>
              <a:gd name="connsiteY26" fmla="*/ 1313374 h 5549970"/>
              <a:gd name="connsiteX27" fmla="*/ 4516486 w 4554448"/>
              <a:gd name="connsiteY27" fmla="*/ 1347004 h 5549970"/>
              <a:gd name="connsiteX28" fmla="*/ 4516023 w 4554448"/>
              <a:gd name="connsiteY28" fmla="*/ 1351864 h 5549970"/>
              <a:gd name="connsiteX29" fmla="*/ 4506904 w 4554448"/>
              <a:gd name="connsiteY29" fmla="*/ 1391762 h 5549970"/>
              <a:gd name="connsiteX30" fmla="*/ 4510168 w 4554448"/>
              <a:gd name="connsiteY30" fmla="*/ 1395707 h 5549970"/>
              <a:gd name="connsiteX31" fmla="*/ 4513010 w 4554448"/>
              <a:gd name="connsiteY31" fmla="*/ 1408524 h 5549970"/>
              <a:gd name="connsiteX32" fmla="*/ 4508269 w 4554448"/>
              <a:gd name="connsiteY32" fmla="*/ 1419109 h 5549970"/>
              <a:gd name="connsiteX33" fmla="*/ 4498085 w 4554448"/>
              <a:gd name="connsiteY33" fmla="*/ 1469337 h 5549970"/>
              <a:gd name="connsiteX34" fmla="*/ 4487188 w 4554448"/>
              <a:gd name="connsiteY34" fmla="*/ 1543038 h 5549970"/>
              <a:gd name="connsiteX35" fmla="*/ 4482307 w 4554448"/>
              <a:gd name="connsiteY35" fmla="*/ 1553997 h 5549970"/>
              <a:gd name="connsiteX36" fmla="*/ 4467879 w 4554448"/>
              <a:gd name="connsiteY36" fmla="*/ 1626071 h 5549970"/>
              <a:gd name="connsiteX37" fmla="*/ 4464164 w 4554448"/>
              <a:gd name="connsiteY37" fmla="*/ 1664103 h 5549970"/>
              <a:gd name="connsiteX38" fmla="*/ 4467824 w 4554448"/>
              <a:gd name="connsiteY38" fmla="*/ 1668558 h 5549970"/>
              <a:gd name="connsiteX39" fmla="*/ 4466174 w 4554448"/>
              <a:gd name="connsiteY39" fmla="*/ 1679756 h 5549970"/>
              <a:gd name="connsiteX40" fmla="*/ 4466586 w 4554448"/>
              <a:gd name="connsiteY40" fmla="*/ 1682815 h 5549970"/>
              <a:gd name="connsiteX41" fmla="*/ 4468097 w 4554448"/>
              <a:gd name="connsiteY41" fmla="*/ 1700268 h 5549970"/>
              <a:gd name="connsiteX42" fmla="*/ 4456627 w 4554448"/>
              <a:gd name="connsiteY42" fmla="*/ 1735163 h 5549970"/>
              <a:gd name="connsiteX43" fmla="*/ 4454567 w 4554448"/>
              <a:gd name="connsiteY43" fmla="*/ 1735289 h 5549970"/>
              <a:gd name="connsiteX44" fmla="*/ 4446069 w 4554448"/>
              <a:gd name="connsiteY44" fmla="*/ 1887374 h 5549970"/>
              <a:gd name="connsiteX45" fmla="*/ 4454760 w 4554448"/>
              <a:gd name="connsiteY45" fmla="*/ 1911536 h 5549970"/>
              <a:gd name="connsiteX46" fmla="*/ 4457038 w 4554448"/>
              <a:gd name="connsiteY46" fmla="*/ 1961755 h 5549970"/>
              <a:gd name="connsiteX47" fmla="*/ 4456157 w 4554448"/>
              <a:gd name="connsiteY47" fmla="*/ 1995384 h 5549970"/>
              <a:gd name="connsiteX48" fmla="*/ 4455695 w 4554448"/>
              <a:gd name="connsiteY48" fmla="*/ 2000244 h 5549970"/>
              <a:gd name="connsiteX49" fmla="*/ 4446575 w 4554448"/>
              <a:gd name="connsiteY49" fmla="*/ 2040142 h 5549970"/>
              <a:gd name="connsiteX50" fmla="*/ 4449840 w 4554448"/>
              <a:gd name="connsiteY50" fmla="*/ 2044087 h 5549970"/>
              <a:gd name="connsiteX51" fmla="*/ 4452681 w 4554448"/>
              <a:gd name="connsiteY51" fmla="*/ 2056904 h 5549970"/>
              <a:gd name="connsiteX52" fmla="*/ 4447940 w 4554448"/>
              <a:gd name="connsiteY52" fmla="*/ 2067489 h 5549970"/>
              <a:gd name="connsiteX53" fmla="*/ 4437756 w 4554448"/>
              <a:gd name="connsiteY53" fmla="*/ 2117719 h 5549970"/>
              <a:gd name="connsiteX54" fmla="*/ 4430425 w 4554448"/>
              <a:gd name="connsiteY54" fmla="*/ 2167300 h 5549970"/>
              <a:gd name="connsiteX55" fmla="*/ 4374342 w 4554448"/>
              <a:gd name="connsiteY55" fmla="*/ 3223633 h 5549970"/>
              <a:gd name="connsiteX56" fmla="*/ 4361556 w 4554448"/>
              <a:gd name="connsiteY56" fmla="*/ 3477281 h 5549970"/>
              <a:gd name="connsiteX57" fmla="*/ 4350471 w 4554448"/>
              <a:gd name="connsiteY57" fmla="*/ 3639984 h 5549970"/>
              <a:gd name="connsiteX58" fmla="*/ 4259710 w 4554448"/>
              <a:gd name="connsiteY58" fmla="*/ 5278921 h 5549970"/>
              <a:gd name="connsiteX59" fmla="*/ 4265008 w 4554448"/>
              <a:gd name="connsiteY59" fmla="*/ 5315626 h 5549970"/>
              <a:gd name="connsiteX60" fmla="*/ 4268542 w 4554448"/>
              <a:gd name="connsiteY60" fmla="*/ 5350090 h 5549970"/>
              <a:gd name="connsiteX61" fmla="*/ 4271374 w 4554448"/>
              <a:gd name="connsiteY61" fmla="*/ 5450399 h 5549970"/>
              <a:gd name="connsiteX62" fmla="*/ 4252817 w 4554448"/>
              <a:gd name="connsiteY62" fmla="*/ 5484804 h 5549970"/>
              <a:gd name="connsiteX63" fmla="*/ 4248165 w 4554448"/>
              <a:gd name="connsiteY63" fmla="*/ 5487504 h 5549970"/>
              <a:gd name="connsiteX64" fmla="*/ 4244708 w 4554448"/>
              <a:gd name="connsiteY64" fmla="*/ 5549951 h 5549970"/>
              <a:gd name="connsiteX65" fmla="*/ 0 w 4554448"/>
              <a:gd name="connsiteY65" fmla="*/ 5272016 h 5549970"/>
              <a:gd name="connsiteX66" fmla="*/ 17830 w 4554448"/>
              <a:gd name="connsiteY66" fmla="*/ 5243704 h 5549970"/>
              <a:gd name="connsiteX67" fmla="*/ 5325 w 4554448"/>
              <a:gd name="connsiteY67" fmla="*/ 5239903 h 5549970"/>
              <a:gd name="connsiteX68" fmla="*/ 9545 w 4554448"/>
              <a:gd name="connsiteY68" fmla="*/ 5233298 h 5549970"/>
              <a:gd name="connsiteX69" fmla="*/ 9814 w 4554448"/>
              <a:gd name="connsiteY69" fmla="*/ 5230552 h 5549970"/>
              <a:gd name="connsiteX70" fmla="*/ 10084 w 4554448"/>
              <a:gd name="connsiteY70" fmla="*/ 5227804 h 5549970"/>
              <a:gd name="connsiteX71" fmla="*/ 10621 w 4554448"/>
              <a:gd name="connsiteY71" fmla="*/ 5222308 h 5549970"/>
              <a:gd name="connsiteX72" fmla="*/ 10306 w 4554448"/>
              <a:gd name="connsiteY72" fmla="*/ 5216405 h 5549970"/>
              <a:gd name="connsiteX73" fmla="*/ 9722 w 4554448"/>
              <a:gd name="connsiteY73" fmla="*/ 5213249 h 5549970"/>
              <a:gd name="connsiteX74" fmla="*/ 9991 w 4554448"/>
              <a:gd name="connsiteY74" fmla="*/ 5210500 h 5549970"/>
              <a:gd name="connsiteX75" fmla="*/ 9675 w 4554448"/>
              <a:gd name="connsiteY75" fmla="*/ 5204597 h 5549970"/>
              <a:gd name="connsiteX76" fmla="*/ 9092 w 4554448"/>
              <a:gd name="connsiteY76" fmla="*/ 5201441 h 5549970"/>
              <a:gd name="connsiteX77" fmla="*/ 8462 w 4554448"/>
              <a:gd name="connsiteY77" fmla="*/ 5189632 h 5549970"/>
              <a:gd name="connsiteX78" fmla="*/ 7878 w 4554448"/>
              <a:gd name="connsiteY78" fmla="*/ 5186477 h 5549970"/>
              <a:gd name="connsiteX79" fmla="*/ 8146 w 4554448"/>
              <a:gd name="connsiteY79" fmla="*/ 5183728 h 5549970"/>
              <a:gd name="connsiteX80" fmla="*/ 6711 w 4554448"/>
              <a:gd name="connsiteY80" fmla="*/ 5180163 h 5549970"/>
              <a:gd name="connsiteX81" fmla="*/ 12123 w 4554448"/>
              <a:gd name="connsiteY81" fmla="*/ 5116566 h 5549970"/>
              <a:gd name="connsiteX82" fmla="*/ 79737 w 4554448"/>
              <a:gd name="connsiteY82" fmla="*/ 3839310 h 5549970"/>
              <a:gd name="connsiteX83" fmla="*/ 304427 w 4554448"/>
              <a:gd name="connsiteY83" fmla="*/ 0 h 5549970"/>
              <a:gd name="connsiteX0" fmla="*/ 338086 w 4588107"/>
              <a:gd name="connsiteY0" fmla="*/ 0 h 5549995"/>
              <a:gd name="connsiteX1" fmla="*/ 3340272 w 4588107"/>
              <a:gd name="connsiteY1" fmla="*/ 171842 h 5549995"/>
              <a:gd name="connsiteX2" fmla="*/ 4169083 w 4588107"/>
              <a:gd name="connsiteY2" fmla="*/ 226950 h 5549995"/>
              <a:gd name="connsiteX3" fmla="*/ 4542277 w 4588107"/>
              <a:gd name="connsiteY3" fmla="*/ 247374 h 5549995"/>
              <a:gd name="connsiteX4" fmla="*/ 4570156 w 4588107"/>
              <a:gd name="connsiteY4" fmla="*/ 269179 h 5549995"/>
              <a:gd name="connsiteX5" fmla="*/ 4568382 w 4588107"/>
              <a:gd name="connsiteY5" fmla="*/ 300930 h 5549995"/>
              <a:gd name="connsiteX6" fmla="*/ 4571304 w 4588107"/>
              <a:gd name="connsiteY6" fmla="*/ 302647 h 5549995"/>
              <a:gd name="connsiteX7" fmla="*/ 4587730 w 4588107"/>
              <a:gd name="connsiteY7" fmla="*/ 334222 h 5549995"/>
              <a:gd name="connsiteX8" fmla="*/ 4565469 w 4588107"/>
              <a:gd name="connsiteY8" fmla="*/ 391868 h 5549995"/>
              <a:gd name="connsiteX9" fmla="*/ 4561981 w 4588107"/>
              <a:gd name="connsiteY9" fmla="*/ 415489 h 5549995"/>
              <a:gd name="connsiteX10" fmla="*/ 4556876 w 4588107"/>
              <a:gd name="connsiteY10" fmla="*/ 506828 h 5549995"/>
              <a:gd name="connsiteX11" fmla="*/ 4556226 w 4588107"/>
              <a:gd name="connsiteY11" fmla="*/ 553245 h 5549995"/>
              <a:gd name="connsiteX12" fmla="*/ 4553127 w 4588107"/>
              <a:gd name="connsiteY12" fmla="*/ 581709 h 5549995"/>
              <a:gd name="connsiteX13" fmla="*/ 4552458 w 4588107"/>
              <a:gd name="connsiteY13" fmla="*/ 585890 h 5549995"/>
              <a:gd name="connsiteX14" fmla="*/ 4539521 w 4588107"/>
              <a:gd name="connsiteY14" fmla="*/ 817404 h 5549995"/>
              <a:gd name="connsiteX15" fmla="*/ 4541234 w 4588107"/>
              <a:gd name="connsiteY15" fmla="*/ 822238 h 5549995"/>
              <a:gd name="connsiteX16" fmla="*/ 4539083 w 4588107"/>
              <a:gd name="connsiteY16" fmla="*/ 846069 h 5549995"/>
              <a:gd name="connsiteX17" fmla="*/ 4537483 w 4588107"/>
              <a:gd name="connsiteY17" fmla="*/ 853854 h 5549995"/>
              <a:gd name="connsiteX18" fmla="*/ 4531245 w 4588107"/>
              <a:gd name="connsiteY18" fmla="*/ 965485 h 5549995"/>
              <a:gd name="connsiteX19" fmla="*/ 4533322 w 4588107"/>
              <a:gd name="connsiteY19" fmla="*/ 966385 h 5549995"/>
              <a:gd name="connsiteX20" fmla="*/ 4537441 w 4588107"/>
              <a:gd name="connsiteY20" fmla="*/ 1002567 h 5549995"/>
              <a:gd name="connsiteX21" fmla="*/ 4532643 w 4588107"/>
              <a:gd name="connsiteY21" fmla="*/ 1101094 h 5549995"/>
              <a:gd name="connsiteX22" fmla="*/ 4532538 w 4588107"/>
              <a:gd name="connsiteY22" fmla="*/ 1159389 h 5549995"/>
              <a:gd name="connsiteX23" fmla="*/ 4536841 w 4588107"/>
              <a:gd name="connsiteY23" fmla="*/ 1180505 h 5549995"/>
              <a:gd name="connsiteX24" fmla="*/ 4539931 w 4588107"/>
              <a:gd name="connsiteY24" fmla="*/ 1210687 h 5549995"/>
              <a:gd name="connsiteX25" fmla="*/ 4548748 w 4588107"/>
              <a:gd name="connsiteY25" fmla="*/ 1263157 h 5549995"/>
              <a:gd name="connsiteX26" fmla="*/ 4551025 w 4588107"/>
              <a:gd name="connsiteY26" fmla="*/ 1313374 h 5549995"/>
              <a:gd name="connsiteX27" fmla="*/ 4550145 w 4588107"/>
              <a:gd name="connsiteY27" fmla="*/ 1347004 h 5549995"/>
              <a:gd name="connsiteX28" fmla="*/ 4549682 w 4588107"/>
              <a:gd name="connsiteY28" fmla="*/ 1351864 h 5549995"/>
              <a:gd name="connsiteX29" fmla="*/ 4540563 w 4588107"/>
              <a:gd name="connsiteY29" fmla="*/ 1391762 h 5549995"/>
              <a:gd name="connsiteX30" fmla="*/ 4543827 w 4588107"/>
              <a:gd name="connsiteY30" fmla="*/ 1395707 h 5549995"/>
              <a:gd name="connsiteX31" fmla="*/ 4546669 w 4588107"/>
              <a:gd name="connsiteY31" fmla="*/ 1408524 h 5549995"/>
              <a:gd name="connsiteX32" fmla="*/ 4541928 w 4588107"/>
              <a:gd name="connsiteY32" fmla="*/ 1419109 h 5549995"/>
              <a:gd name="connsiteX33" fmla="*/ 4531744 w 4588107"/>
              <a:gd name="connsiteY33" fmla="*/ 1469337 h 5549995"/>
              <a:gd name="connsiteX34" fmla="*/ 4520847 w 4588107"/>
              <a:gd name="connsiteY34" fmla="*/ 1543038 h 5549995"/>
              <a:gd name="connsiteX35" fmla="*/ 4515966 w 4588107"/>
              <a:gd name="connsiteY35" fmla="*/ 1553997 h 5549995"/>
              <a:gd name="connsiteX36" fmla="*/ 4501538 w 4588107"/>
              <a:gd name="connsiteY36" fmla="*/ 1626071 h 5549995"/>
              <a:gd name="connsiteX37" fmla="*/ 4497823 w 4588107"/>
              <a:gd name="connsiteY37" fmla="*/ 1664103 h 5549995"/>
              <a:gd name="connsiteX38" fmla="*/ 4501483 w 4588107"/>
              <a:gd name="connsiteY38" fmla="*/ 1668558 h 5549995"/>
              <a:gd name="connsiteX39" fmla="*/ 4499833 w 4588107"/>
              <a:gd name="connsiteY39" fmla="*/ 1679756 h 5549995"/>
              <a:gd name="connsiteX40" fmla="*/ 4500245 w 4588107"/>
              <a:gd name="connsiteY40" fmla="*/ 1682815 h 5549995"/>
              <a:gd name="connsiteX41" fmla="*/ 4501756 w 4588107"/>
              <a:gd name="connsiteY41" fmla="*/ 1700268 h 5549995"/>
              <a:gd name="connsiteX42" fmla="*/ 4490286 w 4588107"/>
              <a:gd name="connsiteY42" fmla="*/ 1735163 h 5549995"/>
              <a:gd name="connsiteX43" fmla="*/ 4488226 w 4588107"/>
              <a:gd name="connsiteY43" fmla="*/ 1735289 h 5549995"/>
              <a:gd name="connsiteX44" fmla="*/ 4479728 w 4588107"/>
              <a:gd name="connsiteY44" fmla="*/ 1887374 h 5549995"/>
              <a:gd name="connsiteX45" fmla="*/ 4488419 w 4588107"/>
              <a:gd name="connsiteY45" fmla="*/ 1911536 h 5549995"/>
              <a:gd name="connsiteX46" fmla="*/ 4490697 w 4588107"/>
              <a:gd name="connsiteY46" fmla="*/ 1961755 h 5549995"/>
              <a:gd name="connsiteX47" fmla="*/ 4489816 w 4588107"/>
              <a:gd name="connsiteY47" fmla="*/ 1995384 h 5549995"/>
              <a:gd name="connsiteX48" fmla="*/ 4489354 w 4588107"/>
              <a:gd name="connsiteY48" fmla="*/ 2000244 h 5549995"/>
              <a:gd name="connsiteX49" fmla="*/ 4480234 w 4588107"/>
              <a:gd name="connsiteY49" fmla="*/ 2040142 h 5549995"/>
              <a:gd name="connsiteX50" fmla="*/ 4483499 w 4588107"/>
              <a:gd name="connsiteY50" fmla="*/ 2044087 h 5549995"/>
              <a:gd name="connsiteX51" fmla="*/ 4486340 w 4588107"/>
              <a:gd name="connsiteY51" fmla="*/ 2056904 h 5549995"/>
              <a:gd name="connsiteX52" fmla="*/ 4481599 w 4588107"/>
              <a:gd name="connsiteY52" fmla="*/ 2067489 h 5549995"/>
              <a:gd name="connsiteX53" fmla="*/ 4471415 w 4588107"/>
              <a:gd name="connsiteY53" fmla="*/ 2117719 h 5549995"/>
              <a:gd name="connsiteX54" fmla="*/ 4464084 w 4588107"/>
              <a:gd name="connsiteY54" fmla="*/ 2167300 h 5549995"/>
              <a:gd name="connsiteX55" fmla="*/ 4408001 w 4588107"/>
              <a:gd name="connsiteY55" fmla="*/ 3223633 h 5549995"/>
              <a:gd name="connsiteX56" fmla="*/ 4395215 w 4588107"/>
              <a:gd name="connsiteY56" fmla="*/ 3477281 h 5549995"/>
              <a:gd name="connsiteX57" fmla="*/ 4384130 w 4588107"/>
              <a:gd name="connsiteY57" fmla="*/ 3639984 h 5549995"/>
              <a:gd name="connsiteX58" fmla="*/ 4293369 w 4588107"/>
              <a:gd name="connsiteY58" fmla="*/ 5278921 h 5549995"/>
              <a:gd name="connsiteX59" fmla="*/ 4298667 w 4588107"/>
              <a:gd name="connsiteY59" fmla="*/ 5315626 h 5549995"/>
              <a:gd name="connsiteX60" fmla="*/ 4302201 w 4588107"/>
              <a:gd name="connsiteY60" fmla="*/ 5350090 h 5549995"/>
              <a:gd name="connsiteX61" fmla="*/ 4305033 w 4588107"/>
              <a:gd name="connsiteY61" fmla="*/ 5450399 h 5549995"/>
              <a:gd name="connsiteX62" fmla="*/ 4286476 w 4588107"/>
              <a:gd name="connsiteY62" fmla="*/ 5484804 h 5549995"/>
              <a:gd name="connsiteX63" fmla="*/ 4281824 w 4588107"/>
              <a:gd name="connsiteY63" fmla="*/ 5487504 h 5549995"/>
              <a:gd name="connsiteX64" fmla="*/ 4278367 w 4588107"/>
              <a:gd name="connsiteY64" fmla="*/ 5549951 h 5549995"/>
              <a:gd name="connsiteX65" fmla="*/ 0 w 4588107"/>
              <a:gd name="connsiteY65" fmla="*/ 5387017 h 5549995"/>
              <a:gd name="connsiteX66" fmla="*/ 51489 w 4588107"/>
              <a:gd name="connsiteY66" fmla="*/ 5243704 h 5549995"/>
              <a:gd name="connsiteX67" fmla="*/ 38984 w 4588107"/>
              <a:gd name="connsiteY67" fmla="*/ 5239903 h 5549995"/>
              <a:gd name="connsiteX68" fmla="*/ 43204 w 4588107"/>
              <a:gd name="connsiteY68" fmla="*/ 5233298 h 5549995"/>
              <a:gd name="connsiteX69" fmla="*/ 43473 w 4588107"/>
              <a:gd name="connsiteY69" fmla="*/ 5230552 h 5549995"/>
              <a:gd name="connsiteX70" fmla="*/ 43743 w 4588107"/>
              <a:gd name="connsiteY70" fmla="*/ 5227804 h 5549995"/>
              <a:gd name="connsiteX71" fmla="*/ 44280 w 4588107"/>
              <a:gd name="connsiteY71" fmla="*/ 5222308 h 5549995"/>
              <a:gd name="connsiteX72" fmla="*/ 43965 w 4588107"/>
              <a:gd name="connsiteY72" fmla="*/ 5216405 h 5549995"/>
              <a:gd name="connsiteX73" fmla="*/ 43381 w 4588107"/>
              <a:gd name="connsiteY73" fmla="*/ 5213249 h 5549995"/>
              <a:gd name="connsiteX74" fmla="*/ 43650 w 4588107"/>
              <a:gd name="connsiteY74" fmla="*/ 5210500 h 5549995"/>
              <a:gd name="connsiteX75" fmla="*/ 43334 w 4588107"/>
              <a:gd name="connsiteY75" fmla="*/ 5204597 h 5549995"/>
              <a:gd name="connsiteX76" fmla="*/ 42751 w 4588107"/>
              <a:gd name="connsiteY76" fmla="*/ 5201441 h 5549995"/>
              <a:gd name="connsiteX77" fmla="*/ 42121 w 4588107"/>
              <a:gd name="connsiteY77" fmla="*/ 5189632 h 5549995"/>
              <a:gd name="connsiteX78" fmla="*/ 41537 w 4588107"/>
              <a:gd name="connsiteY78" fmla="*/ 5186477 h 5549995"/>
              <a:gd name="connsiteX79" fmla="*/ 41805 w 4588107"/>
              <a:gd name="connsiteY79" fmla="*/ 5183728 h 5549995"/>
              <a:gd name="connsiteX80" fmla="*/ 40370 w 4588107"/>
              <a:gd name="connsiteY80" fmla="*/ 5180163 h 5549995"/>
              <a:gd name="connsiteX81" fmla="*/ 45782 w 4588107"/>
              <a:gd name="connsiteY81" fmla="*/ 5116566 h 5549995"/>
              <a:gd name="connsiteX82" fmla="*/ 113396 w 4588107"/>
              <a:gd name="connsiteY82" fmla="*/ 3839310 h 5549995"/>
              <a:gd name="connsiteX83" fmla="*/ 338086 w 4588107"/>
              <a:gd name="connsiteY83" fmla="*/ 0 h 5549995"/>
              <a:gd name="connsiteX0" fmla="*/ 299102 w 4549123"/>
              <a:gd name="connsiteY0" fmla="*/ 0 h 5549966"/>
              <a:gd name="connsiteX1" fmla="*/ 3301288 w 4549123"/>
              <a:gd name="connsiteY1" fmla="*/ 171842 h 5549966"/>
              <a:gd name="connsiteX2" fmla="*/ 4130099 w 4549123"/>
              <a:gd name="connsiteY2" fmla="*/ 226950 h 5549966"/>
              <a:gd name="connsiteX3" fmla="*/ 4503293 w 4549123"/>
              <a:gd name="connsiteY3" fmla="*/ 247374 h 5549966"/>
              <a:gd name="connsiteX4" fmla="*/ 4531172 w 4549123"/>
              <a:gd name="connsiteY4" fmla="*/ 269179 h 5549966"/>
              <a:gd name="connsiteX5" fmla="*/ 4529398 w 4549123"/>
              <a:gd name="connsiteY5" fmla="*/ 300930 h 5549966"/>
              <a:gd name="connsiteX6" fmla="*/ 4532320 w 4549123"/>
              <a:gd name="connsiteY6" fmla="*/ 302647 h 5549966"/>
              <a:gd name="connsiteX7" fmla="*/ 4548746 w 4549123"/>
              <a:gd name="connsiteY7" fmla="*/ 334222 h 5549966"/>
              <a:gd name="connsiteX8" fmla="*/ 4526485 w 4549123"/>
              <a:gd name="connsiteY8" fmla="*/ 391868 h 5549966"/>
              <a:gd name="connsiteX9" fmla="*/ 4522997 w 4549123"/>
              <a:gd name="connsiteY9" fmla="*/ 415489 h 5549966"/>
              <a:gd name="connsiteX10" fmla="*/ 4517892 w 4549123"/>
              <a:gd name="connsiteY10" fmla="*/ 506828 h 5549966"/>
              <a:gd name="connsiteX11" fmla="*/ 4517242 w 4549123"/>
              <a:gd name="connsiteY11" fmla="*/ 553245 h 5549966"/>
              <a:gd name="connsiteX12" fmla="*/ 4514143 w 4549123"/>
              <a:gd name="connsiteY12" fmla="*/ 581709 h 5549966"/>
              <a:gd name="connsiteX13" fmla="*/ 4513474 w 4549123"/>
              <a:gd name="connsiteY13" fmla="*/ 585890 h 5549966"/>
              <a:gd name="connsiteX14" fmla="*/ 4500537 w 4549123"/>
              <a:gd name="connsiteY14" fmla="*/ 817404 h 5549966"/>
              <a:gd name="connsiteX15" fmla="*/ 4502250 w 4549123"/>
              <a:gd name="connsiteY15" fmla="*/ 822238 h 5549966"/>
              <a:gd name="connsiteX16" fmla="*/ 4500099 w 4549123"/>
              <a:gd name="connsiteY16" fmla="*/ 846069 h 5549966"/>
              <a:gd name="connsiteX17" fmla="*/ 4498499 w 4549123"/>
              <a:gd name="connsiteY17" fmla="*/ 853854 h 5549966"/>
              <a:gd name="connsiteX18" fmla="*/ 4492261 w 4549123"/>
              <a:gd name="connsiteY18" fmla="*/ 965485 h 5549966"/>
              <a:gd name="connsiteX19" fmla="*/ 4494338 w 4549123"/>
              <a:gd name="connsiteY19" fmla="*/ 966385 h 5549966"/>
              <a:gd name="connsiteX20" fmla="*/ 4498457 w 4549123"/>
              <a:gd name="connsiteY20" fmla="*/ 1002567 h 5549966"/>
              <a:gd name="connsiteX21" fmla="*/ 4493659 w 4549123"/>
              <a:gd name="connsiteY21" fmla="*/ 1101094 h 5549966"/>
              <a:gd name="connsiteX22" fmla="*/ 4493554 w 4549123"/>
              <a:gd name="connsiteY22" fmla="*/ 1159389 h 5549966"/>
              <a:gd name="connsiteX23" fmla="*/ 4497857 w 4549123"/>
              <a:gd name="connsiteY23" fmla="*/ 1180505 h 5549966"/>
              <a:gd name="connsiteX24" fmla="*/ 4500947 w 4549123"/>
              <a:gd name="connsiteY24" fmla="*/ 1210687 h 5549966"/>
              <a:gd name="connsiteX25" fmla="*/ 4509764 w 4549123"/>
              <a:gd name="connsiteY25" fmla="*/ 1263157 h 5549966"/>
              <a:gd name="connsiteX26" fmla="*/ 4512041 w 4549123"/>
              <a:gd name="connsiteY26" fmla="*/ 1313374 h 5549966"/>
              <a:gd name="connsiteX27" fmla="*/ 4511161 w 4549123"/>
              <a:gd name="connsiteY27" fmla="*/ 1347004 h 5549966"/>
              <a:gd name="connsiteX28" fmla="*/ 4510698 w 4549123"/>
              <a:gd name="connsiteY28" fmla="*/ 1351864 h 5549966"/>
              <a:gd name="connsiteX29" fmla="*/ 4501579 w 4549123"/>
              <a:gd name="connsiteY29" fmla="*/ 1391762 h 5549966"/>
              <a:gd name="connsiteX30" fmla="*/ 4504843 w 4549123"/>
              <a:gd name="connsiteY30" fmla="*/ 1395707 h 5549966"/>
              <a:gd name="connsiteX31" fmla="*/ 4507685 w 4549123"/>
              <a:gd name="connsiteY31" fmla="*/ 1408524 h 5549966"/>
              <a:gd name="connsiteX32" fmla="*/ 4502944 w 4549123"/>
              <a:gd name="connsiteY32" fmla="*/ 1419109 h 5549966"/>
              <a:gd name="connsiteX33" fmla="*/ 4492760 w 4549123"/>
              <a:gd name="connsiteY33" fmla="*/ 1469337 h 5549966"/>
              <a:gd name="connsiteX34" fmla="*/ 4481863 w 4549123"/>
              <a:gd name="connsiteY34" fmla="*/ 1543038 h 5549966"/>
              <a:gd name="connsiteX35" fmla="*/ 4476982 w 4549123"/>
              <a:gd name="connsiteY35" fmla="*/ 1553997 h 5549966"/>
              <a:gd name="connsiteX36" fmla="*/ 4462554 w 4549123"/>
              <a:gd name="connsiteY36" fmla="*/ 1626071 h 5549966"/>
              <a:gd name="connsiteX37" fmla="*/ 4458839 w 4549123"/>
              <a:gd name="connsiteY37" fmla="*/ 1664103 h 5549966"/>
              <a:gd name="connsiteX38" fmla="*/ 4462499 w 4549123"/>
              <a:gd name="connsiteY38" fmla="*/ 1668558 h 5549966"/>
              <a:gd name="connsiteX39" fmla="*/ 4460849 w 4549123"/>
              <a:gd name="connsiteY39" fmla="*/ 1679756 h 5549966"/>
              <a:gd name="connsiteX40" fmla="*/ 4461261 w 4549123"/>
              <a:gd name="connsiteY40" fmla="*/ 1682815 h 5549966"/>
              <a:gd name="connsiteX41" fmla="*/ 4462772 w 4549123"/>
              <a:gd name="connsiteY41" fmla="*/ 1700268 h 5549966"/>
              <a:gd name="connsiteX42" fmla="*/ 4451302 w 4549123"/>
              <a:gd name="connsiteY42" fmla="*/ 1735163 h 5549966"/>
              <a:gd name="connsiteX43" fmla="*/ 4449242 w 4549123"/>
              <a:gd name="connsiteY43" fmla="*/ 1735289 h 5549966"/>
              <a:gd name="connsiteX44" fmla="*/ 4440744 w 4549123"/>
              <a:gd name="connsiteY44" fmla="*/ 1887374 h 5549966"/>
              <a:gd name="connsiteX45" fmla="*/ 4449435 w 4549123"/>
              <a:gd name="connsiteY45" fmla="*/ 1911536 h 5549966"/>
              <a:gd name="connsiteX46" fmla="*/ 4451713 w 4549123"/>
              <a:gd name="connsiteY46" fmla="*/ 1961755 h 5549966"/>
              <a:gd name="connsiteX47" fmla="*/ 4450832 w 4549123"/>
              <a:gd name="connsiteY47" fmla="*/ 1995384 h 5549966"/>
              <a:gd name="connsiteX48" fmla="*/ 4450370 w 4549123"/>
              <a:gd name="connsiteY48" fmla="*/ 2000244 h 5549966"/>
              <a:gd name="connsiteX49" fmla="*/ 4441250 w 4549123"/>
              <a:gd name="connsiteY49" fmla="*/ 2040142 h 5549966"/>
              <a:gd name="connsiteX50" fmla="*/ 4444515 w 4549123"/>
              <a:gd name="connsiteY50" fmla="*/ 2044087 h 5549966"/>
              <a:gd name="connsiteX51" fmla="*/ 4447356 w 4549123"/>
              <a:gd name="connsiteY51" fmla="*/ 2056904 h 5549966"/>
              <a:gd name="connsiteX52" fmla="*/ 4442615 w 4549123"/>
              <a:gd name="connsiteY52" fmla="*/ 2067489 h 5549966"/>
              <a:gd name="connsiteX53" fmla="*/ 4432431 w 4549123"/>
              <a:gd name="connsiteY53" fmla="*/ 2117719 h 5549966"/>
              <a:gd name="connsiteX54" fmla="*/ 4425100 w 4549123"/>
              <a:gd name="connsiteY54" fmla="*/ 2167300 h 5549966"/>
              <a:gd name="connsiteX55" fmla="*/ 4369017 w 4549123"/>
              <a:gd name="connsiteY55" fmla="*/ 3223633 h 5549966"/>
              <a:gd name="connsiteX56" fmla="*/ 4356231 w 4549123"/>
              <a:gd name="connsiteY56" fmla="*/ 3477281 h 5549966"/>
              <a:gd name="connsiteX57" fmla="*/ 4345146 w 4549123"/>
              <a:gd name="connsiteY57" fmla="*/ 3639984 h 5549966"/>
              <a:gd name="connsiteX58" fmla="*/ 4254385 w 4549123"/>
              <a:gd name="connsiteY58" fmla="*/ 5278921 h 5549966"/>
              <a:gd name="connsiteX59" fmla="*/ 4259683 w 4549123"/>
              <a:gd name="connsiteY59" fmla="*/ 5315626 h 5549966"/>
              <a:gd name="connsiteX60" fmla="*/ 4263217 w 4549123"/>
              <a:gd name="connsiteY60" fmla="*/ 5350090 h 5549966"/>
              <a:gd name="connsiteX61" fmla="*/ 4266049 w 4549123"/>
              <a:gd name="connsiteY61" fmla="*/ 5450399 h 5549966"/>
              <a:gd name="connsiteX62" fmla="*/ 4247492 w 4549123"/>
              <a:gd name="connsiteY62" fmla="*/ 5484804 h 5549966"/>
              <a:gd name="connsiteX63" fmla="*/ 4242840 w 4549123"/>
              <a:gd name="connsiteY63" fmla="*/ 5487504 h 5549966"/>
              <a:gd name="connsiteX64" fmla="*/ 4239383 w 4549123"/>
              <a:gd name="connsiteY64" fmla="*/ 5549951 h 5549966"/>
              <a:gd name="connsiteX65" fmla="*/ 266751 w 4549123"/>
              <a:gd name="connsiteY65" fmla="*/ 5218723 h 5549966"/>
              <a:gd name="connsiteX66" fmla="*/ 12505 w 4549123"/>
              <a:gd name="connsiteY66" fmla="*/ 5243704 h 5549966"/>
              <a:gd name="connsiteX67" fmla="*/ 0 w 4549123"/>
              <a:gd name="connsiteY67" fmla="*/ 5239903 h 5549966"/>
              <a:gd name="connsiteX68" fmla="*/ 4220 w 4549123"/>
              <a:gd name="connsiteY68" fmla="*/ 5233298 h 5549966"/>
              <a:gd name="connsiteX69" fmla="*/ 4489 w 4549123"/>
              <a:gd name="connsiteY69" fmla="*/ 5230552 h 5549966"/>
              <a:gd name="connsiteX70" fmla="*/ 4759 w 4549123"/>
              <a:gd name="connsiteY70" fmla="*/ 5227804 h 5549966"/>
              <a:gd name="connsiteX71" fmla="*/ 5296 w 4549123"/>
              <a:gd name="connsiteY71" fmla="*/ 5222308 h 5549966"/>
              <a:gd name="connsiteX72" fmla="*/ 4981 w 4549123"/>
              <a:gd name="connsiteY72" fmla="*/ 5216405 h 5549966"/>
              <a:gd name="connsiteX73" fmla="*/ 4397 w 4549123"/>
              <a:gd name="connsiteY73" fmla="*/ 5213249 h 5549966"/>
              <a:gd name="connsiteX74" fmla="*/ 4666 w 4549123"/>
              <a:gd name="connsiteY74" fmla="*/ 5210500 h 5549966"/>
              <a:gd name="connsiteX75" fmla="*/ 4350 w 4549123"/>
              <a:gd name="connsiteY75" fmla="*/ 5204597 h 5549966"/>
              <a:gd name="connsiteX76" fmla="*/ 3767 w 4549123"/>
              <a:gd name="connsiteY76" fmla="*/ 5201441 h 5549966"/>
              <a:gd name="connsiteX77" fmla="*/ 3137 w 4549123"/>
              <a:gd name="connsiteY77" fmla="*/ 5189632 h 5549966"/>
              <a:gd name="connsiteX78" fmla="*/ 2553 w 4549123"/>
              <a:gd name="connsiteY78" fmla="*/ 5186477 h 5549966"/>
              <a:gd name="connsiteX79" fmla="*/ 2821 w 4549123"/>
              <a:gd name="connsiteY79" fmla="*/ 5183728 h 5549966"/>
              <a:gd name="connsiteX80" fmla="*/ 1386 w 4549123"/>
              <a:gd name="connsiteY80" fmla="*/ 5180163 h 5549966"/>
              <a:gd name="connsiteX81" fmla="*/ 6798 w 4549123"/>
              <a:gd name="connsiteY81" fmla="*/ 5116566 h 5549966"/>
              <a:gd name="connsiteX82" fmla="*/ 74412 w 4549123"/>
              <a:gd name="connsiteY82" fmla="*/ 3839310 h 5549966"/>
              <a:gd name="connsiteX83" fmla="*/ 299102 w 4549123"/>
              <a:gd name="connsiteY83" fmla="*/ 0 h 5549966"/>
              <a:gd name="connsiteX0" fmla="*/ 303426 w 4553447"/>
              <a:gd name="connsiteY0" fmla="*/ 0 h 5549966"/>
              <a:gd name="connsiteX1" fmla="*/ 3305612 w 4553447"/>
              <a:gd name="connsiteY1" fmla="*/ 171842 h 5549966"/>
              <a:gd name="connsiteX2" fmla="*/ 4134423 w 4553447"/>
              <a:gd name="connsiteY2" fmla="*/ 226950 h 5549966"/>
              <a:gd name="connsiteX3" fmla="*/ 4507617 w 4553447"/>
              <a:gd name="connsiteY3" fmla="*/ 247374 h 5549966"/>
              <a:gd name="connsiteX4" fmla="*/ 4535496 w 4553447"/>
              <a:gd name="connsiteY4" fmla="*/ 269179 h 5549966"/>
              <a:gd name="connsiteX5" fmla="*/ 4533722 w 4553447"/>
              <a:gd name="connsiteY5" fmla="*/ 300930 h 5549966"/>
              <a:gd name="connsiteX6" fmla="*/ 4536644 w 4553447"/>
              <a:gd name="connsiteY6" fmla="*/ 302647 h 5549966"/>
              <a:gd name="connsiteX7" fmla="*/ 4553070 w 4553447"/>
              <a:gd name="connsiteY7" fmla="*/ 334222 h 5549966"/>
              <a:gd name="connsiteX8" fmla="*/ 4530809 w 4553447"/>
              <a:gd name="connsiteY8" fmla="*/ 391868 h 5549966"/>
              <a:gd name="connsiteX9" fmla="*/ 4527321 w 4553447"/>
              <a:gd name="connsiteY9" fmla="*/ 415489 h 5549966"/>
              <a:gd name="connsiteX10" fmla="*/ 4522216 w 4553447"/>
              <a:gd name="connsiteY10" fmla="*/ 506828 h 5549966"/>
              <a:gd name="connsiteX11" fmla="*/ 4521566 w 4553447"/>
              <a:gd name="connsiteY11" fmla="*/ 553245 h 5549966"/>
              <a:gd name="connsiteX12" fmla="*/ 4518467 w 4553447"/>
              <a:gd name="connsiteY12" fmla="*/ 581709 h 5549966"/>
              <a:gd name="connsiteX13" fmla="*/ 4517798 w 4553447"/>
              <a:gd name="connsiteY13" fmla="*/ 585890 h 5549966"/>
              <a:gd name="connsiteX14" fmla="*/ 4504861 w 4553447"/>
              <a:gd name="connsiteY14" fmla="*/ 817404 h 5549966"/>
              <a:gd name="connsiteX15" fmla="*/ 4506574 w 4553447"/>
              <a:gd name="connsiteY15" fmla="*/ 822238 h 5549966"/>
              <a:gd name="connsiteX16" fmla="*/ 4504423 w 4553447"/>
              <a:gd name="connsiteY16" fmla="*/ 846069 h 5549966"/>
              <a:gd name="connsiteX17" fmla="*/ 4502823 w 4553447"/>
              <a:gd name="connsiteY17" fmla="*/ 853854 h 5549966"/>
              <a:gd name="connsiteX18" fmla="*/ 4496585 w 4553447"/>
              <a:gd name="connsiteY18" fmla="*/ 965485 h 5549966"/>
              <a:gd name="connsiteX19" fmla="*/ 4498662 w 4553447"/>
              <a:gd name="connsiteY19" fmla="*/ 966385 h 5549966"/>
              <a:gd name="connsiteX20" fmla="*/ 4502781 w 4553447"/>
              <a:gd name="connsiteY20" fmla="*/ 1002567 h 5549966"/>
              <a:gd name="connsiteX21" fmla="*/ 4497983 w 4553447"/>
              <a:gd name="connsiteY21" fmla="*/ 1101094 h 5549966"/>
              <a:gd name="connsiteX22" fmla="*/ 4497878 w 4553447"/>
              <a:gd name="connsiteY22" fmla="*/ 1159389 h 5549966"/>
              <a:gd name="connsiteX23" fmla="*/ 4502181 w 4553447"/>
              <a:gd name="connsiteY23" fmla="*/ 1180505 h 5549966"/>
              <a:gd name="connsiteX24" fmla="*/ 4505271 w 4553447"/>
              <a:gd name="connsiteY24" fmla="*/ 1210687 h 5549966"/>
              <a:gd name="connsiteX25" fmla="*/ 4514088 w 4553447"/>
              <a:gd name="connsiteY25" fmla="*/ 1263157 h 5549966"/>
              <a:gd name="connsiteX26" fmla="*/ 4516365 w 4553447"/>
              <a:gd name="connsiteY26" fmla="*/ 1313374 h 5549966"/>
              <a:gd name="connsiteX27" fmla="*/ 4515485 w 4553447"/>
              <a:gd name="connsiteY27" fmla="*/ 1347004 h 5549966"/>
              <a:gd name="connsiteX28" fmla="*/ 4515022 w 4553447"/>
              <a:gd name="connsiteY28" fmla="*/ 1351864 h 5549966"/>
              <a:gd name="connsiteX29" fmla="*/ 4505903 w 4553447"/>
              <a:gd name="connsiteY29" fmla="*/ 1391762 h 5549966"/>
              <a:gd name="connsiteX30" fmla="*/ 4509167 w 4553447"/>
              <a:gd name="connsiteY30" fmla="*/ 1395707 h 5549966"/>
              <a:gd name="connsiteX31" fmla="*/ 4512009 w 4553447"/>
              <a:gd name="connsiteY31" fmla="*/ 1408524 h 5549966"/>
              <a:gd name="connsiteX32" fmla="*/ 4507268 w 4553447"/>
              <a:gd name="connsiteY32" fmla="*/ 1419109 h 5549966"/>
              <a:gd name="connsiteX33" fmla="*/ 4497084 w 4553447"/>
              <a:gd name="connsiteY33" fmla="*/ 1469337 h 5549966"/>
              <a:gd name="connsiteX34" fmla="*/ 4486187 w 4553447"/>
              <a:gd name="connsiteY34" fmla="*/ 1543038 h 5549966"/>
              <a:gd name="connsiteX35" fmla="*/ 4481306 w 4553447"/>
              <a:gd name="connsiteY35" fmla="*/ 1553997 h 5549966"/>
              <a:gd name="connsiteX36" fmla="*/ 4466878 w 4553447"/>
              <a:gd name="connsiteY36" fmla="*/ 1626071 h 5549966"/>
              <a:gd name="connsiteX37" fmla="*/ 4463163 w 4553447"/>
              <a:gd name="connsiteY37" fmla="*/ 1664103 h 5549966"/>
              <a:gd name="connsiteX38" fmla="*/ 4466823 w 4553447"/>
              <a:gd name="connsiteY38" fmla="*/ 1668558 h 5549966"/>
              <a:gd name="connsiteX39" fmla="*/ 4465173 w 4553447"/>
              <a:gd name="connsiteY39" fmla="*/ 1679756 h 5549966"/>
              <a:gd name="connsiteX40" fmla="*/ 4465585 w 4553447"/>
              <a:gd name="connsiteY40" fmla="*/ 1682815 h 5549966"/>
              <a:gd name="connsiteX41" fmla="*/ 4467096 w 4553447"/>
              <a:gd name="connsiteY41" fmla="*/ 1700268 h 5549966"/>
              <a:gd name="connsiteX42" fmla="*/ 4455626 w 4553447"/>
              <a:gd name="connsiteY42" fmla="*/ 1735163 h 5549966"/>
              <a:gd name="connsiteX43" fmla="*/ 4453566 w 4553447"/>
              <a:gd name="connsiteY43" fmla="*/ 1735289 h 5549966"/>
              <a:gd name="connsiteX44" fmla="*/ 4445068 w 4553447"/>
              <a:gd name="connsiteY44" fmla="*/ 1887374 h 5549966"/>
              <a:gd name="connsiteX45" fmla="*/ 4453759 w 4553447"/>
              <a:gd name="connsiteY45" fmla="*/ 1911536 h 5549966"/>
              <a:gd name="connsiteX46" fmla="*/ 4456037 w 4553447"/>
              <a:gd name="connsiteY46" fmla="*/ 1961755 h 5549966"/>
              <a:gd name="connsiteX47" fmla="*/ 4455156 w 4553447"/>
              <a:gd name="connsiteY47" fmla="*/ 1995384 h 5549966"/>
              <a:gd name="connsiteX48" fmla="*/ 4454694 w 4553447"/>
              <a:gd name="connsiteY48" fmla="*/ 2000244 h 5549966"/>
              <a:gd name="connsiteX49" fmla="*/ 4445574 w 4553447"/>
              <a:gd name="connsiteY49" fmla="*/ 2040142 h 5549966"/>
              <a:gd name="connsiteX50" fmla="*/ 4448839 w 4553447"/>
              <a:gd name="connsiteY50" fmla="*/ 2044087 h 5549966"/>
              <a:gd name="connsiteX51" fmla="*/ 4451680 w 4553447"/>
              <a:gd name="connsiteY51" fmla="*/ 2056904 h 5549966"/>
              <a:gd name="connsiteX52" fmla="*/ 4446939 w 4553447"/>
              <a:gd name="connsiteY52" fmla="*/ 2067489 h 5549966"/>
              <a:gd name="connsiteX53" fmla="*/ 4436755 w 4553447"/>
              <a:gd name="connsiteY53" fmla="*/ 2117719 h 5549966"/>
              <a:gd name="connsiteX54" fmla="*/ 4429424 w 4553447"/>
              <a:gd name="connsiteY54" fmla="*/ 2167300 h 5549966"/>
              <a:gd name="connsiteX55" fmla="*/ 4373341 w 4553447"/>
              <a:gd name="connsiteY55" fmla="*/ 3223633 h 5549966"/>
              <a:gd name="connsiteX56" fmla="*/ 4360555 w 4553447"/>
              <a:gd name="connsiteY56" fmla="*/ 3477281 h 5549966"/>
              <a:gd name="connsiteX57" fmla="*/ 4349470 w 4553447"/>
              <a:gd name="connsiteY57" fmla="*/ 3639984 h 5549966"/>
              <a:gd name="connsiteX58" fmla="*/ 4258709 w 4553447"/>
              <a:gd name="connsiteY58" fmla="*/ 5278921 h 5549966"/>
              <a:gd name="connsiteX59" fmla="*/ 4264007 w 4553447"/>
              <a:gd name="connsiteY59" fmla="*/ 5315626 h 5549966"/>
              <a:gd name="connsiteX60" fmla="*/ 4267541 w 4553447"/>
              <a:gd name="connsiteY60" fmla="*/ 5350090 h 5549966"/>
              <a:gd name="connsiteX61" fmla="*/ 4270373 w 4553447"/>
              <a:gd name="connsiteY61" fmla="*/ 5450399 h 5549966"/>
              <a:gd name="connsiteX62" fmla="*/ 4251816 w 4553447"/>
              <a:gd name="connsiteY62" fmla="*/ 5484804 h 5549966"/>
              <a:gd name="connsiteX63" fmla="*/ 4247164 w 4553447"/>
              <a:gd name="connsiteY63" fmla="*/ 5487504 h 5549966"/>
              <a:gd name="connsiteX64" fmla="*/ 4243707 w 4553447"/>
              <a:gd name="connsiteY64" fmla="*/ 5549951 h 5549966"/>
              <a:gd name="connsiteX65" fmla="*/ 271075 w 4553447"/>
              <a:gd name="connsiteY65" fmla="*/ 5218723 h 5549966"/>
              <a:gd name="connsiteX66" fmla="*/ 0 w 4553447"/>
              <a:gd name="connsiteY66" fmla="*/ 5280167 h 5549966"/>
              <a:gd name="connsiteX67" fmla="*/ 4324 w 4553447"/>
              <a:gd name="connsiteY67" fmla="*/ 5239903 h 5549966"/>
              <a:gd name="connsiteX68" fmla="*/ 8544 w 4553447"/>
              <a:gd name="connsiteY68" fmla="*/ 5233298 h 5549966"/>
              <a:gd name="connsiteX69" fmla="*/ 8813 w 4553447"/>
              <a:gd name="connsiteY69" fmla="*/ 5230552 h 5549966"/>
              <a:gd name="connsiteX70" fmla="*/ 9083 w 4553447"/>
              <a:gd name="connsiteY70" fmla="*/ 5227804 h 5549966"/>
              <a:gd name="connsiteX71" fmla="*/ 9620 w 4553447"/>
              <a:gd name="connsiteY71" fmla="*/ 5222308 h 5549966"/>
              <a:gd name="connsiteX72" fmla="*/ 9305 w 4553447"/>
              <a:gd name="connsiteY72" fmla="*/ 5216405 h 5549966"/>
              <a:gd name="connsiteX73" fmla="*/ 8721 w 4553447"/>
              <a:gd name="connsiteY73" fmla="*/ 5213249 h 5549966"/>
              <a:gd name="connsiteX74" fmla="*/ 8990 w 4553447"/>
              <a:gd name="connsiteY74" fmla="*/ 5210500 h 5549966"/>
              <a:gd name="connsiteX75" fmla="*/ 8674 w 4553447"/>
              <a:gd name="connsiteY75" fmla="*/ 5204597 h 5549966"/>
              <a:gd name="connsiteX76" fmla="*/ 8091 w 4553447"/>
              <a:gd name="connsiteY76" fmla="*/ 5201441 h 5549966"/>
              <a:gd name="connsiteX77" fmla="*/ 7461 w 4553447"/>
              <a:gd name="connsiteY77" fmla="*/ 5189632 h 5549966"/>
              <a:gd name="connsiteX78" fmla="*/ 6877 w 4553447"/>
              <a:gd name="connsiteY78" fmla="*/ 5186477 h 5549966"/>
              <a:gd name="connsiteX79" fmla="*/ 7145 w 4553447"/>
              <a:gd name="connsiteY79" fmla="*/ 5183728 h 5549966"/>
              <a:gd name="connsiteX80" fmla="*/ 5710 w 4553447"/>
              <a:gd name="connsiteY80" fmla="*/ 5180163 h 5549966"/>
              <a:gd name="connsiteX81" fmla="*/ 11122 w 4553447"/>
              <a:gd name="connsiteY81" fmla="*/ 5116566 h 5549966"/>
              <a:gd name="connsiteX82" fmla="*/ 78736 w 4553447"/>
              <a:gd name="connsiteY82" fmla="*/ 3839310 h 5549966"/>
              <a:gd name="connsiteX83" fmla="*/ 303426 w 4553447"/>
              <a:gd name="connsiteY83" fmla="*/ 0 h 5549966"/>
              <a:gd name="connsiteX0" fmla="*/ 303426 w 4553447"/>
              <a:gd name="connsiteY0" fmla="*/ 0 h 5549973"/>
              <a:gd name="connsiteX1" fmla="*/ 3305612 w 4553447"/>
              <a:gd name="connsiteY1" fmla="*/ 171842 h 5549973"/>
              <a:gd name="connsiteX2" fmla="*/ 4134423 w 4553447"/>
              <a:gd name="connsiteY2" fmla="*/ 226950 h 5549973"/>
              <a:gd name="connsiteX3" fmla="*/ 4507617 w 4553447"/>
              <a:gd name="connsiteY3" fmla="*/ 247374 h 5549973"/>
              <a:gd name="connsiteX4" fmla="*/ 4535496 w 4553447"/>
              <a:gd name="connsiteY4" fmla="*/ 269179 h 5549973"/>
              <a:gd name="connsiteX5" fmla="*/ 4533722 w 4553447"/>
              <a:gd name="connsiteY5" fmla="*/ 300930 h 5549973"/>
              <a:gd name="connsiteX6" fmla="*/ 4536644 w 4553447"/>
              <a:gd name="connsiteY6" fmla="*/ 302647 h 5549973"/>
              <a:gd name="connsiteX7" fmla="*/ 4553070 w 4553447"/>
              <a:gd name="connsiteY7" fmla="*/ 334222 h 5549973"/>
              <a:gd name="connsiteX8" fmla="*/ 4530809 w 4553447"/>
              <a:gd name="connsiteY8" fmla="*/ 391868 h 5549973"/>
              <a:gd name="connsiteX9" fmla="*/ 4527321 w 4553447"/>
              <a:gd name="connsiteY9" fmla="*/ 415489 h 5549973"/>
              <a:gd name="connsiteX10" fmla="*/ 4522216 w 4553447"/>
              <a:gd name="connsiteY10" fmla="*/ 506828 h 5549973"/>
              <a:gd name="connsiteX11" fmla="*/ 4521566 w 4553447"/>
              <a:gd name="connsiteY11" fmla="*/ 553245 h 5549973"/>
              <a:gd name="connsiteX12" fmla="*/ 4518467 w 4553447"/>
              <a:gd name="connsiteY12" fmla="*/ 581709 h 5549973"/>
              <a:gd name="connsiteX13" fmla="*/ 4517798 w 4553447"/>
              <a:gd name="connsiteY13" fmla="*/ 585890 h 5549973"/>
              <a:gd name="connsiteX14" fmla="*/ 4504861 w 4553447"/>
              <a:gd name="connsiteY14" fmla="*/ 817404 h 5549973"/>
              <a:gd name="connsiteX15" fmla="*/ 4506574 w 4553447"/>
              <a:gd name="connsiteY15" fmla="*/ 822238 h 5549973"/>
              <a:gd name="connsiteX16" fmla="*/ 4504423 w 4553447"/>
              <a:gd name="connsiteY16" fmla="*/ 846069 h 5549973"/>
              <a:gd name="connsiteX17" fmla="*/ 4502823 w 4553447"/>
              <a:gd name="connsiteY17" fmla="*/ 853854 h 5549973"/>
              <a:gd name="connsiteX18" fmla="*/ 4496585 w 4553447"/>
              <a:gd name="connsiteY18" fmla="*/ 965485 h 5549973"/>
              <a:gd name="connsiteX19" fmla="*/ 4498662 w 4553447"/>
              <a:gd name="connsiteY19" fmla="*/ 966385 h 5549973"/>
              <a:gd name="connsiteX20" fmla="*/ 4502781 w 4553447"/>
              <a:gd name="connsiteY20" fmla="*/ 1002567 h 5549973"/>
              <a:gd name="connsiteX21" fmla="*/ 4497983 w 4553447"/>
              <a:gd name="connsiteY21" fmla="*/ 1101094 h 5549973"/>
              <a:gd name="connsiteX22" fmla="*/ 4497878 w 4553447"/>
              <a:gd name="connsiteY22" fmla="*/ 1159389 h 5549973"/>
              <a:gd name="connsiteX23" fmla="*/ 4502181 w 4553447"/>
              <a:gd name="connsiteY23" fmla="*/ 1180505 h 5549973"/>
              <a:gd name="connsiteX24" fmla="*/ 4505271 w 4553447"/>
              <a:gd name="connsiteY24" fmla="*/ 1210687 h 5549973"/>
              <a:gd name="connsiteX25" fmla="*/ 4514088 w 4553447"/>
              <a:gd name="connsiteY25" fmla="*/ 1263157 h 5549973"/>
              <a:gd name="connsiteX26" fmla="*/ 4516365 w 4553447"/>
              <a:gd name="connsiteY26" fmla="*/ 1313374 h 5549973"/>
              <a:gd name="connsiteX27" fmla="*/ 4515485 w 4553447"/>
              <a:gd name="connsiteY27" fmla="*/ 1347004 h 5549973"/>
              <a:gd name="connsiteX28" fmla="*/ 4515022 w 4553447"/>
              <a:gd name="connsiteY28" fmla="*/ 1351864 h 5549973"/>
              <a:gd name="connsiteX29" fmla="*/ 4505903 w 4553447"/>
              <a:gd name="connsiteY29" fmla="*/ 1391762 h 5549973"/>
              <a:gd name="connsiteX30" fmla="*/ 4509167 w 4553447"/>
              <a:gd name="connsiteY30" fmla="*/ 1395707 h 5549973"/>
              <a:gd name="connsiteX31" fmla="*/ 4512009 w 4553447"/>
              <a:gd name="connsiteY31" fmla="*/ 1408524 h 5549973"/>
              <a:gd name="connsiteX32" fmla="*/ 4507268 w 4553447"/>
              <a:gd name="connsiteY32" fmla="*/ 1419109 h 5549973"/>
              <a:gd name="connsiteX33" fmla="*/ 4497084 w 4553447"/>
              <a:gd name="connsiteY33" fmla="*/ 1469337 h 5549973"/>
              <a:gd name="connsiteX34" fmla="*/ 4486187 w 4553447"/>
              <a:gd name="connsiteY34" fmla="*/ 1543038 h 5549973"/>
              <a:gd name="connsiteX35" fmla="*/ 4481306 w 4553447"/>
              <a:gd name="connsiteY35" fmla="*/ 1553997 h 5549973"/>
              <a:gd name="connsiteX36" fmla="*/ 4466878 w 4553447"/>
              <a:gd name="connsiteY36" fmla="*/ 1626071 h 5549973"/>
              <a:gd name="connsiteX37" fmla="*/ 4463163 w 4553447"/>
              <a:gd name="connsiteY37" fmla="*/ 1664103 h 5549973"/>
              <a:gd name="connsiteX38" fmla="*/ 4466823 w 4553447"/>
              <a:gd name="connsiteY38" fmla="*/ 1668558 h 5549973"/>
              <a:gd name="connsiteX39" fmla="*/ 4465173 w 4553447"/>
              <a:gd name="connsiteY39" fmla="*/ 1679756 h 5549973"/>
              <a:gd name="connsiteX40" fmla="*/ 4465585 w 4553447"/>
              <a:gd name="connsiteY40" fmla="*/ 1682815 h 5549973"/>
              <a:gd name="connsiteX41" fmla="*/ 4467096 w 4553447"/>
              <a:gd name="connsiteY41" fmla="*/ 1700268 h 5549973"/>
              <a:gd name="connsiteX42" fmla="*/ 4455626 w 4553447"/>
              <a:gd name="connsiteY42" fmla="*/ 1735163 h 5549973"/>
              <a:gd name="connsiteX43" fmla="*/ 4453566 w 4553447"/>
              <a:gd name="connsiteY43" fmla="*/ 1735289 h 5549973"/>
              <a:gd name="connsiteX44" fmla="*/ 4445068 w 4553447"/>
              <a:gd name="connsiteY44" fmla="*/ 1887374 h 5549973"/>
              <a:gd name="connsiteX45" fmla="*/ 4453759 w 4553447"/>
              <a:gd name="connsiteY45" fmla="*/ 1911536 h 5549973"/>
              <a:gd name="connsiteX46" fmla="*/ 4456037 w 4553447"/>
              <a:gd name="connsiteY46" fmla="*/ 1961755 h 5549973"/>
              <a:gd name="connsiteX47" fmla="*/ 4455156 w 4553447"/>
              <a:gd name="connsiteY47" fmla="*/ 1995384 h 5549973"/>
              <a:gd name="connsiteX48" fmla="*/ 4454694 w 4553447"/>
              <a:gd name="connsiteY48" fmla="*/ 2000244 h 5549973"/>
              <a:gd name="connsiteX49" fmla="*/ 4445574 w 4553447"/>
              <a:gd name="connsiteY49" fmla="*/ 2040142 h 5549973"/>
              <a:gd name="connsiteX50" fmla="*/ 4448839 w 4553447"/>
              <a:gd name="connsiteY50" fmla="*/ 2044087 h 5549973"/>
              <a:gd name="connsiteX51" fmla="*/ 4451680 w 4553447"/>
              <a:gd name="connsiteY51" fmla="*/ 2056904 h 5549973"/>
              <a:gd name="connsiteX52" fmla="*/ 4446939 w 4553447"/>
              <a:gd name="connsiteY52" fmla="*/ 2067489 h 5549973"/>
              <a:gd name="connsiteX53" fmla="*/ 4436755 w 4553447"/>
              <a:gd name="connsiteY53" fmla="*/ 2117719 h 5549973"/>
              <a:gd name="connsiteX54" fmla="*/ 4429424 w 4553447"/>
              <a:gd name="connsiteY54" fmla="*/ 2167300 h 5549973"/>
              <a:gd name="connsiteX55" fmla="*/ 4373341 w 4553447"/>
              <a:gd name="connsiteY55" fmla="*/ 3223633 h 5549973"/>
              <a:gd name="connsiteX56" fmla="*/ 4360555 w 4553447"/>
              <a:gd name="connsiteY56" fmla="*/ 3477281 h 5549973"/>
              <a:gd name="connsiteX57" fmla="*/ 4349470 w 4553447"/>
              <a:gd name="connsiteY57" fmla="*/ 3639984 h 5549973"/>
              <a:gd name="connsiteX58" fmla="*/ 4258709 w 4553447"/>
              <a:gd name="connsiteY58" fmla="*/ 5278921 h 5549973"/>
              <a:gd name="connsiteX59" fmla="*/ 4264007 w 4553447"/>
              <a:gd name="connsiteY59" fmla="*/ 5315626 h 5549973"/>
              <a:gd name="connsiteX60" fmla="*/ 4267541 w 4553447"/>
              <a:gd name="connsiteY60" fmla="*/ 5350090 h 5549973"/>
              <a:gd name="connsiteX61" fmla="*/ 4270373 w 4553447"/>
              <a:gd name="connsiteY61" fmla="*/ 5450399 h 5549973"/>
              <a:gd name="connsiteX62" fmla="*/ 4251816 w 4553447"/>
              <a:gd name="connsiteY62" fmla="*/ 5484804 h 5549973"/>
              <a:gd name="connsiteX63" fmla="*/ 4247164 w 4553447"/>
              <a:gd name="connsiteY63" fmla="*/ 5487504 h 5549973"/>
              <a:gd name="connsiteX64" fmla="*/ 4243707 w 4553447"/>
              <a:gd name="connsiteY64" fmla="*/ 5549951 h 5549973"/>
              <a:gd name="connsiteX65" fmla="*/ 310344 w 4553447"/>
              <a:gd name="connsiteY65" fmla="*/ 5297261 h 5549973"/>
              <a:gd name="connsiteX66" fmla="*/ 0 w 4553447"/>
              <a:gd name="connsiteY66" fmla="*/ 5280167 h 5549973"/>
              <a:gd name="connsiteX67" fmla="*/ 4324 w 4553447"/>
              <a:gd name="connsiteY67" fmla="*/ 5239903 h 5549973"/>
              <a:gd name="connsiteX68" fmla="*/ 8544 w 4553447"/>
              <a:gd name="connsiteY68" fmla="*/ 5233298 h 5549973"/>
              <a:gd name="connsiteX69" fmla="*/ 8813 w 4553447"/>
              <a:gd name="connsiteY69" fmla="*/ 5230552 h 5549973"/>
              <a:gd name="connsiteX70" fmla="*/ 9083 w 4553447"/>
              <a:gd name="connsiteY70" fmla="*/ 5227804 h 5549973"/>
              <a:gd name="connsiteX71" fmla="*/ 9620 w 4553447"/>
              <a:gd name="connsiteY71" fmla="*/ 5222308 h 5549973"/>
              <a:gd name="connsiteX72" fmla="*/ 9305 w 4553447"/>
              <a:gd name="connsiteY72" fmla="*/ 5216405 h 5549973"/>
              <a:gd name="connsiteX73" fmla="*/ 8721 w 4553447"/>
              <a:gd name="connsiteY73" fmla="*/ 5213249 h 5549973"/>
              <a:gd name="connsiteX74" fmla="*/ 8990 w 4553447"/>
              <a:gd name="connsiteY74" fmla="*/ 5210500 h 5549973"/>
              <a:gd name="connsiteX75" fmla="*/ 8674 w 4553447"/>
              <a:gd name="connsiteY75" fmla="*/ 5204597 h 5549973"/>
              <a:gd name="connsiteX76" fmla="*/ 8091 w 4553447"/>
              <a:gd name="connsiteY76" fmla="*/ 5201441 h 5549973"/>
              <a:gd name="connsiteX77" fmla="*/ 7461 w 4553447"/>
              <a:gd name="connsiteY77" fmla="*/ 5189632 h 5549973"/>
              <a:gd name="connsiteX78" fmla="*/ 6877 w 4553447"/>
              <a:gd name="connsiteY78" fmla="*/ 5186477 h 5549973"/>
              <a:gd name="connsiteX79" fmla="*/ 7145 w 4553447"/>
              <a:gd name="connsiteY79" fmla="*/ 5183728 h 5549973"/>
              <a:gd name="connsiteX80" fmla="*/ 5710 w 4553447"/>
              <a:gd name="connsiteY80" fmla="*/ 5180163 h 5549973"/>
              <a:gd name="connsiteX81" fmla="*/ 11122 w 4553447"/>
              <a:gd name="connsiteY81" fmla="*/ 5116566 h 5549973"/>
              <a:gd name="connsiteX82" fmla="*/ 78736 w 4553447"/>
              <a:gd name="connsiteY82" fmla="*/ 3839310 h 5549973"/>
              <a:gd name="connsiteX83" fmla="*/ 303426 w 4553447"/>
              <a:gd name="connsiteY83" fmla="*/ 0 h 5549973"/>
              <a:gd name="connsiteX0" fmla="*/ 303426 w 4553447"/>
              <a:gd name="connsiteY0" fmla="*/ 0 h 5549974"/>
              <a:gd name="connsiteX1" fmla="*/ 3305612 w 4553447"/>
              <a:gd name="connsiteY1" fmla="*/ 171842 h 5549974"/>
              <a:gd name="connsiteX2" fmla="*/ 4134423 w 4553447"/>
              <a:gd name="connsiteY2" fmla="*/ 226950 h 5549974"/>
              <a:gd name="connsiteX3" fmla="*/ 4507617 w 4553447"/>
              <a:gd name="connsiteY3" fmla="*/ 247374 h 5549974"/>
              <a:gd name="connsiteX4" fmla="*/ 4535496 w 4553447"/>
              <a:gd name="connsiteY4" fmla="*/ 269179 h 5549974"/>
              <a:gd name="connsiteX5" fmla="*/ 4533722 w 4553447"/>
              <a:gd name="connsiteY5" fmla="*/ 300930 h 5549974"/>
              <a:gd name="connsiteX6" fmla="*/ 4536644 w 4553447"/>
              <a:gd name="connsiteY6" fmla="*/ 302647 h 5549974"/>
              <a:gd name="connsiteX7" fmla="*/ 4553070 w 4553447"/>
              <a:gd name="connsiteY7" fmla="*/ 334222 h 5549974"/>
              <a:gd name="connsiteX8" fmla="*/ 4530809 w 4553447"/>
              <a:gd name="connsiteY8" fmla="*/ 391868 h 5549974"/>
              <a:gd name="connsiteX9" fmla="*/ 4527321 w 4553447"/>
              <a:gd name="connsiteY9" fmla="*/ 415489 h 5549974"/>
              <a:gd name="connsiteX10" fmla="*/ 4522216 w 4553447"/>
              <a:gd name="connsiteY10" fmla="*/ 506828 h 5549974"/>
              <a:gd name="connsiteX11" fmla="*/ 4521566 w 4553447"/>
              <a:gd name="connsiteY11" fmla="*/ 553245 h 5549974"/>
              <a:gd name="connsiteX12" fmla="*/ 4518467 w 4553447"/>
              <a:gd name="connsiteY12" fmla="*/ 581709 h 5549974"/>
              <a:gd name="connsiteX13" fmla="*/ 4517798 w 4553447"/>
              <a:gd name="connsiteY13" fmla="*/ 585890 h 5549974"/>
              <a:gd name="connsiteX14" fmla="*/ 4504861 w 4553447"/>
              <a:gd name="connsiteY14" fmla="*/ 817404 h 5549974"/>
              <a:gd name="connsiteX15" fmla="*/ 4506574 w 4553447"/>
              <a:gd name="connsiteY15" fmla="*/ 822238 h 5549974"/>
              <a:gd name="connsiteX16" fmla="*/ 4504423 w 4553447"/>
              <a:gd name="connsiteY16" fmla="*/ 846069 h 5549974"/>
              <a:gd name="connsiteX17" fmla="*/ 4502823 w 4553447"/>
              <a:gd name="connsiteY17" fmla="*/ 853854 h 5549974"/>
              <a:gd name="connsiteX18" fmla="*/ 4496585 w 4553447"/>
              <a:gd name="connsiteY18" fmla="*/ 965485 h 5549974"/>
              <a:gd name="connsiteX19" fmla="*/ 4498662 w 4553447"/>
              <a:gd name="connsiteY19" fmla="*/ 966385 h 5549974"/>
              <a:gd name="connsiteX20" fmla="*/ 4502781 w 4553447"/>
              <a:gd name="connsiteY20" fmla="*/ 1002567 h 5549974"/>
              <a:gd name="connsiteX21" fmla="*/ 4497983 w 4553447"/>
              <a:gd name="connsiteY21" fmla="*/ 1101094 h 5549974"/>
              <a:gd name="connsiteX22" fmla="*/ 4497878 w 4553447"/>
              <a:gd name="connsiteY22" fmla="*/ 1159389 h 5549974"/>
              <a:gd name="connsiteX23" fmla="*/ 4502181 w 4553447"/>
              <a:gd name="connsiteY23" fmla="*/ 1180505 h 5549974"/>
              <a:gd name="connsiteX24" fmla="*/ 4505271 w 4553447"/>
              <a:gd name="connsiteY24" fmla="*/ 1210687 h 5549974"/>
              <a:gd name="connsiteX25" fmla="*/ 4514088 w 4553447"/>
              <a:gd name="connsiteY25" fmla="*/ 1263157 h 5549974"/>
              <a:gd name="connsiteX26" fmla="*/ 4516365 w 4553447"/>
              <a:gd name="connsiteY26" fmla="*/ 1313374 h 5549974"/>
              <a:gd name="connsiteX27" fmla="*/ 4515485 w 4553447"/>
              <a:gd name="connsiteY27" fmla="*/ 1347004 h 5549974"/>
              <a:gd name="connsiteX28" fmla="*/ 4515022 w 4553447"/>
              <a:gd name="connsiteY28" fmla="*/ 1351864 h 5549974"/>
              <a:gd name="connsiteX29" fmla="*/ 4505903 w 4553447"/>
              <a:gd name="connsiteY29" fmla="*/ 1391762 h 5549974"/>
              <a:gd name="connsiteX30" fmla="*/ 4509167 w 4553447"/>
              <a:gd name="connsiteY30" fmla="*/ 1395707 h 5549974"/>
              <a:gd name="connsiteX31" fmla="*/ 4512009 w 4553447"/>
              <a:gd name="connsiteY31" fmla="*/ 1408524 h 5549974"/>
              <a:gd name="connsiteX32" fmla="*/ 4507268 w 4553447"/>
              <a:gd name="connsiteY32" fmla="*/ 1419109 h 5549974"/>
              <a:gd name="connsiteX33" fmla="*/ 4497084 w 4553447"/>
              <a:gd name="connsiteY33" fmla="*/ 1469337 h 5549974"/>
              <a:gd name="connsiteX34" fmla="*/ 4486187 w 4553447"/>
              <a:gd name="connsiteY34" fmla="*/ 1543038 h 5549974"/>
              <a:gd name="connsiteX35" fmla="*/ 4481306 w 4553447"/>
              <a:gd name="connsiteY35" fmla="*/ 1553997 h 5549974"/>
              <a:gd name="connsiteX36" fmla="*/ 4466878 w 4553447"/>
              <a:gd name="connsiteY36" fmla="*/ 1626071 h 5549974"/>
              <a:gd name="connsiteX37" fmla="*/ 4463163 w 4553447"/>
              <a:gd name="connsiteY37" fmla="*/ 1664103 h 5549974"/>
              <a:gd name="connsiteX38" fmla="*/ 4466823 w 4553447"/>
              <a:gd name="connsiteY38" fmla="*/ 1668558 h 5549974"/>
              <a:gd name="connsiteX39" fmla="*/ 4465173 w 4553447"/>
              <a:gd name="connsiteY39" fmla="*/ 1679756 h 5549974"/>
              <a:gd name="connsiteX40" fmla="*/ 4465585 w 4553447"/>
              <a:gd name="connsiteY40" fmla="*/ 1682815 h 5549974"/>
              <a:gd name="connsiteX41" fmla="*/ 4467096 w 4553447"/>
              <a:gd name="connsiteY41" fmla="*/ 1700268 h 5549974"/>
              <a:gd name="connsiteX42" fmla="*/ 4455626 w 4553447"/>
              <a:gd name="connsiteY42" fmla="*/ 1735163 h 5549974"/>
              <a:gd name="connsiteX43" fmla="*/ 4453566 w 4553447"/>
              <a:gd name="connsiteY43" fmla="*/ 1735289 h 5549974"/>
              <a:gd name="connsiteX44" fmla="*/ 4445068 w 4553447"/>
              <a:gd name="connsiteY44" fmla="*/ 1887374 h 5549974"/>
              <a:gd name="connsiteX45" fmla="*/ 4453759 w 4553447"/>
              <a:gd name="connsiteY45" fmla="*/ 1911536 h 5549974"/>
              <a:gd name="connsiteX46" fmla="*/ 4456037 w 4553447"/>
              <a:gd name="connsiteY46" fmla="*/ 1961755 h 5549974"/>
              <a:gd name="connsiteX47" fmla="*/ 4455156 w 4553447"/>
              <a:gd name="connsiteY47" fmla="*/ 1995384 h 5549974"/>
              <a:gd name="connsiteX48" fmla="*/ 4454694 w 4553447"/>
              <a:gd name="connsiteY48" fmla="*/ 2000244 h 5549974"/>
              <a:gd name="connsiteX49" fmla="*/ 4445574 w 4553447"/>
              <a:gd name="connsiteY49" fmla="*/ 2040142 h 5549974"/>
              <a:gd name="connsiteX50" fmla="*/ 4448839 w 4553447"/>
              <a:gd name="connsiteY50" fmla="*/ 2044087 h 5549974"/>
              <a:gd name="connsiteX51" fmla="*/ 4451680 w 4553447"/>
              <a:gd name="connsiteY51" fmla="*/ 2056904 h 5549974"/>
              <a:gd name="connsiteX52" fmla="*/ 4446939 w 4553447"/>
              <a:gd name="connsiteY52" fmla="*/ 2067489 h 5549974"/>
              <a:gd name="connsiteX53" fmla="*/ 4436755 w 4553447"/>
              <a:gd name="connsiteY53" fmla="*/ 2117719 h 5549974"/>
              <a:gd name="connsiteX54" fmla="*/ 4429424 w 4553447"/>
              <a:gd name="connsiteY54" fmla="*/ 2167300 h 5549974"/>
              <a:gd name="connsiteX55" fmla="*/ 4373341 w 4553447"/>
              <a:gd name="connsiteY55" fmla="*/ 3223633 h 5549974"/>
              <a:gd name="connsiteX56" fmla="*/ 4360555 w 4553447"/>
              <a:gd name="connsiteY56" fmla="*/ 3477281 h 5549974"/>
              <a:gd name="connsiteX57" fmla="*/ 4349470 w 4553447"/>
              <a:gd name="connsiteY57" fmla="*/ 3639984 h 5549974"/>
              <a:gd name="connsiteX58" fmla="*/ 4258709 w 4553447"/>
              <a:gd name="connsiteY58" fmla="*/ 5278921 h 5549974"/>
              <a:gd name="connsiteX59" fmla="*/ 4264007 w 4553447"/>
              <a:gd name="connsiteY59" fmla="*/ 5315626 h 5549974"/>
              <a:gd name="connsiteX60" fmla="*/ 4267541 w 4553447"/>
              <a:gd name="connsiteY60" fmla="*/ 5350090 h 5549974"/>
              <a:gd name="connsiteX61" fmla="*/ 4270373 w 4553447"/>
              <a:gd name="connsiteY61" fmla="*/ 5450399 h 5549974"/>
              <a:gd name="connsiteX62" fmla="*/ 4251816 w 4553447"/>
              <a:gd name="connsiteY62" fmla="*/ 5484804 h 5549974"/>
              <a:gd name="connsiteX63" fmla="*/ 4247164 w 4553447"/>
              <a:gd name="connsiteY63" fmla="*/ 5487504 h 5549974"/>
              <a:gd name="connsiteX64" fmla="*/ 4243707 w 4553447"/>
              <a:gd name="connsiteY64" fmla="*/ 5549951 h 5549974"/>
              <a:gd name="connsiteX65" fmla="*/ 310344 w 4553447"/>
              <a:gd name="connsiteY65" fmla="*/ 5297261 h 5549974"/>
              <a:gd name="connsiteX66" fmla="*/ 0 w 4553447"/>
              <a:gd name="connsiteY66" fmla="*/ 5280167 h 5549974"/>
              <a:gd name="connsiteX67" fmla="*/ 4324 w 4553447"/>
              <a:gd name="connsiteY67" fmla="*/ 5239903 h 5549974"/>
              <a:gd name="connsiteX68" fmla="*/ 8544 w 4553447"/>
              <a:gd name="connsiteY68" fmla="*/ 5233298 h 5549974"/>
              <a:gd name="connsiteX69" fmla="*/ 8813 w 4553447"/>
              <a:gd name="connsiteY69" fmla="*/ 5230552 h 5549974"/>
              <a:gd name="connsiteX70" fmla="*/ 9083 w 4553447"/>
              <a:gd name="connsiteY70" fmla="*/ 5227804 h 5549974"/>
              <a:gd name="connsiteX71" fmla="*/ 9620 w 4553447"/>
              <a:gd name="connsiteY71" fmla="*/ 5222308 h 5549974"/>
              <a:gd name="connsiteX72" fmla="*/ 9305 w 4553447"/>
              <a:gd name="connsiteY72" fmla="*/ 5216405 h 5549974"/>
              <a:gd name="connsiteX73" fmla="*/ 8721 w 4553447"/>
              <a:gd name="connsiteY73" fmla="*/ 5213249 h 5549974"/>
              <a:gd name="connsiteX74" fmla="*/ 8990 w 4553447"/>
              <a:gd name="connsiteY74" fmla="*/ 5210500 h 5549974"/>
              <a:gd name="connsiteX75" fmla="*/ 8674 w 4553447"/>
              <a:gd name="connsiteY75" fmla="*/ 5204597 h 5549974"/>
              <a:gd name="connsiteX76" fmla="*/ 8091 w 4553447"/>
              <a:gd name="connsiteY76" fmla="*/ 5201441 h 5549974"/>
              <a:gd name="connsiteX77" fmla="*/ 7461 w 4553447"/>
              <a:gd name="connsiteY77" fmla="*/ 5189632 h 5549974"/>
              <a:gd name="connsiteX78" fmla="*/ 6877 w 4553447"/>
              <a:gd name="connsiteY78" fmla="*/ 5186477 h 5549974"/>
              <a:gd name="connsiteX79" fmla="*/ 7145 w 4553447"/>
              <a:gd name="connsiteY79" fmla="*/ 5183728 h 5549974"/>
              <a:gd name="connsiteX80" fmla="*/ 5710 w 4553447"/>
              <a:gd name="connsiteY80" fmla="*/ 5180163 h 5549974"/>
              <a:gd name="connsiteX81" fmla="*/ 11122 w 4553447"/>
              <a:gd name="connsiteY81" fmla="*/ 5116566 h 5549974"/>
              <a:gd name="connsiteX82" fmla="*/ 78736 w 4553447"/>
              <a:gd name="connsiteY82" fmla="*/ 3839310 h 5549974"/>
              <a:gd name="connsiteX83" fmla="*/ 303426 w 4553447"/>
              <a:gd name="connsiteY83" fmla="*/ 0 h 5549974"/>
              <a:gd name="connsiteX0" fmla="*/ 303343 w 4553364"/>
              <a:gd name="connsiteY0" fmla="*/ 0 h 5549974"/>
              <a:gd name="connsiteX1" fmla="*/ 3305529 w 4553364"/>
              <a:gd name="connsiteY1" fmla="*/ 171842 h 5549974"/>
              <a:gd name="connsiteX2" fmla="*/ 4134340 w 4553364"/>
              <a:gd name="connsiteY2" fmla="*/ 226950 h 5549974"/>
              <a:gd name="connsiteX3" fmla="*/ 4507534 w 4553364"/>
              <a:gd name="connsiteY3" fmla="*/ 247374 h 5549974"/>
              <a:gd name="connsiteX4" fmla="*/ 4535413 w 4553364"/>
              <a:gd name="connsiteY4" fmla="*/ 269179 h 5549974"/>
              <a:gd name="connsiteX5" fmla="*/ 4533639 w 4553364"/>
              <a:gd name="connsiteY5" fmla="*/ 300930 h 5549974"/>
              <a:gd name="connsiteX6" fmla="*/ 4536561 w 4553364"/>
              <a:gd name="connsiteY6" fmla="*/ 302647 h 5549974"/>
              <a:gd name="connsiteX7" fmla="*/ 4552987 w 4553364"/>
              <a:gd name="connsiteY7" fmla="*/ 334222 h 5549974"/>
              <a:gd name="connsiteX8" fmla="*/ 4530726 w 4553364"/>
              <a:gd name="connsiteY8" fmla="*/ 391868 h 5549974"/>
              <a:gd name="connsiteX9" fmla="*/ 4527238 w 4553364"/>
              <a:gd name="connsiteY9" fmla="*/ 415489 h 5549974"/>
              <a:gd name="connsiteX10" fmla="*/ 4522133 w 4553364"/>
              <a:gd name="connsiteY10" fmla="*/ 506828 h 5549974"/>
              <a:gd name="connsiteX11" fmla="*/ 4521483 w 4553364"/>
              <a:gd name="connsiteY11" fmla="*/ 553245 h 5549974"/>
              <a:gd name="connsiteX12" fmla="*/ 4518384 w 4553364"/>
              <a:gd name="connsiteY12" fmla="*/ 581709 h 5549974"/>
              <a:gd name="connsiteX13" fmla="*/ 4517715 w 4553364"/>
              <a:gd name="connsiteY13" fmla="*/ 585890 h 5549974"/>
              <a:gd name="connsiteX14" fmla="*/ 4504778 w 4553364"/>
              <a:gd name="connsiteY14" fmla="*/ 817404 h 5549974"/>
              <a:gd name="connsiteX15" fmla="*/ 4506491 w 4553364"/>
              <a:gd name="connsiteY15" fmla="*/ 822238 h 5549974"/>
              <a:gd name="connsiteX16" fmla="*/ 4504340 w 4553364"/>
              <a:gd name="connsiteY16" fmla="*/ 846069 h 5549974"/>
              <a:gd name="connsiteX17" fmla="*/ 4502740 w 4553364"/>
              <a:gd name="connsiteY17" fmla="*/ 853854 h 5549974"/>
              <a:gd name="connsiteX18" fmla="*/ 4496502 w 4553364"/>
              <a:gd name="connsiteY18" fmla="*/ 965485 h 5549974"/>
              <a:gd name="connsiteX19" fmla="*/ 4498579 w 4553364"/>
              <a:gd name="connsiteY19" fmla="*/ 966385 h 5549974"/>
              <a:gd name="connsiteX20" fmla="*/ 4502698 w 4553364"/>
              <a:gd name="connsiteY20" fmla="*/ 1002567 h 5549974"/>
              <a:gd name="connsiteX21" fmla="*/ 4497900 w 4553364"/>
              <a:gd name="connsiteY21" fmla="*/ 1101094 h 5549974"/>
              <a:gd name="connsiteX22" fmla="*/ 4497795 w 4553364"/>
              <a:gd name="connsiteY22" fmla="*/ 1159389 h 5549974"/>
              <a:gd name="connsiteX23" fmla="*/ 4502098 w 4553364"/>
              <a:gd name="connsiteY23" fmla="*/ 1180505 h 5549974"/>
              <a:gd name="connsiteX24" fmla="*/ 4505188 w 4553364"/>
              <a:gd name="connsiteY24" fmla="*/ 1210687 h 5549974"/>
              <a:gd name="connsiteX25" fmla="*/ 4514005 w 4553364"/>
              <a:gd name="connsiteY25" fmla="*/ 1263157 h 5549974"/>
              <a:gd name="connsiteX26" fmla="*/ 4516282 w 4553364"/>
              <a:gd name="connsiteY26" fmla="*/ 1313374 h 5549974"/>
              <a:gd name="connsiteX27" fmla="*/ 4515402 w 4553364"/>
              <a:gd name="connsiteY27" fmla="*/ 1347004 h 5549974"/>
              <a:gd name="connsiteX28" fmla="*/ 4514939 w 4553364"/>
              <a:gd name="connsiteY28" fmla="*/ 1351864 h 5549974"/>
              <a:gd name="connsiteX29" fmla="*/ 4505820 w 4553364"/>
              <a:gd name="connsiteY29" fmla="*/ 1391762 h 5549974"/>
              <a:gd name="connsiteX30" fmla="*/ 4509084 w 4553364"/>
              <a:gd name="connsiteY30" fmla="*/ 1395707 h 5549974"/>
              <a:gd name="connsiteX31" fmla="*/ 4511926 w 4553364"/>
              <a:gd name="connsiteY31" fmla="*/ 1408524 h 5549974"/>
              <a:gd name="connsiteX32" fmla="*/ 4507185 w 4553364"/>
              <a:gd name="connsiteY32" fmla="*/ 1419109 h 5549974"/>
              <a:gd name="connsiteX33" fmla="*/ 4497001 w 4553364"/>
              <a:gd name="connsiteY33" fmla="*/ 1469337 h 5549974"/>
              <a:gd name="connsiteX34" fmla="*/ 4486104 w 4553364"/>
              <a:gd name="connsiteY34" fmla="*/ 1543038 h 5549974"/>
              <a:gd name="connsiteX35" fmla="*/ 4481223 w 4553364"/>
              <a:gd name="connsiteY35" fmla="*/ 1553997 h 5549974"/>
              <a:gd name="connsiteX36" fmla="*/ 4466795 w 4553364"/>
              <a:gd name="connsiteY36" fmla="*/ 1626071 h 5549974"/>
              <a:gd name="connsiteX37" fmla="*/ 4463080 w 4553364"/>
              <a:gd name="connsiteY37" fmla="*/ 1664103 h 5549974"/>
              <a:gd name="connsiteX38" fmla="*/ 4466740 w 4553364"/>
              <a:gd name="connsiteY38" fmla="*/ 1668558 h 5549974"/>
              <a:gd name="connsiteX39" fmla="*/ 4465090 w 4553364"/>
              <a:gd name="connsiteY39" fmla="*/ 1679756 h 5549974"/>
              <a:gd name="connsiteX40" fmla="*/ 4465502 w 4553364"/>
              <a:gd name="connsiteY40" fmla="*/ 1682815 h 5549974"/>
              <a:gd name="connsiteX41" fmla="*/ 4467013 w 4553364"/>
              <a:gd name="connsiteY41" fmla="*/ 1700268 h 5549974"/>
              <a:gd name="connsiteX42" fmla="*/ 4455543 w 4553364"/>
              <a:gd name="connsiteY42" fmla="*/ 1735163 h 5549974"/>
              <a:gd name="connsiteX43" fmla="*/ 4453483 w 4553364"/>
              <a:gd name="connsiteY43" fmla="*/ 1735289 h 5549974"/>
              <a:gd name="connsiteX44" fmla="*/ 4444985 w 4553364"/>
              <a:gd name="connsiteY44" fmla="*/ 1887374 h 5549974"/>
              <a:gd name="connsiteX45" fmla="*/ 4453676 w 4553364"/>
              <a:gd name="connsiteY45" fmla="*/ 1911536 h 5549974"/>
              <a:gd name="connsiteX46" fmla="*/ 4455954 w 4553364"/>
              <a:gd name="connsiteY46" fmla="*/ 1961755 h 5549974"/>
              <a:gd name="connsiteX47" fmla="*/ 4455073 w 4553364"/>
              <a:gd name="connsiteY47" fmla="*/ 1995384 h 5549974"/>
              <a:gd name="connsiteX48" fmla="*/ 4454611 w 4553364"/>
              <a:gd name="connsiteY48" fmla="*/ 2000244 h 5549974"/>
              <a:gd name="connsiteX49" fmla="*/ 4445491 w 4553364"/>
              <a:gd name="connsiteY49" fmla="*/ 2040142 h 5549974"/>
              <a:gd name="connsiteX50" fmla="*/ 4448756 w 4553364"/>
              <a:gd name="connsiteY50" fmla="*/ 2044087 h 5549974"/>
              <a:gd name="connsiteX51" fmla="*/ 4451597 w 4553364"/>
              <a:gd name="connsiteY51" fmla="*/ 2056904 h 5549974"/>
              <a:gd name="connsiteX52" fmla="*/ 4446856 w 4553364"/>
              <a:gd name="connsiteY52" fmla="*/ 2067489 h 5549974"/>
              <a:gd name="connsiteX53" fmla="*/ 4436672 w 4553364"/>
              <a:gd name="connsiteY53" fmla="*/ 2117719 h 5549974"/>
              <a:gd name="connsiteX54" fmla="*/ 4429341 w 4553364"/>
              <a:gd name="connsiteY54" fmla="*/ 2167300 h 5549974"/>
              <a:gd name="connsiteX55" fmla="*/ 4373258 w 4553364"/>
              <a:gd name="connsiteY55" fmla="*/ 3223633 h 5549974"/>
              <a:gd name="connsiteX56" fmla="*/ 4360472 w 4553364"/>
              <a:gd name="connsiteY56" fmla="*/ 3477281 h 5549974"/>
              <a:gd name="connsiteX57" fmla="*/ 4349387 w 4553364"/>
              <a:gd name="connsiteY57" fmla="*/ 3639984 h 5549974"/>
              <a:gd name="connsiteX58" fmla="*/ 4258626 w 4553364"/>
              <a:gd name="connsiteY58" fmla="*/ 5278921 h 5549974"/>
              <a:gd name="connsiteX59" fmla="*/ 4263924 w 4553364"/>
              <a:gd name="connsiteY59" fmla="*/ 5315626 h 5549974"/>
              <a:gd name="connsiteX60" fmla="*/ 4267458 w 4553364"/>
              <a:gd name="connsiteY60" fmla="*/ 5350090 h 5549974"/>
              <a:gd name="connsiteX61" fmla="*/ 4270290 w 4553364"/>
              <a:gd name="connsiteY61" fmla="*/ 5450399 h 5549974"/>
              <a:gd name="connsiteX62" fmla="*/ 4251733 w 4553364"/>
              <a:gd name="connsiteY62" fmla="*/ 5484804 h 5549974"/>
              <a:gd name="connsiteX63" fmla="*/ 4247081 w 4553364"/>
              <a:gd name="connsiteY63" fmla="*/ 5487504 h 5549974"/>
              <a:gd name="connsiteX64" fmla="*/ 4243624 w 4553364"/>
              <a:gd name="connsiteY64" fmla="*/ 5549951 h 5549974"/>
              <a:gd name="connsiteX65" fmla="*/ 310261 w 4553364"/>
              <a:gd name="connsiteY65" fmla="*/ 5297261 h 5549974"/>
              <a:gd name="connsiteX66" fmla="*/ 0 w 4553364"/>
              <a:gd name="connsiteY66" fmla="*/ 5293146 h 5549974"/>
              <a:gd name="connsiteX67" fmla="*/ 4241 w 4553364"/>
              <a:gd name="connsiteY67" fmla="*/ 5239903 h 5549974"/>
              <a:gd name="connsiteX68" fmla="*/ 8461 w 4553364"/>
              <a:gd name="connsiteY68" fmla="*/ 5233298 h 5549974"/>
              <a:gd name="connsiteX69" fmla="*/ 8730 w 4553364"/>
              <a:gd name="connsiteY69" fmla="*/ 5230552 h 5549974"/>
              <a:gd name="connsiteX70" fmla="*/ 9000 w 4553364"/>
              <a:gd name="connsiteY70" fmla="*/ 5227804 h 5549974"/>
              <a:gd name="connsiteX71" fmla="*/ 9537 w 4553364"/>
              <a:gd name="connsiteY71" fmla="*/ 5222308 h 5549974"/>
              <a:gd name="connsiteX72" fmla="*/ 9222 w 4553364"/>
              <a:gd name="connsiteY72" fmla="*/ 5216405 h 5549974"/>
              <a:gd name="connsiteX73" fmla="*/ 8638 w 4553364"/>
              <a:gd name="connsiteY73" fmla="*/ 5213249 h 5549974"/>
              <a:gd name="connsiteX74" fmla="*/ 8907 w 4553364"/>
              <a:gd name="connsiteY74" fmla="*/ 5210500 h 5549974"/>
              <a:gd name="connsiteX75" fmla="*/ 8591 w 4553364"/>
              <a:gd name="connsiteY75" fmla="*/ 5204597 h 5549974"/>
              <a:gd name="connsiteX76" fmla="*/ 8008 w 4553364"/>
              <a:gd name="connsiteY76" fmla="*/ 5201441 h 5549974"/>
              <a:gd name="connsiteX77" fmla="*/ 7378 w 4553364"/>
              <a:gd name="connsiteY77" fmla="*/ 5189632 h 5549974"/>
              <a:gd name="connsiteX78" fmla="*/ 6794 w 4553364"/>
              <a:gd name="connsiteY78" fmla="*/ 5186477 h 5549974"/>
              <a:gd name="connsiteX79" fmla="*/ 7062 w 4553364"/>
              <a:gd name="connsiteY79" fmla="*/ 5183728 h 5549974"/>
              <a:gd name="connsiteX80" fmla="*/ 5627 w 4553364"/>
              <a:gd name="connsiteY80" fmla="*/ 5180163 h 5549974"/>
              <a:gd name="connsiteX81" fmla="*/ 11039 w 4553364"/>
              <a:gd name="connsiteY81" fmla="*/ 5116566 h 5549974"/>
              <a:gd name="connsiteX82" fmla="*/ 78653 w 4553364"/>
              <a:gd name="connsiteY82" fmla="*/ 3839310 h 5549974"/>
              <a:gd name="connsiteX83" fmla="*/ 303343 w 4553364"/>
              <a:gd name="connsiteY83" fmla="*/ 0 h 5549974"/>
              <a:gd name="connsiteX0" fmla="*/ 303343 w 4553364"/>
              <a:gd name="connsiteY0" fmla="*/ 0 h 5549951"/>
              <a:gd name="connsiteX1" fmla="*/ 3305529 w 4553364"/>
              <a:gd name="connsiteY1" fmla="*/ 171842 h 5549951"/>
              <a:gd name="connsiteX2" fmla="*/ 4134340 w 4553364"/>
              <a:gd name="connsiteY2" fmla="*/ 226950 h 5549951"/>
              <a:gd name="connsiteX3" fmla="*/ 4507534 w 4553364"/>
              <a:gd name="connsiteY3" fmla="*/ 247374 h 5549951"/>
              <a:gd name="connsiteX4" fmla="*/ 4535413 w 4553364"/>
              <a:gd name="connsiteY4" fmla="*/ 269179 h 5549951"/>
              <a:gd name="connsiteX5" fmla="*/ 4533639 w 4553364"/>
              <a:gd name="connsiteY5" fmla="*/ 300930 h 5549951"/>
              <a:gd name="connsiteX6" fmla="*/ 4536561 w 4553364"/>
              <a:gd name="connsiteY6" fmla="*/ 302647 h 5549951"/>
              <a:gd name="connsiteX7" fmla="*/ 4552987 w 4553364"/>
              <a:gd name="connsiteY7" fmla="*/ 334222 h 5549951"/>
              <a:gd name="connsiteX8" fmla="*/ 4530726 w 4553364"/>
              <a:gd name="connsiteY8" fmla="*/ 391868 h 5549951"/>
              <a:gd name="connsiteX9" fmla="*/ 4527238 w 4553364"/>
              <a:gd name="connsiteY9" fmla="*/ 415489 h 5549951"/>
              <a:gd name="connsiteX10" fmla="*/ 4522133 w 4553364"/>
              <a:gd name="connsiteY10" fmla="*/ 506828 h 5549951"/>
              <a:gd name="connsiteX11" fmla="*/ 4521483 w 4553364"/>
              <a:gd name="connsiteY11" fmla="*/ 553245 h 5549951"/>
              <a:gd name="connsiteX12" fmla="*/ 4518384 w 4553364"/>
              <a:gd name="connsiteY12" fmla="*/ 581709 h 5549951"/>
              <a:gd name="connsiteX13" fmla="*/ 4517715 w 4553364"/>
              <a:gd name="connsiteY13" fmla="*/ 585890 h 5549951"/>
              <a:gd name="connsiteX14" fmla="*/ 4504778 w 4553364"/>
              <a:gd name="connsiteY14" fmla="*/ 817404 h 5549951"/>
              <a:gd name="connsiteX15" fmla="*/ 4506491 w 4553364"/>
              <a:gd name="connsiteY15" fmla="*/ 822238 h 5549951"/>
              <a:gd name="connsiteX16" fmla="*/ 4504340 w 4553364"/>
              <a:gd name="connsiteY16" fmla="*/ 846069 h 5549951"/>
              <a:gd name="connsiteX17" fmla="*/ 4502740 w 4553364"/>
              <a:gd name="connsiteY17" fmla="*/ 853854 h 5549951"/>
              <a:gd name="connsiteX18" fmla="*/ 4496502 w 4553364"/>
              <a:gd name="connsiteY18" fmla="*/ 965485 h 5549951"/>
              <a:gd name="connsiteX19" fmla="*/ 4498579 w 4553364"/>
              <a:gd name="connsiteY19" fmla="*/ 966385 h 5549951"/>
              <a:gd name="connsiteX20" fmla="*/ 4502698 w 4553364"/>
              <a:gd name="connsiteY20" fmla="*/ 1002567 h 5549951"/>
              <a:gd name="connsiteX21" fmla="*/ 4497900 w 4553364"/>
              <a:gd name="connsiteY21" fmla="*/ 1101094 h 5549951"/>
              <a:gd name="connsiteX22" fmla="*/ 4497795 w 4553364"/>
              <a:gd name="connsiteY22" fmla="*/ 1159389 h 5549951"/>
              <a:gd name="connsiteX23" fmla="*/ 4502098 w 4553364"/>
              <a:gd name="connsiteY23" fmla="*/ 1180505 h 5549951"/>
              <a:gd name="connsiteX24" fmla="*/ 4505188 w 4553364"/>
              <a:gd name="connsiteY24" fmla="*/ 1210687 h 5549951"/>
              <a:gd name="connsiteX25" fmla="*/ 4514005 w 4553364"/>
              <a:gd name="connsiteY25" fmla="*/ 1263157 h 5549951"/>
              <a:gd name="connsiteX26" fmla="*/ 4516282 w 4553364"/>
              <a:gd name="connsiteY26" fmla="*/ 1313374 h 5549951"/>
              <a:gd name="connsiteX27" fmla="*/ 4515402 w 4553364"/>
              <a:gd name="connsiteY27" fmla="*/ 1347004 h 5549951"/>
              <a:gd name="connsiteX28" fmla="*/ 4514939 w 4553364"/>
              <a:gd name="connsiteY28" fmla="*/ 1351864 h 5549951"/>
              <a:gd name="connsiteX29" fmla="*/ 4505820 w 4553364"/>
              <a:gd name="connsiteY29" fmla="*/ 1391762 h 5549951"/>
              <a:gd name="connsiteX30" fmla="*/ 4509084 w 4553364"/>
              <a:gd name="connsiteY30" fmla="*/ 1395707 h 5549951"/>
              <a:gd name="connsiteX31" fmla="*/ 4511926 w 4553364"/>
              <a:gd name="connsiteY31" fmla="*/ 1408524 h 5549951"/>
              <a:gd name="connsiteX32" fmla="*/ 4507185 w 4553364"/>
              <a:gd name="connsiteY32" fmla="*/ 1419109 h 5549951"/>
              <a:gd name="connsiteX33" fmla="*/ 4497001 w 4553364"/>
              <a:gd name="connsiteY33" fmla="*/ 1469337 h 5549951"/>
              <a:gd name="connsiteX34" fmla="*/ 4486104 w 4553364"/>
              <a:gd name="connsiteY34" fmla="*/ 1543038 h 5549951"/>
              <a:gd name="connsiteX35" fmla="*/ 4481223 w 4553364"/>
              <a:gd name="connsiteY35" fmla="*/ 1553997 h 5549951"/>
              <a:gd name="connsiteX36" fmla="*/ 4466795 w 4553364"/>
              <a:gd name="connsiteY36" fmla="*/ 1626071 h 5549951"/>
              <a:gd name="connsiteX37" fmla="*/ 4463080 w 4553364"/>
              <a:gd name="connsiteY37" fmla="*/ 1664103 h 5549951"/>
              <a:gd name="connsiteX38" fmla="*/ 4466740 w 4553364"/>
              <a:gd name="connsiteY38" fmla="*/ 1668558 h 5549951"/>
              <a:gd name="connsiteX39" fmla="*/ 4465090 w 4553364"/>
              <a:gd name="connsiteY39" fmla="*/ 1679756 h 5549951"/>
              <a:gd name="connsiteX40" fmla="*/ 4465502 w 4553364"/>
              <a:gd name="connsiteY40" fmla="*/ 1682815 h 5549951"/>
              <a:gd name="connsiteX41" fmla="*/ 4467013 w 4553364"/>
              <a:gd name="connsiteY41" fmla="*/ 1700268 h 5549951"/>
              <a:gd name="connsiteX42" fmla="*/ 4455543 w 4553364"/>
              <a:gd name="connsiteY42" fmla="*/ 1735163 h 5549951"/>
              <a:gd name="connsiteX43" fmla="*/ 4453483 w 4553364"/>
              <a:gd name="connsiteY43" fmla="*/ 1735289 h 5549951"/>
              <a:gd name="connsiteX44" fmla="*/ 4444985 w 4553364"/>
              <a:gd name="connsiteY44" fmla="*/ 1887374 h 5549951"/>
              <a:gd name="connsiteX45" fmla="*/ 4453676 w 4553364"/>
              <a:gd name="connsiteY45" fmla="*/ 1911536 h 5549951"/>
              <a:gd name="connsiteX46" fmla="*/ 4455954 w 4553364"/>
              <a:gd name="connsiteY46" fmla="*/ 1961755 h 5549951"/>
              <a:gd name="connsiteX47" fmla="*/ 4455073 w 4553364"/>
              <a:gd name="connsiteY47" fmla="*/ 1995384 h 5549951"/>
              <a:gd name="connsiteX48" fmla="*/ 4454611 w 4553364"/>
              <a:gd name="connsiteY48" fmla="*/ 2000244 h 5549951"/>
              <a:gd name="connsiteX49" fmla="*/ 4445491 w 4553364"/>
              <a:gd name="connsiteY49" fmla="*/ 2040142 h 5549951"/>
              <a:gd name="connsiteX50" fmla="*/ 4448756 w 4553364"/>
              <a:gd name="connsiteY50" fmla="*/ 2044087 h 5549951"/>
              <a:gd name="connsiteX51" fmla="*/ 4451597 w 4553364"/>
              <a:gd name="connsiteY51" fmla="*/ 2056904 h 5549951"/>
              <a:gd name="connsiteX52" fmla="*/ 4446856 w 4553364"/>
              <a:gd name="connsiteY52" fmla="*/ 2067489 h 5549951"/>
              <a:gd name="connsiteX53" fmla="*/ 4436672 w 4553364"/>
              <a:gd name="connsiteY53" fmla="*/ 2117719 h 5549951"/>
              <a:gd name="connsiteX54" fmla="*/ 4429341 w 4553364"/>
              <a:gd name="connsiteY54" fmla="*/ 2167300 h 5549951"/>
              <a:gd name="connsiteX55" fmla="*/ 4373258 w 4553364"/>
              <a:gd name="connsiteY55" fmla="*/ 3223633 h 5549951"/>
              <a:gd name="connsiteX56" fmla="*/ 4360472 w 4553364"/>
              <a:gd name="connsiteY56" fmla="*/ 3477281 h 5549951"/>
              <a:gd name="connsiteX57" fmla="*/ 4349387 w 4553364"/>
              <a:gd name="connsiteY57" fmla="*/ 3639984 h 5549951"/>
              <a:gd name="connsiteX58" fmla="*/ 4258626 w 4553364"/>
              <a:gd name="connsiteY58" fmla="*/ 5278921 h 5549951"/>
              <a:gd name="connsiteX59" fmla="*/ 4263924 w 4553364"/>
              <a:gd name="connsiteY59" fmla="*/ 5315626 h 5549951"/>
              <a:gd name="connsiteX60" fmla="*/ 4267458 w 4553364"/>
              <a:gd name="connsiteY60" fmla="*/ 5350090 h 5549951"/>
              <a:gd name="connsiteX61" fmla="*/ 4270290 w 4553364"/>
              <a:gd name="connsiteY61" fmla="*/ 5450399 h 5549951"/>
              <a:gd name="connsiteX62" fmla="*/ 4251733 w 4553364"/>
              <a:gd name="connsiteY62" fmla="*/ 5484804 h 5549951"/>
              <a:gd name="connsiteX63" fmla="*/ 4247081 w 4553364"/>
              <a:gd name="connsiteY63" fmla="*/ 5487504 h 5549951"/>
              <a:gd name="connsiteX64" fmla="*/ 4243624 w 4553364"/>
              <a:gd name="connsiteY64" fmla="*/ 5549951 h 5549951"/>
              <a:gd name="connsiteX65" fmla="*/ 0 w 4553364"/>
              <a:gd name="connsiteY65" fmla="*/ 5293146 h 5549951"/>
              <a:gd name="connsiteX66" fmla="*/ 4241 w 4553364"/>
              <a:gd name="connsiteY66" fmla="*/ 5239903 h 5549951"/>
              <a:gd name="connsiteX67" fmla="*/ 8461 w 4553364"/>
              <a:gd name="connsiteY67" fmla="*/ 5233298 h 5549951"/>
              <a:gd name="connsiteX68" fmla="*/ 8730 w 4553364"/>
              <a:gd name="connsiteY68" fmla="*/ 5230552 h 5549951"/>
              <a:gd name="connsiteX69" fmla="*/ 9000 w 4553364"/>
              <a:gd name="connsiteY69" fmla="*/ 5227804 h 5549951"/>
              <a:gd name="connsiteX70" fmla="*/ 9537 w 4553364"/>
              <a:gd name="connsiteY70" fmla="*/ 5222308 h 5549951"/>
              <a:gd name="connsiteX71" fmla="*/ 9222 w 4553364"/>
              <a:gd name="connsiteY71" fmla="*/ 5216405 h 5549951"/>
              <a:gd name="connsiteX72" fmla="*/ 8638 w 4553364"/>
              <a:gd name="connsiteY72" fmla="*/ 5213249 h 5549951"/>
              <a:gd name="connsiteX73" fmla="*/ 8907 w 4553364"/>
              <a:gd name="connsiteY73" fmla="*/ 5210500 h 5549951"/>
              <a:gd name="connsiteX74" fmla="*/ 8591 w 4553364"/>
              <a:gd name="connsiteY74" fmla="*/ 5204597 h 5549951"/>
              <a:gd name="connsiteX75" fmla="*/ 8008 w 4553364"/>
              <a:gd name="connsiteY75" fmla="*/ 5201441 h 5549951"/>
              <a:gd name="connsiteX76" fmla="*/ 7378 w 4553364"/>
              <a:gd name="connsiteY76" fmla="*/ 5189632 h 5549951"/>
              <a:gd name="connsiteX77" fmla="*/ 6794 w 4553364"/>
              <a:gd name="connsiteY77" fmla="*/ 5186477 h 5549951"/>
              <a:gd name="connsiteX78" fmla="*/ 7062 w 4553364"/>
              <a:gd name="connsiteY78" fmla="*/ 5183728 h 5549951"/>
              <a:gd name="connsiteX79" fmla="*/ 5627 w 4553364"/>
              <a:gd name="connsiteY79" fmla="*/ 5180163 h 5549951"/>
              <a:gd name="connsiteX80" fmla="*/ 11039 w 4553364"/>
              <a:gd name="connsiteY80" fmla="*/ 5116566 h 5549951"/>
              <a:gd name="connsiteX81" fmla="*/ 78653 w 4553364"/>
              <a:gd name="connsiteY81" fmla="*/ 3839310 h 5549951"/>
              <a:gd name="connsiteX82" fmla="*/ 303343 w 4553364"/>
              <a:gd name="connsiteY82" fmla="*/ 0 h 5549951"/>
              <a:gd name="connsiteX0" fmla="*/ 303343 w 4553364"/>
              <a:gd name="connsiteY0" fmla="*/ 0 h 5549951"/>
              <a:gd name="connsiteX1" fmla="*/ 3305529 w 4553364"/>
              <a:gd name="connsiteY1" fmla="*/ 171842 h 5549951"/>
              <a:gd name="connsiteX2" fmla="*/ 4134340 w 4553364"/>
              <a:gd name="connsiteY2" fmla="*/ 226950 h 5549951"/>
              <a:gd name="connsiteX3" fmla="*/ 4507534 w 4553364"/>
              <a:gd name="connsiteY3" fmla="*/ 247374 h 5549951"/>
              <a:gd name="connsiteX4" fmla="*/ 4535413 w 4553364"/>
              <a:gd name="connsiteY4" fmla="*/ 269179 h 5549951"/>
              <a:gd name="connsiteX5" fmla="*/ 4533639 w 4553364"/>
              <a:gd name="connsiteY5" fmla="*/ 300930 h 5549951"/>
              <a:gd name="connsiteX6" fmla="*/ 4536561 w 4553364"/>
              <a:gd name="connsiteY6" fmla="*/ 302647 h 5549951"/>
              <a:gd name="connsiteX7" fmla="*/ 4552987 w 4553364"/>
              <a:gd name="connsiteY7" fmla="*/ 334222 h 5549951"/>
              <a:gd name="connsiteX8" fmla="*/ 4530726 w 4553364"/>
              <a:gd name="connsiteY8" fmla="*/ 391868 h 5549951"/>
              <a:gd name="connsiteX9" fmla="*/ 4527238 w 4553364"/>
              <a:gd name="connsiteY9" fmla="*/ 415489 h 5549951"/>
              <a:gd name="connsiteX10" fmla="*/ 4522133 w 4553364"/>
              <a:gd name="connsiteY10" fmla="*/ 506828 h 5549951"/>
              <a:gd name="connsiteX11" fmla="*/ 4521483 w 4553364"/>
              <a:gd name="connsiteY11" fmla="*/ 553245 h 5549951"/>
              <a:gd name="connsiteX12" fmla="*/ 4518384 w 4553364"/>
              <a:gd name="connsiteY12" fmla="*/ 581709 h 5549951"/>
              <a:gd name="connsiteX13" fmla="*/ 4517715 w 4553364"/>
              <a:gd name="connsiteY13" fmla="*/ 585890 h 5549951"/>
              <a:gd name="connsiteX14" fmla="*/ 4504778 w 4553364"/>
              <a:gd name="connsiteY14" fmla="*/ 817404 h 5549951"/>
              <a:gd name="connsiteX15" fmla="*/ 4506491 w 4553364"/>
              <a:gd name="connsiteY15" fmla="*/ 822238 h 5549951"/>
              <a:gd name="connsiteX16" fmla="*/ 4504340 w 4553364"/>
              <a:gd name="connsiteY16" fmla="*/ 846069 h 5549951"/>
              <a:gd name="connsiteX17" fmla="*/ 4502740 w 4553364"/>
              <a:gd name="connsiteY17" fmla="*/ 853854 h 5549951"/>
              <a:gd name="connsiteX18" fmla="*/ 4496502 w 4553364"/>
              <a:gd name="connsiteY18" fmla="*/ 965485 h 5549951"/>
              <a:gd name="connsiteX19" fmla="*/ 4498579 w 4553364"/>
              <a:gd name="connsiteY19" fmla="*/ 966385 h 5549951"/>
              <a:gd name="connsiteX20" fmla="*/ 4502698 w 4553364"/>
              <a:gd name="connsiteY20" fmla="*/ 1002567 h 5549951"/>
              <a:gd name="connsiteX21" fmla="*/ 4497900 w 4553364"/>
              <a:gd name="connsiteY21" fmla="*/ 1101094 h 5549951"/>
              <a:gd name="connsiteX22" fmla="*/ 4497795 w 4553364"/>
              <a:gd name="connsiteY22" fmla="*/ 1159389 h 5549951"/>
              <a:gd name="connsiteX23" fmla="*/ 4502098 w 4553364"/>
              <a:gd name="connsiteY23" fmla="*/ 1180505 h 5549951"/>
              <a:gd name="connsiteX24" fmla="*/ 4505188 w 4553364"/>
              <a:gd name="connsiteY24" fmla="*/ 1210687 h 5549951"/>
              <a:gd name="connsiteX25" fmla="*/ 4514005 w 4553364"/>
              <a:gd name="connsiteY25" fmla="*/ 1263157 h 5549951"/>
              <a:gd name="connsiteX26" fmla="*/ 4516282 w 4553364"/>
              <a:gd name="connsiteY26" fmla="*/ 1313374 h 5549951"/>
              <a:gd name="connsiteX27" fmla="*/ 4515402 w 4553364"/>
              <a:gd name="connsiteY27" fmla="*/ 1347004 h 5549951"/>
              <a:gd name="connsiteX28" fmla="*/ 4514939 w 4553364"/>
              <a:gd name="connsiteY28" fmla="*/ 1351864 h 5549951"/>
              <a:gd name="connsiteX29" fmla="*/ 4505820 w 4553364"/>
              <a:gd name="connsiteY29" fmla="*/ 1391762 h 5549951"/>
              <a:gd name="connsiteX30" fmla="*/ 4509084 w 4553364"/>
              <a:gd name="connsiteY30" fmla="*/ 1395707 h 5549951"/>
              <a:gd name="connsiteX31" fmla="*/ 4511926 w 4553364"/>
              <a:gd name="connsiteY31" fmla="*/ 1408524 h 5549951"/>
              <a:gd name="connsiteX32" fmla="*/ 4507185 w 4553364"/>
              <a:gd name="connsiteY32" fmla="*/ 1419109 h 5549951"/>
              <a:gd name="connsiteX33" fmla="*/ 4497001 w 4553364"/>
              <a:gd name="connsiteY33" fmla="*/ 1469337 h 5549951"/>
              <a:gd name="connsiteX34" fmla="*/ 4486104 w 4553364"/>
              <a:gd name="connsiteY34" fmla="*/ 1543038 h 5549951"/>
              <a:gd name="connsiteX35" fmla="*/ 4481223 w 4553364"/>
              <a:gd name="connsiteY35" fmla="*/ 1553997 h 5549951"/>
              <a:gd name="connsiteX36" fmla="*/ 4466795 w 4553364"/>
              <a:gd name="connsiteY36" fmla="*/ 1626071 h 5549951"/>
              <a:gd name="connsiteX37" fmla="*/ 4463080 w 4553364"/>
              <a:gd name="connsiteY37" fmla="*/ 1664103 h 5549951"/>
              <a:gd name="connsiteX38" fmla="*/ 4466740 w 4553364"/>
              <a:gd name="connsiteY38" fmla="*/ 1668558 h 5549951"/>
              <a:gd name="connsiteX39" fmla="*/ 4465090 w 4553364"/>
              <a:gd name="connsiteY39" fmla="*/ 1679756 h 5549951"/>
              <a:gd name="connsiteX40" fmla="*/ 4465502 w 4553364"/>
              <a:gd name="connsiteY40" fmla="*/ 1682815 h 5549951"/>
              <a:gd name="connsiteX41" fmla="*/ 4467013 w 4553364"/>
              <a:gd name="connsiteY41" fmla="*/ 1700268 h 5549951"/>
              <a:gd name="connsiteX42" fmla="*/ 4455543 w 4553364"/>
              <a:gd name="connsiteY42" fmla="*/ 1735163 h 5549951"/>
              <a:gd name="connsiteX43" fmla="*/ 4453483 w 4553364"/>
              <a:gd name="connsiteY43" fmla="*/ 1735289 h 5549951"/>
              <a:gd name="connsiteX44" fmla="*/ 4444985 w 4553364"/>
              <a:gd name="connsiteY44" fmla="*/ 1887374 h 5549951"/>
              <a:gd name="connsiteX45" fmla="*/ 4453676 w 4553364"/>
              <a:gd name="connsiteY45" fmla="*/ 1911536 h 5549951"/>
              <a:gd name="connsiteX46" fmla="*/ 4455954 w 4553364"/>
              <a:gd name="connsiteY46" fmla="*/ 1961755 h 5549951"/>
              <a:gd name="connsiteX47" fmla="*/ 4455073 w 4553364"/>
              <a:gd name="connsiteY47" fmla="*/ 1995384 h 5549951"/>
              <a:gd name="connsiteX48" fmla="*/ 4454611 w 4553364"/>
              <a:gd name="connsiteY48" fmla="*/ 2000244 h 5549951"/>
              <a:gd name="connsiteX49" fmla="*/ 4445491 w 4553364"/>
              <a:gd name="connsiteY49" fmla="*/ 2040142 h 5549951"/>
              <a:gd name="connsiteX50" fmla="*/ 4448756 w 4553364"/>
              <a:gd name="connsiteY50" fmla="*/ 2044087 h 5549951"/>
              <a:gd name="connsiteX51" fmla="*/ 4451597 w 4553364"/>
              <a:gd name="connsiteY51" fmla="*/ 2056904 h 5549951"/>
              <a:gd name="connsiteX52" fmla="*/ 4446856 w 4553364"/>
              <a:gd name="connsiteY52" fmla="*/ 2067489 h 5549951"/>
              <a:gd name="connsiteX53" fmla="*/ 4436672 w 4553364"/>
              <a:gd name="connsiteY53" fmla="*/ 2117719 h 5549951"/>
              <a:gd name="connsiteX54" fmla="*/ 4429341 w 4553364"/>
              <a:gd name="connsiteY54" fmla="*/ 2167300 h 5549951"/>
              <a:gd name="connsiteX55" fmla="*/ 4373258 w 4553364"/>
              <a:gd name="connsiteY55" fmla="*/ 3223633 h 5549951"/>
              <a:gd name="connsiteX56" fmla="*/ 4360472 w 4553364"/>
              <a:gd name="connsiteY56" fmla="*/ 3477281 h 5549951"/>
              <a:gd name="connsiteX57" fmla="*/ 4349387 w 4553364"/>
              <a:gd name="connsiteY57" fmla="*/ 3639984 h 5549951"/>
              <a:gd name="connsiteX58" fmla="*/ 4263924 w 4553364"/>
              <a:gd name="connsiteY58" fmla="*/ 5315626 h 5549951"/>
              <a:gd name="connsiteX59" fmla="*/ 4267458 w 4553364"/>
              <a:gd name="connsiteY59" fmla="*/ 5350090 h 5549951"/>
              <a:gd name="connsiteX60" fmla="*/ 4270290 w 4553364"/>
              <a:gd name="connsiteY60" fmla="*/ 5450399 h 5549951"/>
              <a:gd name="connsiteX61" fmla="*/ 4251733 w 4553364"/>
              <a:gd name="connsiteY61" fmla="*/ 5484804 h 5549951"/>
              <a:gd name="connsiteX62" fmla="*/ 4247081 w 4553364"/>
              <a:gd name="connsiteY62" fmla="*/ 5487504 h 5549951"/>
              <a:gd name="connsiteX63" fmla="*/ 4243624 w 4553364"/>
              <a:gd name="connsiteY63" fmla="*/ 5549951 h 5549951"/>
              <a:gd name="connsiteX64" fmla="*/ 0 w 4553364"/>
              <a:gd name="connsiteY64" fmla="*/ 5293146 h 5549951"/>
              <a:gd name="connsiteX65" fmla="*/ 4241 w 4553364"/>
              <a:gd name="connsiteY65" fmla="*/ 5239903 h 5549951"/>
              <a:gd name="connsiteX66" fmla="*/ 8461 w 4553364"/>
              <a:gd name="connsiteY66" fmla="*/ 5233298 h 5549951"/>
              <a:gd name="connsiteX67" fmla="*/ 8730 w 4553364"/>
              <a:gd name="connsiteY67" fmla="*/ 5230552 h 5549951"/>
              <a:gd name="connsiteX68" fmla="*/ 9000 w 4553364"/>
              <a:gd name="connsiteY68" fmla="*/ 5227804 h 5549951"/>
              <a:gd name="connsiteX69" fmla="*/ 9537 w 4553364"/>
              <a:gd name="connsiteY69" fmla="*/ 5222308 h 5549951"/>
              <a:gd name="connsiteX70" fmla="*/ 9222 w 4553364"/>
              <a:gd name="connsiteY70" fmla="*/ 5216405 h 5549951"/>
              <a:gd name="connsiteX71" fmla="*/ 8638 w 4553364"/>
              <a:gd name="connsiteY71" fmla="*/ 5213249 h 5549951"/>
              <a:gd name="connsiteX72" fmla="*/ 8907 w 4553364"/>
              <a:gd name="connsiteY72" fmla="*/ 5210500 h 5549951"/>
              <a:gd name="connsiteX73" fmla="*/ 8591 w 4553364"/>
              <a:gd name="connsiteY73" fmla="*/ 5204597 h 5549951"/>
              <a:gd name="connsiteX74" fmla="*/ 8008 w 4553364"/>
              <a:gd name="connsiteY74" fmla="*/ 5201441 h 5549951"/>
              <a:gd name="connsiteX75" fmla="*/ 7378 w 4553364"/>
              <a:gd name="connsiteY75" fmla="*/ 5189632 h 5549951"/>
              <a:gd name="connsiteX76" fmla="*/ 6794 w 4553364"/>
              <a:gd name="connsiteY76" fmla="*/ 5186477 h 5549951"/>
              <a:gd name="connsiteX77" fmla="*/ 7062 w 4553364"/>
              <a:gd name="connsiteY77" fmla="*/ 5183728 h 5549951"/>
              <a:gd name="connsiteX78" fmla="*/ 5627 w 4553364"/>
              <a:gd name="connsiteY78" fmla="*/ 5180163 h 5549951"/>
              <a:gd name="connsiteX79" fmla="*/ 11039 w 4553364"/>
              <a:gd name="connsiteY79" fmla="*/ 5116566 h 5549951"/>
              <a:gd name="connsiteX80" fmla="*/ 78653 w 4553364"/>
              <a:gd name="connsiteY80" fmla="*/ 3839310 h 5549951"/>
              <a:gd name="connsiteX81" fmla="*/ 303343 w 4553364"/>
              <a:gd name="connsiteY81" fmla="*/ 0 h 5549951"/>
              <a:gd name="connsiteX0" fmla="*/ 303343 w 4553364"/>
              <a:gd name="connsiteY0" fmla="*/ 0 h 5549951"/>
              <a:gd name="connsiteX1" fmla="*/ 3305529 w 4553364"/>
              <a:gd name="connsiteY1" fmla="*/ 171842 h 5549951"/>
              <a:gd name="connsiteX2" fmla="*/ 4134340 w 4553364"/>
              <a:gd name="connsiteY2" fmla="*/ 226950 h 5549951"/>
              <a:gd name="connsiteX3" fmla="*/ 4507534 w 4553364"/>
              <a:gd name="connsiteY3" fmla="*/ 247374 h 5549951"/>
              <a:gd name="connsiteX4" fmla="*/ 4535413 w 4553364"/>
              <a:gd name="connsiteY4" fmla="*/ 269179 h 5549951"/>
              <a:gd name="connsiteX5" fmla="*/ 4533639 w 4553364"/>
              <a:gd name="connsiteY5" fmla="*/ 300930 h 5549951"/>
              <a:gd name="connsiteX6" fmla="*/ 4536561 w 4553364"/>
              <a:gd name="connsiteY6" fmla="*/ 302647 h 5549951"/>
              <a:gd name="connsiteX7" fmla="*/ 4552987 w 4553364"/>
              <a:gd name="connsiteY7" fmla="*/ 334222 h 5549951"/>
              <a:gd name="connsiteX8" fmla="*/ 4530726 w 4553364"/>
              <a:gd name="connsiteY8" fmla="*/ 391868 h 5549951"/>
              <a:gd name="connsiteX9" fmla="*/ 4527238 w 4553364"/>
              <a:gd name="connsiteY9" fmla="*/ 415489 h 5549951"/>
              <a:gd name="connsiteX10" fmla="*/ 4522133 w 4553364"/>
              <a:gd name="connsiteY10" fmla="*/ 506828 h 5549951"/>
              <a:gd name="connsiteX11" fmla="*/ 4521483 w 4553364"/>
              <a:gd name="connsiteY11" fmla="*/ 553245 h 5549951"/>
              <a:gd name="connsiteX12" fmla="*/ 4518384 w 4553364"/>
              <a:gd name="connsiteY12" fmla="*/ 581709 h 5549951"/>
              <a:gd name="connsiteX13" fmla="*/ 4517715 w 4553364"/>
              <a:gd name="connsiteY13" fmla="*/ 585890 h 5549951"/>
              <a:gd name="connsiteX14" fmla="*/ 4504778 w 4553364"/>
              <a:gd name="connsiteY14" fmla="*/ 817404 h 5549951"/>
              <a:gd name="connsiteX15" fmla="*/ 4506491 w 4553364"/>
              <a:gd name="connsiteY15" fmla="*/ 822238 h 5549951"/>
              <a:gd name="connsiteX16" fmla="*/ 4504340 w 4553364"/>
              <a:gd name="connsiteY16" fmla="*/ 846069 h 5549951"/>
              <a:gd name="connsiteX17" fmla="*/ 4502740 w 4553364"/>
              <a:gd name="connsiteY17" fmla="*/ 853854 h 5549951"/>
              <a:gd name="connsiteX18" fmla="*/ 4496502 w 4553364"/>
              <a:gd name="connsiteY18" fmla="*/ 965485 h 5549951"/>
              <a:gd name="connsiteX19" fmla="*/ 4498579 w 4553364"/>
              <a:gd name="connsiteY19" fmla="*/ 966385 h 5549951"/>
              <a:gd name="connsiteX20" fmla="*/ 4502698 w 4553364"/>
              <a:gd name="connsiteY20" fmla="*/ 1002567 h 5549951"/>
              <a:gd name="connsiteX21" fmla="*/ 4497900 w 4553364"/>
              <a:gd name="connsiteY21" fmla="*/ 1101094 h 5549951"/>
              <a:gd name="connsiteX22" fmla="*/ 4497795 w 4553364"/>
              <a:gd name="connsiteY22" fmla="*/ 1159389 h 5549951"/>
              <a:gd name="connsiteX23" fmla="*/ 4502098 w 4553364"/>
              <a:gd name="connsiteY23" fmla="*/ 1180505 h 5549951"/>
              <a:gd name="connsiteX24" fmla="*/ 4505188 w 4553364"/>
              <a:gd name="connsiteY24" fmla="*/ 1210687 h 5549951"/>
              <a:gd name="connsiteX25" fmla="*/ 4514005 w 4553364"/>
              <a:gd name="connsiteY25" fmla="*/ 1263157 h 5549951"/>
              <a:gd name="connsiteX26" fmla="*/ 4516282 w 4553364"/>
              <a:gd name="connsiteY26" fmla="*/ 1313374 h 5549951"/>
              <a:gd name="connsiteX27" fmla="*/ 4515402 w 4553364"/>
              <a:gd name="connsiteY27" fmla="*/ 1347004 h 5549951"/>
              <a:gd name="connsiteX28" fmla="*/ 4505820 w 4553364"/>
              <a:gd name="connsiteY28" fmla="*/ 1391762 h 5549951"/>
              <a:gd name="connsiteX29" fmla="*/ 4509084 w 4553364"/>
              <a:gd name="connsiteY29" fmla="*/ 1395707 h 5549951"/>
              <a:gd name="connsiteX30" fmla="*/ 4511926 w 4553364"/>
              <a:gd name="connsiteY30" fmla="*/ 1408524 h 5549951"/>
              <a:gd name="connsiteX31" fmla="*/ 4507185 w 4553364"/>
              <a:gd name="connsiteY31" fmla="*/ 1419109 h 5549951"/>
              <a:gd name="connsiteX32" fmla="*/ 4497001 w 4553364"/>
              <a:gd name="connsiteY32" fmla="*/ 1469337 h 5549951"/>
              <a:gd name="connsiteX33" fmla="*/ 4486104 w 4553364"/>
              <a:gd name="connsiteY33" fmla="*/ 1543038 h 5549951"/>
              <a:gd name="connsiteX34" fmla="*/ 4481223 w 4553364"/>
              <a:gd name="connsiteY34" fmla="*/ 1553997 h 5549951"/>
              <a:gd name="connsiteX35" fmla="*/ 4466795 w 4553364"/>
              <a:gd name="connsiteY35" fmla="*/ 1626071 h 5549951"/>
              <a:gd name="connsiteX36" fmla="*/ 4463080 w 4553364"/>
              <a:gd name="connsiteY36" fmla="*/ 1664103 h 5549951"/>
              <a:gd name="connsiteX37" fmla="*/ 4466740 w 4553364"/>
              <a:gd name="connsiteY37" fmla="*/ 1668558 h 5549951"/>
              <a:gd name="connsiteX38" fmla="*/ 4465090 w 4553364"/>
              <a:gd name="connsiteY38" fmla="*/ 1679756 h 5549951"/>
              <a:gd name="connsiteX39" fmla="*/ 4465502 w 4553364"/>
              <a:gd name="connsiteY39" fmla="*/ 1682815 h 5549951"/>
              <a:gd name="connsiteX40" fmla="*/ 4467013 w 4553364"/>
              <a:gd name="connsiteY40" fmla="*/ 1700268 h 5549951"/>
              <a:gd name="connsiteX41" fmla="*/ 4455543 w 4553364"/>
              <a:gd name="connsiteY41" fmla="*/ 1735163 h 5549951"/>
              <a:gd name="connsiteX42" fmla="*/ 4453483 w 4553364"/>
              <a:gd name="connsiteY42" fmla="*/ 1735289 h 5549951"/>
              <a:gd name="connsiteX43" fmla="*/ 4444985 w 4553364"/>
              <a:gd name="connsiteY43" fmla="*/ 1887374 h 5549951"/>
              <a:gd name="connsiteX44" fmla="*/ 4453676 w 4553364"/>
              <a:gd name="connsiteY44" fmla="*/ 1911536 h 5549951"/>
              <a:gd name="connsiteX45" fmla="*/ 4455954 w 4553364"/>
              <a:gd name="connsiteY45" fmla="*/ 1961755 h 5549951"/>
              <a:gd name="connsiteX46" fmla="*/ 4455073 w 4553364"/>
              <a:gd name="connsiteY46" fmla="*/ 1995384 h 5549951"/>
              <a:gd name="connsiteX47" fmla="*/ 4454611 w 4553364"/>
              <a:gd name="connsiteY47" fmla="*/ 2000244 h 5549951"/>
              <a:gd name="connsiteX48" fmla="*/ 4445491 w 4553364"/>
              <a:gd name="connsiteY48" fmla="*/ 2040142 h 5549951"/>
              <a:gd name="connsiteX49" fmla="*/ 4448756 w 4553364"/>
              <a:gd name="connsiteY49" fmla="*/ 2044087 h 5549951"/>
              <a:gd name="connsiteX50" fmla="*/ 4451597 w 4553364"/>
              <a:gd name="connsiteY50" fmla="*/ 2056904 h 5549951"/>
              <a:gd name="connsiteX51" fmla="*/ 4446856 w 4553364"/>
              <a:gd name="connsiteY51" fmla="*/ 2067489 h 5549951"/>
              <a:gd name="connsiteX52" fmla="*/ 4436672 w 4553364"/>
              <a:gd name="connsiteY52" fmla="*/ 2117719 h 5549951"/>
              <a:gd name="connsiteX53" fmla="*/ 4429341 w 4553364"/>
              <a:gd name="connsiteY53" fmla="*/ 2167300 h 5549951"/>
              <a:gd name="connsiteX54" fmla="*/ 4373258 w 4553364"/>
              <a:gd name="connsiteY54" fmla="*/ 3223633 h 5549951"/>
              <a:gd name="connsiteX55" fmla="*/ 4360472 w 4553364"/>
              <a:gd name="connsiteY55" fmla="*/ 3477281 h 5549951"/>
              <a:gd name="connsiteX56" fmla="*/ 4349387 w 4553364"/>
              <a:gd name="connsiteY56" fmla="*/ 3639984 h 5549951"/>
              <a:gd name="connsiteX57" fmla="*/ 4263924 w 4553364"/>
              <a:gd name="connsiteY57" fmla="*/ 5315626 h 5549951"/>
              <a:gd name="connsiteX58" fmla="*/ 4267458 w 4553364"/>
              <a:gd name="connsiteY58" fmla="*/ 5350090 h 5549951"/>
              <a:gd name="connsiteX59" fmla="*/ 4270290 w 4553364"/>
              <a:gd name="connsiteY59" fmla="*/ 5450399 h 5549951"/>
              <a:gd name="connsiteX60" fmla="*/ 4251733 w 4553364"/>
              <a:gd name="connsiteY60" fmla="*/ 5484804 h 5549951"/>
              <a:gd name="connsiteX61" fmla="*/ 4247081 w 4553364"/>
              <a:gd name="connsiteY61" fmla="*/ 5487504 h 5549951"/>
              <a:gd name="connsiteX62" fmla="*/ 4243624 w 4553364"/>
              <a:gd name="connsiteY62" fmla="*/ 5549951 h 5549951"/>
              <a:gd name="connsiteX63" fmla="*/ 0 w 4553364"/>
              <a:gd name="connsiteY63" fmla="*/ 5293146 h 5549951"/>
              <a:gd name="connsiteX64" fmla="*/ 4241 w 4553364"/>
              <a:gd name="connsiteY64" fmla="*/ 5239903 h 5549951"/>
              <a:gd name="connsiteX65" fmla="*/ 8461 w 4553364"/>
              <a:gd name="connsiteY65" fmla="*/ 5233298 h 5549951"/>
              <a:gd name="connsiteX66" fmla="*/ 8730 w 4553364"/>
              <a:gd name="connsiteY66" fmla="*/ 5230552 h 5549951"/>
              <a:gd name="connsiteX67" fmla="*/ 9000 w 4553364"/>
              <a:gd name="connsiteY67" fmla="*/ 5227804 h 5549951"/>
              <a:gd name="connsiteX68" fmla="*/ 9537 w 4553364"/>
              <a:gd name="connsiteY68" fmla="*/ 5222308 h 5549951"/>
              <a:gd name="connsiteX69" fmla="*/ 9222 w 4553364"/>
              <a:gd name="connsiteY69" fmla="*/ 5216405 h 5549951"/>
              <a:gd name="connsiteX70" fmla="*/ 8638 w 4553364"/>
              <a:gd name="connsiteY70" fmla="*/ 5213249 h 5549951"/>
              <a:gd name="connsiteX71" fmla="*/ 8907 w 4553364"/>
              <a:gd name="connsiteY71" fmla="*/ 5210500 h 5549951"/>
              <a:gd name="connsiteX72" fmla="*/ 8591 w 4553364"/>
              <a:gd name="connsiteY72" fmla="*/ 5204597 h 5549951"/>
              <a:gd name="connsiteX73" fmla="*/ 8008 w 4553364"/>
              <a:gd name="connsiteY73" fmla="*/ 5201441 h 5549951"/>
              <a:gd name="connsiteX74" fmla="*/ 7378 w 4553364"/>
              <a:gd name="connsiteY74" fmla="*/ 5189632 h 5549951"/>
              <a:gd name="connsiteX75" fmla="*/ 6794 w 4553364"/>
              <a:gd name="connsiteY75" fmla="*/ 5186477 h 5549951"/>
              <a:gd name="connsiteX76" fmla="*/ 7062 w 4553364"/>
              <a:gd name="connsiteY76" fmla="*/ 5183728 h 5549951"/>
              <a:gd name="connsiteX77" fmla="*/ 5627 w 4553364"/>
              <a:gd name="connsiteY77" fmla="*/ 5180163 h 5549951"/>
              <a:gd name="connsiteX78" fmla="*/ 11039 w 4553364"/>
              <a:gd name="connsiteY78" fmla="*/ 5116566 h 5549951"/>
              <a:gd name="connsiteX79" fmla="*/ 78653 w 4553364"/>
              <a:gd name="connsiteY79" fmla="*/ 3839310 h 5549951"/>
              <a:gd name="connsiteX80" fmla="*/ 303343 w 4553364"/>
              <a:gd name="connsiteY80" fmla="*/ 0 h 5549951"/>
              <a:gd name="connsiteX0" fmla="*/ 303343 w 4553364"/>
              <a:gd name="connsiteY0" fmla="*/ 0 h 5549951"/>
              <a:gd name="connsiteX1" fmla="*/ 3305529 w 4553364"/>
              <a:gd name="connsiteY1" fmla="*/ 171842 h 5549951"/>
              <a:gd name="connsiteX2" fmla="*/ 4134340 w 4553364"/>
              <a:gd name="connsiteY2" fmla="*/ 226950 h 5549951"/>
              <a:gd name="connsiteX3" fmla="*/ 4507534 w 4553364"/>
              <a:gd name="connsiteY3" fmla="*/ 247374 h 5549951"/>
              <a:gd name="connsiteX4" fmla="*/ 4535413 w 4553364"/>
              <a:gd name="connsiteY4" fmla="*/ 269179 h 5549951"/>
              <a:gd name="connsiteX5" fmla="*/ 4533639 w 4553364"/>
              <a:gd name="connsiteY5" fmla="*/ 300930 h 5549951"/>
              <a:gd name="connsiteX6" fmla="*/ 4536561 w 4553364"/>
              <a:gd name="connsiteY6" fmla="*/ 302647 h 5549951"/>
              <a:gd name="connsiteX7" fmla="*/ 4552987 w 4553364"/>
              <a:gd name="connsiteY7" fmla="*/ 334222 h 5549951"/>
              <a:gd name="connsiteX8" fmla="*/ 4530726 w 4553364"/>
              <a:gd name="connsiteY8" fmla="*/ 391868 h 5549951"/>
              <a:gd name="connsiteX9" fmla="*/ 4527238 w 4553364"/>
              <a:gd name="connsiteY9" fmla="*/ 415489 h 5549951"/>
              <a:gd name="connsiteX10" fmla="*/ 4522133 w 4553364"/>
              <a:gd name="connsiteY10" fmla="*/ 506828 h 5549951"/>
              <a:gd name="connsiteX11" fmla="*/ 4521483 w 4553364"/>
              <a:gd name="connsiteY11" fmla="*/ 553245 h 5549951"/>
              <a:gd name="connsiteX12" fmla="*/ 4518384 w 4553364"/>
              <a:gd name="connsiteY12" fmla="*/ 581709 h 5549951"/>
              <a:gd name="connsiteX13" fmla="*/ 4517715 w 4553364"/>
              <a:gd name="connsiteY13" fmla="*/ 585890 h 5549951"/>
              <a:gd name="connsiteX14" fmla="*/ 4504778 w 4553364"/>
              <a:gd name="connsiteY14" fmla="*/ 817404 h 5549951"/>
              <a:gd name="connsiteX15" fmla="*/ 4506491 w 4553364"/>
              <a:gd name="connsiteY15" fmla="*/ 822238 h 5549951"/>
              <a:gd name="connsiteX16" fmla="*/ 4504340 w 4553364"/>
              <a:gd name="connsiteY16" fmla="*/ 846069 h 5549951"/>
              <a:gd name="connsiteX17" fmla="*/ 4502740 w 4553364"/>
              <a:gd name="connsiteY17" fmla="*/ 853854 h 5549951"/>
              <a:gd name="connsiteX18" fmla="*/ 4496502 w 4553364"/>
              <a:gd name="connsiteY18" fmla="*/ 965485 h 5549951"/>
              <a:gd name="connsiteX19" fmla="*/ 4498579 w 4553364"/>
              <a:gd name="connsiteY19" fmla="*/ 966385 h 5549951"/>
              <a:gd name="connsiteX20" fmla="*/ 4502698 w 4553364"/>
              <a:gd name="connsiteY20" fmla="*/ 1002567 h 5549951"/>
              <a:gd name="connsiteX21" fmla="*/ 4497900 w 4553364"/>
              <a:gd name="connsiteY21" fmla="*/ 1101094 h 5549951"/>
              <a:gd name="connsiteX22" fmla="*/ 4497795 w 4553364"/>
              <a:gd name="connsiteY22" fmla="*/ 1159389 h 5549951"/>
              <a:gd name="connsiteX23" fmla="*/ 4502098 w 4553364"/>
              <a:gd name="connsiteY23" fmla="*/ 1180505 h 5549951"/>
              <a:gd name="connsiteX24" fmla="*/ 4514005 w 4553364"/>
              <a:gd name="connsiteY24" fmla="*/ 1263157 h 5549951"/>
              <a:gd name="connsiteX25" fmla="*/ 4516282 w 4553364"/>
              <a:gd name="connsiteY25" fmla="*/ 1313374 h 5549951"/>
              <a:gd name="connsiteX26" fmla="*/ 4515402 w 4553364"/>
              <a:gd name="connsiteY26" fmla="*/ 1347004 h 5549951"/>
              <a:gd name="connsiteX27" fmla="*/ 4505820 w 4553364"/>
              <a:gd name="connsiteY27" fmla="*/ 1391762 h 5549951"/>
              <a:gd name="connsiteX28" fmla="*/ 4509084 w 4553364"/>
              <a:gd name="connsiteY28" fmla="*/ 1395707 h 5549951"/>
              <a:gd name="connsiteX29" fmla="*/ 4511926 w 4553364"/>
              <a:gd name="connsiteY29" fmla="*/ 1408524 h 5549951"/>
              <a:gd name="connsiteX30" fmla="*/ 4507185 w 4553364"/>
              <a:gd name="connsiteY30" fmla="*/ 1419109 h 5549951"/>
              <a:gd name="connsiteX31" fmla="*/ 4497001 w 4553364"/>
              <a:gd name="connsiteY31" fmla="*/ 1469337 h 5549951"/>
              <a:gd name="connsiteX32" fmla="*/ 4486104 w 4553364"/>
              <a:gd name="connsiteY32" fmla="*/ 1543038 h 5549951"/>
              <a:gd name="connsiteX33" fmla="*/ 4481223 w 4553364"/>
              <a:gd name="connsiteY33" fmla="*/ 1553997 h 5549951"/>
              <a:gd name="connsiteX34" fmla="*/ 4466795 w 4553364"/>
              <a:gd name="connsiteY34" fmla="*/ 1626071 h 5549951"/>
              <a:gd name="connsiteX35" fmla="*/ 4463080 w 4553364"/>
              <a:gd name="connsiteY35" fmla="*/ 1664103 h 5549951"/>
              <a:gd name="connsiteX36" fmla="*/ 4466740 w 4553364"/>
              <a:gd name="connsiteY36" fmla="*/ 1668558 h 5549951"/>
              <a:gd name="connsiteX37" fmla="*/ 4465090 w 4553364"/>
              <a:gd name="connsiteY37" fmla="*/ 1679756 h 5549951"/>
              <a:gd name="connsiteX38" fmla="*/ 4465502 w 4553364"/>
              <a:gd name="connsiteY38" fmla="*/ 1682815 h 5549951"/>
              <a:gd name="connsiteX39" fmla="*/ 4467013 w 4553364"/>
              <a:gd name="connsiteY39" fmla="*/ 1700268 h 5549951"/>
              <a:gd name="connsiteX40" fmla="*/ 4455543 w 4553364"/>
              <a:gd name="connsiteY40" fmla="*/ 1735163 h 5549951"/>
              <a:gd name="connsiteX41" fmla="*/ 4453483 w 4553364"/>
              <a:gd name="connsiteY41" fmla="*/ 1735289 h 5549951"/>
              <a:gd name="connsiteX42" fmla="*/ 4444985 w 4553364"/>
              <a:gd name="connsiteY42" fmla="*/ 1887374 h 5549951"/>
              <a:gd name="connsiteX43" fmla="*/ 4453676 w 4553364"/>
              <a:gd name="connsiteY43" fmla="*/ 1911536 h 5549951"/>
              <a:gd name="connsiteX44" fmla="*/ 4455954 w 4553364"/>
              <a:gd name="connsiteY44" fmla="*/ 1961755 h 5549951"/>
              <a:gd name="connsiteX45" fmla="*/ 4455073 w 4553364"/>
              <a:gd name="connsiteY45" fmla="*/ 1995384 h 5549951"/>
              <a:gd name="connsiteX46" fmla="*/ 4454611 w 4553364"/>
              <a:gd name="connsiteY46" fmla="*/ 2000244 h 5549951"/>
              <a:gd name="connsiteX47" fmla="*/ 4445491 w 4553364"/>
              <a:gd name="connsiteY47" fmla="*/ 2040142 h 5549951"/>
              <a:gd name="connsiteX48" fmla="*/ 4448756 w 4553364"/>
              <a:gd name="connsiteY48" fmla="*/ 2044087 h 5549951"/>
              <a:gd name="connsiteX49" fmla="*/ 4451597 w 4553364"/>
              <a:gd name="connsiteY49" fmla="*/ 2056904 h 5549951"/>
              <a:gd name="connsiteX50" fmla="*/ 4446856 w 4553364"/>
              <a:gd name="connsiteY50" fmla="*/ 2067489 h 5549951"/>
              <a:gd name="connsiteX51" fmla="*/ 4436672 w 4553364"/>
              <a:gd name="connsiteY51" fmla="*/ 2117719 h 5549951"/>
              <a:gd name="connsiteX52" fmla="*/ 4429341 w 4553364"/>
              <a:gd name="connsiteY52" fmla="*/ 2167300 h 5549951"/>
              <a:gd name="connsiteX53" fmla="*/ 4373258 w 4553364"/>
              <a:gd name="connsiteY53" fmla="*/ 3223633 h 5549951"/>
              <a:gd name="connsiteX54" fmla="*/ 4360472 w 4553364"/>
              <a:gd name="connsiteY54" fmla="*/ 3477281 h 5549951"/>
              <a:gd name="connsiteX55" fmla="*/ 4349387 w 4553364"/>
              <a:gd name="connsiteY55" fmla="*/ 3639984 h 5549951"/>
              <a:gd name="connsiteX56" fmla="*/ 4263924 w 4553364"/>
              <a:gd name="connsiteY56" fmla="*/ 5315626 h 5549951"/>
              <a:gd name="connsiteX57" fmla="*/ 4267458 w 4553364"/>
              <a:gd name="connsiteY57" fmla="*/ 5350090 h 5549951"/>
              <a:gd name="connsiteX58" fmla="*/ 4270290 w 4553364"/>
              <a:gd name="connsiteY58" fmla="*/ 5450399 h 5549951"/>
              <a:gd name="connsiteX59" fmla="*/ 4251733 w 4553364"/>
              <a:gd name="connsiteY59" fmla="*/ 5484804 h 5549951"/>
              <a:gd name="connsiteX60" fmla="*/ 4247081 w 4553364"/>
              <a:gd name="connsiteY60" fmla="*/ 5487504 h 5549951"/>
              <a:gd name="connsiteX61" fmla="*/ 4243624 w 4553364"/>
              <a:gd name="connsiteY61" fmla="*/ 5549951 h 5549951"/>
              <a:gd name="connsiteX62" fmla="*/ 0 w 4553364"/>
              <a:gd name="connsiteY62" fmla="*/ 5293146 h 5549951"/>
              <a:gd name="connsiteX63" fmla="*/ 4241 w 4553364"/>
              <a:gd name="connsiteY63" fmla="*/ 5239903 h 5549951"/>
              <a:gd name="connsiteX64" fmla="*/ 8461 w 4553364"/>
              <a:gd name="connsiteY64" fmla="*/ 5233298 h 5549951"/>
              <a:gd name="connsiteX65" fmla="*/ 8730 w 4553364"/>
              <a:gd name="connsiteY65" fmla="*/ 5230552 h 5549951"/>
              <a:gd name="connsiteX66" fmla="*/ 9000 w 4553364"/>
              <a:gd name="connsiteY66" fmla="*/ 5227804 h 5549951"/>
              <a:gd name="connsiteX67" fmla="*/ 9537 w 4553364"/>
              <a:gd name="connsiteY67" fmla="*/ 5222308 h 5549951"/>
              <a:gd name="connsiteX68" fmla="*/ 9222 w 4553364"/>
              <a:gd name="connsiteY68" fmla="*/ 5216405 h 5549951"/>
              <a:gd name="connsiteX69" fmla="*/ 8638 w 4553364"/>
              <a:gd name="connsiteY69" fmla="*/ 5213249 h 5549951"/>
              <a:gd name="connsiteX70" fmla="*/ 8907 w 4553364"/>
              <a:gd name="connsiteY70" fmla="*/ 5210500 h 5549951"/>
              <a:gd name="connsiteX71" fmla="*/ 8591 w 4553364"/>
              <a:gd name="connsiteY71" fmla="*/ 5204597 h 5549951"/>
              <a:gd name="connsiteX72" fmla="*/ 8008 w 4553364"/>
              <a:gd name="connsiteY72" fmla="*/ 5201441 h 5549951"/>
              <a:gd name="connsiteX73" fmla="*/ 7378 w 4553364"/>
              <a:gd name="connsiteY73" fmla="*/ 5189632 h 5549951"/>
              <a:gd name="connsiteX74" fmla="*/ 6794 w 4553364"/>
              <a:gd name="connsiteY74" fmla="*/ 5186477 h 5549951"/>
              <a:gd name="connsiteX75" fmla="*/ 7062 w 4553364"/>
              <a:gd name="connsiteY75" fmla="*/ 5183728 h 5549951"/>
              <a:gd name="connsiteX76" fmla="*/ 5627 w 4553364"/>
              <a:gd name="connsiteY76" fmla="*/ 5180163 h 5549951"/>
              <a:gd name="connsiteX77" fmla="*/ 11039 w 4553364"/>
              <a:gd name="connsiteY77" fmla="*/ 5116566 h 5549951"/>
              <a:gd name="connsiteX78" fmla="*/ 78653 w 4553364"/>
              <a:gd name="connsiteY78" fmla="*/ 3839310 h 5549951"/>
              <a:gd name="connsiteX79" fmla="*/ 303343 w 4553364"/>
              <a:gd name="connsiteY79" fmla="*/ 0 h 5549951"/>
              <a:gd name="connsiteX0" fmla="*/ 303343 w 4553364"/>
              <a:gd name="connsiteY0" fmla="*/ 0 h 5549951"/>
              <a:gd name="connsiteX1" fmla="*/ 3305529 w 4553364"/>
              <a:gd name="connsiteY1" fmla="*/ 171842 h 5549951"/>
              <a:gd name="connsiteX2" fmla="*/ 4134340 w 4553364"/>
              <a:gd name="connsiteY2" fmla="*/ 226950 h 5549951"/>
              <a:gd name="connsiteX3" fmla="*/ 4507534 w 4553364"/>
              <a:gd name="connsiteY3" fmla="*/ 247374 h 5549951"/>
              <a:gd name="connsiteX4" fmla="*/ 4535413 w 4553364"/>
              <a:gd name="connsiteY4" fmla="*/ 269179 h 5549951"/>
              <a:gd name="connsiteX5" fmla="*/ 4533639 w 4553364"/>
              <a:gd name="connsiteY5" fmla="*/ 300930 h 5549951"/>
              <a:gd name="connsiteX6" fmla="*/ 4536561 w 4553364"/>
              <a:gd name="connsiteY6" fmla="*/ 302647 h 5549951"/>
              <a:gd name="connsiteX7" fmla="*/ 4552987 w 4553364"/>
              <a:gd name="connsiteY7" fmla="*/ 334222 h 5549951"/>
              <a:gd name="connsiteX8" fmla="*/ 4530726 w 4553364"/>
              <a:gd name="connsiteY8" fmla="*/ 391868 h 5549951"/>
              <a:gd name="connsiteX9" fmla="*/ 4527238 w 4553364"/>
              <a:gd name="connsiteY9" fmla="*/ 415489 h 5549951"/>
              <a:gd name="connsiteX10" fmla="*/ 4522133 w 4553364"/>
              <a:gd name="connsiteY10" fmla="*/ 506828 h 5549951"/>
              <a:gd name="connsiteX11" fmla="*/ 4521483 w 4553364"/>
              <a:gd name="connsiteY11" fmla="*/ 553245 h 5549951"/>
              <a:gd name="connsiteX12" fmla="*/ 4518384 w 4553364"/>
              <a:gd name="connsiteY12" fmla="*/ 581709 h 5549951"/>
              <a:gd name="connsiteX13" fmla="*/ 4517715 w 4553364"/>
              <a:gd name="connsiteY13" fmla="*/ 585890 h 5549951"/>
              <a:gd name="connsiteX14" fmla="*/ 4504778 w 4553364"/>
              <a:gd name="connsiteY14" fmla="*/ 817404 h 5549951"/>
              <a:gd name="connsiteX15" fmla="*/ 4506491 w 4553364"/>
              <a:gd name="connsiteY15" fmla="*/ 822238 h 5549951"/>
              <a:gd name="connsiteX16" fmla="*/ 4504340 w 4553364"/>
              <a:gd name="connsiteY16" fmla="*/ 846069 h 5549951"/>
              <a:gd name="connsiteX17" fmla="*/ 4502740 w 4553364"/>
              <a:gd name="connsiteY17" fmla="*/ 853854 h 5549951"/>
              <a:gd name="connsiteX18" fmla="*/ 4496502 w 4553364"/>
              <a:gd name="connsiteY18" fmla="*/ 965485 h 5549951"/>
              <a:gd name="connsiteX19" fmla="*/ 4498579 w 4553364"/>
              <a:gd name="connsiteY19" fmla="*/ 966385 h 5549951"/>
              <a:gd name="connsiteX20" fmla="*/ 4502698 w 4553364"/>
              <a:gd name="connsiteY20" fmla="*/ 1002567 h 5549951"/>
              <a:gd name="connsiteX21" fmla="*/ 4497900 w 4553364"/>
              <a:gd name="connsiteY21" fmla="*/ 1101094 h 5549951"/>
              <a:gd name="connsiteX22" fmla="*/ 4497795 w 4553364"/>
              <a:gd name="connsiteY22" fmla="*/ 1159389 h 5549951"/>
              <a:gd name="connsiteX23" fmla="*/ 4514005 w 4553364"/>
              <a:gd name="connsiteY23" fmla="*/ 1263157 h 5549951"/>
              <a:gd name="connsiteX24" fmla="*/ 4516282 w 4553364"/>
              <a:gd name="connsiteY24" fmla="*/ 1313374 h 5549951"/>
              <a:gd name="connsiteX25" fmla="*/ 4515402 w 4553364"/>
              <a:gd name="connsiteY25" fmla="*/ 1347004 h 5549951"/>
              <a:gd name="connsiteX26" fmla="*/ 4505820 w 4553364"/>
              <a:gd name="connsiteY26" fmla="*/ 1391762 h 5549951"/>
              <a:gd name="connsiteX27" fmla="*/ 4509084 w 4553364"/>
              <a:gd name="connsiteY27" fmla="*/ 1395707 h 5549951"/>
              <a:gd name="connsiteX28" fmla="*/ 4511926 w 4553364"/>
              <a:gd name="connsiteY28" fmla="*/ 1408524 h 5549951"/>
              <a:gd name="connsiteX29" fmla="*/ 4507185 w 4553364"/>
              <a:gd name="connsiteY29" fmla="*/ 1419109 h 5549951"/>
              <a:gd name="connsiteX30" fmla="*/ 4497001 w 4553364"/>
              <a:gd name="connsiteY30" fmla="*/ 1469337 h 5549951"/>
              <a:gd name="connsiteX31" fmla="*/ 4486104 w 4553364"/>
              <a:gd name="connsiteY31" fmla="*/ 1543038 h 5549951"/>
              <a:gd name="connsiteX32" fmla="*/ 4481223 w 4553364"/>
              <a:gd name="connsiteY32" fmla="*/ 1553997 h 5549951"/>
              <a:gd name="connsiteX33" fmla="*/ 4466795 w 4553364"/>
              <a:gd name="connsiteY33" fmla="*/ 1626071 h 5549951"/>
              <a:gd name="connsiteX34" fmla="*/ 4463080 w 4553364"/>
              <a:gd name="connsiteY34" fmla="*/ 1664103 h 5549951"/>
              <a:gd name="connsiteX35" fmla="*/ 4466740 w 4553364"/>
              <a:gd name="connsiteY35" fmla="*/ 1668558 h 5549951"/>
              <a:gd name="connsiteX36" fmla="*/ 4465090 w 4553364"/>
              <a:gd name="connsiteY36" fmla="*/ 1679756 h 5549951"/>
              <a:gd name="connsiteX37" fmla="*/ 4465502 w 4553364"/>
              <a:gd name="connsiteY37" fmla="*/ 1682815 h 5549951"/>
              <a:gd name="connsiteX38" fmla="*/ 4467013 w 4553364"/>
              <a:gd name="connsiteY38" fmla="*/ 1700268 h 5549951"/>
              <a:gd name="connsiteX39" fmla="*/ 4455543 w 4553364"/>
              <a:gd name="connsiteY39" fmla="*/ 1735163 h 5549951"/>
              <a:gd name="connsiteX40" fmla="*/ 4453483 w 4553364"/>
              <a:gd name="connsiteY40" fmla="*/ 1735289 h 5549951"/>
              <a:gd name="connsiteX41" fmla="*/ 4444985 w 4553364"/>
              <a:gd name="connsiteY41" fmla="*/ 1887374 h 5549951"/>
              <a:gd name="connsiteX42" fmla="*/ 4453676 w 4553364"/>
              <a:gd name="connsiteY42" fmla="*/ 1911536 h 5549951"/>
              <a:gd name="connsiteX43" fmla="*/ 4455954 w 4553364"/>
              <a:gd name="connsiteY43" fmla="*/ 1961755 h 5549951"/>
              <a:gd name="connsiteX44" fmla="*/ 4455073 w 4553364"/>
              <a:gd name="connsiteY44" fmla="*/ 1995384 h 5549951"/>
              <a:gd name="connsiteX45" fmla="*/ 4454611 w 4553364"/>
              <a:gd name="connsiteY45" fmla="*/ 2000244 h 5549951"/>
              <a:gd name="connsiteX46" fmla="*/ 4445491 w 4553364"/>
              <a:gd name="connsiteY46" fmla="*/ 2040142 h 5549951"/>
              <a:gd name="connsiteX47" fmla="*/ 4448756 w 4553364"/>
              <a:gd name="connsiteY47" fmla="*/ 2044087 h 5549951"/>
              <a:gd name="connsiteX48" fmla="*/ 4451597 w 4553364"/>
              <a:gd name="connsiteY48" fmla="*/ 2056904 h 5549951"/>
              <a:gd name="connsiteX49" fmla="*/ 4446856 w 4553364"/>
              <a:gd name="connsiteY49" fmla="*/ 2067489 h 5549951"/>
              <a:gd name="connsiteX50" fmla="*/ 4436672 w 4553364"/>
              <a:gd name="connsiteY50" fmla="*/ 2117719 h 5549951"/>
              <a:gd name="connsiteX51" fmla="*/ 4429341 w 4553364"/>
              <a:gd name="connsiteY51" fmla="*/ 2167300 h 5549951"/>
              <a:gd name="connsiteX52" fmla="*/ 4373258 w 4553364"/>
              <a:gd name="connsiteY52" fmla="*/ 3223633 h 5549951"/>
              <a:gd name="connsiteX53" fmla="*/ 4360472 w 4553364"/>
              <a:gd name="connsiteY53" fmla="*/ 3477281 h 5549951"/>
              <a:gd name="connsiteX54" fmla="*/ 4349387 w 4553364"/>
              <a:gd name="connsiteY54" fmla="*/ 3639984 h 5549951"/>
              <a:gd name="connsiteX55" fmla="*/ 4263924 w 4553364"/>
              <a:gd name="connsiteY55" fmla="*/ 5315626 h 5549951"/>
              <a:gd name="connsiteX56" fmla="*/ 4267458 w 4553364"/>
              <a:gd name="connsiteY56" fmla="*/ 5350090 h 5549951"/>
              <a:gd name="connsiteX57" fmla="*/ 4270290 w 4553364"/>
              <a:gd name="connsiteY57" fmla="*/ 5450399 h 5549951"/>
              <a:gd name="connsiteX58" fmla="*/ 4251733 w 4553364"/>
              <a:gd name="connsiteY58" fmla="*/ 5484804 h 5549951"/>
              <a:gd name="connsiteX59" fmla="*/ 4247081 w 4553364"/>
              <a:gd name="connsiteY59" fmla="*/ 5487504 h 5549951"/>
              <a:gd name="connsiteX60" fmla="*/ 4243624 w 4553364"/>
              <a:gd name="connsiteY60" fmla="*/ 5549951 h 5549951"/>
              <a:gd name="connsiteX61" fmla="*/ 0 w 4553364"/>
              <a:gd name="connsiteY61" fmla="*/ 5293146 h 5549951"/>
              <a:gd name="connsiteX62" fmla="*/ 4241 w 4553364"/>
              <a:gd name="connsiteY62" fmla="*/ 5239903 h 5549951"/>
              <a:gd name="connsiteX63" fmla="*/ 8461 w 4553364"/>
              <a:gd name="connsiteY63" fmla="*/ 5233298 h 5549951"/>
              <a:gd name="connsiteX64" fmla="*/ 8730 w 4553364"/>
              <a:gd name="connsiteY64" fmla="*/ 5230552 h 5549951"/>
              <a:gd name="connsiteX65" fmla="*/ 9000 w 4553364"/>
              <a:gd name="connsiteY65" fmla="*/ 5227804 h 5549951"/>
              <a:gd name="connsiteX66" fmla="*/ 9537 w 4553364"/>
              <a:gd name="connsiteY66" fmla="*/ 5222308 h 5549951"/>
              <a:gd name="connsiteX67" fmla="*/ 9222 w 4553364"/>
              <a:gd name="connsiteY67" fmla="*/ 5216405 h 5549951"/>
              <a:gd name="connsiteX68" fmla="*/ 8638 w 4553364"/>
              <a:gd name="connsiteY68" fmla="*/ 5213249 h 5549951"/>
              <a:gd name="connsiteX69" fmla="*/ 8907 w 4553364"/>
              <a:gd name="connsiteY69" fmla="*/ 5210500 h 5549951"/>
              <a:gd name="connsiteX70" fmla="*/ 8591 w 4553364"/>
              <a:gd name="connsiteY70" fmla="*/ 5204597 h 5549951"/>
              <a:gd name="connsiteX71" fmla="*/ 8008 w 4553364"/>
              <a:gd name="connsiteY71" fmla="*/ 5201441 h 5549951"/>
              <a:gd name="connsiteX72" fmla="*/ 7378 w 4553364"/>
              <a:gd name="connsiteY72" fmla="*/ 5189632 h 5549951"/>
              <a:gd name="connsiteX73" fmla="*/ 6794 w 4553364"/>
              <a:gd name="connsiteY73" fmla="*/ 5186477 h 5549951"/>
              <a:gd name="connsiteX74" fmla="*/ 7062 w 4553364"/>
              <a:gd name="connsiteY74" fmla="*/ 5183728 h 5549951"/>
              <a:gd name="connsiteX75" fmla="*/ 5627 w 4553364"/>
              <a:gd name="connsiteY75" fmla="*/ 5180163 h 5549951"/>
              <a:gd name="connsiteX76" fmla="*/ 11039 w 4553364"/>
              <a:gd name="connsiteY76" fmla="*/ 5116566 h 5549951"/>
              <a:gd name="connsiteX77" fmla="*/ 78653 w 4553364"/>
              <a:gd name="connsiteY77" fmla="*/ 3839310 h 5549951"/>
              <a:gd name="connsiteX78" fmla="*/ 303343 w 4553364"/>
              <a:gd name="connsiteY78" fmla="*/ 0 h 5549951"/>
              <a:gd name="connsiteX0" fmla="*/ 303343 w 4553364"/>
              <a:gd name="connsiteY0" fmla="*/ 0 h 5549951"/>
              <a:gd name="connsiteX1" fmla="*/ 3305529 w 4553364"/>
              <a:gd name="connsiteY1" fmla="*/ 171842 h 5549951"/>
              <a:gd name="connsiteX2" fmla="*/ 4134340 w 4553364"/>
              <a:gd name="connsiteY2" fmla="*/ 226950 h 5549951"/>
              <a:gd name="connsiteX3" fmla="*/ 4507534 w 4553364"/>
              <a:gd name="connsiteY3" fmla="*/ 247374 h 5549951"/>
              <a:gd name="connsiteX4" fmla="*/ 4535413 w 4553364"/>
              <a:gd name="connsiteY4" fmla="*/ 269179 h 5549951"/>
              <a:gd name="connsiteX5" fmla="*/ 4533639 w 4553364"/>
              <a:gd name="connsiteY5" fmla="*/ 300930 h 5549951"/>
              <a:gd name="connsiteX6" fmla="*/ 4536561 w 4553364"/>
              <a:gd name="connsiteY6" fmla="*/ 302647 h 5549951"/>
              <a:gd name="connsiteX7" fmla="*/ 4552987 w 4553364"/>
              <a:gd name="connsiteY7" fmla="*/ 334222 h 5549951"/>
              <a:gd name="connsiteX8" fmla="*/ 4530726 w 4553364"/>
              <a:gd name="connsiteY8" fmla="*/ 391868 h 5549951"/>
              <a:gd name="connsiteX9" fmla="*/ 4527238 w 4553364"/>
              <a:gd name="connsiteY9" fmla="*/ 415489 h 5549951"/>
              <a:gd name="connsiteX10" fmla="*/ 4522133 w 4553364"/>
              <a:gd name="connsiteY10" fmla="*/ 506828 h 5549951"/>
              <a:gd name="connsiteX11" fmla="*/ 4521483 w 4553364"/>
              <a:gd name="connsiteY11" fmla="*/ 553245 h 5549951"/>
              <a:gd name="connsiteX12" fmla="*/ 4518384 w 4553364"/>
              <a:gd name="connsiteY12" fmla="*/ 581709 h 5549951"/>
              <a:gd name="connsiteX13" fmla="*/ 4517715 w 4553364"/>
              <a:gd name="connsiteY13" fmla="*/ 585890 h 5549951"/>
              <a:gd name="connsiteX14" fmla="*/ 4504778 w 4553364"/>
              <a:gd name="connsiteY14" fmla="*/ 817404 h 5549951"/>
              <a:gd name="connsiteX15" fmla="*/ 4506491 w 4553364"/>
              <a:gd name="connsiteY15" fmla="*/ 822238 h 5549951"/>
              <a:gd name="connsiteX16" fmla="*/ 4504340 w 4553364"/>
              <a:gd name="connsiteY16" fmla="*/ 846069 h 5549951"/>
              <a:gd name="connsiteX17" fmla="*/ 4502740 w 4553364"/>
              <a:gd name="connsiteY17" fmla="*/ 853854 h 5549951"/>
              <a:gd name="connsiteX18" fmla="*/ 4496502 w 4553364"/>
              <a:gd name="connsiteY18" fmla="*/ 965485 h 5549951"/>
              <a:gd name="connsiteX19" fmla="*/ 4498579 w 4553364"/>
              <a:gd name="connsiteY19" fmla="*/ 966385 h 5549951"/>
              <a:gd name="connsiteX20" fmla="*/ 4502698 w 4553364"/>
              <a:gd name="connsiteY20" fmla="*/ 1002567 h 5549951"/>
              <a:gd name="connsiteX21" fmla="*/ 4497900 w 4553364"/>
              <a:gd name="connsiteY21" fmla="*/ 1101094 h 5549951"/>
              <a:gd name="connsiteX22" fmla="*/ 4497795 w 4553364"/>
              <a:gd name="connsiteY22" fmla="*/ 1159389 h 5549951"/>
              <a:gd name="connsiteX23" fmla="*/ 4514005 w 4553364"/>
              <a:gd name="connsiteY23" fmla="*/ 1263157 h 5549951"/>
              <a:gd name="connsiteX24" fmla="*/ 4516282 w 4553364"/>
              <a:gd name="connsiteY24" fmla="*/ 1313374 h 5549951"/>
              <a:gd name="connsiteX25" fmla="*/ 4515402 w 4553364"/>
              <a:gd name="connsiteY25" fmla="*/ 1347004 h 5549951"/>
              <a:gd name="connsiteX26" fmla="*/ 4505820 w 4553364"/>
              <a:gd name="connsiteY26" fmla="*/ 1391762 h 5549951"/>
              <a:gd name="connsiteX27" fmla="*/ 4509084 w 4553364"/>
              <a:gd name="connsiteY27" fmla="*/ 1395707 h 5549951"/>
              <a:gd name="connsiteX28" fmla="*/ 4511926 w 4553364"/>
              <a:gd name="connsiteY28" fmla="*/ 1408524 h 5549951"/>
              <a:gd name="connsiteX29" fmla="*/ 4507185 w 4553364"/>
              <a:gd name="connsiteY29" fmla="*/ 1419109 h 5549951"/>
              <a:gd name="connsiteX30" fmla="*/ 4486104 w 4553364"/>
              <a:gd name="connsiteY30" fmla="*/ 1543038 h 5549951"/>
              <a:gd name="connsiteX31" fmla="*/ 4481223 w 4553364"/>
              <a:gd name="connsiteY31" fmla="*/ 1553997 h 5549951"/>
              <a:gd name="connsiteX32" fmla="*/ 4466795 w 4553364"/>
              <a:gd name="connsiteY32" fmla="*/ 1626071 h 5549951"/>
              <a:gd name="connsiteX33" fmla="*/ 4463080 w 4553364"/>
              <a:gd name="connsiteY33" fmla="*/ 1664103 h 5549951"/>
              <a:gd name="connsiteX34" fmla="*/ 4466740 w 4553364"/>
              <a:gd name="connsiteY34" fmla="*/ 1668558 h 5549951"/>
              <a:gd name="connsiteX35" fmla="*/ 4465090 w 4553364"/>
              <a:gd name="connsiteY35" fmla="*/ 1679756 h 5549951"/>
              <a:gd name="connsiteX36" fmla="*/ 4465502 w 4553364"/>
              <a:gd name="connsiteY36" fmla="*/ 1682815 h 5549951"/>
              <a:gd name="connsiteX37" fmla="*/ 4467013 w 4553364"/>
              <a:gd name="connsiteY37" fmla="*/ 1700268 h 5549951"/>
              <a:gd name="connsiteX38" fmla="*/ 4455543 w 4553364"/>
              <a:gd name="connsiteY38" fmla="*/ 1735163 h 5549951"/>
              <a:gd name="connsiteX39" fmla="*/ 4453483 w 4553364"/>
              <a:gd name="connsiteY39" fmla="*/ 1735289 h 5549951"/>
              <a:gd name="connsiteX40" fmla="*/ 4444985 w 4553364"/>
              <a:gd name="connsiteY40" fmla="*/ 1887374 h 5549951"/>
              <a:gd name="connsiteX41" fmla="*/ 4453676 w 4553364"/>
              <a:gd name="connsiteY41" fmla="*/ 1911536 h 5549951"/>
              <a:gd name="connsiteX42" fmla="*/ 4455954 w 4553364"/>
              <a:gd name="connsiteY42" fmla="*/ 1961755 h 5549951"/>
              <a:gd name="connsiteX43" fmla="*/ 4455073 w 4553364"/>
              <a:gd name="connsiteY43" fmla="*/ 1995384 h 5549951"/>
              <a:gd name="connsiteX44" fmla="*/ 4454611 w 4553364"/>
              <a:gd name="connsiteY44" fmla="*/ 2000244 h 5549951"/>
              <a:gd name="connsiteX45" fmla="*/ 4445491 w 4553364"/>
              <a:gd name="connsiteY45" fmla="*/ 2040142 h 5549951"/>
              <a:gd name="connsiteX46" fmla="*/ 4448756 w 4553364"/>
              <a:gd name="connsiteY46" fmla="*/ 2044087 h 5549951"/>
              <a:gd name="connsiteX47" fmla="*/ 4451597 w 4553364"/>
              <a:gd name="connsiteY47" fmla="*/ 2056904 h 5549951"/>
              <a:gd name="connsiteX48" fmla="*/ 4446856 w 4553364"/>
              <a:gd name="connsiteY48" fmla="*/ 2067489 h 5549951"/>
              <a:gd name="connsiteX49" fmla="*/ 4436672 w 4553364"/>
              <a:gd name="connsiteY49" fmla="*/ 2117719 h 5549951"/>
              <a:gd name="connsiteX50" fmla="*/ 4429341 w 4553364"/>
              <a:gd name="connsiteY50" fmla="*/ 2167300 h 5549951"/>
              <a:gd name="connsiteX51" fmla="*/ 4373258 w 4553364"/>
              <a:gd name="connsiteY51" fmla="*/ 3223633 h 5549951"/>
              <a:gd name="connsiteX52" fmla="*/ 4360472 w 4553364"/>
              <a:gd name="connsiteY52" fmla="*/ 3477281 h 5549951"/>
              <a:gd name="connsiteX53" fmla="*/ 4349387 w 4553364"/>
              <a:gd name="connsiteY53" fmla="*/ 3639984 h 5549951"/>
              <a:gd name="connsiteX54" fmla="*/ 4263924 w 4553364"/>
              <a:gd name="connsiteY54" fmla="*/ 5315626 h 5549951"/>
              <a:gd name="connsiteX55" fmla="*/ 4267458 w 4553364"/>
              <a:gd name="connsiteY55" fmla="*/ 5350090 h 5549951"/>
              <a:gd name="connsiteX56" fmla="*/ 4270290 w 4553364"/>
              <a:gd name="connsiteY56" fmla="*/ 5450399 h 5549951"/>
              <a:gd name="connsiteX57" fmla="*/ 4251733 w 4553364"/>
              <a:gd name="connsiteY57" fmla="*/ 5484804 h 5549951"/>
              <a:gd name="connsiteX58" fmla="*/ 4247081 w 4553364"/>
              <a:gd name="connsiteY58" fmla="*/ 5487504 h 5549951"/>
              <a:gd name="connsiteX59" fmla="*/ 4243624 w 4553364"/>
              <a:gd name="connsiteY59" fmla="*/ 5549951 h 5549951"/>
              <a:gd name="connsiteX60" fmla="*/ 0 w 4553364"/>
              <a:gd name="connsiteY60" fmla="*/ 5293146 h 5549951"/>
              <a:gd name="connsiteX61" fmla="*/ 4241 w 4553364"/>
              <a:gd name="connsiteY61" fmla="*/ 5239903 h 5549951"/>
              <a:gd name="connsiteX62" fmla="*/ 8461 w 4553364"/>
              <a:gd name="connsiteY62" fmla="*/ 5233298 h 5549951"/>
              <a:gd name="connsiteX63" fmla="*/ 8730 w 4553364"/>
              <a:gd name="connsiteY63" fmla="*/ 5230552 h 5549951"/>
              <a:gd name="connsiteX64" fmla="*/ 9000 w 4553364"/>
              <a:gd name="connsiteY64" fmla="*/ 5227804 h 5549951"/>
              <a:gd name="connsiteX65" fmla="*/ 9537 w 4553364"/>
              <a:gd name="connsiteY65" fmla="*/ 5222308 h 5549951"/>
              <a:gd name="connsiteX66" fmla="*/ 9222 w 4553364"/>
              <a:gd name="connsiteY66" fmla="*/ 5216405 h 5549951"/>
              <a:gd name="connsiteX67" fmla="*/ 8638 w 4553364"/>
              <a:gd name="connsiteY67" fmla="*/ 5213249 h 5549951"/>
              <a:gd name="connsiteX68" fmla="*/ 8907 w 4553364"/>
              <a:gd name="connsiteY68" fmla="*/ 5210500 h 5549951"/>
              <a:gd name="connsiteX69" fmla="*/ 8591 w 4553364"/>
              <a:gd name="connsiteY69" fmla="*/ 5204597 h 5549951"/>
              <a:gd name="connsiteX70" fmla="*/ 8008 w 4553364"/>
              <a:gd name="connsiteY70" fmla="*/ 5201441 h 5549951"/>
              <a:gd name="connsiteX71" fmla="*/ 7378 w 4553364"/>
              <a:gd name="connsiteY71" fmla="*/ 5189632 h 5549951"/>
              <a:gd name="connsiteX72" fmla="*/ 6794 w 4553364"/>
              <a:gd name="connsiteY72" fmla="*/ 5186477 h 5549951"/>
              <a:gd name="connsiteX73" fmla="*/ 7062 w 4553364"/>
              <a:gd name="connsiteY73" fmla="*/ 5183728 h 5549951"/>
              <a:gd name="connsiteX74" fmla="*/ 5627 w 4553364"/>
              <a:gd name="connsiteY74" fmla="*/ 5180163 h 5549951"/>
              <a:gd name="connsiteX75" fmla="*/ 11039 w 4553364"/>
              <a:gd name="connsiteY75" fmla="*/ 5116566 h 5549951"/>
              <a:gd name="connsiteX76" fmla="*/ 78653 w 4553364"/>
              <a:gd name="connsiteY76" fmla="*/ 3839310 h 5549951"/>
              <a:gd name="connsiteX77" fmla="*/ 303343 w 4553364"/>
              <a:gd name="connsiteY77" fmla="*/ 0 h 5549951"/>
              <a:gd name="connsiteX0" fmla="*/ 303343 w 4553364"/>
              <a:gd name="connsiteY0" fmla="*/ 0 h 5549951"/>
              <a:gd name="connsiteX1" fmla="*/ 3305529 w 4553364"/>
              <a:gd name="connsiteY1" fmla="*/ 171842 h 5549951"/>
              <a:gd name="connsiteX2" fmla="*/ 4134340 w 4553364"/>
              <a:gd name="connsiteY2" fmla="*/ 226950 h 5549951"/>
              <a:gd name="connsiteX3" fmla="*/ 4507534 w 4553364"/>
              <a:gd name="connsiteY3" fmla="*/ 247374 h 5549951"/>
              <a:gd name="connsiteX4" fmla="*/ 4535413 w 4553364"/>
              <a:gd name="connsiteY4" fmla="*/ 269179 h 5549951"/>
              <a:gd name="connsiteX5" fmla="*/ 4533639 w 4553364"/>
              <a:gd name="connsiteY5" fmla="*/ 300930 h 5549951"/>
              <a:gd name="connsiteX6" fmla="*/ 4536561 w 4553364"/>
              <a:gd name="connsiteY6" fmla="*/ 302647 h 5549951"/>
              <a:gd name="connsiteX7" fmla="*/ 4552987 w 4553364"/>
              <a:gd name="connsiteY7" fmla="*/ 334222 h 5549951"/>
              <a:gd name="connsiteX8" fmla="*/ 4530726 w 4553364"/>
              <a:gd name="connsiteY8" fmla="*/ 391868 h 5549951"/>
              <a:gd name="connsiteX9" fmla="*/ 4527238 w 4553364"/>
              <a:gd name="connsiteY9" fmla="*/ 415489 h 5549951"/>
              <a:gd name="connsiteX10" fmla="*/ 4522133 w 4553364"/>
              <a:gd name="connsiteY10" fmla="*/ 506828 h 5549951"/>
              <a:gd name="connsiteX11" fmla="*/ 4521483 w 4553364"/>
              <a:gd name="connsiteY11" fmla="*/ 553245 h 5549951"/>
              <a:gd name="connsiteX12" fmla="*/ 4518384 w 4553364"/>
              <a:gd name="connsiteY12" fmla="*/ 581709 h 5549951"/>
              <a:gd name="connsiteX13" fmla="*/ 4517715 w 4553364"/>
              <a:gd name="connsiteY13" fmla="*/ 585890 h 5549951"/>
              <a:gd name="connsiteX14" fmla="*/ 4504778 w 4553364"/>
              <a:gd name="connsiteY14" fmla="*/ 817404 h 5549951"/>
              <a:gd name="connsiteX15" fmla="*/ 4506491 w 4553364"/>
              <a:gd name="connsiteY15" fmla="*/ 822238 h 5549951"/>
              <a:gd name="connsiteX16" fmla="*/ 4504340 w 4553364"/>
              <a:gd name="connsiteY16" fmla="*/ 846069 h 5549951"/>
              <a:gd name="connsiteX17" fmla="*/ 4502740 w 4553364"/>
              <a:gd name="connsiteY17" fmla="*/ 853854 h 5549951"/>
              <a:gd name="connsiteX18" fmla="*/ 4496502 w 4553364"/>
              <a:gd name="connsiteY18" fmla="*/ 965485 h 5549951"/>
              <a:gd name="connsiteX19" fmla="*/ 4498579 w 4553364"/>
              <a:gd name="connsiteY19" fmla="*/ 966385 h 5549951"/>
              <a:gd name="connsiteX20" fmla="*/ 4502698 w 4553364"/>
              <a:gd name="connsiteY20" fmla="*/ 1002567 h 5549951"/>
              <a:gd name="connsiteX21" fmla="*/ 4497900 w 4553364"/>
              <a:gd name="connsiteY21" fmla="*/ 1101094 h 5549951"/>
              <a:gd name="connsiteX22" fmla="*/ 4497795 w 4553364"/>
              <a:gd name="connsiteY22" fmla="*/ 1159389 h 5549951"/>
              <a:gd name="connsiteX23" fmla="*/ 4516282 w 4553364"/>
              <a:gd name="connsiteY23" fmla="*/ 1313374 h 5549951"/>
              <a:gd name="connsiteX24" fmla="*/ 4515402 w 4553364"/>
              <a:gd name="connsiteY24" fmla="*/ 1347004 h 5549951"/>
              <a:gd name="connsiteX25" fmla="*/ 4505820 w 4553364"/>
              <a:gd name="connsiteY25" fmla="*/ 1391762 h 5549951"/>
              <a:gd name="connsiteX26" fmla="*/ 4509084 w 4553364"/>
              <a:gd name="connsiteY26" fmla="*/ 1395707 h 5549951"/>
              <a:gd name="connsiteX27" fmla="*/ 4511926 w 4553364"/>
              <a:gd name="connsiteY27" fmla="*/ 1408524 h 5549951"/>
              <a:gd name="connsiteX28" fmla="*/ 4507185 w 4553364"/>
              <a:gd name="connsiteY28" fmla="*/ 1419109 h 5549951"/>
              <a:gd name="connsiteX29" fmla="*/ 4486104 w 4553364"/>
              <a:gd name="connsiteY29" fmla="*/ 1543038 h 5549951"/>
              <a:gd name="connsiteX30" fmla="*/ 4481223 w 4553364"/>
              <a:gd name="connsiteY30" fmla="*/ 1553997 h 5549951"/>
              <a:gd name="connsiteX31" fmla="*/ 4466795 w 4553364"/>
              <a:gd name="connsiteY31" fmla="*/ 1626071 h 5549951"/>
              <a:gd name="connsiteX32" fmla="*/ 4463080 w 4553364"/>
              <a:gd name="connsiteY32" fmla="*/ 1664103 h 5549951"/>
              <a:gd name="connsiteX33" fmla="*/ 4466740 w 4553364"/>
              <a:gd name="connsiteY33" fmla="*/ 1668558 h 5549951"/>
              <a:gd name="connsiteX34" fmla="*/ 4465090 w 4553364"/>
              <a:gd name="connsiteY34" fmla="*/ 1679756 h 5549951"/>
              <a:gd name="connsiteX35" fmla="*/ 4465502 w 4553364"/>
              <a:gd name="connsiteY35" fmla="*/ 1682815 h 5549951"/>
              <a:gd name="connsiteX36" fmla="*/ 4467013 w 4553364"/>
              <a:gd name="connsiteY36" fmla="*/ 1700268 h 5549951"/>
              <a:gd name="connsiteX37" fmla="*/ 4455543 w 4553364"/>
              <a:gd name="connsiteY37" fmla="*/ 1735163 h 5549951"/>
              <a:gd name="connsiteX38" fmla="*/ 4453483 w 4553364"/>
              <a:gd name="connsiteY38" fmla="*/ 1735289 h 5549951"/>
              <a:gd name="connsiteX39" fmla="*/ 4444985 w 4553364"/>
              <a:gd name="connsiteY39" fmla="*/ 1887374 h 5549951"/>
              <a:gd name="connsiteX40" fmla="*/ 4453676 w 4553364"/>
              <a:gd name="connsiteY40" fmla="*/ 1911536 h 5549951"/>
              <a:gd name="connsiteX41" fmla="*/ 4455954 w 4553364"/>
              <a:gd name="connsiteY41" fmla="*/ 1961755 h 5549951"/>
              <a:gd name="connsiteX42" fmla="*/ 4455073 w 4553364"/>
              <a:gd name="connsiteY42" fmla="*/ 1995384 h 5549951"/>
              <a:gd name="connsiteX43" fmla="*/ 4454611 w 4553364"/>
              <a:gd name="connsiteY43" fmla="*/ 2000244 h 5549951"/>
              <a:gd name="connsiteX44" fmla="*/ 4445491 w 4553364"/>
              <a:gd name="connsiteY44" fmla="*/ 2040142 h 5549951"/>
              <a:gd name="connsiteX45" fmla="*/ 4448756 w 4553364"/>
              <a:gd name="connsiteY45" fmla="*/ 2044087 h 5549951"/>
              <a:gd name="connsiteX46" fmla="*/ 4451597 w 4553364"/>
              <a:gd name="connsiteY46" fmla="*/ 2056904 h 5549951"/>
              <a:gd name="connsiteX47" fmla="*/ 4446856 w 4553364"/>
              <a:gd name="connsiteY47" fmla="*/ 2067489 h 5549951"/>
              <a:gd name="connsiteX48" fmla="*/ 4436672 w 4553364"/>
              <a:gd name="connsiteY48" fmla="*/ 2117719 h 5549951"/>
              <a:gd name="connsiteX49" fmla="*/ 4429341 w 4553364"/>
              <a:gd name="connsiteY49" fmla="*/ 2167300 h 5549951"/>
              <a:gd name="connsiteX50" fmla="*/ 4373258 w 4553364"/>
              <a:gd name="connsiteY50" fmla="*/ 3223633 h 5549951"/>
              <a:gd name="connsiteX51" fmla="*/ 4360472 w 4553364"/>
              <a:gd name="connsiteY51" fmla="*/ 3477281 h 5549951"/>
              <a:gd name="connsiteX52" fmla="*/ 4349387 w 4553364"/>
              <a:gd name="connsiteY52" fmla="*/ 3639984 h 5549951"/>
              <a:gd name="connsiteX53" fmla="*/ 4263924 w 4553364"/>
              <a:gd name="connsiteY53" fmla="*/ 5315626 h 5549951"/>
              <a:gd name="connsiteX54" fmla="*/ 4267458 w 4553364"/>
              <a:gd name="connsiteY54" fmla="*/ 5350090 h 5549951"/>
              <a:gd name="connsiteX55" fmla="*/ 4270290 w 4553364"/>
              <a:gd name="connsiteY55" fmla="*/ 5450399 h 5549951"/>
              <a:gd name="connsiteX56" fmla="*/ 4251733 w 4553364"/>
              <a:gd name="connsiteY56" fmla="*/ 5484804 h 5549951"/>
              <a:gd name="connsiteX57" fmla="*/ 4247081 w 4553364"/>
              <a:gd name="connsiteY57" fmla="*/ 5487504 h 5549951"/>
              <a:gd name="connsiteX58" fmla="*/ 4243624 w 4553364"/>
              <a:gd name="connsiteY58" fmla="*/ 5549951 h 5549951"/>
              <a:gd name="connsiteX59" fmla="*/ 0 w 4553364"/>
              <a:gd name="connsiteY59" fmla="*/ 5293146 h 5549951"/>
              <a:gd name="connsiteX60" fmla="*/ 4241 w 4553364"/>
              <a:gd name="connsiteY60" fmla="*/ 5239903 h 5549951"/>
              <a:gd name="connsiteX61" fmla="*/ 8461 w 4553364"/>
              <a:gd name="connsiteY61" fmla="*/ 5233298 h 5549951"/>
              <a:gd name="connsiteX62" fmla="*/ 8730 w 4553364"/>
              <a:gd name="connsiteY62" fmla="*/ 5230552 h 5549951"/>
              <a:gd name="connsiteX63" fmla="*/ 9000 w 4553364"/>
              <a:gd name="connsiteY63" fmla="*/ 5227804 h 5549951"/>
              <a:gd name="connsiteX64" fmla="*/ 9537 w 4553364"/>
              <a:gd name="connsiteY64" fmla="*/ 5222308 h 5549951"/>
              <a:gd name="connsiteX65" fmla="*/ 9222 w 4553364"/>
              <a:gd name="connsiteY65" fmla="*/ 5216405 h 5549951"/>
              <a:gd name="connsiteX66" fmla="*/ 8638 w 4553364"/>
              <a:gd name="connsiteY66" fmla="*/ 5213249 h 5549951"/>
              <a:gd name="connsiteX67" fmla="*/ 8907 w 4553364"/>
              <a:gd name="connsiteY67" fmla="*/ 5210500 h 5549951"/>
              <a:gd name="connsiteX68" fmla="*/ 8591 w 4553364"/>
              <a:gd name="connsiteY68" fmla="*/ 5204597 h 5549951"/>
              <a:gd name="connsiteX69" fmla="*/ 8008 w 4553364"/>
              <a:gd name="connsiteY69" fmla="*/ 5201441 h 5549951"/>
              <a:gd name="connsiteX70" fmla="*/ 7378 w 4553364"/>
              <a:gd name="connsiteY70" fmla="*/ 5189632 h 5549951"/>
              <a:gd name="connsiteX71" fmla="*/ 6794 w 4553364"/>
              <a:gd name="connsiteY71" fmla="*/ 5186477 h 5549951"/>
              <a:gd name="connsiteX72" fmla="*/ 7062 w 4553364"/>
              <a:gd name="connsiteY72" fmla="*/ 5183728 h 5549951"/>
              <a:gd name="connsiteX73" fmla="*/ 5627 w 4553364"/>
              <a:gd name="connsiteY73" fmla="*/ 5180163 h 5549951"/>
              <a:gd name="connsiteX74" fmla="*/ 11039 w 4553364"/>
              <a:gd name="connsiteY74" fmla="*/ 5116566 h 5549951"/>
              <a:gd name="connsiteX75" fmla="*/ 78653 w 4553364"/>
              <a:gd name="connsiteY75" fmla="*/ 3839310 h 5549951"/>
              <a:gd name="connsiteX76" fmla="*/ 303343 w 4553364"/>
              <a:gd name="connsiteY76" fmla="*/ 0 h 5549951"/>
              <a:gd name="connsiteX0" fmla="*/ 303343 w 4553364"/>
              <a:gd name="connsiteY0" fmla="*/ 0 h 5549951"/>
              <a:gd name="connsiteX1" fmla="*/ 3305529 w 4553364"/>
              <a:gd name="connsiteY1" fmla="*/ 171842 h 5549951"/>
              <a:gd name="connsiteX2" fmla="*/ 4134340 w 4553364"/>
              <a:gd name="connsiteY2" fmla="*/ 226950 h 5549951"/>
              <a:gd name="connsiteX3" fmla="*/ 4507534 w 4553364"/>
              <a:gd name="connsiteY3" fmla="*/ 247374 h 5549951"/>
              <a:gd name="connsiteX4" fmla="*/ 4535413 w 4553364"/>
              <a:gd name="connsiteY4" fmla="*/ 269179 h 5549951"/>
              <a:gd name="connsiteX5" fmla="*/ 4533639 w 4553364"/>
              <a:gd name="connsiteY5" fmla="*/ 300930 h 5549951"/>
              <a:gd name="connsiteX6" fmla="*/ 4536561 w 4553364"/>
              <a:gd name="connsiteY6" fmla="*/ 302647 h 5549951"/>
              <a:gd name="connsiteX7" fmla="*/ 4552987 w 4553364"/>
              <a:gd name="connsiteY7" fmla="*/ 334222 h 5549951"/>
              <a:gd name="connsiteX8" fmla="*/ 4530726 w 4553364"/>
              <a:gd name="connsiteY8" fmla="*/ 391868 h 5549951"/>
              <a:gd name="connsiteX9" fmla="*/ 4527238 w 4553364"/>
              <a:gd name="connsiteY9" fmla="*/ 415489 h 5549951"/>
              <a:gd name="connsiteX10" fmla="*/ 4522133 w 4553364"/>
              <a:gd name="connsiteY10" fmla="*/ 506828 h 5549951"/>
              <a:gd name="connsiteX11" fmla="*/ 4521483 w 4553364"/>
              <a:gd name="connsiteY11" fmla="*/ 553245 h 5549951"/>
              <a:gd name="connsiteX12" fmla="*/ 4517715 w 4553364"/>
              <a:gd name="connsiteY12" fmla="*/ 585890 h 5549951"/>
              <a:gd name="connsiteX13" fmla="*/ 4504778 w 4553364"/>
              <a:gd name="connsiteY13" fmla="*/ 817404 h 5549951"/>
              <a:gd name="connsiteX14" fmla="*/ 4506491 w 4553364"/>
              <a:gd name="connsiteY14" fmla="*/ 822238 h 5549951"/>
              <a:gd name="connsiteX15" fmla="*/ 4504340 w 4553364"/>
              <a:gd name="connsiteY15" fmla="*/ 846069 h 5549951"/>
              <a:gd name="connsiteX16" fmla="*/ 4502740 w 4553364"/>
              <a:gd name="connsiteY16" fmla="*/ 853854 h 5549951"/>
              <a:gd name="connsiteX17" fmla="*/ 4496502 w 4553364"/>
              <a:gd name="connsiteY17" fmla="*/ 965485 h 5549951"/>
              <a:gd name="connsiteX18" fmla="*/ 4498579 w 4553364"/>
              <a:gd name="connsiteY18" fmla="*/ 966385 h 5549951"/>
              <a:gd name="connsiteX19" fmla="*/ 4502698 w 4553364"/>
              <a:gd name="connsiteY19" fmla="*/ 1002567 h 5549951"/>
              <a:gd name="connsiteX20" fmla="*/ 4497900 w 4553364"/>
              <a:gd name="connsiteY20" fmla="*/ 1101094 h 5549951"/>
              <a:gd name="connsiteX21" fmla="*/ 4497795 w 4553364"/>
              <a:gd name="connsiteY21" fmla="*/ 1159389 h 5549951"/>
              <a:gd name="connsiteX22" fmla="*/ 4516282 w 4553364"/>
              <a:gd name="connsiteY22" fmla="*/ 1313374 h 5549951"/>
              <a:gd name="connsiteX23" fmla="*/ 4515402 w 4553364"/>
              <a:gd name="connsiteY23" fmla="*/ 1347004 h 5549951"/>
              <a:gd name="connsiteX24" fmla="*/ 4505820 w 4553364"/>
              <a:gd name="connsiteY24" fmla="*/ 1391762 h 5549951"/>
              <a:gd name="connsiteX25" fmla="*/ 4509084 w 4553364"/>
              <a:gd name="connsiteY25" fmla="*/ 1395707 h 5549951"/>
              <a:gd name="connsiteX26" fmla="*/ 4511926 w 4553364"/>
              <a:gd name="connsiteY26" fmla="*/ 1408524 h 5549951"/>
              <a:gd name="connsiteX27" fmla="*/ 4507185 w 4553364"/>
              <a:gd name="connsiteY27" fmla="*/ 1419109 h 5549951"/>
              <a:gd name="connsiteX28" fmla="*/ 4486104 w 4553364"/>
              <a:gd name="connsiteY28" fmla="*/ 1543038 h 5549951"/>
              <a:gd name="connsiteX29" fmla="*/ 4481223 w 4553364"/>
              <a:gd name="connsiteY29" fmla="*/ 1553997 h 5549951"/>
              <a:gd name="connsiteX30" fmla="*/ 4466795 w 4553364"/>
              <a:gd name="connsiteY30" fmla="*/ 1626071 h 5549951"/>
              <a:gd name="connsiteX31" fmla="*/ 4463080 w 4553364"/>
              <a:gd name="connsiteY31" fmla="*/ 1664103 h 5549951"/>
              <a:gd name="connsiteX32" fmla="*/ 4466740 w 4553364"/>
              <a:gd name="connsiteY32" fmla="*/ 1668558 h 5549951"/>
              <a:gd name="connsiteX33" fmla="*/ 4465090 w 4553364"/>
              <a:gd name="connsiteY33" fmla="*/ 1679756 h 5549951"/>
              <a:gd name="connsiteX34" fmla="*/ 4465502 w 4553364"/>
              <a:gd name="connsiteY34" fmla="*/ 1682815 h 5549951"/>
              <a:gd name="connsiteX35" fmla="*/ 4467013 w 4553364"/>
              <a:gd name="connsiteY35" fmla="*/ 1700268 h 5549951"/>
              <a:gd name="connsiteX36" fmla="*/ 4455543 w 4553364"/>
              <a:gd name="connsiteY36" fmla="*/ 1735163 h 5549951"/>
              <a:gd name="connsiteX37" fmla="*/ 4453483 w 4553364"/>
              <a:gd name="connsiteY37" fmla="*/ 1735289 h 5549951"/>
              <a:gd name="connsiteX38" fmla="*/ 4444985 w 4553364"/>
              <a:gd name="connsiteY38" fmla="*/ 1887374 h 5549951"/>
              <a:gd name="connsiteX39" fmla="*/ 4453676 w 4553364"/>
              <a:gd name="connsiteY39" fmla="*/ 1911536 h 5549951"/>
              <a:gd name="connsiteX40" fmla="*/ 4455954 w 4553364"/>
              <a:gd name="connsiteY40" fmla="*/ 1961755 h 5549951"/>
              <a:gd name="connsiteX41" fmla="*/ 4455073 w 4553364"/>
              <a:gd name="connsiteY41" fmla="*/ 1995384 h 5549951"/>
              <a:gd name="connsiteX42" fmla="*/ 4454611 w 4553364"/>
              <a:gd name="connsiteY42" fmla="*/ 2000244 h 5549951"/>
              <a:gd name="connsiteX43" fmla="*/ 4445491 w 4553364"/>
              <a:gd name="connsiteY43" fmla="*/ 2040142 h 5549951"/>
              <a:gd name="connsiteX44" fmla="*/ 4448756 w 4553364"/>
              <a:gd name="connsiteY44" fmla="*/ 2044087 h 5549951"/>
              <a:gd name="connsiteX45" fmla="*/ 4451597 w 4553364"/>
              <a:gd name="connsiteY45" fmla="*/ 2056904 h 5549951"/>
              <a:gd name="connsiteX46" fmla="*/ 4446856 w 4553364"/>
              <a:gd name="connsiteY46" fmla="*/ 2067489 h 5549951"/>
              <a:gd name="connsiteX47" fmla="*/ 4436672 w 4553364"/>
              <a:gd name="connsiteY47" fmla="*/ 2117719 h 5549951"/>
              <a:gd name="connsiteX48" fmla="*/ 4429341 w 4553364"/>
              <a:gd name="connsiteY48" fmla="*/ 2167300 h 5549951"/>
              <a:gd name="connsiteX49" fmla="*/ 4373258 w 4553364"/>
              <a:gd name="connsiteY49" fmla="*/ 3223633 h 5549951"/>
              <a:gd name="connsiteX50" fmla="*/ 4360472 w 4553364"/>
              <a:gd name="connsiteY50" fmla="*/ 3477281 h 5549951"/>
              <a:gd name="connsiteX51" fmla="*/ 4349387 w 4553364"/>
              <a:gd name="connsiteY51" fmla="*/ 3639984 h 5549951"/>
              <a:gd name="connsiteX52" fmla="*/ 4263924 w 4553364"/>
              <a:gd name="connsiteY52" fmla="*/ 5315626 h 5549951"/>
              <a:gd name="connsiteX53" fmla="*/ 4267458 w 4553364"/>
              <a:gd name="connsiteY53" fmla="*/ 5350090 h 5549951"/>
              <a:gd name="connsiteX54" fmla="*/ 4270290 w 4553364"/>
              <a:gd name="connsiteY54" fmla="*/ 5450399 h 5549951"/>
              <a:gd name="connsiteX55" fmla="*/ 4251733 w 4553364"/>
              <a:gd name="connsiteY55" fmla="*/ 5484804 h 5549951"/>
              <a:gd name="connsiteX56" fmla="*/ 4247081 w 4553364"/>
              <a:gd name="connsiteY56" fmla="*/ 5487504 h 5549951"/>
              <a:gd name="connsiteX57" fmla="*/ 4243624 w 4553364"/>
              <a:gd name="connsiteY57" fmla="*/ 5549951 h 5549951"/>
              <a:gd name="connsiteX58" fmla="*/ 0 w 4553364"/>
              <a:gd name="connsiteY58" fmla="*/ 5293146 h 5549951"/>
              <a:gd name="connsiteX59" fmla="*/ 4241 w 4553364"/>
              <a:gd name="connsiteY59" fmla="*/ 5239903 h 5549951"/>
              <a:gd name="connsiteX60" fmla="*/ 8461 w 4553364"/>
              <a:gd name="connsiteY60" fmla="*/ 5233298 h 5549951"/>
              <a:gd name="connsiteX61" fmla="*/ 8730 w 4553364"/>
              <a:gd name="connsiteY61" fmla="*/ 5230552 h 5549951"/>
              <a:gd name="connsiteX62" fmla="*/ 9000 w 4553364"/>
              <a:gd name="connsiteY62" fmla="*/ 5227804 h 5549951"/>
              <a:gd name="connsiteX63" fmla="*/ 9537 w 4553364"/>
              <a:gd name="connsiteY63" fmla="*/ 5222308 h 5549951"/>
              <a:gd name="connsiteX64" fmla="*/ 9222 w 4553364"/>
              <a:gd name="connsiteY64" fmla="*/ 5216405 h 5549951"/>
              <a:gd name="connsiteX65" fmla="*/ 8638 w 4553364"/>
              <a:gd name="connsiteY65" fmla="*/ 5213249 h 5549951"/>
              <a:gd name="connsiteX66" fmla="*/ 8907 w 4553364"/>
              <a:gd name="connsiteY66" fmla="*/ 5210500 h 5549951"/>
              <a:gd name="connsiteX67" fmla="*/ 8591 w 4553364"/>
              <a:gd name="connsiteY67" fmla="*/ 5204597 h 5549951"/>
              <a:gd name="connsiteX68" fmla="*/ 8008 w 4553364"/>
              <a:gd name="connsiteY68" fmla="*/ 5201441 h 5549951"/>
              <a:gd name="connsiteX69" fmla="*/ 7378 w 4553364"/>
              <a:gd name="connsiteY69" fmla="*/ 5189632 h 5549951"/>
              <a:gd name="connsiteX70" fmla="*/ 6794 w 4553364"/>
              <a:gd name="connsiteY70" fmla="*/ 5186477 h 5549951"/>
              <a:gd name="connsiteX71" fmla="*/ 7062 w 4553364"/>
              <a:gd name="connsiteY71" fmla="*/ 5183728 h 5549951"/>
              <a:gd name="connsiteX72" fmla="*/ 5627 w 4553364"/>
              <a:gd name="connsiteY72" fmla="*/ 5180163 h 5549951"/>
              <a:gd name="connsiteX73" fmla="*/ 11039 w 4553364"/>
              <a:gd name="connsiteY73" fmla="*/ 5116566 h 5549951"/>
              <a:gd name="connsiteX74" fmla="*/ 78653 w 4553364"/>
              <a:gd name="connsiteY74" fmla="*/ 3839310 h 5549951"/>
              <a:gd name="connsiteX75" fmla="*/ 303343 w 4553364"/>
              <a:gd name="connsiteY75" fmla="*/ 0 h 5549951"/>
              <a:gd name="connsiteX0" fmla="*/ 303343 w 4553364"/>
              <a:gd name="connsiteY0" fmla="*/ 0 h 5549951"/>
              <a:gd name="connsiteX1" fmla="*/ 3305529 w 4553364"/>
              <a:gd name="connsiteY1" fmla="*/ 171842 h 5549951"/>
              <a:gd name="connsiteX2" fmla="*/ 4134340 w 4553364"/>
              <a:gd name="connsiteY2" fmla="*/ 226950 h 5549951"/>
              <a:gd name="connsiteX3" fmla="*/ 4507534 w 4553364"/>
              <a:gd name="connsiteY3" fmla="*/ 247374 h 5549951"/>
              <a:gd name="connsiteX4" fmla="*/ 4535413 w 4553364"/>
              <a:gd name="connsiteY4" fmla="*/ 269179 h 5549951"/>
              <a:gd name="connsiteX5" fmla="*/ 4533639 w 4553364"/>
              <a:gd name="connsiteY5" fmla="*/ 300930 h 5549951"/>
              <a:gd name="connsiteX6" fmla="*/ 4536561 w 4553364"/>
              <a:gd name="connsiteY6" fmla="*/ 302647 h 5549951"/>
              <a:gd name="connsiteX7" fmla="*/ 4552987 w 4553364"/>
              <a:gd name="connsiteY7" fmla="*/ 334222 h 5549951"/>
              <a:gd name="connsiteX8" fmla="*/ 4530726 w 4553364"/>
              <a:gd name="connsiteY8" fmla="*/ 391868 h 5549951"/>
              <a:gd name="connsiteX9" fmla="*/ 4527238 w 4553364"/>
              <a:gd name="connsiteY9" fmla="*/ 415489 h 5549951"/>
              <a:gd name="connsiteX10" fmla="*/ 4522133 w 4553364"/>
              <a:gd name="connsiteY10" fmla="*/ 506828 h 5549951"/>
              <a:gd name="connsiteX11" fmla="*/ 4521483 w 4553364"/>
              <a:gd name="connsiteY11" fmla="*/ 553245 h 5549951"/>
              <a:gd name="connsiteX12" fmla="*/ 4517715 w 4553364"/>
              <a:gd name="connsiteY12" fmla="*/ 585890 h 5549951"/>
              <a:gd name="connsiteX13" fmla="*/ 4504778 w 4553364"/>
              <a:gd name="connsiteY13" fmla="*/ 817404 h 5549951"/>
              <a:gd name="connsiteX14" fmla="*/ 4506491 w 4553364"/>
              <a:gd name="connsiteY14" fmla="*/ 822238 h 5549951"/>
              <a:gd name="connsiteX15" fmla="*/ 4504340 w 4553364"/>
              <a:gd name="connsiteY15" fmla="*/ 846069 h 5549951"/>
              <a:gd name="connsiteX16" fmla="*/ 4502740 w 4553364"/>
              <a:gd name="connsiteY16" fmla="*/ 853854 h 5549951"/>
              <a:gd name="connsiteX17" fmla="*/ 4496502 w 4553364"/>
              <a:gd name="connsiteY17" fmla="*/ 965485 h 5549951"/>
              <a:gd name="connsiteX18" fmla="*/ 4498579 w 4553364"/>
              <a:gd name="connsiteY18" fmla="*/ 966385 h 5549951"/>
              <a:gd name="connsiteX19" fmla="*/ 4502698 w 4553364"/>
              <a:gd name="connsiteY19" fmla="*/ 1002567 h 5549951"/>
              <a:gd name="connsiteX20" fmla="*/ 4497900 w 4553364"/>
              <a:gd name="connsiteY20" fmla="*/ 1101094 h 5549951"/>
              <a:gd name="connsiteX21" fmla="*/ 4497795 w 4553364"/>
              <a:gd name="connsiteY21" fmla="*/ 1159389 h 5549951"/>
              <a:gd name="connsiteX22" fmla="*/ 4516282 w 4553364"/>
              <a:gd name="connsiteY22" fmla="*/ 1313374 h 5549951"/>
              <a:gd name="connsiteX23" fmla="*/ 4515402 w 4553364"/>
              <a:gd name="connsiteY23" fmla="*/ 1347004 h 5549951"/>
              <a:gd name="connsiteX24" fmla="*/ 4505820 w 4553364"/>
              <a:gd name="connsiteY24" fmla="*/ 1391762 h 5549951"/>
              <a:gd name="connsiteX25" fmla="*/ 4509084 w 4553364"/>
              <a:gd name="connsiteY25" fmla="*/ 1395707 h 5549951"/>
              <a:gd name="connsiteX26" fmla="*/ 4511926 w 4553364"/>
              <a:gd name="connsiteY26" fmla="*/ 1408524 h 5549951"/>
              <a:gd name="connsiteX27" fmla="*/ 4507185 w 4553364"/>
              <a:gd name="connsiteY27" fmla="*/ 1419109 h 5549951"/>
              <a:gd name="connsiteX28" fmla="*/ 4486104 w 4553364"/>
              <a:gd name="connsiteY28" fmla="*/ 1543038 h 5549951"/>
              <a:gd name="connsiteX29" fmla="*/ 4481223 w 4553364"/>
              <a:gd name="connsiteY29" fmla="*/ 1553997 h 5549951"/>
              <a:gd name="connsiteX30" fmla="*/ 4466795 w 4553364"/>
              <a:gd name="connsiteY30" fmla="*/ 1626071 h 5549951"/>
              <a:gd name="connsiteX31" fmla="*/ 4463080 w 4553364"/>
              <a:gd name="connsiteY31" fmla="*/ 1664103 h 5549951"/>
              <a:gd name="connsiteX32" fmla="*/ 4466740 w 4553364"/>
              <a:gd name="connsiteY32" fmla="*/ 1668558 h 5549951"/>
              <a:gd name="connsiteX33" fmla="*/ 4465090 w 4553364"/>
              <a:gd name="connsiteY33" fmla="*/ 1679756 h 5549951"/>
              <a:gd name="connsiteX34" fmla="*/ 4465502 w 4553364"/>
              <a:gd name="connsiteY34" fmla="*/ 1682815 h 5549951"/>
              <a:gd name="connsiteX35" fmla="*/ 4467013 w 4553364"/>
              <a:gd name="connsiteY35" fmla="*/ 1700268 h 5549951"/>
              <a:gd name="connsiteX36" fmla="*/ 4455543 w 4553364"/>
              <a:gd name="connsiteY36" fmla="*/ 1735163 h 5549951"/>
              <a:gd name="connsiteX37" fmla="*/ 4453483 w 4553364"/>
              <a:gd name="connsiteY37" fmla="*/ 1735289 h 5549951"/>
              <a:gd name="connsiteX38" fmla="*/ 4444985 w 4553364"/>
              <a:gd name="connsiteY38" fmla="*/ 1887374 h 5549951"/>
              <a:gd name="connsiteX39" fmla="*/ 4453676 w 4553364"/>
              <a:gd name="connsiteY39" fmla="*/ 1911536 h 5549951"/>
              <a:gd name="connsiteX40" fmla="*/ 4455954 w 4553364"/>
              <a:gd name="connsiteY40" fmla="*/ 1961755 h 5549951"/>
              <a:gd name="connsiteX41" fmla="*/ 4455073 w 4553364"/>
              <a:gd name="connsiteY41" fmla="*/ 1995384 h 5549951"/>
              <a:gd name="connsiteX42" fmla="*/ 4445491 w 4553364"/>
              <a:gd name="connsiteY42" fmla="*/ 2040142 h 5549951"/>
              <a:gd name="connsiteX43" fmla="*/ 4448756 w 4553364"/>
              <a:gd name="connsiteY43" fmla="*/ 2044087 h 5549951"/>
              <a:gd name="connsiteX44" fmla="*/ 4451597 w 4553364"/>
              <a:gd name="connsiteY44" fmla="*/ 2056904 h 5549951"/>
              <a:gd name="connsiteX45" fmla="*/ 4446856 w 4553364"/>
              <a:gd name="connsiteY45" fmla="*/ 2067489 h 5549951"/>
              <a:gd name="connsiteX46" fmla="*/ 4436672 w 4553364"/>
              <a:gd name="connsiteY46" fmla="*/ 2117719 h 5549951"/>
              <a:gd name="connsiteX47" fmla="*/ 4429341 w 4553364"/>
              <a:gd name="connsiteY47" fmla="*/ 2167300 h 5549951"/>
              <a:gd name="connsiteX48" fmla="*/ 4373258 w 4553364"/>
              <a:gd name="connsiteY48" fmla="*/ 3223633 h 5549951"/>
              <a:gd name="connsiteX49" fmla="*/ 4360472 w 4553364"/>
              <a:gd name="connsiteY49" fmla="*/ 3477281 h 5549951"/>
              <a:gd name="connsiteX50" fmla="*/ 4349387 w 4553364"/>
              <a:gd name="connsiteY50" fmla="*/ 3639984 h 5549951"/>
              <a:gd name="connsiteX51" fmla="*/ 4263924 w 4553364"/>
              <a:gd name="connsiteY51" fmla="*/ 5315626 h 5549951"/>
              <a:gd name="connsiteX52" fmla="*/ 4267458 w 4553364"/>
              <a:gd name="connsiteY52" fmla="*/ 5350090 h 5549951"/>
              <a:gd name="connsiteX53" fmla="*/ 4270290 w 4553364"/>
              <a:gd name="connsiteY53" fmla="*/ 5450399 h 5549951"/>
              <a:gd name="connsiteX54" fmla="*/ 4251733 w 4553364"/>
              <a:gd name="connsiteY54" fmla="*/ 5484804 h 5549951"/>
              <a:gd name="connsiteX55" fmla="*/ 4247081 w 4553364"/>
              <a:gd name="connsiteY55" fmla="*/ 5487504 h 5549951"/>
              <a:gd name="connsiteX56" fmla="*/ 4243624 w 4553364"/>
              <a:gd name="connsiteY56" fmla="*/ 5549951 h 5549951"/>
              <a:gd name="connsiteX57" fmla="*/ 0 w 4553364"/>
              <a:gd name="connsiteY57" fmla="*/ 5293146 h 5549951"/>
              <a:gd name="connsiteX58" fmla="*/ 4241 w 4553364"/>
              <a:gd name="connsiteY58" fmla="*/ 5239903 h 5549951"/>
              <a:gd name="connsiteX59" fmla="*/ 8461 w 4553364"/>
              <a:gd name="connsiteY59" fmla="*/ 5233298 h 5549951"/>
              <a:gd name="connsiteX60" fmla="*/ 8730 w 4553364"/>
              <a:gd name="connsiteY60" fmla="*/ 5230552 h 5549951"/>
              <a:gd name="connsiteX61" fmla="*/ 9000 w 4553364"/>
              <a:gd name="connsiteY61" fmla="*/ 5227804 h 5549951"/>
              <a:gd name="connsiteX62" fmla="*/ 9537 w 4553364"/>
              <a:gd name="connsiteY62" fmla="*/ 5222308 h 5549951"/>
              <a:gd name="connsiteX63" fmla="*/ 9222 w 4553364"/>
              <a:gd name="connsiteY63" fmla="*/ 5216405 h 5549951"/>
              <a:gd name="connsiteX64" fmla="*/ 8638 w 4553364"/>
              <a:gd name="connsiteY64" fmla="*/ 5213249 h 5549951"/>
              <a:gd name="connsiteX65" fmla="*/ 8907 w 4553364"/>
              <a:gd name="connsiteY65" fmla="*/ 5210500 h 5549951"/>
              <a:gd name="connsiteX66" fmla="*/ 8591 w 4553364"/>
              <a:gd name="connsiteY66" fmla="*/ 5204597 h 5549951"/>
              <a:gd name="connsiteX67" fmla="*/ 8008 w 4553364"/>
              <a:gd name="connsiteY67" fmla="*/ 5201441 h 5549951"/>
              <a:gd name="connsiteX68" fmla="*/ 7378 w 4553364"/>
              <a:gd name="connsiteY68" fmla="*/ 5189632 h 5549951"/>
              <a:gd name="connsiteX69" fmla="*/ 6794 w 4553364"/>
              <a:gd name="connsiteY69" fmla="*/ 5186477 h 5549951"/>
              <a:gd name="connsiteX70" fmla="*/ 7062 w 4553364"/>
              <a:gd name="connsiteY70" fmla="*/ 5183728 h 5549951"/>
              <a:gd name="connsiteX71" fmla="*/ 5627 w 4553364"/>
              <a:gd name="connsiteY71" fmla="*/ 5180163 h 5549951"/>
              <a:gd name="connsiteX72" fmla="*/ 11039 w 4553364"/>
              <a:gd name="connsiteY72" fmla="*/ 5116566 h 5549951"/>
              <a:gd name="connsiteX73" fmla="*/ 78653 w 4553364"/>
              <a:gd name="connsiteY73" fmla="*/ 3839310 h 5549951"/>
              <a:gd name="connsiteX74" fmla="*/ 303343 w 4553364"/>
              <a:gd name="connsiteY74" fmla="*/ 0 h 5549951"/>
              <a:gd name="connsiteX0" fmla="*/ 303343 w 4553364"/>
              <a:gd name="connsiteY0" fmla="*/ 0 h 5549951"/>
              <a:gd name="connsiteX1" fmla="*/ 3305529 w 4553364"/>
              <a:gd name="connsiteY1" fmla="*/ 171842 h 5549951"/>
              <a:gd name="connsiteX2" fmla="*/ 4134340 w 4553364"/>
              <a:gd name="connsiteY2" fmla="*/ 226950 h 5549951"/>
              <a:gd name="connsiteX3" fmla="*/ 4507534 w 4553364"/>
              <a:gd name="connsiteY3" fmla="*/ 247374 h 5549951"/>
              <a:gd name="connsiteX4" fmla="*/ 4535413 w 4553364"/>
              <a:gd name="connsiteY4" fmla="*/ 269179 h 5549951"/>
              <a:gd name="connsiteX5" fmla="*/ 4533639 w 4553364"/>
              <a:gd name="connsiteY5" fmla="*/ 300930 h 5549951"/>
              <a:gd name="connsiteX6" fmla="*/ 4536561 w 4553364"/>
              <a:gd name="connsiteY6" fmla="*/ 302647 h 5549951"/>
              <a:gd name="connsiteX7" fmla="*/ 4552987 w 4553364"/>
              <a:gd name="connsiteY7" fmla="*/ 334222 h 5549951"/>
              <a:gd name="connsiteX8" fmla="*/ 4530726 w 4553364"/>
              <a:gd name="connsiteY8" fmla="*/ 391868 h 5549951"/>
              <a:gd name="connsiteX9" fmla="*/ 4527238 w 4553364"/>
              <a:gd name="connsiteY9" fmla="*/ 415489 h 5549951"/>
              <a:gd name="connsiteX10" fmla="*/ 4522133 w 4553364"/>
              <a:gd name="connsiteY10" fmla="*/ 506828 h 5549951"/>
              <a:gd name="connsiteX11" fmla="*/ 4521483 w 4553364"/>
              <a:gd name="connsiteY11" fmla="*/ 553245 h 5549951"/>
              <a:gd name="connsiteX12" fmla="*/ 4517715 w 4553364"/>
              <a:gd name="connsiteY12" fmla="*/ 585890 h 5549951"/>
              <a:gd name="connsiteX13" fmla="*/ 4504778 w 4553364"/>
              <a:gd name="connsiteY13" fmla="*/ 817404 h 5549951"/>
              <a:gd name="connsiteX14" fmla="*/ 4506491 w 4553364"/>
              <a:gd name="connsiteY14" fmla="*/ 822238 h 5549951"/>
              <a:gd name="connsiteX15" fmla="*/ 4504340 w 4553364"/>
              <a:gd name="connsiteY15" fmla="*/ 846069 h 5549951"/>
              <a:gd name="connsiteX16" fmla="*/ 4502740 w 4553364"/>
              <a:gd name="connsiteY16" fmla="*/ 853854 h 5549951"/>
              <a:gd name="connsiteX17" fmla="*/ 4496502 w 4553364"/>
              <a:gd name="connsiteY17" fmla="*/ 965485 h 5549951"/>
              <a:gd name="connsiteX18" fmla="*/ 4498579 w 4553364"/>
              <a:gd name="connsiteY18" fmla="*/ 966385 h 5549951"/>
              <a:gd name="connsiteX19" fmla="*/ 4502698 w 4553364"/>
              <a:gd name="connsiteY19" fmla="*/ 1002567 h 5549951"/>
              <a:gd name="connsiteX20" fmla="*/ 4497900 w 4553364"/>
              <a:gd name="connsiteY20" fmla="*/ 1101094 h 5549951"/>
              <a:gd name="connsiteX21" fmla="*/ 4497795 w 4553364"/>
              <a:gd name="connsiteY21" fmla="*/ 1159389 h 5549951"/>
              <a:gd name="connsiteX22" fmla="*/ 4516282 w 4553364"/>
              <a:gd name="connsiteY22" fmla="*/ 1313374 h 5549951"/>
              <a:gd name="connsiteX23" fmla="*/ 4515402 w 4553364"/>
              <a:gd name="connsiteY23" fmla="*/ 1347004 h 5549951"/>
              <a:gd name="connsiteX24" fmla="*/ 4505820 w 4553364"/>
              <a:gd name="connsiteY24" fmla="*/ 1391762 h 5549951"/>
              <a:gd name="connsiteX25" fmla="*/ 4509084 w 4553364"/>
              <a:gd name="connsiteY25" fmla="*/ 1395707 h 5549951"/>
              <a:gd name="connsiteX26" fmla="*/ 4511926 w 4553364"/>
              <a:gd name="connsiteY26" fmla="*/ 1408524 h 5549951"/>
              <a:gd name="connsiteX27" fmla="*/ 4507185 w 4553364"/>
              <a:gd name="connsiteY27" fmla="*/ 1419109 h 5549951"/>
              <a:gd name="connsiteX28" fmla="*/ 4486104 w 4553364"/>
              <a:gd name="connsiteY28" fmla="*/ 1543038 h 5549951"/>
              <a:gd name="connsiteX29" fmla="*/ 4481223 w 4553364"/>
              <a:gd name="connsiteY29" fmla="*/ 1553997 h 5549951"/>
              <a:gd name="connsiteX30" fmla="*/ 4466795 w 4553364"/>
              <a:gd name="connsiteY30" fmla="*/ 1626071 h 5549951"/>
              <a:gd name="connsiteX31" fmla="*/ 4463080 w 4553364"/>
              <a:gd name="connsiteY31" fmla="*/ 1664103 h 5549951"/>
              <a:gd name="connsiteX32" fmla="*/ 4466740 w 4553364"/>
              <a:gd name="connsiteY32" fmla="*/ 1668558 h 5549951"/>
              <a:gd name="connsiteX33" fmla="*/ 4465090 w 4553364"/>
              <a:gd name="connsiteY33" fmla="*/ 1679756 h 5549951"/>
              <a:gd name="connsiteX34" fmla="*/ 4465502 w 4553364"/>
              <a:gd name="connsiteY34" fmla="*/ 1682815 h 5549951"/>
              <a:gd name="connsiteX35" fmla="*/ 4467013 w 4553364"/>
              <a:gd name="connsiteY35" fmla="*/ 1700268 h 5549951"/>
              <a:gd name="connsiteX36" fmla="*/ 4455543 w 4553364"/>
              <a:gd name="connsiteY36" fmla="*/ 1735163 h 5549951"/>
              <a:gd name="connsiteX37" fmla="*/ 4453483 w 4553364"/>
              <a:gd name="connsiteY37" fmla="*/ 1735289 h 5549951"/>
              <a:gd name="connsiteX38" fmla="*/ 4444985 w 4553364"/>
              <a:gd name="connsiteY38" fmla="*/ 1887374 h 5549951"/>
              <a:gd name="connsiteX39" fmla="*/ 4453676 w 4553364"/>
              <a:gd name="connsiteY39" fmla="*/ 1911536 h 5549951"/>
              <a:gd name="connsiteX40" fmla="*/ 4455073 w 4553364"/>
              <a:gd name="connsiteY40" fmla="*/ 1995384 h 5549951"/>
              <a:gd name="connsiteX41" fmla="*/ 4445491 w 4553364"/>
              <a:gd name="connsiteY41" fmla="*/ 2040142 h 5549951"/>
              <a:gd name="connsiteX42" fmla="*/ 4448756 w 4553364"/>
              <a:gd name="connsiteY42" fmla="*/ 2044087 h 5549951"/>
              <a:gd name="connsiteX43" fmla="*/ 4451597 w 4553364"/>
              <a:gd name="connsiteY43" fmla="*/ 2056904 h 5549951"/>
              <a:gd name="connsiteX44" fmla="*/ 4446856 w 4553364"/>
              <a:gd name="connsiteY44" fmla="*/ 2067489 h 5549951"/>
              <a:gd name="connsiteX45" fmla="*/ 4436672 w 4553364"/>
              <a:gd name="connsiteY45" fmla="*/ 2117719 h 5549951"/>
              <a:gd name="connsiteX46" fmla="*/ 4429341 w 4553364"/>
              <a:gd name="connsiteY46" fmla="*/ 2167300 h 5549951"/>
              <a:gd name="connsiteX47" fmla="*/ 4373258 w 4553364"/>
              <a:gd name="connsiteY47" fmla="*/ 3223633 h 5549951"/>
              <a:gd name="connsiteX48" fmla="*/ 4360472 w 4553364"/>
              <a:gd name="connsiteY48" fmla="*/ 3477281 h 5549951"/>
              <a:gd name="connsiteX49" fmla="*/ 4349387 w 4553364"/>
              <a:gd name="connsiteY49" fmla="*/ 3639984 h 5549951"/>
              <a:gd name="connsiteX50" fmla="*/ 4263924 w 4553364"/>
              <a:gd name="connsiteY50" fmla="*/ 5315626 h 5549951"/>
              <a:gd name="connsiteX51" fmla="*/ 4267458 w 4553364"/>
              <a:gd name="connsiteY51" fmla="*/ 5350090 h 5549951"/>
              <a:gd name="connsiteX52" fmla="*/ 4270290 w 4553364"/>
              <a:gd name="connsiteY52" fmla="*/ 5450399 h 5549951"/>
              <a:gd name="connsiteX53" fmla="*/ 4251733 w 4553364"/>
              <a:gd name="connsiteY53" fmla="*/ 5484804 h 5549951"/>
              <a:gd name="connsiteX54" fmla="*/ 4247081 w 4553364"/>
              <a:gd name="connsiteY54" fmla="*/ 5487504 h 5549951"/>
              <a:gd name="connsiteX55" fmla="*/ 4243624 w 4553364"/>
              <a:gd name="connsiteY55" fmla="*/ 5549951 h 5549951"/>
              <a:gd name="connsiteX56" fmla="*/ 0 w 4553364"/>
              <a:gd name="connsiteY56" fmla="*/ 5293146 h 5549951"/>
              <a:gd name="connsiteX57" fmla="*/ 4241 w 4553364"/>
              <a:gd name="connsiteY57" fmla="*/ 5239903 h 5549951"/>
              <a:gd name="connsiteX58" fmla="*/ 8461 w 4553364"/>
              <a:gd name="connsiteY58" fmla="*/ 5233298 h 5549951"/>
              <a:gd name="connsiteX59" fmla="*/ 8730 w 4553364"/>
              <a:gd name="connsiteY59" fmla="*/ 5230552 h 5549951"/>
              <a:gd name="connsiteX60" fmla="*/ 9000 w 4553364"/>
              <a:gd name="connsiteY60" fmla="*/ 5227804 h 5549951"/>
              <a:gd name="connsiteX61" fmla="*/ 9537 w 4553364"/>
              <a:gd name="connsiteY61" fmla="*/ 5222308 h 5549951"/>
              <a:gd name="connsiteX62" fmla="*/ 9222 w 4553364"/>
              <a:gd name="connsiteY62" fmla="*/ 5216405 h 5549951"/>
              <a:gd name="connsiteX63" fmla="*/ 8638 w 4553364"/>
              <a:gd name="connsiteY63" fmla="*/ 5213249 h 5549951"/>
              <a:gd name="connsiteX64" fmla="*/ 8907 w 4553364"/>
              <a:gd name="connsiteY64" fmla="*/ 5210500 h 5549951"/>
              <a:gd name="connsiteX65" fmla="*/ 8591 w 4553364"/>
              <a:gd name="connsiteY65" fmla="*/ 5204597 h 5549951"/>
              <a:gd name="connsiteX66" fmla="*/ 8008 w 4553364"/>
              <a:gd name="connsiteY66" fmla="*/ 5201441 h 5549951"/>
              <a:gd name="connsiteX67" fmla="*/ 7378 w 4553364"/>
              <a:gd name="connsiteY67" fmla="*/ 5189632 h 5549951"/>
              <a:gd name="connsiteX68" fmla="*/ 6794 w 4553364"/>
              <a:gd name="connsiteY68" fmla="*/ 5186477 h 5549951"/>
              <a:gd name="connsiteX69" fmla="*/ 7062 w 4553364"/>
              <a:gd name="connsiteY69" fmla="*/ 5183728 h 5549951"/>
              <a:gd name="connsiteX70" fmla="*/ 5627 w 4553364"/>
              <a:gd name="connsiteY70" fmla="*/ 5180163 h 5549951"/>
              <a:gd name="connsiteX71" fmla="*/ 11039 w 4553364"/>
              <a:gd name="connsiteY71" fmla="*/ 5116566 h 5549951"/>
              <a:gd name="connsiteX72" fmla="*/ 78653 w 4553364"/>
              <a:gd name="connsiteY72" fmla="*/ 3839310 h 5549951"/>
              <a:gd name="connsiteX73" fmla="*/ 303343 w 4553364"/>
              <a:gd name="connsiteY73" fmla="*/ 0 h 5549951"/>
              <a:gd name="connsiteX0" fmla="*/ 303343 w 4553364"/>
              <a:gd name="connsiteY0" fmla="*/ 0 h 5549951"/>
              <a:gd name="connsiteX1" fmla="*/ 3305529 w 4553364"/>
              <a:gd name="connsiteY1" fmla="*/ 171842 h 5549951"/>
              <a:gd name="connsiteX2" fmla="*/ 4134340 w 4553364"/>
              <a:gd name="connsiteY2" fmla="*/ 226950 h 5549951"/>
              <a:gd name="connsiteX3" fmla="*/ 4507534 w 4553364"/>
              <a:gd name="connsiteY3" fmla="*/ 247374 h 5549951"/>
              <a:gd name="connsiteX4" fmla="*/ 4535413 w 4553364"/>
              <a:gd name="connsiteY4" fmla="*/ 269179 h 5549951"/>
              <a:gd name="connsiteX5" fmla="*/ 4533639 w 4553364"/>
              <a:gd name="connsiteY5" fmla="*/ 300930 h 5549951"/>
              <a:gd name="connsiteX6" fmla="*/ 4536561 w 4553364"/>
              <a:gd name="connsiteY6" fmla="*/ 302647 h 5549951"/>
              <a:gd name="connsiteX7" fmla="*/ 4552987 w 4553364"/>
              <a:gd name="connsiteY7" fmla="*/ 334222 h 5549951"/>
              <a:gd name="connsiteX8" fmla="*/ 4530726 w 4553364"/>
              <a:gd name="connsiteY8" fmla="*/ 391868 h 5549951"/>
              <a:gd name="connsiteX9" fmla="*/ 4527238 w 4553364"/>
              <a:gd name="connsiteY9" fmla="*/ 415489 h 5549951"/>
              <a:gd name="connsiteX10" fmla="*/ 4522133 w 4553364"/>
              <a:gd name="connsiteY10" fmla="*/ 506828 h 5549951"/>
              <a:gd name="connsiteX11" fmla="*/ 4521483 w 4553364"/>
              <a:gd name="connsiteY11" fmla="*/ 553245 h 5549951"/>
              <a:gd name="connsiteX12" fmla="*/ 4517715 w 4553364"/>
              <a:gd name="connsiteY12" fmla="*/ 585890 h 5549951"/>
              <a:gd name="connsiteX13" fmla="*/ 4504778 w 4553364"/>
              <a:gd name="connsiteY13" fmla="*/ 817404 h 5549951"/>
              <a:gd name="connsiteX14" fmla="*/ 4506491 w 4553364"/>
              <a:gd name="connsiteY14" fmla="*/ 822238 h 5549951"/>
              <a:gd name="connsiteX15" fmla="*/ 4504340 w 4553364"/>
              <a:gd name="connsiteY15" fmla="*/ 846069 h 5549951"/>
              <a:gd name="connsiteX16" fmla="*/ 4502740 w 4553364"/>
              <a:gd name="connsiteY16" fmla="*/ 853854 h 5549951"/>
              <a:gd name="connsiteX17" fmla="*/ 4496502 w 4553364"/>
              <a:gd name="connsiteY17" fmla="*/ 965485 h 5549951"/>
              <a:gd name="connsiteX18" fmla="*/ 4498579 w 4553364"/>
              <a:gd name="connsiteY18" fmla="*/ 966385 h 5549951"/>
              <a:gd name="connsiteX19" fmla="*/ 4502698 w 4553364"/>
              <a:gd name="connsiteY19" fmla="*/ 1002567 h 5549951"/>
              <a:gd name="connsiteX20" fmla="*/ 4497900 w 4553364"/>
              <a:gd name="connsiteY20" fmla="*/ 1101094 h 5549951"/>
              <a:gd name="connsiteX21" fmla="*/ 4497795 w 4553364"/>
              <a:gd name="connsiteY21" fmla="*/ 1159389 h 5549951"/>
              <a:gd name="connsiteX22" fmla="*/ 4516282 w 4553364"/>
              <a:gd name="connsiteY22" fmla="*/ 1313374 h 5549951"/>
              <a:gd name="connsiteX23" fmla="*/ 4515402 w 4553364"/>
              <a:gd name="connsiteY23" fmla="*/ 1347004 h 5549951"/>
              <a:gd name="connsiteX24" fmla="*/ 4505820 w 4553364"/>
              <a:gd name="connsiteY24" fmla="*/ 1391762 h 5549951"/>
              <a:gd name="connsiteX25" fmla="*/ 4509084 w 4553364"/>
              <a:gd name="connsiteY25" fmla="*/ 1395707 h 5549951"/>
              <a:gd name="connsiteX26" fmla="*/ 4511926 w 4553364"/>
              <a:gd name="connsiteY26" fmla="*/ 1408524 h 5549951"/>
              <a:gd name="connsiteX27" fmla="*/ 4507185 w 4553364"/>
              <a:gd name="connsiteY27" fmla="*/ 1419109 h 5549951"/>
              <a:gd name="connsiteX28" fmla="*/ 4486104 w 4553364"/>
              <a:gd name="connsiteY28" fmla="*/ 1543038 h 5549951"/>
              <a:gd name="connsiteX29" fmla="*/ 4481223 w 4553364"/>
              <a:gd name="connsiteY29" fmla="*/ 1553997 h 5549951"/>
              <a:gd name="connsiteX30" fmla="*/ 4466795 w 4553364"/>
              <a:gd name="connsiteY30" fmla="*/ 1626071 h 5549951"/>
              <a:gd name="connsiteX31" fmla="*/ 4463080 w 4553364"/>
              <a:gd name="connsiteY31" fmla="*/ 1664103 h 5549951"/>
              <a:gd name="connsiteX32" fmla="*/ 4466740 w 4553364"/>
              <a:gd name="connsiteY32" fmla="*/ 1668558 h 5549951"/>
              <a:gd name="connsiteX33" fmla="*/ 4465090 w 4553364"/>
              <a:gd name="connsiteY33" fmla="*/ 1679756 h 5549951"/>
              <a:gd name="connsiteX34" fmla="*/ 4465502 w 4553364"/>
              <a:gd name="connsiteY34" fmla="*/ 1682815 h 5549951"/>
              <a:gd name="connsiteX35" fmla="*/ 4467013 w 4553364"/>
              <a:gd name="connsiteY35" fmla="*/ 1700268 h 5549951"/>
              <a:gd name="connsiteX36" fmla="*/ 4455543 w 4553364"/>
              <a:gd name="connsiteY36" fmla="*/ 1735163 h 5549951"/>
              <a:gd name="connsiteX37" fmla="*/ 4453483 w 4553364"/>
              <a:gd name="connsiteY37" fmla="*/ 1735289 h 5549951"/>
              <a:gd name="connsiteX38" fmla="*/ 4444985 w 4553364"/>
              <a:gd name="connsiteY38" fmla="*/ 1887374 h 5549951"/>
              <a:gd name="connsiteX39" fmla="*/ 4453676 w 4553364"/>
              <a:gd name="connsiteY39" fmla="*/ 1911536 h 5549951"/>
              <a:gd name="connsiteX40" fmla="*/ 4455073 w 4553364"/>
              <a:gd name="connsiteY40" fmla="*/ 1995384 h 5549951"/>
              <a:gd name="connsiteX41" fmla="*/ 4445491 w 4553364"/>
              <a:gd name="connsiteY41" fmla="*/ 2040142 h 5549951"/>
              <a:gd name="connsiteX42" fmla="*/ 4448756 w 4553364"/>
              <a:gd name="connsiteY42" fmla="*/ 2044087 h 5549951"/>
              <a:gd name="connsiteX43" fmla="*/ 4451597 w 4553364"/>
              <a:gd name="connsiteY43" fmla="*/ 2056904 h 5549951"/>
              <a:gd name="connsiteX44" fmla="*/ 4446856 w 4553364"/>
              <a:gd name="connsiteY44" fmla="*/ 2067489 h 5549951"/>
              <a:gd name="connsiteX45" fmla="*/ 4429341 w 4553364"/>
              <a:gd name="connsiteY45" fmla="*/ 2167300 h 5549951"/>
              <a:gd name="connsiteX46" fmla="*/ 4373258 w 4553364"/>
              <a:gd name="connsiteY46" fmla="*/ 3223633 h 5549951"/>
              <a:gd name="connsiteX47" fmla="*/ 4360472 w 4553364"/>
              <a:gd name="connsiteY47" fmla="*/ 3477281 h 5549951"/>
              <a:gd name="connsiteX48" fmla="*/ 4349387 w 4553364"/>
              <a:gd name="connsiteY48" fmla="*/ 3639984 h 5549951"/>
              <a:gd name="connsiteX49" fmla="*/ 4263924 w 4553364"/>
              <a:gd name="connsiteY49" fmla="*/ 5315626 h 5549951"/>
              <a:gd name="connsiteX50" fmla="*/ 4267458 w 4553364"/>
              <a:gd name="connsiteY50" fmla="*/ 5350090 h 5549951"/>
              <a:gd name="connsiteX51" fmla="*/ 4270290 w 4553364"/>
              <a:gd name="connsiteY51" fmla="*/ 5450399 h 5549951"/>
              <a:gd name="connsiteX52" fmla="*/ 4251733 w 4553364"/>
              <a:gd name="connsiteY52" fmla="*/ 5484804 h 5549951"/>
              <a:gd name="connsiteX53" fmla="*/ 4247081 w 4553364"/>
              <a:gd name="connsiteY53" fmla="*/ 5487504 h 5549951"/>
              <a:gd name="connsiteX54" fmla="*/ 4243624 w 4553364"/>
              <a:gd name="connsiteY54" fmla="*/ 5549951 h 5549951"/>
              <a:gd name="connsiteX55" fmla="*/ 0 w 4553364"/>
              <a:gd name="connsiteY55" fmla="*/ 5293146 h 5549951"/>
              <a:gd name="connsiteX56" fmla="*/ 4241 w 4553364"/>
              <a:gd name="connsiteY56" fmla="*/ 5239903 h 5549951"/>
              <a:gd name="connsiteX57" fmla="*/ 8461 w 4553364"/>
              <a:gd name="connsiteY57" fmla="*/ 5233298 h 5549951"/>
              <a:gd name="connsiteX58" fmla="*/ 8730 w 4553364"/>
              <a:gd name="connsiteY58" fmla="*/ 5230552 h 5549951"/>
              <a:gd name="connsiteX59" fmla="*/ 9000 w 4553364"/>
              <a:gd name="connsiteY59" fmla="*/ 5227804 h 5549951"/>
              <a:gd name="connsiteX60" fmla="*/ 9537 w 4553364"/>
              <a:gd name="connsiteY60" fmla="*/ 5222308 h 5549951"/>
              <a:gd name="connsiteX61" fmla="*/ 9222 w 4553364"/>
              <a:gd name="connsiteY61" fmla="*/ 5216405 h 5549951"/>
              <a:gd name="connsiteX62" fmla="*/ 8638 w 4553364"/>
              <a:gd name="connsiteY62" fmla="*/ 5213249 h 5549951"/>
              <a:gd name="connsiteX63" fmla="*/ 8907 w 4553364"/>
              <a:gd name="connsiteY63" fmla="*/ 5210500 h 5549951"/>
              <a:gd name="connsiteX64" fmla="*/ 8591 w 4553364"/>
              <a:gd name="connsiteY64" fmla="*/ 5204597 h 5549951"/>
              <a:gd name="connsiteX65" fmla="*/ 8008 w 4553364"/>
              <a:gd name="connsiteY65" fmla="*/ 5201441 h 5549951"/>
              <a:gd name="connsiteX66" fmla="*/ 7378 w 4553364"/>
              <a:gd name="connsiteY66" fmla="*/ 5189632 h 5549951"/>
              <a:gd name="connsiteX67" fmla="*/ 6794 w 4553364"/>
              <a:gd name="connsiteY67" fmla="*/ 5186477 h 5549951"/>
              <a:gd name="connsiteX68" fmla="*/ 7062 w 4553364"/>
              <a:gd name="connsiteY68" fmla="*/ 5183728 h 5549951"/>
              <a:gd name="connsiteX69" fmla="*/ 5627 w 4553364"/>
              <a:gd name="connsiteY69" fmla="*/ 5180163 h 5549951"/>
              <a:gd name="connsiteX70" fmla="*/ 11039 w 4553364"/>
              <a:gd name="connsiteY70" fmla="*/ 5116566 h 5549951"/>
              <a:gd name="connsiteX71" fmla="*/ 78653 w 4553364"/>
              <a:gd name="connsiteY71" fmla="*/ 3839310 h 5549951"/>
              <a:gd name="connsiteX72" fmla="*/ 303343 w 4553364"/>
              <a:gd name="connsiteY72" fmla="*/ 0 h 5549951"/>
              <a:gd name="connsiteX0" fmla="*/ 303343 w 4553364"/>
              <a:gd name="connsiteY0" fmla="*/ 0 h 5549951"/>
              <a:gd name="connsiteX1" fmla="*/ 3305529 w 4553364"/>
              <a:gd name="connsiteY1" fmla="*/ 171842 h 5549951"/>
              <a:gd name="connsiteX2" fmla="*/ 4134340 w 4553364"/>
              <a:gd name="connsiteY2" fmla="*/ 226950 h 5549951"/>
              <a:gd name="connsiteX3" fmla="*/ 4507534 w 4553364"/>
              <a:gd name="connsiteY3" fmla="*/ 247374 h 5549951"/>
              <a:gd name="connsiteX4" fmla="*/ 4535413 w 4553364"/>
              <a:gd name="connsiteY4" fmla="*/ 269179 h 5549951"/>
              <a:gd name="connsiteX5" fmla="*/ 4533639 w 4553364"/>
              <a:gd name="connsiteY5" fmla="*/ 300930 h 5549951"/>
              <a:gd name="connsiteX6" fmla="*/ 4536561 w 4553364"/>
              <a:gd name="connsiteY6" fmla="*/ 302647 h 5549951"/>
              <a:gd name="connsiteX7" fmla="*/ 4552987 w 4553364"/>
              <a:gd name="connsiteY7" fmla="*/ 334222 h 5549951"/>
              <a:gd name="connsiteX8" fmla="*/ 4530726 w 4553364"/>
              <a:gd name="connsiteY8" fmla="*/ 391868 h 5549951"/>
              <a:gd name="connsiteX9" fmla="*/ 4527238 w 4553364"/>
              <a:gd name="connsiteY9" fmla="*/ 415489 h 5549951"/>
              <a:gd name="connsiteX10" fmla="*/ 4522133 w 4553364"/>
              <a:gd name="connsiteY10" fmla="*/ 506828 h 5549951"/>
              <a:gd name="connsiteX11" fmla="*/ 4521483 w 4553364"/>
              <a:gd name="connsiteY11" fmla="*/ 553245 h 5549951"/>
              <a:gd name="connsiteX12" fmla="*/ 4517715 w 4553364"/>
              <a:gd name="connsiteY12" fmla="*/ 585890 h 5549951"/>
              <a:gd name="connsiteX13" fmla="*/ 4504778 w 4553364"/>
              <a:gd name="connsiteY13" fmla="*/ 817404 h 5549951"/>
              <a:gd name="connsiteX14" fmla="*/ 4506491 w 4553364"/>
              <a:gd name="connsiteY14" fmla="*/ 822238 h 5549951"/>
              <a:gd name="connsiteX15" fmla="*/ 4504340 w 4553364"/>
              <a:gd name="connsiteY15" fmla="*/ 846069 h 5549951"/>
              <a:gd name="connsiteX16" fmla="*/ 4502740 w 4553364"/>
              <a:gd name="connsiteY16" fmla="*/ 853854 h 5549951"/>
              <a:gd name="connsiteX17" fmla="*/ 4496502 w 4553364"/>
              <a:gd name="connsiteY17" fmla="*/ 965485 h 5549951"/>
              <a:gd name="connsiteX18" fmla="*/ 4498579 w 4553364"/>
              <a:gd name="connsiteY18" fmla="*/ 966385 h 5549951"/>
              <a:gd name="connsiteX19" fmla="*/ 4502698 w 4553364"/>
              <a:gd name="connsiteY19" fmla="*/ 1002567 h 5549951"/>
              <a:gd name="connsiteX20" fmla="*/ 4497900 w 4553364"/>
              <a:gd name="connsiteY20" fmla="*/ 1101094 h 5549951"/>
              <a:gd name="connsiteX21" fmla="*/ 4497795 w 4553364"/>
              <a:gd name="connsiteY21" fmla="*/ 1159389 h 5549951"/>
              <a:gd name="connsiteX22" fmla="*/ 4516282 w 4553364"/>
              <a:gd name="connsiteY22" fmla="*/ 1313374 h 5549951"/>
              <a:gd name="connsiteX23" fmla="*/ 4515402 w 4553364"/>
              <a:gd name="connsiteY23" fmla="*/ 1347004 h 5549951"/>
              <a:gd name="connsiteX24" fmla="*/ 4505820 w 4553364"/>
              <a:gd name="connsiteY24" fmla="*/ 1391762 h 5549951"/>
              <a:gd name="connsiteX25" fmla="*/ 4509084 w 4553364"/>
              <a:gd name="connsiteY25" fmla="*/ 1395707 h 5549951"/>
              <a:gd name="connsiteX26" fmla="*/ 4511926 w 4553364"/>
              <a:gd name="connsiteY26" fmla="*/ 1408524 h 5549951"/>
              <a:gd name="connsiteX27" fmla="*/ 4507185 w 4553364"/>
              <a:gd name="connsiteY27" fmla="*/ 1419109 h 5549951"/>
              <a:gd name="connsiteX28" fmla="*/ 4486104 w 4553364"/>
              <a:gd name="connsiteY28" fmla="*/ 1543038 h 5549951"/>
              <a:gd name="connsiteX29" fmla="*/ 4481223 w 4553364"/>
              <a:gd name="connsiteY29" fmla="*/ 1553997 h 5549951"/>
              <a:gd name="connsiteX30" fmla="*/ 4466795 w 4553364"/>
              <a:gd name="connsiteY30" fmla="*/ 1626071 h 5549951"/>
              <a:gd name="connsiteX31" fmla="*/ 4463080 w 4553364"/>
              <a:gd name="connsiteY31" fmla="*/ 1664103 h 5549951"/>
              <a:gd name="connsiteX32" fmla="*/ 4466740 w 4553364"/>
              <a:gd name="connsiteY32" fmla="*/ 1668558 h 5549951"/>
              <a:gd name="connsiteX33" fmla="*/ 4465090 w 4553364"/>
              <a:gd name="connsiteY33" fmla="*/ 1679756 h 5549951"/>
              <a:gd name="connsiteX34" fmla="*/ 4465502 w 4553364"/>
              <a:gd name="connsiteY34" fmla="*/ 1682815 h 5549951"/>
              <a:gd name="connsiteX35" fmla="*/ 4467013 w 4553364"/>
              <a:gd name="connsiteY35" fmla="*/ 1700268 h 5549951"/>
              <a:gd name="connsiteX36" fmla="*/ 4455543 w 4553364"/>
              <a:gd name="connsiteY36" fmla="*/ 1735163 h 5549951"/>
              <a:gd name="connsiteX37" fmla="*/ 4453483 w 4553364"/>
              <a:gd name="connsiteY37" fmla="*/ 1735289 h 5549951"/>
              <a:gd name="connsiteX38" fmla="*/ 4444985 w 4553364"/>
              <a:gd name="connsiteY38" fmla="*/ 1887374 h 5549951"/>
              <a:gd name="connsiteX39" fmla="*/ 4453676 w 4553364"/>
              <a:gd name="connsiteY39" fmla="*/ 1911536 h 5549951"/>
              <a:gd name="connsiteX40" fmla="*/ 4455073 w 4553364"/>
              <a:gd name="connsiteY40" fmla="*/ 1995384 h 5549951"/>
              <a:gd name="connsiteX41" fmla="*/ 4445491 w 4553364"/>
              <a:gd name="connsiteY41" fmla="*/ 2040142 h 5549951"/>
              <a:gd name="connsiteX42" fmla="*/ 4448756 w 4553364"/>
              <a:gd name="connsiteY42" fmla="*/ 2044087 h 5549951"/>
              <a:gd name="connsiteX43" fmla="*/ 4446856 w 4553364"/>
              <a:gd name="connsiteY43" fmla="*/ 2067489 h 5549951"/>
              <a:gd name="connsiteX44" fmla="*/ 4429341 w 4553364"/>
              <a:gd name="connsiteY44" fmla="*/ 2167300 h 5549951"/>
              <a:gd name="connsiteX45" fmla="*/ 4373258 w 4553364"/>
              <a:gd name="connsiteY45" fmla="*/ 3223633 h 5549951"/>
              <a:gd name="connsiteX46" fmla="*/ 4360472 w 4553364"/>
              <a:gd name="connsiteY46" fmla="*/ 3477281 h 5549951"/>
              <a:gd name="connsiteX47" fmla="*/ 4349387 w 4553364"/>
              <a:gd name="connsiteY47" fmla="*/ 3639984 h 5549951"/>
              <a:gd name="connsiteX48" fmla="*/ 4263924 w 4553364"/>
              <a:gd name="connsiteY48" fmla="*/ 5315626 h 5549951"/>
              <a:gd name="connsiteX49" fmla="*/ 4267458 w 4553364"/>
              <a:gd name="connsiteY49" fmla="*/ 5350090 h 5549951"/>
              <a:gd name="connsiteX50" fmla="*/ 4270290 w 4553364"/>
              <a:gd name="connsiteY50" fmla="*/ 5450399 h 5549951"/>
              <a:gd name="connsiteX51" fmla="*/ 4251733 w 4553364"/>
              <a:gd name="connsiteY51" fmla="*/ 5484804 h 5549951"/>
              <a:gd name="connsiteX52" fmla="*/ 4247081 w 4553364"/>
              <a:gd name="connsiteY52" fmla="*/ 5487504 h 5549951"/>
              <a:gd name="connsiteX53" fmla="*/ 4243624 w 4553364"/>
              <a:gd name="connsiteY53" fmla="*/ 5549951 h 5549951"/>
              <a:gd name="connsiteX54" fmla="*/ 0 w 4553364"/>
              <a:gd name="connsiteY54" fmla="*/ 5293146 h 5549951"/>
              <a:gd name="connsiteX55" fmla="*/ 4241 w 4553364"/>
              <a:gd name="connsiteY55" fmla="*/ 5239903 h 5549951"/>
              <a:gd name="connsiteX56" fmla="*/ 8461 w 4553364"/>
              <a:gd name="connsiteY56" fmla="*/ 5233298 h 5549951"/>
              <a:gd name="connsiteX57" fmla="*/ 8730 w 4553364"/>
              <a:gd name="connsiteY57" fmla="*/ 5230552 h 5549951"/>
              <a:gd name="connsiteX58" fmla="*/ 9000 w 4553364"/>
              <a:gd name="connsiteY58" fmla="*/ 5227804 h 5549951"/>
              <a:gd name="connsiteX59" fmla="*/ 9537 w 4553364"/>
              <a:gd name="connsiteY59" fmla="*/ 5222308 h 5549951"/>
              <a:gd name="connsiteX60" fmla="*/ 9222 w 4553364"/>
              <a:gd name="connsiteY60" fmla="*/ 5216405 h 5549951"/>
              <a:gd name="connsiteX61" fmla="*/ 8638 w 4553364"/>
              <a:gd name="connsiteY61" fmla="*/ 5213249 h 5549951"/>
              <a:gd name="connsiteX62" fmla="*/ 8907 w 4553364"/>
              <a:gd name="connsiteY62" fmla="*/ 5210500 h 5549951"/>
              <a:gd name="connsiteX63" fmla="*/ 8591 w 4553364"/>
              <a:gd name="connsiteY63" fmla="*/ 5204597 h 5549951"/>
              <a:gd name="connsiteX64" fmla="*/ 8008 w 4553364"/>
              <a:gd name="connsiteY64" fmla="*/ 5201441 h 5549951"/>
              <a:gd name="connsiteX65" fmla="*/ 7378 w 4553364"/>
              <a:gd name="connsiteY65" fmla="*/ 5189632 h 5549951"/>
              <a:gd name="connsiteX66" fmla="*/ 6794 w 4553364"/>
              <a:gd name="connsiteY66" fmla="*/ 5186477 h 5549951"/>
              <a:gd name="connsiteX67" fmla="*/ 7062 w 4553364"/>
              <a:gd name="connsiteY67" fmla="*/ 5183728 h 5549951"/>
              <a:gd name="connsiteX68" fmla="*/ 5627 w 4553364"/>
              <a:gd name="connsiteY68" fmla="*/ 5180163 h 5549951"/>
              <a:gd name="connsiteX69" fmla="*/ 11039 w 4553364"/>
              <a:gd name="connsiteY69" fmla="*/ 5116566 h 5549951"/>
              <a:gd name="connsiteX70" fmla="*/ 78653 w 4553364"/>
              <a:gd name="connsiteY70" fmla="*/ 3839310 h 5549951"/>
              <a:gd name="connsiteX71" fmla="*/ 303343 w 4553364"/>
              <a:gd name="connsiteY71" fmla="*/ 0 h 5549951"/>
              <a:gd name="connsiteX0" fmla="*/ 303343 w 4553364"/>
              <a:gd name="connsiteY0" fmla="*/ 0 h 5549951"/>
              <a:gd name="connsiteX1" fmla="*/ 3305529 w 4553364"/>
              <a:gd name="connsiteY1" fmla="*/ 171842 h 5549951"/>
              <a:gd name="connsiteX2" fmla="*/ 4134340 w 4553364"/>
              <a:gd name="connsiteY2" fmla="*/ 226950 h 5549951"/>
              <a:gd name="connsiteX3" fmla="*/ 4507534 w 4553364"/>
              <a:gd name="connsiteY3" fmla="*/ 247374 h 5549951"/>
              <a:gd name="connsiteX4" fmla="*/ 4535413 w 4553364"/>
              <a:gd name="connsiteY4" fmla="*/ 269179 h 5549951"/>
              <a:gd name="connsiteX5" fmla="*/ 4533639 w 4553364"/>
              <a:gd name="connsiteY5" fmla="*/ 300930 h 5549951"/>
              <a:gd name="connsiteX6" fmla="*/ 4536561 w 4553364"/>
              <a:gd name="connsiteY6" fmla="*/ 302647 h 5549951"/>
              <a:gd name="connsiteX7" fmla="*/ 4552987 w 4553364"/>
              <a:gd name="connsiteY7" fmla="*/ 334222 h 5549951"/>
              <a:gd name="connsiteX8" fmla="*/ 4530726 w 4553364"/>
              <a:gd name="connsiteY8" fmla="*/ 391868 h 5549951"/>
              <a:gd name="connsiteX9" fmla="*/ 4527238 w 4553364"/>
              <a:gd name="connsiteY9" fmla="*/ 415489 h 5549951"/>
              <a:gd name="connsiteX10" fmla="*/ 4522133 w 4553364"/>
              <a:gd name="connsiteY10" fmla="*/ 506828 h 5549951"/>
              <a:gd name="connsiteX11" fmla="*/ 4521483 w 4553364"/>
              <a:gd name="connsiteY11" fmla="*/ 553245 h 5549951"/>
              <a:gd name="connsiteX12" fmla="*/ 4517715 w 4553364"/>
              <a:gd name="connsiteY12" fmla="*/ 585890 h 5549951"/>
              <a:gd name="connsiteX13" fmla="*/ 4504778 w 4553364"/>
              <a:gd name="connsiteY13" fmla="*/ 817404 h 5549951"/>
              <a:gd name="connsiteX14" fmla="*/ 4506491 w 4553364"/>
              <a:gd name="connsiteY14" fmla="*/ 822238 h 5549951"/>
              <a:gd name="connsiteX15" fmla="*/ 4504340 w 4553364"/>
              <a:gd name="connsiteY15" fmla="*/ 846069 h 5549951"/>
              <a:gd name="connsiteX16" fmla="*/ 4502740 w 4553364"/>
              <a:gd name="connsiteY16" fmla="*/ 853854 h 5549951"/>
              <a:gd name="connsiteX17" fmla="*/ 4496502 w 4553364"/>
              <a:gd name="connsiteY17" fmla="*/ 965485 h 5549951"/>
              <a:gd name="connsiteX18" fmla="*/ 4498579 w 4553364"/>
              <a:gd name="connsiteY18" fmla="*/ 966385 h 5549951"/>
              <a:gd name="connsiteX19" fmla="*/ 4497900 w 4553364"/>
              <a:gd name="connsiteY19" fmla="*/ 1101094 h 5549951"/>
              <a:gd name="connsiteX20" fmla="*/ 4497795 w 4553364"/>
              <a:gd name="connsiteY20" fmla="*/ 1159389 h 5549951"/>
              <a:gd name="connsiteX21" fmla="*/ 4516282 w 4553364"/>
              <a:gd name="connsiteY21" fmla="*/ 1313374 h 5549951"/>
              <a:gd name="connsiteX22" fmla="*/ 4515402 w 4553364"/>
              <a:gd name="connsiteY22" fmla="*/ 1347004 h 5549951"/>
              <a:gd name="connsiteX23" fmla="*/ 4505820 w 4553364"/>
              <a:gd name="connsiteY23" fmla="*/ 1391762 h 5549951"/>
              <a:gd name="connsiteX24" fmla="*/ 4509084 w 4553364"/>
              <a:gd name="connsiteY24" fmla="*/ 1395707 h 5549951"/>
              <a:gd name="connsiteX25" fmla="*/ 4511926 w 4553364"/>
              <a:gd name="connsiteY25" fmla="*/ 1408524 h 5549951"/>
              <a:gd name="connsiteX26" fmla="*/ 4507185 w 4553364"/>
              <a:gd name="connsiteY26" fmla="*/ 1419109 h 5549951"/>
              <a:gd name="connsiteX27" fmla="*/ 4486104 w 4553364"/>
              <a:gd name="connsiteY27" fmla="*/ 1543038 h 5549951"/>
              <a:gd name="connsiteX28" fmla="*/ 4481223 w 4553364"/>
              <a:gd name="connsiteY28" fmla="*/ 1553997 h 5549951"/>
              <a:gd name="connsiteX29" fmla="*/ 4466795 w 4553364"/>
              <a:gd name="connsiteY29" fmla="*/ 1626071 h 5549951"/>
              <a:gd name="connsiteX30" fmla="*/ 4463080 w 4553364"/>
              <a:gd name="connsiteY30" fmla="*/ 1664103 h 5549951"/>
              <a:gd name="connsiteX31" fmla="*/ 4466740 w 4553364"/>
              <a:gd name="connsiteY31" fmla="*/ 1668558 h 5549951"/>
              <a:gd name="connsiteX32" fmla="*/ 4465090 w 4553364"/>
              <a:gd name="connsiteY32" fmla="*/ 1679756 h 5549951"/>
              <a:gd name="connsiteX33" fmla="*/ 4465502 w 4553364"/>
              <a:gd name="connsiteY33" fmla="*/ 1682815 h 5549951"/>
              <a:gd name="connsiteX34" fmla="*/ 4467013 w 4553364"/>
              <a:gd name="connsiteY34" fmla="*/ 1700268 h 5549951"/>
              <a:gd name="connsiteX35" fmla="*/ 4455543 w 4553364"/>
              <a:gd name="connsiteY35" fmla="*/ 1735163 h 5549951"/>
              <a:gd name="connsiteX36" fmla="*/ 4453483 w 4553364"/>
              <a:gd name="connsiteY36" fmla="*/ 1735289 h 5549951"/>
              <a:gd name="connsiteX37" fmla="*/ 4444985 w 4553364"/>
              <a:gd name="connsiteY37" fmla="*/ 1887374 h 5549951"/>
              <a:gd name="connsiteX38" fmla="*/ 4453676 w 4553364"/>
              <a:gd name="connsiteY38" fmla="*/ 1911536 h 5549951"/>
              <a:gd name="connsiteX39" fmla="*/ 4455073 w 4553364"/>
              <a:gd name="connsiteY39" fmla="*/ 1995384 h 5549951"/>
              <a:gd name="connsiteX40" fmla="*/ 4445491 w 4553364"/>
              <a:gd name="connsiteY40" fmla="*/ 2040142 h 5549951"/>
              <a:gd name="connsiteX41" fmla="*/ 4448756 w 4553364"/>
              <a:gd name="connsiteY41" fmla="*/ 2044087 h 5549951"/>
              <a:gd name="connsiteX42" fmla="*/ 4446856 w 4553364"/>
              <a:gd name="connsiteY42" fmla="*/ 2067489 h 5549951"/>
              <a:gd name="connsiteX43" fmla="*/ 4429341 w 4553364"/>
              <a:gd name="connsiteY43" fmla="*/ 2167300 h 5549951"/>
              <a:gd name="connsiteX44" fmla="*/ 4373258 w 4553364"/>
              <a:gd name="connsiteY44" fmla="*/ 3223633 h 5549951"/>
              <a:gd name="connsiteX45" fmla="*/ 4360472 w 4553364"/>
              <a:gd name="connsiteY45" fmla="*/ 3477281 h 5549951"/>
              <a:gd name="connsiteX46" fmla="*/ 4349387 w 4553364"/>
              <a:gd name="connsiteY46" fmla="*/ 3639984 h 5549951"/>
              <a:gd name="connsiteX47" fmla="*/ 4263924 w 4553364"/>
              <a:gd name="connsiteY47" fmla="*/ 5315626 h 5549951"/>
              <a:gd name="connsiteX48" fmla="*/ 4267458 w 4553364"/>
              <a:gd name="connsiteY48" fmla="*/ 5350090 h 5549951"/>
              <a:gd name="connsiteX49" fmla="*/ 4270290 w 4553364"/>
              <a:gd name="connsiteY49" fmla="*/ 5450399 h 5549951"/>
              <a:gd name="connsiteX50" fmla="*/ 4251733 w 4553364"/>
              <a:gd name="connsiteY50" fmla="*/ 5484804 h 5549951"/>
              <a:gd name="connsiteX51" fmla="*/ 4247081 w 4553364"/>
              <a:gd name="connsiteY51" fmla="*/ 5487504 h 5549951"/>
              <a:gd name="connsiteX52" fmla="*/ 4243624 w 4553364"/>
              <a:gd name="connsiteY52" fmla="*/ 5549951 h 5549951"/>
              <a:gd name="connsiteX53" fmla="*/ 0 w 4553364"/>
              <a:gd name="connsiteY53" fmla="*/ 5293146 h 5549951"/>
              <a:gd name="connsiteX54" fmla="*/ 4241 w 4553364"/>
              <a:gd name="connsiteY54" fmla="*/ 5239903 h 5549951"/>
              <a:gd name="connsiteX55" fmla="*/ 8461 w 4553364"/>
              <a:gd name="connsiteY55" fmla="*/ 5233298 h 5549951"/>
              <a:gd name="connsiteX56" fmla="*/ 8730 w 4553364"/>
              <a:gd name="connsiteY56" fmla="*/ 5230552 h 5549951"/>
              <a:gd name="connsiteX57" fmla="*/ 9000 w 4553364"/>
              <a:gd name="connsiteY57" fmla="*/ 5227804 h 5549951"/>
              <a:gd name="connsiteX58" fmla="*/ 9537 w 4553364"/>
              <a:gd name="connsiteY58" fmla="*/ 5222308 h 5549951"/>
              <a:gd name="connsiteX59" fmla="*/ 9222 w 4553364"/>
              <a:gd name="connsiteY59" fmla="*/ 5216405 h 5549951"/>
              <a:gd name="connsiteX60" fmla="*/ 8638 w 4553364"/>
              <a:gd name="connsiteY60" fmla="*/ 5213249 h 5549951"/>
              <a:gd name="connsiteX61" fmla="*/ 8907 w 4553364"/>
              <a:gd name="connsiteY61" fmla="*/ 5210500 h 5549951"/>
              <a:gd name="connsiteX62" fmla="*/ 8591 w 4553364"/>
              <a:gd name="connsiteY62" fmla="*/ 5204597 h 5549951"/>
              <a:gd name="connsiteX63" fmla="*/ 8008 w 4553364"/>
              <a:gd name="connsiteY63" fmla="*/ 5201441 h 5549951"/>
              <a:gd name="connsiteX64" fmla="*/ 7378 w 4553364"/>
              <a:gd name="connsiteY64" fmla="*/ 5189632 h 5549951"/>
              <a:gd name="connsiteX65" fmla="*/ 6794 w 4553364"/>
              <a:gd name="connsiteY65" fmla="*/ 5186477 h 5549951"/>
              <a:gd name="connsiteX66" fmla="*/ 7062 w 4553364"/>
              <a:gd name="connsiteY66" fmla="*/ 5183728 h 5549951"/>
              <a:gd name="connsiteX67" fmla="*/ 5627 w 4553364"/>
              <a:gd name="connsiteY67" fmla="*/ 5180163 h 5549951"/>
              <a:gd name="connsiteX68" fmla="*/ 11039 w 4553364"/>
              <a:gd name="connsiteY68" fmla="*/ 5116566 h 5549951"/>
              <a:gd name="connsiteX69" fmla="*/ 78653 w 4553364"/>
              <a:gd name="connsiteY69" fmla="*/ 3839310 h 5549951"/>
              <a:gd name="connsiteX70" fmla="*/ 303343 w 4553364"/>
              <a:gd name="connsiteY70" fmla="*/ 0 h 5549951"/>
              <a:gd name="connsiteX0" fmla="*/ 303343 w 4553364"/>
              <a:gd name="connsiteY0" fmla="*/ 0 h 5549951"/>
              <a:gd name="connsiteX1" fmla="*/ 3305529 w 4553364"/>
              <a:gd name="connsiteY1" fmla="*/ 171842 h 5549951"/>
              <a:gd name="connsiteX2" fmla="*/ 4134340 w 4553364"/>
              <a:gd name="connsiteY2" fmla="*/ 226950 h 5549951"/>
              <a:gd name="connsiteX3" fmla="*/ 4507534 w 4553364"/>
              <a:gd name="connsiteY3" fmla="*/ 247374 h 5549951"/>
              <a:gd name="connsiteX4" fmla="*/ 4535413 w 4553364"/>
              <a:gd name="connsiteY4" fmla="*/ 269179 h 5549951"/>
              <a:gd name="connsiteX5" fmla="*/ 4533639 w 4553364"/>
              <a:gd name="connsiteY5" fmla="*/ 300930 h 5549951"/>
              <a:gd name="connsiteX6" fmla="*/ 4536561 w 4553364"/>
              <a:gd name="connsiteY6" fmla="*/ 302647 h 5549951"/>
              <a:gd name="connsiteX7" fmla="*/ 4552987 w 4553364"/>
              <a:gd name="connsiteY7" fmla="*/ 334222 h 5549951"/>
              <a:gd name="connsiteX8" fmla="*/ 4530726 w 4553364"/>
              <a:gd name="connsiteY8" fmla="*/ 391868 h 5549951"/>
              <a:gd name="connsiteX9" fmla="*/ 4527238 w 4553364"/>
              <a:gd name="connsiteY9" fmla="*/ 415489 h 5549951"/>
              <a:gd name="connsiteX10" fmla="*/ 4522133 w 4553364"/>
              <a:gd name="connsiteY10" fmla="*/ 506828 h 5549951"/>
              <a:gd name="connsiteX11" fmla="*/ 4517715 w 4553364"/>
              <a:gd name="connsiteY11" fmla="*/ 585890 h 5549951"/>
              <a:gd name="connsiteX12" fmla="*/ 4504778 w 4553364"/>
              <a:gd name="connsiteY12" fmla="*/ 817404 h 5549951"/>
              <a:gd name="connsiteX13" fmla="*/ 4506491 w 4553364"/>
              <a:gd name="connsiteY13" fmla="*/ 822238 h 5549951"/>
              <a:gd name="connsiteX14" fmla="*/ 4504340 w 4553364"/>
              <a:gd name="connsiteY14" fmla="*/ 846069 h 5549951"/>
              <a:gd name="connsiteX15" fmla="*/ 4502740 w 4553364"/>
              <a:gd name="connsiteY15" fmla="*/ 853854 h 5549951"/>
              <a:gd name="connsiteX16" fmla="*/ 4496502 w 4553364"/>
              <a:gd name="connsiteY16" fmla="*/ 965485 h 5549951"/>
              <a:gd name="connsiteX17" fmla="*/ 4498579 w 4553364"/>
              <a:gd name="connsiteY17" fmla="*/ 966385 h 5549951"/>
              <a:gd name="connsiteX18" fmla="*/ 4497900 w 4553364"/>
              <a:gd name="connsiteY18" fmla="*/ 1101094 h 5549951"/>
              <a:gd name="connsiteX19" fmla="*/ 4497795 w 4553364"/>
              <a:gd name="connsiteY19" fmla="*/ 1159389 h 5549951"/>
              <a:gd name="connsiteX20" fmla="*/ 4516282 w 4553364"/>
              <a:gd name="connsiteY20" fmla="*/ 1313374 h 5549951"/>
              <a:gd name="connsiteX21" fmla="*/ 4515402 w 4553364"/>
              <a:gd name="connsiteY21" fmla="*/ 1347004 h 5549951"/>
              <a:gd name="connsiteX22" fmla="*/ 4505820 w 4553364"/>
              <a:gd name="connsiteY22" fmla="*/ 1391762 h 5549951"/>
              <a:gd name="connsiteX23" fmla="*/ 4509084 w 4553364"/>
              <a:gd name="connsiteY23" fmla="*/ 1395707 h 5549951"/>
              <a:gd name="connsiteX24" fmla="*/ 4511926 w 4553364"/>
              <a:gd name="connsiteY24" fmla="*/ 1408524 h 5549951"/>
              <a:gd name="connsiteX25" fmla="*/ 4507185 w 4553364"/>
              <a:gd name="connsiteY25" fmla="*/ 1419109 h 5549951"/>
              <a:gd name="connsiteX26" fmla="*/ 4486104 w 4553364"/>
              <a:gd name="connsiteY26" fmla="*/ 1543038 h 5549951"/>
              <a:gd name="connsiteX27" fmla="*/ 4481223 w 4553364"/>
              <a:gd name="connsiteY27" fmla="*/ 1553997 h 5549951"/>
              <a:gd name="connsiteX28" fmla="*/ 4466795 w 4553364"/>
              <a:gd name="connsiteY28" fmla="*/ 1626071 h 5549951"/>
              <a:gd name="connsiteX29" fmla="*/ 4463080 w 4553364"/>
              <a:gd name="connsiteY29" fmla="*/ 1664103 h 5549951"/>
              <a:gd name="connsiteX30" fmla="*/ 4466740 w 4553364"/>
              <a:gd name="connsiteY30" fmla="*/ 1668558 h 5549951"/>
              <a:gd name="connsiteX31" fmla="*/ 4465090 w 4553364"/>
              <a:gd name="connsiteY31" fmla="*/ 1679756 h 5549951"/>
              <a:gd name="connsiteX32" fmla="*/ 4465502 w 4553364"/>
              <a:gd name="connsiteY32" fmla="*/ 1682815 h 5549951"/>
              <a:gd name="connsiteX33" fmla="*/ 4467013 w 4553364"/>
              <a:gd name="connsiteY33" fmla="*/ 1700268 h 5549951"/>
              <a:gd name="connsiteX34" fmla="*/ 4455543 w 4553364"/>
              <a:gd name="connsiteY34" fmla="*/ 1735163 h 5549951"/>
              <a:gd name="connsiteX35" fmla="*/ 4453483 w 4553364"/>
              <a:gd name="connsiteY35" fmla="*/ 1735289 h 5549951"/>
              <a:gd name="connsiteX36" fmla="*/ 4444985 w 4553364"/>
              <a:gd name="connsiteY36" fmla="*/ 1887374 h 5549951"/>
              <a:gd name="connsiteX37" fmla="*/ 4453676 w 4553364"/>
              <a:gd name="connsiteY37" fmla="*/ 1911536 h 5549951"/>
              <a:gd name="connsiteX38" fmla="*/ 4455073 w 4553364"/>
              <a:gd name="connsiteY38" fmla="*/ 1995384 h 5549951"/>
              <a:gd name="connsiteX39" fmla="*/ 4445491 w 4553364"/>
              <a:gd name="connsiteY39" fmla="*/ 2040142 h 5549951"/>
              <a:gd name="connsiteX40" fmla="*/ 4448756 w 4553364"/>
              <a:gd name="connsiteY40" fmla="*/ 2044087 h 5549951"/>
              <a:gd name="connsiteX41" fmla="*/ 4446856 w 4553364"/>
              <a:gd name="connsiteY41" fmla="*/ 2067489 h 5549951"/>
              <a:gd name="connsiteX42" fmla="*/ 4429341 w 4553364"/>
              <a:gd name="connsiteY42" fmla="*/ 2167300 h 5549951"/>
              <a:gd name="connsiteX43" fmla="*/ 4373258 w 4553364"/>
              <a:gd name="connsiteY43" fmla="*/ 3223633 h 5549951"/>
              <a:gd name="connsiteX44" fmla="*/ 4360472 w 4553364"/>
              <a:gd name="connsiteY44" fmla="*/ 3477281 h 5549951"/>
              <a:gd name="connsiteX45" fmla="*/ 4349387 w 4553364"/>
              <a:gd name="connsiteY45" fmla="*/ 3639984 h 5549951"/>
              <a:gd name="connsiteX46" fmla="*/ 4263924 w 4553364"/>
              <a:gd name="connsiteY46" fmla="*/ 5315626 h 5549951"/>
              <a:gd name="connsiteX47" fmla="*/ 4267458 w 4553364"/>
              <a:gd name="connsiteY47" fmla="*/ 5350090 h 5549951"/>
              <a:gd name="connsiteX48" fmla="*/ 4270290 w 4553364"/>
              <a:gd name="connsiteY48" fmla="*/ 5450399 h 5549951"/>
              <a:gd name="connsiteX49" fmla="*/ 4251733 w 4553364"/>
              <a:gd name="connsiteY49" fmla="*/ 5484804 h 5549951"/>
              <a:gd name="connsiteX50" fmla="*/ 4247081 w 4553364"/>
              <a:gd name="connsiteY50" fmla="*/ 5487504 h 5549951"/>
              <a:gd name="connsiteX51" fmla="*/ 4243624 w 4553364"/>
              <a:gd name="connsiteY51" fmla="*/ 5549951 h 5549951"/>
              <a:gd name="connsiteX52" fmla="*/ 0 w 4553364"/>
              <a:gd name="connsiteY52" fmla="*/ 5293146 h 5549951"/>
              <a:gd name="connsiteX53" fmla="*/ 4241 w 4553364"/>
              <a:gd name="connsiteY53" fmla="*/ 5239903 h 5549951"/>
              <a:gd name="connsiteX54" fmla="*/ 8461 w 4553364"/>
              <a:gd name="connsiteY54" fmla="*/ 5233298 h 5549951"/>
              <a:gd name="connsiteX55" fmla="*/ 8730 w 4553364"/>
              <a:gd name="connsiteY55" fmla="*/ 5230552 h 5549951"/>
              <a:gd name="connsiteX56" fmla="*/ 9000 w 4553364"/>
              <a:gd name="connsiteY56" fmla="*/ 5227804 h 5549951"/>
              <a:gd name="connsiteX57" fmla="*/ 9537 w 4553364"/>
              <a:gd name="connsiteY57" fmla="*/ 5222308 h 5549951"/>
              <a:gd name="connsiteX58" fmla="*/ 9222 w 4553364"/>
              <a:gd name="connsiteY58" fmla="*/ 5216405 h 5549951"/>
              <a:gd name="connsiteX59" fmla="*/ 8638 w 4553364"/>
              <a:gd name="connsiteY59" fmla="*/ 5213249 h 5549951"/>
              <a:gd name="connsiteX60" fmla="*/ 8907 w 4553364"/>
              <a:gd name="connsiteY60" fmla="*/ 5210500 h 5549951"/>
              <a:gd name="connsiteX61" fmla="*/ 8591 w 4553364"/>
              <a:gd name="connsiteY61" fmla="*/ 5204597 h 5549951"/>
              <a:gd name="connsiteX62" fmla="*/ 8008 w 4553364"/>
              <a:gd name="connsiteY62" fmla="*/ 5201441 h 5549951"/>
              <a:gd name="connsiteX63" fmla="*/ 7378 w 4553364"/>
              <a:gd name="connsiteY63" fmla="*/ 5189632 h 5549951"/>
              <a:gd name="connsiteX64" fmla="*/ 6794 w 4553364"/>
              <a:gd name="connsiteY64" fmla="*/ 5186477 h 5549951"/>
              <a:gd name="connsiteX65" fmla="*/ 7062 w 4553364"/>
              <a:gd name="connsiteY65" fmla="*/ 5183728 h 5549951"/>
              <a:gd name="connsiteX66" fmla="*/ 5627 w 4553364"/>
              <a:gd name="connsiteY66" fmla="*/ 5180163 h 5549951"/>
              <a:gd name="connsiteX67" fmla="*/ 11039 w 4553364"/>
              <a:gd name="connsiteY67" fmla="*/ 5116566 h 5549951"/>
              <a:gd name="connsiteX68" fmla="*/ 78653 w 4553364"/>
              <a:gd name="connsiteY68" fmla="*/ 3839310 h 5549951"/>
              <a:gd name="connsiteX69" fmla="*/ 303343 w 4553364"/>
              <a:gd name="connsiteY69" fmla="*/ 0 h 5549951"/>
              <a:gd name="connsiteX0" fmla="*/ 303343 w 4553364"/>
              <a:gd name="connsiteY0" fmla="*/ 0 h 5549951"/>
              <a:gd name="connsiteX1" fmla="*/ 3305529 w 4553364"/>
              <a:gd name="connsiteY1" fmla="*/ 171842 h 5549951"/>
              <a:gd name="connsiteX2" fmla="*/ 4134340 w 4553364"/>
              <a:gd name="connsiteY2" fmla="*/ 226950 h 5549951"/>
              <a:gd name="connsiteX3" fmla="*/ 4507534 w 4553364"/>
              <a:gd name="connsiteY3" fmla="*/ 247374 h 5549951"/>
              <a:gd name="connsiteX4" fmla="*/ 4535413 w 4553364"/>
              <a:gd name="connsiteY4" fmla="*/ 269179 h 5549951"/>
              <a:gd name="connsiteX5" fmla="*/ 4533639 w 4553364"/>
              <a:gd name="connsiteY5" fmla="*/ 300930 h 5549951"/>
              <a:gd name="connsiteX6" fmla="*/ 4536561 w 4553364"/>
              <a:gd name="connsiteY6" fmla="*/ 302647 h 5549951"/>
              <a:gd name="connsiteX7" fmla="*/ 4552987 w 4553364"/>
              <a:gd name="connsiteY7" fmla="*/ 334222 h 5549951"/>
              <a:gd name="connsiteX8" fmla="*/ 4530726 w 4553364"/>
              <a:gd name="connsiteY8" fmla="*/ 391868 h 5549951"/>
              <a:gd name="connsiteX9" fmla="*/ 4527238 w 4553364"/>
              <a:gd name="connsiteY9" fmla="*/ 415489 h 5549951"/>
              <a:gd name="connsiteX10" fmla="*/ 4522133 w 4553364"/>
              <a:gd name="connsiteY10" fmla="*/ 506828 h 5549951"/>
              <a:gd name="connsiteX11" fmla="*/ 4517715 w 4553364"/>
              <a:gd name="connsiteY11" fmla="*/ 585890 h 5549951"/>
              <a:gd name="connsiteX12" fmla="*/ 4504778 w 4553364"/>
              <a:gd name="connsiteY12" fmla="*/ 817404 h 5549951"/>
              <a:gd name="connsiteX13" fmla="*/ 4506491 w 4553364"/>
              <a:gd name="connsiteY13" fmla="*/ 822238 h 5549951"/>
              <a:gd name="connsiteX14" fmla="*/ 4504340 w 4553364"/>
              <a:gd name="connsiteY14" fmla="*/ 846069 h 5549951"/>
              <a:gd name="connsiteX15" fmla="*/ 4502740 w 4553364"/>
              <a:gd name="connsiteY15" fmla="*/ 853854 h 5549951"/>
              <a:gd name="connsiteX16" fmla="*/ 4496502 w 4553364"/>
              <a:gd name="connsiteY16" fmla="*/ 965485 h 5549951"/>
              <a:gd name="connsiteX17" fmla="*/ 4498579 w 4553364"/>
              <a:gd name="connsiteY17" fmla="*/ 966385 h 5549951"/>
              <a:gd name="connsiteX18" fmla="*/ 4497900 w 4553364"/>
              <a:gd name="connsiteY18" fmla="*/ 1101094 h 5549951"/>
              <a:gd name="connsiteX19" fmla="*/ 4497795 w 4553364"/>
              <a:gd name="connsiteY19" fmla="*/ 1159389 h 5549951"/>
              <a:gd name="connsiteX20" fmla="*/ 4516282 w 4553364"/>
              <a:gd name="connsiteY20" fmla="*/ 1313374 h 5549951"/>
              <a:gd name="connsiteX21" fmla="*/ 4515402 w 4553364"/>
              <a:gd name="connsiteY21" fmla="*/ 1347004 h 5549951"/>
              <a:gd name="connsiteX22" fmla="*/ 4505820 w 4553364"/>
              <a:gd name="connsiteY22" fmla="*/ 1391762 h 5549951"/>
              <a:gd name="connsiteX23" fmla="*/ 4509084 w 4553364"/>
              <a:gd name="connsiteY23" fmla="*/ 1395707 h 5549951"/>
              <a:gd name="connsiteX24" fmla="*/ 4511926 w 4553364"/>
              <a:gd name="connsiteY24" fmla="*/ 1408524 h 5549951"/>
              <a:gd name="connsiteX25" fmla="*/ 4507185 w 4553364"/>
              <a:gd name="connsiteY25" fmla="*/ 1419109 h 5549951"/>
              <a:gd name="connsiteX26" fmla="*/ 4486104 w 4553364"/>
              <a:gd name="connsiteY26" fmla="*/ 1543038 h 5549951"/>
              <a:gd name="connsiteX27" fmla="*/ 4481223 w 4553364"/>
              <a:gd name="connsiteY27" fmla="*/ 1553997 h 5549951"/>
              <a:gd name="connsiteX28" fmla="*/ 4466795 w 4553364"/>
              <a:gd name="connsiteY28" fmla="*/ 1626071 h 5549951"/>
              <a:gd name="connsiteX29" fmla="*/ 4463080 w 4553364"/>
              <a:gd name="connsiteY29" fmla="*/ 1664103 h 5549951"/>
              <a:gd name="connsiteX30" fmla="*/ 4466740 w 4553364"/>
              <a:gd name="connsiteY30" fmla="*/ 1668558 h 5549951"/>
              <a:gd name="connsiteX31" fmla="*/ 4465090 w 4553364"/>
              <a:gd name="connsiteY31" fmla="*/ 1679756 h 5549951"/>
              <a:gd name="connsiteX32" fmla="*/ 4467013 w 4553364"/>
              <a:gd name="connsiteY32" fmla="*/ 1700268 h 5549951"/>
              <a:gd name="connsiteX33" fmla="*/ 4455543 w 4553364"/>
              <a:gd name="connsiteY33" fmla="*/ 1735163 h 5549951"/>
              <a:gd name="connsiteX34" fmla="*/ 4453483 w 4553364"/>
              <a:gd name="connsiteY34" fmla="*/ 1735289 h 5549951"/>
              <a:gd name="connsiteX35" fmla="*/ 4444985 w 4553364"/>
              <a:gd name="connsiteY35" fmla="*/ 1887374 h 5549951"/>
              <a:gd name="connsiteX36" fmla="*/ 4453676 w 4553364"/>
              <a:gd name="connsiteY36" fmla="*/ 1911536 h 5549951"/>
              <a:gd name="connsiteX37" fmla="*/ 4455073 w 4553364"/>
              <a:gd name="connsiteY37" fmla="*/ 1995384 h 5549951"/>
              <a:gd name="connsiteX38" fmla="*/ 4445491 w 4553364"/>
              <a:gd name="connsiteY38" fmla="*/ 2040142 h 5549951"/>
              <a:gd name="connsiteX39" fmla="*/ 4448756 w 4553364"/>
              <a:gd name="connsiteY39" fmla="*/ 2044087 h 5549951"/>
              <a:gd name="connsiteX40" fmla="*/ 4446856 w 4553364"/>
              <a:gd name="connsiteY40" fmla="*/ 2067489 h 5549951"/>
              <a:gd name="connsiteX41" fmla="*/ 4429341 w 4553364"/>
              <a:gd name="connsiteY41" fmla="*/ 2167300 h 5549951"/>
              <a:gd name="connsiteX42" fmla="*/ 4373258 w 4553364"/>
              <a:gd name="connsiteY42" fmla="*/ 3223633 h 5549951"/>
              <a:gd name="connsiteX43" fmla="*/ 4360472 w 4553364"/>
              <a:gd name="connsiteY43" fmla="*/ 3477281 h 5549951"/>
              <a:gd name="connsiteX44" fmla="*/ 4349387 w 4553364"/>
              <a:gd name="connsiteY44" fmla="*/ 3639984 h 5549951"/>
              <a:gd name="connsiteX45" fmla="*/ 4263924 w 4553364"/>
              <a:gd name="connsiteY45" fmla="*/ 5315626 h 5549951"/>
              <a:gd name="connsiteX46" fmla="*/ 4267458 w 4553364"/>
              <a:gd name="connsiteY46" fmla="*/ 5350090 h 5549951"/>
              <a:gd name="connsiteX47" fmla="*/ 4270290 w 4553364"/>
              <a:gd name="connsiteY47" fmla="*/ 5450399 h 5549951"/>
              <a:gd name="connsiteX48" fmla="*/ 4251733 w 4553364"/>
              <a:gd name="connsiteY48" fmla="*/ 5484804 h 5549951"/>
              <a:gd name="connsiteX49" fmla="*/ 4247081 w 4553364"/>
              <a:gd name="connsiteY49" fmla="*/ 5487504 h 5549951"/>
              <a:gd name="connsiteX50" fmla="*/ 4243624 w 4553364"/>
              <a:gd name="connsiteY50" fmla="*/ 5549951 h 5549951"/>
              <a:gd name="connsiteX51" fmla="*/ 0 w 4553364"/>
              <a:gd name="connsiteY51" fmla="*/ 5293146 h 5549951"/>
              <a:gd name="connsiteX52" fmla="*/ 4241 w 4553364"/>
              <a:gd name="connsiteY52" fmla="*/ 5239903 h 5549951"/>
              <a:gd name="connsiteX53" fmla="*/ 8461 w 4553364"/>
              <a:gd name="connsiteY53" fmla="*/ 5233298 h 5549951"/>
              <a:gd name="connsiteX54" fmla="*/ 8730 w 4553364"/>
              <a:gd name="connsiteY54" fmla="*/ 5230552 h 5549951"/>
              <a:gd name="connsiteX55" fmla="*/ 9000 w 4553364"/>
              <a:gd name="connsiteY55" fmla="*/ 5227804 h 5549951"/>
              <a:gd name="connsiteX56" fmla="*/ 9537 w 4553364"/>
              <a:gd name="connsiteY56" fmla="*/ 5222308 h 5549951"/>
              <a:gd name="connsiteX57" fmla="*/ 9222 w 4553364"/>
              <a:gd name="connsiteY57" fmla="*/ 5216405 h 5549951"/>
              <a:gd name="connsiteX58" fmla="*/ 8638 w 4553364"/>
              <a:gd name="connsiteY58" fmla="*/ 5213249 h 5549951"/>
              <a:gd name="connsiteX59" fmla="*/ 8907 w 4553364"/>
              <a:gd name="connsiteY59" fmla="*/ 5210500 h 5549951"/>
              <a:gd name="connsiteX60" fmla="*/ 8591 w 4553364"/>
              <a:gd name="connsiteY60" fmla="*/ 5204597 h 5549951"/>
              <a:gd name="connsiteX61" fmla="*/ 8008 w 4553364"/>
              <a:gd name="connsiteY61" fmla="*/ 5201441 h 5549951"/>
              <a:gd name="connsiteX62" fmla="*/ 7378 w 4553364"/>
              <a:gd name="connsiteY62" fmla="*/ 5189632 h 5549951"/>
              <a:gd name="connsiteX63" fmla="*/ 6794 w 4553364"/>
              <a:gd name="connsiteY63" fmla="*/ 5186477 h 5549951"/>
              <a:gd name="connsiteX64" fmla="*/ 7062 w 4553364"/>
              <a:gd name="connsiteY64" fmla="*/ 5183728 h 5549951"/>
              <a:gd name="connsiteX65" fmla="*/ 5627 w 4553364"/>
              <a:gd name="connsiteY65" fmla="*/ 5180163 h 5549951"/>
              <a:gd name="connsiteX66" fmla="*/ 11039 w 4553364"/>
              <a:gd name="connsiteY66" fmla="*/ 5116566 h 5549951"/>
              <a:gd name="connsiteX67" fmla="*/ 78653 w 4553364"/>
              <a:gd name="connsiteY67" fmla="*/ 3839310 h 5549951"/>
              <a:gd name="connsiteX68" fmla="*/ 303343 w 4553364"/>
              <a:gd name="connsiteY68" fmla="*/ 0 h 5549951"/>
              <a:gd name="connsiteX0" fmla="*/ 303343 w 4553364"/>
              <a:gd name="connsiteY0" fmla="*/ 0 h 5549951"/>
              <a:gd name="connsiteX1" fmla="*/ 3305529 w 4553364"/>
              <a:gd name="connsiteY1" fmla="*/ 171842 h 5549951"/>
              <a:gd name="connsiteX2" fmla="*/ 4134340 w 4553364"/>
              <a:gd name="connsiteY2" fmla="*/ 226950 h 5549951"/>
              <a:gd name="connsiteX3" fmla="*/ 4507534 w 4553364"/>
              <a:gd name="connsiteY3" fmla="*/ 247374 h 5549951"/>
              <a:gd name="connsiteX4" fmla="*/ 4535413 w 4553364"/>
              <a:gd name="connsiteY4" fmla="*/ 269179 h 5549951"/>
              <a:gd name="connsiteX5" fmla="*/ 4533639 w 4553364"/>
              <a:gd name="connsiteY5" fmla="*/ 300930 h 5549951"/>
              <a:gd name="connsiteX6" fmla="*/ 4536561 w 4553364"/>
              <a:gd name="connsiteY6" fmla="*/ 302647 h 5549951"/>
              <a:gd name="connsiteX7" fmla="*/ 4552987 w 4553364"/>
              <a:gd name="connsiteY7" fmla="*/ 334222 h 5549951"/>
              <a:gd name="connsiteX8" fmla="*/ 4530726 w 4553364"/>
              <a:gd name="connsiteY8" fmla="*/ 391868 h 5549951"/>
              <a:gd name="connsiteX9" fmla="*/ 4527238 w 4553364"/>
              <a:gd name="connsiteY9" fmla="*/ 415489 h 5549951"/>
              <a:gd name="connsiteX10" fmla="*/ 4522133 w 4553364"/>
              <a:gd name="connsiteY10" fmla="*/ 506828 h 5549951"/>
              <a:gd name="connsiteX11" fmla="*/ 4517715 w 4553364"/>
              <a:gd name="connsiteY11" fmla="*/ 585890 h 5549951"/>
              <a:gd name="connsiteX12" fmla="*/ 4504778 w 4553364"/>
              <a:gd name="connsiteY12" fmla="*/ 817404 h 5549951"/>
              <a:gd name="connsiteX13" fmla="*/ 4506491 w 4553364"/>
              <a:gd name="connsiteY13" fmla="*/ 822238 h 5549951"/>
              <a:gd name="connsiteX14" fmla="*/ 4504340 w 4553364"/>
              <a:gd name="connsiteY14" fmla="*/ 846069 h 5549951"/>
              <a:gd name="connsiteX15" fmla="*/ 4502740 w 4553364"/>
              <a:gd name="connsiteY15" fmla="*/ 853854 h 5549951"/>
              <a:gd name="connsiteX16" fmla="*/ 4496502 w 4553364"/>
              <a:gd name="connsiteY16" fmla="*/ 965485 h 5549951"/>
              <a:gd name="connsiteX17" fmla="*/ 4498579 w 4553364"/>
              <a:gd name="connsiteY17" fmla="*/ 966385 h 5549951"/>
              <a:gd name="connsiteX18" fmla="*/ 4497900 w 4553364"/>
              <a:gd name="connsiteY18" fmla="*/ 1101094 h 5549951"/>
              <a:gd name="connsiteX19" fmla="*/ 4497795 w 4553364"/>
              <a:gd name="connsiteY19" fmla="*/ 1159389 h 5549951"/>
              <a:gd name="connsiteX20" fmla="*/ 4516282 w 4553364"/>
              <a:gd name="connsiteY20" fmla="*/ 1313374 h 5549951"/>
              <a:gd name="connsiteX21" fmla="*/ 4515402 w 4553364"/>
              <a:gd name="connsiteY21" fmla="*/ 1347004 h 5549951"/>
              <a:gd name="connsiteX22" fmla="*/ 4505820 w 4553364"/>
              <a:gd name="connsiteY22" fmla="*/ 1391762 h 5549951"/>
              <a:gd name="connsiteX23" fmla="*/ 4509084 w 4553364"/>
              <a:gd name="connsiteY23" fmla="*/ 1395707 h 5549951"/>
              <a:gd name="connsiteX24" fmla="*/ 4511926 w 4553364"/>
              <a:gd name="connsiteY24" fmla="*/ 1408524 h 5549951"/>
              <a:gd name="connsiteX25" fmla="*/ 4507185 w 4553364"/>
              <a:gd name="connsiteY25" fmla="*/ 1419109 h 5549951"/>
              <a:gd name="connsiteX26" fmla="*/ 4486104 w 4553364"/>
              <a:gd name="connsiteY26" fmla="*/ 1543038 h 5549951"/>
              <a:gd name="connsiteX27" fmla="*/ 4481223 w 4553364"/>
              <a:gd name="connsiteY27" fmla="*/ 1553997 h 5549951"/>
              <a:gd name="connsiteX28" fmla="*/ 4466795 w 4553364"/>
              <a:gd name="connsiteY28" fmla="*/ 1626071 h 5549951"/>
              <a:gd name="connsiteX29" fmla="*/ 4463080 w 4553364"/>
              <a:gd name="connsiteY29" fmla="*/ 1664103 h 5549951"/>
              <a:gd name="connsiteX30" fmla="*/ 4466740 w 4553364"/>
              <a:gd name="connsiteY30" fmla="*/ 1668558 h 5549951"/>
              <a:gd name="connsiteX31" fmla="*/ 4465090 w 4553364"/>
              <a:gd name="connsiteY31" fmla="*/ 1679756 h 5549951"/>
              <a:gd name="connsiteX32" fmla="*/ 4467013 w 4553364"/>
              <a:gd name="connsiteY32" fmla="*/ 1700268 h 5549951"/>
              <a:gd name="connsiteX33" fmla="*/ 4455543 w 4553364"/>
              <a:gd name="connsiteY33" fmla="*/ 1735163 h 5549951"/>
              <a:gd name="connsiteX34" fmla="*/ 4453483 w 4553364"/>
              <a:gd name="connsiteY34" fmla="*/ 1735289 h 5549951"/>
              <a:gd name="connsiteX35" fmla="*/ 4444985 w 4553364"/>
              <a:gd name="connsiteY35" fmla="*/ 1887374 h 5549951"/>
              <a:gd name="connsiteX36" fmla="*/ 4453676 w 4553364"/>
              <a:gd name="connsiteY36" fmla="*/ 1911536 h 5549951"/>
              <a:gd name="connsiteX37" fmla="*/ 4455073 w 4553364"/>
              <a:gd name="connsiteY37" fmla="*/ 1995384 h 5549951"/>
              <a:gd name="connsiteX38" fmla="*/ 4445491 w 4553364"/>
              <a:gd name="connsiteY38" fmla="*/ 2040142 h 5549951"/>
              <a:gd name="connsiteX39" fmla="*/ 4448756 w 4553364"/>
              <a:gd name="connsiteY39" fmla="*/ 2044087 h 5549951"/>
              <a:gd name="connsiteX40" fmla="*/ 4446856 w 4553364"/>
              <a:gd name="connsiteY40" fmla="*/ 2067489 h 5549951"/>
              <a:gd name="connsiteX41" fmla="*/ 4429341 w 4553364"/>
              <a:gd name="connsiteY41" fmla="*/ 2167300 h 5549951"/>
              <a:gd name="connsiteX42" fmla="*/ 4373258 w 4553364"/>
              <a:gd name="connsiteY42" fmla="*/ 3223633 h 5549951"/>
              <a:gd name="connsiteX43" fmla="*/ 4349387 w 4553364"/>
              <a:gd name="connsiteY43" fmla="*/ 3639984 h 5549951"/>
              <a:gd name="connsiteX44" fmla="*/ 4263924 w 4553364"/>
              <a:gd name="connsiteY44" fmla="*/ 5315626 h 5549951"/>
              <a:gd name="connsiteX45" fmla="*/ 4267458 w 4553364"/>
              <a:gd name="connsiteY45" fmla="*/ 5350090 h 5549951"/>
              <a:gd name="connsiteX46" fmla="*/ 4270290 w 4553364"/>
              <a:gd name="connsiteY46" fmla="*/ 5450399 h 5549951"/>
              <a:gd name="connsiteX47" fmla="*/ 4251733 w 4553364"/>
              <a:gd name="connsiteY47" fmla="*/ 5484804 h 5549951"/>
              <a:gd name="connsiteX48" fmla="*/ 4247081 w 4553364"/>
              <a:gd name="connsiteY48" fmla="*/ 5487504 h 5549951"/>
              <a:gd name="connsiteX49" fmla="*/ 4243624 w 4553364"/>
              <a:gd name="connsiteY49" fmla="*/ 5549951 h 5549951"/>
              <a:gd name="connsiteX50" fmla="*/ 0 w 4553364"/>
              <a:gd name="connsiteY50" fmla="*/ 5293146 h 5549951"/>
              <a:gd name="connsiteX51" fmla="*/ 4241 w 4553364"/>
              <a:gd name="connsiteY51" fmla="*/ 5239903 h 5549951"/>
              <a:gd name="connsiteX52" fmla="*/ 8461 w 4553364"/>
              <a:gd name="connsiteY52" fmla="*/ 5233298 h 5549951"/>
              <a:gd name="connsiteX53" fmla="*/ 8730 w 4553364"/>
              <a:gd name="connsiteY53" fmla="*/ 5230552 h 5549951"/>
              <a:gd name="connsiteX54" fmla="*/ 9000 w 4553364"/>
              <a:gd name="connsiteY54" fmla="*/ 5227804 h 5549951"/>
              <a:gd name="connsiteX55" fmla="*/ 9537 w 4553364"/>
              <a:gd name="connsiteY55" fmla="*/ 5222308 h 5549951"/>
              <a:gd name="connsiteX56" fmla="*/ 9222 w 4553364"/>
              <a:gd name="connsiteY56" fmla="*/ 5216405 h 5549951"/>
              <a:gd name="connsiteX57" fmla="*/ 8638 w 4553364"/>
              <a:gd name="connsiteY57" fmla="*/ 5213249 h 5549951"/>
              <a:gd name="connsiteX58" fmla="*/ 8907 w 4553364"/>
              <a:gd name="connsiteY58" fmla="*/ 5210500 h 5549951"/>
              <a:gd name="connsiteX59" fmla="*/ 8591 w 4553364"/>
              <a:gd name="connsiteY59" fmla="*/ 5204597 h 5549951"/>
              <a:gd name="connsiteX60" fmla="*/ 8008 w 4553364"/>
              <a:gd name="connsiteY60" fmla="*/ 5201441 h 5549951"/>
              <a:gd name="connsiteX61" fmla="*/ 7378 w 4553364"/>
              <a:gd name="connsiteY61" fmla="*/ 5189632 h 5549951"/>
              <a:gd name="connsiteX62" fmla="*/ 6794 w 4553364"/>
              <a:gd name="connsiteY62" fmla="*/ 5186477 h 5549951"/>
              <a:gd name="connsiteX63" fmla="*/ 7062 w 4553364"/>
              <a:gd name="connsiteY63" fmla="*/ 5183728 h 5549951"/>
              <a:gd name="connsiteX64" fmla="*/ 5627 w 4553364"/>
              <a:gd name="connsiteY64" fmla="*/ 5180163 h 5549951"/>
              <a:gd name="connsiteX65" fmla="*/ 11039 w 4553364"/>
              <a:gd name="connsiteY65" fmla="*/ 5116566 h 5549951"/>
              <a:gd name="connsiteX66" fmla="*/ 78653 w 4553364"/>
              <a:gd name="connsiteY66" fmla="*/ 3839310 h 5549951"/>
              <a:gd name="connsiteX67" fmla="*/ 303343 w 4553364"/>
              <a:gd name="connsiteY67" fmla="*/ 0 h 5549951"/>
              <a:gd name="connsiteX0" fmla="*/ 303343 w 4553364"/>
              <a:gd name="connsiteY0" fmla="*/ 0 h 5549951"/>
              <a:gd name="connsiteX1" fmla="*/ 3305529 w 4553364"/>
              <a:gd name="connsiteY1" fmla="*/ 171842 h 5549951"/>
              <a:gd name="connsiteX2" fmla="*/ 4134340 w 4553364"/>
              <a:gd name="connsiteY2" fmla="*/ 226950 h 5549951"/>
              <a:gd name="connsiteX3" fmla="*/ 4507534 w 4553364"/>
              <a:gd name="connsiteY3" fmla="*/ 247374 h 5549951"/>
              <a:gd name="connsiteX4" fmla="*/ 4535413 w 4553364"/>
              <a:gd name="connsiteY4" fmla="*/ 269179 h 5549951"/>
              <a:gd name="connsiteX5" fmla="*/ 4533639 w 4553364"/>
              <a:gd name="connsiteY5" fmla="*/ 300930 h 5549951"/>
              <a:gd name="connsiteX6" fmla="*/ 4536561 w 4553364"/>
              <a:gd name="connsiteY6" fmla="*/ 302647 h 5549951"/>
              <a:gd name="connsiteX7" fmla="*/ 4552987 w 4553364"/>
              <a:gd name="connsiteY7" fmla="*/ 334222 h 5549951"/>
              <a:gd name="connsiteX8" fmla="*/ 4530726 w 4553364"/>
              <a:gd name="connsiteY8" fmla="*/ 391868 h 5549951"/>
              <a:gd name="connsiteX9" fmla="*/ 4527238 w 4553364"/>
              <a:gd name="connsiteY9" fmla="*/ 415489 h 5549951"/>
              <a:gd name="connsiteX10" fmla="*/ 4522133 w 4553364"/>
              <a:gd name="connsiteY10" fmla="*/ 506828 h 5549951"/>
              <a:gd name="connsiteX11" fmla="*/ 4517715 w 4553364"/>
              <a:gd name="connsiteY11" fmla="*/ 585890 h 5549951"/>
              <a:gd name="connsiteX12" fmla="*/ 4504778 w 4553364"/>
              <a:gd name="connsiteY12" fmla="*/ 817404 h 5549951"/>
              <a:gd name="connsiteX13" fmla="*/ 4506491 w 4553364"/>
              <a:gd name="connsiteY13" fmla="*/ 822238 h 5549951"/>
              <a:gd name="connsiteX14" fmla="*/ 4504340 w 4553364"/>
              <a:gd name="connsiteY14" fmla="*/ 846069 h 5549951"/>
              <a:gd name="connsiteX15" fmla="*/ 4502740 w 4553364"/>
              <a:gd name="connsiteY15" fmla="*/ 853854 h 5549951"/>
              <a:gd name="connsiteX16" fmla="*/ 4496502 w 4553364"/>
              <a:gd name="connsiteY16" fmla="*/ 965485 h 5549951"/>
              <a:gd name="connsiteX17" fmla="*/ 4498579 w 4553364"/>
              <a:gd name="connsiteY17" fmla="*/ 966385 h 5549951"/>
              <a:gd name="connsiteX18" fmla="*/ 4497900 w 4553364"/>
              <a:gd name="connsiteY18" fmla="*/ 1101094 h 5549951"/>
              <a:gd name="connsiteX19" fmla="*/ 4497795 w 4553364"/>
              <a:gd name="connsiteY19" fmla="*/ 1159389 h 5549951"/>
              <a:gd name="connsiteX20" fmla="*/ 4516282 w 4553364"/>
              <a:gd name="connsiteY20" fmla="*/ 1313374 h 5549951"/>
              <a:gd name="connsiteX21" fmla="*/ 4515402 w 4553364"/>
              <a:gd name="connsiteY21" fmla="*/ 1347004 h 5549951"/>
              <a:gd name="connsiteX22" fmla="*/ 4505820 w 4553364"/>
              <a:gd name="connsiteY22" fmla="*/ 1391762 h 5549951"/>
              <a:gd name="connsiteX23" fmla="*/ 4509084 w 4553364"/>
              <a:gd name="connsiteY23" fmla="*/ 1395707 h 5549951"/>
              <a:gd name="connsiteX24" fmla="*/ 4511926 w 4553364"/>
              <a:gd name="connsiteY24" fmla="*/ 1408524 h 5549951"/>
              <a:gd name="connsiteX25" fmla="*/ 4507185 w 4553364"/>
              <a:gd name="connsiteY25" fmla="*/ 1419109 h 5549951"/>
              <a:gd name="connsiteX26" fmla="*/ 4486104 w 4553364"/>
              <a:gd name="connsiteY26" fmla="*/ 1543038 h 5549951"/>
              <a:gd name="connsiteX27" fmla="*/ 4481223 w 4553364"/>
              <a:gd name="connsiteY27" fmla="*/ 1553997 h 5549951"/>
              <a:gd name="connsiteX28" fmla="*/ 4466795 w 4553364"/>
              <a:gd name="connsiteY28" fmla="*/ 1626071 h 5549951"/>
              <a:gd name="connsiteX29" fmla="*/ 4463080 w 4553364"/>
              <a:gd name="connsiteY29" fmla="*/ 1664103 h 5549951"/>
              <a:gd name="connsiteX30" fmla="*/ 4466740 w 4553364"/>
              <a:gd name="connsiteY30" fmla="*/ 1668558 h 5549951"/>
              <a:gd name="connsiteX31" fmla="*/ 4465090 w 4553364"/>
              <a:gd name="connsiteY31" fmla="*/ 1679756 h 5549951"/>
              <a:gd name="connsiteX32" fmla="*/ 4467013 w 4553364"/>
              <a:gd name="connsiteY32" fmla="*/ 1700268 h 5549951"/>
              <a:gd name="connsiteX33" fmla="*/ 4455543 w 4553364"/>
              <a:gd name="connsiteY33" fmla="*/ 1735163 h 5549951"/>
              <a:gd name="connsiteX34" fmla="*/ 4453483 w 4553364"/>
              <a:gd name="connsiteY34" fmla="*/ 1735289 h 5549951"/>
              <a:gd name="connsiteX35" fmla="*/ 4444985 w 4553364"/>
              <a:gd name="connsiteY35" fmla="*/ 1887374 h 5549951"/>
              <a:gd name="connsiteX36" fmla="*/ 4453676 w 4553364"/>
              <a:gd name="connsiteY36" fmla="*/ 1911536 h 5549951"/>
              <a:gd name="connsiteX37" fmla="*/ 4455073 w 4553364"/>
              <a:gd name="connsiteY37" fmla="*/ 1995384 h 5549951"/>
              <a:gd name="connsiteX38" fmla="*/ 4445491 w 4553364"/>
              <a:gd name="connsiteY38" fmla="*/ 2040142 h 5549951"/>
              <a:gd name="connsiteX39" fmla="*/ 4448756 w 4553364"/>
              <a:gd name="connsiteY39" fmla="*/ 2044087 h 5549951"/>
              <a:gd name="connsiteX40" fmla="*/ 4446856 w 4553364"/>
              <a:gd name="connsiteY40" fmla="*/ 2067489 h 5549951"/>
              <a:gd name="connsiteX41" fmla="*/ 4429341 w 4553364"/>
              <a:gd name="connsiteY41" fmla="*/ 2167300 h 5549951"/>
              <a:gd name="connsiteX42" fmla="*/ 4373258 w 4553364"/>
              <a:gd name="connsiteY42" fmla="*/ 3223633 h 5549951"/>
              <a:gd name="connsiteX43" fmla="*/ 4349387 w 4553364"/>
              <a:gd name="connsiteY43" fmla="*/ 3639984 h 5549951"/>
              <a:gd name="connsiteX44" fmla="*/ 4263924 w 4553364"/>
              <a:gd name="connsiteY44" fmla="*/ 5315626 h 5549951"/>
              <a:gd name="connsiteX45" fmla="*/ 4270290 w 4553364"/>
              <a:gd name="connsiteY45" fmla="*/ 5450399 h 5549951"/>
              <a:gd name="connsiteX46" fmla="*/ 4251733 w 4553364"/>
              <a:gd name="connsiteY46" fmla="*/ 5484804 h 5549951"/>
              <a:gd name="connsiteX47" fmla="*/ 4247081 w 4553364"/>
              <a:gd name="connsiteY47" fmla="*/ 5487504 h 5549951"/>
              <a:gd name="connsiteX48" fmla="*/ 4243624 w 4553364"/>
              <a:gd name="connsiteY48" fmla="*/ 5549951 h 5549951"/>
              <a:gd name="connsiteX49" fmla="*/ 0 w 4553364"/>
              <a:gd name="connsiteY49" fmla="*/ 5293146 h 5549951"/>
              <a:gd name="connsiteX50" fmla="*/ 4241 w 4553364"/>
              <a:gd name="connsiteY50" fmla="*/ 5239903 h 5549951"/>
              <a:gd name="connsiteX51" fmla="*/ 8461 w 4553364"/>
              <a:gd name="connsiteY51" fmla="*/ 5233298 h 5549951"/>
              <a:gd name="connsiteX52" fmla="*/ 8730 w 4553364"/>
              <a:gd name="connsiteY52" fmla="*/ 5230552 h 5549951"/>
              <a:gd name="connsiteX53" fmla="*/ 9000 w 4553364"/>
              <a:gd name="connsiteY53" fmla="*/ 5227804 h 5549951"/>
              <a:gd name="connsiteX54" fmla="*/ 9537 w 4553364"/>
              <a:gd name="connsiteY54" fmla="*/ 5222308 h 5549951"/>
              <a:gd name="connsiteX55" fmla="*/ 9222 w 4553364"/>
              <a:gd name="connsiteY55" fmla="*/ 5216405 h 5549951"/>
              <a:gd name="connsiteX56" fmla="*/ 8638 w 4553364"/>
              <a:gd name="connsiteY56" fmla="*/ 5213249 h 5549951"/>
              <a:gd name="connsiteX57" fmla="*/ 8907 w 4553364"/>
              <a:gd name="connsiteY57" fmla="*/ 5210500 h 5549951"/>
              <a:gd name="connsiteX58" fmla="*/ 8591 w 4553364"/>
              <a:gd name="connsiteY58" fmla="*/ 5204597 h 5549951"/>
              <a:gd name="connsiteX59" fmla="*/ 8008 w 4553364"/>
              <a:gd name="connsiteY59" fmla="*/ 5201441 h 5549951"/>
              <a:gd name="connsiteX60" fmla="*/ 7378 w 4553364"/>
              <a:gd name="connsiteY60" fmla="*/ 5189632 h 5549951"/>
              <a:gd name="connsiteX61" fmla="*/ 6794 w 4553364"/>
              <a:gd name="connsiteY61" fmla="*/ 5186477 h 5549951"/>
              <a:gd name="connsiteX62" fmla="*/ 7062 w 4553364"/>
              <a:gd name="connsiteY62" fmla="*/ 5183728 h 5549951"/>
              <a:gd name="connsiteX63" fmla="*/ 5627 w 4553364"/>
              <a:gd name="connsiteY63" fmla="*/ 5180163 h 5549951"/>
              <a:gd name="connsiteX64" fmla="*/ 11039 w 4553364"/>
              <a:gd name="connsiteY64" fmla="*/ 5116566 h 5549951"/>
              <a:gd name="connsiteX65" fmla="*/ 78653 w 4553364"/>
              <a:gd name="connsiteY65" fmla="*/ 3839310 h 5549951"/>
              <a:gd name="connsiteX66" fmla="*/ 303343 w 4553364"/>
              <a:gd name="connsiteY66" fmla="*/ 0 h 5549951"/>
              <a:gd name="connsiteX0" fmla="*/ 303343 w 4553364"/>
              <a:gd name="connsiteY0" fmla="*/ 0 h 5549951"/>
              <a:gd name="connsiteX1" fmla="*/ 3305529 w 4553364"/>
              <a:gd name="connsiteY1" fmla="*/ 171842 h 5549951"/>
              <a:gd name="connsiteX2" fmla="*/ 4134340 w 4553364"/>
              <a:gd name="connsiteY2" fmla="*/ 226950 h 5549951"/>
              <a:gd name="connsiteX3" fmla="*/ 4507534 w 4553364"/>
              <a:gd name="connsiteY3" fmla="*/ 247374 h 5549951"/>
              <a:gd name="connsiteX4" fmla="*/ 4535413 w 4553364"/>
              <a:gd name="connsiteY4" fmla="*/ 269179 h 5549951"/>
              <a:gd name="connsiteX5" fmla="*/ 4533639 w 4553364"/>
              <a:gd name="connsiteY5" fmla="*/ 300930 h 5549951"/>
              <a:gd name="connsiteX6" fmla="*/ 4536561 w 4553364"/>
              <a:gd name="connsiteY6" fmla="*/ 302647 h 5549951"/>
              <a:gd name="connsiteX7" fmla="*/ 4552987 w 4553364"/>
              <a:gd name="connsiteY7" fmla="*/ 334222 h 5549951"/>
              <a:gd name="connsiteX8" fmla="*/ 4530726 w 4553364"/>
              <a:gd name="connsiteY8" fmla="*/ 391868 h 5549951"/>
              <a:gd name="connsiteX9" fmla="*/ 4527238 w 4553364"/>
              <a:gd name="connsiteY9" fmla="*/ 415489 h 5549951"/>
              <a:gd name="connsiteX10" fmla="*/ 4522133 w 4553364"/>
              <a:gd name="connsiteY10" fmla="*/ 506828 h 5549951"/>
              <a:gd name="connsiteX11" fmla="*/ 4517715 w 4553364"/>
              <a:gd name="connsiteY11" fmla="*/ 585890 h 5549951"/>
              <a:gd name="connsiteX12" fmla="*/ 4504778 w 4553364"/>
              <a:gd name="connsiteY12" fmla="*/ 817404 h 5549951"/>
              <a:gd name="connsiteX13" fmla="*/ 4506491 w 4553364"/>
              <a:gd name="connsiteY13" fmla="*/ 822238 h 5549951"/>
              <a:gd name="connsiteX14" fmla="*/ 4504340 w 4553364"/>
              <a:gd name="connsiteY14" fmla="*/ 846069 h 5549951"/>
              <a:gd name="connsiteX15" fmla="*/ 4502740 w 4553364"/>
              <a:gd name="connsiteY15" fmla="*/ 853854 h 5549951"/>
              <a:gd name="connsiteX16" fmla="*/ 4496502 w 4553364"/>
              <a:gd name="connsiteY16" fmla="*/ 965485 h 5549951"/>
              <a:gd name="connsiteX17" fmla="*/ 4498579 w 4553364"/>
              <a:gd name="connsiteY17" fmla="*/ 966385 h 5549951"/>
              <a:gd name="connsiteX18" fmla="*/ 4497900 w 4553364"/>
              <a:gd name="connsiteY18" fmla="*/ 1101094 h 5549951"/>
              <a:gd name="connsiteX19" fmla="*/ 4497795 w 4553364"/>
              <a:gd name="connsiteY19" fmla="*/ 1159389 h 5549951"/>
              <a:gd name="connsiteX20" fmla="*/ 4516282 w 4553364"/>
              <a:gd name="connsiteY20" fmla="*/ 1313374 h 5549951"/>
              <a:gd name="connsiteX21" fmla="*/ 4515402 w 4553364"/>
              <a:gd name="connsiteY21" fmla="*/ 1347004 h 5549951"/>
              <a:gd name="connsiteX22" fmla="*/ 4505820 w 4553364"/>
              <a:gd name="connsiteY22" fmla="*/ 1391762 h 5549951"/>
              <a:gd name="connsiteX23" fmla="*/ 4509084 w 4553364"/>
              <a:gd name="connsiteY23" fmla="*/ 1395707 h 5549951"/>
              <a:gd name="connsiteX24" fmla="*/ 4511926 w 4553364"/>
              <a:gd name="connsiteY24" fmla="*/ 1408524 h 5549951"/>
              <a:gd name="connsiteX25" fmla="*/ 4507185 w 4553364"/>
              <a:gd name="connsiteY25" fmla="*/ 1419109 h 5549951"/>
              <a:gd name="connsiteX26" fmla="*/ 4486104 w 4553364"/>
              <a:gd name="connsiteY26" fmla="*/ 1543038 h 5549951"/>
              <a:gd name="connsiteX27" fmla="*/ 4481223 w 4553364"/>
              <a:gd name="connsiteY27" fmla="*/ 1553997 h 5549951"/>
              <a:gd name="connsiteX28" fmla="*/ 4466795 w 4553364"/>
              <a:gd name="connsiteY28" fmla="*/ 1626071 h 5549951"/>
              <a:gd name="connsiteX29" fmla="*/ 4463080 w 4553364"/>
              <a:gd name="connsiteY29" fmla="*/ 1664103 h 5549951"/>
              <a:gd name="connsiteX30" fmla="*/ 4466740 w 4553364"/>
              <a:gd name="connsiteY30" fmla="*/ 1668558 h 5549951"/>
              <a:gd name="connsiteX31" fmla="*/ 4465090 w 4553364"/>
              <a:gd name="connsiteY31" fmla="*/ 1679756 h 5549951"/>
              <a:gd name="connsiteX32" fmla="*/ 4467013 w 4553364"/>
              <a:gd name="connsiteY32" fmla="*/ 1700268 h 5549951"/>
              <a:gd name="connsiteX33" fmla="*/ 4455543 w 4553364"/>
              <a:gd name="connsiteY33" fmla="*/ 1735163 h 5549951"/>
              <a:gd name="connsiteX34" fmla="*/ 4453483 w 4553364"/>
              <a:gd name="connsiteY34" fmla="*/ 1735289 h 5549951"/>
              <a:gd name="connsiteX35" fmla="*/ 4444985 w 4553364"/>
              <a:gd name="connsiteY35" fmla="*/ 1887374 h 5549951"/>
              <a:gd name="connsiteX36" fmla="*/ 4453676 w 4553364"/>
              <a:gd name="connsiteY36" fmla="*/ 1911536 h 5549951"/>
              <a:gd name="connsiteX37" fmla="*/ 4455073 w 4553364"/>
              <a:gd name="connsiteY37" fmla="*/ 1995384 h 5549951"/>
              <a:gd name="connsiteX38" fmla="*/ 4445491 w 4553364"/>
              <a:gd name="connsiteY38" fmla="*/ 2040142 h 5549951"/>
              <a:gd name="connsiteX39" fmla="*/ 4446856 w 4553364"/>
              <a:gd name="connsiteY39" fmla="*/ 2067489 h 5549951"/>
              <a:gd name="connsiteX40" fmla="*/ 4429341 w 4553364"/>
              <a:gd name="connsiteY40" fmla="*/ 2167300 h 5549951"/>
              <a:gd name="connsiteX41" fmla="*/ 4373258 w 4553364"/>
              <a:gd name="connsiteY41" fmla="*/ 3223633 h 5549951"/>
              <a:gd name="connsiteX42" fmla="*/ 4349387 w 4553364"/>
              <a:gd name="connsiteY42" fmla="*/ 3639984 h 5549951"/>
              <a:gd name="connsiteX43" fmla="*/ 4263924 w 4553364"/>
              <a:gd name="connsiteY43" fmla="*/ 5315626 h 5549951"/>
              <a:gd name="connsiteX44" fmla="*/ 4270290 w 4553364"/>
              <a:gd name="connsiteY44" fmla="*/ 5450399 h 5549951"/>
              <a:gd name="connsiteX45" fmla="*/ 4251733 w 4553364"/>
              <a:gd name="connsiteY45" fmla="*/ 5484804 h 5549951"/>
              <a:gd name="connsiteX46" fmla="*/ 4247081 w 4553364"/>
              <a:gd name="connsiteY46" fmla="*/ 5487504 h 5549951"/>
              <a:gd name="connsiteX47" fmla="*/ 4243624 w 4553364"/>
              <a:gd name="connsiteY47" fmla="*/ 5549951 h 5549951"/>
              <a:gd name="connsiteX48" fmla="*/ 0 w 4553364"/>
              <a:gd name="connsiteY48" fmla="*/ 5293146 h 5549951"/>
              <a:gd name="connsiteX49" fmla="*/ 4241 w 4553364"/>
              <a:gd name="connsiteY49" fmla="*/ 5239903 h 5549951"/>
              <a:gd name="connsiteX50" fmla="*/ 8461 w 4553364"/>
              <a:gd name="connsiteY50" fmla="*/ 5233298 h 5549951"/>
              <a:gd name="connsiteX51" fmla="*/ 8730 w 4553364"/>
              <a:gd name="connsiteY51" fmla="*/ 5230552 h 5549951"/>
              <a:gd name="connsiteX52" fmla="*/ 9000 w 4553364"/>
              <a:gd name="connsiteY52" fmla="*/ 5227804 h 5549951"/>
              <a:gd name="connsiteX53" fmla="*/ 9537 w 4553364"/>
              <a:gd name="connsiteY53" fmla="*/ 5222308 h 5549951"/>
              <a:gd name="connsiteX54" fmla="*/ 9222 w 4553364"/>
              <a:gd name="connsiteY54" fmla="*/ 5216405 h 5549951"/>
              <a:gd name="connsiteX55" fmla="*/ 8638 w 4553364"/>
              <a:gd name="connsiteY55" fmla="*/ 5213249 h 5549951"/>
              <a:gd name="connsiteX56" fmla="*/ 8907 w 4553364"/>
              <a:gd name="connsiteY56" fmla="*/ 5210500 h 5549951"/>
              <a:gd name="connsiteX57" fmla="*/ 8591 w 4553364"/>
              <a:gd name="connsiteY57" fmla="*/ 5204597 h 5549951"/>
              <a:gd name="connsiteX58" fmla="*/ 8008 w 4553364"/>
              <a:gd name="connsiteY58" fmla="*/ 5201441 h 5549951"/>
              <a:gd name="connsiteX59" fmla="*/ 7378 w 4553364"/>
              <a:gd name="connsiteY59" fmla="*/ 5189632 h 5549951"/>
              <a:gd name="connsiteX60" fmla="*/ 6794 w 4553364"/>
              <a:gd name="connsiteY60" fmla="*/ 5186477 h 5549951"/>
              <a:gd name="connsiteX61" fmla="*/ 7062 w 4553364"/>
              <a:gd name="connsiteY61" fmla="*/ 5183728 h 5549951"/>
              <a:gd name="connsiteX62" fmla="*/ 5627 w 4553364"/>
              <a:gd name="connsiteY62" fmla="*/ 5180163 h 5549951"/>
              <a:gd name="connsiteX63" fmla="*/ 11039 w 4553364"/>
              <a:gd name="connsiteY63" fmla="*/ 5116566 h 5549951"/>
              <a:gd name="connsiteX64" fmla="*/ 78653 w 4553364"/>
              <a:gd name="connsiteY64" fmla="*/ 3839310 h 5549951"/>
              <a:gd name="connsiteX65" fmla="*/ 303343 w 4553364"/>
              <a:gd name="connsiteY65" fmla="*/ 0 h 5549951"/>
              <a:gd name="connsiteX0" fmla="*/ 303343 w 4553364"/>
              <a:gd name="connsiteY0" fmla="*/ 0 h 5549951"/>
              <a:gd name="connsiteX1" fmla="*/ 3305529 w 4553364"/>
              <a:gd name="connsiteY1" fmla="*/ 171842 h 5549951"/>
              <a:gd name="connsiteX2" fmla="*/ 4134340 w 4553364"/>
              <a:gd name="connsiteY2" fmla="*/ 226950 h 5549951"/>
              <a:gd name="connsiteX3" fmla="*/ 4507534 w 4553364"/>
              <a:gd name="connsiteY3" fmla="*/ 247374 h 5549951"/>
              <a:gd name="connsiteX4" fmla="*/ 4535413 w 4553364"/>
              <a:gd name="connsiteY4" fmla="*/ 269179 h 5549951"/>
              <a:gd name="connsiteX5" fmla="*/ 4533639 w 4553364"/>
              <a:gd name="connsiteY5" fmla="*/ 300930 h 5549951"/>
              <a:gd name="connsiteX6" fmla="*/ 4536561 w 4553364"/>
              <a:gd name="connsiteY6" fmla="*/ 302647 h 5549951"/>
              <a:gd name="connsiteX7" fmla="*/ 4552987 w 4553364"/>
              <a:gd name="connsiteY7" fmla="*/ 334222 h 5549951"/>
              <a:gd name="connsiteX8" fmla="*/ 4530726 w 4553364"/>
              <a:gd name="connsiteY8" fmla="*/ 391868 h 5549951"/>
              <a:gd name="connsiteX9" fmla="*/ 4527238 w 4553364"/>
              <a:gd name="connsiteY9" fmla="*/ 415489 h 5549951"/>
              <a:gd name="connsiteX10" fmla="*/ 4522133 w 4553364"/>
              <a:gd name="connsiteY10" fmla="*/ 506828 h 5549951"/>
              <a:gd name="connsiteX11" fmla="*/ 4517715 w 4553364"/>
              <a:gd name="connsiteY11" fmla="*/ 585890 h 5549951"/>
              <a:gd name="connsiteX12" fmla="*/ 4504778 w 4553364"/>
              <a:gd name="connsiteY12" fmla="*/ 817404 h 5549951"/>
              <a:gd name="connsiteX13" fmla="*/ 4506491 w 4553364"/>
              <a:gd name="connsiteY13" fmla="*/ 822238 h 5549951"/>
              <a:gd name="connsiteX14" fmla="*/ 4504340 w 4553364"/>
              <a:gd name="connsiteY14" fmla="*/ 846069 h 5549951"/>
              <a:gd name="connsiteX15" fmla="*/ 4502740 w 4553364"/>
              <a:gd name="connsiteY15" fmla="*/ 853854 h 5549951"/>
              <a:gd name="connsiteX16" fmla="*/ 4496502 w 4553364"/>
              <a:gd name="connsiteY16" fmla="*/ 965485 h 5549951"/>
              <a:gd name="connsiteX17" fmla="*/ 4498579 w 4553364"/>
              <a:gd name="connsiteY17" fmla="*/ 966385 h 5549951"/>
              <a:gd name="connsiteX18" fmla="*/ 4497900 w 4553364"/>
              <a:gd name="connsiteY18" fmla="*/ 1101094 h 5549951"/>
              <a:gd name="connsiteX19" fmla="*/ 4497795 w 4553364"/>
              <a:gd name="connsiteY19" fmla="*/ 1159389 h 5549951"/>
              <a:gd name="connsiteX20" fmla="*/ 4516282 w 4553364"/>
              <a:gd name="connsiteY20" fmla="*/ 1313374 h 5549951"/>
              <a:gd name="connsiteX21" fmla="*/ 4515402 w 4553364"/>
              <a:gd name="connsiteY21" fmla="*/ 1347004 h 5549951"/>
              <a:gd name="connsiteX22" fmla="*/ 4505820 w 4553364"/>
              <a:gd name="connsiteY22" fmla="*/ 1391762 h 5549951"/>
              <a:gd name="connsiteX23" fmla="*/ 4509084 w 4553364"/>
              <a:gd name="connsiteY23" fmla="*/ 1395707 h 5549951"/>
              <a:gd name="connsiteX24" fmla="*/ 4511926 w 4553364"/>
              <a:gd name="connsiteY24" fmla="*/ 1408524 h 5549951"/>
              <a:gd name="connsiteX25" fmla="*/ 4507185 w 4553364"/>
              <a:gd name="connsiteY25" fmla="*/ 1419109 h 5549951"/>
              <a:gd name="connsiteX26" fmla="*/ 4486104 w 4553364"/>
              <a:gd name="connsiteY26" fmla="*/ 1543038 h 5549951"/>
              <a:gd name="connsiteX27" fmla="*/ 4481223 w 4553364"/>
              <a:gd name="connsiteY27" fmla="*/ 1553997 h 5549951"/>
              <a:gd name="connsiteX28" fmla="*/ 4466795 w 4553364"/>
              <a:gd name="connsiteY28" fmla="*/ 1626071 h 5549951"/>
              <a:gd name="connsiteX29" fmla="*/ 4463080 w 4553364"/>
              <a:gd name="connsiteY29" fmla="*/ 1664103 h 5549951"/>
              <a:gd name="connsiteX30" fmla="*/ 4466740 w 4553364"/>
              <a:gd name="connsiteY30" fmla="*/ 1668558 h 5549951"/>
              <a:gd name="connsiteX31" fmla="*/ 4467013 w 4553364"/>
              <a:gd name="connsiteY31" fmla="*/ 1700268 h 5549951"/>
              <a:gd name="connsiteX32" fmla="*/ 4455543 w 4553364"/>
              <a:gd name="connsiteY32" fmla="*/ 1735163 h 5549951"/>
              <a:gd name="connsiteX33" fmla="*/ 4453483 w 4553364"/>
              <a:gd name="connsiteY33" fmla="*/ 1735289 h 5549951"/>
              <a:gd name="connsiteX34" fmla="*/ 4444985 w 4553364"/>
              <a:gd name="connsiteY34" fmla="*/ 1887374 h 5549951"/>
              <a:gd name="connsiteX35" fmla="*/ 4453676 w 4553364"/>
              <a:gd name="connsiteY35" fmla="*/ 1911536 h 5549951"/>
              <a:gd name="connsiteX36" fmla="*/ 4455073 w 4553364"/>
              <a:gd name="connsiteY36" fmla="*/ 1995384 h 5549951"/>
              <a:gd name="connsiteX37" fmla="*/ 4445491 w 4553364"/>
              <a:gd name="connsiteY37" fmla="*/ 2040142 h 5549951"/>
              <a:gd name="connsiteX38" fmla="*/ 4446856 w 4553364"/>
              <a:gd name="connsiteY38" fmla="*/ 2067489 h 5549951"/>
              <a:gd name="connsiteX39" fmla="*/ 4429341 w 4553364"/>
              <a:gd name="connsiteY39" fmla="*/ 2167300 h 5549951"/>
              <a:gd name="connsiteX40" fmla="*/ 4373258 w 4553364"/>
              <a:gd name="connsiteY40" fmla="*/ 3223633 h 5549951"/>
              <a:gd name="connsiteX41" fmla="*/ 4349387 w 4553364"/>
              <a:gd name="connsiteY41" fmla="*/ 3639984 h 5549951"/>
              <a:gd name="connsiteX42" fmla="*/ 4263924 w 4553364"/>
              <a:gd name="connsiteY42" fmla="*/ 5315626 h 5549951"/>
              <a:gd name="connsiteX43" fmla="*/ 4270290 w 4553364"/>
              <a:gd name="connsiteY43" fmla="*/ 5450399 h 5549951"/>
              <a:gd name="connsiteX44" fmla="*/ 4251733 w 4553364"/>
              <a:gd name="connsiteY44" fmla="*/ 5484804 h 5549951"/>
              <a:gd name="connsiteX45" fmla="*/ 4247081 w 4553364"/>
              <a:gd name="connsiteY45" fmla="*/ 5487504 h 5549951"/>
              <a:gd name="connsiteX46" fmla="*/ 4243624 w 4553364"/>
              <a:gd name="connsiteY46" fmla="*/ 5549951 h 5549951"/>
              <a:gd name="connsiteX47" fmla="*/ 0 w 4553364"/>
              <a:gd name="connsiteY47" fmla="*/ 5293146 h 5549951"/>
              <a:gd name="connsiteX48" fmla="*/ 4241 w 4553364"/>
              <a:gd name="connsiteY48" fmla="*/ 5239903 h 5549951"/>
              <a:gd name="connsiteX49" fmla="*/ 8461 w 4553364"/>
              <a:gd name="connsiteY49" fmla="*/ 5233298 h 5549951"/>
              <a:gd name="connsiteX50" fmla="*/ 8730 w 4553364"/>
              <a:gd name="connsiteY50" fmla="*/ 5230552 h 5549951"/>
              <a:gd name="connsiteX51" fmla="*/ 9000 w 4553364"/>
              <a:gd name="connsiteY51" fmla="*/ 5227804 h 5549951"/>
              <a:gd name="connsiteX52" fmla="*/ 9537 w 4553364"/>
              <a:gd name="connsiteY52" fmla="*/ 5222308 h 5549951"/>
              <a:gd name="connsiteX53" fmla="*/ 9222 w 4553364"/>
              <a:gd name="connsiteY53" fmla="*/ 5216405 h 5549951"/>
              <a:gd name="connsiteX54" fmla="*/ 8638 w 4553364"/>
              <a:gd name="connsiteY54" fmla="*/ 5213249 h 5549951"/>
              <a:gd name="connsiteX55" fmla="*/ 8907 w 4553364"/>
              <a:gd name="connsiteY55" fmla="*/ 5210500 h 5549951"/>
              <a:gd name="connsiteX56" fmla="*/ 8591 w 4553364"/>
              <a:gd name="connsiteY56" fmla="*/ 5204597 h 5549951"/>
              <a:gd name="connsiteX57" fmla="*/ 8008 w 4553364"/>
              <a:gd name="connsiteY57" fmla="*/ 5201441 h 5549951"/>
              <a:gd name="connsiteX58" fmla="*/ 7378 w 4553364"/>
              <a:gd name="connsiteY58" fmla="*/ 5189632 h 5549951"/>
              <a:gd name="connsiteX59" fmla="*/ 6794 w 4553364"/>
              <a:gd name="connsiteY59" fmla="*/ 5186477 h 5549951"/>
              <a:gd name="connsiteX60" fmla="*/ 7062 w 4553364"/>
              <a:gd name="connsiteY60" fmla="*/ 5183728 h 5549951"/>
              <a:gd name="connsiteX61" fmla="*/ 5627 w 4553364"/>
              <a:gd name="connsiteY61" fmla="*/ 5180163 h 5549951"/>
              <a:gd name="connsiteX62" fmla="*/ 11039 w 4553364"/>
              <a:gd name="connsiteY62" fmla="*/ 5116566 h 5549951"/>
              <a:gd name="connsiteX63" fmla="*/ 78653 w 4553364"/>
              <a:gd name="connsiteY63" fmla="*/ 3839310 h 5549951"/>
              <a:gd name="connsiteX64" fmla="*/ 303343 w 4553364"/>
              <a:gd name="connsiteY64" fmla="*/ 0 h 5549951"/>
              <a:gd name="connsiteX0" fmla="*/ 303343 w 4553364"/>
              <a:gd name="connsiteY0" fmla="*/ 0 h 5549951"/>
              <a:gd name="connsiteX1" fmla="*/ 3305529 w 4553364"/>
              <a:gd name="connsiteY1" fmla="*/ 171842 h 5549951"/>
              <a:gd name="connsiteX2" fmla="*/ 4134340 w 4553364"/>
              <a:gd name="connsiteY2" fmla="*/ 226950 h 5549951"/>
              <a:gd name="connsiteX3" fmla="*/ 4507534 w 4553364"/>
              <a:gd name="connsiteY3" fmla="*/ 247374 h 5549951"/>
              <a:gd name="connsiteX4" fmla="*/ 4535413 w 4553364"/>
              <a:gd name="connsiteY4" fmla="*/ 269179 h 5549951"/>
              <a:gd name="connsiteX5" fmla="*/ 4533639 w 4553364"/>
              <a:gd name="connsiteY5" fmla="*/ 300930 h 5549951"/>
              <a:gd name="connsiteX6" fmla="*/ 4536561 w 4553364"/>
              <a:gd name="connsiteY6" fmla="*/ 302647 h 5549951"/>
              <a:gd name="connsiteX7" fmla="*/ 4552987 w 4553364"/>
              <a:gd name="connsiteY7" fmla="*/ 334222 h 5549951"/>
              <a:gd name="connsiteX8" fmla="*/ 4530726 w 4553364"/>
              <a:gd name="connsiteY8" fmla="*/ 391868 h 5549951"/>
              <a:gd name="connsiteX9" fmla="*/ 4527238 w 4553364"/>
              <a:gd name="connsiteY9" fmla="*/ 415489 h 5549951"/>
              <a:gd name="connsiteX10" fmla="*/ 4522133 w 4553364"/>
              <a:gd name="connsiteY10" fmla="*/ 506828 h 5549951"/>
              <a:gd name="connsiteX11" fmla="*/ 4517715 w 4553364"/>
              <a:gd name="connsiteY11" fmla="*/ 585890 h 5549951"/>
              <a:gd name="connsiteX12" fmla="*/ 4504778 w 4553364"/>
              <a:gd name="connsiteY12" fmla="*/ 817404 h 5549951"/>
              <a:gd name="connsiteX13" fmla="*/ 4506491 w 4553364"/>
              <a:gd name="connsiteY13" fmla="*/ 822238 h 5549951"/>
              <a:gd name="connsiteX14" fmla="*/ 4504340 w 4553364"/>
              <a:gd name="connsiteY14" fmla="*/ 846069 h 5549951"/>
              <a:gd name="connsiteX15" fmla="*/ 4502740 w 4553364"/>
              <a:gd name="connsiteY15" fmla="*/ 853854 h 5549951"/>
              <a:gd name="connsiteX16" fmla="*/ 4496502 w 4553364"/>
              <a:gd name="connsiteY16" fmla="*/ 965485 h 5549951"/>
              <a:gd name="connsiteX17" fmla="*/ 4498579 w 4553364"/>
              <a:gd name="connsiteY17" fmla="*/ 966385 h 5549951"/>
              <a:gd name="connsiteX18" fmla="*/ 4497900 w 4553364"/>
              <a:gd name="connsiteY18" fmla="*/ 1101094 h 5549951"/>
              <a:gd name="connsiteX19" fmla="*/ 4497795 w 4553364"/>
              <a:gd name="connsiteY19" fmla="*/ 1159389 h 5549951"/>
              <a:gd name="connsiteX20" fmla="*/ 4516282 w 4553364"/>
              <a:gd name="connsiteY20" fmla="*/ 1313374 h 5549951"/>
              <a:gd name="connsiteX21" fmla="*/ 4515402 w 4553364"/>
              <a:gd name="connsiteY21" fmla="*/ 1347004 h 5549951"/>
              <a:gd name="connsiteX22" fmla="*/ 4505820 w 4553364"/>
              <a:gd name="connsiteY22" fmla="*/ 1391762 h 5549951"/>
              <a:gd name="connsiteX23" fmla="*/ 4509084 w 4553364"/>
              <a:gd name="connsiteY23" fmla="*/ 1395707 h 5549951"/>
              <a:gd name="connsiteX24" fmla="*/ 4511926 w 4553364"/>
              <a:gd name="connsiteY24" fmla="*/ 1408524 h 5549951"/>
              <a:gd name="connsiteX25" fmla="*/ 4507185 w 4553364"/>
              <a:gd name="connsiteY25" fmla="*/ 1419109 h 5549951"/>
              <a:gd name="connsiteX26" fmla="*/ 4486104 w 4553364"/>
              <a:gd name="connsiteY26" fmla="*/ 1543038 h 5549951"/>
              <a:gd name="connsiteX27" fmla="*/ 4481223 w 4553364"/>
              <a:gd name="connsiteY27" fmla="*/ 1553997 h 5549951"/>
              <a:gd name="connsiteX28" fmla="*/ 4466795 w 4553364"/>
              <a:gd name="connsiteY28" fmla="*/ 1626071 h 5549951"/>
              <a:gd name="connsiteX29" fmla="*/ 4463080 w 4553364"/>
              <a:gd name="connsiteY29" fmla="*/ 1664103 h 5549951"/>
              <a:gd name="connsiteX30" fmla="*/ 4466740 w 4553364"/>
              <a:gd name="connsiteY30" fmla="*/ 1668558 h 5549951"/>
              <a:gd name="connsiteX31" fmla="*/ 4455543 w 4553364"/>
              <a:gd name="connsiteY31" fmla="*/ 1735163 h 5549951"/>
              <a:gd name="connsiteX32" fmla="*/ 4453483 w 4553364"/>
              <a:gd name="connsiteY32" fmla="*/ 1735289 h 5549951"/>
              <a:gd name="connsiteX33" fmla="*/ 4444985 w 4553364"/>
              <a:gd name="connsiteY33" fmla="*/ 1887374 h 5549951"/>
              <a:gd name="connsiteX34" fmla="*/ 4453676 w 4553364"/>
              <a:gd name="connsiteY34" fmla="*/ 1911536 h 5549951"/>
              <a:gd name="connsiteX35" fmla="*/ 4455073 w 4553364"/>
              <a:gd name="connsiteY35" fmla="*/ 1995384 h 5549951"/>
              <a:gd name="connsiteX36" fmla="*/ 4445491 w 4553364"/>
              <a:gd name="connsiteY36" fmla="*/ 2040142 h 5549951"/>
              <a:gd name="connsiteX37" fmla="*/ 4446856 w 4553364"/>
              <a:gd name="connsiteY37" fmla="*/ 2067489 h 5549951"/>
              <a:gd name="connsiteX38" fmla="*/ 4429341 w 4553364"/>
              <a:gd name="connsiteY38" fmla="*/ 2167300 h 5549951"/>
              <a:gd name="connsiteX39" fmla="*/ 4373258 w 4553364"/>
              <a:gd name="connsiteY39" fmla="*/ 3223633 h 5549951"/>
              <a:gd name="connsiteX40" fmla="*/ 4349387 w 4553364"/>
              <a:gd name="connsiteY40" fmla="*/ 3639984 h 5549951"/>
              <a:gd name="connsiteX41" fmla="*/ 4263924 w 4553364"/>
              <a:gd name="connsiteY41" fmla="*/ 5315626 h 5549951"/>
              <a:gd name="connsiteX42" fmla="*/ 4270290 w 4553364"/>
              <a:gd name="connsiteY42" fmla="*/ 5450399 h 5549951"/>
              <a:gd name="connsiteX43" fmla="*/ 4251733 w 4553364"/>
              <a:gd name="connsiteY43" fmla="*/ 5484804 h 5549951"/>
              <a:gd name="connsiteX44" fmla="*/ 4247081 w 4553364"/>
              <a:gd name="connsiteY44" fmla="*/ 5487504 h 5549951"/>
              <a:gd name="connsiteX45" fmla="*/ 4243624 w 4553364"/>
              <a:gd name="connsiteY45" fmla="*/ 5549951 h 5549951"/>
              <a:gd name="connsiteX46" fmla="*/ 0 w 4553364"/>
              <a:gd name="connsiteY46" fmla="*/ 5293146 h 5549951"/>
              <a:gd name="connsiteX47" fmla="*/ 4241 w 4553364"/>
              <a:gd name="connsiteY47" fmla="*/ 5239903 h 5549951"/>
              <a:gd name="connsiteX48" fmla="*/ 8461 w 4553364"/>
              <a:gd name="connsiteY48" fmla="*/ 5233298 h 5549951"/>
              <a:gd name="connsiteX49" fmla="*/ 8730 w 4553364"/>
              <a:gd name="connsiteY49" fmla="*/ 5230552 h 5549951"/>
              <a:gd name="connsiteX50" fmla="*/ 9000 w 4553364"/>
              <a:gd name="connsiteY50" fmla="*/ 5227804 h 5549951"/>
              <a:gd name="connsiteX51" fmla="*/ 9537 w 4553364"/>
              <a:gd name="connsiteY51" fmla="*/ 5222308 h 5549951"/>
              <a:gd name="connsiteX52" fmla="*/ 9222 w 4553364"/>
              <a:gd name="connsiteY52" fmla="*/ 5216405 h 5549951"/>
              <a:gd name="connsiteX53" fmla="*/ 8638 w 4553364"/>
              <a:gd name="connsiteY53" fmla="*/ 5213249 h 5549951"/>
              <a:gd name="connsiteX54" fmla="*/ 8907 w 4553364"/>
              <a:gd name="connsiteY54" fmla="*/ 5210500 h 5549951"/>
              <a:gd name="connsiteX55" fmla="*/ 8591 w 4553364"/>
              <a:gd name="connsiteY55" fmla="*/ 5204597 h 5549951"/>
              <a:gd name="connsiteX56" fmla="*/ 8008 w 4553364"/>
              <a:gd name="connsiteY56" fmla="*/ 5201441 h 5549951"/>
              <a:gd name="connsiteX57" fmla="*/ 7378 w 4553364"/>
              <a:gd name="connsiteY57" fmla="*/ 5189632 h 5549951"/>
              <a:gd name="connsiteX58" fmla="*/ 6794 w 4553364"/>
              <a:gd name="connsiteY58" fmla="*/ 5186477 h 5549951"/>
              <a:gd name="connsiteX59" fmla="*/ 7062 w 4553364"/>
              <a:gd name="connsiteY59" fmla="*/ 5183728 h 5549951"/>
              <a:gd name="connsiteX60" fmla="*/ 5627 w 4553364"/>
              <a:gd name="connsiteY60" fmla="*/ 5180163 h 5549951"/>
              <a:gd name="connsiteX61" fmla="*/ 11039 w 4553364"/>
              <a:gd name="connsiteY61" fmla="*/ 5116566 h 5549951"/>
              <a:gd name="connsiteX62" fmla="*/ 78653 w 4553364"/>
              <a:gd name="connsiteY62" fmla="*/ 3839310 h 5549951"/>
              <a:gd name="connsiteX63" fmla="*/ 303343 w 4553364"/>
              <a:gd name="connsiteY63" fmla="*/ 0 h 5549951"/>
              <a:gd name="connsiteX0" fmla="*/ 303343 w 4553364"/>
              <a:gd name="connsiteY0" fmla="*/ 0 h 5549951"/>
              <a:gd name="connsiteX1" fmla="*/ 3305529 w 4553364"/>
              <a:gd name="connsiteY1" fmla="*/ 171842 h 5549951"/>
              <a:gd name="connsiteX2" fmla="*/ 4134340 w 4553364"/>
              <a:gd name="connsiteY2" fmla="*/ 226950 h 5549951"/>
              <a:gd name="connsiteX3" fmla="*/ 4507534 w 4553364"/>
              <a:gd name="connsiteY3" fmla="*/ 247374 h 5549951"/>
              <a:gd name="connsiteX4" fmla="*/ 4535413 w 4553364"/>
              <a:gd name="connsiteY4" fmla="*/ 269179 h 5549951"/>
              <a:gd name="connsiteX5" fmla="*/ 4533639 w 4553364"/>
              <a:gd name="connsiteY5" fmla="*/ 300930 h 5549951"/>
              <a:gd name="connsiteX6" fmla="*/ 4536561 w 4553364"/>
              <a:gd name="connsiteY6" fmla="*/ 302647 h 5549951"/>
              <a:gd name="connsiteX7" fmla="*/ 4552987 w 4553364"/>
              <a:gd name="connsiteY7" fmla="*/ 334222 h 5549951"/>
              <a:gd name="connsiteX8" fmla="*/ 4530726 w 4553364"/>
              <a:gd name="connsiteY8" fmla="*/ 391868 h 5549951"/>
              <a:gd name="connsiteX9" fmla="*/ 4527238 w 4553364"/>
              <a:gd name="connsiteY9" fmla="*/ 415489 h 5549951"/>
              <a:gd name="connsiteX10" fmla="*/ 4522133 w 4553364"/>
              <a:gd name="connsiteY10" fmla="*/ 506828 h 5549951"/>
              <a:gd name="connsiteX11" fmla="*/ 4517715 w 4553364"/>
              <a:gd name="connsiteY11" fmla="*/ 585890 h 5549951"/>
              <a:gd name="connsiteX12" fmla="*/ 4504778 w 4553364"/>
              <a:gd name="connsiteY12" fmla="*/ 817404 h 5549951"/>
              <a:gd name="connsiteX13" fmla="*/ 4506491 w 4553364"/>
              <a:gd name="connsiteY13" fmla="*/ 822238 h 5549951"/>
              <a:gd name="connsiteX14" fmla="*/ 4504340 w 4553364"/>
              <a:gd name="connsiteY14" fmla="*/ 846069 h 5549951"/>
              <a:gd name="connsiteX15" fmla="*/ 4502740 w 4553364"/>
              <a:gd name="connsiteY15" fmla="*/ 853854 h 5549951"/>
              <a:gd name="connsiteX16" fmla="*/ 4496502 w 4553364"/>
              <a:gd name="connsiteY16" fmla="*/ 965485 h 5549951"/>
              <a:gd name="connsiteX17" fmla="*/ 4498579 w 4553364"/>
              <a:gd name="connsiteY17" fmla="*/ 966385 h 5549951"/>
              <a:gd name="connsiteX18" fmla="*/ 4497900 w 4553364"/>
              <a:gd name="connsiteY18" fmla="*/ 1101094 h 5549951"/>
              <a:gd name="connsiteX19" fmla="*/ 4497795 w 4553364"/>
              <a:gd name="connsiteY19" fmla="*/ 1159389 h 5549951"/>
              <a:gd name="connsiteX20" fmla="*/ 4516282 w 4553364"/>
              <a:gd name="connsiteY20" fmla="*/ 1313374 h 5549951"/>
              <a:gd name="connsiteX21" fmla="*/ 4515402 w 4553364"/>
              <a:gd name="connsiteY21" fmla="*/ 1347004 h 5549951"/>
              <a:gd name="connsiteX22" fmla="*/ 4505820 w 4553364"/>
              <a:gd name="connsiteY22" fmla="*/ 1391762 h 5549951"/>
              <a:gd name="connsiteX23" fmla="*/ 4509084 w 4553364"/>
              <a:gd name="connsiteY23" fmla="*/ 1395707 h 5549951"/>
              <a:gd name="connsiteX24" fmla="*/ 4511926 w 4553364"/>
              <a:gd name="connsiteY24" fmla="*/ 1408524 h 5549951"/>
              <a:gd name="connsiteX25" fmla="*/ 4507185 w 4553364"/>
              <a:gd name="connsiteY25" fmla="*/ 1419109 h 5549951"/>
              <a:gd name="connsiteX26" fmla="*/ 4486104 w 4553364"/>
              <a:gd name="connsiteY26" fmla="*/ 1543038 h 5549951"/>
              <a:gd name="connsiteX27" fmla="*/ 4481223 w 4553364"/>
              <a:gd name="connsiteY27" fmla="*/ 1553997 h 5549951"/>
              <a:gd name="connsiteX28" fmla="*/ 4466795 w 4553364"/>
              <a:gd name="connsiteY28" fmla="*/ 1626071 h 5549951"/>
              <a:gd name="connsiteX29" fmla="*/ 4463080 w 4553364"/>
              <a:gd name="connsiteY29" fmla="*/ 1664103 h 5549951"/>
              <a:gd name="connsiteX30" fmla="*/ 4455543 w 4553364"/>
              <a:gd name="connsiteY30" fmla="*/ 1735163 h 5549951"/>
              <a:gd name="connsiteX31" fmla="*/ 4453483 w 4553364"/>
              <a:gd name="connsiteY31" fmla="*/ 1735289 h 5549951"/>
              <a:gd name="connsiteX32" fmla="*/ 4444985 w 4553364"/>
              <a:gd name="connsiteY32" fmla="*/ 1887374 h 5549951"/>
              <a:gd name="connsiteX33" fmla="*/ 4453676 w 4553364"/>
              <a:gd name="connsiteY33" fmla="*/ 1911536 h 5549951"/>
              <a:gd name="connsiteX34" fmla="*/ 4455073 w 4553364"/>
              <a:gd name="connsiteY34" fmla="*/ 1995384 h 5549951"/>
              <a:gd name="connsiteX35" fmla="*/ 4445491 w 4553364"/>
              <a:gd name="connsiteY35" fmla="*/ 2040142 h 5549951"/>
              <a:gd name="connsiteX36" fmla="*/ 4446856 w 4553364"/>
              <a:gd name="connsiteY36" fmla="*/ 2067489 h 5549951"/>
              <a:gd name="connsiteX37" fmla="*/ 4429341 w 4553364"/>
              <a:gd name="connsiteY37" fmla="*/ 2167300 h 5549951"/>
              <a:gd name="connsiteX38" fmla="*/ 4373258 w 4553364"/>
              <a:gd name="connsiteY38" fmla="*/ 3223633 h 5549951"/>
              <a:gd name="connsiteX39" fmla="*/ 4349387 w 4553364"/>
              <a:gd name="connsiteY39" fmla="*/ 3639984 h 5549951"/>
              <a:gd name="connsiteX40" fmla="*/ 4263924 w 4553364"/>
              <a:gd name="connsiteY40" fmla="*/ 5315626 h 5549951"/>
              <a:gd name="connsiteX41" fmla="*/ 4270290 w 4553364"/>
              <a:gd name="connsiteY41" fmla="*/ 5450399 h 5549951"/>
              <a:gd name="connsiteX42" fmla="*/ 4251733 w 4553364"/>
              <a:gd name="connsiteY42" fmla="*/ 5484804 h 5549951"/>
              <a:gd name="connsiteX43" fmla="*/ 4247081 w 4553364"/>
              <a:gd name="connsiteY43" fmla="*/ 5487504 h 5549951"/>
              <a:gd name="connsiteX44" fmla="*/ 4243624 w 4553364"/>
              <a:gd name="connsiteY44" fmla="*/ 5549951 h 5549951"/>
              <a:gd name="connsiteX45" fmla="*/ 0 w 4553364"/>
              <a:gd name="connsiteY45" fmla="*/ 5293146 h 5549951"/>
              <a:gd name="connsiteX46" fmla="*/ 4241 w 4553364"/>
              <a:gd name="connsiteY46" fmla="*/ 5239903 h 5549951"/>
              <a:gd name="connsiteX47" fmla="*/ 8461 w 4553364"/>
              <a:gd name="connsiteY47" fmla="*/ 5233298 h 5549951"/>
              <a:gd name="connsiteX48" fmla="*/ 8730 w 4553364"/>
              <a:gd name="connsiteY48" fmla="*/ 5230552 h 5549951"/>
              <a:gd name="connsiteX49" fmla="*/ 9000 w 4553364"/>
              <a:gd name="connsiteY49" fmla="*/ 5227804 h 5549951"/>
              <a:gd name="connsiteX50" fmla="*/ 9537 w 4553364"/>
              <a:gd name="connsiteY50" fmla="*/ 5222308 h 5549951"/>
              <a:gd name="connsiteX51" fmla="*/ 9222 w 4553364"/>
              <a:gd name="connsiteY51" fmla="*/ 5216405 h 5549951"/>
              <a:gd name="connsiteX52" fmla="*/ 8638 w 4553364"/>
              <a:gd name="connsiteY52" fmla="*/ 5213249 h 5549951"/>
              <a:gd name="connsiteX53" fmla="*/ 8907 w 4553364"/>
              <a:gd name="connsiteY53" fmla="*/ 5210500 h 5549951"/>
              <a:gd name="connsiteX54" fmla="*/ 8591 w 4553364"/>
              <a:gd name="connsiteY54" fmla="*/ 5204597 h 5549951"/>
              <a:gd name="connsiteX55" fmla="*/ 8008 w 4553364"/>
              <a:gd name="connsiteY55" fmla="*/ 5201441 h 5549951"/>
              <a:gd name="connsiteX56" fmla="*/ 7378 w 4553364"/>
              <a:gd name="connsiteY56" fmla="*/ 5189632 h 5549951"/>
              <a:gd name="connsiteX57" fmla="*/ 6794 w 4553364"/>
              <a:gd name="connsiteY57" fmla="*/ 5186477 h 5549951"/>
              <a:gd name="connsiteX58" fmla="*/ 7062 w 4553364"/>
              <a:gd name="connsiteY58" fmla="*/ 5183728 h 5549951"/>
              <a:gd name="connsiteX59" fmla="*/ 5627 w 4553364"/>
              <a:gd name="connsiteY59" fmla="*/ 5180163 h 5549951"/>
              <a:gd name="connsiteX60" fmla="*/ 11039 w 4553364"/>
              <a:gd name="connsiteY60" fmla="*/ 5116566 h 5549951"/>
              <a:gd name="connsiteX61" fmla="*/ 78653 w 4553364"/>
              <a:gd name="connsiteY61" fmla="*/ 3839310 h 5549951"/>
              <a:gd name="connsiteX62" fmla="*/ 303343 w 4553364"/>
              <a:gd name="connsiteY62" fmla="*/ 0 h 5549951"/>
              <a:gd name="connsiteX0" fmla="*/ 303343 w 4553364"/>
              <a:gd name="connsiteY0" fmla="*/ 0 h 5549951"/>
              <a:gd name="connsiteX1" fmla="*/ 3305529 w 4553364"/>
              <a:gd name="connsiteY1" fmla="*/ 171842 h 5549951"/>
              <a:gd name="connsiteX2" fmla="*/ 4134340 w 4553364"/>
              <a:gd name="connsiteY2" fmla="*/ 226950 h 5549951"/>
              <a:gd name="connsiteX3" fmla="*/ 4507534 w 4553364"/>
              <a:gd name="connsiteY3" fmla="*/ 247374 h 5549951"/>
              <a:gd name="connsiteX4" fmla="*/ 4535413 w 4553364"/>
              <a:gd name="connsiteY4" fmla="*/ 269179 h 5549951"/>
              <a:gd name="connsiteX5" fmla="*/ 4533639 w 4553364"/>
              <a:gd name="connsiteY5" fmla="*/ 300930 h 5549951"/>
              <a:gd name="connsiteX6" fmla="*/ 4536561 w 4553364"/>
              <a:gd name="connsiteY6" fmla="*/ 302647 h 5549951"/>
              <a:gd name="connsiteX7" fmla="*/ 4552987 w 4553364"/>
              <a:gd name="connsiteY7" fmla="*/ 334222 h 5549951"/>
              <a:gd name="connsiteX8" fmla="*/ 4530726 w 4553364"/>
              <a:gd name="connsiteY8" fmla="*/ 391868 h 5549951"/>
              <a:gd name="connsiteX9" fmla="*/ 4527238 w 4553364"/>
              <a:gd name="connsiteY9" fmla="*/ 415489 h 5549951"/>
              <a:gd name="connsiteX10" fmla="*/ 4522133 w 4553364"/>
              <a:gd name="connsiteY10" fmla="*/ 506828 h 5549951"/>
              <a:gd name="connsiteX11" fmla="*/ 4517715 w 4553364"/>
              <a:gd name="connsiteY11" fmla="*/ 585890 h 5549951"/>
              <a:gd name="connsiteX12" fmla="*/ 4504778 w 4553364"/>
              <a:gd name="connsiteY12" fmla="*/ 817404 h 5549951"/>
              <a:gd name="connsiteX13" fmla="*/ 4506491 w 4553364"/>
              <a:gd name="connsiteY13" fmla="*/ 822238 h 5549951"/>
              <a:gd name="connsiteX14" fmla="*/ 4504340 w 4553364"/>
              <a:gd name="connsiteY14" fmla="*/ 846069 h 5549951"/>
              <a:gd name="connsiteX15" fmla="*/ 4502740 w 4553364"/>
              <a:gd name="connsiteY15" fmla="*/ 853854 h 5549951"/>
              <a:gd name="connsiteX16" fmla="*/ 4496502 w 4553364"/>
              <a:gd name="connsiteY16" fmla="*/ 965485 h 5549951"/>
              <a:gd name="connsiteX17" fmla="*/ 4498579 w 4553364"/>
              <a:gd name="connsiteY17" fmla="*/ 966385 h 5549951"/>
              <a:gd name="connsiteX18" fmla="*/ 4497900 w 4553364"/>
              <a:gd name="connsiteY18" fmla="*/ 1101094 h 5549951"/>
              <a:gd name="connsiteX19" fmla="*/ 4497795 w 4553364"/>
              <a:gd name="connsiteY19" fmla="*/ 1159389 h 5549951"/>
              <a:gd name="connsiteX20" fmla="*/ 4516282 w 4553364"/>
              <a:gd name="connsiteY20" fmla="*/ 1313374 h 5549951"/>
              <a:gd name="connsiteX21" fmla="*/ 4515402 w 4553364"/>
              <a:gd name="connsiteY21" fmla="*/ 1347004 h 5549951"/>
              <a:gd name="connsiteX22" fmla="*/ 4505820 w 4553364"/>
              <a:gd name="connsiteY22" fmla="*/ 1391762 h 5549951"/>
              <a:gd name="connsiteX23" fmla="*/ 4509084 w 4553364"/>
              <a:gd name="connsiteY23" fmla="*/ 1395707 h 5549951"/>
              <a:gd name="connsiteX24" fmla="*/ 4511926 w 4553364"/>
              <a:gd name="connsiteY24" fmla="*/ 1408524 h 5549951"/>
              <a:gd name="connsiteX25" fmla="*/ 4507185 w 4553364"/>
              <a:gd name="connsiteY25" fmla="*/ 1419109 h 5549951"/>
              <a:gd name="connsiteX26" fmla="*/ 4486104 w 4553364"/>
              <a:gd name="connsiteY26" fmla="*/ 1543038 h 5549951"/>
              <a:gd name="connsiteX27" fmla="*/ 4481223 w 4553364"/>
              <a:gd name="connsiteY27" fmla="*/ 1553997 h 5549951"/>
              <a:gd name="connsiteX28" fmla="*/ 4463080 w 4553364"/>
              <a:gd name="connsiteY28" fmla="*/ 1664103 h 5549951"/>
              <a:gd name="connsiteX29" fmla="*/ 4455543 w 4553364"/>
              <a:gd name="connsiteY29" fmla="*/ 1735163 h 5549951"/>
              <a:gd name="connsiteX30" fmla="*/ 4453483 w 4553364"/>
              <a:gd name="connsiteY30" fmla="*/ 1735289 h 5549951"/>
              <a:gd name="connsiteX31" fmla="*/ 4444985 w 4553364"/>
              <a:gd name="connsiteY31" fmla="*/ 1887374 h 5549951"/>
              <a:gd name="connsiteX32" fmla="*/ 4453676 w 4553364"/>
              <a:gd name="connsiteY32" fmla="*/ 1911536 h 5549951"/>
              <a:gd name="connsiteX33" fmla="*/ 4455073 w 4553364"/>
              <a:gd name="connsiteY33" fmla="*/ 1995384 h 5549951"/>
              <a:gd name="connsiteX34" fmla="*/ 4445491 w 4553364"/>
              <a:gd name="connsiteY34" fmla="*/ 2040142 h 5549951"/>
              <a:gd name="connsiteX35" fmla="*/ 4446856 w 4553364"/>
              <a:gd name="connsiteY35" fmla="*/ 2067489 h 5549951"/>
              <a:gd name="connsiteX36" fmla="*/ 4429341 w 4553364"/>
              <a:gd name="connsiteY36" fmla="*/ 2167300 h 5549951"/>
              <a:gd name="connsiteX37" fmla="*/ 4373258 w 4553364"/>
              <a:gd name="connsiteY37" fmla="*/ 3223633 h 5549951"/>
              <a:gd name="connsiteX38" fmla="*/ 4349387 w 4553364"/>
              <a:gd name="connsiteY38" fmla="*/ 3639984 h 5549951"/>
              <a:gd name="connsiteX39" fmla="*/ 4263924 w 4553364"/>
              <a:gd name="connsiteY39" fmla="*/ 5315626 h 5549951"/>
              <a:gd name="connsiteX40" fmla="*/ 4270290 w 4553364"/>
              <a:gd name="connsiteY40" fmla="*/ 5450399 h 5549951"/>
              <a:gd name="connsiteX41" fmla="*/ 4251733 w 4553364"/>
              <a:gd name="connsiteY41" fmla="*/ 5484804 h 5549951"/>
              <a:gd name="connsiteX42" fmla="*/ 4247081 w 4553364"/>
              <a:gd name="connsiteY42" fmla="*/ 5487504 h 5549951"/>
              <a:gd name="connsiteX43" fmla="*/ 4243624 w 4553364"/>
              <a:gd name="connsiteY43" fmla="*/ 5549951 h 5549951"/>
              <a:gd name="connsiteX44" fmla="*/ 0 w 4553364"/>
              <a:gd name="connsiteY44" fmla="*/ 5293146 h 5549951"/>
              <a:gd name="connsiteX45" fmla="*/ 4241 w 4553364"/>
              <a:gd name="connsiteY45" fmla="*/ 5239903 h 5549951"/>
              <a:gd name="connsiteX46" fmla="*/ 8461 w 4553364"/>
              <a:gd name="connsiteY46" fmla="*/ 5233298 h 5549951"/>
              <a:gd name="connsiteX47" fmla="*/ 8730 w 4553364"/>
              <a:gd name="connsiteY47" fmla="*/ 5230552 h 5549951"/>
              <a:gd name="connsiteX48" fmla="*/ 9000 w 4553364"/>
              <a:gd name="connsiteY48" fmla="*/ 5227804 h 5549951"/>
              <a:gd name="connsiteX49" fmla="*/ 9537 w 4553364"/>
              <a:gd name="connsiteY49" fmla="*/ 5222308 h 5549951"/>
              <a:gd name="connsiteX50" fmla="*/ 9222 w 4553364"/>
              <a:gd name="connsiteY50" fmla="*/ 5216405 h 5549951"/>
              <a:gd name="connsiteX51" fmla="*/ 8638 w 4553364"/>
              <a:gd name="connsiteY51" fmla="*/ 5213249 h 5549951"/>
              <a:gd name="connsiteX52" fmla="*/ 8907 w 4553364"/>
              <a:gd name="connsiteY52" fmla="*/ 5210500 h 5549951"/>
              <a:gd name="connsiteX53" fmla="*/ 8591 w 4553364"/>
              <a:gd name="connsiteY53" fmla="*/ 5204597 h 5549951"/>
              <a:gd name="connsiteX54" fmla="*/ 8008 w 4553364"/>
              <a:gd name="connsiteY54" fmla="*/ 5201441 h 5549951"/>
              <a:gd name="connsiteX55" fmla="*/ 7378 w 4553364"/>
              <a:gd name="connsiteY55" fmla="*/ 5189632 h 5549951"/>
              <a:gd name="connsiteX56" fmla="*/ 6794 w 4553364"/>
              <a:gd name="connsiteY56" fmla="*/ 5186477 h 5549951"/>
              <a:gd name="connsiteX57" fmla="*/ 7062 w 4553364"/>
              <a:gd name="connsiteY57" fmla="*/ 5183728 h 5549951"/>
              <a:gd name="connsiteX58" fmla="*/ 5627 w 4553364"/>
              <a:gd name="connsiteY58" fmla="*/ 5180163 h 5549951"/>
              <a:gd name="connsiteX59" fmla="*/ 11039 w 4553364"/>
              <a:gd name="connsiteY59" fmla="*/ 5116566 h 5549951"/>
              <a:gd name="connsiteX60" fmla="*/ 78653 w 4553364"/>
              <a:gd name="connsiteY60" fmla="*/ 3839310 h 5549951"/>
              <a:gd name="connsiteX61" fmla="*/ 303343 w 4553364"/>
              <a:gd name="connsiteY61" fmla="*/ 0 h 5549951"/>
              <a:gd name="connsiteX0" fmla="*/ 303343 w 4553364"/>
              <a:gd name="connsiteY0" fmla="*/ 0 h 5549951"/>
              <a:gd name="connsiteX1" fmla="*/ 3305529 w 4553364"/>
              <a:gd name="connsiteY1" fmla="*/ 171842 h 5549951"/>
              <a:gd name="connsiteX2" fmla="*/ 4134340 w 4553364"/>
              <a:gd name="connsiteY2" fmla="*/ 226950 h 5549951"/>
              <a:gd name="connsiteX3" fmla="*/ 4507534 w 4553364"/>
              <a:gd name="connsiteY3" fmla="*/ 247374 h 5549951"/>
              <a:gd name="connsiteX4" fmla="*/ 4535413 w 4553364"/>
              <a:gd name="connsiteY4" fmla="*/ 269179 h 5549951"/>
              <a:gd name="connsiteX5" fmla="*/ 4533639 w 4553364"/>
              <a:gd name="connsiteY5" fmla="*/ 300930 h 5549951"/>
              <a:gd name="connsiteX6" fmla="*/ 4536561 w 4553364"/>
              <a:gd name="connsiteY6" fmla="*/ 302647 h 5549951"/>
              <a:gd name="connsiteX7" fmla="*/ 4552987 w 4553364"/>
              <a:gd name="connsiteY7" fmla="*/ 334222 h 5549951"/>
              <a:gd name="connsiteX8" fmla="*/ 4530726 w 4553364"/>
              <a:gd name="connsiteY8" fmla="*/ 391868 h 5549951"/>
              <a:gd name="connsiteX9" fmla="*/ 4527238 w 4553364"/>
              <a:gd name="connsiteY9" fmla="*/ 415489 h 5549951"/>
              <a:gd name="connsiteX10" fmla="*/ 4522133 w 4553364"/>
              <a:gd name="connsiteY10" fmla="*/ 506828 h 5549951"/>
              <a:gd name="connsiteX11" fmla="*/ 4517715 w 4553364"/>
              <a:gd name="connsiteY11" fmla="*/ 585890 h 5549951"/>
              <a:gd name="connsiteX12" fmla="*/ 4504778 w 4553364"/>
              <a:gd name="connsiteY12" fmla="*/ 817404 h 5549951"/>
              <a:gd name="connsiteX13" fmla="*/ 4506491 w 4553364"/>
              <a:gd name="connsiteY13" fmla="*/ 822238 h 5549951"/>
              <a:gd name="connsiteX14" fmla="*/ 4504340 w 4553364"/>
              <a:gd name="connsiteY14" fmla="*/ 846069 h 5549951"/>
              <a:gd name="connsiteX15" fmla="*/ 4502740 w 4553364"/>
              <a:gd name="connsiteY15" fmla="*/ 853854 h 5549951"/>
              <a:gd name="connsiteX16" fmla="*/ 4496502 w 4553364"/>
              <a:gd name="connsiteY16" fmla="*/ 965485 h 5549951"/>
              <a:gd name="connsiteX17" fmla="*/ 4498579 w 4553364"/>
              <a:gd name="connsiteY17" fmla="*/ 966385 h 5549951"/>
              <a:gd name="connsiteX18" fmla="*/ 4497900 w 4553364"/>
              <a:gd name="connsiteY18" fmla="*/ 1101094 h 5549951"/>
              <a:gd name="connsiteX19" fmla="*/ 4497795 w 4553364"/>
              <a:gd name="connsiteY19" fmla="*/ 1159389 h 5549951"/>
              <a:gd name="connsiteX20" fmla="*/ 4516282 w 4553364"/>
              <a:gd name="connsiteY20" fmla="*/ 1313374 h 5549951"/>
              <a:gd name="connsiteX21" fmla="*/ 4515402 w 4553364"/>
              <a:gd name="connsiteY21" fmla="*/ 1347004 h 5549951"/>
              <a:gd name="connsiteX22" fmla="*/ 4505820 w 4553364"/>
              <a:gd name="connsiteY22" fmla="*/ 1391762 h 5549951"/>
              <a:gd name="connsiteX23" fmla="*/ 4509084 w 4553364"/>
              <a:gd name="connsiteY23" fmla="*/ 1395707 h 5549951"/>
              <a:gd name="connsiteX24" fmla="*/ 4511926 w 4553364"/>
              <a:gd name="connsiteY24" fmla="*/ 1408524 h 5549951"/>
              <a:gd name="connsiteX25" fmla="*/ 4507185 w 4553364"/>
              <a:gd name="connsiteY25" fmla="*/ 1419109 h 5549951"/>
              <a:gd name="connsiteX26" fmla="*/ 4486104 w 4553364"/>
              <a:gd name="connsiteY26" fmla="*/ 1543038 h 5549951"/>
              <a:gd name="connsiteX27" fmla="*/ 4481223 w 4553364"/>
              <a:gd name="connsiteY27" fmla="*/ 1553997 h 5549951"/>
              <a:gd name="connsiteX28" fmla="*/ 4463080 w 4553364"/>
              <a:gd name="connsiteY28" fmla="*/ 1664103 h 5549951"/>
              <a:gd name="connsiteX29" fmla="*/ 4455543 w 4553364"/>
              <a:gd name="connsiteY29" fmla="*/ 1735163 h 5549951"/>
              <a:gd name="connsiteX30" fmla="*/ 4453483 w 4553364"/>
              <a:gd name="connsiteY30" fmla="*/ 1735289 h 5549951"/>
              <a:gd name="connsiteX31" fmla="*/ 4444985 w 4553364"/>
              <a:gd name="connsiteY31" fmla="*/ 1887374 h 5549951"/>
              <a:gd name="connsiteX32" fmla="*/ 4453676 w 4553364"/>
              <a:gd name="connsiteY32" fmla="*/ 1911536 h 5549951"/>
              <a:gd name="connsiteX33" fmla="*/ 4445491 w 4553364"/>
              <a:gd name="connsiteY33" fmla="*/ 2040142 h 5549951"/>
              <a:gd name="connsiteX34" fmla="*/ 4446856 w 4553364"/>
              <a:gd name="connsiteY34" fmla="*/ 2067489 h 5549951"/>
              <a:gd name="connsiteX35" fmla="*/ 4429341 w 4553364"/>
              <a:gd name="connsiteY35" fmla="*/ 2167300 h 5549951"/>
              <a:gd name="connsiteX36" fmla="*/ 4373258 w 4553364"/>
              <a:gd name="connsiteY36" fmla="*/ 3223633 h 5549951"/>
              <a:gd name="connsiteX37" fmla="*/ 4349387 w 4553364"/>
              <a:gd name="connsiteY37" fmla="*/ 3639984 h 5549951"/>
              <a:gd name="connsiteX38" fmla="*/ 4263924 w 4553364"/>
              <a:gd name="connsiteY38" fmla="*/ 5315626 h 5549951"/>
              <a:gd name="connsiteX39" fmla="*/ 4270290 w 4553364"/>
              <a:gd name="connsiteY39" fmla="*/ 5450399 h 5549951"/>
              <a:gd name="connsiteX40" fmla="*/ 4251733 w 4553364"/>
              <a:gd name="connsiteY40" fmla="*/ 5484804 h 5549951"/>
              <a:gd name="connsiteX41" fmla="*/ 4247081 w 4553364"/>
              <a:gd name="connsiteY41" fmla="*/ 5487504 h 5549951"/>
              <a:gd name="connsiteX42" fmla="*/ 4243624 w 4553364"/>
              <a:gd name="connsiteY42" fmla="*/ 5549951 h 5549951"/>
              <a:gd name="connsiteX43" fmla="*/ 0 w 4553364"/>
              <a:gd name="connsiteY43" fmla="*/ 5293146 h 5549951"/>
              <a:gd name="connsiteX44" fmla="*/ 4241 w 4553364"/>
              <a:gd name="connsiteY44" fmla="*/ 5239903 h 5549951"/>
              <a:gd name="connsiteX45" fmla="*/ 8461 w 4553364"/>
              <a:gd name="connsiteY45" fmla="*/ 5233298 h 5549951"/>
              <a:gd name="connsiteX46" fmla="*/ 8730 w 4553364"/>
              <a:gd name="connsiteY46" fmla="*/ 5230552 h 5549951"/>
              <a:gd name="connsiteX47" fmla="*/ 9000 w 4553364"/>
              <a:gd name="connsiteY47" fmla="*/ 5227804 h 5549951"/>
              <a:gd name="connsiteX48" fmla="*/ 9537 w 4553364"/>
              <a:gd name="connsiteY48" fmla="*/ 5222308 h 5549951"/>
              <a:gd name="connsiteX49" fmla="*/ 9222 w 4553364"/>
              <a:gd name="connsiteY49" fmla="*/ 5216405 h 5549951"/>
              <a:gd name="connsiteX50" fmla="*/ 8638 w 4553364"/>
              <a:gd name="connsiteY50" fmla="*/ 5213249 h 5549951"/>
              <a:gd name="connsiteX51" fmla="*/ 8907 w 4553364"/>
              <a:gd name="connsiteY51" fmla="*/ 5210500 h 5549951"/>
              <a:gd name="connsiteX52" fmla="*/ 8591 w 4553364"/>
              <a:gd name="connsiteY52" fmla="*/ 5204597 h 5549951"/>
              <a:gd name="connsiteX53" fmla="*/ 8008 w 4553364"/>
              <a:gd name="connsiteY53" fmla="*/ 5201441 h 5549951"/>
              <a:gd name="connsiteX54" fmla="*/ 7378 w 4553364"/>
              <a:gd name="connsiteY54" fmla="*/ 5189632 h 5549951"/>
              <a:gd name="connsiteX55" fmla="*/ 6794 w 4553364"/>
              <a:gd name="connsiteY55" fmla="*/ 5186477 h 5549951"/>
              <a:gd name="connsiteX56" fmla="*/ 7062 w 4553364"/>
              <a:gd name="connsiteY56" fmla="*/ 5183728 h 5549951"/>
              <a:gd name="connsiteX57" fmla="*/ 5627 w 4553364"/>
              <a:gd name="connsiteY57" fmla="*/ 5180163 h 5549951"/>
              <a:gd name="connsiteX58" fmla="*/ 11039 w 4553364"/>
              <a:gd name="connsiteY58" fmla="*/ 5116566 h 5549951"/>
              <a:gd name="connsiteX59" fmla="*/ 78653 w 4553364"/>
              <a:gd name="connsiteY59" fmla="*/ 3839310 h 5549951"/>
              <a:gd name="connsiteX60" fmla="*/ 303343 w 4553364"/>
              <a:gd name="connsiteY60" fmla="*/ 0 h 5549951"/>
              <a:gd name="connsiteX0" fmla="*/ 303343 w 4553364"/>
              <a:gd name="connsiteY0" fmla="*/ 0 h 5549951"/>
              <a:gd name="connsiteX1" fmla="*/ 3305529 w 4553364"/>
              <a:gd name="connsiteY1" fmla="*/ 171842 h 5549951"/>
              <a:gd name="connsiteX2" fmla="*/ 4134340 w 4553364"/>
              <a:gd name="connsiteY2" fmla="*/ 226950 h 5549951"/>
              <a:gd name="connsiteX3" fmla="*/ 4507534 w 4553364"/>
              <a:gd name="connsiteY3" fmla="*/ 247374 h 5549951"/>
              <a:gd name="connsiteX4" fmla="*/ 4535413 w 4553364"/>
              <a:gd name="connsiteY4" fmla="*/ 269179 h 5549951"/>
              <a:gd name="connsiteX5" fmla="*/ 4533639 w 4553364"/>
              <a:gd name="connsiteY5" fmla="*/ 300930 h 5549951"/>
              <a:gd name="connsiteX6" fmla="*/ 4536561 w 4553364"/>
              <a:gd name="connsiteY6" fmla="*/ 302647 h 5549951"/>
              <a:gd name="connsiteX7" fmla="*/ 4552987 w 4553364"/>
              <a:gd name="connsiteY7" fmla="*/ 334222 h 5549951"/>
              <a:gd name="connsiteX8" fmla="*/ 4530726 w 4553364"/>
              <a:gd name="connsiteY8" fmla="*/ 391868 h 5549951"/>
              <a:gd name="connsiteX9" fmla="*/ 4522133 w 4553364"/>
              <a:gd name="connsiteY9" fmla="*/ 506828 h 5549951"/>
              <a:gd name="connsiteX10" fmla="*/ 4517715 w 4553364"/>
              <a:gd name="connsiteY10" fmla="*/ 585890 h 5549951"/>
              <a:gd name="connsiteX11" fmla="*/ 4504778 w 4553364"/>
              <a:gd name="connsiteY11" fmla="*/ 817404 h 5549951"/>
              <a:gd name="connsiteX12" fmla="*/ 4506491 w 4553364"/>
              <a:gd name="connsiteY12" fmla="*/ 822238 h 5549951"/>
              <a:gd name="connsiteX13" fmla="*/ 4504340 w 4553364"/>
              <a:gd name="connsiteY13" fmla="*/ 846069 h 5549951"/>
              <a:gd name="connsiteX14" fmla="*/ 4502740 w 4553364"/>
              <a:gd name="connsiteY14" fmla="*/ 853854 h 5549951"/>
              <a:gd name="connsiteX15" fmla="*/ 4496502 w 4553364"/>
              <a:gd name="connsiteY15" fmla="*/ 965485 h 5549951"/>
              <a:gd name="connsiteX16" fmla="*/ 4498579 w 4553364"/>
              <a:gd name="connsiteY16" fmla="*/ 966385 h 5549951"/>
              <a:gd name="connsiteX17" fmla="*/ 4497900 w 4553364"/>
              <a:gd name="connsiteY17" fmla="*/ 1101094 h 5549951"/>
              <a:gd name="connsiteX18" fmla="*/ 4497795 w 4553364"/>
              <a:gd name="connsiteY18" fmla="*/ 1159389 h 5549951"/>
              <a:gd name="connsiteX19" fmla="*/ 4516282 w 4553364"/>
              <a:gd name="connsiteY19" fmla="*/ 1313374 h 5549951"/>
              <a:gd name="connsiteX20" fmla="*/ 4515402 w 4553364"/>
              <a:gd name="connsiteY20" fmla="*/ 1347004 h 5549951"/>
              <a:gd name="connsiteX21" fmla="*/ 4505820 w 4553364"/>
              <a:gd name="connsiteY21" fmla="*/ 1391762 h 5549951"/>
              <a:gd name="connsiteX22" fmla="*/ 4509084 w 4553364"/>
              <a:gd name="connsiteY22" fmla="*/ 1395707 h 5549951"/>
              <a:gd name="connsiteX23" fmla="*/ 4511926 w 4553364"/>
              <a:gd name="connsiteY23" fmla="*/ 1408524 h 5549951"/>
              <a:gd name="connsiteX24" fmla="*/ 4507185 w 4553364"/>
              <a:gd name="connsiteY24" fmla="*/ 1419109 h 5549951"/>
              <a:gd name="connsiteX25" fmla="*/ 4486104 w 4553364"/>
              <a:gd name="connsiteY25" fmla="*/ 1543038 h 5549951"/>
              <a:gd name="connsiteX26" fmla="*/ 4481223 w 4553364"/>
              <a:gd name="connsiteY26" fmla="*/ 1553997 h 5549951"/>
              <a:gd name="connsiteX27" fmla="*/ 4463080 w 4553364"/>
              <a:gd name="connsiteY27" fmla="*/ 1664103 h 5549951"/>
              <a:gd name="connsiteX28" fmla="*/ 4455543 w 4553364"/>
              <a:gd name="connsiteY28" fmla="*/ 1735163 h 5549951"/>
              <a:gd name="connsiteX29" fmla="*/ 4453483 w 4553364"/>
              <a:gd name="connsiteY29" fmla="*/ 1735289 h 5549951"/>
              <a:gd name="connsiteX30" fmla="*/ 4444985 w 4553364"/>
              <a:gd name="connsiteY30" fmla="*/ 1887374 h 5549951"/>
              <a:gd name="connsiteX31" fmla="*/ 4453676 w 4553364"/>
              <a:gd name="connsiteY31" fmla="*/ 1911536 h 5549951"/>
              <a:gd name="connsiteX32" fmla="*/ 4445491 w 4553364"/>
              <a:gd name="connsiteY32" fmla="*/ 2040142 h 5549951"/>
              <a:gd name="connsiteX33" fmla="*/ 4446856 w 4553364"/>
              <a:gd name="connsiteY33" fmla="*/ 2067489 h 5549951"/>
              <a:gd name="connsiteX34" fmla="*/ 4429341 w 4553364"/>
              <a:gd name="connsiteY34" fmla="*/ 2167300 h 5549951"/>
              <a:gd name="connsiteX35" fmla="*/ 4373258 w 4553364"/>
              <a:gd name="connsiteY35" fmla="*/ 3223633 h 5549951"/>
              <a:gd name="connsiteX36" fmla="*/ 4349387 w 4553364"/>
              <a:gd name="connsiteY36" fmla="*/ 3639984 h 5549951"/>
              <a:gd name="connsiteX37" fmla="*/ 4263924 w 4553364"/>
              <a:gd name="connsiteY37" fmla="*/ 5315626 h 5549951"/>
              <a:gd name="connsiteX38" fmla="*/ 4270290 w 4553364"/>
              <a:gd name="connsiteY38" fmla="*/ 5450399 h 5549951"/>
              <a:gd name="connsiteX39" fmla="*/ 4251733 w 4553364"/>
              <a:gd name="connsiteY39" fmla="*/ 5484804 h 5549951"/>
              <a:gd name="connsiteX40" fmla="*/ 4247081 w 4553364"/>
              <a:gd name="connsiteY40" fmla="*/ 5487504 h 5549951"/>
              <a:gd name="connsiteX41" fmla="*/ 4243624 w 4553364"/>
              <a:gd name="connsiteY41" fmla="*/ 5549951 h 5549951"/>
              <a:gd name="connsiteX42" fmla="*/ 0 w 4553364"/>
              <a:gd name="connsiteY42" fmla="*/ 5293146 h 5549951"/>
              <a:gd name="connsiteX43" fmla="*/ 4241 w 4553364"/>
              <a:gd name="connsiteY43" fmla="*/ 5239903 h 5549951"/>
              <a:gd name="connsiteX44" fmla="*/ 8461 w 4553364"/>
              <a:gd name="connsiteY44" fmla="*/ 5233298 h 5549951"/>
              <a:gd name="connsiteX45" fmla="*/ 8730 w 4553364"/>
              <a:gd name="connsiteY45" fmla="*/ 5230552 h 5549951"/>
              <a:gd name="connsiteX46" fmla="*/ 9000 w 4553364"/>
              <a:gd name="connsiteY46" fmla="*/ 5227804 h 5549951"/>
              <a:gd name="connsiteX47" fmla="*/ 9537 w 4553364"/>
              <a:gd name="connsiteY47" fmla="*/ 5222308 h 5549951"/>
              <a:gd name="connsiteX48" fmla="*/ 9222 w 4553364"/>
              <a:gd name="connsiteY48" fmla="*/ 5216405 h 5549951"/>
              <a:gd name="connsiteX49" fmla="*/ 8638 w 4553364"/>
              <a:gd name="connsiteY49" fmla="*/ 5213249 h 5549951"/>
              <a:gd name="connsiteX50" fmla="*/ 8907 w 4553364"/>
              <a:gd name="connsiteY50" fmla="*/ 5210500 h 5549951"/>
              <a:gd name="connsiteX51" fmla="*/ 8591 w 4553364"/>
              <a:gd name="connsiteY51" fmla="*/ 5204597 h 5549951"/>
              <a:gd name="connsiteX52" fmla="*/ 8008 w 4553364"/>
              <a:gd name="connsiteY52" fmla="*/ 5201441 h 5549951"/>
              <a:gd name="connsiteX53" fmla="*/ 7378 w 4553364"/>
              <a:gd name="connsiteY53" fmla="*/ 5189632 h 5549951"/>
              <a:gd name="connsiteX54" fmla="*/ 6794 w 4553364"/>
              <a:gd name="connsiteY54" fmla="*/ 5186477 h 5549951"/>
              <a:gd name="connsiteX55" fmla="*/ 7062 w 4553364"/>
              <a:gd name="connsiteY55" fmla="*/ 5183728 h 5549951"/>
              <a:gd name="connsiteX56" fmla="*/ 5627 w 4553364"/>
              <a:gd name="connsiteY56" fmla="*/ 5180163 h 5549951"/>
              <a:gd name="connsiteX57" fmla="*/ 11039 w 4553364"/>
              <a:gd name="connsiteY57" fmla="*/ 5116566 h 5549951"/>
              <a:gd name="connsiteX58" fmla="*/ 78653 w 4553364"/>
              <a:gd name="connsiteY58" fmla="*/ 3839310 h 5549951"/>
              <a:gd name="connsiteX59" fmla="*/ 303343 w 4553364"/>
              <a:gd name="connsiteY59" fmla="*/ 0 h 5549951"/>
              <a:gd name="connsiteX0" fmla="*/ 303343 w 4553364"/>
              <a:gd name="connsiteY0" fmla="*/ 0 h 5549951"/>
              <a:gd name="connsiteX1" fmla="*/ 3305529 w 4553364"/>
              <a:gd name="connsiteY1" fmla="*/ 171842 h 5549951"/>
              <a:gd name="connsiteX2" fmla="*/ 4134340 w 4553364"/>
              <a:gd name="connsiteY2" fmla="*/ 226950 h 5549951"/>
              <a:gd name="connsiteX3" fmla="*/ 4507534 w 4553364"/>
              <a:gd name="connsiteY3" fmla="*/ 247374 h 5549951"/>
              <a:gd name="connsiteX4" fmla="*/ 4535413 w 4553364"/>
              <a:gd name="connsiteY4" fmla="*/ 269179 h 5549951"/>
              <a:gd name="connsiteX5" fmla="*/ 4533639 w 4553364"/>
              <a:gd name="connsiteY5" fmla="*/ 300930 h 5549951"/>
              <a:gd name="connsiteX6" fmla="*/ 4536561 w 4553364"/>
              <a:gd name="connsiteY6" fmla="*/ 302647 h 5549951"/>
              <a:gd name="connsiteX7" fmla="*/ 4552987 w 4553364"/>
              <a:gd name="connsiteY7" fmla="*/ 334222 h 5549951"/>
              <a:gd name="connsiteX8" fmla="*/ 4530726 w 4553364"/>
              <a:gd name="connsiteY8" fmla="*/ 391868 h 5549951"/>
              <a:gd name="connsiteX9" fmla="*/ 4522133 w 4553364"/>
              <a:gd name="connsiteY9" fmla="*/ 506828 h 5549951"/>
              <a:gd name="connsiteX10" fmla="*/ 4517715 w 4553364"/>
              <a:gd name="connsiteY10" fmla="*/ 585890 h 5549951"/>
              <a:gd name="connsiteX11" fmla="*/ 4504778 w 4553364"/>
              <a:gd name="connsiteY11" fmla="*/ 817404 h 5549951"/>
              <a:gd name="connsiteX12" fmla="*/ 4506491 w 4553364"/>
              <a:gd name="connsiteY12" fmla="*/ 822238 h 5549951"/>
              <a:gd name="connsiteX13" fmla="*/ 4504340 w 4553364"/>
              <a:gd name="connsiteY13" fmla="*/ 846069 h 5549951"/>
              <a:gd name="connsiteX14" fmla="*/ 4502740 w 4553364"/>
              <a:gd name="connsiteY14" fmla="*/ 853854 h 5549951"/>
              <a:gd name="connsiteX15" fmla="*/ 4496502 w 4553364"/>
              <a:gd name="connsiteY15" fmla="*/ 965485 h 5549951"/>
              <a:gd name="connsiteX16" fmla="*/ 4497900 w 4553364"/>
              <a:gd name="connsiteY16" fmla="*/ 1101094 h 5549951"/>
              <a:gd name="connsiteX17" fmla="*/ 4497795 w 4553364"/>
              <a:gd name="connsiteY17" fmla="*/ 1159389 h 5549951"/>
              <a:gd name="connsiteX18" fmla="*/ 4516282 w 4553364"/>
              <a:gd name="connsiteY18" fmla="*/ 1313374 h 5549951"/>
              <a:gd name="connsiteX19" fmla="*/ 4515402 w 4553364"/>
              <a:gd name="connsiteY19" fmla="*/ 1347004 h 5549951"/>
              <a:gd name="connsiteX20" fmla="*/ 4505820 w 4553364"/>
              <a:gd name="connsiteY20" fmla="*/ 1391762 h 5549951"/>
              <a:gd name="connsiteX21" fmla="*/ 4509084 w 4553364"/>
              <a:gd name="connsiteY21" fmla="*/ 1395707 h 5549951"/>
              <a:gd name="connsiteX22" fmla="*/ 4511926 w 4553364"/>
              <a:gd name="connsiteY22" fmla="*/ 1408524 h 5549951"/>
              <a:gd name="connsiteX23" fmla="*/ 4507185 w 4553364"/>
              <a:gd name="connsiteY23" fmla="*/ 1419109 h 5549951"/>
              <a:gd name="connsiteX24" fmla="*/ 4486104 w 4553364"/>
              <a:gd name="connsiteY24" fmla="*/ 1543038 h 5549951"/>
              <a:gd name="connsiteX25" fmla="*/ 4481223 w 4553364"/>
              <a:gd name="connsiteY25" fmla="*/ 1553997 h 5549951"/>
              <a:gd name="connsiteX26" fmla="*/ 4463080 w 4553364"/>
              <a:gd name="connsiteY26" fmla="*/ 1664103 h 5549951"/>
              <a:gd name="connsiteX27" fmla="*/ 4455543 w 4553364"/>
              <a:gd name="connsiteY27" fmla="*/ 1735163 h 5549951"/>
              <a:gd name="connsiteX28" fmla="*/ 4453483 w 4553364"/>
              <a:gd name="connsiteY28" fmla="*/ 1735289 h 5549951"/>
              <a:gd name="connsiteX29" fmla="*/ 4444985 w 4553364"/>
              <a:gd name="connsiteY29" fmla="*/ 1887374 h 5549951"/>
              <a:gd name="connsiteX30" fmla="*/ 4453676 w 4553364"/>
              <a:gd name="connsiteY30" fmla="*/ 1911536 h 5549951"/>
              <a:gd name="connsiteX31" fmla="*/ 4445491 w 4553364"/>
              <a:gd name="connsiteY31" fmla="*/ 2040142 h 5549951"/>
              <a:gd name="connsiteX32" fmla="*/ 4446856 w 4553364"/>
              <a:gd name="connsiteY32" fmla="*/ 2067489 h 5549951"/>
              <a:gd name="connsiteX33" fmla="*/ 4429341 w 4553364"/>
              <a:gd name="connsiteY33" fmla="*/ 2167300 h 5549951"/>
              <a:gd name="connsiteX34" fmla="*/ 4373258 w 4553364"/>
              <a:gd name="connsiteY34" fmla="*/ 3223633 h 5549951"/>
              <a:gd name="connsiteX35" fmla="*/ 4349387 w 4553364"/>
              <a:gd name="connsiteY35" fmla="*/ 3639984 h 5549951"/>
              <a:gd name="connsiteX36" fmla="*/ 4263924 w 4553364"/>
              <a:gd name="connsiteY36" fmla="*/ 5315626 h 5549951"/>
              <a:gd name="connsiteX37" fmla="*/ 4270290 w 4553364"/>
              <a:gd name="connsiteY37" fmla="*/ 5450399 h 5549951"/>
              <a:gd name="connsiteX38" fmla="*/ 4251733 w 4553364"/>
              <a:gd name="connsiteY38" fmla="*/ 5484804 h 5549951"/>
              <a:gd name="connsiteX39" fmla="*/ 4247081 w 4553364"/>
              <a:gd name="connsiteY39" fmla="*/ 5487504 h 5549951"/>
              <a:gd name="connsiteX40" fmla="*/ 4243624 w 4553364"/>
              <a:gd name="connsiteY40" fmla="*/ 5549951 h 5549951"/>
              <a:gd name="connsiteX41" fmla="*/ 0 w 4553364"/>
              <a:gd name="connsiteY41" fmla="*/ 5293146 h 5549951"/>
              <a:gd name="connsiteX42" fmla="*/ 4241 w 4553364"/>
              <a:gd name="connsiteY42" fmla="*/ 5239903 h 5549951"/>
              <a:gd name="connsiteX43" fmla="*/ 8461 w 4553364"/>
              <a:gd name="connsiteY43" fmla="*/ 5233298 h 5549951"/>
              <a:gd name="connsiteX44" fmla="*/ 8730 w 4553364"/>
              <a:gd name="connsiteY44" fmla="*/ 5230552 h 5549951"/>
              <a:gd name="connsiteX45" fmla="*/ 9000 w 4553364"/>
              <a:gd name="connsiteY45" fmla="*/ 5227804 h 5549951"/>
              <a:gd name="connsiteX46" fmla="*/ 9537 w 4553364"/>
              <a:gd name="connsiteY46" fmla="*/ 5222308 h 5549951"/>
              <a:gd name="connsiteX47" fmla="*/ 9222 w 4553364"/>
              <a:gd name="connsiteY47" fmla="*/ 5216405 h 5549951"/>
              <a:gd name="connsiteX48" fmla="*/ 8638 w 4553364"/>
              <a:gd name="connsiteY48" fmla="*/ 5213249 h 5549951"/>
              <a:gd name="connsiteX49" fmla="*/ 8907 w 4553364"/>
              <a:gd name="connsiteY49" fmla="*/ 5210500 h 5549951"/>
              <a:gd name="connsiteX50" fmla="*/ 8591 w 4553364"/>
              <a:gd name="connsiteY50" fmla="*/ 5204597 h 5549951"/>
              <a:gd name="connsiteX51" fmla="*/ 8008 w 4553364"/>
              <a:gd name="connsiteY51" fmla="*/ 5201441 h 5549951"/>
              <a:gd name="connsiteX52" fmla="*/ 7378 w 4553364"/>
              <a:gd name="connsiteY52" fmla="*/ 5189632 h 5549951"/>
              <a:gd name="connsiteX53" fmla="*/ 6794 w 4553364"/>
              <a:gd name="connsiteY53" fmla="*/ 5186477 h 5549951"/>
              <a:gd name="connsiteX54" fmla="*/ 7062 w 4553364"/>
              <a:gd name="connsiteY54" fmla="*/ 5183728 h 5549951"/>
              <a:gd name="connsiteX55" fmla="*/ 5627 w 4553364"/>
              <a:gd name="connsiteY55" fmla="*/ 5180163 h 5549951"/>
              <a:gd name="connsiteX56" fmla="*/ 11039 w 4553364"/>
              <a:gd name="connsiteY56" fmla="*/ 5116566 h 5549951"/>
              <a:gd name="connsiteX57" fmla="*/ 78653 w 4553364"/>
              <a:gd name="connsiteY57" fmla="*/ 3839310 h 5549951"/>
              <a:gd name="connsiteX58" fmla="*/ 303343 w 4553364"/>
              <a:gd name="connsiteY58" fmla="*/ 0 h 5549951"/>
              <a:gd name="connsiteX0" fmla="*/ 303343 w 4553364"/>
              <a:gd name="connsiteY0" fmla="*/ 0 h 5549951"/>
              <a:gd name="connsiteX1" fmla="*/ 3305529 w 4553364"/>
              <a:gd name="connsiteY1" fmla="*/ 171842 h 5549951"/>
              <a:gd name="connsiteX2" fmla="*/ 4134340 w 4553364"/>
              <a:gd name="connsiteY2" fmla="*/ 226950 h 5549951"/>
              <a:gd name="connsiteX3" fmla="*/ 4507534 w 4553364"/>
              <a:gd name="connsiteY3" fmla="*/ 247374 h 5549951"/>
              <a:gd name="connsiteX4" fmla="*/ 4535413 w 4553364"/>
              <a:gd name="connsiteY4" fmla="*/ 269179 h 5549951"/>
              <a:gd name="connsiteX5" fmla="*/ 4533639 w 4553364"/>
              <a:gd name="connsiteY5" fmla="*/ 300930 h 5549951"/>
              <a:gd name="connsiteX6" fmla="*/ 4536561 w 4553364"/>
              <a:gd name="connsiteY6" fmla="*/ 302647 h 5549951"/>
              <a:gd name="connsiteX7" fmla="*/ 4552987 w 4553364"/>
              <a:gd name="connsiteY7" fmla="*/ 334222 h 5549951"/>
              <a:gd name="connsiteX8" fmla="*/ 4530726 w 4553364"/>
              <a:gd name="connsiteY8" fmla="*/ 391868 h 5549951"/>
              <a:gd name="connsiteX9" fmla="*/ 4522133 w 4553364"/>
              <a:gd name="connsiteY9" fmla="*/ 506828 h 5549951"/>
              <a:gd name="connsiteX10" fmla="*/ 4517715 w 4553364"/>
              <a:gd name="connsiteY10" fmla="*/ 585890 h 5549951"/>
              <a:gd name="connsiteX11" fmla="*/ 4504778 w 4553364"/>
              <a:gd name="connsiteY11" fmla="*/ 817404 h 5549951"/>
              <a:gd name="connsiteX12" fmla="*/ 4506491 w 4553364"/>
              <a:gd name="connsiteY12" fmla="*/ 822238 h 5549951"/>
              <a:gd name="connsiteX13" fmla="*/ 4504340 w 4553364"/>
              <a:gd name="connsiteY13" fmla="*/ 846069 h 5549951"/>
              <a:gd name="connsiteX14" fmla="*/ 4502740 w 4553364"/>
              <a:gd name="connsiteY14" fmla="*/ 853854 h 5549951"/>
              <a:gd name="connsiteX15" fmla="*/ 4496502 w 4553364"/>
              <a:gd name="connsiteY15" fmla="*/ 965485 h 5549951"/>
              <a:gd name="connsiteX16" fmla="*/ 4497900 w 4553364"/>
              <a:gd name="connsiteY16" fmla="*/ 1101094 h 5549951"/>
              <a:gd name="connsiteX17" fmla="*/ 4497795 w 4553364"/>
              <a:gd name="connsiteY17" fmla="*/ 1159389 h 5549951"/>
              <a:gd name="connsiteX18" fmla="*/ 4516282 w 4553364"/>
              <a:gd name="connsiteY18" fmla="*/ 1313374 h 5549951"/>
              <a:gd name="connsiteX19" fmla="*/ 4515402 w 4553364"/>
              <a:gd name="connsiteY19" fmla="*/ 1347004 h 5549951"/>
              <a:gd name="connsiteX20" fmla="*/ 4505820 w 4553364"/>
              <a:gd name="connsiteY20" fmla="*/ 1391762 h 5549951"/>
              <a:gd name="connsiteX21" fmla="*/ 4509084 w 4553364"/>
              <a:gd name="connsiteY21" fmla="*/ 1395707 h 5549951"/>
              <a:gd name="connsiteX22" fmla="*/ 4511926 w 4553364"/>
              <a:gd name="connsiteY22" fmla="*/ 1408524 h 5549951"/>
              <a:gd name="connsiteX23" fmla="*/ 4507185 w 4553364"/>
              <a:gd name="connsiteY23" fmla="*/ 1419109 h 5549951"/>
              <a:gd name="connsiteX24" fmla="*/ 4486104 w 4553364"/>
              <a:gd name="connsiteY24" fmla="*/ 1543038 h 5549951"/>
              <a:gd name="connsiteX25" fmla="*/ 4481223 w 4553364"/>
              <a:gd name="connsiteY25" fmla="*/ 1553997 h 5549951"/>
              <a:gd name="connsiteX26" fmla="*/ 4463080 w 4553364"/>
              <a:gd name="connsiteY26" fmla="*/ 1664103 h 5549951"/>
              <a:gd name="connsiteX27" fmla="*/ 4455543 w 4553364"/>
              <a:gd name="connsiteY27" fmla="*/ 1735163 h 5549951"/>
              <a:gd name="connsiteX28" fmla="*/ 4453483 w 4553364"/>
              <a:gd name="connsiteY28" fmla="*/ 1735289 h 5549951"/>
              <a:gd name="connsiteX29" fmla="*/ 4444985 w 4553364"/>
              <a:gd name="connsiteY29" fmla="*/ 1887374 h 5549951"/>
              <a:gd name="connsiteX30" fmla="*/ 4453676 w 4553364"/>
              <a:gd name="connsiteY30" fmla="*/ 1911536 h 5549951"/>
              <a:gd name="connsiteX31" fmla="*/ 4445491 w 4553364"/>
              <a:gd name="connsiteY31" fmla="*/ 2040142 h 5549951"/>
              <a:gd name="connsiteX32" fmla="*/ 4446856 w 4553364"/>
              <a:gd name="connsiteY32" fmla="*/ 2067489 h 5549951"/>
              <a:gd name="connsiteX33" fmla="*/ 4429341 w 4553364"/>
              <a:gd name="connsiteY33" fmla="*/ 2167300 h 5549951"/>
              <a:gd name="connsiteX34" fmla="*/ 4373258 w 4553364"/>
              <a:gd name="connsiteY34" fmla="*/ 3223633 h 5549951"/>
              <a:gd name="connsiteX35" fmla="*/ 4349387 w 4553364"/>
              <a:gd name="connsiteY35" fmla="*/ 3639984 h 5549951"/>
              <a:gd name="connsiteX36" fmla="*/ 4263924 w 4553364"/>
              <a:gd name="connsiteY36" fmla="*/ 5315626 h 5549951"/>
              <a:gd name="connsiteX37" fmla="*/ 4270290 w 4553364"/>
              <a:gd name="connsiteY37" fmla="*/ 5450399 h 5549951"/>
              <a:gd name="connsiteX38" fmla="*/ 4251733 w 4553364"/>
              <a:gd name="connsiteY38" fmla="*/ 5484804 h 5549951"/>
              <a:gd name="connsiteX39" fmla="*/ 4247081 w 4553364"/>
              <a:gd name="connsiteY39" fmla="*/ 5487504 h 5549951"/>
              <a:gd name="connsiteX40" fmla="*/ 4243624 w 4553364"/>
              <a:gd name="connsiteY40" fmla="*/ 5549951 h 5549951"/>
              <a:gd name="connsiteX41" fmla="*/ 0 w 4553364"/>
              <a:gd name="connsiteY41" fmla="*/ 5293146 h 5549951"/>
              <a:gd name="connsiteX42" fmla="*/ 4241 w 4553364"/>
              <a:gd name="connsiteY42" fmla="*/ 5239903 h 5549951"/>
              <a:gd name="connsiteX43" fmla="*/ 8461 w 4553364"/>
              <a:gd name="connsiteY43" fmla="*/ 5233298 h 5549951"/>
              <a:gd name="connsiteX44" fmla="*/ 8730 w 4553364"/>
              <a:gd name="connsiteY44" fmla="*/ 5230552 h 5549951"/>
              <a:gd name="connsiteX45" fmla="*/ 9000 w 4553364"/>
              <a:gd name="connsiteY45" fmla="*/ 5227804 h 5549951"/>
              <a:gd name="connsiteX46" fmla="*/ 9537 w 4553364"/>
              <a:gd name="connsiteY46" fmla="*/ 5222308 h 5549951"/>
              <a:gd name="connsiteX47" fmla="*/ 9222 w 4553364"/>
              <a:gd name="connsiteY47" fmla="*/ 5216405 h 5549951"/>
              <a:gd name="connsiteX48" fmla="*/ 8638 w 4553364"/>
              <a:gd name="connsiteY48" fmla="*/ 5213249 h 5549951"/>
              <a:gd name="connsiteX49" fmla="*/ 8907 w 4553364"/>
              <a:gd name="connsiteY49" fmla="*/ 5210500 h 5549951"/>
              <a:gd name="connsiteX50" fmla="*/ 8008 w 4553364"/>
              <a:gd name="connsiteY50" fmla="*/ 5201441 h 5549951"/>
              <a:gd name="connsiteX51" fmla="*/ 7378 w 4553364"/>
              <a:gd name="connsiteY51" fmla="*/ 5189632 h 5549951"/>
              <a:gd name="connsiteX52" fmla="*/ 6794 w 4553364"/>
              <a:gd name="connsiteY52" fmla="*/ 5186477 h 5549951"/>
              <a:gd name="connsiteX53" fmla="*/ 7062 w 4553364"/>
              <a:gd name="connsiteY53" fmla="*/ 5183728 h 5549951"/>
              <a:gd name="connsiteX54" fmla="*/ 5627 w 4553364"/>
              <a:gd name="connsiteY54" fmla="*/ 5180163 h 5549951"/>
              <a:gd name="connsiteX55" fmla="*/ 11039 w 4553364"/>
              <a:gd name="connsiteY55" fmla="*/ 5116566 h 5549951"/>
              <a:gd name="connsiteX56" fmla="*/ 78653 w 4553364"/>
              <a:gd name="connsiteY56" fmla="*/ 3839310 h 5549951"/>
              <a:gd name="connsiteX57" fmla="*/ 303343 w 4553364"/>
              <a:gd name="connsiteY57" fmla="*/ 0 h 5549951"/>
              <a:gd name="connsiteX0" fmla="*/ 303343 w 4553364"/>
              <a:gd name="connsiteY0" fmla="*/ 0 h 5549951"/>
              <a:gd name="connsiteX1" fmla="*/ 3305529 w 4553364"/>
              <a:gd name="connsiteY1" fmla="*/ 171842 h 5549951"/>
              <a:gd name="connsiteX2" fmla="*/ 4134340 w 4553364"/>
              <a:gd name="connsiteY2" fmla="*/ 226950 h 5549951"/>
              <a:gd name="connsiteX3" fmla="*/ 4507534 w 4553364"/>
              <a:gd name="connsiteY3" fmla="*/ 247374 h 5549951"/>
              <a:gd name="connsiteX4" fmla="*/ 4535413 w 4553364"/>
              <a:gd name="connsiteY4" fmla="*/ 269179 h 5549951"/>
              <a:gd name="connsiteX5" fmla="*/ 4533639 w 4553364"/>
              <a:gd name="connsiteY5" fmla="*/ 300930 h 5549951"/>
              <a:gd name="connsiteX6" fmla="*/ 4536561 w 4553364"/>
              <a:gd name="connsiteY6" fmla="*/ 302647 h 5549951"/>
              <a:gd name="connsiteX7" fmla="*/ 4552987 w 4553364"/>
              <a:gd name="connsiteY7" fmla="*/ 334222 h 5549951"/>
              <a:gd name="connsiteX8" fmla="*/ 4530726 w 4553364"/>
              <a:gd name="connsiteY8" fmla="*/ 391868 h 5549951"/>
              <a:gd name="connsiteX9" fmla="*/ 4522133 w 4553364"/>
              <a:gd name="connsiteY9" fmla="*/ 506828 h 5549951"/>
              <a:gd name="connsiteX10" fmla="*/ 4517715 w 4553364"/>
              <a:gd name="connsiteY10" fmla="*/ 585890 h 5549951"/>
              <a:gd name="connsiteX11" fmla="*/ 4504778 w 4553364"/>
              <a:gd name="connsiteY11" fmla="*/ 817404 h 5549951"/>
              <a:gd name="connsiteX12" fmla="*/ 4506491 w 4553364"/>
              <a:gd name="connsiteY12" fmla="*/ 822238 h 5549951"/>
              <a:gd name="connsiteX13" fmla="*/ 4504340 w 4553364"/>
              <a:gd name="connsiteY13" fmla="*/ 846069 h 5549951"/>
              <a:gd name="connsiteX14" fmla="*/ 4502740 w 4553364"/>
              <a:gd name="connsiteY14" fmla="*/ 853854 h 5549951"/>
              <a:gd name="connsiteX15" fmla="*/ 4496502 w 4553364"/>
              <a:gd name="connsiteY15" fmla="*/ 965485 h 5549951"/>
              <a:gd name="connsiteX16" fmla="*/ 4497900 w 4553364"/>
              <a:gd name="connsiteY16" fmla="*/ 1101094 h 5549951"/>
              <a:gd name="connsiteX17" fmla="*/ 4497795 w 4553364"/>
              <a:gd name="connsiteY17" fmla="*/ 1159389 h 5549951"/>
              <a:gd name="connsiteX18" fmla="*/ 4516282 w 4553364"/>
              <a:gd name="connsiteY18" fmla="*/ 1313374 h 5549951"/>
              <a:gd name="connsiteX19" fmla="*/ 4515402 w 4553364"/>
              <a:gd name="connsiteY19" fmla="*/ 1347004 h 5549951"/>
              <a:gd name="connsiteX20" fmla="*/ 4505820 w 4553364"/>
              <a:gd name="connsiteY20" fmla="*/ 1391762 h 5549951"/>
              <a:gd name="connsiteX21" fmla="*/ 4509084 w 4553364"/>
              <a:gd name="connsiteY21" fmla="*/ 1395707 h 5549951"/>
              <a:gd name="connsiteX22" fmla="*/ 4511926 w 4553364"/>
              <a:gd name="connsiteY22" fmla="*/ 1408524 h 5549951"/>
              <a:gd name="connsiteX23" fmla="*/ 4507185 w 4553364"/>
              <a:gd name="connsiteY23" fmla="*/ 1419109 h 5549951"/>
              <a:gd name="connsiteX24" fmla="*/ 4486104 w 4553364"/>
              <a:gd name="connsiteY24" fmla="*/ 1543038 h 5549951"/>
              <a:gd name="connsiteX25" fmla="*/ 4481223 w 4553364"/>
              <a:gd name="connsiteY25" fmla="*/ 1553997 h 5549951"/>
              <a:gd name="connsiteX26" fmla="*/ 4463080 w 4553364"/>
              <a:gd name="connsiteY26" fmla="*/ 1664103 h 5549951"/>
              <a:gd name="connsiteX27" fmla="*/ 4455543 w 4553364"/>
              <a:gd name="connsiteY27" fmla="*/ 1735163 h 5549951"/>
              <a:gd name="connsiteX28" fmla="*/ 4453483 w 4553364"/>
              <a:gd name="connsiteY28" fmla="*/ 1735289 h 5549951"/>
              <a:gd name="connsiteX29" fmla="*/ 4444985 w 4553364"/>
              <a:gd name="connsiteY29" fmla="*/ 1887374 h 5549951"/>
              <a:gd name="connsiteX30" fmla="*/ 4453676 w 4553364"/>
              <a:gd name="connsiteY30" fmla="*/ 1911536 h 5549951"/>
              <a:gd name="connsiteX31" fmla="*/ 4445491 w 4553364"/>
              <a:gd name="connsiteY31" fmla="*/ 2040142 h 5549951"/>
              <a:gd name="connsiteX32" fmla="*/ 4446856 w 4553364"/>
              <a:gd name="connsiteY32" fmla="*/ 2067489 h 5549951"/>
              <a:gd name="connsiteX33" fmla="*/ 4429341 w 4553364"/>
              <a:gd name="connsiteY33" fmla="*/ 2167300 h 5549951"/>
              <a:gd name="connsiteX34" fmla="*/ 4373258 w 4553364"/>
              <a:gd name="connsiteY34" fmla="*/ 3223633 h 5549951"/>
              <a:gd name="connsiteX35" fmla="*/ 4349387 w 4553364"/>
              <a:gd name="connsiteY35" fmla="*/ 3639984 h 5549951"/>
              <a:gd name="connsiteX36" fmla="*/ 4263924 w 4553364"/>
              <a:gd name="connsiteY36" fmla="*/ 5315626 h 5549951"/>
              <a:gd name="connsiteX37" fmla="*/ 4270290 w 4553364"/>
              <a:gd name="connsiteY37" fmla="*/ 5450399 h 5549951"/>
              <a:gd name="connsiteX38" fmla="*/ 4251733 w 4553364"/>
              <a:gd name="connsiteY38" fmla="*/ 5484804 h 5549951"/>
              <a:gd name="connsiteX39" fmla="*/ 4247081 w 4553364"/>
              <a:gd name="connsiteY39" fmla="*/ 5487504 h 5549951"/>
              <a:gd name="connsiteX40" fmla="*/ 4243624 w 4553364"/>
              <a:gd name="connsiteY40" fmla="*/ 5549951 h 5549951"/>
              <a:gd name="connsiteX41" fmla="*/ 0 w 4553364"/>
              <a:gd name="connsiteY41" fmla="*/ 5293146 h 5549951"/>
              <a:gd name="connsiteX42" fmla="*/ 4241 w 4553364"/>
              <a:gd name="connsiteY42" fmla="*/ 5239903 h 5549951"/>
              <a:gd name="connsiteX43" fmla="*/ 8461 w 4553364"/>
              <a:gd name="connsiteY43" fmla="*/ 5233298 h 5549951"/>
              <a:gd name="connsiteX44" fmla="*/ 8730 w 4553364"/>
              <a:gd name="connsiteY44" fmla="*/ 5230552 h 5549951"/>
              <a:gd name="connsiteX45" fmla="*/ 9000 w 4553364"/>
              <a:gd name="connsiteY45" fmla="*/ 5227804 h 5549951"/>
              <a:gd name="connsiteX46" fmla="*/ 9537 w 4553364"/>
              <a:gd name="connsiteY46" fmla="*/ 5222308 h 5549951"/>
              <a:gd name="connsiteX47" fmla="*/ 9222 w 4553364"/>
              <a:gd name="connsiteY47" fmla="*/ 5216405 h 5549951"/>
              <a:gd name="connsiteX48" fmla="*/ 8638 w 4553364"/>
              <a:gd name="connsiteY48" fmla="*/ 5213249 h 5549951"/>
              <a:gd name="connsiteX49" fmla="*/ 8907 w 4553364"/>
              <a:gd name="connsiteY49" fmla="*/ 5210500 h 5549951"/>
              <a:gd name="connsiteX50" fmla="*/ 7378 w 4553364"/>
              <a:gd name="connsiteY50" fmla="*/ 5189632 h 5549951"/>
              <a:gd name="connsiteX51" fmla="*/ 6794 w 4553364"/>
              <a:gd name="connsiteY51" fmla="*/ 5186477 h 5549951"/>
              <a:gd name="connsiteX52" fmla="*/ 7062 w 4553364"/>
              <a:gd name="connsiteY52" fmla="*/ 5183728 h 5549951"/>
              <a:gd name="connsiteX53" fmla="*/ 5627 w 4553364"/>
              <a:gd name="connsiteY53" fmla="*/ 5180163 h 5549951"/>
              <a:gd name="connsiteX54" fmla="*/ 11039 w 4553364"/>
              <a:gd name="connsiteY54" fmla="*/ 5116566 h 5549951"/>
              <a:gd name="connsiteX55" fmla="*/ 78653 w 4553364"/>
              <a:gd name="connsiteY55" fmla="*/ 3839310 h 5549951"/>
              <a:gd name="connsiteX56" fmla="*/ 303343 w 4553364"/>
              <a:gd name="connsiteY56" fmla="*/ 0 h 5549951"/>
              <a:gd name="connsiteX0" fmla="*/ 303343 w 4553364"/>
              <a:gd name="connsiteY0" fmla="*/ 0 h 5549951"/>
              <a:gd name="connsiteX1" fmla="*/ 3305529 w 4553364"/>
              <a:gd name="connsiteY1" fmla="*/ 171842 h 5549951"/>
              <a:gd name="connsiteX2" fmla="*/ 4134340 w 4553364"/>
              <a:gd name="connsiteY2" fmla="*/ 226950 h 5549951"/>
              <a:gd name="connsiteX3" fmla="*/ 4507534 w 4553364"/>
              <a:gd name="connsiteY3" fmla="*/ 247374 h 5549951"/>
              <a:gd name="connsiteX4" fmla="*/ 4535413 w 4553364"/>
              <a:gd name="connsiteY4" fmla="*/ 269179 h 5549951"/>
              <a:gd name="connsiteX5" fmla="*/ 4533639 w 4553364"/>
              <a:gd name="connsiteY5" fmla="*/ 300930 h 5549951"/>
              <a:gd name="connsiteX6" fmla="*/ 4536561 w 4553364"/>
              <a:gd name="connsiteY6" fmla="*/ 302647 h 5549951"/>
              <a:gd name="connsiteX7" fmla="*/ 4552987 w 4553364"/>
              <a:gd name="connsiteY7" fmla="*/ 334222 h 5549951"/>
              <a:gd name="connsiteX8" fmla="*/ 4530726 w 4553364"/>
              <a:gd name="connsiteY8" fmla="*/ 391868 h 5549951"/>
              <a:gd name="connsiteX9" fmla="*/ 4522133 w 4553364"/>
              <a:gd name="connsiteY9" fmla="*/ 506828 h 5549951"/>
              <a:gd name="connsiteX10" fmla="*/ 4517715 w 4553364"/>
              <a:gd name="connsiteY10" fmla="*/ 585890 h 5549951"/>
              <a:gd name="connsiteX11" fmla="*/ 4504778 w 4553364"/>
              <a:gd name="connsiteY11" fmla="*/ 817404 h 5549951"/>
              <a:gd name="connsiteX12" fmla="*/ 4506491 w 4553364"/>
              <a:gd name="connsiteY12" fmla="*/ 822238 h 5549951"/>
              <a:gd name="connsiteX13" fmla="*/ 4504340 w 4553364"/>
              <a:gd name="connsiteY13" fmla="*/ 846069 h 5549951"/>
              <a:gd name="connsiteX14" fmla="*/ 4502740 w 4553364"/>
              <a:gd name="connsiteY14" fmla="*/ 853854 h 5549951"/>
              <a:gd name="connsiteX15" fmla="*/ 4496502 w 4553364"/>
              <a:gd name="connsiteY15" fmla="*/ 965485 h 5549951"/>
              <a:gd name="connsiteX16" fmla="*/ 4497900 w 4553364"/>
              <a:gd name="connsiteY16" fmla="*/ 1101094 h 5549951"/>
              <a:gd name="connsiteX17" fmla="*/ 4497795 w 4553364"/>
              <a:gd name="connsiteY17" fmla="*/ 1159389 h 5549951"/>
              <a:gd name="connsiteX18" fmla="*/ 4516282 w 4553364"/>
              <a:gd name="connsiteY18" fmla="*/ 1313374 h 5549951"/>
              <a:gd name="connsiteX19" fmla="*/ 4515402 w 4553364"/>
              <a:gd name="connsiteY19" fmla="*/ 1347004 h 5549951"/>
              <a:gd name="connsiteX20" fmla="*/ 4505820 w 4553364"/>
              <a:gd name="connsiteY20" fmla="*/ 1391762 h 5549951"/>
              <a:gd name="connsiteX21" fmla="*/ 4509084 w 4553364"/>
              <a:gd name="connsiteY21" fmla="*/ 1395707 h 5549951"/>
              <a:gd name="connsiteX22" fmla="*/ 4511926 w 4553364"/>
              <a:gd name="connsiteY22" fmla="*/ 1408524 h 5549951"/>
              <a:gd name="connsiteX23" fmla="*/ 4507185 w 4553364"/>
              <a:gd name="connsiteY23" fmla="*/ 1419109 h 5549951"/>
              <a:gd name="connsiteX24" fmla="*/ 4486104 w 4553364"/>
              <a:gd name="connsiteY24" fmla="*/ 1543038 h 5549951"/>
              <a:gd name="connsiteX25" fmla="*/ 4481223 w 4553364"/>
              <a:gd name="connsiteY25" fmla="*/ 1553997 h 5549951"/>
              <a:gd name="connsiteX26" fmla="*/ 4463080 w 4553364"/>
              <a:gd name="connsiteY26" fmla="*/ 1664103 h 5549951"/>
              <a:gd name="connsiteX27" fmla="*/ 4455543 w 4553364"/>
              <a:gd name="connsiteY27" fmla="*/ 1735163 h 5549951"/>
              <a:gd name="connsiteX28" fmla="*/ 4453483 w 4553364"/>
              <a:gd name="connsiteY28" fmla="*/ 1735289 h 5549951"/>
              <a:gd name="connsiteX29" fmla="*/ 4444985 w 4553364"/>
              <a:gd name="connsiteY29" fmla="*/ 1887374 h 5549951"/>
              <a:gd name="connsiteX30" fmla="*/ 4453676 w 4553364"/>
              <a:gd name="connsiteY30" fmla="*/ 1911536 h 5549951"/>
              <a:gd name="connsiteX31" fmla="*/ 4445491 w 4553364"/>
              <a:gd name="connsiteY31" fmla="*/ 2040142 h 5549951"/>
              <a:gd name="connsiteX32" fmla="*/ 4446856 w 4553364"/>
              <a:gd name="connsiteY32" fmla="*/ 2067489 h 5549951"/>
              <a:gd name="connsiteX33" fmla="*/ 4429341 w 4553364"/>
              <a:gd name="connsiteY33" fmla="*/ 2167300 h 5549951"/>
              <a:gd name="connsiteX34" fmla="*/ 4373258 w 4553364"/>
              <a:gd name="connsiteY34" fmla="*/ 3223633 h 5549951"/>
              <a:gd name="connsiteX35" fmla="*/ 4349387 w 4553364"/>
              <a:gd name="connsiteY35" fmla="*/ 3639984 h 5549951"/>
              <a:gd name="connsiteX36" fmla="*/ 4263924 w 4553364"/>
              <a:gd name="connsiteY36" fmla="*/ 5315626 h 5549951"/>
              <a:gd name="connsiteX37" fmla="*/ 4270290 w 4553364"/>
              <a:gd name="connsiteY37" fmla="*/ 5450399 h 5549951"/>
              <a:gd name="connsiteX38" fmla="*/ 4251733 w 4553364"/>
              <a:gd name="connsiteY38" fmla="*/ 5484804 h 5549951"/>
              <a:gd name="connsiteX39" fmla="*/ 4247081 w 4553364"/>
              <a:gd name="connsiteY39" fmla="*/ 5487504 h 5549951"/>
              <a:gd name="connsiteX40" fmla="*/ 4243624 w 4553364"/>
              <a:gd name="connsiteY40" fmla="*/ 5549951 h 5549951"/>
              <a:gd name="connsiteX41" fmla="*/ 0 w 4553364"/>
              <a:gd name="connsiteY41" fmla="*/ 5293146 h 5549951"/>
              <a:gd name="connsiteX42" fmla="*/ 4241 w 4553364"/>
              <a:gd name="connsiteY42" fmla="*/ 5239903 h 5549951"/>
              <a:gd name="connsiteX43" fmla="*/ 8461 w 4553364"/>
              <a:gd name="connsiteY43" fmla="*/ 5233298 h 5549951"/>
              <a:gd name="connsiteX44" fmla="*/ 8730 w 4553364"/>
              <a:gd name="connsiteY44" fmla="*/ 5230552 h 5549951"/>
              <a:gd name="connsiteX45" fmla="*/ 9000 w 4553364"/>
              <a:gd name="connsiteY45" fmla="*/ 5227804 h 5549951"/>
              <a:gd name="connsiteX46" fmla="*/ 9537 w 4553364"/>
              <a:gd name="connsiteY46" fmla="*/ 5222308 h 5549951"/>
              <a:gd name="connsiteX47" fmla="*/ 9222 w 4553364"/>
              <a:gd name="connsiteY47" fmla="*/ 5216405 h 5549951"/>
              <a:gd name="connsiteX48" fmla="*/ 8638 w 4553364"/>
              <a:gd name="connsiteY48" fmla="*/ 5213249 h 5549951"/>
              <a:gd name="connsiteX49" fmla="*/ 7378 w 4553364"/>
              <a:gd name="connsiteY49" fmla="*/ 5189632 h 5549951"/>
              <a:gd name="connsiteX50" fmla="*/ 6794 w 4553364"/>
              <a:gd name="connsiteY50" fmla="*/ 5186477 h 5549951"/>
              <a:gd name="connsiteX51" fmla="*/ 7062 w 4553364"/>
              <a:gd name="connsiteY51" fmla="*/ 5183728 h 5549951"/>
              <a:gd name="connsiteX52" fmla="*/ 5627 w 4553364"/>
              <a:gd name="connsiteY52" fmla="*/ 5180163 h 5549951"/>
              <a:gd name="connsiteX53" fmla="*/ 11039 w 4553364"/>
              <a:gd name="connsiteY53" fmla="*/ 5116566 h 5549951"/>
              <a:gd name="connsiteX54" fmla="*/ 78653 w 4553364"/>
              <a:gd name="connsiteY54" fmla="*/ 3839310 h 5549951"/>
              <a:gd name="connsiteX55" fmla="*/ 303343 w 4553364"/>
              <a:gd name="connsiteY55" fmla="*/ 0 h 5549951"/>
              <a:gd name="connsiteX0" fmla="*/ 303343 w 4553364"/>
              <a:gd name="connsiteY0" fmla="*/ 0 h 5549951"/>
              <a:gd name="connsiteX1" fmla="*/ 3305529 w 4553364"/>
              <a:gd name="connsiteY1" fmla="*/ 171842 h 5549951"/>
              <a:gd name="connsiteX2" fmla="*/ 4134340 w 4553364"/>
              <a:gd name="connsiteY2" fmla="*/ 226950 h 5549951"/>
              <a:gd name="connsiteX3" fmla="*/ 4507534 w 4553364"/>
              <a:gd name="connsiteY3" fmla="*/ 247374 h 5549951"/>
              <a:gd name="connsiteX4" fmla="*/ 4535413 w 4553364"/>
              <a:gd name="connsiteY4" fmla="*/ 269179 h 5549951"/>
              <a:gd name="connsiteX5" fmla="*/ 4533639 w 4553364"/>
              <a:gd name="connsiteY5" fmla="*/ 300930 h 5549951"/>
              <a:gd name="connsiteX6" fmla="*/ 4536561 w 4553364"/>
              <a:gd name="connsiteY6" fmla="*/ 302647 h 5549951"/>
              <a:gd name="connsiteX7" fmla="*/ 4552987 w 4553364"/>
              <a:gd name="connsiteY7" fmla="*/ 334222 h 5549951"/>
              <a:gd name="connsiteX8" fmla="*/ 4530726 w 4553364"/>
              <a:gd name="connsiteY8" fmla="*/ 391868 h 5549951"/>
              <a:gd name="connsiteX9" fmla="*/ 4522133 w 4553364"/>
              <a:gd name="connsiteY9" fmla="*/ 506828 h 5549951"/>
              <a:gd name="connsiteX10" fmla="*/ 4517715 w 4553364"/>
              <a:gd name="connsiteY10" fmla="*/ 585890 h 5549951"/>
              <a:gd name="connsiteX11" fmla="*/ 4504778 w 4553364"/>
              <a:gd name="connsiteY11" fmla="*/ 817404 h 5549951"/>
              <a:gd name="connsiteX12" fmla="*/ 4506491 w 4553364"/>
              <a:gd name="connsiteY12" fmla="*/ 822238 h 5549951"/>
              <a:gd name="connsiteX13" fmla="*/ 4504340 w 4553364"/>
              <a:gd name="connsiteY13" fmla="*/ 846069 h 5549951"/>
              <a:gd name="connsiteX14" fmla="*/ 4502740 w 4553364"/>
              <a:gd name="connsiteY14" fmla="*/ 853854 h 5549951"/>
              <a:gd name="connsiteX15" fmla="*/ 4496502 w 4553364"/>
              <a:gd name="connsiteY15" fmla="*/ 965485 h 5549951"/>
              <a:gd name="connsiteX16" fmla="*/ 4497900 w 4553364"/>
              <a:gd name="connsiteY16" fmla="*/ 1101094 h 5549951"/>
              <a:gd name="connsiteX17" fmla="*/ 4497795 w 4553364"/>
              <a:gd name="connsiteY17" fmla="*/ 1159389 h 5549951"/>
              <a:gd name="connsiteX18" fmla="*/ 4516282 w 4553364"/>
              <a:gd name="connsiteY18" fmla="*/ 1313374 h 5549951"/>
              <a:gd name="connsiteX19" fmla="*/ 4515402 w 4553364"/>
              <a:gd name="connsiteY19" fmla="*/ 1347004 h 5549951"/>
              <a:gd name="connsiteX20" fmla="*/ 4505820 w 4553364"/>
              <a:gd name="connsiteY20" fmla="*/ 1391762 h 5549951"/>
              <a:gd name="connsiteX21" fmla="*/ 4509084 w 4553364"/>
              <a:gd name="connsiteY21" fmla="*/ 1395707 h 5549951"/>
              <a:gd name="connsiteX22" fmla="*/ 4511926 w 4553364"/>
              <a:gd name="connsiteY22" fmla="*/ 1408524 h 5549951"/>
              <a:gd name="connsiteX23" fmla="*/ 4507185 w 4553364"/>
              <a:gd name="connsiteY23" fmla="*/ 1419109 h 5549951"/>
              <a:gd name="connsiteX24" fmla="*/ 4486104 w 4553364"/>
              <a:gd name="connsiteY24" fmla="*/ 1543038 h 5549951"/>
              <a:gd name="connsiteX25" fmla="*/ 4481223 w 4553364"/>
              <a:gd name="connsiteY25" fmla="*/ 1553997 h 5549951"/>
              <a:gd name="connsiteX26" fmla="*/ 4463080 w 4553364"/>
              <a:gd name="connsiteY26" fmla="*/ 1664103 h 5549951"/>
              <a:gd name="connsiteX27" fmla="*/ 4455543 w 4553364"/>
              <a:gd name="connsiteY27" fmla="*/ 1735163 h 5549951"/>
              <a:gd name="connsiteX28" fmla="*/ 4453483 w 4553364"/>
              <a:gd name="connsiteY28" fmla="*/ 1735289 h 5549951"/>
              <a:gd name="connsiteX29" fmla="*/ 4444985 w 4553364"/>
              <a:gd name="connsiteY29" fmla="*/ 1887374 h 5549951"/>
              <a:gd name="connsiteX30" fmla="*/ 4453676 w 4553364"/>
              <a:gd name="connsiteY30" fmla="*/ 1911536 h 5549951"/>
              <a:gd name="connsiteX31" fmla="*/ 4445491 w 4553364"/>
              <a:gd name="connsiteY31" fmla="*/ 2040142 h 5549951"/>
              <a:gd name="connsiteX32" fmla="*/ 4446856 w 4553364"/>
              <a:gd name="connsiteY32" fmla="*/ 2067489 h 5549951"/>
              <a:gd name="connsiteX33" fmla="*/ 4429341 w 4553364"/>
              <a:gd name="connsiteY33" fmla="*/ 2167300 h 5549951"/>
              <a:gd name="connsiteX34" fmla="*/ 4373258 w 4553364"/>
              <a:gd name="connsiteY34" fmla="*/ 3223633 h 5549951"/>
              <a:gd name="connsiteX35" fmla="*/ 4349387 w 4553364"/>
              <a:gd name="connsiteY35" fmla="*/ 3639984 h 5549951"/>
              <a:gd name="connsiteX36" fmla="*/ 4263924 w 4553364"/>
              <a:gd name="connsiteY36" fmla="*/ 5315626 h 5549951"/>
              <a:gd name="connsiteX37" fmla="*/ 4270290 w 4553364"/>
              <a:gd name="connsiteY37" fmla="*/ 5450399 h 5549951"/>
              <a:gd name="connsiteX38" fmla="*/ 4251733 w 4553364"/>
              <a:gd name="connsiteY38" fmla="*/ 5484804 h 5549951"/>
              <a:gd name="connsiteX39" fmla="*/ 4247081 w 4553364"/>
              <a:gd name="connsiteY39" fmla="*/ 5487504 h 5549951"/>
              <a:gd name="connsiteX40" fmla="*/ 4243624 w 4553364"/>
              <a:gd name="connsiteY40" fmla="*/ 5549951 h 5549951"/>
              <a:gd name="connsiteX41" fmla="*/ 0 w 4553364"/>
              <a:gd name="connsiteY41" fmla="*/ 5293146 h 5549951"/>
              <a:gd name="connsiteX42" fmla="*/ 4241 w 4553364"/>
              <a:gd name="connsiteY42" fmla="*/ 5239903 h 5549951"/>
              <a:gd name="connsiteX43" fmla="*/ 8461 w 4553364"/>
              <a:gd name="connsiteY43" fmla="*/ 5233298 h 5549951"/>
              <a:gd name="connsiteX44" fmla="*/ 8730 w 4553364"/>
              <a:gd name="connsiteY44" fmla="*/ 5230552 h 5549951"/>
              <a:gd name="connsiteX45" fmla="*/ 9000 w 4553364"/>
              <a:gd name="connsiteY45" fmla="*/ 5227804 h 5549951"/>
              <a:gd name="connsiteX46" fmla="*/ 9537 w 4553364"/>
              <a:gd name="connsiteY46" fmla="*/ 5222308 h 5549951"/>
              <a:gd name="connsiteX47" fmla="*/ 9222 w 4553364"/>
              <a:gd name="connsiteY47" fmla="*/ 5216405 h 5549951"/>
              <a:gd name="connsiteX48" fmla="*/ 8638 w 4553364"/>
              <a:gd name="connsiteY48" fmla="*/ 5213249 h 5549951"/>
              <a:gd name="connsiteX49" fmla="*/ 7378 w 4553364"/>
              <a:gd name="connsiteY49" fmla="*/ 5189632 h 5549951"/>
              <a:gd name="connsiteX50" fmla="*/ 6794 w 4553364"/>
              <a:gd name="connsiteY50" fmla="*/ 5186477 h 5549951"/>
              <a:gd name="connsiteX51" fmla="*/ 7062 w 4553364"/>
              <a:gd name="connsiteY51" fmla="*/ 5183728 h 5549951"/>
              <a:gd name="connsiteX52" fmla="*/ 11039 w 4553364"/>
              <a:gd name="connsiteY52" fmla="*/ 5116566 h 5549951"/>
              <a:gd name="connsiteX53" fmla="*/ 78653 w 4553364"/>
              <a:gd name="connsiteY53" fmla="*/ 3839310 h 5549951"/>
              <a:gd name="connsiteX54" fmla="*/ 303343 w 4553364"/>
              <a:gd name="connsiteY54" fmla="*/ 0 h 5549951"/>
              <a:gd name="connsiteX0" fmla="*/ 303343 w 4553364"/>
              <a:gd name="connsiteY0" fmla="*/ 0 h 5549951"/>
              <a:gd name="connsiteX1" fmla="*/ 3305529 w 4553364"/>
              <a:gd name="connsiteY1" fmla="*/ 171842 h 5549951"/>
              <a:gd name="connsiteX2" fmla="*/ 4134340 w 4553364"/>
              <a:gd name="connsiteY2" fmla="*/ 226950 h 5549951"/>
              <a:gd name="connsiteX3" fmla="*/ 4507534 w 4553364"/>
              <a:gd name="connsiteY3" fmla="*/ 247374 h 5549951"/>
              <a:gd name="connsiteX4" fmla="*/ 4535413 w 4553364"/>
              <a:gd name="connsiteY4" fmla="*/ 269179 h 5549951"/>
              <a:gd name="connsiteX5" fmla="*/ 4533639 w 4553364"/>
              <a:gd name="connsiteY5" fmla="*/ 300930 h 5549951"/>
              <a:gd name="connsiteX6" fmla="*/ 4536561 w 4553364"/>
              <a:gd name="connsiteY6" fmla="*/ 302647 h 5549951"/>
              <a:gd name="connsiteX7" fmla="*/ 4552987 w 4553364"/>
              <a:gd name="connsiteY7" fmla="*/ 334222 h 5549951"/>
              <a:gd name="connsiteX8" fmla="*/ 4530726 w 4553364"/>
              <a:gd name="connsiteY8" fmla="*/ 391868 h 5549951"/>
              <a:gd name="connsiteX9" fmla="*/ 4522133 w 4553364"/>
              <a:gd name="connsiteY9" fmla="*/ 506828 h 5549951"/>
              <a:gd name="connsiteX10" fmla="*/ 4517715 w 4553364"/>
              <a:gd name="connsiteY10" fmla="*/ 585890 h 5549951"/>
              <a:gd name="connsiteX11" fmla="*/ 4504778 w 4553364"/>
              <a:gd name="connsiteY11" fmla="*/ 817404 h 5549951"/>
              <a:gd name="connsiteX12" fmla="*/ 4506491 w 4553364"/>
              <a:gd name="connsiteY12" fmla="*/ 822238 h 5549951"/>
              <a:gd name="connsiteX13" fmla="*/ 4504340 w 4553364"/>
              <a:gd name="connsiteY13" fmla="*/ 846069 h 5549951"/>
              <a:gd name="connsiteX14" fmla="*/ 4502740 w 4553364"/>
              <a:gd name="connsiteY14" fmla="*/ 853854 h 5549951"/>
              <a:gd name="connsiteX15" fmla="*/ 4496502 w 4553364"/>
              <a:gd name="connsiteY15" fmla="*/ 965485 h 5549951"/>
              <a:gd name="connsiteX16" fmla="*/ 4497900 w 4553364"/>
              <a:gd name="connsiteY16" fmla="*/ 1101094 h 5549951"/>
              <a:gd name="connsiteX17" fmla="*/ 4497795 w 4553364"/>
              <a:gd name="connsiteY17" fmla="*/ 1159389 h 5549951"/>
              <a:gd name="connsiteX18" fmla="*/ 4516282 w 4553364"/>
              <a:gd name="connsiteY18" fmla="*/ 1313374 h 5549951"/>
              <a:gd name="connsiteX19" fmla="*/ 4515402 w 4553364"/>
              <a:gd name="connsiteY19" fmla="*/ 1347004 h 5549951"/>
              <a:gd name="connsiteX20" fmla="*/ 4505820 w 4553364"/>
              <a:gd name="connsiteY20" fmla="*/ 1391762 h 5549951"/>
              <a:gd name="connsiteX21" fmla="*/ 4509084 w 4553364"/>
              <a:gd name="connsiteY21" fmla="*/ 1395707 h 5549951"/>
              <a:gd name="connsiteX22" fmla="*/ 4511926 w 4553364"/>
              <a:gd name="connsiteY22" fmla="*/ 1408524 h 5549951"/>
              <a:gd name="connsiteX23" fmla="*/ 4507185 w 4553364"/>
              <a:gd name="connsiteY23" fmla="*/ 1419109 h 5549951"/>
              <a:gd name="connsiteX24" fmla="*/ 4486104 w 4553364"/>
              <a:gd name="connsiteY24" fmla="*/ 1543038 h 5549951"/>
              <a:gd name="connsiteX25" fmla="*/ 4481223 w 4553364"/>
              <a:gd name="connsiteY25" fmla="*/ 1553997 h 5549951"/>
              <a:gd name="connsiteX26" fmla="*/ 4463080 w 4553364"/>
              <a:gd name="connsiteY26" fmla="*/ 1664103 h 5549951"/>
              <a:gd name="connsiteX27" fmla="*/ 4455543 w 4553364"/>
              <a:gd name="connsiteY27" fmla="*/ 1735163 h 5549951"/>
              <a:gd name="connsiteX28" fmla="*/ 4453483 w 4553364"/>
              <a:gd name="connsiteY28" fmla="*/ 1735289 h 5549951"/>
              <a:gd name="connsiteX29" fmla="*/ 4444985 w 4553364"/>
              <a:gd name="connsiteY29" fmla="*/ 1887374 h 5549951"/>
              <a:gd name="connsiteX30" fmla="*/ 4453676 w 4553364"/>
              <a:gd name="connsiteY30" fmla="*/ 1911536 h 5549951"/>
              <a:gd name="connsiteX31" fmla="*/ 4445491 w 4553364"/>
              <a:gd name="connsiteY31" fmla="*/ 2040142 h 5549951"/>
              <a:gd name="connsiteX32" fmla="*/ 4446856 w 4553364"/>
              <a:gd name="connsiteY32" fmla="*/ 2067489 h 5549951"/>
              <a:gd name="connsiteX33" fmla="*/ 4429341 w 4553364"/>
              <a:gd name="connsiteY33" fmla="*/ 2167300 h 5549951"/>
              <a:gd name="connsiteX34" fmla="*/ 4373258 w 4553364"/>
              <a:gd name="connsiteY34" fmla="*/ 3223633 h 5549951"/>
              <a:gd name="connsiteX35" fmla="*/ 4349387 w 4553364"/>
              <a:gd name="connsiteY35" fmla="*/ 3639984 h 5549951"/>
              <a:gd name="connsiteX36" fmla="*/ 4263924 w 4553364"/>
              <a:gd name="connsiteY36" fmla="*/ 5315626 h 5549951"/>
              <a:gd name="connsiteX37" fmla="*/ 4270290 w 4553364"/>
              <a:gd name="connsiteY37" fmla="*/ 5450399 h 5549951"/>
              <a:gd name="connsiteX38" fmla="*/ 4251733 w 4553364"/>
              <a:gd name="connsiteY38" fmla="*/ 5484804 h 5549951"/>
              <a:gd name="connsiteX39" fmla="*/ 4247081 w 4553364"/>
              <a:gd name="connsiteY39" fmla="*/ 5487504 h 5549951"/>
              <a:gd name="connsiteX40" fmla="*/ 4243624 w 4553364"/>
              <a:gd name="connsiteY40" fmla="*/ 5549951 h 5549951"/>
              <a:gd name="connsiteX41" fmla="*/ 0 w 4553364"/>
              <a:gd name="connsiteY41" fmla="*/ 5293146 h 5549951"/>
              <a:gd name="connsiteX42" fmla="*/ 4241 w 4553364"/>
              <a:gd name="connsiteY42" fmla="*/ 5239903 h 5549951"/>
              <a:gd name="connsiteX43" fmla="*/ 8461 w 4553364"/>
              <a:gd name="connsiteY43" fmla="*/ 5233298 h 5549951"/>
              <a:gd name="connsiteX44" fmla="*/ 8730 w 4553364"/>
              <a:gd name="connsiteY44" fmla="*/ 5230552 h 5549951"/>
              <a:gd name="connsiteX45" fmla="*/ 9000 w 4553364"/>
              <a:gd name="connsiteY45" fmla="*/ 5227804 h 5549951"/>
              <a:gd name="connsiteX46" fmla="*/ 9537 w 4553364"/>
              <a:gd name="connsiteY46" fmla="*/ 5222308 h 5549951"/>
              <a:gd name="connsiteX47" fmla="*/ 9222 w 4553364"/>
              <a:gd name="connsiteY47" fmla="*/ 5216405 h 5549951"/>
              <a:gd name="connsiteX48" fmla="*/ 7378 w 4553364"/>
              <a:gd name="connsiteY48" fmla="*/ 5189632 h 5549951"/>
              <a:gd name="connsiteX49" fmla="*/ 6794 w 4553364"/>
              <a:gd name="connsiteY49" fmla="*/ 5186477 h 5549951"/>
              <a:gd name="connsiteX50" fmla="*/ 7062 w 4553364"/>
              <a:gd name="connsiteY50" fmla="*/ 5183728 h 5549951"/>
              <a:gd name="connsiteX51" fmla="*/ 11039 w 4553364"/>
              <a:gd name="connsiteY51" fmla="*/ 5116566 h 5549951"/>
              <a:gd name="connsiteX52" fmla="*/ 78653 w 4553364"/>
              <a:gd name="connsiteY52" fmla="*/ 3839310 h 5549951"/>
              <a:gd name="connsiteX53" fmla="*/ 303343 w 4553364"/>
              <a:gd name="connsiteY53" fmla="*/ 0 h 5549951"/>
              <a:gd name="connsiteX0" fmla="*/ 303343 w 4553364"/>
              <a:gd name="connsiteY0" fmla="*/ 0 h 5549951"/>
              <a:gd name="connsiteX1" fmla="*/ 3305529 w 4553364"/>
              <a:gd name="connsiteY1" fmla="*/ 171842 h 5549951"/>
              <a:gd name="connsiteX2" fmla="*/ 4134340 w 4553364"/>
              <a:gd name="connsiteY2" fmla="*/ 226950 h 5549951"/>
              <a:gd name="connsiteX3" fmla="*/ 4507534 w 4553364"/>
              <a:gd name="connsiteY3" fmla="*/ 247374 h 5549951"/>
              <a:gd name="connsiteX4" fmla="*/ 4535413 w 4553364"/>
              <a:gd name="connsiteY4" fmla="*/ 269179 h 5549951"/>
              <a:gd name="connsiteX5" fmla="*/ 4533639 w 4553364"/>
              <a:gd name="connsiteY5" fmla="*/ 300930 h 5549951"/>
              <a:gd name="connsiteX6" fmla="*/ 4536561 w 4553364"/>
              <a:gd name="connsiteY6" fmla="*/ 302647 h 5549951"/>
              <a:gd name="connsiteX7" fmla="*/ 4552987 w 4553364"/>
              <a:gd name="connsiteY7" fmla="*/ 334222 h 5549951"/>
              <a:gd name="connsiteX8" fmla="*/ 4530726 w 4553364"/>
              <a:gd name="connsiteY8" fmla="*/ 391868 h 5549951"/>
              <a:gd name="connsiteX9" fmla="*/ 4522133 w 4553364"/>
              <a:gd name="connsiteY9" fmla="*/ 506828 h 5549951"/>
              <a:gd name="connsiteX10" fmla="*/ 4517715 w 4553364"/>
              <a:gd name="connsiteY10" fmla="*/ 585890 h 5549951"/>
              <a:gd name="connsiteX11" fmla="*/ 4504778 w 4553364"/>
              <a:gd name="connsiteY11" fmla="*/ 817404 h 5549951"/>
              <a:gd name="connsiteX12" fmla="*/ 4506491 w 4553364"/>
              <a:gd name="connsiteY12" fmla="*/ 822238 h 5549951"/>
              <a:gd name="connsiteX13" fmla="*/ 4504340 w 4553364"/>
              <a:gd name="connsiteY13" fmla="*/ 846069 h 5549951"/>
              <a:gd name="connsiteX14" fmla="*/ 4502740 w 4553364"/>
              <a:gd name="connsiteY14" fmla="*/ 853854 h 5549951"/>
              <a:gd name="connsiteX15" fmla="*/ 4496502 w 4553364"/>
              <a:gd name="connsiteY15" fmla="*/ 965485 h 5549951"/>
              <a:gd name="connsiteX16" fmla="*/ 4497900 w 4553364"/>
              <a:gd name="connsiteY16" fmla="*/ 1101094 h 5549951"/>
              <a:gd name="connsiteX17" fmla="*/ 4497795 w 4553364"/>
              <a:gd name="connsiteY17" fmla="*/ 1159389 h 5549951"/>
              <a:gd name="connsiteX18" fmla="*/ 4516282 w 4553364"/>
              <a:gd name="connsiteY18" fmla="*/ 1313374 h 5549951"/>
              <a:gd name="connsiteX19" fmla="*/ 4515402 w 4553364"/>
              <a:gd name="connsiteY19" fmla="*/ 1347004 h 5549951"/>
              <a:gd name="connsiteX20" fmla="*/ 4505820 w 4553364"/>
              <a:gd name="connsiteY20" fmla="*/ 1391762 h 5549951"/>
              <a:gd name="connsiteX21" fmla="*/ 4509084 w 4553364"/>
              <a:gd name="connsiteY21" fmla="*/ 1395707 h 5549951"/>
              <a:gd name="connsiteX22" fmla="*/ 4511926 w 4553364"/>
              <a:gd name="connsiteY22" fmla="*/ 1408524 h 5549951"/>
              <a:gd name="connsiteX23" fmla="*/ 4507185 w 4553364"/>
              <a:gd name="connsiteY23" fmla="*/ 1419109 h 5549951"/>
              <a:gd name="connsiteX24" fmla="*/ 4486104 w 4553364"/>
              <a:gd name="connsiteY24" fmla="*/ 1543038 h 5549951"/>
              <a:gd name="connsiteX25" fmla="*/ 4481223 w 4553364"/>
              <a:gd name="connsiteY25" fmla="*/ 1553997 h 5549951"/>
              <a:gd name="connsiteX26" fmla="*/ 4463080 w 4553364"/>
              <a:gd name="connsiteY26" fmla="*/ 1664103 h 5549951"/>
              <a:gd name="connsiteX27" fmla="*/ 4455543 w 4553364"/>
              <a:gd name="connsiteY27" fmla="*/ 1735163 h 5549951"/>
              <a:gd name="connsiteX28" fmla="*/ 4453483 w 4553364"/>
              <a:gd name="connsiteY28" fmla="*/ 1735289 h 5549951"/>
              <a:gd name="connsiteX29" fmla="*/ 4444985 w 4553364"/>
              <a:gd name="connsiteY29" fmla="*/ 1887374 h 5549951"/>
              <a:gd name="connsiteX30" fmla="*/ 4453676 w 4553364"/>
              <a:gd name="connsiteY30" fmla="*/ 1911536 h 5549951"/>
              <a:gd name="connsiteX31" fmla="*/ 4445491 w 4553364"/>
              <a:gd name="connsiteY31" fmla="*/ 2040142 h 5549951"/>
              <a:gd name="connsiteX32" fmla="*/ 4446856 w 4553364"/>
              <a:gd name="connsiteY32" fmla="*/ 2067489 h 5549951"/>
              <a:gd name="connsiteX33" fmla="*/ 4429341 w 4553364"/>
              <a:gd name="connsiteY33" fmla="*/ 2167300 h 5549951"/>
              <a:gd name="connsiteX34" fmla="*/ 4373258 w 4553364"/>
              <a:gd name="connsiteY34" fmla="*/ 3223633 h 5549951"/>
              <a:gd name="connsiteX35" fmla="*/ 4349387 w 4553364"/>
              <a:gd name="connsiteY35" fmla="*/ 3639984 h 5549951"/>
              <a:gd name="connsiteX36" fmla="*/ 4263924 w 4553364"/>
              <a:gd name="connsiteY36" fmla="*/ 5315626 h 5549951"/>
              <a:gd name="connsiteX37" fmla="*/ 4270290 w 4553364"/>
              <a:gd name="connsiteY37" fmla="*/ 5450399 h 5549951"/>
              <a:gd name="connsiteX38" fmla="*/ 4251733 w 4553364"/>
              <a:gd name="connsiteY38" fmla="*/ 5484804 h 5549951"/>
              <a:gd name="connsiteX39" fmla="*/ 4247081 w 4553364"/>
              <a:gd name="connsiteY39" fmla="*/ 5487504 h 5549951"/>
              <a:gd name="connsiteX40" fmla="*/ 4243624 w 4553364"/>
              <a:gd name="connsiteY40" fmla="*/ 5549951 h 5549951"/>
              <a:gd name="connsiteX41" fmla="*/ 0 w 4553364"/>
              <a:gd name="connsiteY41" fmla="*/ 5293146 h 5549951"/>
              <a:gd name="connsiteX42" fmla="*/ 4241 w 4553364"/>
              <a:gd name="connsiteY42" fmla="*/ 5239903 h 5549951"/>
              <a:gd name="connsiteX43" fmla="*/ 8461 w 4553364"/>
              <a:gd name="connsiteY43" fmla="*/ 5233298 h 5549951"/>
              <a:gd name="connsiteX44" fmla="*/ 8730 w 4553364"/>
              <a:gd name="connsiteY44" fmla="*/ 5230552 h 5549951"/>
              <a:gd name="connsiteX45" fmla="*/ 9000 w 4553364"/>
              <a:gd name="connsiteY45" fmla="*/ 5227804 h 5549951"/>
              <a:gd name="connsiteX46" fmla="*/ 9537 w 4553364"/>
              <a:gd name="connsiteY46" fmla="*/ 5222308 h 5549951"/>
              <a:gd name="connsiteX47" fmla="*/ 7378 w 4553364"/>
              <a:gd name="connsiteY47" fmla="*/ 5189632 h 5549951"/>
              <a:gd name="connsiteX48" fmla="*/ 6794 w 4553364"/>
              <a:gd name="connsiteY48" fmla="*/ 5186477 h 5549951"/>
              <a:gd name="connsiteX49" fmla="*/ 7062 w 4553364"/>
              <a:gd name="connsiteY49" fmla="*/ 5183728 h 5549951"/>
              <a:gd name="connsiteX50" fmla="*/ 11039 w 4553364"/>
              <a:gd name="connsiteY50" fmla="*/ 5116566 h 5549951"/>
              <a:gd name="connsiteX51" fmla="*/ 78653 w 4553364"/>
              <a:gd name="connsiteY51" fmla="*/ 3839310 h 5549951"/>
              <a:gd name="connsiteX52" fmla="*/ 303343 w 4553364"/>
              <a:gd name="connsiteY52" fmla="*/ 0 h 5549951"/>
              <a:gd name="connsiteX0" fmla="*/ 303343 w 4553364"/>
              <a:gd name="connsiteY0" fmla="*/ 0 h 5549951"/>
              <a:gd name="connsiteX1" fmla="*/ 3305529 w 4553364"/>
              <a:gd name="connsiteY1" fmla="*/ 171842 h 5549951"/>
              <a:gd name="connsiteX2" fmla="*/ 4134340 w 4553364"/>
              <a:gd name="connsiteY2" fmla="*/ 226950 h 5549951"/>
              <a:gd name="connsiteX3" fmla="*/ 4507534 w 4553364"/>
              <a:gd name="connsiteY3" fmla="*/ 247374 h 5549951"/>
              <a:gd name="connsiteX4" fmla="*/ 4535413 w 4553364"/>
              <a:gd name="connsiteY4" fmla="*/ 269179 h 5549951"/>
              <a:gd name="connsiteX5" fmla="*/ 4533639 w 4553364"/>
              <a:gd name="connsiteY5" fmla="*/ 300930 h 5549951"/>
              <a:gd name="connsiteX6" fmla="*/ 4536561 w 4553364"/>
              <a:gd name="connsiteY6" fmla="*/ 302647 h 5549951"/>
              <a:gd name="connsiteX7" fmla="*/ 4552987 w 4553364"/>
              <a:gd name="connsiteY7" fmla="*/ 334222 h 5549951"/>
              <a:gd name="connsiteX8" fmla="*/ 4530726 w 4553364"/>
              <a:gd name="connsiteY8" fmla="*/ 391868 h 5549951"/>
              <a:gd name="connsiteX9" fmla="*/ 4522133 w 4553364"/>
              <a:gd name="connsiteY9" fmla="*/ 506828 h 5549951"/>
              <a:gd name="connsiteX10" fmla="*/ 4517715 w 4553364"/>
              <a:gd name="connsiteY10" fmla="*/ 585890 h 5549951"/>
              <a:gd name="connsiteX11" fmla="*/ 4504778 w 4553364"/>
              <a:gd name="connsiteY11" fmla="*/ 817404 h 5549951"/>
              <a:gd name="connsiteX12" fmla="*/ 4506491 w 4553364"/>
              <a:gd name="connsiteY12" fmla="*/ 822238 h 5549951"/>
              <a:gd name="connsiteX13" fmla="*/ 4504340 w 4553364"/>
              <a:gd name="connsiteY13" fmla="*/ 846069 h 5549951"/>
              <a:gd name="connsiteX14" fmla="*/ 4502740 w 4553364"/>
              <a:gd name="connsiteY14" fmla="*/ 853854 h 5549951"/>
              <a:gd name="connsiteX15" fmla="*/ 4496502 w 4553364"/>
              <a:gd name="connsiteY15" fmla="*/ 965485 h 5549951"/>
              <a:gd name="connsiteX16" fmla="*/ 4497900 w 4553364"/>
              <a:gd name="connsiteY16" fmla="*/ 1101094 h 5549951"/>
              <a:gd name="connsiteX17" fmla="*/ 4497795 w 4553364"/>
              <a:gd name="connsiteY17" fmla="*/ 1159389 h 5549951"/>
              <a:gd name="connsiteX18" fmla="*/ 4516282 w 4553364"/>
              <a:gd name="connsiteY18" fmla="*/ 1313374 h 5549951"/>
              <a:gd name="connsiteX19" fmla="*/ 4515402 w 4553364"/>
              <a:gd name="connsiteY19" fmla="*/ 1347004 h 5549951"/>
              <a:gd name="connsiteX20" fmla="*/ 4505820 w 4553364"/>
              <a:gd name="connsiteY20" fmla="*/ 1391762 h 5549951"/>
              <a:gd name="connsiteX21" fmla="*/ 4509084 w 4553364"/>
              <a:gd name="connsiteY21" fmla="*/ 1395707 h 5549951"/>
              <a:gd name="connsiteX22" fmla="*/ 4511926 w 4553364"/>
              <a:gd name="connsiteY22" fmla="*/ 1408524 h 5549951"/>
              <a:gd name="connsiteX23" fmla="*/ 4507185 w 4553364"/>
              <a:gd name="connsiteY23" fmla="*/ 1419109 h 5549951"/>
              <a:gd name="connsiteX24" fmla="*/ 4486104 w 4553364"/>
              <a:gd name="connsiteY24" fmla="*/ 1543038 h 5549951"/>
              <a:gd name="connsiteX25" fmla="*/ 4481223 w 4553364"/>
              <a:gd name="connsiteY25" fmla="*/ 1553997 h 5549951"/>
              <a:gd name="connsiteX26" fmla="*/ 4463080 w 4553364"/>
              <a:gd name="connsiteY26" fmla="*/ 1664103 h 5549951"/>
              <a:gd name="connsiteX27" fmla="*/ 4455543 w 4553364"/>
              <a:gd name="connsiteY27" fmla="*/ 1735163 h 5549951"/>
              <a:gd name="connsiteX28" fmla="*/ 4453483 w 4553364"/>
              <a:gd name="connsiteY28" fmla="*/ 1735289 h 5549951"/>
              <a:gd name="connsiteX29" fmla="*/ 4444985 w 4553364"/>
              <a:gd name="connsiteY29" fmla="*/ 1887374 h 5549951"/>
              <a:gd name="connsiteX30" fmla="*/ 4453676 w 4553364"/>
              <a:gd name="connsiteY30" fmla="*/ 1911536 h 5549951"/>
              <a:gd name="connsiteX31" fmla="*/ 4445491 w 4553364"/>
              <a:gd name="connsiteY31" fmla="*/ 2040142 h 5549951"/>
              <a:gd name="connsiteX32" fmla="*/ 4446856 w 4553364"/>
              <a:gd name="connsiteY32" fmla="*/ 2067489 h 5549951"/>
              <a:gd name="connsiteX33" fmla="*/ 4429341 w 4553364"/>
              <a:gd name="connsiteY33" fmla="*/ 2167300 h 5549951"/>
              <a:gd name="connsiteX34" fmla="*/ 4373258 w 4553364"/>
              <a:gd name="connsiteY34" fmla="*/ 3223633 h 5549951"/>
              <a:gd name="connsiteX35" fmla="*/ 4349387 w 4553364"/>
              <a:gd name="connsiteY35" fmla="*/ 3639984 h 5549951"/>
              <a:gd name="connsiteX36" fmla="*/ 4263924 w 4553364"/>
              <a:gd name="connsiteY36" fmla="*/ 5315626 h 5549951"/>
              <a:gd name="connsiteX37" fmla="*/ 4270290 w 4553364"/>
              <a:gd name="connsiteY37" fmla="*/ 5450399 h 5549951"/>
              <a:gd name="connsiteX38" fmla="*/ 4251733 w 4553364"/>
              <a:gd name="connsiteY38" fmla="*/ 5484804 h 5549951"/>
              <a:gd name="connsiteX39" fmla="*/ 4247081 w 4553364"/>
              <a:gd name="connsiteY39" fmla="*/ 5487504 h 5549951"/>
              <a:gd name="connsiteX40" fmla="*/ 4243624 w 4553364"/>
              <a:gd name="connsiteY40" fmla="*/ 5549951 h 5549951"/>
              <a:gd name="connsiteX41" fmla="*/ 0 w 4553364"/>
              <a:gd name="connsiteY41" fmla="*/ 5293146 h 5549951"/>
              <a:gd name="connsiteX42" fmla="*/ 4241 w 4553364"/>
              <a:gd name="connsiteY42" fmla="*/ 5239903 h 5549951"/>
              <a:gd name="connsiteX43" fmla="*/ 8461 w 4553364"/>
              <a:gd name="connsiteY43" fmla="*/ 5233298 h 5549951"/>
              <a:gd name="connsiteX44" fmla="*/ 9000 w 4553364"/>
              <a:gd name="connsiteY44" fmla="*/ 5227804 h 5549951"/>
              <a:gd name="connsiteX45" fmla="*/ 9537 w 4553364"/>
              <a:gd name="connsiteY45" fmla="*/ 5222308 h 5549951"/>
              <a:gd name="connsiteX46" fmla="*/ 7378 w 4553364"/>
              <a:gd name="connsiteY46" fmla="*/ 5189632 h 5549951"/>
              <a:gd name="connsiteX47" fmla="*/ 6794 w 4553364"/>
              <a:gd name="connsiteY47" fmla="*/ 5186477 h 5549951"/>
              <a:gd name="connsiteX48" fmla="*/ 7062 w 4553364"/>
              <a:gd name="connsiteY48" fmla="*/ 5183728 h 5549951"/>
              <a:gd name="connsiteX49" fmla="*/ 11039 w 4553364"/>
              <a:gd name="connsiteY49" fmla="*/ 5116566 h 5549951"/>
              <a:gd name="connsiteX50" fmla="*/ 78653 w 4553364"/>
              <a:gd name="connsiteY50" fmla="*/ 3839310 h 5549951"/>
              <a:gd name="connsiteX51" fmla="*/ 303343 w 4553364"/>
              <a:gd name="connsiteY51" fmla="*/ 0 h 5549951"/>
              <a:gd name="connsiteX0" fmla="*/ 303343 w 4553364"/>
              <a:gd name="connsiteY0" fmla="*/ 0 h 5549951"/>
              <a:gd name="connsiteX1" fmla="*/ 3305529 w 4553364"/>
              <a:gd name="connsiteY1" fmla="*/ 171842 h 5549951"/>
              <a:gd name="connsiteX2" fmla="*/ 4134340 w 4553364"/>
              <a:gd name="connsiteY2" fmla="*/ 226950 h 5549951"/>
              <a:gd name="connsiteX3" fmla="*/ 4507534 w 4553364"/>
              <a:gd name="connsiteY3" fmla="*/ 247374 h 5549951"/>
              <a:gd name="connsiteX4" fmla="*/ 4535413 w 4553364"/>
              <a:gd name="connsiteY4" fmla="*/ 269179 h 5549951"/>
              <a:gd name="connsiteX5" fmla="*/ 4533639 w 4553364"/>
              <a:gd name="connsiteY5" fmla="*/ 300930 h 5549951"/>
              <a:gd name="connsiteX6" fmla="*/ 4536561 w 4553364"/>
              <a:gd name="connsiteY6" fmla="*/ 302647 h 5549951"/>
              <a:gd name="connsiteX7" fmla="*/ 4552987 w 4553364"/>
              <a:gd name="connsiteY7" fmla="*/ 334222 h 5549951"/>
              <a:gd name="connsiteX8" fmla="*/ 4530726 w 4553364"/>
              <a:gd name="connsiteY8" fmla="*/ 391868 h 5549951"/>
              <a:gd name="connsiteX9" fmla="*/ 4522133 w 4553364"/>
              <a:gd name="connsiteY9" fmla="*/ 506828 h 5549951"/>
              <a:gd name="connsiteX10" fmla="*/ 4517715 w 4553364"/>
              <a:gd name="connsiteY10" fmla="*/ 585890 h 5549951"/>
              <a:gd name="connsiteX11" fmla="*/ 4504778 w 4553364"/>
              <a:gd name="connsiteY11" fmla="*/ 817404 h 5549951"/>
              <a:gd name="connsiteX12" fmla="*/ 4506491 w 4553364"/>
              <a:gd name="connsiteY12" fmla="*/ 822238 h 5549951"/>
              <a:gd name="connsiteX13" fmla="*/ 4504340 w 4553364"/>
              <a:gd name="connsiteY13" fmla="*/ 846069 h 5549951"/>
              <a:gd name="connsiteX14" fmla="*/ 4502740 w 4553364"/>
              <a:gd name="connsiteY14" fmla="*/ 853854 h 5549951"/>
              <a:gd name="connsiteX15" fmla="*/ 4496502 w 4553364"/>
              <a:gd name="connsiteY15" fmla="*/ 965485 h 5549951"/>
              <a:gd name="connsiteX16" fmla="*/ 4497900 w 4553364"/>
              <a:gd name="connsiteY16" fmla="*/ 1101094 h 5549951"/>
              <a:gd name="connsiteX17" fmla="*/ 4497795 w 4553364"/>
              <a:gd name="connsiteY17" fmla="*/ 1159389 h 5549951"/>
              <a:gd name="connsiteX18" fmla="*/ 4516282 w 4553364"/>
              <a:gd name="connsiteY18" fmla="*/ 1313374 h 5549951"/>
              <a:gd name="connsiteX19" fmla="*/ 4515402 w 4553364"/>
              <a:gd name="connsiteY19" fmla="*/ 1347004 h 5549951"/>
              <a:gd name="connsiteX20" fmla="*/ 4505820 w 4553364"/>
              <a:gd name="connsiteY20" fmla="*/ 1391762 h 5549951"/>
              <a:gd name="connsiteX21" fmla="*/ 4509084 w 4553364"/>
              <a:gd name="connsiteY21" fmla="*/ 1395707 h 5549951"/>
              <a:gd name="connsiteX22" fmla="*/ 4511926 w 4553364"/>
              <a:gd name="connsiteY22" fmla="*/ 1408524 h 5549951"/>
              <a:gd name="connsiteX23" fmla="*/ 4507185 w 4553364"/>
              <a:gd name="connsiteY23" fmla="*/ 1419109 h 5549951"/>
              <a:gd name="connsiteX24" fmla="*/ 4486104 w 4553364"/>
              <a:gd name="connsiteY24" fmla="*/ 1543038 h 5549951"/>
              <a:gd name="connsiteX25" fmla="*/ 4481223 w 4553364"/>
              <a:gd name="connsiteY25" fmla="*/ 1553997 h 5549951"/>
              <a:gd name="connsiteX26" fmla="*/ 4463080 w 4553364"/>
              <a:gd name="connsiteY26" fmla="*/ 1664103 h 5549951"/>
              <a:gd name="connsiteX27" fmla="*/ 4455543 w 4553364"/>
              <a:gd name="connsiteY27" fmla="*/ 1735163 h 5549951"/>
              <a:gd name="connsiteX28" fmla="*/ 4453483 w 4553364"/>
              <a:gd name="connsiteY28" fmla="*/ 1735289 h 5549951"/>
              <a:gd name="connsiteX29" fmla="*/ 4444985 w 4553364"/>
              <a:gd name="connsiteY29" fmla="*/ 1887374 h 5549951"/>
              <a:gd name="connsiteX30" fmla="*/ 4453676 w 4553364"/>
              <a:gd name="connsiteY30" fmla="*/ 1911536 h 5549951"/>
              <a:gd name="connsiteX31" fmla="*/ 4445491 w 4553364"/>
              <a:gd name="connsiteY31" fmla="*/ 2040142 h 5549951"/>
              <a:gd name="connsiteX32" fmla="*/ 4446856 w 4553364"/>
              <a:gd name="connsiteY32" fmla="*/ 2067489 h 5549951"/>
              <a:gd name="connsiteX33" fmla="*/ 4429341 w 4553364"/>
              <a:gd name="connsiteY33" fmla="*/ 2167300 h 5549951"/>
              <a:gd name="connsiteX34" fmla="*/ 4373258 w 4553364"/>
              <a:gd name="connsiteY34" fmla="*/ 3223633 h 5549951"/>
              <a:gd name="connsiteX35" fmla="*/ 4349387 w 4553364"/>
              <a:gd name="connsiteY35" fmla="*/ 3639984 h 5549951"/>
              <a:gd name="connsiteX36" fmla="*/ 4263924 w 4553364"/>
              <a:gd name="connsiteY36" fmla="*/ 5315626 h 5549951"/>
              <a:gd name="connsiteX37" fmla="*/ 4270290 w 4553364"/>
              <a:gd name="connsiteY37" fmla="*/ 5450399 h 5549951"/>
              <a:gd name="connsiteX38" fmla="*/ 4251733 w 4553364"/>
              <a:gd name="connsiteY38" fmla="*/ 5484804 h 5549951"/>
              <a:gd name="connsiteX39" fmla="*/ 4247081 w 4553364"/>
              <a:gd name="connsiteY39" fmla="*/ 5487504 h 5549951"/>
              <a:gd name="connsiteX40" fmla="*/ 4243624 w 4553364"/>
              <a:gd name="connsiteY40" fmla="*/ 5549951 h 5549951"/>
              <a:gd name="connsiteX41" fmla="*/ 0 w 4553364"/>
              <a:gd name="connsiteY41" fmla="*/ 5293146 h 5549951"/>
              <a:gd name="connsiteX42" fmla="*/ 4241 w 4553364"/>
              <a:gd name="connsiteY42" fmla="*/ 5239903 h 5549951"/>
              <a:gd name="connsiteX43" fmla="*/ 8461 w 4553364"/>
              <a:gd name="connsiteY43" fmla="*/ 5233298 h 5549951"/>
              <a:gd name="connsiteX44" fmla="*/ 9000 w 4553364"/>
              <a:gd name="connsiteY44" fmla="*/ 5227804 h 5549951"/>
              <a:gd name="connsiteX45" fmla="*/ 9537 w 4553364"/>
              <a:gd name="connsiteY45" fmla="*/ 5222308 h 5549951"/>
              <a:gd name="connsiteX46" fmla="*/ 7378 w 4553364"/>
              <a:gd name="connsiteY46" fmla="*/ 5189632 h 5549951"/>
              <a:gd name="connsiteX47" fmla="*/ 6794 w 4553364"/>
              <a:gd name="connsiteY47" fmla="*/ 5186477 h 5549951"/>
              <a:gd name="connsiteX48" fmla="*/ 11039 w 4553364"/>
              <a:gd name="connsiteY48" fmla="*/ 5116566 h 5549951"/>
              <a:gd name="connsiteX49" fmla="*/ 78653 w 4553364"/>
              <a:gd name="connsiteY49" fmla="*/ 3839310 h 5549951"/>
              <a:gd name="connsiteX50" fmla="*/ 303343 w 4553364"/>
              <a:gd name="connsiteY50" fmla="*/ 0 h 5549951"/>
              <a:gd name="connsiteX0" fmla="*/ 303343 w 4553364"/>
              <a:gd name="connsiteY0" fmla="*/ 0 h 5549951"/>
              <a:gd name="connsiteX1" fmla="*/ 3305529 w 4553364"/>
              <a:gd name="connsiteY1" fmla="*/ 171842 h 5549951"/>
              <a:gd name="connsiteX2" fmla="*/ 4134340 w 4553364"/>
              <a:gd name="connsiteY2" fmla="*/ 226950 h 5549951"/>
              <a:gd name="connsiteX3" fmla="*/ 4507534 w 4553364"/>
              <a:gd name="connsiteY3" fmla="*/ 247374 h 5549951"/>
              <a:gd name="connsiteX4" fmla="*/ 4535413 w 4553364"/>
              <a:gd name="connsiteY4" fmla="*/ 269179 h 5549951"/>
              <a:gd name="connsiteX5" fmla="*/ 4533639 w 4553364"/>
              <a:gd name="connsiteY5" fmla="*/ 300930 h 5549951"/>
              <a:gd name="connsiteX6" fmla="*/ 4536561 w 4553364"/>
              <a:gd name="connsiteY6" fmla="*/ 302647 h 5549951"/>
              <a:gd name="connsiteX7" fmla="*/ 4552987 w 4553364"/>
              <a:gd name="connsiteY7" fmla="*/ 334222 h 5549951"/>
              <a:gd name="connsiteX8" fmla="*/ 4530726 w 4553364"/>
              <a:gd name="connsiteY8" fmla="*/ 391868 h 5549951"/>
              <a:gd name="connsiteX9" fmla="*/ 4522133 w 4553364"/>
              <a:gd name="connsiteY9" fmla="*/ 506828 h 5549951"/>
              <a:gd name="connsiteX10" fmla="*/ 4517715 w 4553364"/>
              <a:gd name="connsiteY10" fmla="*/ 585890 h 5549951"/>
              <a:gd name="connsiteX11" fmla="*/ 4504778 w 4553364"/>
              <a:gd name="connsiteY11" fmla="*/ 817404 h 5549951"/>
              <a:gd name="connsiteX12" fmla="*/ 4506491 w 4553364"/>
              <a:gd name="connsiteY12" fmla="*/ 822238 h 5549951"/>
              <a:gd name="connsiteX13" fmla="*/ 4504340 w 4553364"/>
              <a:gd name="connsiteY13" fmla="*/ 846069 h 5549951"/>
              <a:gd name="connsiteX14" fmla="*/ 4502740 w 4553364"/>
              <a:gd name="connsiteY14" fmla="*/ 853854 h 5549951"/>
              <a:gd name="connsiteX15" fmla="*/ 4496502 w 4553364"/>
              <a:gd name="connsiteY15" fmla="*/ 965485 h 5549951"/>
              <a:gd name="connsiteX16" fmla="*/ 4497900 w 4553364"/>
              <a:gd name="connsiteY16" fmla="*/ 1101094 h 5549951"/>
              <a:gd name="connsiteX17" fmla="*/ 4497795 w 4553364"/>
              <a:gd name="connsiteY17" fmla="*/ 1159389 h 5549951"/>
              <a:gd name="connsiteX18" fmla="*/ 4516282 w 4553364"/>
              <a:gd name="connsiteY18" fmla="*/ 1313374 h 5549951"/>
              <a:gd name="connsiteX19" fmla="*/ 4515402 w 4553364"/>
              <a:gd name="connsiteY19" fmla="*/ 1347004 h 5549951"/>
              <a:gd name="connsiteX20" fmla="*/ 4505820 w 4553364"/>
              <a:gd name="connsiteY20" fmla="*/ 1391762 h 5549951"/>
              <a:gd name="connsiteX21" fmla="*/ 4509084 w 4553364"/>
              <a:gd name="connsiteY21" fmla="*/ 1395707 h 5549951"/>
              <a:gd name="connsiteX22" fmla="*/ 4511926 w 4553364"/>
              <a:gd name="connsiteY22" fmla="*/ 1408524 h 5549951"/>
              <a:gd name="connsiteX23" fmla="*/ 4507185 w 4553364"/>
              <a:gd name="connsiteY23" fmla="*/ 1419109 h 5549951"/>
              <a:gd name="connsiteX24" fmla="*/ 4486104 w 4553364"/>
              <a:gd name="connsiteY24" fmla="*/ 1543038 h 5549951"/>
              <a:gd name="connsiteX25" fmla="*/ 4481223 w 4553364"/>
              <a:gd name="connsiteY25" fmla="*/ 1553997 h 5549951"/>
              <a:gd name="connsiteX26" fmla="*/ 4463080 w 4553364"/>
              <a:gd name="connsiteY26" fmla="*/ 1664103 h 5549951"/>
              <a:gd name="connsiteX27" fmla="*/ 4455543 w 4553364"/>
              <a:gd name="connsiteY27" fmla="*/ 1735163 h 5549951"/>
              <a:gd name="connsiteX28" fmla="*/ 4453483 w 4553364"/>
              <a:gd name="connsiteY28" fmla="*/ 1735289 h 5549951"/>
              <a:gd name="connsiteX29" fmla="*/ 4444985 w 4553364"/>
              <a:gd name="connsiteY29" fmla="*/ 1887374 h 5549951"/>
              <a:gd name="connsiteX30" fmla="*/ 4453676 w 4553364"/>
              <a:gd name="connsiteY30" fmla="*/ 1911536 h 5549951"/>
              <a:gd name="connsiteX31" fmla="*/ 4445491 w 4553364"/>
              <a:gd name="connsiteY31" fmla="*/ 2040142 h 5549951"/>
              <a:gd name="connsiteX32" fmla="*/ 4446856 w 4553364"/>
              <a:gd name="connsiteY32" fmla="*/ 2067489 h 5549951"/>
              <a:gd name="connsiteX33" fmla="*/ 4429341 w 4553364"/>
              <a:gd name="connsiteY33" fmla="*/ 2167300 h 5549951"/>
              <a:gd name="connsiteX34" fmla="*/ 4373258 w 4553364"/>
              <a:gd name="connsiteY34" fmla="*/ 3223633 h 5549951"/>
              <a:gd name="connsiteX35" fmla="*/ 4349387 w 4553364"/>
              <a:gd name="connsiteY35" fmla="*/ 3639984 h 5549951"/>
              <a:gd name="connsiteX36" fmla="*/ 4263924 w 4553364"/>
              <a:gd name="connsiteY36" fmla="*/ 5315626 h 5549951"/>
              <a:gd name="connsiteX37" fmla="*/ 4270290 w 4553364"/>
              <a:gd name="connsiteY37" fmla="*/ 5450399 h 5549951"/>
              <a:gd name="connsiteX38" fmla="*/ 4251733 w 4553364"/>
              <a:gd name="connsiteY38" fmla="*/ 5484804 h 5549951"/>
              <a:gd name="connsiteX39" fmla="*/ 4247081 w 4553364"/>
              <a:gd name="connsiteY39" fmla="*/ 5487504 h 5549951"/>
              <a:gd name="connsiteX40" fmla="*/ 4243624 w 4553364"/>
              <a:gd name="connsiteY40" fmla="*/ 5549951 h 5549951"/>
              <a:gd name="connsiteX41" fmla="*/ 0 w 4553364"/>
              <a:gd name="connsiteY41" fmla="*/ 5293146 h 5549951"/>
              <a:gd name="connsiteX42" fmla="*/ 4241 w 4553364"/>
              <a:gd name="connsiteY42" fmla="*/ 5239903 h 5549951"/>
              <a:gd name="connsiteX43" fmla="*/ 8461 w 4553364"/>
              <a:gd name="connsiteY43" fmla="*/ 5233298 h 5549951"/>
              <a:gd name="connsiteX44" fmla="*/ 9000 w 4553364"/>
              <a:gd name="connsiteY44" fmla="*/ 5227804 h 5549951"/>
              <a:gd name="connsiteX45" fmla="*/ 7378 w 4553364"/>
              <a:gd name="connsiteY45" fmla="*/ 5189632 h 5549951"/>
              <a:gd name="connsiteX46" fmla="*/ 6794 w 4553364"/>
              <a:gd name="connsiteY46" fmla="*/ 5186477 h 5549951"/>
              <a:gd name="connsiteX47" fmla="*/ 11039 w 4553364"/>
              <a:gd name="connsiteY47" fmla="*/ 5116566 h 5549951"/>
              <a:gd name="connsiteX48" fmla="*/ 78653 w 4553364"/>
              <a:gd name="connsiteY48" fmla="*/ 3839310 h 5549951"/>
              <a:gd name="connsiteX49" fmla="*/ 303343 w 4553364"/>
              <a:gd name="connsiteY49" fmla="*/ 0 h 5549951"/>
              <a:gd name="connsiteX0" fmla="*/ 303343 w 4553364"/>
              <a:gd name="connsiteY0" fmla="*/ 0 h 5549951"/>
              <a:gd name="connsiteX1" fmla="*/ 3305529 w 4553364"/>
              <a:gd name="connsiteY1" fmla="*/ 171842 h 5549951"/>
              <a:gd name="connsiteX2" fmla="*/ 4134340 w 4553364"/>
              <a:gd name="connsiteY2" fmla="*/ 226950 h 5549951"/>
              <a:gd name="connsiteX3" fmla="*/ 4507534 w 4553364"/>
              <a:gd name="connsiteY3" fmla="*/ 247374 h 5549951"/>
              <a:gd name="connsiteX4" fmla="*/ 4535413 w 4553364"/>
              <a:gd name="connsiteY4" fmla="*/ 269179 h 5549951"/>
              <a:gd name="connsiteX5" fmla="*/ 4533639 w 4553364"/>
              <a:gd name="connsiteY5" fmla="*/ 300930 h 5549951"/>
              <a:gd name="connsiteX6" fmla="*/ 4536561 w 4553364"/>
              <a:gd name="connsiteY6" fmla="*/ 302647 h 5549951"/>
              <a:gd name="connsiteX7" fmla="*/ 4552987 w 4553364"/>
              <a:gd name="connsiteY7" fmla="*/ 334222 h 5549951"/>
              <a:gd name="connsiteX8" fmla="*/ 4530726 w 4553364"/>
              <a:gd name="connsiteY8" fmla="*/ 391868 h 5549951"/>
              <a:gd name="connsiteX9" fmla="*/ 4522133 w 4553364"/>
              <a:gd name="connsiteY9" fmla="*/ 506828 h 5549951"/>
              <a:gd name="connsiteX10" fmla="*/ 4517715 w 4553364"/>
              <a:gd name="connsiteY10" fmla="*/ 585890 h 5549951"/>
              <a:gd name="connsiteX11" fmla="*/ 4504778 w 4553364"/>
              <a:gd name="connsiteY11" fmla="*/ 817404 h 5549951"/>
              <a:gd name="connsiteX12" fmla="*/ 4506491 w 4553364"/>
              <a:gd name="connsiteY12" fmla="*/ 822238 h 5549951"/>
              <a:gd name="connsiteX13" fmla="*/ 4504340 w 4553364"/>
              <a:gd name="connsiteY13" fmla="*/ 846069 h 5549951"/>
              <a:gd name="connsiteX14" fmla="*/ 4502740 w 4553364"/>
              <a:gd name="connsiteY14" fmla="*/ 853854 h 5549951"/>
              <a:gd name="connsiteX15" fmla="*/ 4496502 w 4553364"/>
              <a:gd name="connsiteY15" fmla="*/ 965485 h 5549951"/>
              <a:gd name="connsiteX16" fmla="*/ 4497900 w 4553364"/>
              <a:gd name="connsiteY16" fmla="*/ 1101094 h 5549951"/>
              <a:gd name="connsiteX17" fmla="*/ 4497795 w 4553364"/>
              <a:gd name="connsiteY17" fmla="*/ 1159389 h 5549951"/>
              <a:gd name="connsiteX18" fmla="*/ 4516282 w 4553364"/>
              <a:gd name="connsiteY18" fmla="*/ 1313374 h 5549951"/>
              <a:gd name="connsiteX19" fmla="*/ 4515402 w 4553364"/>
              <a:gd name="connsiteY19" fmla="*/ 1347004 h 5549951"/>
              <a:gd name="connsiteX20" fmla="*/ 4505820 w 4553364"/>
              <a:gd name="connsiteY20" fmla="*/ 1391762 h 5549951"/>
              <a:gd name="connsiteX21" fmla="*/ 4509084 w 4553364"/>
              <a:gd name="connsiteY21" fmla="*/ 1395707 h 5549951"/>
              <a:gd name="connsiteX22" fmla="*/ 4511926 w 4553364"/>
              <a:gd name="connsiteY22" fmla="*/ 1408524 h 5549951"/>
              <a:gd name="connsiteX23" fmla="*/ 4507185 w 4553364"/>
              <a:gd name="connsiteY23" fmla="*/ 1419109 h 5549951"/>
              <a:gd name="connsiteX24" fmla="*/ 4486104 w 4553364"/>
              <a:gd name="connsiteY24" fmla="*/ 1543038 h 5549951"/>
              <a:gd name="connsiteX25" fmla="*/ 4481223 w 4553364"/>
              <a:gd name="connsiteY25" fmla="*/ 1553997 h 5549951"/>
              <a:gd name="connsiteX26" fmla="*/ 4463080 w 4553364"/>
              <a:gd name="connsiteY26" fmla="*/ 1664103 h 5549951"/>
              <a:gd name="connsiteX27" fmla="*/ 4455543 w 4553364"/>
              <a:gd name="connsiteY27" fmla="*/ 1735163 h 5549951"/>
              <a:gd name="connsiteX28" fmla="*/ 4453483 w 4553364"/>
              <a:gd name="connsiteY28" fmla="*/ 1735289 h 5549951"/>
              <a:gd name="connsiteX29" fmla="*/ 4444985 w 4553364"/>
              <a:gd name="connsiteY29" fmla="*/ 1887374 h 5549951"/>
              <a:gd name="connsiteX30" fmla="*/ 4453676 w 4553364"/>
              <a:gd name="connsiteY30" fmla="*/ 1911536 h 5549951"/>
              <a:gd name="connsiteX31" fmla="*/ 4445491 w 4553364"/>
              <a:gd name="connsiteY31" fmla="*/ 2040142 h 5549951"/>
              <a:gd name="connsiteX32" fmla="*/ 4446856 w 4553364"/>
              <a:gd name="connsiteY32" fmla="*/ 2067489 h 5549951"/>
              <a:gd name="connsiteX33" fmla="*/ 4429341 w 4553364"/>
              <a:gd name="connsiteY33" fmla="*/ 2167300 h 5549951"/>
              <a:gd name="connsiteX34" fmla="*/ 4373258 w 4553364"/>
              <a:gd name="connsiteY34" fmla="*/ 3223633 h 5549951"/>
              <a:gd name="connsiteX35" fmla="*/ 4349387 w 4553364"/>
              <a:gd name="connsiteY35" fmla="*/ 3639984 h 5549951"/>
              <a:gd name="connsiteX36" fmla="*/ 4263924 w 4553364"/>
              <a:gd name="connsiteY36" fmla="*/ 5315626 h 5549951"/>
              <a:gd name="connsiteX37" fmla="*/ 4270290 w 4553364"/>
              <a:gd name="connsiteY37" fmla="*/ 5450399 h 5549951"/>
              <a:gd name="connsiteX38" fmla="*/ 4251733 w 4553364"/>
              <a:gd name="connsiteY38" fmla="*/ 5484804 h 5549951"/>
              <a:gd name="connsiteX39" fmla="*/ 4247081 w 4553364"/>
              <a:gd name="connsiteY39" fmla="*/ 5487504 h 5549951"/>
              <a:gd name="connsiteX40" fmla="*/ 4243624 w 4553364"/>
              <a:gd name="connsiteY40" fmla="*/ 5549951 h 5549951"/>
              <a:gd name="connsiteX41" fmla="*/ 0 w 4553364"/>
              <a:gd name="connsiteY41" fmla="*/ 5293146 h 5549951"/>
              <a:gd name="connsiteX42" fmla="*/ 4241 w 4553364"/>
              <a:gd name="connsiteY42" fmla="*/ 5239903 h 5549951"/>
              <a:gd name="connsiteX43" fmla="*/ 8461 w 4553364"/>
              <a:gd name="connsiteY43" fmla="*/ 5233298 h 5549951"/>
              <a:gd name="connsiteX44" fmla="*/ 7378 w 4553364"/>
              <a:gd name="connsiteY44" fmla="*/ 5189632 h 5549951"/>
              <a:gd name="connsiteX45" fmla="*/ 6794 w 4553364"/>
              <a:gd name="connsiteY45" fmla="*/ 5186477 h 5549951"/>
              <a:gd name="connsiteX46" fmla="*/ 11039 w 4553364"/>
              <a:gd name="connsiteY46" fmla="*/ 5116566 h 5549951"/>
              <a:gd name="connsiteX47" fmla="*/ 78653 w 4553364"/>
              <a:gd name="connsiteY47" fmla="*/ 3839310 h 5549951"/>
              <a:gd name="connsiteX48" fmla="*/ 303343 w 4553364"/>
              <a:gd name="connsiteY48" fmla="*/ 0 h 5549951"/>
              <a:gd name="connsiteX0" fmla="*/ 303343 w 4553364"/>
              <a:gd name="connsiteY0" fmla="*/ 0 h 5549951"/>
              <a:gd name="connsiteX1" fmla="*/ 3305529 w 4553364"/>
              <a:gd name="connsiteY1" fmla="*/ 171842 h 5549951"/>
              <a:gd name="connsiteX2" fmla="*/ 4134340 w 4553364"/>
              <a:gd name="connsiteY2" fmla="*/ 226950 h 5549951"/>
              <a:gd name="connsiteX3" fmla="*/ 4507534 w 4553364"/>
              <a:gd name="connsiteY3" fmla="*/ 247374 h 5549951"/>
              <a:gd name="connsiteX4" fmla="*/ 4535413 w 4553364"/>
              <a:gd name="connsiteY4" fmla="*/ 269179 h 5549951"/>
              <a:gd name="connsiteX5" fmla="*/ 4533639 w 4553364"/>
              <a:gd name="connsiteY5" fmla="*/ 300930 h 5549951"/>
              <a:gd name="connsiteX6" fmla="*/ 4536561 w 4553364"/>
              <a:gd name="connsiteY6" fmla="*/ 302647 h 5549951"/>
              <a:gd name="connsiteX7" fmla="*/ 4552987 w 4553364"/>
              <a:gd name="connsiteY7" fmla="*/ 334222 h 5549951"/>
              <a:gd name="connsiteX8" fmla="*/ 4530726 w 4553364"/>
              <a:gd name="connsiteY8" fmla="*/ 391868 h 5549951"/>
              <a:gd name="connsiteX9" fmla="*/ 4522133 w 4553364"/>
              <a:gd name="connsiteY9" fmla="*/ 506828 h 5549951"/>
              <a:gd name="connsiteX10" fmla="*/ 4517715 w 4553364"/>
              <a:gd name="connsiteY10" fmla="*/ 585890 h 5549951"/>
              <a:gd name="connsiteX11" fmla="*/ 4504778 w 4553364"/>
              <a:gd name="connsiteY11" fmla="*/ 817404 h 5549951"/>
              <a:gd name="connsiteX12" fmla="*/ 4506491 w 4553364"/>
              <a:gd name="connsiteY12" fmla="*/ 822238 h 5549951"/>
              <a:gd name="connsiteX13" fmla="*/ 4504340 w 4553364"/>
              <a:gd name="connsiteY13" fmla="*/ 846069 h 5549951"/>
              <a:gd name="connsiteX14" fmla="*/ 4502740 w 4553364"/>
              <a:gd name="connsiteY14" fmla="*/ 853854 h 5549951"/>
              <a:gd name="connsiteX15" fmla="*/ 4496502 w 4553364"/>
              <a:gd name="connsiteY15" fmla="*/ 965485 h 5549951"/>
              <a:gd name="connsiteX16" fmla="*/ 4497900 w 4553364"/>
              <a:gd name="connsiteY16" fmla="*/ 1101094 h 5549951"/>
              <a:gd name="connsiteX17" fmla="*/ 4497795 w 4553364"/>
              <a:gd name="connsiteY17" fmla="*/ 1159389 h 5549951"/>
              <a:gd name="connsiteX18" fmla="*/ 4516282 w 4553364"/>
              <a:gd name="connsiteY18" fmla="*/ 1313374 h 5549951"/>
              <a:gd name="connsiteX19" fmla="*/ 4515402 w 4553364"/>
              <a:gd name="connsiteY19" fmla="*/ 1347004 h 5549951"/>
              <a:gd name="connsiteX20" fmla="*/ 4505820 w 4553364"/>
              <a:gd name="connsiteY20" fmla="*/ 1391762 h 5549951"/>
              <a:gd name="connsiteX21" fmla="*/ 4509084 w 4553364"/>
              <a:gd name="connsiteY21" fmla="*/ 1395707 h 5549951"/>
              <a:gd name="connsiteX22" fmla="*/ 4511926 w 4553364"/>
              <a:gd name="connsiteY22" fmla="*/ 1408524 h 5549951"/>
              <a:gd name="connsiteX23" fmla="*/ 4507185 w 4553364"/>
              <a:gd name="connsiteY23" fmla="*/ 1419109 h 5549951"/>
              <a:gd name="connsiteX24" fmla="*/ 4486104 w 4553364"/>
              <a:gd name="connsiteY24" fmla="*/ 1543038 h 5549951"/>
              <a:gd name="connsiteX25" fmla="*/ 4481223 w 4553364"/>
              <a:gd name="connsiteY25" fmla="*/ 1553997 h 5549951"/>
              <a:gd name="connsiteX26" fmla="*/ 4463080 w 4553364"/>
              <a:gd name="connsiteY26" fmla="*/ 1664103 h 5549951"/>
              <a:gd name="connsiteX27" fmla="*/ 4455543 w 4553364"/>
              <a:gd name="connsiteY27" fmla="*/ 1735163 h 5549951"/>
              <a:gd name="connsiteX28" fmla="*/ 4453483 w 4553364"/>
              <a:gd name="connsiteY28" fmla="*/ 1735289 h 5549951"/>
              <a:gd name="connsiteX29" fmla="*/ 4444985 w 4553364"/>
              <a:gd name="connsiteY29" fmla="*/ 1887374 h 5549951"/>
              <a:gd name="connsiteX30" fmla="*/ 4453676 w 4553364"/>
              <a:gd name="connsiteY30" fmla="*/ 1911536 h 5549951"/>
              <a:gd name="connsiteX31" fmla="*/ 4445491 w 4553364"/>
              <a:gd name="connsiteY31" fmla="*/ 2040142 h 5549951"/>
              <a:gd name="connsiteX32" fmla="*/ 4446856 w 4553364"/>
              <a:gd name="connsiteY32" fmla="*/ 2067489 h 5549951"/>
              <a:gd name="connsiteX33" fmla="*/ 4429341 w 4553364"/>
              <a:gd name="connsiteY33" fmla="*/ 2167300 h 5549951"/>
              <a:gd name="connsiteX34" fmla="*/ 4373258 w 4553364"/>
              <a:gd name="connsiteY34" fmla="*/ 3223633 h 5549951"/>
              <a:gd name="connsiteX35" fmla="*/ 4349387 w 4553364"/>
              <a:gd name="connsiteY35" fmla="*/ 3639984 h 5549951"/>
              <a:gd name="connsiteX36" fmla="*/ 4263924 w 4553364"/>
              <a:gd name="connsiteY36" fmla="*/ 5315626 h 5549951"/>
              <a:gd name="connsiteX37" fmla="*/ 4270290 w 4553364"/>
              <a:gd name="connsiteY37" fmla="*/ 5450399 h 5549951"/>
              <a:gd name="connsiteX38" fmla="*/ 4251733 w 4553364"/>
              <a:gd name="connsiteY38" fmla="*/ 5484804 h 5549951"/>
              <a:gd name="connsiteX39" fmla="*/ 4247081 w 4553364"/>
              <a:gd name="connsiteY39" fmla="*/ 5487504 h 5549951"/>
              <a:gd name="connsiteX40" fmla="*/ 4243624 w 4553364"/>
              <a:gd name="connsiteY40" fmla="*/ 5549951 h 5549951"/>
              <a:gd name="connsiteX41" fmla="*/ 0 w 4553364"/>
              <a:gd name="connsiteY41" fmla="*/ 5293146 h 5549951"/>
              <a:gd name="connsiteX42" fmla="*/ 4241 w 4553364"/>
              <a:gd name="connsiteY42" fmla="*/ 5239903 h 5549951"/>
              <a:gd name="connsiteX43" fmla="*/ 7378 w 4553364"/>
              <a:gd name="connsiteY43" fmla="*/ 5189632 h 5549951"/>
              <a:gd name="connsiteX44" fmla="*/ 6794 w 4553364"/>
              <a:gd name="connsiteY44" fmla="*/ 5186477 h 5549951"/>
              <a:gd name="connsiteX45" fmla="*/ 11039 w 4553364"/>
              <a:gd name="connsiteY45" fmla="*/ 5116566 h 5549951"/>
              <a:gd name="connsiteX46" fmla="*/ 78653 w 4553364"/>
              <a:gd name="connsiteY46" fmla="*/ 3839310 h 5549951"/>
              <a:gd name="connsiteX47" fmla="*/ 303343 w 4553364"/>
              <a:gd name="connsiteY47" fmla="*/ 0 h 5549951"/>
              <a:gd name="connsiteX0" fmla="*/ 303343 w 4553364"/>
              <a:gd name="connsiteY0" fmla="*/ 0 h 5549951"/>
              <a:gd name="connsiteX1" fmla="*/ 3305529 w 4553364"/>
              <a:gd name="connsiteY1" fmla="*/ 171842 h 5549951"/>
              <a:gd name="connsiteX2" fmla="*/ 4134340 w 4553364"/>
              <a:gd name="connsiteY2" fmla="*/ 226950 h 5549951"/>
              <a:gd name="connsiteX3" fmla="*/ 4507534 w 4553364"/>
              <a:gd name="connsiteY3" fmla="*/ 247374 h 5549951"/>
              <a:gd name="connsiteX4" fmla="*/ 4535413 w 4553364"/>
              <a:gd name="connsiteY4" fmla="*/ 269179 h 5549951"/>
              <a:gd name="connsiteX5" fmla="*/ 4533639 w 4553364"/>
              <a:gd name="connsiteY5" fmla="*/ 300930 h 5549951"/>
              <a:gd name="connsiteX6" fmla="*/ 4536561 w 4553364"/>
              <a:gd name="connsiteY6" fmla="*/ 302647 h 5549951"/>
              <a:gd name="connsiteX7" fmla="*/ 4552987 w 4553364"/>
              <a:gd name="connsiteY7" fmla="*/ 334222 h 5549951"/>
              <a:gd name="connsiteX8" fmla="*/ 4530726 w 4553364"/>
              <a:gd name="connsiteY8" fmla="*/ 391868 h 5549951"/>
              <a:gd name="connsiteX9" fmla="*/ 4522133 w 4553364"/>
              <a:gd name="connsiteY9" fmla="*/ 506828 h 5549951"/>
              <a:gd name="connsiteX10" fmla="*/ 4517715 w 4553364"/>
              <a:gd name="connsiteY10" fmla="*/ 585890 h 5549951"/>
              <a:gd name="connsiteX11" fmla="*/ 4504778 w 4553364"/>
              <a:gd name="connsiteY11" fmla="*/ 817404 h 5549951"/>
              <a:gd name="connsiteX12" fmla="*/ 4506491 w 4553364"/>
              <a:gd name="connsiteY12" fmla="*/ 822238 h 5549951"/>
              <a:gd name="connsiteX13" fmla="*/ 4504340 w 4553364"/>
              <a:gd name="connsiteY13" fmla="*/ 846069 h 5549951"/>
              <a:gd name="connsiteX14" fmla="*/ 4502740 w 4553364"/>
              <a:gd name="connsiteY14" fmla="*/ 853854 h 5549951"/>
              <a:gd name="connsiteX15" fmla="*/ 4496502 w 4553364"/>
              <a:gd name="connsiteY15" fmla="*/ 965485 h 5549951"/>
              <a:gd name="connsiteX16" fmla="*/ 4497900 w 4553364"/>
              <a:gd name="connsiteY16" fmla="*/ 1101094 h 5549951"/>
              <a:gd name="connsiteX17" fmla="*/ 4497795 w 4553364"/>
              <a:gd name="connsiteY17" fmla="*/ 1159389 h 5549951"/>
              <a:gd name="connsiteX18" fmla="*/ 4516282 w 4553364"/>
              <a:gd name="connsiteY18" fmla="*/ 1313374 h 5549951"/>
              <a:gd name="connsiteX19" fmla="*/ 4515402 w 4553364"/>
              <a:gd name="connsiteY19" fmla="*/ 1347004 h 5549951"/>
              <a:gd name="connsiteX20" fmla="*/ 4505820 w 4553364"/>
              <a:gd name="connsiteY20" fmla="*/ 1391762 h 5549951"/>
              <a:gd name="connsiteX21" fmla="*/ 4509084 w 4553364"/>
              <a:gd name="connsiteY21" fmla="*/ 1395707 h 5549951"/>
              <a:gd name="connsiteX22" fmla="*/ 4511926 w 4553364"/>
              <a:gd name="connsiteY22" fmla="*/ 1408524 h 5549951"/>
              <a:gd name="connsiteX23" fmla="*/ 4507185 w 4553364"/>
              <a:gd name="connsiteY23" fmla="*/ 1419109 h 5549951"/>
              <a:gd name="connsiteX24" fmla="*/ 4486104 w 4553364"/>
              <a:gd name="connsiteY24" fmla="*/ 1543038 h 5549951"/>
              <a:gd name="connsiteX25" fmla="*/ 4481223 w 4553364"/>
              <a:gd name="connsiteY25" fmla="*/ 1553997 h 5549951"/>
              <a:gd name="connsiteX26" fmla="*/ 4463080 w 4553364"/>
              <a:gd name="connsiteY26" fmla="*/ 1664103 h 5549951"/>
              <a:gd name="connsiteX27" fmla="*/ 4455543 w 4553364"/>
              <a:gd name="connsiteY27" fmla="*/ 1735163 h 5549951"/>
              <a:gd name="connsiteX28" fmla="*/ 4453483 w 4553364"/>
              <a:gd name="connsiteY28" fmla="*/ 1735289 h 5549951"/>
              <a:gd name="connsiteX29" fmla="*/ 4444985 w 4553364"/>
              <a:gd name="connsiteY29" fmla="*/ 1887374 h 5549951"/>
              <a:gd name="connsiteX30" fmla="*/ 4453676 w 4553364"/>
              <a:gd name="connsiteY30" fmla="*/ 1911536 h 5549951"/>
              <a:gd name="connsiteX31" fmla="*/ 4445491 w 4553364"/>
              <a:gd name="connsiteY31" fmla="*/ 2040142 h 5549951"/>
              <a:gd name="connsiteX32" fmla="*/ 4446856 w 4553364"/>
              <a:gd name="connsiteY32" fmla="*/ 2067489 h 5549951"/>
              <a:gd name="connsiteX33" fmla="*/ 4429341 w 4553364"/>
              <a:gd name="connsiteY33" fmla="*/ 2167300 h 5549951"/>
              <a:gd name="connsiteX34" fmla="*/ 4373258 w 4553364"/>
              <a:gd name="connsiteY34" fmla="*/ 3223633 h 5549951"/>
              <a:gd name="connsiteX35" fmla="*/ 4349387 w 4553364"/>
              <a:gd name="connsiteY35" fmla="*/ 3639984 h 5549951"/>
              <a:gd name="connsiteX36" fmla="*/ 4263924 w 4553364"/>
              <a:gd name="connsiteY36" fmla="*/ 5315626 h 5549951"/>
              <a:gd name="connsiteX37" fmla="*/ 4270290 w 4553364"/>
              <a:gd name="connsiteY37" fmla="*/ 5450399 h 5549951"/>
              <a:gd name="connsiteX38" fmla="*/ 4251733 w 4553364"/>
              <a:gd name="connsiteY38" fmla="*/ 5484804 h 5549951"/>
              <a:gd name="connsiteX39" fmla="*/ 4247081 w 4553364"/>
              <a:gd name="connsiteY39" fmla="*/ 5487504 h 5549951"/>
              <a:gd name="connsiteX40" fmla="*/ 4243624 w 4553364"/>
              <a:gd name="connsiteY40" fmla="*/ 5549951 h 5549951"/>
              <a:gd name="connsiteX41" fmla="*/ 0 w 4553364"/>
              <a:gd name="connsiteY41" fmla="*/ 5293146 h 5549951"/>
              <a:gd name="connsiteX42" fmla="*/ 4241 w 4553364"/>
              <a:gd name="connsiteY42" fmla="*/ 5239903 h 5549951"/>
              <a:gd name="connsiteX43" fmla="*/ 6794 w 4553364"/>
              <a:gd name="connsiteY43" fmla="*/ 5186477 h 5549951"/>
              <a:gd name="connsiteX44" fmla="*/ 11039 w 4553364"/>
              <a:gd name="connsiteY44" fmla="*/ 5116566 h 5549951"/>
              <a:gd name="connsiteX45" fmla="*/ 78653 w 4553364"/>
              <a:gd name="connsiteY45" fmla="*/ 3839310 h 5549951"/>
              <a:gd name="connsiteX46" fmla="*/ 303343 w 4553364"/>
              <a:gd name="connsiteY46" fmla="*/ 0 h 5549951"/>
              <a:gd name="connsiteX0" fmla="*/ 303343 w 4553364"/>
              <a:gd name="connsiteY0" fmla="*/ 0 h 5549951"/>
              <a:gd name="connsiteX1" fmla="*/ 3305529 w 4553364"/>
              <a:gd name="connsiteY1" fmla="*/ 171842 h 5549951"/>
              <a:gd name="connsiteX2" fmla="*/ 4134340 w 4553364"/>
              <a:gd name="connsiteY2" fmla="*/ 226950 h 5549951"/>
              <a:gd name="connsiteX3" fmla="*/ 4507534 w 4553364"/>
              <a:gd name="connsiteY3" fmla="*/ 247374 h 5549951"/>
              <a:gd name="connsiteX4" fmla="*/ 4535413 w 4553364"/>
              <a:gd name="connsiteY4" fmla="*/ 269179 h 5549951"/>
              <a:gd name="connsiteX5" fmla="*/ 4533639 w 4553364"/>
              <a:gd name="connsiteY5" fmla="*/ 300930 h 5549951"/>
              <a:gd name="connsiteX6" fmla="*/ 4536561 w 4553364"/>
              <a:gd name="connsiteY6" fmla="*/ 302647 h 5549951"/>
              <a:gd name="connsiteX7" fmla="*/ 4552987 w 4553364"/>
              <a:gd name="connsiteY7" fmla="*/ 334222 h 5549951"/>
              <a:gd name="connsiteX8" fmla="*/ 4530726 w 4553364"/>
              <a:gd name="connsiteY8" fmla="*/ 391868 h 5549951"/>
              <a:gd name="connsiteX9" fmla="*/ 4522133 w 4553364"/>
              <a:gd name="connsiteY9" fmla="*/ 506828 h 5549951"/>
              <a:gd name="connsiteX10" fmla="*/ 4517715 w 4553364"/>
              <a:gd name="connsiteY10" fmla="*/ 585890 h 5549951"/>
              <a:gd name="connsiteX11" fmla="*/ 4504778 w 4553364"/>
              <a:gd name="connsiteY11" fmla="*/ 817404 h 5549951"/>
              <a:gd name="connsiteX12" fmla="*/ 4506491 w 4553364"/>
              <a:gd name="connsiteY12" fmla="*/ 822238 h 5549951"/>
              <a:gd name="connsiteX13" fmla="*/ 4504340 w 4553364"/>
              <a:gd name="connsiteY13" fmla="*/ 846069 h 5549951"/>
              <a:gd name="connsiteX14" fmla="*/ 4502740 w 4553364"/>
              <a:gd name="connsiteY14" fmla="*/ 853854 h 5549951"/>
              <a:gd name="connsiteX15" fmla="*/ 4496502 w 4553364"/>
              <a:gd name="connsiteY15" fmla="*/ 965485 h 5549951"/>
              <a:gd name="connsiteX16" fmla="*/ 4497900 w 4553364"/>
              <a:gd name="connsiteY16" fmla="*/ 1101094 h 5549951"/>
              <a:gd name="connsiteX17" fmla="*/ 4497795 w 4553364"/>
              <a:gd name="connsiteY17" fmla="*/ 1159389 h 5549951"/>
              <a:gd name="connsiteX18" fmla="*/ 4516282 w 4553364"/>
              <a:gd name="connsiteY18" fmla="*/ 1313374 h 5549951"/>
              <a:gd name="connsiteX19" fmla="*/ 4515402 w 4553364"/>
              <a:gd name="connsiteY19" fmla="*/ 1347004 h 5549951"/>
              <a:gd name="connsiteX20" fmla="*/ 4505820 w 4553364"/>
              <a:gd name="connsiteY20" fmla="*/ 1391762 h 5549951"/>
              <a:gd name="connsiteX21" fmla="*/ 4509084 w 4553364"/>
              <a:gd name="connsiteY21" fmla="*/ 1395707 h 5549951"/>
              <a:gd name="connsiteX22" fmla="*/ 4511926 w 4553364"/>
              <a:gd name="connsiteY22" fmla="*/ 1408524 h 5549951"/>
              <a:gd name="connsiteX23" fmla="*/ 4507185 w 4553364"/>
              <a:gd name="connsiteY23" fmla="*/ 1419109 h 5549951"/>
              <a:gd name="connsiteX24" fmla="*/ 4486104 w 4553364"/>
              <a:gd name="connsiteY24" fmla="*/ 1543038 h 5549951"/>
              <a:gd name="connsiteX25" fmla="*/ 4481223 w 4553364"/>
              <a:gd name="connsiteY25" fmla="*/ 1553997 h 5549951"/>
              <a:gd name="connsiteX26" fmla="*/ 4463080 w 4553364"/>
              <a:gd name="connsiteY26" fmla="*/ 1664103 h 5549951"/>
              <a:gd name="connsiteX27" fmla="*/ 4455543 w 4553364"/>
              <a:gd name="connsiteY27" fmla="*/ 1735163 h 5549951"/>
              <a:gd name="connsiteX28" fmla="*/ 4453483 w 4553364"/>
              <a:gd name="connsiteY28" fmla="*/ 1735289 h 5549951"/>
              <a:gd name="connsiteX29" fmla="*/ 4444985 w 4553364"/>
              <a:gd name="connsiteY29" fmla="*/ 1887374 h 5549951"/>
              <a:gd name="connsiteX30" fmla="*/ 4453676 w 4553364"/>
              <a:gd name="connsiteY30" fmla="*/ 1911536 h 5549951"/>
              <a:gd name="connsiteX31" fmla="*/ 4445491 w 4553364"/>
              <a:gd name="connsiteY31" fmla="*/ 2040142 h 5549951"/>
              <a:gd name="connsiteX32" fmla="*/ 4446856 w 4553364"/>
              <a:gd name="connsiteY32" fmla="*/ 2067489 h 5549951"/>
              <a:gd name="connsiteX33" fmla="*/ 4429341 w 4553364"/>
              <a:gd name="connsiteY33" fmla="*/ 2167300 h 5549951"/>
              <a:gd name="connsiteX34" fmla="*/ 4373258 w 4553364"/>
              <a:gd name="connsiteY34" fmla="*/ 3223633 h 5549951"/>
              <a:gd name="connsiteX35" fmla="*/ 4349387 w 4553364"/>
              <a:gd name="connsiteY35" fmla="*/ 3639984 h 5549951"/>
              <a:gd name="connsiteX36" fmla="*/ 4263924 w 4553364"/>
              <a:gd name="connsiteY36" fmla="*/ 5315626 h 5549951"/>
              <a:gd name="connsiteX37" fmla="*/ 4270290 w 4553364"/>
              <a:gd name="connsiteY37" fmla="*/ 5450399 h 5549951"/>
              <a:gd name="connsiteX38" fmla="*/ 4251733 w 4553364"/>
              <a:gd name="connsiteY38" fmla="*/ 5484804 h 5549951"/>
              <a:gd name="connsiteX39" fmla="*/ 4247081 w 4553364"/>
              <a:gd name="connsiteY39" fmla="*/ 5487504 h 5549951"/>
              <a:gd name="connsiteX40" fmla="*/ 4243624 w 4553364"/>
              <a:gd name="connsiteY40" fmla="*/ 5549951 h 5549951"/>
              <a:gd name="connsiteX41" fmla="*/ 0 w 4553364"/>
              <a:gd name="connsiteY41" fmla="*/ 5293146 h 5549951"/>
              <a:gd name="connsiteX42" fmla="*/ 4241 w 4553364"/>
              <a:gd name="connsiteY42" fmla="*/ 5239903 h 5549951"/>
              <a:gd name="connsiteX43" fmla="*/ 11039 w 4553364"/>
              <a:gd name="connsiteY43" fmla="*/ 5116566 h 5549951"/>
              <a:gd name="connsiteX44" fmla="*/ 78653 w 4553364"/>
              <a:gd name="connsiteY44" fmla="*/ 3839310 h 5549951"/>
              <a:gd name="connsiteX45" fmla="*/ 303343 w 4553364"/>
              <a:gd name="connsiteY45" fmla="*/ 0 h 5549951"/>
              <a:gd name="connsiteX0" fmla="*/ 303343 w 4553364"/>
              <a:gd name="connsiteY0" fmla="*/ 0 h 5549951"/>
              <a:gd name="connsiteX1" fmla="*/ 3305529 w 4553364"/>
              <a:gd name="connsiteY1" fmla="*/ 171842 h 5549951"/>
              <a:gd name="connsiteX2" fmla="*/ 4134340 w 4553364"/>
              <a:gd name="connsiteY2" fmla="*/ 226950 h 5549951"/>
              <a:gd name="connsiteX3" fmla="*/ 4507534 w 4553364"/>
              <a:gd name="connsiteY3" fmla="*/ 247374 h 5549951"/>
              <a:gd name="connsiteX4" fmla="*/ 4535413 w 4553364"/>
              <a:gd name="connsiteY4" fmla="*/ 269179 h 5549951"/>
              <a:gd name="connsiteX5" fmla="*/ 4533639 w 4553364"/>
              <a:gd name="connsiteY5" fmla="*/ 300930 h 5549951"/>
              <a:gd name="connsiteX6" fmla="*/ 4536561 w 4553364"/>
              <a:gd name="connsiteY6" fmla="*/ 302647 h 5549951"/>
              <a:gd name="connsiteX7" fmla="*/ 4552987 w 4553364"/>
              <a:gd name="connsiteY7" fmla="*/ 334222 h 5549951"/>
              <a:gd name="connsiteX8" fmla="*/ 4530726 w 4553364"/>
              <a:gd name="connsiteY8" fmla="*/ 391868 h 5549951"/>
              <a:gd name="connsiteX9" fmla="*/ 4522133 w 4553364"/>
              <a:gd name="connsiteY9" fmla="*/ 506828 h 5549951"/>
              <a:gd name="connsiteX10" fmla="*/ 4517715 w 4553364"/>
              <a:gd name="connsiteY10" fmla="*/ 585890 h 5549951"/>
              <a:gd name="connsiteX11" fmla="*/ 4504778 w 4553364"/>
              <a:gd name="connsiteY11" fmla="*/ 817404 h 5549951"/>
              <a:gd name="connsiteX12" fmla="*/ 4506491 w 4553364"/>
              <a:gd name="connsiteY12" fmla="*/ 822238 h 5549951"/>
              <a:gd name="connsiteX13" fmla="*/ 4504340 w 4553364"/>
              <a:gd name="connsiteY13" fmla="*/ 846069 h 5549951"/>
              <a:gd name="connsiteX14" fmla="*/ 4502740 w 4553364"/>
              <a:gd name="connsiteY14" fmla="*/ 853854 h 5549951"/>
              <a:gd name="connsiteX15" fmla="*/ 4496502 w 4553364"/>
              <a:gd name="connsiteY15" fmla="*/ 965485 h 5549951"/>
              <a:gd name="connsiteX16" fmla="*/ 4497900 w 4553364"/>
              <a:gd name="connsiteY16" fmla="*/ 1101094 h 5549951"/>
              <a:gd name="connsiteX17" fmla="*/ 4497795 w 4553364"/>
              <a:gd name="connsiteY17" fmla="*/ 1159389 h 5549951"/>
              <a:gd name="connsiteX18" fmla="*/ 4516282 w 4553364"/>
              <a:gd name="connsiteY18" fmla="*/ 1313374 h 5549951"/>
              <a:gd name="connsiteX19" fmla="*/ 4515402 w 4553364"/>
              <a:gd name="connsiteY19" fmla="*/ 1347004 h 5549951"/>
              <a:gd name="connsiteX20" fmla="*/ 4505820 w 4553364"/>
              <a:gd name="connsiteY20" fmla="*/ 1391762 h 5549951"/>
              <a:gd name="connsiteX21" fmla="*/ 4509084 w 4553364"/>
              <a:gd name="connsiteY21" fmla="*/ 1395707 h 5549951"/>
              <a:gd name="connsiteX22" fmla="*/ 4511926 w 4553364"/>
              <a:gd name="connsiteY22" fmla="*/ 1408524 h 5549951"/>
              <a:gd name="connsiteX23" fmla="*/ 4507185 w 4553364"/>
              <a:gd name="connsiteY23" fmla="*/ 1419109 h 5549951"/>
              <a:gd name="connsiteX24" fmla="*/ 4486104 w 4553364"/>
              <a:gd name="connsiteY24" fmla="*/ 1543038 h 5549951"/>
              <a:gd name="connsiteX25" fmla="*/ 4481223 w 4553364"/>
              <a:gd name="connsiteY25" fmla="*/ 1553997 h 5549951"/>
              <a:gd name="connsiteX26" fmla="*/ 4463080 w 4553364"/>
              <a:gd name="connsiteY26" fmla="*/ 1664103 h 5549951"/>
              <a:gd name="connsiteX27" fmla="*/ 4455543 w 4553364"/>
              <a:gd name="connsiteY27" fmla="*/ 1735163 h 5549951"/>
              <a:gd name="connsiteX28" fmla="*/ 4453483 w 4553364"/>
              <a:gd name="connsiteY28" fmla="*/ 1735289 h 5549951"/>
              <a:gd name="connsiteX29" fmla="*/ 4444985 w 4553364"/>
              <a:gd name="connsiteY29" fmla="*/ 1887374 h 5549951"/>
              <a:gd name="connsiteX30" fmla="*/ 4453676 w 4553364"/>
              <a:gd name="connsiteY30" fmla="*/ 1911536 h 5549951"/>
              <a:gd name="connsiteX31" fmla="*/ 4445491 w 4553364"/>
              <a:gd name="connsiteY31" fmla="*/ 2040142 h 5549951"/>
              <a:gd name="connsiteX32" fmla="*/ 4446856 w 4553364"/>
              <a:gd name="connsiteY32" fmla="*/ 2067489 h 5549951"/>
              <a:gd name="connsiteX33" fmla="*/ 4429341 w 4553364"/>
              <a:gd name="connsiteY33" fmla="*/ 2167300 h 5549951"/>
              <a:gd name="connsiteX34" fmla="*/ 4373258 w 4553364"/>
              <a:gd name="connsiteY34" fmla="*/ 3223633 h 5549951"/>
              <a:gd name="connsiteX35" fmla="*/ 4349387 w 4553364"/>
              <a:gd name="connsiteY35" fmla="*/ 3639984 h 5549951"/>
              <a:gd name="connsiteX36" fmla="*/ 4263924 w 4553364"/>
              <a:gd name="connsiteY36" fmla="*/ 5315626 h 5549951"/>
              <a:gd name="connsiteX37" fmla="*/ 4270290 w 4553364"/>
              <a:gd name="connsiteY37" fmla="*/ 5450399 h 5549951"/>
              <a:gd name="connsiteX38" fmla="*/ 4251733 w 4553364"/>
              <a:gd name="connsiteY38" fmla="*/ 5484804 h 5549951"/>
              <a:gd name="connsiteX39" fmla="*/ 4247081 w 4553364"/>
              <a:gd name="connsiteY39" fmla="*/ 5487504 h 5549951"/>
              <a:gd name="connsiteX40" fmla="*/ 4243624 w 4553364"/>
              <a:gd name="connsiteY40" fmla="*/ 5549951 h 5549951"/>
              <a:gd name="connsiteX41" fmla="*/ 0 w 4553364"/>
              <a:gd name="connsiteY41" fmla="*/ 5293146 h 5549951"/>
              <a:gd name="connsiteX42" fmla="*/ 11039 w 4553364"/>
              <a:gd name="connsiteY42" fmla="*/ 5116566 h 5549951"/>
              <a:gd name="connsiteX43" fmla="*/ 78653 w 4553364"/>
              <a:gd name="connsiteY43" fmla="*/ 3839310 h 5549951"/>
              <a:gd name="connsiteX44" fmla="*/ 303343 w 4553364"/>
              <a:gd name="connsiteY44" fmla="*/ 0 h 5549951"/>
              <a:gd name="connsiteX0" fmla="*/ 303343 w 4553364"/>
              <a:gd name="connsiteY0" fmla="*/ 0 h 5549951"/>
              <a:gd name="connsiteX1" fmla="*/ 3305529 w 4553364"/>
              <a:gd name="connsiteY1" fmla="*/ 171842 h 5549951"/>
              <a:gd name="connsiteX2" fmla="*/ 4134340 w 4553364"/>
              <a:gd name="connsiteY2" fmla="*/ 226950 h 5549951"/>
              <a:gd name="connsiteX3" fmla="*/ 4507534 w 4553364"/>
              <a:gd name="connsiteY3" fmla="*/ 247374 h 5549951"/>
              <a:gd name="connsiteX4" fmla="*/ 4535413 w 4553364"/>
              <a:gd name="connsiteY4" fmla="*/ 269179 h 5549951"/>
              <a:gd name="connsiteX5" fmla="*/ 4533639 w 4553364"/>
              <a:gd name="connsiteY5" fmla="*/ 300930 h 5549951"/>
              <a:gd name="connsiteX6" fmla="*/ 4536561 w 4553364"/>
              <a:gd name="connsiteY6" fmla="*/ 302647 h 5549951"/>
              <a:gd name="connsiteX7" fmla="*/ 4552987 w 4553364"/>
              <a:gd name="connsiteY7" fmla="*/ 334222 h 5549951"/>
              <a:gd name="connsiteX8" fmla="*/ 4530726 w 4553364"/>
              <a:gd name="connsiteY8" fmla="*/ 391868 h 5549951"/>
              <a:gd name="connsiteX9" fmla="*/ 4522133 w 4553364"/>
              <a:gd name="connsiteY9" fmla="*/ 506828 h 5549951"/>
              <a:gd name="connsiteX10" fmla="*/ 4517715 w 4553364"/>
              <a:gd name="connsiteY10" fmla="*/ 585890 h 5549951"/>
              <a:gd name="connsiteX11" fmla="*/ 4504778 w 4553364"/>
              <a:gd name="connsiteY11" fmla="*/ 817404 h 5549951"/>
              <a:gd name="connsiteX12" fmla="*/ 4506491 w 4553364"/>
              <a:gd name="connsiteY12" fmla="*/ 822238 h 5549951"/>
              <a:gd name="connsiteX13" fmla="*/ 4504340 w 4553364"/>
              <a:gd name="connsiteY13" fmla="*/ 846069 h 5549951"/>
              <a:gd name="connsiteX14" fmla="*/ 4502740 w 4553364"/>
              <a:gd name="connsiteY14" fmla="*/ 853854 h 5549951"/>
              <a:gd name="connsiteX15" fmla="*/ 4496502 w 4553364"/>
              <a:gd name="connsiteY15" fmla="*/ 965485 h 5549951"/>
              <a:gd name="connsiteX16" fmla="*/ 4497900 w 4553364"/>
              <a:gd name="connsiteY16" fmla="*/ 1101094 h 5549951"/>
              <a:gd name="connsiteX17" fmla="*/ 4497795 w 4553364"/>
              <a:gd name="connsiteY17" fmla="*/ 1159389 h 5549951"/>
              <a:gd name="connsiteX18" fmla="*/ 4516282 w 4553364"/>
              <a:gd name="connsiteY18" fmla="*/ 1313374 h 5549951"/>
              <a:gd name="connsiteX19" fmla="*/ 4515402 w 4553364"/>
              <a:gd name="connsiteY19" fmla="*/ 1347004 h 5549951"/>
              <a:gd name="connsiteX20" fmla="*/ 4505820 w 4553364"/>
              <a:gd name="connsiteY20" fmla="*/ 1391762 h 5549951"/>
              <a:gd name="connsiteX21" fmla="*/ 4509084 w 4553364"/>
              <a:gd name="connsiteY21" fmla="*/ 1395707 h 5549951"/>
              <a:gd name="connsiteX22" fmla="*/ 4511926 w 4553364"/>
              <a:gd name="connsiteY22" fmla="*/ 1408524 h 5549951"/>
              <a:gd name="connsiteX23" fmla="*/ 4507185 w 4553364"/>
              <a:gd name="connsiteY23" fmla="*/ 1419109 h 5549951"/>
              <a:gd name="connsiteX24" fmla="*/ 4486104 w 4553364"/>
              <a:gd name="connsiteY24" fmla="*/ 1543038 h 5549951"/>
              <a:gd name="connsiteX25" fmla="*/ 4481223 w 4553364"/>
              <a:gd name="connsiteY25" fmla="*/ 1553997 h 5549951"/>
              <a:gd name="connsiteX26" fmla="*/ 4463080 w 4553364"/>
              <a:gd name="connsiteY26" fmla="*/ 1664103 h 5549951"/>
              <a:gd name="connsiteX27" fmla="*/ 4455543 w 4553364"/>
              <a:gd name="connsiteY27" fmla="*/ 1735163 h 5549951"/>
              <a:gd name="connsiteX28" fmla="*/ 4453483 w 4553364"/>
              <a:gd name="connsiteY28" fmla="*/ 1735289 h 5549951"/>
              <a:gd name="connsiteX29" fmla="*/ 4444985 w 4553364"/>
              <a:gd name="connsiteY29" fmla="*/ 1887374 h 5549951"/>
              <a:gd name="connsiteX30" fmla="*/ 4453676 w 4553364"/>
              <a:gd name="connsiteY30" fmla="*/ 1911536 h 5549951"/>
              <a:gd name="connsiteX31" fmla="*/ 4445491 w 4553364"/>
              <a:gd name="connsiteY31" fmla="*/ 2040142 h 5549951"/>
              <a:gd name="connsiteX32" fmla="*/ 4446856 w 4553364"/>
              <a:gd name="connsiteY32" fmla="*/ 2067489 h 5549951"/>
              <a:gd name="connsiteX33" fmla="*/ 4429341 w 4553364"/>
              <a:gd name="connsiteY33" fmla="*/ 2167300 h 5549951"/>
              <a:gd name="connsiteX34" fmla="*/ 4373258 w 4553364"/>
              <a:gd name="connsiteY34" fmla="*/ 3223633 h 5549951"/>
              <a:gd name="connsiteX35" fmla="*/ 4349387 w 4553364"/>
              <a:gd name="connsiteY35" fmla="*/ 3639984 h 5549951"/>
              <a:gd name="connsiteX36" fmla="*/ 4263924 w 4553364"/>
              <a:gd name="connsiteY36" fmla="*/ 5315626 h 5549951"/>
              <a:gd name="connsiteX37" fmla="*/ 4270290 w 4553364"/>
              <a:gd name="connsiteY37" fmla="*/ 5450399 h 5549951"/>
              <a:gd name="connsiteX38" fmla="*/ 4251733 w 4553364"/>
              <a:gd name="connsiteY38" fmla="*/ 5484804 h 5549951"/>
              <a:gd name="connsiteX39" fmla="*/ 4247081 w 4553364"/>
              <a:gd name="connsiteY39" fmla="*/ 5487504 h 5549951"/>
              <a:gd name="connsiteX40" fmla="*/ 4243624 w 4553364"/>
              <a:gd name="connsiteY40" fmla="*/ 5549951 h 5549951"/>
              <a:gd name="connsiteX41" fmla="*/ 0 w 4553364"/>
              <a:gd name="connsiteY41" fmla="*/ 5293146 h 5549951"/>
              <a:gd name="connsiteX42" fmla="*/ 78653 w 4553364"/>
              <a:gd name="connsiteY42" fmla="*/ 3839310 h 5549951"/>
              <a:gd name="connsiteX43" fmla="*/ 303343 w 4553364"/>
              <a:gd name="connsiteY43" fmla="*/ 0 h 5549951"/>
              <a:gd name="connsiteX0" fmla="*/ 303343 w 4553364"/>
              <a:gd name="connsiteY0" fmla="*/ 0 h 5549951"/>
              <a:gd name="connsiteX1" fmla="*/ 3305529 w 4553364"/>
              <a:gd name="connsiteY1" fmla="*/ 171842 h 5549951"/>
              <a:gd name="connsiteX2" fmla="*/ 4134340 w 4553364"/>
              <a:gd name="connsiteY2" fmla="*/ 226950 h 5549951"/>
              <a:gd name="connsiteX3" fmla="*/ 4507534 w 4553364"/>
              <a:gd name="connsiteY3" fmla="*/ 247374 h 5549951"/>
              <a:gd name="connsiteX4" fmla="*/ 4535413 w 4553364"/>
              <a:gd name="connsiteY4" fmla="*/ 269179 h 5549951"/>
              <a:gd name="connsiteX5" fmla="*/ 4533639 w 4553364"/>
              <a:gd name="connsiteY5" fmla="*/ 300930 h 5549951"/>
              <a:gd name="connsiteX6" fmla="*/ 4536561 w 4553364"/>
              <a:gd name="connsiteY6" fmla="*/ 302647 h 5549951"/>
              <a:gd name="connsiteX7" fmla="*/ 4552987 w 4553364"/>
              <a:gd name="connsiteY7" fmla="*/ 334222 h 5549951"/>
              <a:gd name="connsiteX8" fmla="*/ 4530726 w 4553364"/>
              <a:gd name="connsiteY8" fmla="*/ 391868 h 5549951"/>
              <a:gd name="connsiteX9" fmla="*/ 4522133 w 4553364"/>
              <a:gd name="connsiteY9" fmla="*/ 506828 h 5549951"/>
              <a:gd name="connsiteX10" fmla="*/ 4517715 w 4553364"/>
              <a:gd name="connsiteY10" fmla="*/ 585890 h 5549951"/>
              <a:gd name="connsiteX11" fmla="*/ 4504778 w 4553364"/>
              <a:gd name="connsiteY11" fmla="*/ 817404 h 5549951"/>
              <a:gd name="connsiteX12" fmla="*/ 4506491 w 4553364"/>
              <a:gd name="connsiteY12" fmla="*/ 822238 h 5549951"/>
              <a:gd name="connsiteX13" fmla="*/ 4504340 w 4553364"/>
              <a:gd name="connsiteY13" fmla="*/ 846069 h 5549951"/>
              <a:gd name="connsiteX14" fmla="*/ 4502740 w 4553364"/>
              <a:gd name="connsiteY14" fmla="*/ 853854 h 5549951"/>
              <a:gd name="connsiteX15" fmla="*/ 4496502 w 4553364"/>
              <a:gd name="connsiteY15" fmla="*/ 965485 h 5549951"/>
              <a:gd name="connsiteX16" fmla="*/ 4497900 w 4553364"/>
              <a:gd name="connsiteY16" fmla="*/ 1101094 h 5549951"/>
              <a:gd name="connsiteX17" fmla="*/ 4497795 w 4553364"/>
              <a:gd name="connsiteY17" fmla="*/ 1159389 h 5549951"/>
              <a:gd name="connsiteX18" fmla="*/ 4516282 w 4553364"/>
              <a:gd name="connsiteY18" fmla="*/ 1313374 h 5549951"/>
              <a:gd name="connsiteX19" fmla="*/ 4515402 w 4553364"/>
              <a:gd name="connsiteY19" fmla="*/ 1347004 h 5549951"/>
              <a:gd name="connsiteX20" fmla="*/ 4505820 w 4553364"/>
              <a:gd name="connsiteY20" fmla="*/ 1391762 h 5549951"/>
              <a:gd name="connsiteX21" fmla="*/ 4509084 w 4553364"/>
              <a:gd name="connsiteY21" fmla="*/ 1395707 h 5549951"/>
              <a:gd name="connsiteX22" fmla="*/ 4511926 w 4553364"/>
              <a:gd name="connsiteY22" fmla="*/ 1408524 h 5549951"/>
              <a:gd name="connsiteX23" fmla="*/ 4507185 w 4553364"/>
              <a:gd name="connsiteY23" fmla="*/ 1419109 h 5549951"/>
              <a:gd name="connsiteX24" fmla="*/ 4486104 w 4553364"/>
              <a:gd name="connsiteY24" fmla="*/ 1543038 h 5549951"/>
              <a:gd name="connsiteX25" fmla="*/ 4481223 w 4553364"/>
              <a:gd name="connsiteY25" fmla="*/ 1553997 h 5549951"/>
              <a:gd name="connsiteX26" fmla="*/ 4463080 w 4553364"/>
              <a:gd name="connsiteY26" fmla="*/ 1664103 h 5549951"/>
              <a:gd name="connsiteX27" fmla="*/ 4455543 w 4553364"/>
              <a:gd name="connsiteY27" fmla="*/ 1735163 h 5549951"/>
              <a:gd name="connsiteX28" fmla="*/ 4453483 w 4553364"/>
              <a:gd name="connsiteY28" fmla="*/ 1735289 h 5549951"/>
              <a:gd name="connsiteX29" fmla="*/ 4444985 w 4553364"/>
              <a:gd name="connsiteY29" fmla="*/ 1887374 h 5549951"/>
              <a:gd name="connsiteX30" fmla="*/ 4453676 w 4553364"/>
              <a:gd name="connsiteY30" fmla="*/ 1911536 h 5549951"/>
              <a:gd name="connsiteX31" fmla="*/ 4445491 w 4553364"/>
              <a:gd name="connsiteY31" fmla="*/ 2040142 h 5549951"/>
              <a:gd name="connsiteX32" fmla="*/ 4446856 w 4553364"/>
              <a:gd name="connsiteY32" fmla="*/ 2067489 h 5549951"/>
              <a:gd name="connsiteX33" fmla="*/ 4429341 w 4553364"/>
              <a:gd name="connsiteY33" fmla="*/ 2167300 h 5549951"/>
              <a:gd name="connsiteX34" fmla="*/ 4373258 w 4553364"/>
              <a:gd name="connsiteY34" fmla="*/ 3223633 h 5549951"/>
              <a:gd name="connsiteX35" fmla="*/ 4349387 w 4553364"/>
              <a:gd name="connsiteY35" fmla="*/ 3639984 h 5549951"/>
              <a:gd name="connsiteX36" fmla="*/ 4263924 w 4553364"/>
              <a:gd name="connsiteY36" fmla="*/ 5315626 h 5549951"/>
              <a:gd name="connsiteX37" fmla="*/ 4270290 w 4553364"/>
              <a:gd name="connsiteY37" fmla="*/ 5450399 h 5549951"/>
              <a:gd name="connsiteX38" fmla="*/ 4251733 w 4553364"/>
              <a:gd name="connsiteY38" fmla="*/ 5484804 h 5549951"/>
              <a:gd name="connsiteX39" fmla="*/ 4247081 w 4553364"/>
              <a:gd name="connsiteY39" fmla="*/ 5487504 h 5549951"/>
              <a:gd name="connsiteX40" fmla="*/ 4243624 w 4553364"/>
              <a:gd name="connsiteY40" fmla="*/ 5549951 h 5549951"/>
              <a:gd name="connsiteX41" fmla="*/ 0 w 4553364"/>
              <a:gd name="connsiteY41" fmla="*/ 5293146 h 5549951"/>
              <a:gd name="connsiteX42" fmla="*/ 303343 w 4553364"/>
              <a:gd name="connsiteY42" fmla="*/ 0 h 5549951"/>
              <a:gd name="connsiteX0" fmla="*/ 303343 w 4553364"/>
              <a:gd name="connsiteY0" fmla="*/ 0 h 5549951"/>
              <a:gd name="connsiteX1" fmla="*/ 3305529 w 4553364"/>
              <a:gd name="connsiteY1" fmla="*/ 171842 h 5549951"/>
              <a:gd name="connsiteX2" fmla="*/ 4134340 w 4553364"/>
              <a:gd name="connsiteY2" fmla="*/ 226950 h 5549951"/>
              <a:gd name="connsiteX3" fmla="*/ 4507534 w 4553364"/>
              <a:gd name="connsiteY3" fmla="*/ 247374 h 5549951"/>
              <a:gd name="connsiteX4" fmla="*/ 4535413 w 4553364"/>
              <a:gd name="connsiteY4" fmla="*/ 269179 h 5549951"/>
              <a:gd name="connsiteX5" fmla="*/ 4533639 w 4553364"/>
              <a:gd name="connsiteY5" fmla="*/ 300930 h 5549951"/>
              <a:gd name="connsiteX6" fmla="*/ 4536561 w 4553364"/>
              <a:gd name="connsiteY6" fmla="*/ 302647 h 5549951"/>
              <a:gd name="connsiteX7" fmla="*/ 4552987 w 4553364"/>
              <a:gd name="connsiteY7" fmla="*/ 334222 h 5549951"/>
              <a:gd name="connsiteX8" fmla="*/ 4530726 w 4553364"/>
              <a:gd name="connsiteY8" fmla="*/ 391868 h 5549951"/>
              <a:gd name="connsiteX9" fmla="*/ 4522133 w 4553364"/>
              <a:gd name="connsiteY9" fmla="*/ 506828 h 5549951"/>
              <a:gd name="connsiteX10" fmla="*/ 4517715 w 4553364"/>
              <a:gd name="connsiteY10" fmla="*/ 585890 h 5549951"/>
              <a:gd name="connsiteX11" fmla="*/ 4504778 w 4553364"/>
              <a:gd name="connsiteY11" fmla="*/ 817404 h 5549951"/>
              <a:gd name="connsiteX12" fmla="*/ 4506491 w 4553364"/>
              <a:gd name="connsiteY12" fmla="*/ 822238 h 5549951"/>
              <a:gd name="connsiteX13" fmla="*/ 4504340 w 4553364"/>
              <a:gd name="connsiteY13" fmla="*/ 846069 h 5549951"/>
              <a:gd name="connsiteX14" fmla="*/ 4502740 w 4553364"/>
              <a:gd name="connsiteY14" fmla="*/ 853854 h 5549951"/>
              <a:gd name="connsiteX15" fmla="*/ 4497900 w 4553364"/>
              <a:gd name="connsiteY15" fmla="*/ 1101094 h 5549951"/>
              <a:gd name="connsiteX16" fmla="*/ 4497795 w 4553364"/>
              <a:gd name="connsiteY16" fmla="*/ 1159389 h 5549951"/>
              <a:gd name="connsiteX17" fmla="*/ 4516282 w 4553364"/>
              <a:gd name="connsiteY17" fmla="*/ 1313374 h 5549951"/>
              <a:gd name="connsiteX18" fmla="*/ 4515402 w 4553364"/>
              <a:gd name="connsiteY18" fmla="*/ 1347004 h 5549951"/>
              <a:gd name="connsiteX19" fmla="*/ 4505820 w 4553364"/>
              <a:gd name="connsiteY19" fmla="*/ 1391762 h 5549951"/>
              <a:gd name="connsiteX20" fmla="*/ 4509084 w 4553364"/>
              <a:gd name="connsiteY20" fmla="*/ 1395707 h 5549951"/>
              <a:gd name="connsiteX21" fmla="*/ 4511926 w 4553364"/>
              <a:gd name="connsiteY21" fmla="*/ 1408524 h 5549951"/>
              <a:gd name="connsiteX22" fmla="*/ 4507185 w 4553364"/>
              <a:gd name="connsiteY22" fmla="*/ 1419109 h 5549951"/>
              <a:gd name="connsiteX23" fmla="*/ 4486104 w 4553364"/>
              <a:gd name="connsiteY23" fmla="*/ 1543038 h 5549951"/>
              <a:gd name="connsiteX24" fmla="*/ 4481223 w 4553364"/>
              <a:gd name="connsiteY24" fmla="*/ 1553997 h 5549951"/>
              <a:gd name="connsiteX25" fmla="*/ 4463080 w 4553364"/>
              <a:gd name="connsiteY25" fmla="*/ 1664103 h 5549951"/>
              <a:gd name="connsiteX26" fmla="*/ 4455543 w 4553364"/>
              <a:gd name="connsiteY26" fmla="*/ 1735163 h 5549951"/>
              <a:gd name="connsiteX27" fmla="*/ 4453483 w 4553364"/>
              <a:gd name="connsiteY27" fmla="*/ 1735289 h 5549951"/>
              <a:gd name="connsiteX28" fmla="*/ 4444985 w 4553364"/>
              <a:gd name="connsiteY28" fmla="*/ 1887374 h 5549951"/>
              <a:gd name="connsiteX29" fmla="*/ 4453676 w 4553364"/>
              <a:gd name="connsiteY29" fmla="*/ 1911536 h 5549951"/>
              <a:gd name="connsiteX30" fmla="*/ 4445491 w 4553364"/>
              <a:gd name="connsiteY30" fmla="*/ 2040142 h 5549951"/>
              <a:gd name="connsiteX31" fmla="*/ 4446856 w 4553364"/>
              <a:gd name="connsiteY31" fmla="*/ 2067489 h 5549951"/>
              <a:gd name="connsiteX32" fmla="*/ 4429341 w 4553364"/>
              <a:gd name="connsiteY32" fmla="*/ 2167300 h 5549951"/>
              <a:gd name="connsiteX33" fmla="*/ 4373258 w 4553364"/>
              <a:gd name="connsiteY33" fmla="*/ 3223633 h 5549951"/>
              <a:gd name="connsiteX34" fmla="*/ 4349387 w 4553364"/>
              <a:gd name="connsiteY34" fmla="*/ 3639984 h 5549951"/>
              <a:gd name="connsiteX35" fmla="*/ 4263924 w 4553364"/>
              <a:gd name="connsiteY35" fmla="*/ 5315626 h 5549951"/>
              <a:gd name="connsiteX36" fmla="*/ 4270290 w 4553364"/>
              <a:gd name="connsiteY36" fmla="*/ 5450399 h 5549951"/>
              <a:gd name="connsiteX37" fmla="*/ 4251733 w 4553364"/>
              <a:gd name="connsiteY37" fmla="*/ 5484804 h 5549951"/>
              <a:gd name="connsiteX38" fmla="*/ 4247081 w 4553364"/>
              <a:gd name="connsiteY38" fmla="*/ 5487504 h 5549951"/>
              <a:gd name="connsiteX39" fmla="*/ 4243624 w 4553364"/>
              <a:gd name="connsiteY39" fmla="*/ 5549951 h 5549951"/>
              <a:gd name="connsiteX40" fmla="*/ 0 w 4553364"/>
              <a:gd name="connsiteY40" fmla="*/ 5293146 h 5549951"/>
              <a:gd name="connsiteX41" fmla="*/ 303343 w 4553364"/>
              <a:gd name="connsiteY41" fmla="*/ 0 h 5549951"/>
              <a:gd name="connsiteX0" fmla="*/ 303343 w 4553364"/>
              <a:gd name="connsiteY0" fmla="*/ 0 h 5549951"/>
              <a:gd name="connsiteX1" fmla="*/ 3305529 w 4553364"/>
              <a:gd name="connsiteY1" fmla="*/ 171842 h 5549951"/>
              <a:gd name="connsiteX2" fmla="*/ 4134340 w 4553364"/>
              <a:gd name="connsiteY2" fmla="*/ 226950 h 5549951"/>
              <a:gd name="connsiteX3" fmla="*/ 4507534 w 4553364"/>
              <a:gd name="connsiteY3" fmla="*/ 247374 h 5549951"/>
              <a:gd name="connsiteX4" fmla="*/ 4535413 w 4553364"/>
              <a:gd name="connsiteY4" fmla="*/ 269179 h 5549951"/>
              <a:gd name="connsiteX5" fmla="*/ 4533639 w 4553364"/>
              <a:gd name="connsiteY5" fmla="*/ 300930 h 5549951"/>
              <a:gd name="connsiteX6" fmla="*/ 4536561 w 4553364"/>
              <a:gd name="connsiteY6" fmla="*/ 302647 h 5549951"/>
              <a:gd name="connsiteX7" fmla="*/ 4552987 w 4553364"/>
              <a:gd name="connsiteY7" fmla="*/ 334222 h 5549951"/>
              <a:gd name="connsiteX8" fmla="*/ 4530726 w 4553364"/>
              <a:gd name="connsiteY8" fmla="*/ 391868 h 5549951"/>
              <a:gd name="connsiteX9" fmla="*/ 4522133 w 4553364"/>
              <a:gd name="connsiteY9" fmla="*/ 506828 h 5549951"/>
              <a:gd name="connsiteX10" fmla="*/ 4517715 w 4553364"/>
              <a:gd name="connsiteY10" fmla="*/ 585890 h 5549951"/>
              <a:gd name="connsiteX11" fmla="*/ 4504778 w 4553364"/>
              <a:gd name="connsiteY11" fmla="*/ 817404 h 5549951"/>
              <a:gd name="connsiteX12" fmla="*/ 4506491 w 4553364"/>
              <a:gd name="connsiteY12" fmla="*/ 822238 h 5549951"/>
              <a:gd name="connsiteX13" fmla="*/ 4504340 w 4553364"/>
              <a:gd name="connsiteY13" fmla="*/ 846069 h 5549951"/>
              <a:gd name="connsiteX14" fmla="*/ 4502740 w 4553364"/>
              <a:gd name="connsiteY14" fmla="*/ 853854 h 5549951"/>
              <a:gd name="connsiteX15" fmla="*/ 4497900 w 4553364"/>
              <a:gd name="connsiteY15" fmla="*/ 1101094 h 5549951"/>
              <a:gd name="connsiteX16" fmla="*/ 4497795 w 4553364"/>
              <a:gd name="connsiteY16" fmla="*/ 1159389 h 5549951"/>
              <a:gd name="connsiteX17" fmla="*/ 4516282 w 4553364"/>
              <a:gd name="connsiteY17" fmla="*/ 1313374 h 5549951"/>
              <a:gd name="connsiteX18" fmla="*/ 4515402 w 4553364"/>
              <a:gd name="connsiteY18" fmla="*/ 1347004 h 5549951"/>
              <a:gd name="connsiteX19" fmla="*/ 4505820 w 4553364"/>
              <a:gd name="connsiteY19" fmla="*/ 1391762 h 5549951"/>
              <a:gd name="connsiteX20" fmla="*/ 4509084 w 4553364"/>
              <a:gd name="connsiteY20" fmla="*/ 1395707 h 5549951"/>
              <a:gd name="connsiteX21" fmla="*/ 4511926 w 4553364"/>
              <a:gd name="connsiteY21" fmla="*/ 1408524 h 5549951"/>
              <a:gd name="connsiteX22" fmla="*/ 4507185 w 4553364"/>
              <a:gd name="connsiteY22" fmla="*/ 1419109 h 5549951"/>
              <a:gd name="connsiteX23" fmla="*/ 4486104 w 4553364"/>
              <a:gd name="connsiteY23" fmla="*/ 1543038 h 5549951"/>
              <a:gd name="connsiteX24" fmla="*/ 4481223 w 4553364"/>
              <a:gd name="connsiteY24" fmla="*/ 1553997 h 5549951"/>
              <a:gd name="connsiteX25" fmla="*/ 4463080 w 4553364"/>
              <a:gd name="connsiteY25" fmla="*/ 1664103 h 5549951"/>
              <a:gd name="connsiteX26" fmla="*/ 4455543 w 4553364"/>
              <a:gd name="connsiteY26" fmla="*/ 1735163 h 5549951"/>
              <a:gd name="connsiteX27" fmla="*/ 4444985 w 4553364"/>
              <a:gd name="connsiteY27" fmla="*/ 1887374 h 5549951"/>
              <a:gd name="connsiteX28" fmla="*/ 4453676 w 4553364"/>
              <a:gd name="connsiteY28" fmla="*/ 1911536 h 5549951"/>
              <a:gd name="connsiteX29" fmla="*/ 4445491 w 4553364"/>
              <a:gd name="connsiteY29" fmla="*/ 2040142 h 5549951"/>
              <a:gd name="connsiteX30" fmla="*/ 4446856 w 4553364"/>
              <a:gd name="connsiteY30" fmla="*/ 2067489 h 5549951"/>
              <a:gd name="connsiteX31" fmla="*/ 4429341 w 4553364"/>
              <a:gd name="connsiteY31" fmla="*/ 2167300 h 5549951"/>
              <a:gd name="connsiteX32" fmla="*/ 4373258 w 4553364"/>
              <a:gd name="connsiteY32" fmla="*/ 3223633 h 5549951"/>
              <a:gd name="connsiteX33" fmla="*/ 4349387 w 4553364"/>
              <a:gd name="connsiteY33" fmla="*/ 3639984 h 5549951"/>
              <a:gd name="connsiteX34" fmla="*/ 4263924 w 4553364"/>
              <a:gd name="connsiteY34" fmla="*/ 5315626 h 5549951"/>
              <a:gd name="connsiteX35" fmla="*/ 4270290 w 4553364"/>
              <a:gd name="connsiteY35" fmla="*/ 5450399 h 5549951"/>
              <a:gd name="connsiteX36" fmla="*/ 4251733 w 4553364"/>
              <a:gd name="connsiteY36" fmla="*/ 5484804 h 5549951"/>
              <a:gd name="connsiteX37" fmla="*/ 4247081 w 4553364"/>
              <a:gd name="connsiteY37" fmla="*/ 5487504 h 5549951"/>
              <a:gd name="connsiteX38" fmla="*/ 4243624 w 4553364"/>
              <a:gd name="connsiteY38" fmla="*/ 5549951 h 5549951"/>
              <a:gd name="connsiteX39" fmla="*/ 0 w 4553364"/>
              <a:gd name="connsiteY39" fmla="*/ 5293146 h 5549951"/>
              <a:gd name="connsiteX40" fmla="*/ 303343 w 4553364"/>
              <a:gd name="connsiteY40" fmla="*/ 0 h 5549951"/>
              <a:gd name="connsiteX0" fmla="*/ 303343 w 4553364"/>
              <a:gd name="connsiteY0" fmla="*/ 0 h 5549951"/>
              <a:gd name="connsiteX1" fmla="*/ 3305529 w 4553364"/>
              <a:gd name="connsiteY1" fmla="*/ 171842 h 5549951"/>
              <a:gd name="connsiteX2" fmla="*/ 4134340 w 4553364"/>
              <a:gd name="connsiteY2" fmla="*/ 226950 h 5549951"/>
              <a:gd name="connsiteX3" fmla="*/ 4507534 w 4553364"/>
              <a:gd name="connsiteY3" fmla="*/ 247374 h 5549951"/>
              <a:gd name="connsiteX4" fmla="*/ 4535413 w 4553364"/>
              <a:gd name="connsiteY4" fmla="*/ 269179 h 5549951"/>
              <a:gd name="connsiteX5" fmla="*/ 4533639 w 4553364"/>
              <a:gd name="connsiteY5" fmla="*/ 300930 h 5549951"/>
              <a:gd name="connsiteX6" fmla="*/ 4536561 w 4553364"/>
              <a:gd name="connsiteY6" fmla="*/ 302647 h 5549951"/>
              <a:gd name="connsiteX7" fmla="*/ 4552987 w 4553364"/>
              <a:gd name="connsiteY7" fmla="*/ 334222 h 5549951"/>
              <a:gd name="connsiteX8" fmla="*/ 4530726 w 4553364"/>
              <a:gd name="connsiteY8" fmla="*/ 391868 h 5549951"/>
              <a:gd name="connsiteX9" fmla="*/ 4522133 w 4553364"/>
              <a:gd name="connsiteY9" fmla="*/ 506828 h 5549951"/>
              <a:gd name="connsiteX10" fmla="*/ 4517715 w 4553364"/>
              <a:gd name="connsiteY10" fmla="*/ 585890 h 5549951"/>
              <a:gd name="connsiteX11" fmla="*/ 4504778 w 4553364"/>
              <a:gd name="connsiteY11" fmla="*/ 817404 h 5549951"/>
              <a:gd name="connsiteX12" fmla="*/ 4506491 w 4553364"/>
              <a:gd name="connsiteY12" fmla="*/ 822238 h 5549951"/>
              <a:gd name="connsiteX13" fmla="*/ 4504340 w 4553364"/>
              <a:gd name="connsiteY13" fmla="*/ 846069 h 5549951"/>
              <a:gd name="connsiteX14" fmla="*/ 4502740 w 4553364"/>
              <a:gd name="connsiteY14" fmla="*/ 853854 h 5549951"/>
              <a:gd name="connsiteX15" fmla="*/ 4497900 w 4553364"/>
              <a:gd name="connsiteY15" fmla="*/ 1101094 h 5549951"/>
              <a:gd name="connsiteX16" fmla="*/ 4497795 w 4553364"/>
              <a:gd name="connsiteY16" fmla="*/ 1159389 h 5549951"/>
              <a:gd name="connsiteX17" fmla="*/ 4516282 w 4553364"/>
              <a:gd name="connsiteY17" fmla="*/ 1313374 h 5549951"/>
              <a:gd name="connsiteX18" fmla="*/ 4515402 w 4553364"/>
              <a:gd name="connsiteY18" fmla="*/ 1347004 h 5549951"/>
              <a:gd name="connsiteX19" fmla="*/ 4505820 w 4553364"/>
              <a:gd name="connsiteY19" fmla="*/ 1391762 h 5549951"/>
              <a:gd name="connsiteX20" fmla="*/ 4509084 w 4553364"/>
              <a:gd name="connsiteY20" fmla="*/ 1395707 h 5549951"/>
              <a:gd name="connsiteX21" fmla="*/ 4511926 w 4553364"/>
              <a:gd name="connsiteY21" fmla="*/ 1408524 h 5549951"/>
              <a:gd name="connsiteX22" fmla="*/ 4507185 w 4553364"/>
              <a:gd name="connsiteY22" fmla="*/ 1419109 h 5549951"/>
              <a:gd name="connsiteX23" fmla="*/ 4486104 w 4553364"/>
              <a:gd name="connsiteY23" fmla="*/ 1543038 h 5549951"/>
              <a:gd name="connsiteX24" fmla="*/ 4481223 w 4553364"/>
              <a:gd name="connsiteY24" fmla="*/ 1553997 h 5549951"/>
              <a:gd name="connsiteX25" fmla="*/ 4463080 w 4553364"/>
              <a:gd name="connsiteY25" fmla="*/ 1664103 h 5549951"/>
              <a:gd name="connsiteX26" fmla="*/ 4455543 w 4553364"/>
              <a:gd name="connsiteY26" fmla="*/ 1735163 h 5549951"/>
              <a:gd name="connsiteX27" fmla="*/ 4444985 w 4553364"/>
              <a:gd name="connsiteY27" fmla="*/ 1887374 h 5549951"/>
              <a:gd name="connsiteX28" fmla="*/ 4453676 w 4553364"/>
              <a:gd name="connsiteY28" fmla="*/ 1911536 h 5549951"/>
              <a:gd name="connsiteX29" fmla="*/ 4445491 w 4553364"/>
              <a:gd name="connsiteY29" fmla="*/ 2040142 h 5549951"/>
              <a:gd name="connsiteX30" fmla="*/ 4429341 w 4553364"/>
              <a:gd name="connsiteY30" fmla="*/ 2167300 h 5549951"/>
              <a:gd name="connsiteX31" fmla="*/ 4373258 w 4553364"/>
              <a:gd name="connsiteY31" fmla="*/ 3223633 h 5549951"/>
              <a:gd name="connsiteX32" fmla="*/ 4349387 w 4553364"/>
              <a:gd name="connsiteY32" fmla="*/ 3639984 h 5549951"/>
              <a:gd name="connsiteX33" fmla="*/ 4263924 w 4553364"/>
              <a:gd name="connsiteY33" fmla="*/ 5315626 h 5549951"/>
              <a:gd name="connsiteX34" fmla="*/ 4270290 w 4553364"/>
              <a:gd name="connsiteY34" fmla="*/ 5450399 h 5549951"/>
              <a:gd name="connsiteX35" fmla="*/ 4251733 w 4553364"/>
              <a:gd name="connsiteY35" fmla="*/ 5484804 h 5549951"/>
              <a:gd name="connsiteX36" fmla="*/ 4247081 w 4553364"/>
              <a:gd name="connsiteY36" fmla="*/ 5487504 h 5549951"/>
              <a:gd name="connsiteX37" fmla="*/ 4243624 w 4553364"/>
              <a:gd name="connsiteY37" fmla="*/ 5549951 h 5549951"/>
              <a:gd name="connsiteX38" fmla="*/ 0 w 4553364"/>
              <a:gd name="connsiteY38" fmla="*/ 5293146 h 5549951"/>
              <a:gd name="connsiteX39" fmla="*/ 303343 w 4553364"/>
              <a:gd name="connsiteY39" fmla="*/ 0 h 5549951"/>
              <a:gd name="connsiteX0" fmla="*/ 303343 w 4553364"/>
              <a:gd name="connsiteY0" fmla="*/ 0 h 5549951"/>
              <a:gd name="connsiteX1" fmla="*/ 3305529 w 4553364"/>
              <a:gd name="connsiteY1" fmla="*/ 171842 h 5549951"/>
              <a:gd name="connsiteX2" fmla="*/ 4134340 w 4553364"/>
              <a:gd name="connsiteY2" fmla="*/ 226950 h 5549951"/>
              <a:gd name="connsiteX3" fmla="*/ 4507534 w 4553364"/>
              <a:gd name="connsiteY3" fmla="*/ 247374 h 5549951"/>
              <a:gd name="connsiteX4" fmla="*/ 4535413 w 4553364"/>
              <a:gd name="connsiteY4" fmla="*/ 269179 h 5549951"/>
              <a:gd name="connsiteX5" fmla="*/ 4533639 w 4553364"/>
              <a:gd name="connsiteY5" fmla="*/ 300930 h 5549951"/>
              <a:gd name="connsiteX6" fmla="*/ 4536561 w 4553364"/>
              <a:gd name="connsiteY6" fmla="*/ 302647 h 5549951"/>
              <a:gd name="connsiteX7" fmla="*/ 4552987 w 4553364"/>
              <a:gd name="connsiteY7" fmla="*/ 334222 h 5549951"/>
              <a:gd name="connsiteX8" fmla="*/ 4530726 w 4553364"/>
              <a:gd name="connsiteY8" fmla="*/ 391868 h 5549951"/>
              <a:gd name="connsiteX9" fmla="*/ 4522133 w 4553364"/>
              <a:gd name="connsiteY9" fmla="*/ 506828 h 5549951"/>
              <a:gd name="connsiteX10" fmla="*/ 4517715 w 4553364"/>
              <a:gd name="connsiteY10" fmla="*/ 585890 h 5549951"/>
              <a:gd name="connsiteX11" fmla="*/ 4504778 w 4553364"/>
              <a:gd name="connsiteY11" fmla="*/ 817404 h 5549951"/>
              <a:gd name="connsiteX12" fmla="*/ 4506491 w 4553364"/>
              <a:gd name="connsiteY12" fmla="*/ 822238 h 5549951"/>
              <a:gd name="connsiteX13" fmla="*/ 4504340 w 4553364"/>
              <a:gd name="connsiteY13" fmla="*/ 846069 h 5549951"/>
              <a:gd name="connsiteX14" fmla="*/ 4502740 w 4553364"/>
              <a:gd name="connsiteY14" fmla="*/ 853854 h 5549951"/>
              <a:gd name="connsiteX15" fmla="*/ 4497900 w 4553364"/>
              <a:gd name="connsiteY15" fmla="*/ 1101094 h 5549951"/>
              <a:gd name="connsiteX16" fmla="*/ 4497795 w 4553364"/>
              <a:gd name="connsiteY16" fmla="*/ 1159389 h 5549951"/>
              <a:gd name="connsiteX17" fmla="*/ 4516282 w 4553364"/>
              <a:gd name="connsiteY17" fmla="*/ 1313374 h 5549951"/>
              <a:gd name="connsiteX18" fmla="*/ 4515402 w 4553364"/>
              <a:gd name="connsiteY18" fmla="*/ 1347004 h 5549951"/>
              <a:gd name="connsiteX19" fmla="*/ 4505820 w 4553364"/>
              <a:gd name="connsiteY19" fmla="*/ 1391762 h 5549951"/>
              <a:gd name="connsiteX20" fmla="*/ 4509084 w 4553364"/>
              <a:gd name="connsiteY20" fmla="*/ 1395707 h 5549951"/>
              <a:gd name="connsiteX21" fmla="*/ 4511926 w 4553364"/>
              <a:gd name="connsiteY21" fmla="*/ 1408524 h 5549951"/>
              <a:gd name="connsiteX22" fmla="*/ 4507185 w 4553364"/>
              <a:gd name="connsiteY22" fmla="*/ 1419109 h 5549951"/>
              <a:gd name="connsiteX23" fmla="*/ 4486104 w 4553364"/>
              <a:gd name="connsiteY23" fmla="*/ 1543038 h 5549951"/>
              <a:gd name="connsiteX24" fmla="*/ 4481223 w 4553364"/>
              <a:gd name="connsiteY24" fmla="*/ 1553997 h 5549951"/>
              <a:gd name="connsiteX25" fmla="*/ 4463080 w 4553364"/>
              <a:gd name="connsiteY25" fmla="*/ 1664103 h 5549951"/>
              <a:gd name="connsiteX26" fmla="*/ 4455543 w 4553364"/>
              <a:gd name="connsiteY26" fmla="*/ 1735163 h 5549951"/>
              <a:gd name="connsiteX27" fmla="*/ 4444985 w 4553364"/>
              <a:gd name="connsiteY27" fmla="*/ 1887374 h 5549951"/>
              <a:gd name="connsiteX28" fmla="*/ 4453676 w 4553364"/>
              <a:gd name="connsiteY28" fmla="*/ 1911536 h 5549951"/>
              <a:gd name="connsiteX29" fmla="*/ 4445491 w 4553364"/>
              <a:gd name="connsiteY29" fmla="*/ 2040142 h 5549951"/>
              <a:gd name="connsiteX30" fmla="*/ 4429341 w 4553364"/>
              <a:gd name="connsiteY30" fmla="*/ 2167300 h 5549951"/>
              <a:gd name="connsiteX31" fmla="*/ 4349387 w 4553364"/>
              <a:gd name="connsiteY31" fmla="*/ 3639984 h 5549951"/>
              <a:gd name="connsiteX32" fmla="*/ 4263924 w 4553364"/>
              <a:gd name="connsiteY32" fmla="*/ 5315626 h 5549951"/>
              <a:gd name="connsiteX33" fmla="*/ 4270290 w 4553364"/>
              <a:gd name="connsiteY33" fmla="*/ 5450399 h 5549951"/>
              <a:gd name="connsiteX34" fmla="*/ 4251733 w 4553364"/>
              <a:gd name="connsiteY34" fmla="*/ 5484804 h 5549951"/>
              <a:gd name="connsiteX35" fmla="*/ 4247081 w 4553364"/>
              <a:gd name="connsiteY35" fmla="*/ 5487504 h 5549951"/>
              <a:gd name="connsiteX36" fmla="*/ 4243624 w 4553364"/>
              <a:gd name="connsiteY36" fmla="*/ 5549951 h 5549951"/>
              <a:gd name="connsiteX37" fmla="*/ 0 w 4553364"/>
              <a:gd name="connsiteY37" fmla="*/ 5293146 h 5549951"/>
              <a:gd name="connsiteX38" fmla="*/ 303343 w 4553364"/>
              <a:gd name="connsiteY38" fmla="*/ 0 h 5549951"/>
              <a:gd name="connsiteX0" fmla="*/ 303343 w 4553364"/>
              <a:gd name="connsiteY0" fmla="*/ 0 h 5613184"/>
              <a:gd name="connsiteX1" fmla="*/ 3305529 w 4553364"/>
              <a:gd name="connsiteY1" fmla="*/ 171842 h 5613184"/>
              <a:gd name="connsiteX2" fmla="*/ 4134340 w 4553364"/>
              <a:gd name="connsiteY2" fmla="*/ 226950 h 5613184"/>
              <a:gd name="connsiteX3" fmla="*/ 4507534 w 4553364"/>
              <a:gd name="connsiteY3" fmla="*/ 247374 h 5613184"/>
              <a:gd name="connsiteX4" fmla="*/ 4535413 w 4553364"/>
              <a:gd name="connsiteY4" fmla="*/ 269179 h 5613184"/>
              <a:gd name="connsiteX5" fmla="*/ 4533639 w 4553364"/>
              <a:gd name="connsiteY5" fmla="*/ 300930 h 5613184"/>
              <a:gd name="connsiteX6" fmla="*/ 4536561 w 4553364"/>
              <a:gd name="connsiteY6" fmla="*/ 302647 h 5613184"/>
              <a:gd name="connsiteX7" fmla="*/ 4552987 w 4553364"/>
              <a:gd name="connsiteY7" fmla="*/ 334222 h 5613184"/>
              <a:gd name="connsiteX8" fmla="*/ 4530726 w 4553364"/>
              <a:gd name="connsiteY8" fmla="*/ 391868 h 5613184"/>
              <a:gd name="connsiteX9" fmla="*/ 4522133 w 4553364"/>
              <a:gd name="connsiteY9" fmla="*/ 506828 h 5613184"/>
              <a:gd name="connsiteX10" fmla="*/ 4517715 w 4553364"/>
              <a:gd name="connsiteY10" fmla="*/ 585890 h 5613184"/>
              <a:gd name="connsiteX11" fmla="*/ 4504778 w 4553364"/>
              <a:gd name="connsiteY11" fmla="*/ 817404 h 5613184"/>
              <a:gd name="connsiteX12" fmla="*/ 4506491 w 4553364"/>
              <a:gd name="connsiteY12" fmla="*/ 822238 h 5613184"/>
              <a:gd name="connsiteX13" fmla="*/ 4504340 w 4553364"/>
              <a:gd name="connsiteY13" fmla="*/ 846069 h 5613184"/>
              <a:gd name="connsiteX14" fmla="*/ 4502740 w 4553364"/>
              <a:gd name="connsiteY14" fmla="*/ 853854 h 5613184"/>
              <a:gd name="connsiteX15" fmla="*/ 4497900 w 4553364"/>
              <a:gd name="connsiteY15" fmla="*/ 1101094 h 5613184"/>
              <a:gd name="connsiteX16" fmla="*/ 4497795 w 4553364"/>
              <a:gd name="connsiteY16" fmla="*/ 1159389 h 5613184"/>
              <a:gd name="connsiteX17" fmla="*/ 4516282 w 4553364"/>
              <a:gd name="connsiteY17" fmla="*/ 1313374 h 5613184"/>
              <a:gd name="connsiteX18" fmla="*/ 4515402 w 4553364"/>
              <a:gd name="connsiteY18" fmla="*/ 1347004 h 5613184"/>
              <a:gd name="connsiteX19" fmla="*/ 4505820 w 4553364"/>
              <a:gd name="connsiteY19" fmla="*/ 1391762 h 5613184"/>
              <a:gd name="connsiteX20" fmla="*/ 4509084 w 4553364"/>
              <a:gd name="connsiteY20" fmla="*/ 1395707 h 5613184"/>
              <a:gd name="connsiteX21" fmla="*/ 4511926 w 4553364"/>
              <a:gd name="connsiteY21" fmla="*/ 1408524 h 5613184"/>
              <a:gd name="connsiteX22" fmla="*/ 4507185 w 4553364"/>
              <a:gd name="connsiteY22" fmla="*/ 1419109 h 5613184"/>
              <a:gd name="connsiteX23" fmla="*/ 4486104 w 4553364"/>
              <a:gd name="connsiteY23" fmla="*/ 1543038 h 5613184"/>
              <a:gd name="connsiteX24" fmla="*/ 4481223 w 4553364"/>
              <a:gd name="connsiteY24" fmla="*/ 1553997 h 5613184"/>
              <a:gd name="connsiteX25" fmla="*/ 4463080 w 4553364"/>
              <a:gd name="connsiteY25" fmla="*/ 1664103 h 5613184"/>
              <a:gd name="connsiteX26" fmla="*/ 4455543 w 4553364"/>
              <a:gd name="connsiteY26" fmla="*/ 1735163 h 5613184"/>
              <a:gd name="connsiteX27" fmla="*/ 4444985 w 4553364"/>
              <a:gd name="connsiteY27" fmla="*/ 1887374 h 5613184"/>
              <a:gd name="connsiteX28" fmla="*/ 4453676 w 4553364"/>
              <a:gd name="connsiteY28" fmla="*/ 1911536 h 5613184"/>
              <a:gd name="connsiteX29" fmla="*/ 4445491 w 4553364"/>
              <a:gd name="connsiteY29" fmla="*/ 2040142 h 5613184"/>
              <a:gd name="connsiteX30" fmla="*/ 4429341 w 4553364"/>
              <a:gd name="connsiteY30" fmla="*/ 2167300 h 5613184"/>
              <a:gd name="connsiteX31" fmla="*/ 4349387 w 4553364"/>
              <a:gd name="connsiteY31" fmla="*/ 3639984 h 5613184"/>
              <a:gd name="connsiteX32" fmla="*/ 4263924 w 4553364"/>
              <a:gd name="connsiteY32" fmla="*/ 5315626 h 5613184"/>
              <a:gd name="connsiteX33" fmla="*/ 4270290 w 4553364"/>
              <a:gd name="connsiteY33" fmla="*/ 5450399 h 5613184"/>
              <a:gd name="connsiteX34" fmla="*/ 4251733 w 4553364"/>
              <a:gd name="connsiteY34" fmla="*/ 5484804 h 5613184"/>
              <a:gd name="connsiteX35" fmla="*/ 4247081 w 4553364"/>
              <a:gd name="connsiteY35" fmla="*/ 5487504 h 5613184"/>
              <a:gd name="connsiteX36" fmla="*/ 4266406 w 4553364"/>
              <a:gd name="connsiteY36" fmla="*/ 5613183 h 5613184"/>
              <a:gd name="connsiteX37" fmla="*/ 0 w 4553364"/>
              <a:gd name="connsiteY37" fmla="*/ 5293146 h 5613184"/>
              <a:gd name="connsiteX38" fmla="*/ 303343 w 4553364"/>
              <a:gd name="connsiteY38" fmla="*/ 0 h 5613184"/>
              <a:gd name="connsiteX0" fmla="*/ 303343 w 4553364"/>
              <a:gd name="connsiteY0" fmla="*/ 0 h 5613182"/>
              <a:gd name="connsiteX1" fmla="*/ 3305529 w 4553364"/>
              <a:gd name="connsiteY1" fmla="*/ 171842 h 5613182"/>
              <a:gd name="connsiteX2" fmla="*/ 4134340 w 4553364"/>
              <a:gd name="connsiteY2" fmla="*/ 226950 h 5613182"/>
              <a:gd name="connsiteX3" fmla="*/ 4507534 w 4553364"/>
              <a:gd name="connsiteY3" fmla="*/ 247374 h 5613182"/>
              <a:gd name="connsiteX4" fmla="*/ 4535413 w 4553364"/>
              <a:gd name="connsiteY4" fmla="*/ 269179 h 5613182"/>
              <a:gd name="connsiteX5" fmla="*/ 4533639 w 4553364"/>
              <a:gd name="connsiteY5" fmla="*/ 300930 h 5613182"/>
              <a:gd name="connsiteX6" fmla="*/ 4536561 w 4553364"/>
              <a:gd name="connsiteY6" fmla="*/ 302647 h 5613182"/>
              <a:gd name="connsiteX7" fmla="*/ 4552987 w 4553364"/>
              <a:gd name="connsiteY7" fmla="*/ 334222 h 5613182"/>
              <a:gd name="connsiteX8" fmla="*/ 4530726 w 4553364"/>
              <a:gd name="connsiteY8" fmla="*/ 391868 h 5613182"/>
              <a:gd name="connsiteX9" fmla="*/ 4522133 w 4553364"/>
              <a:gd name="connsiteY9" fmla="*/ 506828 h 5613182"/>
              <a:gd name="connsiteX10" fmla="*/ 4517715 w 4553364"/>
              <a:gd name="connsiteY10" fmla="*/ 585890 h 5613182"/>
              <a:gd name="connsiteX11" fmla="*/ 4504778 w 4553364"/>
              <a:gd name="connsiteY11" fmla="*/ 817404 h 5613182"/>
              <a:gd name="connsiteX12" fmla="*/ 4506491 w 4553364"/>
              <a:gd name="connsiteY12" fmla="*/ 822238 h 5613182"/>
              <a:gd name="connsiteX13" fmla="*/ 4504340 w 4553364"/>
              <a:gd name="connsiteY13" fmla="*/ 846069 h 5613182"/>
              <a:gd name="connsiteX14" fmla="*/ 4502740 w 4553364"/>
              <a:gd name="connsiteY14" fmla="*/ 853854 h 5613182"/>
              <a:gd name="connsiteX15" fmla="*/ 4497900 w 4553364"/>
              <a:gd name="connsiteY15" fmla="*/ 1101094 h 5613182"/>
              <a:gd name="connsiteX16" fmla="*/ 4497795 w 4553364"/>
              <a:gd name="connsiteY16" fmla="*/ 1159389 h 5613182"/>
              <a:gd name="connsiteX17" fmla="*/ 4516282 w 4553364"/>
              <a:gd name="connsiteY17" fmla="*/ 1313374 h 5613182"/>
              <a:gd name="connsiteX18" fmla="*/ 4515402 w 4553364"/>
              <a:gd name="connsiteY18" fmla="*/ 1347004 h 5613182"/>
              <a:gd name="connsiteX19" fmla="*/ 4505820 w 4553364"/>
              <a:gd name="connsiteY19" fmla="*/ 1391762 h 5613182"/>
              <a:gd name="connsiteX20" fmla="*/ 4509084 w 4553364"/>
              <a:gd name="connsiteY20" fmla="*/ 1395707 h 5613182"/>
              <a:gd name="connsiteX21" fmla="*/ 4511926 w 4553364"/>
              <a:gd name="connsiteY21" fmla="*/ 1408524 h 5613182"/>
              <a:gd name="connsiteX22" fmla="*/ 4507185 w 4553364"/>
              <a:gd name="connsiteY22" fmla="*/ 1419109 h 5613182"/>
              <a:gd name="connsiteX23" fmla="*/ 4486104 w 4553364"/>
              <a:gd name="connsiteY23" fmla="*/ 1543038 h 5613182"/>
              <a:gd name="connsiteX24" fmla="*/ 4481223 w 4553364"/>
              <a:gd name="connsiteY24" fmla="*/ 1553997 h 5613182"/>
              <a:gd name="connsiteX25" fmla="*/ 4463080 w 4553364"/>
              <a:gd name="connsiteY25" fmla="*/ 1664103 h 5613182"/>
              <a:gd name="connsiteX26" fmla="*/ 4455543 w 4553364"/>
              <a:gd name="connsiteY26" fmla="*/ 1735163 h 5613182"/>
              <a:gd name="connsiteX27" fmla="*/ 4444985 w 4553364"/>
              <a:gd name="connsiteY27" fmla="*/ 1887374 h 5613182"/>
              <a:gd name="connsiteX28" fmla="*/ 4453676 w 4553364"/>
              <a:gd name="connsiteY28" fmla="*/ 1911536 h 5613182"/>
              <a:gd name="connsiteX29" fmla="*/ 4445491 w 4553364"/>
              <a:gd name="connsiteY29" fmla="*/ 2040142 h 5613182"/>
              <a:gd name="connsiteX30" fmla="*/ 4429341 w 4553364"/>
              <a:gd name="connsiteY30" fmla="*/ 2167300 h 5613182"/>
              <a:gd name="connsiteX31" fmla="*/ 4349387 w 4553364"/>
              <a:gd name="connsiteY31" fmla="*/ 3639984 h 5613182"/>
              <a:gd name="connsiteX32" fmla="*/ 4270290 w 4553364"/>
              <a:gd name="connsiteY32" fmla="*/ 5450399 h 5613182"/>
              <a:gd name="connsiteX33" fmla="*/ 4251733 w 4553364"/>
              <a:gd name="connsiteY33" fmla="*/ 5484804 h 5613182"/>
              <a:gd name="connsiteX34" fmla="*/ 4247081 w 4553364"/>
              <a:gd name="connsiteY34" fmla="*/ 5487504 h 5613182"/>
              <a:gd name="connsiteX35" fmla="*/ 4266406 w 4553364"/>
              <a:gd name="connsiteY35" fmla="*/ 5613183 h 5613182"/>
              <a:gd name="connsiteX36" fmla="*/ 0 w 4553364"/>
              <a:gd name="connsiteY36" fmla="*/ 5293146 h 5613182"/>
              <a:gd name="connsiteX37" fmla="*/ 303343 w 4553364"/>
              <a:gd name="connsiteY37" fmla="*/ 0 h 5613182"/>
              <a:gd name="connsiteX0" fmla="*/ 303343 w 4553364"/>
              <a:gd name="connsiteY0" fmla="*/ 0 h 5613184"/>
              <a:gd name="connsiteX1" fmla="*/ 3305529 w 4553364"/>
              <a:gd name="connsiteY1" fmla="*/ 171842 h 5613184"/>
              <a:gd name="connsiteX2" fmla="*/ 4134340 w 4553364"/>
              <a:gd name="connsiteY2" fmla="*/ 226950 h 5613184"/>
              <a:gd name="connsiteX3" fmla="*/ 4507534 w 4553364"/>
              <a:gd name="connsiteY3" fmla="*/ 247374 h 5613184"/>
              <a:gd name="connsiteX4" fmla="*/ 4535413 w 4553364"/>
              <a:gd name="connsiteY4" fmla="*/ 269179 h 5613184"/>
              <a:gd name="connsiteX5" fmla="*/ 4533639 w 4553364"/>
              <a:gd name="connsiteY5" fmla="*/ 300930 h 5613184"/>
              <a:gd name="connsiteX6" fmla="*/ 4536561 w 4553364"/>
              <a:gd name="connsiteY6" fmla="*/ 302647 h 5613184"/>
              <a:gd name="connsiteX7" fmla="*/ 4552987 w 4553364"/>
              <a:gd name="connsiteY7" fmla="*/ 334222 h 5613184"/>
              <a:gd name="connsiteX8" fmla="*/ 4530726 w 4553364"/>
              <a:gd name="connsiteY8" fmla="*/ 391868 h 5613184"/>
              <a:gd name="connsiteX9" fmla="*/ 4522133 w 4553364"/>
              <a:gd name="connsiteY9" fmla="*/ 506828 h 5613184"/>
              <a:gd name="connsiteX10" fmla="*/ 4517715 w 4553364"/>
              <a:gd name="connsiteY10" fmla="*/ 585890 h 5613184"/>
              <a:gd name="connsiteX11" fmla="*/ 4504778 w 4553364"/>
              <a:gd name="connsiteY11" fmla="*/ 817404 h 5613184"/>
              <a:gd name="connsiteX12" fmla="*/ 4506491 w 4553364"/>
              <a:gd name="connsiteY12" fmla="*/ 822238 h 5613184"/>
              <a:gd name="connsiteX13" fmla="*/ 4504340 w 4553364"/>
              <a:gd name="connsiteY13" fmla="*/ 846069 h 5613184"/>
              <a:gd name="connsiteX14" fmla="*/ 4502740 w 4553364"/>
              <a:gd name="connsiteY14" fmla="*/ 853854 h 5613184"/>
              <a:gd name="connsiteX15" fmla="*/ 4497900 w 4553364"/>
              <a:gd name="connsiteY15" fmla="*/ 1101094 h 5613184"/>
              <a:gd name="connsiteX16" fmla="*/ 4497795 w 4553364"/>
              <a:gd name="connsiteY16" fmla="*/ 1159389 h 5613184"/>
              <a:gd name="connsiteX17" fmla="*/ 4516282 w 4553364"/>
              <a:gd name="connsiteY17" fmla="*/ 1313374 h 5613184"/>
              <a:gd name="connsiteX18" fmla="*/ 4515402 w 4553364"/>
              <a:gd name="connsiteY18" fmla="*/ 1347004 h 5613184"/>
              <a:gd name="connsiteX19" fmla="*/ 4505820 w 4553364"/>
              <a:gd name="connsiteY19" fmla="*/ 1391762 h 5613184"/>
              <a:gd name="connsiteX20" fmla="*/ 4509084 w 4553364"/>
              <a:gd name="connsiteY20" fmla="*/ 1395707 h 5613184"/>
              <a:gd name="connsiteX21" fmla="*/ 4511926 w 4553364"/>
              <a:gd name="connsiteY21" fmla="*/ 1408524 h 5613184"/>
              <a:gd name="connsiteX22" fmla="*/ 4507185 w 4553364"/>
              <a:gd name="connsiteY22" fmla="*/ 1419109 h 5613184"/>
              <a:gd name="connsiteX23" fmla="*/ 4486104 w 4553364"/>
              <a:gd name="connsiteY23" fmla="*/ 1543038 h 5613184"/>
              <a:gd name="connsiteX24" fmla="*/ 4481223 w 4553364"/>
              <a:gd name="connsiteY24" fmla="*/ 1553997 h 5613184"/>
              <a:gd name="connsiteX25" fmla="*/ 4463080 w 4553364"/>
              <a:gd name="connsiteY25" fmla="*/ 1664103 h 5613184"/>
              <a:gd name="connsiteX26" fmla="*/ 4455543 w 4553364"/>
              <a:gd name="connsiteY26" fmla="*/ 1735163 h 5613184"/>
              <a:gd name="connsiteX27" fmla="*/ 4444985 w 4553364"/>
              <a:gd name="connsiteY27" fmla="*/ 1887374 h 5613184"/>
              <a:gd name="connsiteX28" fmla="*/ 4453676 w 4553364"/>
              <a:gd name="connsiteY28" fmla="*/ 1911536 h 5613184"/>
              <a:gd name="connsiteX29" fmla="*/ 4429341 w 4553364"/>
              <a:gd name="connsiteY29" fmla="*/ 2167300 h 5613184"/>
              <a:gd name="connsiteX30" fmla="*/ 4349387 w 4553364"/>
              <a:gd name="connsiteY30" fmla="*/ 3639984 h 5613184"/>
              <a:gd name="connsiteX31" fmla="*/ 4270290 w 4553364"/>
              <a:gd name="connsiteY31" fmla="*/ 5450399 h 5613184"/>
              <a:gd name="connsiteX32" fmla="*/ 4251733 w 4553364"/>
              <a:gd name="connsiteY32" fmla="*/ 5484804 h 5613184"/>
              <a:gd name="connsiteX33" fmla="*/ 4247081 w 4553364"/>
              <a:gd name="connsiteY33" fmla="*/ 5487504 h 5613184"/>
              <a:gd name="connsiteX34" fmla="*/ 4266406 w 4553364"/>
              <a:gd name="connsiteY34" fmla="*/ 5613183 h 5613184"/>
              <a:gd name="connsiteX35" fmla="*/ 0 w 4553364"/>
              <a:gd name="connsiteY35" fmla="*/ 5293146 h 5613184"/>
              <a:gd name="connsiteX36" fmla="*/ 303343 w 4553364"/>
              <a:gd name="connsiteY36" fmla="*/ 0 h 5613184"/>
              <a:gd name="connsiteX0" fmla="*/ 303343 w 4553364"/>
              <a:gd name="connsiteY0" fmla="*/ 0 h 5613182"/>
              <a:gd name="connsiteX1" fmla="*/ 3305529 w 4553364"/>
              <a:gd name="connsiteY1" fmla="*/ 171842 h 5613182"/>
              <a:gd name="connsiteX2" fmla="*/ 4134340 w 4553364"/>
              <a:gd name="connsiteY2" fmla="*/ 226950 h 5613182"/>
              <a:gd name="connsiteX3" fmla="*/ 4507534 w 4553364"/>
              <a:gd name="connsiteY3" fmla="*/ 247374 h 5613182"/>
              <a:gd name="connsiteX4" fmla="*/ 4535413 w 4553364"/>
              <a:gd name="connsiteY4" fmla="*/ 269179 h 5613182"/>
              <a:gd name="connsiteX5" fmla="*/ 4533639 w 4553364"/>
              <a:gd name="connsiteY5" fmla="*/ 300930 h 5613182"/>
              <a:gd name="connsiteX6" fmla="*/ 4536561 w 4553364"/>
              <a:gd name="connsiteY6" fmla="*/ 302647 h 5613182"/>
              <a:gd name="connsiteX7" fmla="*/ 4552987 w 4553364"/>
              <a:gd name="connsiteY7" fmla="*/ 334222 h 5613182"/>
              <a:gd name="connsiteX8" fmla="*/ 4530726 w 4553364"/>
              <a:gd name="connsiteY8" fmla="*/ 391868 h 5613182"/>
              <a:gd name="connsiteX9" fmla="*/ 4522133 w 4553364"/>
              <a:gd name="connsiteY9" fmla="*/ 506828 h 5613182"/>
              <a:gd name="connsiteX10" fmla="*/ 4517715 w 4553364"/>
              <a:gd name="connsiteY10" fmla="*/ 585890 h 5613182"/>
              <a:gd name="connsiteX11" fmla="*/ 4504778 w 4553364"/>
              <a:gd name="connsiteY11" fmla="*/ 817404 h 5613182"/>
              <a:gd name="connsiteX12" fmla="*/ 4506491 w 4553364"/>
              <a:gd name="connsiteY12" fmla="*/ 822238 h 5613182"/>
              <a:gd name="connsiteX13" fmla="*/ 4504340 w 4553364"/>
              <a:gd name="connsiteY13" fmla="*/ 846069 h 5613182"/>
              <a:gd name="connsiteX14" fmla="*/ 4502740 w 4553364"/>
              <a:gd name="connsiteY14" fmla="*/ 853854 h 5613182"/>
              <a:gd name="connsiteX15" fmla="*/ 4497900 w 4553364"/>
              <a:gd name="connsiteY15" fmla="*/ 1101094 h 5613182"/>
              <a:gd name="connsiteX16" fmla="*/ 4497795 w 4553364"/>
              <a:gd name="connsiteY16" fmla="*/ 1159389 h 5613182"/>
              <a:gd name="connsiteX17" fmla="*/ 4516282 w 4553364"/>
              <a:gd name="connsiteY17" fmla="*/ 1313374 h 5613182"/>
              <a:gd name="connsiteX18" fmla="*/ 4515402 w 4553364"/>
              <a:gd name="connsiteY18" fmla="*/ 1347004 h 5613182"/>
              <a:gd name="connsiteX19" fmla="*/ 4505820 w 4553364"/>
              <a:gd name="connsiteY19" fmla="*/ 1391762 h 5613182"/>
              <a:gd name="connsiteX20" fmla="*/ 4509084 w 4553364"/>
              <a:gd name="connsiteY20" fmla="*/ 1395707 h 5613182"/>
              <a:gd name="connsiteX21" fmla="*/ 4511926 w 4553364"/>
              <a:gd name="connsiteY21" fmla="*/ 1408524 h 5613182"/>
              <a:gd name="connsiteX22" fmla="*/ 4486104 w 4553364"/>
              <a:gd name="connsiteY22" fmla="*/ 1543038 h 5613182"/>
              <a:gd name="connsiteX23" fmla="*/ 4481223 w 4553364"/>
              <a:gd name="connsiteY23" fmla="*/ 1553997 h 5613182"/>
              <a:gd name="connsiteX24" fmla="*/ 4463080 w 4553364"/>
              <a:gd name="connsiteY24" fmla="*/ 1664103 h 5613182"/>
              <a:gd name="connsiteX25" fmla="*/ 4455543 w 4553364"/>
              <a:gd name="connsiteY25" fmla="*/ 1735163 h 5613182"/>
              <a:gd name="connsiteX26" fmla="*/ 4444985 w 4553364"/>
              <a:gd name="connsiteY26" fmla="*/ 1887374 h 5613182"/>
              <a:gd name="connsiteX27" fmla="*/ 4453676 w 4553364"/>
              <a:gd name="connsiteY27" fmla="*/ 1911536 h 5613182"/>
              <a:gd name="connsiteX28" fmla="*/ 4429341 w 4553364"/>
              <a:gd name="connsiteY28" fmla="*/ 2167300 h 5613182"/>
              <a:gd name="connsiteX29" fmla="*/ 4349387 w 4553364"/>
              <a:gd name="connsiteY29" fmla="*/ 3639984 h 5613182"/>
              <a:gd name="connsiteX30" fmla="*/ 4270290 w 4553364"/>
              <a:gd name="connsiteY30" fmla="*/ 5450399 h 5613182"/>
              <a:gd name="connsiteX31" fmla="*/ 4251733 w 4553364"/>
              <a:gd name="connsiteY31" fmla="*/ 5484804 h 5613182"/>
              <a:gd name="connsiteX32" fmla="*/ 4247081 w 4553364"/>
              <a:gd name="connsiteY32" fmla="*/ 5487504 h 5613182"/>
              <a:gd name="connsiteX33" fmla="*/ 4266406 w 4553364"/>
              <a:gd name="connsiteY33" fmla="*/ 5613183 h 5613182"/>
              <a:gd name="connsiteX34" fmla="*/ 0 w 4553364"/>
              <a:gd name="connsiteY34" fmla="*/ 5293146 h 5613182"/>
              <a:gd name="connsiteX35" fmla="*/ 303343 w 4553364"/>
              <a:gd name="connsiteY35" fmla="*/ 0 h 5613182"/>
              <a:gd name="connsiteX0" fmla="*/ 303343 w 4553364"/>
              <a:gd name="connsiteY0" fmla="*/ 0 h 5613184"/>
              <a:gd name="connsiteX1" fmla="*/ 3305529 w 4553364"/>
              <a:gd name="connsiteY1" fmla="*/ 171842 h 5613184"/>
              <a:gd name="connsiteX2" fmla="*/ 4134340 w 4553364"/>
              <a:gd name="connsiteY2" fmla="*/ 226950 h 5613184"/>
              <a:gd name="connsiteX3" fmla="*/ 4507534 w 4553364"/>
              <a:gd name="connsiteY3" fmla="*/ 247374 h 5613184"/>
              <a:gd name="connsiteX4" fmla="*/ 4535413 w 4553364"/>
              <a:gd name="connsiteY4" fmla="*/ 269179 h 5613184"/>
              <a:gd name="connsiteX5" fmla="*/ 4533639 w 4553364"/>
              <a:gd name="connsiteY5" fmla="*/ 300930 h 5613184"/>
              <a:gd name="connsiteX6" fmla="*/ 4536561 w 4553364"/>
              <a:gd name="connsiteY6" fmla="*/ 302647 h 5613184"/>
              <a:gd name="connsiteX7" fmla="*/ 4552987 w 4553364"/>
              <a:gd name="connsiteY7" fmla="*/ 334222 h 5613184"/>
              <a:gd name="connsiteX8" fmla="*/ 4530726 w 4553364"/>
              <a:gd name="connsiteY8" fmla="*/ 391868 h 5613184"/>
              <a:gd name="connsiteX9" fmla="*/ 4522133 w 4553364"/>
              <a:gd name="connsiteY9" fmla="*/ 506828 h 5613184"/>
              <a:gd name="connsiteX10" fmla="*/ 4517715 w 4553364"/>
              <a:gd name="connsiteY10" fmla="*/ 585890 h 5613184"/>
              <a:gd name="connsiteX11" fmla="*/ 4504778 w 4553364"/>
              <a:gd name="connsiteY11" fmla="*/ 817404 h 5613184"/>
              <a:gd name="connsiteX12" fmla="*/ 4506491 w 4553364"/>
              <a:gd name="connsiteY12" fmla="*/ 822238 h 5613184"/>
              <a:gd name="connsiteX13" fmla="*/ 4504340 w 4553364"/>
              <a:gd name="connsiteY13" fmla="*/ 846069 h 5613184"/>
              <a:gd name="connsiteX14" fmla="*/ 4497900 w 4553364"/>
              <a:gd name="connsiteY14" fmla="*/ 1101094 h 5613184"/>
              <a:gd name="connsiteX15" fmla="*/ 4497795 w 4553364"/>
              <a:gd name="connsiteY15" fmla="*/ 1159389 h 5613184"/>
              <a:gd name="connsiteX16" fmla="*/ 4516282 w 4553364"/>
              <a:gd name="connsiteY16" fmla="*/ 1313374 h 5613184"/>
              <a:gd name="connsiteX17" fmla="*/ 4515402 w 4553364"/>
              <a:gd name="connsiteY17" fmla="*/ 1347004 h 5613184"/>
              <a:gd name="connsiteX18" fmla="*/ 4505820 w 4553364"/>
              <a:gd name="connsiteY18" fmla="*/ 1391762 h 5613184"/>
              <a:gd name="connsiteX19" fmla="*/ 4509084 w 4553364"/>
              <a:gd name="connsiteY19" fmla="*/ 1395707 h 5613184"/>
              <a:gd name="connsiteX20" fmla="*/ 4511926 w 4553364"/>
              <a:gd name="connsiteY20" fmla="*/ 1408524 h 5613184"/>
              <a:gd name="connsiteX21" fmla="*/ 4486104 w 4553364"/>
              <a:gd name="connsiteY21" fmla="*/ 1543038 h 5613184"/>
              <a:gd name="connsiteX22" fmla="*/ 4481223 w 4553364"/>
              <a:gd name="connsiteY22" fmla="*/ 1553997 h 5613184"/>
              <a:gd name="connsiteX23" fmla="*/ 4463080 w 4553364"/>
              <a:gd name="connsiteY23" fmla="*/ 1664103 h 5613184"/>
              <a:gd name="connsiteX24" fmla="*/ 4455543 w 4553364"/>
              <a:gd name="connsiteY24" fmla="*/ 1735163 h 5613184"/>
              <a:gd name="connsiteX25" fmla="*/ 4444985 w 4553364"/>
              <a:gd name="connsiteY25" fmla="*/ 1887374 h 5613184"/>
              <a:gd name="connsiteX26" fmla="*/ 4453676 w 4553364"/>
              <a:gd name="connsiteY26" fmla="*/ 1911536 h 5613184"/>
              <a:gd name="connsiteX27" fmla="*/ 4429341 w 4553364"/>
              <a:gd name="connsiteY27" fmla="*/ 2167300 h 5613184"/>
              <a:gd name="connsiteX28" fmla="*/ 4349387 w 4553364"/>
              <a:gd name="connsiteY28" fmla="*/ 3639984 h 5613184"/>
              <a:gd name="connsiteX29" fmla="*/ 4270290 w 4553364"/>
              <a:gd name="connsiteY29" fmla="*/ 5450399 h 5613184"/>
              <a:gd name="connsiteX30" fmla="*/ 4251733 w 4553364"/>
              <a:gd name="connsiteY30" fmla="*/ 5484804 h 5613184"/>
              <a:gd name="connsiteX31" fmla="*/ 4247081 w 4553364"/>
              <a:gd name="connsiteY31" fmla="*/ 5487504 h 5613184"/>
              <a:gd name="connsiteX32" fmla="*/ 4266406 w 4553364"/>
              <a:gd name="connsiteY32" fmla="*/ 5613183 h 5613184"/>
              <a:gd name="connsiteX33" fmla="*/ 0 w 4553364"/>
              <a:gd name="connsiteY33" fmla="*/ 5293146 h 5613184"/>
              <a:gd name="connsiteX34" fmla="*/ 303343 w 4553364"/>
              <a:gd name="connsiteY34" fmla="*/ 0 h 5613184"/>
              <a:gd name="connsiteX0" fmla="*/ 303343 w 4553364"/>
              <a:gd name="connsiteY0" fmla="*/ 0 h 5613182"/>
              <a:gd name="connsiteX1" fmla="*/ 3305529 w 4553364"/>
              <a:gd name="connsiteY1" fmla="*/ 171842 h 5613182"/>
              <a:gd name="connsiteX2" fmla="*/ 4507534 w 4553364"/>
              <a:gd name="connsiteY2" fmla="*/ 247374 h 5613182"/>
              <a:gd name="connsiteX3" fmla="*/ 4535413 w 4553364"/>
              <a:gd name="connsiteY3" fmla="*/ 269179 h 5613182"/>
              <a:gd name="connsiteX4" fmla="*/ 4533639 w 4553364"/>
              <a:gd name="connsiteY4" fmla="*/ 300930 h 5613182"/>
              <a:gd name="connsiteX5" fmla="*/ 4536561 w 4553364"/>
              <a:gd name="connsiteY5" fmla="*/ 302647 h 5613182"/>
              <a:gd name="connsiteX6" fmla="*/ 4552987 w 4553364"/>
              <a:gd name="connsiteY6" fmla="*/ 334222 h 5613182"/>
              <a:gd name="connsiteX7" fmla="*/ 4530726 w 4553364"/>
              <a:gd name="connsiteY7" fmla="*/ 391868 h 5613182"/>
              <a:gd name="connsiteX8" fmla="*/ 4522133 w 4553364"/>
              <a:gd name="connsiteY8" fmla="*/ 506828 h 5613182"/>
              <a:gd name="connsiteX9" fmla="*/ 4517715 w 4553364"/>
              <a:gd name="connsiteY9" fmla="*/ 585890 h 5613182"/>
              <a:gd name="connsiteX10" fmla="*/ 4504778 w 4553364"/>
              <a:gd name="connsiteY10" fmla="*/ 817404 h 5613182"/>
              <a:gd name="connsiteX11" fmla="*/ 4506491 w 4553364"/>
              <a:gd name="connsiteY11" fmla="*/ 822238 h 5613182"/>
              <a:gd name="connsiteX12" fmla="*/ 4504340 w 4553364"/>
              <a:gd name="connsiteY12" fmla="*/ 846069 h 5613182"/>
              <a:gd name="connsiteX13" fmla="*/ 4497900 w 4553364"/>
              <a:gd name="connsiteY13" fmla="*/ 1101094 h 5613182"/>
              <a:gd name="connsiteX14" fmla="*/ 4497795 w 4553364"/>
              <a:gd name="connsiteY14" fmla="*/ 1159389 h 5613182"/>
              <a:gd name="connsiteX15" fmla="*/ 4516282 w 4553364"/>
              <a:gd name="connsiteY15" fmla="*/ 1313374 h 5613182"/>
              <a:gd name="connsiteX16" fmla="*/ 4515402 w 4553364"/>
              <a:gd name="connsiteY16" fmla="*/ 1347004 h 5613182"/>
              <a:gd name="connsiteX17" fmla="*/ 4505820 w 4553364"/>
              <a:gd name="connsiteY17" fmla="*/ 1391762 h 5613182"/>
              <a:gd name="connsiteX18" fmla="*/ 4509084 w 4553364"/>
              <a:gd name="connsiteY18" fmla="*/ 1395707 h 5613182"/>
              <a:gd name="connsiteX19" fmla="*/ 4511926 w 4553364"/>
              <a:gd name="connsiteY19" fmla="*/ 1408524 h 5613182"/>
              <a:gd name="connsiteX20" fmla="*/ 4486104 w 4553364"/>
              <a:gd name="connsiteY20" fmla="*/ 1543038 h 5613182"/>
              <a:gd name="connsiteX21" fmla="*/ 4481223 w 4553364"/>
              <a:gd name="connsiteY21" fmla="*/ 1553997 h 5613182"/>
              <a:gd name="connsiteX22" fmla="*/ 4463080 w 4553364"/>
              <a:gd name="connsiteY22" fmla="*/ 1664103 h 5613182"/>
              <a:gd name="connsiteX23" fmla="*/ 4455543 w 4553364"/>
              <a:gd name="connsiteY23" fmla="*/ 1735163 h 5613182"/>
              <a:gd name="connsiteX24" fmla="*/ 4444985 w 4553364"/>
              <a:gd name="connsiteY24" fmla="*/ 1887374 h 5613182"/>
              <a:gd name="connsiteX25" fmla="*/ 4453676 w 4553364"/>
              <a:gd name="connsiteY25" fmla="*/ 1911536 h 5613182"/>
              <a:gd name="connsiteX26" fmla="*/ 4429341 w 4553364"/>
              <a:gd name="connsiteY26" fmla="*/ 2167300 h 5613182"/>
              <a:gd name="connsiteX27" fmla="*/ 4349387 w 4553364"/>
              <a:gd name="connsiteY27" fmla="*/ 3639984 h 5613182"/>
              <a:gd name="connsiteX28" fmla="*/ 4270290 w 4553364"/>
              <a:gd name="connsiteY28" fmla="*/ 5450399 h 5613182"/>
              <a:gd name="connsiteX29" fmla="*/ 4251733 w 4553364"/>
              <a:gd name="connsiteY29" fmla="*/ 5484804 h 5613182"/>
              <a:gd name="connsiteX30" fmla="*/ 4247081 w 4553364"/>
              <a:gd name="connsiteY30" fmla="*/ 5487504 h 5613182"/>
              <a:gd name="connsiteX31" fmla="*/ 4266406 w 4553364"/>
              <a:gd name="connsiteY31" fmla="*/ 5613183 h 5613182"/>
              <a:gd name="connsiteX32" fmla="*/ 0 w 4553364"/>
              <a:gd name="connsiteY32" fmla="*/ 5293146 h 5613182"/>
              <a:gd name="connsiteX33" fmla="*/ 303343 w 4553364"/>
              <a:gd name="connsiteY33" fmla="*/ 0 h 5613182"/>
              <a:gd name="connsiteX0" fmla="*/ 303343 w 4553364"/>
              <a:gd name="connsiteY0" fmla="*/ 0 h 5613184"/>
              <a:gd name="connsiteX1" fmla="*/ 3305529 w 4553364"/>
              <a:gd name="connsiteY1" fmla="*/ 171842 h 5613184"/>
              <a:gd name="connsiteX2" fmla="*/ 4507534 w 4553364"/>
              <a:gd name="connsiteY2" fmla="*/ 247374 h 5613184"/>
              <a:gd name="connsiteX3" fmla="*/ 4535413 w 4553364"/>
              <a:gd name="connsiteY3" fmla="*/ 269179 h 5613184"/>
              <a:gd name="connsiteX4" fmla="*/ 4533639 w 4553364"/>
              <a:gd name="connsiteY4" fmla="*/ 300930 h 5613184"/>
              <a:gd name="connsiteX5" fmla="*/ 4536561 w 4553364"/>
              <a:gd name="connsiteY5" fmla="*/ 302647 h 5613184"/>
              <a:gd name="connsiteX6" fmla="*/ 4552987 w 4553364"/>
              <a:gd name="connsiteY6" fmla="*/ 334222 h 5613184"/>
              <a:gd name="connsiteX7" fmla="*/ 4530726 w 4553364"/>
              <a:gd name="connsiteY7" fmla="*/ 391868 h 5613184"/>
              <a:gd name="connsiteX8" fmla="*/ 4522133 w 4553364"/>
              <a:gd name="connsiteY8" fmla="*/ 506828 h 5613184"/>
              <a:gd name="connsiteX9" fmla="*/ 4517715 w 4553364"/>
              <a:gd name="connsiteY9" fmla="*/ 585890 h 5613184"/>
              <a:gd name="connsiteX10" fmla="*/ 4504778 w 4553364"/>
              <a:gd name="connsiteY10" fmla="*/ 817404 h 5613184"/>
              <a:gd name="connsiteX11" fmla="*/ 4506491 w 4553364"/>
              <a:gd name="connsiteY11" fmla="*/ 822238 h 5613184"/>
              <a:gd name="connsiteX12" fmla="*/ 4504340 w 4553364"/>
              <a:gd name="connsiteY12" fmla="*/ 846069 h 5613184"/>
              <a:gd name="connsiteX13" fmla="*/ 4497900 w 4553364"/>
              <a:gd name="connsiteY13" fmla="*/ 1101094 h 5613184"/>
              <a:gd name="connsiteX14" fmla="*/ 4497795 w 4553364"/>
              <a:gd name="connsiteY14" fmla="*/ 1159389 h 5613184"/>
              <a:gd name="connsiteX15" fmla="*/ 4516282 w 4553364"/>
              <a:gd name="connsiteY15" fmla="*/ 1313374 h 5613184"/>
              <a:gd name="connsiteX16" fmla="*/ 4515402 w 4553364"/>
              <a:gd name="connsiteY16" fmla="*/ 1347004 h 5613184"/>
              <a:gd name="connsiteX17" fmla="*/ 4505820 w 4553364"/>
              <a:gd name="connsiteY17" fmla="*/ 1391762 h 5613184"/>
              <a:gd name="connsiteX18" fmla="*/ 4509084 w 4553364"/>
              <a:gd name="connsiteY18" fmla="*/ 1395707 h 5613184"/>
              <a:gd name="connsiteX19" fmla="*/ 4511926 w 4553364"/>
              <a:gd name="connsiteY19" fmla="*/ 1408524 h 5613184"/>
              <a:gd name="connsiteX20" fmla="*/ 4486104 w 4553364"/>
              <a:gd name="connsiteY20" fmla="*/ 1543038 h 5613184"/>
              <a:gd name="connsiteX21" fmla="*/ 4481223 w 4553364"/>
              <a:gd name="connsiteY21" fmla="*/ 1553997 h 5613184"/>
              <a:gd name="connsiteX22" fmla="*/ 4455543 w 4553364"/>
              <a:gd name="connsiteY22" fmla="*/ 1735163 h 5613184"/>
              <a:gd name="connsiteX23" fmla="*/ 4444985 w 4553364"/>
              <a:gd name="connsiteY23" fmla="*/ 1887374 h 5613184"/>
              <a:gd name="connsiteX24" fmla="*/ 4453676 w 4553364"/>
              <a:gd name="connsiteY24" fmla="*/ 1911536 h 5613184"/>
              <a:gd name="connsiteX25" fmla="*/ 4429341 w 4553364"/>
              <a:gd name="connsiteY25" fmla="*/ 2167300 h 5613184"/>
              <a:gd name="connsiteX26" fmla="*/ 4349387 w 4553364"/>
              <a:gd name="connsiteY26" fmla="*/ 3639984 h 5613184"/>
              <a:gd name="connsiteX27" fmla="*/ 4270290 w 4553364"/>
              <a:gd name="connsiteY27" fmla="*/ 5450399 h 5613184"/>
              <a:gd name="connsiteX28" fmla="*/ 4251733 w 4553364"/>
              <a:gd name="connsiteY28" fmla="*/ 5484804 h 5613184"/>
              <a:gd name="connsiteX29" fmla="*/ 4247081 w 4553364"/>
              <a:gd name="connsiteY29" fmla="*/ 5487504 h 5613184"/>
              <a:gd name="connsiteX30" fmla="*/ 4266406 w 4553364"/>
              <a:gd name="connsiteY30" fmla="*/ 5613183 h 5613184"/>
              <a:gd name="connsiteX31" fmla="*/ 0 w 4553364"/>
              <a:gd name="connsiteY31" fmla="*/ 5293146 h 5613184"/>
              <a:gd name="connsiteX32" fmla="*/ 303343 w 4553364"/>
              <a:gd name="connsiteY32" fmla="*/ 0 h 5613184"/>
              <a:gd name="connsiteX0" fmla="*/ 303343 w 4553364"/>
              <a:gd name="connsiteY0" fmla="*/ 0 h 5613182"/>
              <a:gd name="connsiteX1" fmla="*/ 3305529 w 4553364"/>
              <a:gd name="connsiteY1" fmla="*/ 171842 h 5613182"/>
              <a:gd name="connsiteX2" fmla="*/ 4507534 w 4553364"/>
              <a:gd name="connsiteY2" fmla="*/ 247374 h 5613182"/>
              <a:gd name="connsiteX3" fmla="*/ 4535413 w 4553364"/>
              <a:gd name="connsiteY3" fmla="*/ 269179 h 5613182"/>
              <a:gd name="connsiteX4" fmla="*/ 4533639 w 4553364"/>
              <a:gd name="connsiteY4" fmla="*/ 300930 h 5613182"/>
              <a:gd name="connsiteX5" fmla="*/ 4536561 w 4553364"/>
              <a:gd name="connsiteY5" fmla="*/ 302647 h 5613182"/>
              <a:gd name="connsiteX6" fmla="*/ 4552987 w 4553364"/>
              <a:gd name="connsiteY6" fmla="*/ 334222 h 5613182"/>
              <a:gd name="connsiteX7" fmla="*/ 4530726 w 4553364"/>
              <a:gd name="connsiteY7" fmla="*/ 391868 h 5613182"/>
              <a:gd name="connsiteX8" fmla="*/ 4522133 w 4553364"/>
              <a:gd name="connsiteY8" fmla="*/ 506828 h 5613182"/>
              <a:gd name="connsiteX9" fmla="*/ 4517715 w 4553364"/>
              <a:gd name="connsiteY9" fmla="*/ 585890 h 5613182"/>
              <a:gd name="connsiteX10" fmla="*/ 4504778 w 4553364"/>
              <a:gd name="connsiteY10" fmla="*/ 817404 h 5613182"/>
              <a:gd name="connsiteX11" fmla="*/ 4506491 w 4553364"/>
              <a:gd name="connsiteY11" fmla="*/ 822238 h 5613182"/>
              <a:gd name="connsiteX12" fmla="*/ 4504340 w 4553364"/>
              <a:gd name="connsiteY12" fmla="*/ 846069 h 5613182"/>
              <a:gd name="connsiteX13" fmla="*/ 4497900 w 4553364"/>
              <a:gd name="connsiteY13" fmla="*/ 1101094 h 5613182"/>
              <a:gd name="connsiteX14" fmla="*/ 4497795 w 4553364"/>
              <a:gd name="connsiteY14" fmla="*/ 1159389 h 5613182"/>
              <a:gd name="connsiteX15" fmla="*/ 4516282 w 4553364"/>
              <a:gd name="connsiteY15" fmla="*/ 1313374 h 5613182"/>
              <a:gd name="connsiteX16" fmla="*/ 4515402 w 4553364"/>
              <a:gd name="connsiteY16" fmla="*/ 1347004 h 5613182"/>
              <a:gd name="connsiteX17" fmla="*/ 4505820 w 4553364"/>
              <a:gd name="connsiteY17" fmla="*/ 1391762 h 5613182"/>
              <a:gd name="connsiteX18" fmla="*/ 4509084 w 4553364"/>
              <a:gd name="connsiteY18" fmla="*/ 1395707 h 5613182"/>
              <a:gd name="connsiteX19" fmla="*/ 4511926 w 4553364"/>
              <a:gd name="connsiteY19" fmla="*/ 1408524 h 5613182"/>
              <a:gd name="connsiteX20" fmla="*/ 4486104 w 4553364"/>
              <a:gd name="connsiteY20" fmla="*/ 1543038 h 5613182"/>
              <a:gd name="connsiteX21" fmla="*/ 4481223 w 4553364"/>
              <a:gd name="connsiteY21" fmla="*/ 1553997 h 5613182"/>
              <a:gd name="connsiteX22" fmla="*/ 4455543 w 4553364"/>
              <a:gd name="connsiteY22" fmla="*/ 1735163 h 5613182"/>
              <a:gd name="connsiteX23" fmla="*/ 4444985 w 4553364"/>
              <a:gd name="connsiteY23" fmla="*/ 1887374 h 5613182"/>
              <a:gd name="connsiteX24" fmla="*/ 4429341 w 4553364"/>
              <a:gd name="connsiteY24" fmla="*/ 2167300 h 5613182"/>
              <a:gd name="connsiteX25" fmla="*/ 4349387 w 4553364"/>
              <a:gd name="connsiteY25" fmla="*/ 3639984 h 5613182"/>
              <a:gd name="connsiteX26" fmla="*/ 4270290 w 4553364"/>
              <a:gd name="connsiteY26" fmla="*/ 5450399 h 5613182"/>
              <a:gd name="connsiteX27" fmla="*/ 4251733 w 4553364"/>
              <a:gd name="connsiteY27" fmla="*/ 5484804 h 5613182"/>
              <a:gd name="connsiteX28" fmla="*/ 4247081 w 4553364"/>
              <a:gd name="connsiteY28" fmla="*/ 5487504 h 5613182"/>
              <a:gd name="connsiteX29" fmla="*/ 4266406 w 4553364"/>
              <a:gd name="connsiteY29" fmla="*/ 5613183 h 5613182"/>
              <a:gd name="connsiteX30" fmla="*/ 0 w 4553364"/>
              <a:gd name="connsiteY30" fmla="*/ 5293146 h 5613182"/>
              <a:gd name="connsiteX31" fmla="*/ 303343 w 4553364"/>
              <a:gd name="connsiteY31" fmla="*/ 0 h 5613182"/>
              <a:gd name="connsiteX0" fmla="*/ 303343 w 4553364"/>
              <a:gd name="connsiteY0" fmla="*/ 0 h 5613184"/>
              <a:gd name="connsiteX1" fmla="*/ 3305529 w 4553364"/>
              <a:gd name="connsiteY1" fmla="*/ 171842 h 5613184"/>
              <a:gd name="connsiteX2" fmla="*/ 4507534 w 4553364"/>
              <a:gd name="connsiteY2" fmla="*/ 247374 h 5613184"/>
              <a:gd name="connsiteX3" fmla="*/ 4535413 w 4553364"/>
              <a:gd name="connsiteY3" fmla="*/ 269179 h 5613184"/>
              <a:gd name="connsiteX4" fmla="*/ 4533639 w 4553364"/>
              <a:gd name="connsiteY4" fmla="*/ 300930 h 5613184"/>
              <a:gd name="connsiteX5" fmla="*/ 4536561 w 4553364"/>
              <a:gd name="connsiteY5" fmla="*/ 302647 h 5613184"/>
              <a:gd name="connsiteX6" fmla="*/ 4552987 w 4553364"/>
              <a:gd name="connsiteY6" fmla="*/ 334222 h 5613184"/>
              <a:gd name="connsiteX7" fmla="*/ 4530726 w 4553364"/>
              <a:gd name="connsiteY7" fmla="*/ 391868 h 5613184"/>
              <a:gd name="connsiteX8" fmla="*/ 4522133 w 4553364"/>
              <a:gd name="connsiteY8" fmla="*/ 506828 h 5613184"/>
              <a:gd name="connsiteX9" fmla="*/ 4504778 w 4553364"/>
              <a:gd name="connsiteY9" fmla="*/ 817404 h 5613184"/>
              <a:gd name="connsiteX10" fmla="*/ 4506491 w 4553364"/>
              <a:gd name="connsiteY10" fmla="*/ 822238 h 5613184"/>
              <a:gd name="connsiteX11" fmla="*/ 4504340 w 4553364"/>
              <a:gd name="connsiteY11" fmla="*/ 846069 h 5613184"/>
              <a:gd name="connsiteX12" fmla="*/ 4497900 w 4553364"/>
              <a:gd name="connsiteY12" fmla="*/ 1101094 h 5613184"/>
              <a:gd name="connsiteX13" fmla="*/ 4497795 w 4553364"/>
              <a:gd name="connsiteY13" fmla="*/ 1159389 h 5613184"/>
              <a:gd name="connsiteX14" fmla="*/ 4516282 w 4553364"/>
              <a:gd name="connsiteY14" fmla="*/ 1313374 h 5613184"/>
              <a:gd name="connsiteX15" fmla="*/ 4515402 w 4553364"/>
              <a:gd name="connsiteY15" fmla="*/ 1347004 h 5613184"/>
              <a:gd name="connsiteX16" fmla="*/ 4505820 w 4553364"/>
              <a:gd name="connsiteY16" fmla="*/ 1391762 h 5613184"/>
              <a:gd name="connsiteX17" fmla="*/ 4509084 w 4553364"/>
              <a:gd name="connsiteY17" fmla="*/ 1395707 h 5613184"/>
              <a:gd name="connsiteX18" fmla="*/ 4511926 w 4553364"/>
              <a:gd name="connsiteY18" fmla="*/ 1408524 h 5613184"/>
              <a:gd name="connsiteX19" fmla="*/ 4486104 w 4553364"/>
              <a:gd name="connsiteY19" fmla="*/ 1543038 h 5613184"/>
              <a:gd name="connsiteX20" fmla="*/ 4481223 w 4553364"/>
              <a:gd name="connsiteY20" fmla="*/ 1553997 h 5613184"/>
              <a:gd name="connsiteX21" fmla="*/ 4455543 w 4553364"/>
              <a:gd name="connsiteY21" fmla="*/ 1735163 h 5613184"/>
              <a:gd name="connsiteX22" fmla="*/ 4444985 w 4553364"/>
              <a:gd name="connsiteY22" fmla="*/ 1887374 h 5613184"/>
              <a:gd name="connsiteX23" fmla="*/ 4429341 w 4553364"/>
              <a:gd name="connsiteY23" fmla="*/ 2167300 h 5613184"/>
              <a:gd name="connsiteX24" fmla="*/ 4349387 w 4553364"/>
              <a:gd name="connsiteY24" fmla="*/ 3639984 h 5613184"/>
              <a:gd name="connsiteX25" fmla="*/ 4270290 w 4553364"/>
              <a:gd name="connsiteY25" fmla="*/ 5450399 h 5613184"/>
              <a:gd name="connsiteX26" fmla="*/ 4251733 w 4553364"/>
              <a:gd name="connsiteY26" fmla="*/ 5484804 h 5613184"/>
              <a:gd name="connsiteX27" fmla="*/ 4247081 w 4553364"/>
              <a:gd name="connsiteY27" fmla="*/ 5487504 h 5613184"/>
              <a:gd name="connsiteX28" fmla="*/ 4266406 w 4553364"/>
              <a:gd name="connsiteY28" fmla="*/ 5613183 h 5613184"/>
              <a:gd name="connsiteX29" fmla="*/ 0 w 4553364"/>
              <a:gd name="connsiteY29" fmla="*/ 5293146 h 5613184"/>
              <a:gd name="connsiteX30" fmla="*/ 303343 w 4553364"/>
              <a:gd name="connsiteY30" fmla="*/ 0 h 5613184"/>
              <a:gd name="connsiteX0" fmla="*/ 303343 w 4553364"/>
              <a:gd name="connsiteY0" fmla="*/ 0 h 5613182"/>
              <a:gd name="connsiteX1" fmla="*/ 3305529 w 4553364"/>
              <a:gd name="connsiteY1" fmla="*/ 171842 h 5613182"/>
              <a:gd name="connsiteX2" fmla="*/ 4507534 w 4553364"/>
              <a:gd name="connsiteY2" fmla="*/ 247374 h 5613182"/>
              <a:gd name="connsiteX3" fmla="*/ 4535413 w 4553364"/>
              <a:gd name="connsiteY3" fmla="*/ 269179 h 5613182"/>
              <a:gd name="connsiteX4" fmla="*/ 4533639 w 4553364"/>
              <a:gd name="connsiteY4" fmla="*/ 300930 h 5613182"/>
              <a:gd name="connsiteX5" fmla="*/ 4536561 w 4553364"/>
              <a:gd name="connsiteY5" fmla="*/ 302647 h 5613182"/>
              <a:gd name="connsiteX6" fmla="*/ 4552987 w 4553364"/>
              <a:gd name="connsiteY6" fmla="*/ 334222 h 5613182"/>
              <a:gd name="connsiteX7" fmla="*/ 4522133 w 4553364"/>
              <a:gd name="connsiteY7" fmla="*/ 506828 h 5613182"/>
              <a:gd name="connsiteX8" fmla="*/ 4504778 w 4553364"/>
              <a:gd name="connsiteY8" fmla="*/ 817404 h 5613182"/>
              <a:gd name="connsiteX9" fmla="*/ 4506491 w 4553364"/>
              <a:gd name="connsiteY9" fmla="*/ 822238 h 5613182"/>
              <a:gd name="connsiteX10" fmla="*/ 4504340 w 4553364"/>
              <a:gd name="connsiteY10" fmla="*/ 846069 h 5613182"/>
              <a:gd name="connsiteX11" fmla="*/ 4497900 w 4553364"/>
              <a:gd name="connsiteY11" fmla="*/ 1101094 h 5613182"/>
              <a:gd name="connsiteX12" fmla="*/ 4497795 w 4553364"/>
              <a:gd name="connsiteY12" fmla="*/ 1159389 h 5613182"/>
              <a:gd name="connsiteX13" fmla="*/ 4516282 w 4553364"/>
              <a:gd name="connsiteY13" fmla="*/ 1313374 h 5613182"/>
              <a:gd name="connsiteX14" fmla="*/ 4515402 w 4553364"/>
              <a:gd name="connsiteY14" fmla="*/ 1347004 h 5613182"/>
              <a:gd name="connsiteX15" fmla="*/ 4505820 w 4553364"/>
              <a:gd name="connsiteY15" fmla="*/ 1391762 h 5613182"/>
              <a:gd name="connsiteX16" fmla="*/ 4509084 w 4553364"/>
              <a:gd name="connsiteY16" fmla="*/ 1395707 h 5613182"/>
              <a:gd name="connsiteX17" fmla="*/ 4511926 w 4553364"/>
              <a:gd name="connsiteY17" fmla="*/ 1408524 h 5613182"/>
              <a:gd name="connsiteX18" fmla="*/ 4486104 w 4553364"/>
              <a:gd name="connsiteY18" fmla="*/ 1543038 h 5613182"/>
              <a:gd name="connsiteX19" fmla="*/ 4481223 w 4553364"/>
              <a:gd name="connsiteY19" fmla="*/ 1553997 h 5613182"/>
              <a:gd name="connsiteX20" fmla="*/ 4455543 w 4553364"/>
              <a:gd name="connsiteY20" fmla="*/ 1735163 h 5613182"/>
              <a:gd name="connsiteX21" fmla="*/ 4444985 w 4553364"/>
              <a:gd name="connsiteY21" fmla="*/ 1887374 h 5613182"/>
              <a:gd name="connsiteX22" fmla="*/ 4429341 w 4553364"/>
              <a:gd name="connsiteY22" fmla="*/ 2167300 h 5613182"/>
              <a:gd name="connsiteX23" fmla="*/ 4349387 w 4553364"/>
              <a:gd name="connsiteY23" fmla="*/ 3639984 h 5613182"/>
              <a:gd name="connsiteX24" fmla="*/ 4270290 w 4553364"/>
              <a:gd name="connsiteY24" fmla="*/ 5450399 h 5613182"/>
              <a:gd name="connsiteX25" fmla="*/ 4251733 w 4553364"/>
              <a:gd name="connsiteY25" fmla="*/ 5484804 h 5613182"/>
              <a:gd name="connsiteX26" fmla="*/ 4247081 w 4553364"/>
              <a:gd name="connsiteY26" fmla="*/ 5487504 h 5613182"/>
              <a:gd name="connsiteX27" fmla="*/ 4266406 w 4553364"/>
              <a:gd name="connsiteY27" fmla="*/ 5613183 h 5613182"/>
              <a:gd name="connsiteX28" fmla="*/ 0 w 4553364"/>
              <a:gd name="connsiteY28" fmla="*/ 5293146 h 5613182"/>
              <a:gd name="connsiteX29" fmla="*/ 303343 w 4553364"/>
              <a:gd name="connsiteY29" fmla="*/ 0 h 5613182"/>
              <a:gd name="connsiteX0" fmla="*/ 303343 w 4553364"/>
              <a:gd name="connsiteY0" fmla="*/ 0 h 5613184"/>
              <a:gd name="connsiteX1" fmla="*/ 3305529 w 4553364"/>
              <a:gd name="connsiteY1" fmla="*/ 171842 h 5613184"/>
              <a:gd name="connsiteX2" fmla="*/ 4507534 w 4553364"/>
              <a:gd name="connsiteY2" fmla="*/ 247374 h 5613184"/>
              <a:gd name="connsiteX3" fmla="*/ 4535413 w 4553364"/>
              <a:gd name="connsiteY3" fmla="*/ 269179 h 5613184"/>
              <a:gd name="connsiteX4" fmla="*/ 4533639 w 4553364"/>
              <a:gd name="connsiteY4" fmla="*/ 300930 h 5613184"/>
              <a:gd name="connsiteX5" fmla="*/ 4536561 w 4553364"/>
              <a:gd name="connsiteY5" fmla="*/ 302647 h 5613184"/>
              <a:gd name="connsiteX6" fmla="*/ 4552987 w 4553364"/>
              <a:gd name="connsiteY6" fmla="*/ 334222 h 5613184"/>
              <a:gd name="connsiteX7" fmla="*/ 4522133 w 4553364"/>
              <a:gd name="connsiteY7" fmla="*/ 506828 h 5613184"/>
              <a:gd name="connsiteX8" fmla="*/ 4504778 w 4553364"/>
              <a:gd name="connsiteY8" fmla="*/ 817404 h 5613184"/>
              <a:gd name="connsiteX9" fmla="*/ 4506491 w 4553364"/>
              <a:gd name="connsiteY9" fmla="*/ 822238 h 5613184"/>
              <a:gd name="connsiteX10" fmla="*/ 4504340 w 4553364"/>
              <a:gd name="connsiteY10" fmla="*/ 846069 h 5613184"/>
              <a:gd name="connsiteX11" fmla="*/ 4497900 w 4553364"/>
              <a:gd name="connsiteY11" fmla="*/ 1101094 h 5613184"/>
              <a:gd name="connsiteX12" fmla="*/ 4516282 w 4553364"/>
              <a:gd name="connsiteY12" fmla="*/ 1313374 h 5613184"/>
              <a:gd name="connsiteX13" fmla="*/ 4515402 w 4553364"/>
              <a:gd name="connsiteY13" fmla="*/ 1347004 h 5613184"/>
              <a:gd name="connsiteX14" fmla="*/ 4505820 w 4553364"/>
              <a:gd name="connsiteY14" fmla="*/ 1391762 h 5613184"/>
              <a:gd name="connsiteX15" fmla="*/ 4509084 w 4553364"/>
              <a:gd name="connsiteY15" fmla="*/ 1395707 h 5613184"/>
              <a:gd name="connsiteX16" fmla="*/ 4511926 w 4553364"/>
              <a:gd name="connsiteY16" fmla="*/ 1408524 h 5613184"/>
              <a:gd name="connsiteX17" fmla="*/ 4486104 w 4553364"/>
              <a:gd name="connsiteY17" fmla="*/ 1543038 h 5613184"/>
              <a:gd name="connsiteX18" fmla="*/ 4481223 w 4553364"/>
              <a:gd name="connsiteY18" fmla="*/ 1553997 h 5613184"/>
              <a:gd name="connsiteX19" fmla="*/ 4455543 w 4553364"/>
              <a:gd name="connsiteY19" fmla="*/ 1735163 h 5613184"/>
              <a:gd name="connsiteX20" fmla="*/ 4444985 w 4553364"/>
              <a:gd name="connsiteY20" fmla="*/ 1887374 h 5613184"/>
              <a:gd name="connsiteX21" fmla="*/ 4429341 w 4553364"/>
              <a:gd name="connsiteY21" fmla="*/ 2167300 h 5613184"/>
              <a:gd name="connsiteX22" fmla="*/ 4349387 w 4553364"/>
              <a:gd name="connsiteY22" fmla="*/ 3639984 h 5613184"/>
              <a:gd name="connsiteX23" fmla="*/ 4270290 w 4553364"/>
              <a:gd name="connsiteY23" fmla="*/ 5450399 h 5613184"/>
              <a:gd name="connsiteX24" fmla="*/ 4251733 w 4553364"/>
              <a:gd name="connsiteY24" fmla="*/ 5484804 h 5613184"/>
              <a:gd name="connsiteX25" fmla="*/ 4247081 w 4553364"/>
              <a:gd name="connsiteY25" fmla="*/ 5487504 h 5613184"/>
              <a:gd name="connsiteX26" fmla="*/ 4266406 w 4553364"/>
              <a:gd name="connsiteY26" fmla="*/ 5613183 h 5613184"/>
              <a:gd name="connsiteX27" fmla="*/ 0 w 4553364"/>
              <a:gd name="connsiteY27" fmla="*/ 5293146 h 5613184"/>
              <a:gd name="connsiteX28" fmla="*/ 303343 w 4553364"/>
              <a:gd name="connsiteY28" fmla="*/ 0 h 5613184"/>
              <a:gd name="connsiteX0" fmla="*/ 303343 w 4553364"/>
              <a:gd name="connsiteY0" fmla="*/ 0 h 5613182"/>
              <a:gd name="connsiteX1" fmla="*/ 3305529 w 4553364"/>
              <a:gd name="connsiteY1" fmla="*/ 171842 h 5613182"/>
              <a:gd name="connsiteX2" fmla="*/ 4507534 w 4553364"/>
              <a:gd name="connsiteY2" fmla="*/ 247374 h 5613182"/>
              <a:gd name="connsiteX3" fmla="*/ 4535413 w 4553364"/>
              <a:gd name="connsiteY3" fmla="*/ 269179 h 5613182"/>
              <a:gd name="connsiteX4" fmla="*/ 4533639 w 4553364"/>
              <a:gd name="connsiteY4" fmla="*/ 300930 h 5613182"/>
              <a:gd name="connsiteX5" fmla="*/ 4536561 w 4553364"/>
              <a:gd name="connsiteY5" fmla="*/ 302647 h 5613182"/>
              <a:gd name="connsiteX6" fmla="*/ 4552987 w 4553364"/>
              <a:gd name="connsiteY6" fmla="*/ 334222 h 5613182"/>
              <a:gd name="connsiteX7" fmla="*/ 4522133 w 4553364"/>
              <a:gd name="connsiteY7" fmla="*/ 506828 h 5613182"/>
              <a:gd name="connsiteX8" fmla="*/ 4504778 w 4553364"/>
              <a:gd name="connsiteY8" fmla="*/ 817404 h 5613182"/>
              <a:gd name="connsiteX9" fmla="*/ 4506491 w 4553364"/>
              <a:gd name="connsiteY9" fmla="*/ 822238 h 5613182"/>
              <a:gd name="connsiteX10" fmla="*/ 4504340 w 4553364"/>
              <a:gd name="connsiteY10" fmla="*/ 846069 h 5613182"/>
              <a:gd name="connsiteX11" fmla="*/ 4497900 w 4553364"/>
              <a:gd name="connsiteY11" fmla="*/ 1101094 h 5613182"/>
              <a:gd name="connsiteX12" fmla="*/ 4516282 w 4553364"/>
              <a:gd name="connsiteY12" fmla="*/ 1313374 h 5613182"/>
              <a:gd name="connsiteX13" fmla="*/ 4515402 w 4553364"/>
              <a:gd name="connsiteY13" fmla="*/ 1347004 h 5613182"/>
              <a:gd name="connsiteX14" fmla="*/ 4505820 w 4553364"/>
              <a:gd name="connsiteY14" fmla="*/ 1391762 h 5613182"/>
              <a:gd name="connsiteX15" fmla="*/ 4509084 w 4553364"/>
              <a:gd name="connsiteY15" fmla="*/ 1395707 h 5613182"/>
              <a:gd name="connsiteX16" fmla="*/ 4511926 w 4553364"/>
              <a:gd name="connsiteY16" fmla="*/ 1408524 h 5613182"/>
              <a:gd name="connsiteX17" fmla="*/ 4486104 w 4553364"/>
              <a:gd name="connsiteY17" fmla="*/ 1543038 h 5613182"/>
              <a:gd name="connsiteX18" fmla="*/ 4481223 w 4553364"/>
              <a:gd name="connsiteY18" fmla="*/ 1553997 h 5613182"/>
              <a:gd name="connsiteX19" fmla="*/ 4455543 w 4553364"/>
              <a:gd name="connsiteY19" fmla="*/ 1735163 h 5613182"/>
              <a:gd name="connsiteX20" fmla="*/ 4429341 w 4553364"/>
              <a:gd name="connsiteY20" fmla="*/ 2167300 h 5613182"/>
              <a:gd name="connsiteX21" fmla="*/ 4349387 w 4553364"/>
              <a:gd name="connsiteY21" fmla="*/ 3639984 h 5613182"/>
              <a:gd name="connsiteX22" fmla="*/ 4270290 w 4553364"/>
              <a:gd name="connsiteY22" fmla="*/ 5450399 h 5613182"/>
              <a:gd name="connsiteX23" fmla="*/ 4251733 w 4553364"/>
              <a:gd name="connsiteY23" fmla="*/ 5484804 h 5613182"/>
              <a:gd name="connsiteX24" fmla="*/ 4247081 w 4553364"/>
              <a:gd name="connsiteY24" fmla="*/ 5487504 h 5613182"/>
              <a:gd name="connsiteX25" fmla="*/ 4266406 w 4553364"/>
              <a:gd name="connsiteY25" fmla="*/ 5613183 h 5613182"/>
              <a:gd name="connsiteX26" fmla="*/ 0 w 4553364"/>
              <a:gd name="connsiteY26" fmla="*/ 5293146 h 5613182"/>
              <a:gd name="connsiteX27" fmla="*/ 303343 w 4553364"/>
              <a:gd name="connsiteY27" fmla="*/ 0 h 5613182"/>
              <a:gd name="connsiteX0" fmla="*/ 303343 w 4553364"/>
              <a:gd name="connsiteY0" fmla="*/ 0 h 5613184"/>
              <a:gd name="connsiteX1" fmla="*/ 3305529 w 4553364"/>
              <a:gd name="connsiteY1" fmla="*/ 171842 h 5613184"/>
              <a:gd name="connsiteX2" fmla="*/ 4507534 w 4553364"/>
              <a:gd name="connsiteY2" fmla="*/ 247374 h 5613184"/>
              <a:gd name="connsiteX3" fmla="*/ 4535413 w 4553364"/>
              <a:gd name="connsiteY3" fmla="*/ 269179 h 5613184"/>
              <a:gd name="connsiteX4" fmla="*/ 4533639 w 4553364"/>
              <a:gd name="connsiteY4" fmla="*/ 300930 h 5613184"/>
              <a:gd name="connsiteX5" fmla="*/ 4536561 w 4553364"/>
              <a:gd name="connsiteY5" fmla="*/ 302647 h 5613184"/>
              <a:gd name="connsiteX6" fmla="*/ 4552987 w 4553364"/>
              <a:gd name="connsiteY6" fmla="*/ 334222 h 5613184"/>
              <a:gd name="connsiteX7" fmla="*/ 4522133 w 4553364"/>
              <a:gd name="connsiteY7" fmla="*/ 506828 h 5613184"/>
              <a:gd name="connsiteX8" fmla="*/ 4504778 w 4553364"/>
              <a:gd name="connsiteY8" fmla="*/ 817404 h 5613184"/>
              <a:gd name="connsiteX9" fmla="*/ 4506491 w 4553364"/>
              <a:gd name="connsiteY9" fmla="*/ 822238 h 5613184"/>
              <a:gd name="connsiteX10" fmla="*/ 4504340 w 4553364"/>
              <a:gd name="connsiteY10" fmla="*/ 846069 h 5613184"/>
              <a:gd name="connsiteX11" fmla="*/ 4497900 w 4553364"/>
              <a:gd name="connsiteY11" fmla="*/ 1101094 h 5613184"/>
              <a:gd name="connsiteX12" fmla="*/ 4516282 w 4553364"/>
              <a:gd name="connsiteY12" fmla="*/ 1313374 h 5613184"/>
              <a:gd name="connsiteX13" fmla="*/ 4515402 w 4553364"/>
              <a:gd name="connsiteY13" fmla="*/ 1347004 h 5613184"/>
              <a:gd name="connsiteX14" fmla="*/ 4505820 w 4553364"/>
              <a:gd name="connsiteY14" fmla="*/ 1391762 h 5613184"/>
              <a:gd name="connsiteX15" fmla="*/ 4509084 w 4553364"/>
              <a:gd name="connsiteY15" fmla="*/ 1395707 h 5613184"/>
              <a:gd name="connsiteX16" fmla="*/ 4511926 w 4553364"/>
              <a:gd name="connsiteY16" fmla="*/ 1408524 h 5613184"/>
              <a:gd name="connsiteX17" fmla="*/ 4486104 w 4553364"/>
              <a:gd name="connsiteY17" fmla="*/ 1543038 h 5613184"/>
              <a:gd name="connsiteX18" fmla="*/ 4481223 w 4553364"/>
              <a:gd name="connsiteY18" fmla="*/ 1553997 h 5613184"/>
              <a:gd name="connsiteX19" fmla="*/ 4455543 w 4553364"/>
              <a:gd name="connsiteY19" fmla="*/ 1735163 h 5613184"/>
              <a:gd name="connsiteX20" fmla="*/ 4429341 w 4553364"/>
              <a:gd name="connsiteY20" fmla="*/ 2167300 h 5613184"/>
              <a:gd name="connsiteX21" fmla="*/ 4270290 w 4553364"/>
              <a:gd name="connsiteY21" fmla="*/ 5450399 h 5613184"/>
              <a:gd name="connsiteX22" fmla="*/ 4251733 w 4553364"/>
              <a:gd name="connsiteY22" fmla="*/ 5484804 h 5613184"/>
              <a:gd name="connsiteX23" fmla="*/ 4247081 w 4553364"/>
              <a:gd name="connsiteY23" fmla="*/ 5487504 h 5613184"/>
              <a:gd name="connsiteX24" fmla="*/ 4266406 w 4553364"/>
              <a:gd name="connsiteY24" fmla="*/ 5613183 h 5613184"/>
              <a:gd name="connsiteX25" fmla="*/ 0 w 4553364"/>
              <a:gd name="connsiteY25" fmla="*/ 5293146 h 5613184"/>
              <a:gd name="connsiteX26" fmla="*/ 303343 w 4553364"/>
              <a:gd name="connsiteY26" fmla="*/ 0 h 5613184"/>
              <a:gd name="connsiteX0" fmla="*/ 303343 w 4553364"/>
              <a:gd name="connsiteY0" fmla="*/ 0 h 5613182"/>
              <a:gd name="connsiteX1" fmla="*/ 3305529 w 4553364"/>
              <a:gd name="connsiteY1" fmla="*/ 171842 h 5613182"/>
              <a:gd name="connsiteX2" fmla="*/ 4507534 w 4553364"/>
              <a:gd name="connsiteY2" fmla="*/ 247374 h 5613182"/>
              <a:gd name="connsiteX3" fmla="*/ 4535413 w 4553364"/>
              <a:gd name="connsiteY3" fmla="*/ 269179 h 5613182"/>
              <a:gd name="connsiteX4" fmla="*/ 4533639 w 4553364"/>
              <a:gd name="connsiteY4" fmla="*/ 300930 h 5613182"/>
              <a:gd name="connsiteX5" fmla="*/ 4536561 w 4553364"/>
              <a:gd name="connsiteY5" fmla="*/ 302647 h 5613182"/>
              <a:gd name="connsiteX6" fmla="*/ 4552987 w 4553364"/>
              <a:gd name="connsiteY6" fmla="*/ 334222 h 5613182"/>
              <a:gd name="connsiteX7" fmla="*/ 4522133 w 4553364"/>
              <a:gd name="connsiteY7" fmla="*/ 506828 h 5613182"/>
              <a:gd name="connsiteX8" fmla="*/ 4504778 w 4553364"/>
              <a:gd name="connsiteY8" fmla="*/ 817404 h 5613182"/>
              <a:gd name="connsiteX9" fmla="*/ 4506491 w 4553364"/>
              <a:gd name="connsiteY9" fmla="*/ 822238 h 5613182"/>
              <a:gd name="connsiteX10" fmla="*/ 4504340 w 4553364"/>
              <a:gd name="connsiteY10" fmla="*/ 846069 h 5613182"/>
              <a:gd name="connsiteX11" fmla="*/ 4497900 w 4553364"/>
              <a:gd name="connsiteY11" fmla="*/ 1101094 h 5613182"/>
              <a:gd name="connsiteX12" fmla="*/ 4516282 w 4553364"/>
              <a:gd name="connsiteY12" fmla="*/ 1313374 h 5613182"/>
              <a:gd name="connsiteX13" fmla="*/ 4515402 w 4553364"/>
              <a:gd name="connsiteY13" fmla="*/ 1347004 h 5613182"/>
              <a:gd name="connsiteX14" fmla="*/ 4505820 w 4553364"/>
              <a:gd name="connsiteY14" fmla="*/ 1391762 h 5613182"/>
              <a:gd name="connsiteX15" fmla="*/ 4509084 w 4553364"/>
              <a:gd name="connsiteY15" fmla="*/ 1395707 h 5613182"/>
              <a:gd name="connsiteX16" fmla="*/ 4511926 w 4553364"/>
              <a:gd name="connsiteY16" fmla="*/ 1408524 h 5613182"/>
              <a:gd name="connsiteX17" fmla="*/ 4486104 w 4553364"/>
              <a:gd name="connsiteY17" fmla="*/ 1543038 h 5613182"/>
              <a:gd name="connsiteX18" fmla="*/ 4481223 w 4553364"/>
              <a:gd name="connsiteY18" fmla="*/ 1553997 h 5613182"/>
              <a:gd name="connsiteX19" fmla="*/ 4455543 w 4553364"/>
              <a:gd name="connsiteY19" fmla="*/ 1735163 h 5613182"/>
              <a:gd name="connsiteX20" fmla="*/ 4270290 w 4553364"/>
              <a:gd name="connsiteY20" fmla="*/ 5450399 h 5613182"/>
              <a:gd name="connsiteX21" fmla="*/ 4251733 w 4553364"/>
              <a:gd name="connsiteY21" fmla="*/ 5484804 h 5613182"/>
              <a:gd name="connsiteX22" fmla="*/ 4247081 w 4553364"/>
              <a:gd name="connsiteY22" fmla="*/ 5487504 h 5613182"/>
              <a:gd name="connsiteX23" fmla="*/ 4266406 w 4553364"/>
              <a:gd name="connsiteY23" fmla="*/ 5613183 h 5613182"/>
              <a:gd name="connsiteX24" fmla="*/ 0 w 4553364"/>
              <a:gd name="connsiteY24" fmla="*/ 5293146 h 5613182"/>
              <a:gd name="connsiteX25" fmla="*/ 303343 w 4553364"/>
              <a:gd name="connsiteY25" fmla="*/ 0 h 5613182"/>
              <a:gd name="connsiteX0" fmla="*/ 303343 w 4553364"/>
              <a:gd name="connsiteY0" fmla="*/ 0 h 5613184"/>
              <a:gd name="connsiteX1" fmla="*/ 3305529 w 4553364"/>
              <a:gd name="connsiteY1" fmla="*/ 171842 h 5613184"/>
              <a:gd name="connsiteX2" fmla="*/ 4507534 w 4553364"/>
              <a:gd name="connsiteY2" fmla="*/ 247374 h 5613184"/>
              <a:gd name="connsiteX3" fmla="*/ 4535413 w 4553364"/>
              <a:gd name="connsiteY3" fmla="*/ 269179 h 5613184"/>
              <a:gd name="connsiteX4" fmla="*/ 4533639 w 4553364"/>
              <a:gd name="connsiteY4" fmla="*/ 300930 h 5613184"/>
              <a:gd name="connsiteX5" fmla="*/ 4536561 w 4553364"/>
              <a:gd name="connsiteY5" fmla="*/ 302647 h 5613184"/>
              <a:gd name="connsiteX6" fmla="*/ 4552987 w 4553364"/>
              <a:gd name="connsiteY6" fmla="*/ 334222 h 5613184"/>
              <a:gd name="connsiteX7" fmla="*/ 4522133 w 4553364"/>
              <a:gd name="connsiteY7" fmla="*/ 506828 h 5613184"/>
              <a:gd name="connsiteX8" fmla="*/ 4504778 w 4553364"/>
              <a:gd name="connsiteY8" fmla="*/ 817404 h 5613184"/>
              <a:gd name="connsiteX9" fmla="*/ 4506491 w 4553364"/>
              <a:gd name="connsiteY9" fmla="*/ 822238 h 5613184"/>
              <a:gd name="connsiteX10" fmla="*/ 4504340 w 4553364"/>
              <a:gd name="connsiteY10" fmla="*/ 846069 h 5613184"/>
              <a:gd name="connsiteX11" fmla="*/ 4497900 w 4553364"/>
              <a:gd name="connsiteY11" fmla="*/ 1101094 h 5613184"/>
              <a:gd name="connsiteX12" fmla="*/ 4516282 w 4553364"/>
              <a:gd name="connsiteY12" fmla="*/ 1313374 h 5613184"/>
              <a:gd name="connsiteX13" fmla="*/ 4515402 w 4553364"/>
              <a:gd name="connsiteY13" fmla="*/ 1347004 h 5613184"/>
              <a:gd name="connsiteX14" fmla="*/ 4505820 w 4553364"/>
              <a:gd name="connsiteY14" fmla="*/ 1391762 h 5613184"/>
              <a:gd name="connsiteX15" fmla="*/ 4509084 w 4553364"/>
              <a:gd name="connsiteY15" fmla="*/ 1395707 h 5613184"/>
              <a:gd name="connsiteX16" fmla="*/ 4511926 w 4553364"/>
              <a:gd name="connsiteY16" fmla="*/ 1408524 h 5613184"/>
              <a:gd name="connsiteX17" fmla="*/ 4486104 w 4553364"/>
              <a:gd name="connsiteY17" fmla="*/ 1543038 h 5613184"/>
              <a:gd name="connsiteX18" fmla="*/ 4481223 w 4553364"/>
              <a:gd name="connsiteY18" fmla="*/ 1553997 h 5613184"/>
              <a:gd name="connsiteX19" fmla="*/ 4270290 w 4553364"/>
              <a:gd name="connsiteY19" fmla="*/ 5450399 h 5613184"/>
              <a:gd name="connsiteX20" fmla="*/ 4251733 w 4553364"/>
              <a:gd name="connsiteY20" fmla="*/ 5484804 h 5613184"/>
              <a:gd name="connsiteX21" fmla="*/ 4247081 w 4553364"/>
              <a:gd name="connsiteY21" fmla="*/ 5487504 h 5613184"/>
              <a:gd name="connsiteX22" fmla="*/ 4266406 w 4553364"/>
              <a:gd name="connsiteY22" fmla="*/ 5613183 h 5613184"/>
              <a:gd name="connsiteX23" fmla="*/ 0 w 4553364"/>
              <a:gd name="connsiteY23" fmla="*/ 5293146 h 5613184"/>
              <a:gd name="connsiteX24" fmla="*/ 303343 w 4553364"/>
              <a:gd name="connsiteY24" fmla="*/ 0 h 5613184"/>
              <a:gd name="connsiteX0" fmla="*/ 303343 w 4553364"/>
              <a:gd name="connsiteY0" fmla="*/ 0 h 5613182"/>
              <a:gd name="connsiteX1" fmla="*/ 3305529 w 4553364"/>
              <a:gd name="connsiteY1" fmla="*/ 171842 h 5613182"/>
              <a:gd name="connsiteX2" fmla="*/ 4507534 w 4553364"/>
              <a:gd name="connsiteY2" fmla="*/ 247374 h 5613182"/>
              <a:gd name="connsiteX3" fmla="*/ 4535413 w 4553364"/>
              <a:gd name="connsiteY3" fmla="*/ 269179 h 5613182"/>
              <a:gd name="connsiteX4" fmla="*/ 4533639 w 4553364"/>
              <a:gd name="connsiteY4" fmla="*/ 300930 h 5613182"/>
              <a:gd name="connsiteX5" fmla="*/ 4536561 w 4553364"/>
              <a:gd name="connsiteY5" fmla="*/ 302647 h 5613182"/>
              <a:gd name="connsiteX6" fmla="*/ 4552987 w 4553364"/>
              <a:gd name="connsiteY6" fmla="*/ 334222 h 5613182"/>
              <a:gd name="connsiteX7" fmla="*/ 4522133 w 4553364"/>
              <a:gd name="connsiteY7" fmla="*/ 506828 h 5613182"/>
              <a:gd name="connsiteX8" fmla="*/ 4504778 w 4553364"/>
              <a:gd name="connsiteY8" fmla="*/ 817404 h 5613182"/>
              <a:gd name="connsiteX9" fmla="*/ 4506491 w 4553364"/>
              <a:gd name="connsiteY9" fmla="*/ 822238 h 5613182"/>
              <a:gd name="connsiteX10" fmla="*/ 4497900 w 4553364"/>
              <a:gd name="connsiteY10" fmla="*/ 1101094 h 5613182"/>
              <a:gd name="connsiteX11" fmla="*/ 4516282 w 4553364"/>
              <a:gd name="connsiteY11" fmla="*/ 1313374 h 5613182"/>
              <a:gd name="connsiteX12" fmla="*/ 4515402 w 4553364"/>
              <a:gd name="connsiteY12" fmla="*/ 1347004 h 5613182"/>
              <a:gd name="connsiteX13" fmla="*/ 4505820 w 4553364"/>
              <a:gd name="connsiteY13" fmla="*/ 1391762 h 5613182"/>
              <a:gd name="connsiteX14" fmla="*/ 4509084 w 4553364"/>
              <a:gd name="connsiteY14" fmla="*/ 1395707 h 5613182"/>
              <a:gd name="connsiteX15" fmla="*/ 4511926 w 4553364"/>
              <a:gd name="connsiteY15" fmla="*/ 1408524 h 5613182"/>
              <a:gd name="connsiteX16" fmla="*/ 4486104 w 4553364"/>
              <a:gd name="connsiteY16" fmla="*/ 1543038 h 5613182"/>
              <a:gd name="connsiteX17" fmla="*/ 4481223 w 4553364"/>
              <a:gd name="connsiteY17" fmla="*/ 1553997 h 5613182"/>
              <a:gd name="connsiteX18" fmla="*/ 4270290 w 4553364"/>
              <a:gd name="connsiteY18" fmla="*/ 5450399 h 5613182"/>
              <a:gd name="connsiteX19" fmla="*/ 4251733 w 4553364"/>
              <a:gd name="connsiteY19" fmla="*/ 5484804 h 5613182"/>
              <a:gd name="connsiteX20" fmla="*/ 4247081 w 4553364"/>
              <a:gd name="connsiteY20" fmla="*/ 5487504 h 5613182"/>
              <a:gd name="connsiteX21" fmla="*/ 4266406 w 4553364"/>
              <a:gd name="connsiteY21" fmla="*/ 5613183 h 5613182"/>
              <a:gd name="connsiteX22" fmla="*/ 0 w 4553364"/>
              <a:gd name="connsiteY22" fmla="*/ 5293146 h 5613182"/>
              <a:gd name="connsiteX23" fmla="*/ 303343 w 4553364"/>
              <a:gd name="connsiteY23" fmla="*/ 0 h 5613182"/>
              <a:gd name="connsiteX0" fmla="*/ 303343 w 4553364"/>
              <a:gd name="connsiteY0" fmla="*/ 0 h 5613184"/>
              <a:gd name="connsiteX1" fmla="*/ 3305529 w 4553364"/>
              <a:gd name="connsiteY1" fmla="*/ 171842 h 5613184"/>
              <a:gd name="connsiteX2" fmla="*/ 4507534 w 4553364"/>
              <a:gd name="connsiteY2" fmla="*/ 247374 h 5613184"/>
              <a:gd name="connsiteX3" fmla="*/ 4535413 w 4553364"/>
              <a:gd name="connsiteY3" fmla="*/ 269179 h 5613184"/>
              <a:gd name="connsiteX4" fmla="*/ 4533639 w 4553364"/>
              <a:gd name="connsiteY4" fmla="*/ 300930 h 5613184"/>
              <a:gd name="connsiteX5" fmla="*/ 4536561 w 4553364"/>
              <a:gd name="connsiteY5" fmla="*/ 302647 h 5613184"/>
              <a:gd name="connsiteX6" fmla="*/ 4552987 w 4553364"/>
              <a:gd name="connsiteY6" fmla="*/ 334222 h 5613184"/>
              <a:gd name="connsiteX7" fmla="*/ 4522133 w 4553364"/>
              <a:gd name="connsiteY7" fmla="*/ 506828 h 5613184"/>
              <a:gd name="connsiteX8" fmla="*/ 4504778 w 4553364"/>
              <a:gd name="connsiteY8" fmla="*/ 817404 h 5613184"/>
              <a:gd name="connsiteX9" fmla="*/ 4506491 w 4553364"/>
              <a:gd name="connsiteY9" fmla="*/ 822238 h 5613184"/>
              <a:gd name="connsiteX10" fmla="*/ 4497900 w 4553364"/>
              <a:gd name="connsiteY10" fmla="*/ 1101094 h 5613184"/>
              <a:gd name="connsiteX11" fmla="*/ 4516282 w 4553364"/>
              <a:gd name="connsiteY11" fmla="*/ 1313374 h 5613184"/>
              <a:gd name="connsiteX12" fmla="*/ 4505820 w 4553364"/>
              <a:gd name="connsiteY12" fmla="*/ 1391762 h 5613184"/>
              <a:gd name="connsiteX13" fmla="*/ 4509084 w 4553364"/>
              <a:gd name="connsiteY13" fmla="*/ 1395707 h 5613184"/>
              <a:gd name="connsiteX14" fmla="*/ 4511926 w 4553364"/>
              <a:gd name="connsiteY14" fmla="*/ 1408524 h 5613184"/>
              <a:gd name="connsiteX15" fmla="*/ 4486104 w 4553364"/>
              <a:gd name="connsiteY15" fmla="*/ 1543038 h 5613184"/>
              <a:gd name="connsiteX16" fmla="*/ 4481223 w 4553364"/>
              <a:gd name="connsiteY16" fmla="*/ 1553997 h 5613184"/>
              <a:gd name="connsiteX17" fmla="*/ 4270290 w 4553364"/>
              <a:gd name="connsiteY17" fmla="*/ 5450399 h 5613184"/>
              <a:gd name="connsiteX18" fmla="*/ 4251733 w 4553364"/>
              <a:gd name="connsiteY18" fmla="*/ 5484804 h 5613184"/>
              <a:gd name="connsiteX19" fmla="*/ 4247081 w 4553364"/>
              <a:gd name="connsiteY19" fmla="*/ 5487504 h 5613184"/>
              <a:gd name="connsiteX20" fmla="*/ 4266406 w 4553364"/>
              <a:gd name="connsiteY20" fmla="*/ 5613183 h 5613184"/>
              <a:gd name="connsiteX21" fmla="*/ 0 w 4553364"/>
              <a:gd name="connsiteY21" fmla="*/ 5293146 h 5613184"/>
              <a:gd name="connsiteX22" fmla="*/ 303343 w 4553364"/>
              <a:gd name="connsiteY22" fmla="*/ 0 h 5613184"/>
              <a:gd name="connsiteX0" fmla="*/ 303343 w 4553364"/>
              <a:gd name="connsiteY0" fmla="*/ 0 h 5613182"/>
              <a:gd name="connsiteX1" fmla="*/ 3305529 w 4553364"/>
              <a:gd name="connsiteY1" fmla="*/ 171842 h 5613182"/>
              <a:gd name="connsiteX2" fmla="*/ 4507534 w 4553364"/>
              <a:gd name="connsiteY2" fmla="*/ 247374 h 5613182"/>
              <a:gd name="connsiteX3" fmla="*/ 4535413 w 4553364"/>
              <a:gd name="connsiteY3" fmla="*/ 269179 h 5613182"/>
              <a:gd name="connsiteX4" fmla="*/ 4533639 w 4553364"/>
              <a:gd name="connsiteY4" fmla="*/ 300930 h 5613182"/>
              <a:gd name="connsiteX5" fmla="*/ 4536561 w 4553364"/>
              <a:gd name="connsiteY5" fmla="*/ 302647 h 5613182"/>
              <a:gd name="connsiteX6" fmla="*/ 4552987 w 4553364"/>
              <a:gd name="connsiteY6" fmla="*/ 334222 h 5613182"/>
              <a:gd name="connsiteX7" fmla="*/ 4522133 w 4553364"/>
              <a:gd name="connsiteY7" fmla="*/ 506828 h 5613182"/>
              <a:gd name="connsiteX8" fmla="*/ 4504778 w 4553364"/>
              <a:gd name="connsiteY8" fmla="*/ 817404 h 5613182"/>
              <a:gd name="connsiteX9" fmla="*/ 4506491 w 4553364"/>
              <a:gd name="connsiteY9" fmla="*/ 822238 h 5613182"/>
              <a:gd name="connsiteX10" fmla="*/ 4497900 w 4553364"/>
              <a:gd name="connsiteY10" fmla="*/ 1101094 h 5613182"/>
              <a:gd name="connsiteX11" fmla="*/ 4516282 w 4553364"/>
              <a:gd name="connsiteY11" fmla="*/ 1313374 h 5613182"/>
              <a:gd name="connsiteX12" fmla="*/ 4505820 w 4553364"/>
              <a:gd name="connsiteY12" fmla="*/ 1391762 h 5613182"/>
              <a:gd name="connsiteX13" fmla="*/ 4509084 w 4553364"/>
              <a:gd name="connsiteY13" fmla="*/ 1395707 h 5613182"/>
              <a:gd name="connsiteX14" fmla="*/ 4486104 w 4553364"/>
              <a:gd name="connsiteY14" fmla="*/ 1543038 h 5613182"/>
              <a:gd name="connsiteX15" fmla="*/ 4481223 w 4553364"/>
              <a:gd name="connsiteY15" fmla="*/ 1553997 h 5613182"/>
              <a:gd name="connsiteX16" fmla="*/ 4270290 w 4553364"/>
              <a:gd name="connsiteY16" fmla="*/ 5450399 h 5613182"/>
              <a:gd name="connsiteX17" fmla="*/ 4251733 w 4553364"/>
              <a:gd name="connsiteY17" fmla="*/ 5484804 h 5613182"/>
              <a:gd name="connsiteX18" fmla="*/ 4247081 w 4553364"/>
              <a:gd name="connsiteY18" fmla="*/ 5487504 h 5613182"/>
              <a:gd name="connsiteX19" fmla="*/ 4266406 w 4553364"/>
              <a:gd name="connsiteY19" fmla="*/ 5613183 h 5613182"/>
              <a:gd name="connsiteX20" fmla="*/ 0 w 4553364"/>
              <a:gd name="connsiteY20" fmla="*/ 5293146 h 5613182"/>
              <a:gd name="connsiteX21" fmla="*/ 303343 w 4553364"/>
              <a:gd name="connsiteY21" fmla="*/ 0 h 5613182"/>
              <a:gd name="connsiteX0" fmla="*/ 303343 w 4553364"/>
              <a:gd name="connsiteY0" fmla="*/ 0 h 5613184"/>
              <a:gd name="connsiteX1" fmla="*/ 3305529 w 4553364"/>
              <a:gd name="connsiteY1" fmla="*/ 171842 h 5613184"/>
              <a:gd name="connsiteX2" fmla="*/ 4507534 w 4553364"/>
              <a:gd name="connsiteY2" fmla="*/ 247374 h 5613184"/>
              <a:gd name="connsiteX3" fmla="*/ 4535413 w 4553364"/>
              <a:gd name="connsiteY3" fmla="*/ 269179 h 5613184"/>
              <a:gd name="connsiteX4" fmla="*/ 4533639 w 4553364"/>
              <a:gd name="connsiteY4" fmla="*/ 300930 h 5613184"/>
              <a:gd name="connsiteX5" fmla="*/ 4536561 w 4553364"/>
              <a:gd name="connsiteY5" fmla="*/ 302647 h 5613184"/>
              <a:gd name="connsiteX6" fmla="*/ 4552987 w 4553364"/>
              <a:gd name="connsiteY6" fmla="*/ 334222 h 5613184"/>
              <a:gd name="connsiteX7" fmla="*/ 4522133 w 4553364"/>
              <a:gd name="connsiteY7" fmla="*/ 506828 h 5613184"/>
              <a:gd name="connsiteX8" fmla="*/ 4504778 w 4553364"/>
              <a:gd name="connsiteY8" fmla="*/ 817404 h 5613184"/>
              <a:gd name="connsiteX9" fmla="*/ 4506491 w 4553364"/>
              <a:gd name="connsiteY9" fmla="*/ 822238 h 5613184"/>
              <a:gd name="connsiteX10" fmla="*/ 4497900 w 4553364"/>
              <a:gd name="connsiteY10" fmla="*/ 1101094 h 5613184"/>
              <a:gd name="connsiteX11" fmla="*/ 4505820 w 4553364"/>
              <a:gd name="connsiteY11" fmla="*/ 1391762 h 5613184"/>
              <a:gd name="connsiteX12" fmla="*/ 4509084 w 4553364"/>
              <a:gd name="connsiteY12" fmla="*/ 1395707 h 5613184"/>
              <a:gd name="connsiteX13" fmla="*/ 4486104 w 4553364"/>
              <a:gd name="connsiteY13" fmla="*/ 1543038 h 5613184"/>
              <a:gd name="connsiteX14" fmla="*/ 4481223 w 4553364"/>
              <a:gd name="connsiteY14" fmla="*/ 1553997 h 5613184"/>
              <a:gd name="connsiteX15" fmla="*/ 4270290 w 4553364"/>
              <a:gd name="connsiteY15" fmla="*/ 5450399 h 5613184"/>
              <a:gd name="connsiteX16" fmla="*/ 4251733 w 4553364"/>
              <a:gd name="connsiteY16" fmla="*/ 5484804 h 5613184"/>
              <a:gd name="connsiteX17" fmla="*/ 4247081 w 4553364"/>
              <a:gd name="connsiteY17" fmla="*/ 5487504 h 5613184"/>
              <a:gd name="connsiteX18" fmla="*/ 4266406 w 4553364"/>
              <a:gd name="connsiteY18" fmla="*/ 5613183 h 5613184"/>
              <a:gd name="connsiteX19" fmla="*/ 0 w 4553364"/>
              <a:gd name="connsiteY19" fmla="*/ 5293146 h 5613184"/>
              <a:gd name="connsiteX20" fmla="*/ 303343 w 4553364"/>
              <a:gd name="connsiteY20" fmla="*/ 0 h 5613184"/>
              <a:gd name="connsiteX0" fmla="*/ 303343 w 4552987"/>
              <a:gd name="connsiteY0" fmla="*/ 0 h 5613182"/>
              <a:gd name="connsiteX1" fmla="*/ 3305529 w 4552987"/>
              <a:gd name="connsiteY1" fmla="*/ 171842 h 5613182"/>
              <a:gd name="connsiteX2" fmla="*/ 4507534 w 4552987"/>
              <a:gd name="connsiteY2" fmla="*/ 247374 h 5613182"/>
              <a:gd name="connsiteX3" fmla="*/ 4535413 w 4552987"/>
              <a:gd name="connsiteY3" fmla="*/ 269179 h 5613182"/>
              <a:gd name="connsiteX4" fmla="*/ 4533639 w 4552987"/>
              <a:gd name="connsiteY4" fmla="*/ 300930 h 5613182"/>
              <a:gd name="connsiteX5" fmla="*/ 4552987 w 4552987"/>
              <a:gd name="connsiteY5" fmla="*/ 334222 h 5613182"/>
              <a:gd name="connsiteX6" fmla="*/ 4522133 w 4552987"/>
              <a:gd name="connsiteY6" fmla="*/ 506828 h 5613182"/>
              <a:gd name="connsiteX7" fmla="*/ 4504778 w 4552987"/>
              <a:gd name="connsiteY7" fmla="*/ 817404 h 5613182"/>
              <a:gd name="connsiteX8" fmla="*/ 4506491 w 4552987"/>
              <a:gd name="connsiteY8" fmla="*/ 822238 h 5613182"/>
              <a:gd name="connsiteX9" fmla="*/ 4497900 w 4552987"/>
              <a:gd name="connsiteY9" fmla="*/ 1101094 h 5613182"/>
              <a:gd name="connsiteX10" fmla="*/ 4505820 w 4552987"/>
              <a:gd name="connsiteY10" fmla="*/ 1391762 h 5613182"/>
              <a:gd name="connsiteX11" fmla="*/ 4509084 w 4552987"/>
              <a:gd name="connsiteY11" fmla="*/ 1395707 h 5613182"/>
              <a:gd name="connsiteX12" fmla="*/ 4486104 w 4552987"/>
              <a:gd name="connsiteY12" fmla="*/ 1543038 h 5613182"/>
              <a:gd name="connsiteX13" fmla="*/ 4481223 w 4552987"/>
              <a:gd name="connsiteY13" fmla="*/ 1553997 h 5613182"/>
              <a:gd name="connsiteX14" fmla="*/ 4270290 w 4552987"/>
              <a:gd name="connsiteY14" fmla="*/ 5450399 h 5613182"/>
              <a:gd name="connsiteX15" fmla="*/ 4251733 w 4552987"/>
              <a:gd name="connsiteY15" fmla="*/ 5484804 h 5613182"/>
              <a:gd name="connsiteX16" fmla="*/ 4247081 w 4552987"/>
              <a:gd name="connsiteY16" fmla="*/ 5487504 h 5613182"/>
              <a:gd name="connsiteX17" fmla="*/ 4266406 w 4552987"/>
              <a:gd name="connsiteY17" fmla="*/ 5613183 h 5613182"/>
              <a:gd name="connsiteX18" fmla="*/ 0 w 4552987"/>
              <a:gd name="connsiteY18" fmla="*/ 5293146 h 5613182"/>
              <a:gd name="connsiteX19" fmla="*/ 303343 w 4552987"/>
              <a:gd name="connsiteY19" fmla="*/ 0 h 5613182"/>
              <a:gd name="connsiteX0" fmla="*/ 303343 w 4553250"/>
              <a:gd name="connsiteY0" fmla="*/ 0 h 5613184"/>
              <a:gd name="connsiteX1" fmla="*/ 3305529 w 4553250"/>
              <a:gd name="connsiteY1" fmla="*/ 171842 h 5613184"/>
              <a:gd name="connsiteX2" fmla="*/ 4507534 w 4553250"/>
              <a:gd name="connsiteY2" fmla="*/ 247374 h 5613184"/>
              <a:gd name="connsiteX3" fmla="*/ 4535413 w 4553250"/>
              <a:gd name="connsiteY3" fmla="*/ 269179 h 5613184"/>
              <a:gd name="connsiteX4" fmla="*/ 4552987 w 4553250"/>
              <a:gd name="connsiteY4" fmla="*/ 334222 h 5613184"/>
              <a:gd name="connsiteX5" fmla="*/ 4522133 w 4553250"/>
              <a:gd name="connsiteY5" fmla="*/ 506828 h 5613184"/>
              <a:gd name="connsiteX6" fmla="*/ 4504778 w 4553250"/>
              <a:gd name="connsiteY6" fmla="*/ 817404 h 5613184"/>
              <a:gd name="connsiteX7" fmla="*/ 4506491 w 4553250"/>
              <a:gd name="connsiteY7" fmla="*/ 822238 h 5613184"/>
              <a:gd name="connsiteX8" fmla="*/ 4497900 w 4553250"/>
              <a:gd name="connsiteY8" fmla="*/ 1101094 h 5613184"/>
              <a:gd name="connsiteX9" fmla="*/ 4505820 w 4553250"/>
              <a:gd name="connsiteY9" fmla="*/ 1391762 h 5613184"/>
              <a:gd name="connsiteX10" fmla="*/ 4509084 w 4553250"/>
              <a:gd name="connsiteY10" fmla="*/ 1395707 h 5613184"/>
              <a:gd name="connsiteX11" fmla="*/ 4486104 w 4553250"/>
              <a:gd name="connsiteY11" fmla="*/ 1543038 h 5613184"/>
              <a:gd name="connsiteX12" fmla="*/ 4481223 w 4553250"/>
              <a:gd name="connsiteY12" fmla="*/ 1553997 h 5613184"/>
              <a:gd name="connsiteX13" fmla="*/ 4270290 w 4553250"/>
              <a:gd name="connsiteY13" fmla="*/ 5450399 h 5613184"/>
              <a:gd name="connsiteX14" fmla="*/ 4251733 w 4553250"/>
              <a:gd name="connsiteY14" fmla="*/ 5484804 h 5613184"/>
              <a:gd name="connsiteX15" fmla="*/ 4247081 w 4553250"/>
              <a:gd name="connsiteY15" fmla="*/ 5487504 h 5613184"/>
              <a:gd name="connsiteX16" fmla="*/ 4266406 w 4553250"/>
              <a:gd name="connsiteY16" fmla="*/ 5613183 h 5613184"/>
              <a:gd name="connsiteX17" fmla="*/ 0 w 4553250"/>
              <a:gd name="connsiteY17" fmla="*/ 5293146 h 5613184"/>
              <a:gd name="connsiteX18" fmla="*/ 303343 w 4553250"/>
              <a:gd name="connsiteY18" fmla="*/ 0 h 5613184"/>
              <a:gd name="connsiteX0" fmla="*/ 303343 w 4552987"/>
              <a:gd name="connsiteY0" fmla="*/ 0 h 5613182"/>
              <a:gd name="connsiteX1" fmla="*/ 3305529 w 4552987"/>
              <a:gd name="connsiteY1" fmla="*/ 171842 h 5613182"/>
              <a:gd name="connsiteX2" fmla="*/ 4507534 w 4552987"/>
              <a:gd name="connsiteY2" fmla="*/ 247374 h 5613182"/>
              <a:gd name="connsiteX3" fmla="*/ 4552987 w 4552987"/>
              <a:gd name="connsiteY3" fmla="*/ 334222 h 5613182"/>
              <a:gd name="connsiteX4" fmla="*/ 4522133 w 4552987"/>
              <a:gd name="connsiteY4" fmla="*/ 506828 h 5613182"/>
              <a:gd name="connsiteX5" fmla="*/ 4504778 w 4552987"/>
              <a:gd name="connsiteY5" fmla="*/ 817404 h 5613182"/>
              <a:gd name="connsiteX6" fmla="*/ 4506491 w 4552987"/>
              <a:gd name="connsiteY6" fmla="*/ 822238 h 5613182"/>
              <a:gd name="connsiteX7" fmla="*/ 4497900 w 4552987"/>
              <a:gd name="connsiteY7" fmla="*/ 1101094 h 5613182"/>
              <a:gd name="connsiteX8" fmla="*/ 4505820 w 4552987"/>
              <a:gd name="connsiteY8" fmla="*/ 1391762 h 5613182"/>
              <a:gd name="connsiteX9" fmla="*/ 4509084 w 4552987"/>
              <a:gd name="connsiteY9" fmla="*/ 1395707 h 5613182"/>
              <a:gd name="connsiteX10" fmla="*/ 4486104 w 4552987"/>
              <a:gd name="connsiteY10" fmla="*/ 1543038 h 5613182"/>
              <a:gd name="connsiteX11" fmla="*/ 4481223 w 4552987"/>
              <a:gd name="connsiteY11" fmla="*/ 1553997 h 5613182"/>
              <a:gd name="connsiteX12" fmla="*/ 4270290 w 4552987"/>
              <a:gd name="connsiteY12" fmla="*/ 5450399 h 5613182"/>
              <a:gd name="connsiteX13" fmla="*/ 4251733 w 4552987"/>
              <a:gd name="connsiteY13" fmla="*/ 5484804 h 5613182"/>
              <a:gd name="connsiteX14" fmla="*/ 4247081 w 4552987"/>
              <a:gd name="connsiteY14" fmla="*/ 5487504 h 5613182"/>
              <a:gd name="connsiteX15" fmla="*/ 4266406 w 4552987"/>
              <a:gd name="connsiteY15" fmla="*/ 5613183 h 5613182"/>
              <a:gd name="connsiteX16" fmla="*/ 0 w 4552987"/>
              <a:gd name="connsiteY16" fmla="*/ 5293146 h 5613182"/>
              <a:gd name="connsiteX17" fmla="*/ 303343 w 4552987"/>
              <a:gd name="connsiteY17" fmla="*/ 0 h 5613182"/>
              <a:gd name="connsiteX0" fmla="*/ 303343 w 4552987"/>
              <a:gd name="connsiteY0" fmla="*/ 0 h 5613184"/>
              <a:gd name="connsiteX1" fmla="*/ 3305529 w 4552987"/>
              <a:gd name="connsiteY1" fmla="*/ 171842 h 5613184"/>
              <a:gd name="connsiteX2" fmla="*/ 4507534 w 4552987"/>
              <a:gd name="connsiteY2" fmla="*/ 247374 h 5613184"/>
              <a:gd name="connsiteX3" fmla="*/ 4552987 w 4552987"/>
              <a:gd name="connsiteY3" fmla="*/ 334222 h 5613184"/>
              <a:gd name="connsiteX4" fmla="*/ 4522133 w 4552987"/>
              <a:gd name="connsiteY4" fmla="*/ 506828 h 5613184"/>
              <a:gd name="connsiteX5" fmla="*/ 4504778 w 4552987"/>
              <a:gd name="connsiteY5" fmla="*/ 817404 h 5613184"/>
              <a:gd name="connsiteX6" fmla="*/ 4506491 w 4552987"/>
              <a:gd name="connsiteY6" fmla="*/ 822238 h 5613184"/>
              <a:gd name="connsiteX7" fmla="*/ 4497900 w 4552987"/>
              <a:gd name="connsiteY7" fmla="*/ 1101094 h 5613184"/>
              <a:gd name="connsiteX8" fmla="*/ 4505820 w 4552987"/>
              <a:gd name="connsiteY8" fmla="*/ 1391762 h 5613184"/>
              <a:gd name="connsiteX9" fmla="*/ 4486104 w 4552987"/>
              <a:gd name="connsiteY9" fmla="*/ 1543038 h 5613184"/>
              <a:gd name="connsiteX10" fmla="*/ 4481223 w 4552987"/>
              <a:gd name="connsiteY10" fmla="*/ 1553997 h 5613184"/>
              <a:gd name="connsiteX11" fmla="*/ 4270290 w 4552987"/>
              <a:gd name="connsiteY11" fmla="*/ 5450399 h 5613184"/>
              <a:gd name="connsiteX12" fmla="*/ 4251733 w 4552987"/>
              <a:gd name="connsiteY12" fmla="*/ 5484804 h 5613184"/>
              <a:gd name="connsiteX13" fmla="*/ 4247081 w 4552987"/>
              <a:gd name="connsiteY13" fmla="*/ 5487504 h 5613184"/>
              <a:gd name="connsiteX14" fmla="*/ 4266406 w 4552987"/>
              <a:gd name="connsiteY14" fmla="*/ 5613183 h 5613184"/>
              <a:gd name="connsiteX15" fmla="*/ 0 w 4552987"/>
              <a:gd name="connsiteY15" fmla="*/ 5293146 h 5613184"/>
              <a:gd name="connsiteX16" fmla="*/ 303343 w 4552987"/>
              <a:gd name="connsiteY16" fmla="*/ 0 h 5613184"/>
              <a:gd name="connsiteX0" fmla="*/ 303343 w 4552987"/>
              <a:gd name="connsiteY0" fmla="*/ 0 h 5613182"/>
              <a:gd name="connsiteX1" fmla="*/ 3305529 w 4552987"/>
              <a:gd name="connsiteY1" fmla="*/ 171842 h 5613182"/>
              <a:gd name="connsiteX2" fmla="*/ 4507534 w 4552987"/>
              <a:gd name="connsiteY2" fmla="*/ 247374 h 5613182"/>
              <a:gd name="connsiteX3" fmla="*/ 4552987 w 4552987"/>
              <a:gd name="connsiteY3" fmla="*/ 334222 h 5613182"/>
              <a:gd name="connsiteX4" fmla="*/ 4522133 w 4552987"/>
              <a:gd name="connsiteY4" fmla="*/ 506828 h 5613182"/>
              <a:gd name="connsiteX5" fmla="*/ 4504778 w 4552987"/>
              <a:gd name="connsiteY5" fmla="*/ 817404 h 5613182"/>
              <a:gd name="connsiteX6" fmla="*/ 4506491 w 4552987"/>
              <a:gd name="connsiteY6" fmla="*/ 822238 h 5613182"/>
              <a:gd name="connsiteX7" fmla="*/ 4497900 w 4552987"/>
              <a:gd name="connsiteY7" fmla="*/ 1101094 h 5613182"/>
              <a:gd name="connsiteX8" fmla="*/ 4486104 w 4552987"/>
              <a:gd name="connsiteY8" fmla="*/ 1543038 h 5613182"/>
              <a:gd name="connsiteX9" fmla="*/ 4481223 w 4552987"/>
              <a:gd name="connsiteY9" fmla="*/ 1553997 h 5613182"/>
              <a:gd name="connsiteX10" fmla="*/ 4270290 w 4552987"/>
              <a:gd name="connsiteY10" fmla="*/ 5450399 h 5613182"/>
              <a:gd name="connsiteX11" fmla="*/ 4251733 w 4552987"/>
              <a:gd name="connsiteY11" fmla="*/ 5484804 h 5613182"/>
              <a:gd name="connsiteX12" fmla="*/ 4247081 w 4552987"/>
              <a:gd name="connsiteY12" fmla="*/ 5487504 h 5613182"/>
              <a:gd name="connsiteX13" fmla="*/ 4266406 w 4552987"/>
              <a:gd name="connsiteY13" fmla="*/ 5613183 h 5613182"/>
              <a:gd name="connsiteX14" fmla="*/ 0 w 4552987"/>
              <a:gd name="connsiteY14" fmla="*/ 5293146 h 5613182"/>
              <a:gd name="connsiteX15" fmla="*/ 303343 w 4552987"/>
              <a:gd name="connsiteY15" fmla="*/ 0 h 5613182"/>
              <a:gd name="connsiteX0" fmla="*/ 303343 w 4552987"/>
              <a:gd name="connsiteY0" fmla="*/ 0 h 5613184"/>
              <a:gd name="connsiteX1" fmla="*/ 3305529 w 4552987"/>
              <a:gd name="connsiteY1" fmla="*/ 171842 h 5613184"/>
              <a:gd name="connsiteX2" fmla="*/ 4507534 w 4552987"/>
              <a:gd name="connsiteY2" fmla="*/ 247374 h 5613184"/>
              <a:gd name="connsiteX3" fmla="*/ 4552987 w 4552987"/>
              <a:gd name="connsiteY3" fmla="*/ 334222 h 5613184"/>
              <a:gd name="connsiteX4" fmla="*/ 4522133 w 4552987"/>
              <a:gd name="connsiteY4" fmla="*/ 506828 h 5613184"/>
              <a:gd name="connsiteX5" fmla="*/ 4504778 w 4552987"/>
              <a:gd name="connsiteY5" fmla="*/ 817404 h 5613184"/>
              <a:gd name="connsiteX6" fmla="*/ 4506491 w 4552987"/>
              <a:gd name="connsiteY6" fmla="*/ 822238 h 5613184"/>
              <a:gd name="connsiteX7" fmla="*/ 4497900 w 4552987"/>
              <a:gd name="connsiteY7" fmla="*/ 1101094 h 5613184"/>
              <a:gd name="connsiteX8" fmla="*/ 4486104 w 4552987"/>
              <a:gd name="connsiteY8" fmla="*/ 1543038 h 5613184"/>
              <a:gd name="connsiteX9" fmla="*/ 4270290 w 4552987"/>
              <a:gd name="connsiteY9" fmla="*/ 5450399 h 5613184"/>
              <a:gd name="connsiteX10" fmla="*/ 4251733 w 4552987"/>
              <a:gd name="connsiteY10" fmla="*/ 5484804 h 5613184"/>
              <a:gd name="connsiteX11" fmla="*/ 4247081 w 4552987"/>
              <a:gd name="connsiteY11" fmla="*/ 5487504 h 5613184"/>
              <a:gd name="connsiteX12" fmla="*/ 4266406 w 4552987"/>
              <a:gd name="connsiteY12" fmla="*/ 5613183 h 5613184"/>
              <a:gd name="connsiteX13" fmla="*/ 0 w 4552987"/>
              <a:gd name="connsiteY13" fmla="*/ 5293146 h 5613184"/>
              <a:gd name="connsiteX14" fmla="*/ 303343 w 4552987"/>
              <a:gd name="connsiteY14" fmla="*/ 0 h 5613184"/>
              <a:gd name="connsiteX0" fmla="*/ 303343 w 4552987"/>
              <a:gd name="connsiteY0" fmla="*/ 0 h 5613182"/>
              <a:gd name="connsiteX1" fmla="*/ 3305529 w 4552987"/>
              <a:gd name="connsiteY1" fmla="*/ 171842 h 5613182"/>
              <a:gd name="connsiteX2" fmla="*/ 4507534 w 4552987"/>
              <a:gd name="connsiteY2" fmla="*/ 247374 h 5613182"/>
              <a:gd name="connsiteX3" fmla="*/ 4552987 w 4552987"/>
              <a:gd name="connsiteY3" fmla="*/ 334222 h 5613182"/>
              <a:gd name="connsiteX4" fmla="*/ 4522133 w 4552987"/>
              <a:gd name="connsiteY4" fmla="*/ 506828 h 5613182"/>
              <a:gd name="connsiteX5" fmla="*/ 4504778 w 4552987"/>
              <a:gd name="connsiteY5" fmla="*/ 817404 h 5613182"/>
              <a:gd name="connsiteX6" fmla="*/ 4506491 w 4552987"/>
              <a:gd name="connsiteY6" fmla="*/ 822238 h 5613182"/>
              <a:gd name="connsiteX7" fmla="*/ 4497900 w 4552987"/>
              <a:gd name="connsiteY7" fmla="*/ 1101094 h 5613182"/>
              <a:gd name="connsiteX8" fmla="*/ 4270290 w 4552987"/>
              <a:gd name="connsiteY8" fmla="*/ 5450399 h 5613182"/>
              <a:gd name="connsiteX9" fmla="*/ 4251733 w 4552987"/>
              <a:gd name="connsiteY9" fmla="*/ 5484804 h 5613182"/>
              <a:gd name="connsiteX10" fmla="*/ 4247081 w 4552987"/>
              <a:gd name="connsiteY10" fmla="*/ 5487504 h 5613182"/>
              <a:gd name="connsiteX11" fmla="*/ 4266406 w 4552987"/>
              <a:gd name="connsiteY11" fmla="*/ 5613183 h 5613182"/>
              <a:gd name="connsiteX12" fmla="*/ 0 w 4552987"/>
              <a:gd name="connsiteY12" fmla="*/ 5293146 h 5613182"/>
              <a:gd name="connsiteX13" fmla="*/ 303343 w 4552987"/>
              <a:gd name="connsiteY13" fmla="*/ 0 h 5613182"/>
              <a:gd name="connsiteX0" fmla="*/ 303343 w 4552987"/>
              <a:gd name="connsiteY0" fmla="*/ 0 h 5613184"/>
              <a:gd name="connsiteX1" fmla="*/ 3305529 w 4552987"/>
              <a:gd name="connsiteY1" fmla="*/ 171842 h 5613184"/>
              <a:gd name="connsiteX2" fmla="*/ 4507534 w 4552987"/>
              <a:gd name="connsiteY2" fmla="*/ 247374 h 5613184"/>
              <a:gd name="connsiteX3" fmla="*/ 4552987 w 4552987"/>
              <a:gd name="connsiteY3" fmla="*/ 334222 h 5613184"/>
              <a:gd name="connsiteX4" fmla="*/ 4522133 w 4552987"/>
              <a:gd name="connsiteY4" fmla="*/ 506828 h 5613184"/>
              <a:gd name="connsiteX5" fmla="*/ 4504778 w 4552987"/>
              <a:gd name="connsiteY5" fmla="*/ 817404 h 5613184"/>
              <a:gd name="connsiteX6" fmla="*/ 4506491 w 4552987"/>
              <a:gd name="connsiteY6" fmla="*/ 822238 h 5613184"/>
              <a:gd name="connsiteX7" fmla="*/ 4270290 w 4552987"/>
              <a:gd name="connsiteY7" fmla="*/ 5450399 h 5613184"/>
              <a:gd name="connsiteX8" fmla="*/ 4251733 w 4552987"/>
              <a:gd name="connsiteY8" fmla="*/ 5484804 h 5613184"/>
              <a:gd name="connsiteX9" fmla="*/ 4247081 w 4552987"/>
              <a:gd name="connsiteY9" fmla="*/ 5487504 h 5613184"/>
              <a:gd name="connsiteX10" fmla="*/ 4266406 w 4552987"/>
              <a:gd name="connsiteY10" fmla="*/ 5613183 h 5613184"/>
              <a:gd name="connsiteX11" fmla="*/ 0 w 4552987"/>
              <a:gd name="connsiteY11" fmla="*/ 5293146 h 5613184"/>
              <a:gd name="connsiteX12" fmla="*/ 303343 w 4552987"/>
              <a:gd name="connsiteY12" fmla="*/ 0 h 5613184"/>
              <a:gd name="connsiteX0" fmla="*/ 303343 w 4552987"/>
              <a:gd name="connsiteY0" fmla="*/ 0 h 5613182"/>
              <a:gd name="connsiteX1" fmla="*/ 3305529 w 4552987"/>
              <a:gd name="connsiteY1" fmla="*/ 171842 h 5613182"/>
              <a:gd name="connsiteX2" fmla="*/ 4507534 w 4552987"/>
              <a:gd name="connsiteY2" fmla="*/ 247374 h 5613182"/>
              <a:gd name="connsiteX3" fmla="*/ 4552987 w 4552987"/>
              <a:gd name="connsiteY3" fmla="*/ 334222 h 5613182"/>
              <a:gd name="connsiteX4" fmla="*/ 4522133 w 4552987"/>
              <a:gd name="connsiteY4" fmla="*/ 506828 h 5613182"/>
              <a:gd name="connsiteX5" fmla="*/ 4504778 w 4552987"/>
              <a:gd name="connsiteY5" fmla="*/ 817404 h 5613182"/>
              <a:gd name="connsiteX6" fmla="*/ 4270290 w 4552987"/>
              <a:gd name="connsiteY6" fmla="*/ 5450399 h 5613182"/>
              <a:gd name="connsiteX7" fmla="*/ 4251733 w 4552987"/>
              <a:gd name="connsiteY7" fmla="*/ 5484804 h 5613182"/>
              <a:gd name="connsiteX8" fmla="*/ 4247081 w 4552987"/>
              <a:gd name="connsiteY8" fmla="*/ 5487504 h 5613182"/>
              <a:gd name="connsiteX9" fmla="*/ 4266406 w 4552987"/>
              <a:gd name="connsiteY9" fmla="*/ 5613183 h 5613182"/>
              <a:gd name="connsiteX10" fmla="*/ 0 w 4552987"/>
              <a:gd name="connsiteY10" fmla="*/ 5293146 h 5613182"/>
              <a:gd name="connsiteX11" fmla="*/ 303343 w 4552987"/>
              <a:gd name="connsiteY11" fmla="*/ 0 h 5613182"/>
              <a:gd name="connsiteX0" fmla="*/ 303343 w 4552987"/>
              <a:gd name="connsiteY0" fmla="*/ 0 h 5613184"/>
              <a:gd name="connsiteX1" fmla="*/ 3305529 w 4552987"/>
              <a:gd name="connsiteY1" fmla="*/ 171842 h 5613184"/>
              <a:gd name="connsiteX2" fmla="*/ 4552987 w 4552987"/>
              <a:gd name="connsiteY2" fmla="*/ 334222 h 5613184"/>
              <a:gd name="connsiteX3" fmla="*/ 4522133 w 4552987"/>
              <a:gd name="connsiteY3" fmla="*/ 506828 h 5613184"/>
              <a:gd name="connsiteX4" fmla="*/ 4504778 w 4552987"/>
              <a:gd name="connsiteY4" fmla="*/ 817404 h 5613184"/>
              <a:gd name="connsiteX5" fmla="*/ 4270290 w 4552987"/>
              <a:gd name="connsiteY5" fmla="*/ 5450399 h 5613184"/>
              <a:gd name="connsiteX6" fmla="*/ 4251733 w 4552987"/>
              <a:gd name="connsiteY6" fmla="*/ 5484804 h 5613184"/>
              <a:gd name="connsiteX7" fmla="*/ 4247081 w 4552987"/>
              <a:gd name="connsiteY7" fmla="*/ 5487504 h 5613184"/>
              <a:gd name="connsiteX8" fmla="*/ 4266406 w 4552987"/>
              <a:gd name="connsiteY8" fmla="*/ 5613183 h 5613184"/>
              <a:gd name="connsiteX9" fmla="*/ 0 w 4552987"/>
              <a:gd name="connsiteY9" fmla="*/ 5293146 h 5613184"/>
              <a:gd name="connsiteX10" fmla="*/ 303343 w 4552987"/>
              <a:gd name="connsiteY10" fmla="*/ 0 h 5613184"/>
              <a:gd name="connsiteX0" fmla="*/ 303343 w 4528236"/>
              <a:gd name="connsiteY0" fmla="*/ 0 h 5613182"/>
              <a:gd name="connsiteX1" fmla="*/ 3305529 w 4528236"/>
              <a:gd name="connsiteY1" fmla="*/ 171842 h 5613182"/>
              <a:gd name="connsiteX2" fmla="*/ 4528235 w 4528236"/>
              <a:gd name="connsiteY2" fmla="*/ 265520 h 5613182"/>
              <a:gd name="connsiteX3" fmla="*/ 4522133 w 4528236"/>
              <a:gd name="connsiteY3" fmla="*/ 506828 h 5613182"/>
              <a:gd name="connsiteX4" fmla="*/ 4504778 w 4528236"/>
              <a:gd name="connsiteY4" fmla="*/ 817404 h 5613182"/>
              <a:gd name="connsiteX5" fmla="*/ 4270290 w 4528236"/>
              <a:gd name="connsiteY5" fmla="*/ 5450399 h 5613182"/>
              <a:gd name="connsiteX6" fmla="*/ 4251733 w 4528236"/>
              <a:gd name="connsiteY6" fmla="*/ 5484804 h 5613182"/>
              <a:gd name="connsiteX7" fmla="*/ 4247081 w 4528236"/>
              <a:gd name="connsiteY7" fmla="*/ 5487504 h 5613182"/>
              <a:gd name="connsiteX8" fmla="*/ 4266406 w 4528236"/>
              <a:gd name="connsiteY8" fmla="*/ 5613183 h 5613182"/>
              <a:gd name="connsiteX9" fmla="*/ 0 w 4528236"/>
              <a:gd name="connsiteY9" fmla="*/ 5293146 h 5613182"/>
              <a:gd name="connsiteX10" fmla="*/ 303343 w 4528236"/>
              <a:gd name="connsiteY10" fmla="*/ 0 h 5613182"/>
              <a:gd name="connsiteX0" fmla="*/ 303343 w 4534517"/>
              <a:gd name="connsiteY0" fmla="*/ 0 h 5613184"/>
              <a:gd name="connsiteX1" fmla="*/ 3305529 w 4534517"/>
              <a:gd name="connsiteY1" fmla="*/ 171842 h 5613184"/>
              <a:gd name="connsiteX2" fmla="*/ 4534517 w 4534517"/>
              <a:gd name="connsiteY2" fmla="*/ 258693 h 5613184"/>
              <a:gd name="connsiteX3" fmla="*/ 4522133 w 4534517"/>
              <a:gd name="connsiteY3" fmla="*/ 506828 h 5613184"/>
              <a:gd name="connsiteX4" fmla="*/ 4504778 w 4534517"/>
              <a:gd name="connsiteY4" fmla="*/ 817404 h 5613184"/>
              <a:gd name="connsiteX5" fmla="*/ 4270290 w 4534517"/>
              <a:gd name="connsiteY5" fmla="*/ 5450399 h 5613184"/>
              <a:gd name="connsiteX6" fmla="*/ 4251733 w 4534517"/>
              <a:gd name="connsiteY6" fmla="*/ 5484804 h 5613184"/>
              <a:gd name="connsiteX7" fmla="*/ 4247081 w 4534517"/>
              <a:gd name="connsiteY7" fmla="*/ 5487504 h 5613184"/>
              <a:gd name="connsiteX8" fmla="*/ 4266406 w 4534517"/>
              <a:gd name="connsiteY8" fmla="*/ 5613183 h 5613184"/>
              <a:gd name="connsiteX9" fmla="*/ 0 w 4534517"/>
              <a:gd name="connsiteY9" fmla="*/ 5293146 h 5613184"/>
              <a:gd name="connsiteX10" fmla="*/ 303343 w 4534517"/>
              <a:gd name="connsiteY10" fmla="*/ 0 h 5613184"/>
              <a:gd name="connsiteX0" fmla="*/ 303343 w 4534517"/>
              <a:gd name="connsiteY0" fmla="*/ 0 h 5613182"/>
              <a:gd name="connsiteX1" fmla="*/ 3305529 w 4534517"/>
              <a:gd name="connsiteY1" fmla="*/ 171842 h 5613182"/>
              <a:gd name="connsiteX2" fmla="*/ 4534517 w 4534517"/>
              <a:gd name="connsiteY2" fmla="*/ 258693 h 5613182"/>
              <a:gd name="connsiteX3" fmla="*/ 4522133 w 4534517"/>
              <a:gd name="connsiteY3" fmla="*/ 506828 h 5613182"/>
              <a:gd name="connsiteX4" fmla="*/ 4504778 w 4534517"/>
              <a:gd name="connsiteY4" fmla="*/ 817404 h 5613182"/>
              <a:gd name="connsiteX5" fmla="*/ 4270290 w 4534517"/>
              <a:gd name="connsiteY5" fmla="*/ 5450399 h 5613182"/>
              <a:gd name="connsiteX6" fmla="*/ 4251733 w 4534517"/>
              <a:gd name="connsiteY6" fmla="*/ 5484804 h 5613182"/>
              <a:gd name="connsiteX7" fmla="*/ 4266406 w 4534517"/>
              <a:gd name="connsiteY7" fmla="*/ 5613183 h 5613182"/>
              <a:gd name="connsiteX8" fmla="*/ 0 w 4534517"/>
              <a:gd name="connsiteY8" fmla="*/ 5293146 h 5613182"/>
              <a:gd name="connsiteX9" fmla="*/ 303343 w 4534517"/>
              <a:gd name="connsiteY9" fmla="*/ 0 h 5613182"/>
              <a:gd name="connsiteX0" fmla="*/ 303343 w 4534517"/>
              <a:gd name="connsiteY0" fmla="*/ 0 h 5613184"/>
              <a:gd name="connsiteX1" fmla="*/ 3305529 w 4534517"/>
              <a:gd name="connsiteY1" fmla="*/ 171842 h 5613184"/>
              <a:gd name="connsiteX2" fmla="*/ 4534517 w 4534517"/>
              <a:gd name="connsiteY2" fmla="*/ 258693 h 5613184"/>
              <a:gd name="connsiteX3" fmla="*/ 4522133 w 4534517"/>
              <a:gd name="connsiteY3" fmla="*/ 506828 h 5613184"/>
              <a:gd name="connsiteX4" fmla="*/ 4504778 w 4534517"/>
              <a:gd name="connsiteY4" fmla="*/ 817404 h 5613184"/>
              <a:gd name="connsiteX5" fmla="*/ 4251733 w 4534517"/>
              <a:gd name="connsiteY5" fmla="*/ 5484804 h 5613184"/>
              <a:gd name="connsiteX6" fmla="*/ 4266406 w 4534517"/>
              <a:gd name="connsiteY6" fmla="*/ 5613183 h 5613184"/>
              <a:gd name="connsiteX7" fmla="*/ 0 w 4534517"/>
              <a:gd name="connsiteY7" fmla="*/ 5293146 h 5613184"/>
              <a:gd name="connsiteX8" fmla="*/ 303343 w 4534517"/>
              <a:gd name="connsiteY8" fmla="*/ 0 h 5613184"/>
              <a:gd name="connsiteX0" fmla="*/ 303343 w 4534517"/>
              <a:gd name="connsiteY0" fmla="*/ 0 h 5613182"/>
              <a:gd name="connsiteX1" fmla="*/ 3305529 w 4534517"/>
              <a:gd name="connsiteY1" fmla="*/ 171842 h 5613182"/>
              <a:gd name="connsiteX2" fmla="*/ 4534517 w 4534517"/>
              <a:gd name="connsiteY2" fmla="*/ 258693 h 5613182"/>
              <a:gd name="connsiteX3" fmla="*/ 4522133 w 4534517"/>
              <a:gd name="connsiteY3" fmla="*/ 506828 h 5613182"/>
              <a:gd name="connsiteX4" fmla="*/ 4504778 w 4534517"/>
              <a:gd name="connsiteY4" fmla="*/ 817404 h 5613182"/>
              <a:gd name="connsiteX5" fmla="*/ 4270445 w 4534517"/>
              <a:gd name="connsiteY5" fmla="*/ 5498611 h 5613182"/>
              <a:gd name="connsiteX6" fmla="*/ 4266406 w 4534517"/>
              <a:gd name="connsiteY6" fmla="*/ 5613183 h 5613182"/>
              <a:gd name="connsiteX7" fmla="*/ 0 w 4534517"/>
              <a:gd name="connsiteY7" fmla="*/ 5293146 h 5613182"/>
              <a:gd name="connsiteX8" fmla="*/ 303343 w 4534517"/>
              <a:gd name="connsiteY8" fmla="*/ 0 h 561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34517" h="5613182">
                <a:moveTo>
                  <a:pt x="303343" y="0"/>
                </a:moveTo>
                <a:cubicBezTo>
                  <a:pt x="628090" y="31218"/>
                  <a:pt x="2667030" y="134017"/>
                  <a:pt x="3305529" y="171842"/>
                </a:cubicBezTo>
                <a:lnTo>
                  <a:pt x="4534517" y="258693"/>
                </a:lnTo>
                <a:cubicBezTo>
                  <a:pt x="4532112" y="292723"/>
                  <a:pt x="4530168" y="426298"/>
                  <a:pt x="4522133" y="506828"/>
                </a:cubicBezTo>
                <a:lnTo>
                  <a:pt x="4504778" y="817404"/>
                </a:lnTo>
                <a:lnTo>
                  <a:pt x="4270445" y="5498611"/>
                </a:lnTo>
                <a:lnTo>
                  <a:pt x="4266406" y="5613183"/>
                </a:lnTo>
                <a:cubicBezTo>
                  <a:pt x="3558559" y="5580790"/>
                  <a:pt x="706564" y="5344821"/>
                  <a:pt x="0" y="5293146"/>
                </a:cubicBezTo>
                <a:lnTo>
                  <a:pt x="30334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FB1C10-06EB-6C73-7014-19FD34CC6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9993" y="685800"/>
            <a:ext cx="9221907" cy="1257300"/>
          </a:xfrm>
        </p:spPr>
        <p:txBody>
          <a:bodyPr anchor="ctr">
            <a:normAutofit/>
          </a:bodyPr>
          <a:lstStyle/>
          <a:p>
            <a:pPr algn="r"/>
            <a:r>
              <a:rPr lang="en-US" sz="5400"/>
              <a:t>References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2BD09DD-1DF0-D850-CED4-FE128FC364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11480" y="1143001"/>
            <a:ext cx="7027010" cy="51816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342900" lvl="0" indent="-34290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/>
              <a:t>UK Government Data Service. (2023–2024). </a:t>
            </a:r>
            <a:r>
              <a:rPr lang="en-US" i="1"/>
              <a:t>Received Food Incident Notifications</a:t>
            </a:r>
            <a:r>
              <a:rPr lang="en-US"/>
              <a:t>. Retrieved from </a:t>
            </a:r>
            <a:r>
              <a:rPr lang="en-US" b="1"/>
              <a:t>data.gov.uk</a:t>
            </a:r>
            <a:endParaRPr kumimoji="0" lang="en-US" altLang="en-US" b="0" i="0" u="none" strike="noStrike" cap="none" normalizeH="0" baseline="0">
              <a:ln>
                <a:noFill/>
              </a:ln>
              <a:effectLst/>
            </a:endParaRP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Food Standards Agency (FSA) (2024) </a:t>
            </a:r>
            <a:r>
              <a:rPr kumimoji="0" lang="en-US" altLang="en-US" b="0" i="1" u="none" strike="noStrike" cap="none" normalizeH="0" baseline="0">
                <a:ln>
                  <a:noFill/>
                </a:ln>
                <a:effectLst/>
              </a:rPr>
              <a:t>Food and Feed Incident Notifications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. Available at: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hlinkClick r:id="rId3"/>
              </a:rPr>
              <a:t>https://www.data.gov.uk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European Commission (2023) </a:t>
            </a:r>
            <a:r>
              <a:rPr kumimoji="0" lang="en-US" altLang="en-US" b="0" i="1" u="none" strike="noStrike" cap="none" normalizeH="0" baseline="0">
                <a:ln>
                  <a:noFill/>
                </a:ln>
                <a:effectLst/>
              </a:rPr>
              <a:t>Rapid Alert System for Food and Feed (RASFF) Portal – Annual Report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. Publications Office of the European Union.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UK Government (2024) </a:t>
            </a:r>
            <a:r>
              <a:rPr kumimoji="0" lang="en-US" altLang="en-US" b="0" i="1" u="none" strike="noStrike" cap="none" normalizeH="0" baseline="0">
                <a:ln>
                  <a:noFill/>
                </a:ln>
                <a:effectLst/>
              </a:rPr>
              <a:t>Food Safety Act 1990: Guidance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. Available at: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hlinkClick r:id="rId4"/>
              </a:rPr>
              <a:t>https://www.gov.uk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Food Standards Agency (2023) </a:t>
            </a:r>
            <a:r>
              <a:rPr kumimoji="0" lang="en-US" altLang="en-US" b="0" i="1" u="none" strike="noStrike" cap="none" normalizeH="0" baseline="0">
                <a:ln>
                  <a:noFill/>
                </a:ln>
                <a:effectLst/>
              </a:rPr>
              <a:t>Food Safety and Hygiene: Regulatory Framework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. FSA Publications.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McKinney, W. (2018) </a:t>
            </a:r>
            <a:r>
              <a:rPr kumimoji="0" lang="en-US" altLang="en-US" b="0" i="1" u="none" strike="noStrike" cap="none" normalizeH="0" baseline="0">
                <a:ln>
                  <a:noFill/>
                </a:ln>
                <a:effectLst/>
              </a:rPr>
              <a:t>Python for Data Analysis: Data Wrangling with pandas, NumPy, and </a:t>
            </a:r>
            <a:r>
              <a:rPr kumimoji="0" lang="en-US" altLang="en-US" b="0" i="1" u="none" strike="noStrike" cap="none" normalizeH="0" baseline="0" err="1">
                <a:ln>
                  <a:noFill/>
                </a:ln>
                <a:effectLst/>
              </a:rPr>
              <a:t>IPython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. 2nd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</a:rPr>
              <a:t>edn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. O’Reilly Media.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Microsoft Corporation (2024) </a:t>
            </a:r>
            <a:r>
              <a:rPr kumimoji="0" lang="en-US" altLang="en-US" b="0" i="1" u="none" strike="noStrike" cap="none" normalizeH="0" baseline="0">
                <a:ln>
                  <a:noFill/>
                </a:ln>
                <a:effectLst/>
              </a:rPr>
              <a:t>Power BI Desktop Documentation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. Available at: https://learn.microsoft.com/power-bi.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Food Standards Agency (2024) </a:t>
            </a:r>
            <a:r>
              <a:rPr kumimoji="0" lang="en-US" altLang="en-US" b="0" i="1" u="none" strike="noStrike" cap="none" normalizeH="0" baseline="0">
                <a:ln>
                  <a:noFill/>
                </a:ln>
                <a:effectLst/>
              </a:rPr>
              <a:t>Annual Report and Accounts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. Available at: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hlinkClick r:id="rId5"/>
              </a:rPr>
              <a:t>https://www.food.gov.uk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.</a:t>
            </a:r>
          </a:p>
          <a:p>
            <a:pPr marL="342900" marR="0" lvl="0" indent="-34290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UK Office for National Statistics (2023) </a:t>
            </a:r>
            <a:r>
              <a:rPr kumimoji="0" lang="en-US" altLang="en-US" b="0" i="1" u="none" strike="noStrike" cap="none" normalizeH="0" baseline="0">
                <a:ln>
                  <a:noFill/>
                </a:ln>
                <a:effectLst/>
              </a:rPr>
              <a:t>Statistical Quality Guidelines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. ONS Methodology Series.</a:t>
            </a:r>
          </a:p>
        </p:txBody>
      </p:sp>
      <p:pic>
        <p:nvPicPr>
          <p:cNvPr id="8" name="Graphic 7" descr="Bank">
            <a:extLst>
              <a:ext uri="{FF2B5EF4-FFF2-40B4-BE49-F238E27FC236}">
                <a16:creationId xmlns:a16="http://schemas.microsoft.com/office/drawing/2014/main" id="{4E6C4693-A9F1-335B-28F8-08A961B082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97501">
            <a:off x="8412215" y="2888041"/>
            <a:ext cx="2747627" cy="2747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4902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512846D-642B-42C7-A845-0CD48A66E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Wood human figure">
            <a:extLst>
              <a:ext uri="{FF2B5EF4-FFF2-40B4-BE49-F238E27FC236}">
                <a16:creationId xmlns:a16="http://schemas.microsoft.com/office/drawing/2014/main" id="{B88C723C-B919-26BD-D789-D617CA6E912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AB2FD73-A423-4565-92F6-B7ACCF9B9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29132"/>
            <a:ext cx="12192000" cy="2028868"/>
          </a:xfrm>
          <a:custGeom>
            <a:avLst/>
            <a:gdLst>
              <a:gd name="connsiteX0" fmla="*/ 1390955 w 12192000"/>
              <a:gd name="connsiteY0" fmla="*/ 184 h 2028868"/>
              <a:gd name="connsiteX1" fmla="*/ 1434549 w 12192000"/>
              <a:gd name="connsiteY1" fmla="*/ 5530 h 2028868"/>
              <a:gd name="connsiteX2" fmla="*/ 1637948 w 12192000"/>
              <a:gd name="connsiteY2" fmla="*/ 65776 h 2028868"/>
              <a:gd name="connsiteX3" fmla="*/ 1759056 w 12192000"/>
              <a:gd name="connsiteY3" fmla="*/ 111492 h 2028868"/>
              <a:gd name="connsiteX4" fmla="*/ 1877728 w 12192000"/>
              <a:gd name="connsiteY4" fmla="*/ 135429 h 2028868"/>
              <a:gd name="connsiteX5" fmla="*/ 2042244 w 12192000"/>
              <a:gd name="connsiteY5" fmla="*/ 179641 h 2028868"/>
              <a:gd name="connsiteX6" fmla="*/ 2058061 w 12192000"/>
              <a:gd name="connsiteY6" fmla="*/ 187052 h 2028868"/>
              <a:gd name="connsiteX7" fmla="*/ 2164831 w 12192000"/>
              <a:gd name="connsiteY7" fmla="*/ 223826 h 2028868"/>
              <a:gd name="connsiteX8" fmla="*/ 2287219 w 12192000"/>
              <a:gd name="connsiteY8" fmla="*/ 234911 h 2028868"/>
              <a:gd name="connsiteX9" fmla="*/ 2373568 w 12192000"/>
              <a:gd name="connsiteY9" fmla="*/ 230563 h 2028868"/>
              <a:gd name="connsiteX10" fmla="*/ 2476147 w 12192000"/>
              <a:gd name="connsiteY10" fmla="*/ 235343 h 2028868"/>
              <a:gd name="connsiteX11" fmla="*/ 2713522 w 12192000"/>
              <a:gd name="connsiteY11" fmla="*/ 243255 h 2028868"/>
              <a:gd name="connsiteX12" fmla="*/ 2718916 w 12192000"/>
              <a:gd name="connsiteY12" fmla="*/ 242580 h 2028868"/>
              <a:gd name="connsiteX13" fmla="*/ 2843662 w 12192000"/>
              <a:gd name="connsiteY13" fmla="*/ 240993 h 2028868"/>
              <a:gd name="connsiteX14" fmla="*/ 2874892 w 12192000"/>
              <a:gd name="connsiteY14" fmla="*/ 237503 h 2028868"/>
              <a:gd name="connsiteX15" fmla="*/ 2875436 w 12192000"/>
              <a:gd name="connsiteY15" fmla="*/ 236635 h 2028868"/>
              <a:gd name="connsiteX16" fmla="*/ 2942858 w 12192000"/>
              <a:gd name="connsiteY16" fmla="*/ 251822 h 2028868"/>
              <a:gd name="connsiteX17" fmla="*/ 2995934 w 12192000"/>
              <a:gd name="connsiteY17" fmla="*/ 265717 h 2028868"/>
              <a:gd name="connsiteX18" fmla="*/ 3009910 w 12192000"/>
              <a:gd name="connsiteY18" fmla="*/ 274686 h 2028868"/>
              <a:gd name="connsiteX19" fmla="*/ 3280097 w 12192000"/>
              <a:gd name="connsiteY19" fmla="*/ 311905 h 2028868"/>
              <a:gd name="connsiteX20" fmla="*/ 3405770 w 12192000"/>
              <a:gd name="connsiteY20" fmla="*/ 326517 h 2028868"/>
              <a:gd name="connsiteX21" fmla="*/ 3567259 w 12192000"/>
              <a:gd name="connsiteY21" fmla="*/ 337325 h 2028868"/>
              <a:gd name="connsiteX22" fmla="*/ 3758105 w 12192000"/>
              <a:gd name="connsiteY22" fmla="*/ 358365 h 2028868"/>
              <a:gd name="connsiteX23" fmla="*/ 3812162 w 12192000"/>
              <a:gd name="connsiteY23" fmla="*/ 354818 h 2028868"/>
              <a:gd name="connsiteX24" fmla="*/ 3931396 w 12192000"/>
              <a:gd name="connsiteY24" fmla="*/ 370955 h 2028868"/>
              <a:gd name="connsiteX25" fmla="*/ 4002267 w 12192000"/>
              <a:gd name="connsiteY25" fmla="*/ 377340 h 2028868"/>
              <a:gd name="connsiteX26" fmla="*/ 4028460 w 12192000"/>
              <a:gd name="connsiteY26" fmla="*/ 374630 h 2028868"/>
              <a:gd name="connsiteX27" fmla="*/ 4065532 w 12192000"/>
              <a:gd name="connsiteY27" fmla="*/ 374300 h 2028868"/>
              <a:gd name="connsiteX28" fmla="*/ 4191732 w 12192000"/>
              <a:gd name="connsiteY28" fmla="*/ 372499 h 2028868"/>
              <a:gd name="connsiteX29" fmla="*/ 4232518 w 12192000"/>
              <a:gd name="connsiteY29" fmla="*/ 377131 h 2028868"/>
              <a:gd name="connsiteX30" fmla="*/ 4238372 w 12192000"/>
              <a:gd name="connsiteY30" fmla="*/ 378188 h 2028868"/>
              <a:gd name="connsiteX31" fmla="*/ 4290981 w 12192000"/>
              <a:gd name="connsiteY31" fmla="*/ 389671 h 2028868"/>
              <a:gd name="connsiteX32" fmla="*/ 4379064 w 12192000"/>
              <a:gd name="connsiteY32" fmla="*/ 411561 h 2028868"/>
              <a:gd name="connsiteX33" fmla="*/ 4459811 w 12192000"/>
              <a:gd name="connsiteY33" fmla="*/ 430329 h 2028868"/>
              <a:gd name="connsiteX34" fmla="*/ 4513724 w 12192000"/>
              <a:gd name="connsiteY34" fmla="*/ 436060 h 2028868"/>
              <a:gd name="connsiteX35" fmla="*/ 4536504 w 12192000"/>
              <a:gd name="connsiteY35" fmla="*/ 442541 h 2028868"/>
              <a:gd name="connsiteX36" fmla="*/ 4640313 w 12192000"/>
              <a:gd name="connsiteY36" fmla="*/ 443540 h 2028868"/>
              <a:gd name="connsiteX37" fmla="*/ 4691075 w 12192000"/>
              <a:gd name="connsiteY37" fmla="*/ 426921 h 2028868"/>
              <a:gd name="connsiteX38" fmla="*/ 4811440 w 12192000"/>
              <a:gd name="connsiteY38" fmla="*/ 423744 h 2028868"/>
              <a:gd name="connsiteX39" fmla="*/ 4882386 w 12192000"/>
              <a:gd name="connsiteY39" fmla="*/ 418695 h 2028868"/>
              <a:gd name="connsiteX40" fmla="*/ 4907662 w 12192000"/>
              <a:gd name="connsiteY40" fmla="*/ 411831 h 2028868"/>
              <a:gd name="connsiteX41" fmla="*/ 4944087 w 12192000"/>
              <a:gd name="connsiteY41" fmla="*/ 405573 h 2028868"/>
              <a:gd name="connsiteX42" fmla="*/ 5007075 w 12192000"/>
              <a:gd name="connsiteY42" fmla="*/ 390694 h 2028868"/>
              <a:gd name="connsiteX43" fmla="*/ 5067961 w 12192000"/>
              <a:gd name="connsiteY43" fmla="*/ 383600 h 2028868"/>
              <a:gd name="connsiteX44" fmla="*/ 5108970 w 12192000"/>
              <a:gd name="connsiteY44" fmla="*/ 381637 h 2028868"/>
              <a:gd name="connsiteX45" fmla="*/ 5114928 w 12192000"/>
              <a:gd name="connsiteY45" fmla="*/ 381742 h 2028868"/>
              <a:gd name="connsiteX46" fmla="*/ 5149802 w 12192000"/>
              <a:gd name="connsiteY46" fmla="*/ 384642 h 2028868"/>
              <a:gd name="connsiteX47" fmla="*/ 5221533 w 12192000"/>
              <a:gd name="connsiteY47" fmla="*/ 382595 h 2028868"/>
              <a:gd name="connsiteX48" fmla="*/ 5453307 w 12192000"/>
              <a:gd name="connsiteY48" fmla="*/ 413241 h 2028868"/>
              <a:gd name="connsiteX49" fmla="*/ 5505015 w 12192000"/>
              <a:gd name="connsiteY49" fmla="*/ 409536 h 2028868"/>
              <a:gd name="connsiteX50" fmla="*/ 5518799 w 12192000"/>
              <a:gd name="connsiteY50" fmla="*/ 410457 h 2028868"/>
              <a:gd name="connsiteX51" fmla="*/ 5643534 w 12192000"/>
              <a:gd name="connsiteY51" fmla="*/ 425433 h 2028868"/>
              <a:gd name="connsiteX52" fmla="*/ 5785959 w 12192000"/>
              <a:gd name="connsiteY52" fmla="*/ 452296 h 2028868"/>
              <a:gd name="connsiteX53" fmla="*/ 5880652 w 12192000"/>
              <a:gd name="connsiteY53" fmla="*/ 448078 h 2028868"/>
              <a:gd name="connsiteX54" fmla="*/ 6098321 w 12192000"/>
              <a:gd name="connsiteY54" fmla="*/ 504503 h 2028868"/>
              <a:gd name="connsiteX55" fmla="*/ 6243319 w 12192000"/>
              <a:gd name="connsiteY55" fmla="*/ 529881 h 2028868"/>
              <a:gd name="connsiteX56" fmla="*/ 6364035 w 12192000"/>
              <a:gd name="connsiteY56" fmla="*/ 557003 h 2028868"/>
              <a:gd name="connsiteX57" fmla="*/ 6471012 w 12192000"/>
              <a:gd name="connsiteY57" fmla="*/ 546378 h 2028868"/>
              <a:gd name="connsiteX58" fmla="*/ 6508541 w 12192000"/>
              <a:gd name="connsiteY58" fmla="*/ 555958 h 2028868"/>
              <a:gd name="connsiteX59" fmla="*/ 6516595 w 12192000"/>
              <a:gd name="connsiteY59" fmla="*/ 557205 h 2028868"/>
              <a:gd name="connsiteX60" fmla="*/ 6554894 w 12192000"/>
              <a:gd name="connsiteY60" fmla="*/ 560169 h 2028868"/>
              <a:gd name="connsiteX61" fmla="*/ 6655235 w 12192000"/>
              <a:gd name="connsiteY61" fmla="*/ 562659 h 2028868"/>
              <a:gd name="connsiteX62" fmla="*/ 6692251 w 12192000"/>
              <a:gd name="connsiteY62" fmla="*/ 568022 h 2028868"/>
              <a:gd name="connsiteX63" fmla="*/ 6795372 w 12192000"/>
              <a:gd name="connsiteY63" fmla="*/ 579221 h 2028868"/>
              <a:gd name="connsiteX64" fmla="*/ 6900177 w 12192000"/>
              <a:gd name="connsiteY64" fmla="*/ 587811 h 2028868"/>
              <a:gd name="connsiteX65" fmla="*/ 7164601 w 12192000"/>
              <a:gd name="connsiteY65" fmla="*/ 616537 h 2028868"/>
              <a:gd name="connsiteX66" fmla="*/ 7183121 w 12192000"/>
              <a:gd name="connsiteY66" fmla="*/ 627558 h 2028868"/>
              <a:gd name="connsiteX67" fmla="*/ 7224458 w 12192000"/>
              <a:gd name="connsiteY67" fmla="*/ 649111 h 2028868"/>
              <a:gd name="connsiteX68" fmla="*/ 7230737 w 12192000"/>
              <a:gd name="connsiteY68" fmla="*/ 659205 h 2028868"/>
              <a:gd name="connsiteX69" fmla="*/ 7377870 w 12192000"/>
              <a:gd name="connsiteY69" fmla="*/ 697453 h 2028868"/>
              <a:gd name="connsiteX70" fmla="*/ 7483437 w 12192000"/>
              <a:gd name="connsiteY70" fmla="*/ 741396 h 2028868"/>
              <a:gd name="connsiteX71" fmla="*/ 7548172 w 12192000"/>
              <a:gd name="connsiteY71" fmla="*/ 800442 h 2028868"/>
              <a:gd name="connsiteX72" fmla="*/ 7786819 w 12192000"/>
              <a:gd name="connsiteY72" fmla="*/ 837889 h 2028868"/>
              <a:gd name="connsiteX73" fmla="*/ 7840612 w 12192000"/>
              <a:gd name="connsiteY73" fmla="*/ 847226 h 2028868"/>
              <a:gd name="connsiteX74" fmla="*/ 7902328 w 12192000"/>
              <a:gd name="connsiteY74" fmla="*/ 870096 h 2028868"/>
              <a:gd name="connsiteX75" fmla="*/ 8074238 w 12192000"/>
              <a:gd name="connsiteY75" fmla="*/ 912874 h 2028868"/>
              <a:gd name="connsiteX76" fmla="*/ 8275497 w 12192000"/>
              <a:gd name="connsiteY76" fmla="*/ 949357 h 2028868"/>
              <a:gd name="connsiteX77" fmla="*/ 8363469 w 12192000"/>
              <a:gd name="connsiteY77" fmla="*/ 966614 h 2028868"/>
              <a:gd name="connsiteX78" fmla="*/ 8396651 w 12192000"/>
              <a:gd name="connsiteY78" fmla="*/ 985282 h 2028868"/>
              <a:gd name="connsiteX79" fmla="*/ 8403540 w 12192000"/>
              <a:gd name="connsiteY79" fmla="*/ 991133 h 2028868"/>
              <a:gd name="connsiteX80" fmla="*/ 8400610 w 12192000"/>
              <a:gd name="connsiteY80" fmla="*/ 990219 h 2028868"/>
              <a:gd name="connsiteX81" fmla="*/ 8411626 w 12192000"/>
              <a:gd name="connsiteY81" fmla="*/ 998000 h 2028868"/>
              <a:gd name="connsiteX82" fmla="*/ 8403540 w 12192000"/>
              <a:gd name="connsiteY82" fmla="*/ 991133 h 2028868"/>
              <a:gd name="connsiteX83" fmla="*/ 8419755 w 12192000"/>
              <a:gd name="connsiteY83" fmla="*/ 996188 h 2028868"/>
              <a:gd name="connsiteX84" fmla="*/ 8665605 w 12192000"/>
              <a:gd name="connsiteY84" fmla="*/ 1098798 h 2028868"/>
              <a:gd name="connsiteX85" fmla="*/ 8838610 w 12192000"/>
              <a:gd name="connsiteY85" fmla="*/ 1133530 h 2028868"/>
              <a:gd name="connsiteX86" fmla="*/ 8886001 w 12192000"/>
              <a:gd name="connsiteY86" fmla="*/ 1140946 h 2028868"/>
              <a:gd name="connsiteX87" fmla="*/ 8968445 w 12192000"/>
              <a:gd name="connsiteY87" fmla="*/ 1155831 h 2028868"/>
              <a:gd name="connsiteX88" fmla="*/ 9003462 w 12192000"/>
              <a:gd name="connsiteY88" fmla="*/ 1165329 h 2028868"/>
              <a:gd name="connsiteX89" fmla="*/ 9133985 w 12192000"/>
              <a:gd name="connsiteY89" fmla="*/ 1161395 h 2028868"/>
              <a:gd name="connsiteX90" fmla="*/ 9155969 w 12192000"/>
              <a:gd name="connsiteY90" fmla="*/ 1161050 h 2028868"/>
              <a:gd name="connsiteX91" fmla="*/ 9188177 w 12192000"/>
              <a:gd name="connsiteY91" fmla="*/ 1172073 h 2028868"/>
              <a:gd name="connsiteX92" fmla="*/ 9268019 w 12192000"/>
              <a:gd name="connsiteY92" fmla="*/ 1199345 h 2028868"/>
              <a:gd name="connsiteX93" fmla="*/ 9392919 w 12192000"/>
              <a:gd name="connsiteY93" fmla="*/ 1211784 h 2028868"/>
              <a:gd name="connsiteX94" fmla="*/ 9410017 w 12192000"/>
              <a:gd name="connsiteY94" fmla="*/ 1212490 h 2028868"/>
              <a:gd name="connsiteX95" fmla="*/ 9500499 w 12192000"/>
              <a:gd name="connsiteY95" fmla="*/ 1250677 h 2028868"/>
              <a:gd name="connsiteX96" fmla="*/ 9683005 w 12192000"/>
              <a:gd name="connsiteY96" fmla="*/ 1309587 h 2028868"/>
              <a:gd name="connsiteX97" fmla="*/ 9767091 w 12192000"/>
              <a:gd name="connsiteY97" fmla="*/ 1332526 h 2028868"/>
              <a:gd name="connsiteX98" fmla="*/ 9918248 w 12192000"/>
              <a:gd name="connsiteY98" fmla="*/ 1384986 h 2028868"/>
              <a:gd name="connsiteX99" fmla="*/ 9943887 w 12192000"/>
              <a:gd name="connsiteY99" fmla="*/ 1397135 h 2028868"/>
              <a:gd name="connsiteX100" fmla="*/ 9997044 w 12192000"/>
              <a:gd name="connsiteY100" fmla="*/ 1420496 h 2028868"/>
              <a:gd name="connsiteX101" fmla="*/ 10167995 w 12192000"/>
              <a:gd name="connsiteY101" fmla="*/ 1439259 h 2028868"/>
              <a:gd name="connsiteX102" fmla="*/ 10211200 w 12192000"/>
              <a:gd name="connsiteY102" fmla="*/ 1432770 h 2028868"/>
              <a:gd name="connsiteX103" fmla="*/ 10458762 w 12192000"/>
              <a:gd name="connsiteY103" fmla="*/ 1444554 h 2028868"/>
              <a:gd name="connsiteX104" fmla="*/ 10803046 w 12192000"/>
              <a:gd name="connsiteY104" fmla="*/ 1426140 h 2028868"/>
              <a:gd name="connsiteX105" fmla="*/ 11058755 w 12192000"/>
              <a:gd name="connsiteY105" fmla="*/ 1450181 h 2028868"/>
              <a:gd name="connsiteX106" fmla="*/ 11165209 w 12192000"/>
              <a:gd name="connsiteY106" fmla="*/ 1450925 h 2028868"/>
              <a:gd name="connsiteX107" fmla="*/ 11358455 w 12192000"/>
              <a:gd name="connsiteY107" fmla="*/ 1452150 h 2028868"/>
              <a:gd name="connsiteX108" fmla="*/ 11560424 w 12192000"/>
              <a:gd name="connsiteY108" fmla="*/ 1451737 h 2028868"/>
              <a:gd name="connsiteX109" fmla="*/ 11649954 w 12192000"/>
              <a:gd name="connsiteY109" fmla="*/ 1450170 h 2028868"/>
              <a:gd name="connsiteX110" fmla="*/ 11890686 w 12192000"/>
              <a:gd name="connsiteY110" fmla="*/ 1466575 h 2028868"/>
              <a:gd name="connsiteX111" fmla="*/ 12192000 w 12192000"/>
              <a:gd name="connsiteY111" fmla="*/ 1448544 h 2028868"/>
              <a:gd name="connsiteX112" fmla="*/ 12192000 w 12192000"/>
              <a:gd name="connsiteY112" fmla="*/ 2028868 h 2028868"/>
              <a:gd name="connsiteX113" fmla="*/ 0 w 12192000"/>
              <a:gd name="connsiteY113" fmla="*/ 2028868 h 2028868"/>
              <a:gd name="connsiteX114" fmla="*/ 0 w 12192000"/>
              <a:gd name="connsiteY114" fmla="*/ 126221 h 2028868"/>
              <a:gd name="connsiteX115" fmla="*/ 4572 w 12192000"/>
              <a:gd name="connsiteY115" fmla="*/ 125615 h 2028868"/>
              <a:gd name="connsiteX116" fmla="*/ 37645 w 12192000"/>
              <a:gd name="connsiteY116" fmla="*/ 121422 h 2028868"/>
              <a:gd name="connsiteX117" fmla="*/ 77641 w 12192000"/>
              <a:gd name="connsiteY117" fmla="*/ 110298 h 2028868"/>
              <a:gd name="connsiteX118" fmla="*/ 273386 w 12192000"/>
              <a:gd name="connsiteY118" fmla="*/ 95008 h 2028868"/>
              <a:gd name="connsiteX119" fmla="*/ 376513 w 12192000"/>
              <a:gd name="connsiteY119" fmla="*/ 83856 h 2028868"/>
              <a:gd name="connsiteX120" fmla="*/ 413835 w 12192000"/>
              <a:gd name="connsiteY120" fmla="*/ 81162 h 2028868"/>
              <a:gd name="connsiteX121" fmla="*/ 520671 w 12192000"/>
              <a:gd name="connsiteY121" fmla="*/ 57621 h 2028868"/>
              <a:gd name="connsiteX122" fmla="*/ 597225 w 12192000"/>
              <a:gd name="connsiteY122" fmla="*/ 57602 h 2028868"/>
              <a:gd name="connsiteX123" fmla="*/ 812914 w 12192000"/>
              <a:gd name="connsiteY123" fmla="*/ 29295 h 2028868"/>
              <a:gd name="connsiteX124" fmla="*/ 970251 w 12192000"/>
              <a:gd name="connsiteY124" fmla="*/ 18657 h 2028868"/>
              <a:gd name="connsiteX125" fmla="*/ 1195347 w 12192000"/>
              <a:gd name="connsiteY125" fmla="*/ 27097 h 2028868"/>
              <a:gd name="connsiteX126" fmla="*/ 1279765 w 12192000"/>
              <a:gd name="connsiteY126" fmla="*/ 10281 h 2028868"/>
              <a:gd name="connsiteX127" fmla="*/ 1356367 w 12192000"/>
              <a:gd name="connsiteY127" fmla="*/ 4978 h 2028868"/>
              <a:gd name="connsiteX128" fmla="*/ 1370962 w 12192000"/>
              <a:gd name="connsiteY128" fmla="*/ 2658 h 2028868"/>
              <a:gd name="connsiteX129" fmla="*/ 1390955 w 12192000"/>
              <a:gd name="connsiteY129" fmla="*/ 184 h 2028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</a:cxnLst>
            <a:rect l="l" t="t" r="r" b="b"/>
            <a:pathLst>
              <a:path w="12192000" h="2028868">
                <a:moveTo>
                  <a:pt x="1390955" y="184"/>
                </a:moveTo>
                <a:cubicBezTo>
                  <a:pt x="1399661" y="-425"/>
                  <a:pt x="1412300" y="270"/>
                  <a:pt x="1434549" y="5530"/>
                </a:cubicBezTo>
                <a:cubicBezTo>
                  <a:pt x="1496241" y="30386"/>
                  <a:pt x="1587306" y="32254"/>
                  <a:pt x="1637948" y="65776"/>
                </a:cubicBezTo>
                <a:cubicBezTo>
                  <a:pt x="1691494" y="76965"/>
                  <a:pt x="1719091" y="99884"/>
                  <a:pt x="1759056" y="111492"/>
                </a:cubicBezTo>
                <a:cubicBezTo>
                  <a:pt x="1818769" y="127666"/>
                  <a:pt x="1839146" y="134470"/>
                  <a:pt x="1877728" y="135429"/>
                </a:cubicBezTo>
                <a:cubicBezTo>
                  <a:pt x="1896351" y="125356"/>
                  <a:pt x="2012576" y="170998"/>
                  <a:pt x="2042244" y="179641"/>
                </a:cubicBezTo>
                <a:lnTo>
                  <a:pt x="2058061" y="187052"/>
                </a:lnTo>
                <a:cubicBezTo>
                  <a:pt x="2078492" y="194416"/>
                  <a:pt x="2133996" y="216916"/>
                  <a:pt x="2164831" y="223826"/>
                </a:cubicBezTo>
                <a:cubicBezTo>
                  <a:pt x="2205627" y="227521"/>
                  <a:pt x="2221974" y="221435"/>
                  <a:pt x="2287219" y="234911"/>
                </a:cubicBezTo>
                <a:cubicBezTo>
                  <a:pt x="2308969" y="236839"/>
                  <a:pt x="2342080" y="230491"/>
                  <a:pt x="2373568" y="230563"/>
                </a:cubicBezTo>
                <a:cubicBezTo>
                  <a:pt x="2413847" y="234140"/>
                  <a:pt x="2437134" y="220427"/>
                  <a:pt x="2476147" y="235343"/>
                </a:cubicBezTo>
                <a:lnTo>
                  <a:pt x="2713522" y="243255"/>
                </a:lnTo>
                <a:lnTo>
                  <a:pt x="2718916" y="242580"/>
                </a:lnTo>
                <a:lnTo>
                  <a:pt x="2843662" y="240993"/>
                </a:lnTo>
                <a:cubicBezTo>
                  <a:pt x="2856789" y="237802"/>
                  <a:pt x="2869596" y="238229"/>
                  <a:pt x="2874892" y="237503"/>
                </a:cubicBezTo>
                <a:lnTo>
                  <a:pt x="2875436" y="236635"/>
                </a:lnTo>
                <a:lnTo>
                  <a:pt x="2942858" y="251822"/>
                </a:lnTo>
                <a:lnTo>
                  <a:pt x="2995934" y="265717"/>
                </a:lnTo>
                <a:cubicBezTo>
                  <a:pt x="3001138" y="268164"/>
                  <a:pt x="3005875" y="271094"/>
                  <a:pt x="3009910" y="274686"/>
                </a:cubicBezTo>
                <a:cubicBezTo>
                  <a:pt x="3052347" y="298998"/>
                  <a:pt x="3120979" y="287593"/>
                  <a:pt x="3280097" y="311905"/>
                </a:cubicBezTo>
                <a:cubicBezTo>
                  <a:pt x="3312439" y="328299"/>
                  <a:pt x="3361027" y="313842"/>
                  <a:pt x="3405770" y="326517"/>
                </a:cubicBezTo>
                <a:cubicBezTo>
                  <a:pt x="3463644" y="332812"/>
                  <a:pt x="3512865" y="333000"/>
                  <a:pt x="3567259" y="337325"/>
                </a:cubicBezTo>
                <a:cubicBezTo>
                  <a:pt x="3625982" y="342633"/>
                  <a:pt x="3717288" y="355449"/>
                  <a:pt x="3758105" y="358365"/>
                </a:cubicBezTo>
                <a:cubicBezTo>
                  <a:pt x="3780102" y="359345"/>
                  <a:pt x="3778518" y="353911"/>
                  <a:pt x="3812162" y="354818"/>
                </a:cubicBezTo>
                <a:cubicBezTo>
                  <a:pt x="3844059" y="370288"/>
                  <a:pt x="3891932" y="350638"/>
                  <a:pt x="3931396" y="370955"/>
                </a:cubicBezTo>
                <a:cubicBezTo>
                  <a:pt x="3946095" y="376605"/>
                  <a:pt x="3992749" y="382936"/>
                  <a:pt x="4002267" y="377340"/>
                </a:cubicBezTo>
                <a:cubicBezTo>
                  <a:pt x="4012138" y="377261"/>
                  <a:pt x="4023224" y="381342"/>
                  <a:pt x="4028460" y="374630"/>
                </a:cubicBezTo>
                <a:cubicBezTo>
                  <a:pt x="4036780" y="366846"/>
                  <a:pt x="4069305" y="385457"/>
                  <a:pt x="4065532" y="374300"/>
                </a:cubicBezTo>
                <a:lnTo>
                  <a:pt x="4191732" y="372499"/>
                </a:lnTo>
                <a:lnTo>
                  <a:pt x="4232518" y="377131"/>
                </a:lnTo>
                <a:lnTo>
                  <a:pt x="4238372" y="378188"/>
                </a:lnTo>
                <a:cubicBezTo>
                  <a:pt x="4248116" y="380278"/>
                  <a:pt x="4277508" y="386971"/>
                  <a:pt x="4290981" y="389671"/>
                </a:cubicBezTo>
                <a:cubicBezTo>
                  <a:pt x="4313198" y="404112"/>
                  <a:pt x="4349703" y="404265"/>
                  <a:pt x="4379064" y="411561"/>
                </a:cubicBezTo>
                <a:lnTo>
                  <a:pt x="4459811" y="430329"/>
                </a:lnTo>
                <a:lnTo>
                  <a:pt x="4513724" y="436060"/>
                </a:lnTo>
                <a:lnTo>
                  <a:pt x="4536504" y="442541"/>
                </a:lnTo>
                <a:cubicBezTo>
                  <a:pt x="4552839" y="444978"/>
                  <a:pt x="4614551" y="446144"/>
                  <a:pt x="4640313" y="443540"/>
                </a:cubicBezTo>
                <a:cubicBezTo>
                  <a:pt x="4662147" y="440986"/>
                  <a:pt x="4657791" y="431411"/>
                  <a:pt x="4691075" y="426921"/>
                </a:cubicBezTo>
                <a:cubicBezTo>
                  <a:pt x="4725356" y="437067"/>
                  <a:pt x="4768806" y="410033"/>
                  <a:pt x="4811440" y="423744"/>
                </a:cubicBezTo>
                <a:cubicBezTo>
                  <a:pt x="4826963" y="426960"/>
                  <a:pt x="4874062" y="425734"/>
                  <a:pt x="4882386" y="418695"/>
                </a:cubicBezTo>
                <a:cubicBezTo>
                  <a:pt x="4892087" y="417037"/>
                  <a:pt x="4903760" y="419286"/>
                  <a:pt x="4907662" y="411831"/>
                </a:cubicBezTo>
                <a:cubicBezTo>
                  <a:pt x="4914397" y="402828"/>
                  <a:pt x="4949882" y="415966"/>
                  <a:pt x="4944087" y="405573"/>
                </a:cubicBezTo>
                <a:cubicBezTo>
                  <a:pt x="4969259" y="414559"/>
                  <a:pt x="4987003" y="395636"/>
                  <a:pt x="5007075" y="390694"/>
                </a:cubicBezTo>
                <a:lnTo>
                  <a:pt x="5067961" y="383600"/>
                </a:lnTo>
                <a:lnTo>
                  <a:pt x="5108970" y="381637"/>
                </a:lnTo>
                <a:lnTo>
                  <a:pt x="5114928" y="381742"/>
                </a:lnTo>
                <a:cubicBezTo>
                  <a:pt x="5124907" y="382243"/>
                  <a:pt x="5138262" y="384897"/>
                  <a:pt x="5149802" y="384642"/>
                </a:cubicBezTo>
                <a:lnTo>
                  <a:pt x="5221533" y="382595"/>
                </a:lnTo>
                <a:cubicBezTo>
                  <a:pt x="5272117" y="387362"/>
                  <a:pt x="5364785" y="393670"/>
                  <a:pt x="5453307" y="413241"/>
                </a:cubicBezTo>
                <a:lnTo>
                  <a:pt x="5505015" y="409536"/>
                </a:lnTo>
                <a:lnTo>
                  <a:pt x="5518799" y="410457"/>
                </a:lnTo>
                <a:lnTo>
                  <a:pt x="5643534" y="425433"/>
                </a:lnTo>
                <a:cubicBezTo>
                  <a:pt x="5707481" y="443152"/>
                  <a:pt x="5732223" y="424753"/>
                  <a:pt x="5785959" y="452296"/>
                </a:cubicBezTo>
                <a:cubicBezTo>
                  <a:pt x="5777344" y="441597"/>
                  <a:pt x="5862008" y="442986"/>
                  <a:pt x="5880652" y="448078"/>
                </a:cubicBezTo>
                <a:cubicBezTo>
                  <a:pt x="5902526" y="457387"/>
                  <a:pt x="6036512" y="492361"/>
                  <a:pt x="6098321" y="504503"/>
                </a:cubicBezTo>
                <a:cubicBezTo>
                  <a:pt x="6162673" y="518137"/>
                  <a:pt x="6212879" y="524641"/>
                  <a:pt x="6243319" y="529881"/>
                </a:cubicBezTo>
                <a:lnTo>
                  <a:pt x="6364035" y="557003"/>
                </a:lnTo>
                <a:cubicBezTo>
                  <a:pt x="6395710" y="558741"/>
                  <a:pt x="6446928" y="546552"/>
                  <a:pt x="6471012" y="546378"/>
                </a:cubicBezTo>
                <a:cubicBezTo>
                  <a:pt x="6482908" y="549834"/>
                  <a:pt x="6495493" y="553080"/>
                  <a:pt x="6508541" y="555958"/>
                </a:cubicBezTo>
                <a:lnTo>
                  <a:pt x="6516595" y="557205"/>
                </a:lnTo>
                <a:lnTo>
                  <a:pt x="6554894" y="560169"/>
                </a:lnTo>
                <a:cubicBezTo>
                  <a:pt x="6578001" y="561078"/>
                  <a:pt x="6632342" y="561350"/>
                  <a:pt x="6655235" y="562659"/>
                </a:cubicBezTo>
                <a:cubicBezTo>
                  <a:pt x="6665282" y="571828"/>
                  <a:pt x="6678032" y="571391"/>
                  <a:pt x="6692251" y="568022"/>
                </a:cubicBezTo>
                <a:cubicBezTo>
                  <a:pt x="6723150" y="576843"/>
                  <a:pt x="6757466" y="574624"/>
                  <a:pt x="6795372" y="579221"/>
                </a:cubicBezTo>
                <a:cubicBezTo>
                  <a:pt x="6829973" y="594877"/>
                  <a:pt x="6859708" y="582830"/>
                  <a:pt x="6900177" y="587811"/>
                </a:cubicBezTo>
                <a:cubicBezTo>
                  <a:pt x="6961715" y="594030"/>
                  <a:pt x="7117444" y="609912"/>
                  <a:pt x="7164601" y="616537"/>
                </a:cubicBezTo>
                <a:lnTo>
                  <a:pt x="7183121" y="627558"/>
                </a:lnTo>
                <a:lnTo>
                  <a:pt x="7224458" y="649111"/>
                </a:lnTo>
                <a:cubicBezTo>
                  <a:pt x="7227568" y="652127"/>
                  <a:pt x="7229794" y="655455"/>
                  <a:pt x="7230737" y="659205"/>
                </a:cubicBezTo>
                <a:cubicBezTo>
                  <a:pt x="7290459" y="658119"/>
                  <a:pt x="7324166" y="684952"/>
                  <a:pt x="7377870" y="697453"/>
                </a:cubicBezTo>
                <a:cubicBezTo>
                  <a:pt x="7432754" y="717853"/>
                  <a:pt x="7446517" y="728831"/>
                  <a:pt x="7483437" y="741396"/>
                </a:cubicBezTo>
                <a:cubicBezTo>
                  <a:pt x="7499280" y="748892"/>
                  <a:pt x="7520370" y="804613"/>
                  <a:pt x="7548172" y="800442"/>
                </a:cubicBezTo>
                <a:cubicBezTo>
                  <a:pt x="7556449" y="807964"/>
                  <a:pt x="7732613" y="811934"/>
                  <a:pt x="7786819" y="837889"/>
                </a:cubicBezTo>
                <a:cubicBezTo>
                  <a:pt x="7836041" y="827850"/>
                  <a:pt x="7803208" y="840858"/>
                  <a:pt x="7840612" y="847226"/>
                </a:cubicBezTo>
                <a:cubicBezTo>
                  <a:pt x="7861184" y="854849"/>
                  <a:pt x="7876994" y="845805"/>
                  <a:pt x="7902328" y="870096"/>
                </a:cubicBezTo>
                <a:cubicBezTo>
                  <a:pt x="7936376" y="868812"/>
                  <a:pt x="8012043" y="899665"/>
                  <a:pt x="8074238" y="912874"/>
                </a:cubicBezTo>
                <a:cubicBezTo>
                  <a:pt x="8141324" y="925036"/>
                  <a:pt x="8194123" y="956245"/>
                  <a:pt x="8275497" y="949357"/>
                </a:cubicBezTo>
                <a:cubicBezTo>
                  <a:pt x="8283162" y="962779"/>
                  <a:pt x="8322316" y="954854"/>
                  <a:pt x="8363469" y="966614"/>
                </a:cubicBezTo>
                <a:cubicBezTo>
                  <a:pt x="8369409" y="978006"/>
                  <a:pt x="8382109" y="976698"/>
                  <a:pt x="8396651" y="985282"/>
                </a:cubicBezTo>
                <a:lnTo>
                  <a:pt x="8403540" y="991133"/>
                </a:lnTo>
                <a:lnTo>
                  <a:pt x="8400610" y="990219"/>
                </a:lnTo>
                <a:cubicBezTo>
                  <a:pt x="8392834" y="988492"/>
                  <a:pt x="8413499" y="997390"/>
                  <a:pt x="8411626" y="998000"/>
                </a:cubicBezTo>
                <a:lnTo>
                  <a:pt x="8403540" y="991133"/>
                </a:lnTo>
                <a:lnTo>
                  <a:pt x="8419755" y="996188"/>
                </a:lnTo>
                <a:cubicBezTo>
                  <a:pt x="8491424" y="1020323"/>
                  <a:pt x="8590906" y="1102801"/>
                  <a:pt x="8665605" y="1098798"/>
                </a:cubicBezTo>
                <a:cubicBezTo>
                  <a:pt x="8730608" y="1100596"/>
                  <a:pt x="8780942" y="1121953"/>
                  <a:pt x="8838610" y="1133530"/>
                </a:cubicBezTo>
                <a:cubicBezTo>
                  <a:pt x="8863283" y="1140151"/>
                  <a:pt x="8847384" y="1157896"/>
                  <a:pt x="8886001" y="1140946"/>
                </a:cubicBezTo>
                <a:lnTo>
                  <a:pt x="8968445" y="1155831"/>
                </a:lnTo>
                <a:lnTo>
                  <a:pt x="9003462" y="1165329"/>
                </a:lnTo>
                <a:cubicBezTo>
                  <a:pt x="9019227" y="1180077"/>
                  <a:pt x="9112169" y="1145509"/>
                  <a:pt x="9133985" y="1161395"/>
                </a:cubicBezTo>
                <a:cubicBezTo>
                  <a:pt x="9138567" y="1166107"/>
                  <a:pt x="9154734" y="1165854"/>
                  <a:pt x="9155969" y="1161050"/>
                </a:cubicBezTo>
                <a:cubicBezTo>
                  <a:pt x="9162516" y="1164052"/>
                  <a:pt x="9182118" y="1178881"/>
                  <a:pt x="9188177" y="1172073"/>
                </a:cubicBezTo>
                <a:lnTo>
                  <a:pt x="9268019" y="1199345"/>
                </a:lnTo>
                <a:cubicBezTo>
                  <a:pt x="9294395" y="1203950"/>
                  <a:pt x="9369253" y="1209594"/>
                  <a:pt x="9392919" y="1211784"/>
                </a:cubicBezTo>
                <a:cubicBezTo>
                  <a:pt x="9395782" y="1215475"/>
                  <a:pt x="9408360" y="1215996"/>
                  <a:pt x="9410017" y="1212490"/>
                </a:cubicBezTo>
                <a:cubicBezTo>
                  <a:pt x="9427947" y="1218972"/>
                  <a:pt x="9451943" y="1239383"/>
                  <a:pt x="9500499" y="1250677"/>
                </a:cubicBezTo>
                <a:cubicBezTo>
                  <a:pt x="9553332" y="1254635"/>
                  <a:pt x="9638573" y="1295945"/>
                  <a:pt x="9683005" y="1309587"/>
                </a:cubicBezTo>
                <a:cubicBezTo>
                  <a:pt x="9714210" y="1343428"/>
                  <a:pt x="9728743" y="1322498"/>
                  <a:pt x="9767091" y="1332526"/>
                </a:cubicBezTo>
                <a:cubicBezTo>
                  <a:pt x="9807158" y="1347631"/>
                  <a:pt x="9873419" y="1388931"/>
                  <a:pt x="9918248" y="1384986"/>
                </a:cubicBezTo>
                <a:lnTo>
                  <a:pt x="9943887" y="1397135"/>
                </a:lnTo>
                <a:cubicBezTo>
                  <a:pt x="9951331" y="1420646"/>
                  <a:pt x="9972443" y="1399871"/>
                  <a:pt x="9997044" y="1420496"/>
                </a:cubicBezTo>
                <a:cubicBezTo>
                  <a:pt x="10031208" y="1423153"/>
                  <a:pt x="10131971" y="1440080"/>
                  <a:pt x="10167995" y="1439259"/>
                </a:cubicBezTo>
                <a:cubicBezTo>
                  <a:pt x="10172943" y="1450689"/>
                  <a:pt x="10195912" y="1438948"/>
                  <a:pt x="10211200" y="1432770"/>
                </a:cubicBezTo>
                <a:cubicBezTo>
                  <a:pt x="10327242" y="1426732"/>
                  <a:pt x="10426976" y="1452305"/>
                  <a:pt x="10458762" y="1444554"/>
                </a:cubicBezTo>
                <a:cubicBezTo>
                  <a:pt x="10540854" y="1443440"/>
                  <a:pt x="10741852" y="1423642"/>
                  <a:pt x="10803046" y="1426140"/>
                </a:cubicBezTo>
                <a:cubicBezTo>
                  <a:pt x="10849163" y="1419483"/>
                  <a:pt x="10973519" y="1442167"/>
                  <a:pt x="11058755" y="1450181"/>
                </a:cubicBezTo>
                <a:cubicBezTo>
                  <a:pt x="11140250" y="1463310"/>
                  <a:pt x="11113345" y="1446365"/>
                  <a:pt x="11165209" y="1450925"/>
                </a:cubicBezTo>
                <a:cubicBezTo>
                  <a:pt x="11184875" y="1464363"/>
                  <a:pt x="11316233" y="1445181"/>
                  <a:pt x="11358455" y="1452150"/>
                </a:cubicBezTo>
                <a:cubicBezTo>
                  <a:pt x="11449669" y="1427079"/>
                  <a:pt x="11488916" y="1452094"/>
                  <a:pt x="11560424" y="1451737"/>
                </a:cubicBezTo>
                <a:cubicBezTo>
                  <a:pt x="11593031" y="1458748"/>
                  <a:pt x="11613048" y="1458612"/>
                  <a:pt x="11649954" y="1450170"/>
                </a:cubicBezTo>
                <a:cubicBezTo>
                  <a:pt x="11704998" y="1452643"/>
                  <a:pt x="11800345" y="1466845"/>
                  <a:pt x="11890686" y="1466575"/>
                </a:cubicBezTo>
                <a:cubicBezTo>
                  <a:pt x="11991124" y="1460564"/>
                  <a:pt x="12034412" y="1442650"/>
                  <a:pt x="12192000" y="1448544"/>
                </a:cubicBezTo>
                <a:lnTo>
                  <a:pt x="12192000" y="2028868"/>
                </a:lnTo>
                <a:lnTo>
                  <a:pt x="0" y="2028868"/>
                </a:lnTo>
                <a:lnTo>
                  <a:pt x="0" y="126221"/>
                </a:lnTo>
                <a:lnTo>
                  <a:pt x="4572" y="125615"/>
                </a:lnTo>
                <a:cubicBezTo>
                  <a:pt x="16534" y="125622"/>
                  <a:pt x="29688" y="127083"/>
                  <a:pt x="37645" y="121422"/>
                </a:cubicBezTo>
                <a:lnTo>
                  <a:pt x="77641" y="110298"/>
                </a:lnTo>
                <a:cubicBezTo>
                  <a:pt x="116931" y="105895"/>
                  <a:pt x="223574" y="99415"/>
                  <a:pt x="273386" y="95008"/>
                </a:cubicBezTo>
                <a:cubicBezTo>
                  <a:pt x="311403" y="91377"/>
                  <a:pt x="344376" y="81866"/>
                  <a:pt x="376513" y="83856"/>
                </a:cubicBezTo>
                <a:cubicBezTo>
                  <a:pt x="389622" y="77524"/>
                  <a:pt x="401959" y="74369"/>
                  <a:pt x="413835" y="81162"/>
                </a:cubicBezTo>
                <a:cubicBezTo>
                  <a:pt x="449447" y="73314"/>
                  <a:pt x="455720" y="63023"/>
                  <a:pt x="520671" y="57621"/>
                </a:cubicBezTo>
                <a:cubicBezTo>
                  <a:pt x="534371" y="57338"/>
                  <a:pt x="575890" y="61696"/>
                  <a:pt x="597225" y="57602"/>
                </a:cubicBezTo>
                <a:cubicBezTo>
                  <a:pt x="645932" y="52882"/>
                  <a:pt x="762967" y="57791"/>
                  <a:pt x="812914" y="29295"/>
                </a:cubicBezTo>
                <a:cubicBezTo>
                  <a:pt x="857841" y="22165"/>
                  <a:pt x="913858" y="26397"/>
                  <a:pt x="970251" y="18657"/>
                </a:cubicBezTo>
                <a:cubicBezTo>
                  <a:pt x="1033292" y="17269"/>
                  <a:pt x="1171903" y="22699"/>
                  <a:pt x="1195347" y="27097"/>
                </a:cubicBezTo>
                <a:cubicBezTo>
                  <a:pt x="1209850" y="27829"/>
                  <a:pt x="1260110" y="18578"/>
                  <a:pt x="1279765" y="10281"/>
                </a:cubicBezTo>
                <a:cubicBezTo>
                  <a:pt x="1306602" y="6594"/>
                  <a:pt x="1341168" y="6249"/>
                  <a:pt x="1356367" y="4978"/>
                </a:cubicBezTo>
                <a:lnTo>
                  <a:pt x="1370962" y="2658"/>
                </a:lnTo>
                <a:cubicBezTo>
                  <a:pt x="1377477" y="2704"/>
                  <a:pt x="1382249" y="792"/>
                  <a:pt x="1390955" y="184"/>
                </a:cubicBezTo>
                <a:close/>
              </a:path>
            </a:pathLst>
          </a:custGeom>
          <a:blipFill>
            <a:blip r:embed="rId3"/>
            <a:tile tx="0" ty="0" sx="70000" sy="70000" flip="none" algn="tl"/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6E1D8C-1D2B-C1AA-1FF1-213DBEC787C0}"/>
              </a:ext>
            </a:extLst>
          </p:cNvPr>
          <p:cNvSpPr txBox="1"/>
          <p:nvPr/>
        </p:nvSpPr>
        <p:spPr>
          <a:xfrm>
            <a:off x="685800" y="3802828"/>
            <a:ext cx="7521633" cy="176425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i="1">
                <a:solidFill>
                  <a:srgbClr val="000000"/>
                </a:solidFill>
                <a:highlight>
                  <a:srgbClr val="FFFF00"/>
                </a:highlight>
                <a:latin typeface="+mj-lt"/>
                <a:ea typeface="+mj-ea"/>
                <a:cs typeface="+mj-cs"/>
              </a:rPr>
              <a:t>Thank you. </a:t>
            </a: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i="1">
                <a:solidFill>
                  <a:srgbClr val="000000"/>
                </a:solidFill>
                <a:highlight>
                  <a:srgbClr val="FFFF00"/>
                </a:highlight>
                <a:latin typeface="+mj-lt"/>
                <a:ea typeface="+mj-ea"/>
                <a:cs typeface="+mj-cs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2126475575"/>
      </p:ext>
    </p:extLst>
  </p:cSld>
  <p:clrMapOvr>
    <a:masterClrMapping/>
  </p:clrMapOvr>
</p:sld>
</file>

<file path=ppt/theme/theme1.xml><?xml version="1.0" encoding="utf-8"?>
<a:theme xmlns:a="http://schemas.openxmlformats.org/drawingml/2006/main" name="AfterhoursVTI">
  <a:themeElements>
    <a:clrScheme name="Afterhours">
      <a:dk1>
        <a:sysClr val="windowText" lastClr="000000"/>
      </a:dk1>
      <a:lt1>
        <a:srgbClr val="FFFFFF"/>
      </a:lt1>
      <a:dk2>
        <a:srgbClr val="2D3122"/>
      </a:dk2>
      <a:lt2>
        <a:srgbClr val="F3F2EE"/>
      </a:lt2>
      <a:accent1>
        <a:srgbClr val="31AEC4"/>
      </a:accent1>
      <a:accent2>
        <a:srgbClr val="3163BD"/>
      </a:accent2>
      <a:accent3>
        <a:srgbClr val="5E854F"/>
      </a:accent3>
      <a:accent4>
        <a:srgbClr val="34B66C"/>
      </a:accent4>
      <a:accent5>
        <a:srgbClr val="CD2929"/>
      </a:accent5>
      <a:accent6>
        <a:srgbClr val="6946C8"/>
      </a:accent6>
      <a:hlink>
        <a:srgbClr val="0678EA"/>
      </a:hlink>
      <a:folHlink>
        <a:srgbClr val="B65887"/>
      </a:folHlink>
    </a:clrScheme>
    <a:fontScheme name="Street">
      <a:majorFont>
        <a:latin typeface="Franklin Gothic Heavy"/>
        <a:ea typeface=""/>
        <a:cs typeface=""/>
      </a:majorFont>
      <a:minorFont>
        <a:latin typeface="Consola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fterhoursVTI" id="{90A150B1-9C08-42C7-B4E0-C1D732064FA1}" vid="{A6104589-8A83-4A64-B7F1-AAF946A405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AfterhoursVTI</vt:lpstr>
      <vt:lpstr>UK Food Incident Notifications (2023–2024)</vt:lpstr>
      <vt:lpstr>Dataset Overview</vt:lpstr>
      <vt:lpstr>Data Preparation Using Python</vt:lpstr>
      <vt:lpstr>Tools and Platforms Used</vt:lpstr>
      <vt:lpstr>Overall Trends in Food Incident Notifications</vt:lpstr>
      <vt:lpstr>PowerPoint Presentation</vt:lpstr>
      <vt:lpstr>Monthly Incident Trends</vt:lpstr>
      <vt:lpstr>Product Category Distribution of Food Incidents</vt:lpstr>
      <vt:lpstr>PowerPoint Presentation</vt:lpstr>
      <vt:lpstr>PowerPoint Presentation</vt:lpstr>
      <vt:lpstr>PowerPoint Presentation</vt:lpstr>
      <vt:lpstr>Geographical Distribution of Incidents</vt:lpstr>
      <vt:lpstr>PowerPoint Presentation</vt:lpstr>
      <vt:lpstr>Hazard Types and Reporting Sources</vt:lpstr>
      <vt:lpstr>PowerPoint Presentation</vt:lpstr>
      <vt:lpstr>PowerPoint Presentation</vt:lpstr>
      <vt:lpstr>PowerPoint Presentation</vt:lpstr>
      <vt:lpstr>Key Findings</vt:lpstr>
      <vt:lpstr>Recommendations</vt:lpstr>
      <vt:lpstr>Limitations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Zarin Tasnim Nuzhat (2510148)</dc:creator>
  <cp:revision>1</cp:revision>
  <dcterms:created xsi:type="dcterms:W3CDTF">2025-12-01T10:36:04Z</dcterms:created>
  <dcterms:modified xsi:type="dcterms:W3CDTF">2025-12-02T15:42:20Z</dcterms:modified>
</cp:coreProperties>
</file>